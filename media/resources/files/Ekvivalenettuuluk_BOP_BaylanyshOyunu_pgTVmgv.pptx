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04" r:id="rId1"/>
  </p:sldMasterIdLst>
  <p:notesMasterIdLst>
    <p:notesMasterId r:id="rId19"/>
  </p:notesMasterIdLst>
  <p:sldIdLst>
    <p:sldId id="1004" r:id="rId2"/>
    <p:sldId id="1005" r:id="rId3"/>
    <p:sldId id="1006" r:id="rId4"/>
    <p:sldId id="1007" r:id="rId5"/>
    <p:sldId id="952" r:id="rId6"/>
    <p:sldId id="954" r:id="rId7"/>
    <p:sldId id="950" r:id="rId8"/>
    <p:sldId id="970" r:id="rId9"/>
    <p:sldId id="967" r:id="rId10"/>
    <p:sldId id="971" r:id="rId11"/>
    <p:sldId id="968" r:id="rId12"/>
    <p:sldId id="972" r:id="rId13"/>
    <p:sldId id="969" r:id="rId14"/>
    <p:sldId id="973" r:id="rId15"/>
    <p:sldId id="974" r:id="rId16"/>
    <p:sldId id="975" r:id="rId17"/>
    <p:sldId id="1008" r:id="rId18"/>
  </p:sldIdLst>
  <p:sldSz cx="9906000" cy="6858000" type="A4"/>
  <p:notesSz cx="7104063" cy="10234613"/>
  <p:embeddedFontLst>
    <p:embeddedFont>
      <p:font typeface="Cambria Math" panose="02040503050406030204" pitchFamily="18" charset="0"/>
      <p:regular r:id="rId20"/>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Капкак слайд" id="{197FF5E7-57A8-40D7-8FA0-8A089C366947}">
          <p14:sldIdLst>
            <p14:sldId id="1004"/>
            <p14:sldId id="1005"/>
            <p14:sldId id="1006"/>
            <p14:sldId id="1007"/>
          </p14:sldIdLst>
        </p14:section>
        <p14:section name="Титулдук Байланыш" id="{AE96D310-0821-4812-BEE6-236DCA7F59AE}">
          <p14:sldIdLst>
            <p14:sldId id="952"/>
          </p14:sldIdLst>
        </p14:section>
        <p14:section name="Көрсөтүү үчүн" id="{059544AC-2C27-45B1-9F95-F87DF8854DD6}">
          <p14:sldIdLst>
            <p14:sldId id="954"/>
          </p14:sldIdLst>
        </p14:section>
        <p14:section name="1-топтом" id="{13B033B3-C872-4CAB-8B64-BF9934EAD6F7}">
          <p14:sldIdLst>
            <p14:sldId id="950"/>
            <p14:sldId id="970"/>
          </p14:sldIdLst>
        </p14:section>
        <p14:section name="2-топтом" id="{228B9984-334C-4B32-8E1C-81DFE12C5434}">
          <p14:sldIdLst>
            <p14:sldId id="967"/>
            <p14:sldId id="971"/>
          </p14:sldIdLst>
        </p14:section>
        <p14:section name="3-топтом" id="{781D87FA-FFE6-4501-8744-0086DD5C53E5}">
          <p14:sldIdLst>
            <p14:sldId id="968"/>
            <p14:sldId id="972"/>
          </p14:sldIdLst>
        </p14:section>
        <p14:section name="4-топтом" id="{94EF6372-0741-464D-BF6E-60DDE794033C}">
          <p14:sldIdLst>
            <p14:sldId id="969"/>
            <p14:sldId id="973"/>
          </p14:sldIdLst>
        </p14:section>
        <p14:section name="5- топтом" id="{B6CC98F5-3C84-48F1-A1EE-B9A74742AED6}">
          <p14:sldIdLst>
            <p14:sldId id="974"/>
            <p14:sldId id="975"/>
          </p14:sldIdLst>
        </p14:section>
        <p14:section name="Кайтарым байланыш" id="{44593A35-489B-47C3-9FD2-BAFF3AF9952F}">
          <p14:sldIdLst>
            <p14:sldId id="1008"/>
          </p14:sldIdLst>
        </p14:section>
      </p14:sectionLst>
    </p:ext>
    <p:ext uri="{EFAFB233-063F-42B5-8137-9DF3F51BA10A}">
      <p15:sldGuideLst xmlns:p15="http://schemas.microsoft.com/office/powerpoint/2012/main">
        <p15:guide id="1" orient="horz" pos="2160" userDrawn="1">
          <p15:clr>
            <a:srgbClr val="A4A3A4"/>
          </p15:clr>
        </p15:guide>
        <p15:guide id="2" pos="31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a:srgbClr val="FF3300"/>
    <a:srgbClr val="FF0066"/>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271" autoAdjust="0"/>
    <p:restoredTop sz="92935" autoAdjust="0"/>
  </p:normalViewPr>
  <p:slideViewPr>
    <p:cSldViewPr snapToGrid="0" showGuides="1">
      <p:cViewPr>
        <p:scale>
          <a:sx n="50" d="100"/>
          <a:sy n="50" d="100"/>
        </p:scale>
        <p:origin x="1708" y="324"/>
      </p:cViewPr>
      <p:guideLst>
        <p:guide orient="horz" pos="2160"/>
        <p:guide pos="3120"/>
      </p:guideLst>
    </p:cSldViewPr>
  </p:slideViewPr>
  <p:outlineViewPr>
    <p:cViewPr>
      <p:scale>
        <a:sx n="33" d="100"/>
        <a:sy n="33" d="100"/>
      </p:scale>
      <p:origin x="0" y="0"/>
    </p:cViewPr>
  </p:outlineViewPr>
  <p:notesTextViewPr>
    <p:cViewPr>
      <p:scale>
        <a:sx n="1" d="1"/>
        <a:sy n="1" d="1"/>
      </p:scale>
      <p:origin x="0" y="0"/>
    </p:cViewPr>
  </p:notesTextViewPr>
  <p:sorterViewPr>
    <p:cViewPr>
      <p:scale>
        <a:sx n="25" d="100"/>
        <a:sy n="25" d="100"/>
      </p:scale>
      <p:origin x="0" y="-424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3078427" cy="513508"/>
          </a:xfrm>
          <a:prstGeom prst="rect">
            <a:avLst/>
          </a:prstGeom>
        </p:spPr>
        <p:txBody>
          <a:bodyPr vert="horz" lIns="94637" tIns="47319" rIns="94637" bIns="47319" rtlCol="0"/>
          <a:lstStyle>
            <a:lvl1pPr algn="l">
              <a:defRPr sz="1300"/>
            </a:lvl1pPr>
          </a:lstStyle>
          <a:p>
            <a:endParaRPr lang="en-GB"/>
          </a:p>
        </p:txBody>
      </p:sp>
      <p:sp>
        <p:nvSpPr>
          <p:cNvPr id="3" name="Date Placeholder 2"/>
          <p:cNvSpPr>
            <a:spLocks noGrp="1"/>
          </p:cNvSpPr>
          <p:nvPr>
            <p:ph type="dt" idx="1"/>
          </p:nvPr>
        </p:nvSpPr>
        <p:spPr>
          <a:xfrm>
            <a:off x="4023993" y="0"/>
            <a:ext cx="3078427" cy="513508"/>
          </a:xfrm>
          <a:prstGeom prst="rect">
            <a:avLst/>
          </a:prstGeom>
        </p:spPr>
        <p:txBody>
          <a:bodyPr vert="horz" lIns="94637" tIns="47319" rIns="94637" bIns="47319" rtlCol="0"/>
          <a:lstStyle>
            <a:lvl1pPr algn="r">
              <a:defRPr sz="1300"/>
            </a:lvl1pPr>
          </a:lstStyle>
          <a:p>
            <a:fld id="{9C6A85EB-AF26-437E-8488-94E19A13AA79}" type="datetimeFigureOut">
              <a:rPr lang="en-GB" smtClean="0"/>
              <a:t>03/09/2024</a:t>
            </a:fld>
            <a:endParaRPr lang="en-GB"/>
          </a:p>
        </p:txBody>
      </p:sp>
      <p:sp>
        <p:nvSpPr>
          <p:cNvPr id="4" name="Slide Image Placeholder 3"/>
          <p:cNvSpPr>
            <a:spLocks noGrp="1" noRot="1" noChangeAspect="1"/>
          </p:cNvSpPr>
          <p:nvPr>
            <p:ph type="sldImg" idx="2"/>
          </p:nvPr>
        </p:nvSpPr>
        <p:spPr>
          <a:xfrm>
            <a:off x="1057275" y="1279525"/>
            <a:ext cx="4989513" cy="3454400"/>
          </a:xfrm>
          <a:prstGeom prst="rect">
            <a:avLst/>
          </a:prstGeom>
          <a:noFill/>
          <a:ln w="12700">
            <a:solidFill>
              <a:prstClr val="black"/>
            </a:solidFill>
          </a:ln>
        </p:spPr>
        <p:txBody>
          <a:bodyPr vert="horz" lIns="94637" tIns="47319" rIns="94637" bIns="47319" rtlCol="0" anchor="ctr"/>
          <a:lstStyle/>
          <a:p>
            <a:endParaRPr lang="en-GB"/>
          </a:p>
        </p:txBody>
      </p:sp>
      <p:sp>
        <p:nvSpPr>
          <p:cNvPr id="5" name="Notes Placeholder 4"/>
          <p:cNvSpPr>
            <a:spLocks noGrp="1"/>
          </p:cNvSpPr>
          <p:nvPr>
            <p:ph type="body" sz="quarter" idx="3"/>
          </p:nvPr>
        </p:nvSpPr>
        <p:spPr>
          <a:xfrm>
            <a:off x="710407" y="4925410"/>
            <a:ext cx="5683250" cy="4029878"/>
          </a:xfrm>
          <a:prstGeom prst="rect">
            <a:avLst/>
          </a:prstGeom>
        </p:spPr>
        <p:txBody>
          <a:bodyPr vert="horz" lIns="94637" tIns="47319" rIns="94637" bIns="47319"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2" y="9721110"/>
            <a:ext cx="3078427" cy="513507"/>
          </a:xfrm>
          <a:prstGeom prst="rect">
            <a:avLst/>
          </a:prstGeom>
        </p:spPr>
        <p:txBody>
          <a:bodyPr vert="horz" lIns="94637" tIns="47319" rIns="94637" bIns="47319" rtlCol="0" anchor="b"/>
          <a:lstStyle>
            <a:lvl1pPr algn="l">
              <a:defRPr sz="1300"/>
            </a:lvl1pPr>
          </a:lstStyle>
          <a:p>
            <a:endParaRPr lang="en-GB"/>
          </a:p>
        </p:txBody>
      </p:sp>
      <p:sp>
        <p:nvSpPr>
          <p:cNvPr id="7" name="Slide Number Placeholder 6"/>
          <p:cNvSpPr>
            <a:spLocks noGrp="1"/>
          </p:cNvSpPr>
          <p:nvPr>
            <p:ph type="sldNum" sz="quarter" idx="5"/>
          </p:nvPr>
        </p:nvSpPr>
        <p:spPr>
          <a:xfrm>
            <a:off x="4023993" y="9721110"/>
            <a:ext cx="3078427" cy="513507"/>
          </a:xfrm>
          <a:prstGeom prst="rect">
            <a:avLst/>
          </a:prstGeom>
        </p:spPr>
        <p:txBody>
          <a:bodyPr vert="horz" lIns="94637" tIns="47319" rIns="94637" bIns="47319" rtlCol="0" anchor="b"/>
          <a:lstStyle>
            <a:lvl1pPr algn="r">
              <a:defRPr sz="1300"/>
            </a:lvl1pPr>
          </a:lstStyle>
          <a:p>
            <a:fld id="{DD4EDCD2-601A-461C-9AB5-639C33E3F986}" type="slidenum">
              <a:rPr lang="en-GB" smtClean="0"/>
              <a:t>‹#›</a:t>
            </a:fld>
            <a:endParaRPr lang="en-GB"/>
          </a:p>
        </p:txBody>
      </p:sp>
    </p:spTree>
    <p:extLst>
      <p:ext uri="{BB962C8B-B14F-4D97-AF65-F5344CB8AC3E}">
        <p14:creationId xmlns:p14="http://schemas.microsoft.com/office/powerpoint/2010/main" val="27594927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39882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446115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0079719"/>
      </p:ext>
    </p:extLst>
  </p:cSld>
  <p:clrMap bg1="lt1" tx1="dk1" bg2="lt2" tx2="dk2" accent1="accent1" accent2="accent2" accent3="accent3" accent4="accent4" accent5="accent5" accent6="accent6" hlink="hlink" folHlink="folHlink"/>
  <p:sldLayoutIdLst>
    <p:sldLayoutId id="2147483716" r:id="rId1"/>
    <p:sldLayoutId id="2147483717"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0.png"/><Relationship Id="rId21" Type="http://schemas.openxmlformats.org/officeDocument/2006/relationships/image" Target="../media/image28.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 Type="http://schemas.openxmlformats.org/officeDocument/2006/relationships/image" Target="../media/image9.png"/><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1.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5" Type="http://schemas.openxmlformats.org/officeDocument/2006/relationships/image" Target="../media/image22.pn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3" Type="http://schemas.openxmlformats.org/officeDocument/2006/relationships/image" Target="../media/image32.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 Type="http://schemas.openxmlformats.org/officeDocument/2006/relationships/image" Target="../media/image31.png"/><Relationship Id="rId16" Type="http://schemas.openxmlformats.org/officeDocument/2006/relationships/image" Target="../media/image45.png"/><Relationship Id="rId20" Type="http://schemas.openxmlformats.org/officeDocument/2006/relationships/image" Target="../media/image49.png"/><Relationship Id="rId1" Type="http://schemas.openxmlformats.org/officeDocument/2006/relationships/slideLayout" Target="../slideLayouts/slideLayout1.xml"/><Relationship Id="rId6" Type="http://schemas.openxmlformats.org/officeDocument/2006/relationships/image" Target="../media/image35.png"/><Relationship Id="rId11" Type="http://schemas.openxmlformats.org/officeDocument/2006/relationships/image" Target="../media/image40.png"/><Relationship Id="rId5" Type="http://schemas.openxmlformats.org/officeDocument/2006/relationships/image" Target="../media/image34.png"/><Relationship Id="rId15" Type="http://schemas.openxmlformats.org/officeDocument/2006/relationships/image" Target="../media/image44.png"/><Relationship Id="rId10" Type="http://schemas.openxmlformats.org/officeDocument/2006/relationships/image" Target="../media/image39.png"/><Relationship Id="rId19" Type="http://schemas.openxmlformats.org/officeDocument/2006/relationships/image" Target="../media/image48.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59.png"/><Relationship Id="rId13" Type="http://schemas.openxmlformats.org/officeDocument/2006/relationships/image" Target="../media/image64.png"/><Relationship Id="rId18" Type="http://schemas.openxmlformats.org/officeDocument/2006/relationships/image" Target="../media/image69.png"/><Relationship Id="rId3" Type="http://schemas.openxmlformats.org/officeDocument/2006/relationships/image" Target="../media/image54.png"/><Relationship Id="rId21" Type="http://schemas.openxmlformats.org/officeDocument/2006/relationships/image" Target="../media/image72.png"/><Relationship Id="rId7" Type="http://schemas.openxmlformats.org/officeDocument/2006/relationships/image" Target="../media/image58.png"/><Relationship Id="rId12" Type="http://schemas.openxmlformats.org/officeDocument/2006/relationships/image" Target="../media/image63.png"/><Relationship Id="rId17" Type="http://schemas.openxmlformats.org/officeDocument/2006/relationships/image" Target="../media/image68.png"/><Relationship Id="rId2" Type="http://schemas.openxmlformats.org/officeDocument/2006/relationships/image" Target="../media/image53.png"/><Relationship Id="rId16" Type="http://schemas.openxmlformats.org/officeDocument/2006/relationships/image" Target="../media/image67.png"/><Relationship Id="rId20" Type="http://schemas.openxmlformats.org/officeDocument/2006/relationships/image" Target="../media/image71.png"/><Relationship Id="rId1" Type="http://schemas.openxmlformats.org/officeDocument/2006/relationships/slideLayout" Target="../slideLayouts/slideLayout1.xml"/><Relationship Id="rId6" Type="http://schemas.openxmlformats.org/officeDocument/2006/relationships/image" Target="../media/image57.png"/><Relationship Id="rId11" Type="http://schemas.openxmlformats.org/officeDocument/2006/relationships/image" Target="../media/image62.png"/><Relationship Id="rId5" Type="http://schemas.openxmlformats.org/officeDocument/2006/relationships/image" Target="../media/image56.png"/><Relationship Id="rId15" Type="http://schemas.openxmlformats.org/officeDocument/2006/relationships/image" Target="../media/image66.png"/><Relationship Id="rId10" Type="http://schemas.openxmlformats.org/officeDocument/2006/relationships/image" Target="../media/image61.png"/><Relationship Id="rId19" Type="http://schemas.openxmlformats.org/officeDocument/2006/relationships/image" Target="../media/image70.png"/><Relationship Id="rId4" Type="http://schemas.openxmlformats.org/officeDocument/2006/relationships/image" Target="../media/image55.png"/><Relationship Id="rId9" Type="http://schemas.openxmlformats.org/officeDocument/2006/relationships/image" Target="../media/image60.png"/><Relationship Id="rId14" Type="http://schemas.openxmlformats.org/officeDocument/2006/relationships/image" Target="../media/image65.png"/><Relationship Id="rId22" Type="http://schemas.openxmlformats.org/officeDocument/2006/relationships/image" Target="../media/image73.png"/></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81.png"/><Relationship Id="rId13" Type="http://schemas.openxmlformats.org/officeDocument/2006/relationships/image" Target="../media/image86.png"/><Relationship Id="rId18" Type="http://schemas.openxmlformats.org/officeDocument/2006/relationships/image" Target="../media/image91.png"/><Relationship Id="rId3" Type="http://schemas.openxmlformats.org/officeDocument/2006/relationships/image" Target="../media/image76.png"/><Relationship Id="rId21" Type="http://schemas.openxmlformats.org/officeDocument/2006/relationships/image" Target="../media/image94.png"/><Relationship Id="rId7" Type="http://schemas.openxmlformats.org/officeDocument/2006/relationships/image" Target="../media/image80.png"/><Relationship Id="rId12" Type="http://schemas.openxmlformats.org/officeDocument/2006/relationships/image" Target="../media/image85.png"/><Relationship Id="rId17" Type="http://schemas.openxmlformats.org/officeDocument/2006/relationships/image" Target="../media/image90.png"/><Relationship Id="rId2" Type="http://schemas.openxmlformats.org/officeDocument/2006/relationships/image" Target="../media/image75.png"/><Relationship Id="rId16" Type="http://schemas.openxmlformats.org/officeDocument/2006/relationships/image" Target="../media/image89.png"/><Relationship Id="rId20" Type="http://schemas.openxmlformats.org/officeDocument/2006/relationships/image" Target="../media/image93.png"/><Relationship Id="rId1" Type="http://schemas.openxmlformats.org/officeDocument/2006/relationships/slideLayout" Target="../slideLayouts/slideLayout1.xml"/><Relationship Id="rId6" Type="http://schemas.openxmlformats.org/officeDocument/2006/relationships/image" Target="../media/image79.png"/><Relationship Id="rId11" Type="http://schemas.openxmlformats.org/officeDocument/2006/relationships/image" Target="../media/image84.png"/><Relationship Id="rId5" Type="http://schemas.openxmlformats.org/officeDocument/2006/relationships/image" Target="../media/image78.png"/><Relationship Id="rId15" Type="http://schemas.openxmlformats.org/officeDocument/2006/relationships/image" Target="../media/image88.png"/><Relationship Id="rId10" Type="http://schemas.openxmlformats.org/officeDocument/2006/relationships/image" Target="../media/image83.png"/><Relationship Id="rId19" Type="http://schemas.openxmlformats.org/officeDocument/2006/relationships/image" Target="../media/image92.png"/><Relationship Id="rId4" Type="http://schemas.openxmlformats.org/officeDocument/2006/relationships/image" Target="../media/image77.png"/><Relationship Id="rId9" Type="http://schemas.openxmlformats.org/officeDocument/2006/relationships/image" Target="../media/image82.png"/><Relationship Id="rId14" Type="http://schemas.openxmlformats.org/officeDocument/2006/relationships/image" Target="../media/image87.png"/><Relationship Id="rId22" Type="http://schemas.openxmlformats.org/officeDocument/2006/relationships/image" Target="../media/image95.png"/></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3" Type="http://schemas.openxmlformats.org/officeDocument/2006/relationships/image" Target="../media/image108.png"/><Relationship Id="rId18" Type="http://schemas.openxmlformats.org/officeDocument/2006/relationships/image" Target="../media/image113.png"/><Relationship Id="rId26" Type="http://schemas.openxmlformats.org/officeDocument/2006/relationships/image" Target="../media/image121.png"/><Relationship Id="rId39" Type="http://schemas.openxmlformats.org/officeDocument/2006/relationships/image" Target="../media/image134.png"/><Relationship Id="rId3" Type="http://schemas.openxmlformats.org/officeDocument/2006/relationships/image" Target="../media/image98.png"/><Relationship Id="rId21" Type="http://schemas.openxmlformats.org/officeDocument/2006/relationships/image" Target="../media/image116.png"/><Relationship Id="rId34" Type="http://schemas.openxmlformats.org/officeDocument/2006/relationships/image" Target="../media/image129.png"/><Relationship Id="rId42" Type="http://schemas.openxmlformats.org/officeDocument/2006/relationships/image" Target="../media/image137.png"/><Relationship Id="rId47" Type="http://schemas.openxmlformats.org/officeDocument/2006/relationships/image" Target="../media/image142.png"/><Relationship Id="rId7" Type="http://schemas.openxmlformats.org/officeDocument/2006/relationships/image" Target="../media/image102.png"/><Relationship Id="rId12" Type="http://schemas.openxmlformats.org/officeDocument/2006/relationships/image" Target="../media/image107.png"/><Relationship Id="rId17" Type="http://schemas.openxmlformats.org/officeDocument/2006/relationships/image" Target="../media/image112.png"/><Relationship Id="rId25" Type="http://schemas.openxmlformats.org/officeDocument/2006/relationships/image" Target="../media/image120.png"/><Relationship Id="rId33" Type="http://schemas.openxmlformats.org/officeDocument/2006/relationships/image" Target="../media/image128.png"/><Relationship Id="rId38" Type="http://schemas.openxmlformats.org/officeDocument/2006/relationships/image" Target="../media/image133.png"/><Relationship Id="rId46" Type="http://schemas.openxmlformats.org/officeDocument/2006/relationships/image" Target="../media/image141.png"/><Relationship Id="rId2" Type="http://schemas.openxmlformats.org/officeDocument/2006/relationships/image" Target="../media/image97.png"/><Relationship Id="rId16" Type="http://schemas.openxmlformats.org/officeDocument/2006/relationships/image" Target="../media/image111.png"/><Relationship Id="rId20" Type="http://schemas.openxmlformats.org/officeDocument/2006/relationships/image" Target="../media/image115.png"/><Relationship Id="rId29" Type="http://schemas.openxmlformats.org/officeDocument/2006/relationships/image" Target="../media/image124.png"/><Relationship Id="rId41" Type="http://schemas.openxmlformats.org/officeDocument/2006/relationships/image" Target="../media/image136.png"/><Relationship Id="rId1" Type="http://schemas.openxmlformats.org/officeDocument/2006/relationships/slideLayout" Target="../slideLayouts/slideLayout1.xml"/><Relationship Id="rId6" Type="http://schemas.openxmlformats.org/officeDocument/2006/relationships/image" Target="../media/image101.png"/><Relationship Id="rId11" Type="http://schemas.openxmlformats.org/officeDocument/2006/relationships/image" Target="../media/image106.png"/><Relationship Id="rId24" Type="http://schemas.openxmlformats.org/officeDocument/2006/relationships/image" Target="../media/image119.png"/><Relationship Id="rId32" Type="http://schemas.openxmlformats.org/officeDocument/2006/relationships/image" Target="../media/image127.png"/><Relationship Id="rId37" Type="http://schemas.openxmlformats.org/officeDocument/2006/relationships/image" Target="../media/image132.png"/><Relationship Id="rId40" Type="http://schemas.openxmlformats.org/officeDocument/2006/relationships/image" Target="../media/image135.png"/><Relationship Id="rId45" Type="http://schemas.openxmlformats.org/officeDocument/2006/relationships/image" Target="../media/image140.png"/><Relationship Id="rId5" Type="http://schemas.openxmlformats.org/officeDocument/2006/relationships/image" Target="../media/image100.png"/><Relationship Id="rId15" Type="http://schemas.openxmlformats.org/officeDocument/2006/relationships/image" Target="../media/image110.png"/><Relationship Id="rId23" Type="http://schemas.openxmlformats.org/officeDocument/2006/relationships/image" Target="../media/image118.png"/><Relationship Id="rId28" Type="http://schemas.openxmlformats.org/officeDocument/2006/relationships/image" Target="../media/image123.png"/><Relationship Id="rId36" Type="http://schemas.openxmlformats.org/officeDocument/2006/relationships/image" Target="../media/image131.png"/><Relationship Id="rId49" Type="http://schemas.openxmlformats.org/officeDocument/2006/relationships/image" Target="../media/image144.png"/><Relationship Id="rId10" Type="http://schemas.openxmlformats.org/officeDocument/2006/relationships/image" Target="../media/image105.png"/><Relationship Id="rId19" Type="http://schemas.openxmlformats.org/officeDocument/2006/relationships/image" Target="../media/image114.png"/><Relationship Id="rId31" Type="http://schemas.openxmlformats.org/officeDocument/2006/relationships/image" Target="../media/image126.png"/><Relationship Id="rId44" Type="http://schemas.openxmlformats.org/officeDocument/2006/relationships/image" Target="../media/image139.png"/><Relationship Id="rId4" Type="http://schemas.openxmlformats.org/officeDocument/2006/relationships/image" Target="../media/image99.png"/><Relationship Id="rId9" Type="http://schemas.openxmlformats.org/officeDocument/2006/relationships/image" Target="../media/image104.png"/><Relationship Id="rId14" Type="http://schemas.openxmlformats.org/officeDocument/2006/relationships/image" Target="../media/image109.png"/><Relationship Id="rId22" Type="http://schemas.openxmlformats.org/officeDocument/2006/relationships/image" Target="../media/image117.png"/><Relationship Id="rId27" Type="http://schemas.openxmlformats.org/officeDocument/2006/relationships/image" Target="../media/image122.png"/><Relationship Id="rId30" Type="http://schemas.openxmlformats.org/officeDocument/2006/relationships/image" Target="../media/image125.png"/><Relationship Id="rId35" Type="http://schemas.openxmlformats.org/officeDocument/2006/relationships/image" Target="../media/image130.png"/><Relationship Id="rId43" Type="http://schemas.openxmlformats.org/officeDocument/2006/relationships/image" Target="../media/image138.png"/><Relationship Id="rId48" Type="http://schemas.openxmlformats.org/officeDocument/2006/relationships/image" Target="../media/image143.png"/><Relationship Id="rId8" Type="http://schemas.openxmlformats.org/officeDocument/2006/relationships/image" Target="../media/image103.png"/></Relationships>
</file>

<file path=ppt/slides/_rels/slide1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4">
            <a:extLst>
              <a:ext uri="{FF2B5EF4-FFF2-40B4-BE49-F238E27FC236}">
                <a16:creationId xmlns:a16="http://schemas.microsoft.com/office/drawing/2014/main" id="{670AB8EA-EE90-54AD-333F-C9B060BBDA87}"/>
              </a:ext>
            </a:extLst>
          </p:cNvPr>
          <p:cNvSpPr txBox="1">
            <a:spLocks/>
          </p:cNvSpPr>
          <p:nvPr/>
        </p:nvSpPr>
        <p:spPr>
          <a:xfrm>
            <a:off x="0" y="1903413"/>
            <a:ext cx="9831070" cy="435133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t>Эквиваленттүүлүк – Бөлчөктөр, Ондуктар жана Пайыздар – </a:t>
            </a:r>
            <a:r>
              <a:rPr lang="ky-KG" dirty="0"/>
              <a:t>Байланыш</a:t>
            </a:r>
            <a:endParaRPr lang="ru-RU" dirty="0"/>
          </a:p>
          <a:p>
            <a:endParaRPr lang="ru-RU" dirty="0"/>
          </a:p>
          <a:p>
            <a:r>
              <a:rPr lang="ru-RU" dirty="0"/>
              <a:t>Бул ресурс ыкманы жандуу көрсөтөт.</a:t>
            </a:r>
          </a:p>
          <a:p>
            <a:endParaRPr lang="ru-RU" dirty="0"/>
          </a:p>
          <a:p>
            <a:r>
              <a:rPr lang="ru-RU" dirty="0"/>
              <a:t>Анимацияларды текшерип, </a:t>
            </a:r>
            <a:r>
              <a:rPr lang="ky-KG" dirty="0"/>
              <a:t>сабагы</a:t>
            </a:r>
            <a:r>
              <a:rPr lang="ru-RU" dirty="0"/>
              <a:t>ң</a:t>
            </a:r>
            <a:r>
              <a:rPr lang="ky-KG" dirty="0"/>
              <a:t>ызга </a:t>
            </a:r>
            <a:r>
              <a:rPr lang="ru-RU" b="1" dirty="0">
                <a:solidFill>
                  <a:srgbClr val="FF0000"/>
                </a:solidFill>
              </a:rPr>
              <a:t>КЕРЕГИ ЖОК </a:t>
            </a:r>
            <a:r>
              <a:rPr lang="ru-RU" dirty="0"/>
              <a:t>слайддарды </a:t>
            </a:r>
            <a:r>
              <a:rPr lang="ru-RU" sz="3200" b="1" dirty="0">
                <a:solidFill>
                  <a:srgbClr val="FF0000"/>
                </a:solidFill>
              </a:rPr>
              <a:t>ӨЧҮРҮ</a:t>
            </a:r>
            <a:r>
              <a:rPr lang="ky-KG" sz="3200" b="1" dirty="0">
                <a:solidFill>
                  <a:srgbClr val="FF0000"/>
                </a:solidFill>
              </a:rPr>
              <a:t>П САЛЫ</a:t>
            </a:r>
            <a:r>
              <a:rPr lang="ru-RU" sz="3200" b="1" dirty="0">
                <a:solidFill>
                  <a:srgbClr val="FF0000"/>
                </a:solidFill>
              </a:rPr>
              <a:t>ҢЫЗ.</a:t>
            </a:r>
            <a:endParaRPr lang="en-US" b="1" dirty="0">
              <a:solidFill>
                <a:srgbClr val="FF0000"/>
              </a:solidFill>
            </a:endParaRPr>
          </a:p>
        </p:txBody>
      </p:sp>
      <p:sp>
        <p:nvSpPr>
          <p:cNvPr id="3" name="Title 3">
            <a:extLst>
              <a:ext uri="{FF2B5EF4-FFF2-40B4-BE49-F238E27FC236}">
                <a16:creationId xmlns:a16="http://schemas.microsoft.com/office/drawing/2014/main" id="{33578990-6CDC-83E1-7E5A-C95904FE7CA7}"/>
              </a:ext>
            </a:extLst>
          </p:cNvPr>
          <p:cNvSpPr txBox="1">
            <a:spLocks/>
          </p:cNvSpPr>
          <p:nvPr/>
        </p:nvSpPr>
        <p:spPr>
          <a:xfrm>
            <a:off x="426720" y="503238"/>
            <a:ext cx="9404350" cy="140017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6600" dirty="0" err="1">
                <a:solidFill>
                  <a:srgbClr val="00B0F0"/>
                </a:solidFill>
              </a:rPr>
              <a:t>MathKGZ</a:t>
            </a:r>
            <a:r>
              <a:rPr lang="en-US" sz="5200" dirty="0">
                <a:solidFill>
                  <a:srgbClr val="00B0F0"/>
                </a:solidFill>
              </a:rPr>
              <a:t>  -- </a:t>
            </a:r>
          </a:p>
        </p:txBody>
      </p:sp>
    </p:spTree>
    <p:extLst>
      <p:ext uri="{BB962C8B-B14F-4D97-AF65-F5344CB8AC3E}">
        <p14:creationId xmlns:p14="http://schemas.microsoft.com/office/powerpoint/2010/main" val="30468568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4">
            <a:extLst>
              <a:ext uri="{FF2B5EF4-FFF2-40B4-BE49-F238E27FC236}">
                <a16:creationId xmlns:a16="http://schemas.microsoft.com/office/drawing/2014/main" id="{670AB8EA-EE90-54AD-333F-C9B060BBDA87}"/>
              </a:ext>
            </a:extLst>
          </p:cNvPr>
          <p:cNvSpPr txBox="1">
            <a:spLocks/>
          </p:cNvSpPr>
          <p:nvPr/>
        </p:nvSpPr>
        <p:spPr>
          <a:xfrm>
            <a:off x="0" y="1903413"/>
            <a:ext cx="9831070" cy="4351338"/>
          </a:xfrm>
          <a:prstGeom prst="rect">
            <a:avLst/>
          </a:prstGeom>
        </p:spPr>
        <p:txBody>
          <a:bodyPr>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t>Берилген карталар  2ден салыштырганда, алардын ортосунда ар дайым бирдиктүү жалпы терминге ээ боло тургандай кылып иштелип чыккан.</a:t>
            </a:r>
          </a:p>
          <a:p>
            <a:endParaRPr lang="ru-RU" dirty="0"/>
          </a:p>
          <a:p>
            <a:r>
              <a:rPr lang="ky-KG" dirty="0"/>
              <a:t>Окуучулардын</a:t>
            </a:r>
            <a:r>
              <a:rPr lang="ru-RU" dirty="0"/>
              <a:t> түгөйлөрү бул карталарды ойноо үчүн колдоно алышат, бирок алардын эки картасынын ортосунда ар дайым дал келген байланыш сан бар.</a:t>
            </a:r>
          </a:p>
          <a:p>
            <a:endParaRPr lang="ru-RU" dirty="0"/>
          </a:p>
          <a:p>
            <a:r>
              <a:rPr lang="ru-RU" dirty="0"/>
              <a:t>Биринчи дал келген байланыш санды айткан окуучу эки картаны/упайды алат.</a:t>
            </a:r>
          </a:p>
          <a:p>
            <a:endParaRPr lang="ru-RU" dirty="0"/>
          </a:p>
          <a:p>
            <a:r>
              <a:rPr lang="ru-RU" dirty="0"/>
              <a:t>Кийинки слайд башка атаандаштык жана биргелешкен оюндарды сүрөттөйт.</a:t>
            </a:r>
          </a:p>
          <a:p>
            <a:endParaRPr lang="ru-RU" dirty="0"/>
          </a:p>
          <a:p>
            <a:r>
              <a:rPr lang="ru-RU" dirty="0"/>
              <a:t>Карточкалардын топтомундагы амалдардын </a:t>
            </a:r>
            <a:r>
              <a:rPr lang="ru-RU" dirty="0">
                <a:solidFill>
                  <a:srgbClr val="FF0000"/>
                </a:solidFill>
              </a:rPr>
              <a:t>кыйынчылык деңгээли жогорулайт</a:t>
            </a:r>
            <a:r>
              <a:rPr lang="ru-RU" dirty="0"/>
              <a:t> (1-топтом, 2-топтом…) жана </a:t>
            </a:r>
            <a:r>
              <a:rPr lang="ru-RU" dirty="0">
                <a:solidFill>
                  <a:srgbClr val="FF0000"/>
                </a:solidFill>
              </a:rPr>
              <a:t>аларды аралаштырууга болбойт</a:t>
            </a:r>
            <a:r>
              <a:rPr lang="ru-RU" dirty="0"/>
              <a:t>.</a:t>
            </a:r>
          </a:p>
        </p:txBody>
      </p:sp>
      <p:sp>
        <p:nvSpPr>
          <p:cNvPr id="3" name="Title 3">
            <a:extLst>
              <a:ext uri="{FF2B5EF4-FFF2-40B4-BE49-F238E27FC236}">
                <a16:creationId xmlns:a16="http://schemas.microsoft.com/office/drawing/2014/main" id="{33578990-6CDC-83E1-7E5A-C95904FE7CA7}"/>
              </a:ext>
            </a:extLst>
          </p:cNvPr>
          <p:cNvSpPr txBox="1">
            <a:spLocks/>
          </p:cNvSpPr>
          <p:nvPr/>
        </p:nvSpPr>
        <p:spPr>
          <a:xfrm>
            <a:off x="426720" y="503238"/>
            <a:ext cx="9404350" cy="140017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6600" dirty="0" err="1">
                <a:solidFill>
                  <a:srgbClr val="00B0F0"/>
                </a:solidFill>
              </a:rPr>
              <a:t>MathKGZ</a:t>
            </a:r>
            <a:r>
              <a:rPr lang="en-US" sz="5200" dirty="0">
                <a:solidFill>
                  <a:srgbClr val="00B0F0"/>
                </a:solidFill>
              </a:rPr>
              <a:t>  -- </a:t>
            </a:r>
          </a:p>
        </p:txBody>
      </p:sp>
    </p:spTree>
    <p:extLst>
      <p:ext uri="{BB962C8B-B14F-4D97-AF65-F5344CB8AC3E}">
        <p14:creationId xmlns:p14="http://schemas.microsoft.com/office/powerpoint/2010/main" val="25433552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4">
            <a:extLst>
              <a:ext uri="{FF2B5EF4-FFF2-40B4-BE49-F238E27FC236}">
                <a16:creationId xmlns:a16="http://schemas.microsoft.com/office/drawing/2014/main" id="{670AB8EA-EE90-54AD-333F-C9B060BBDA87}"/>
              </a:ext>
            </a:extLst>
          </p:cNvPr>
          <p:cNvSpPr txBox="1">
            <a:spLocks/>
          </p:cNvSpPr>
          <p:nvPr/>
        </p:nvSpPr>
        <p:spPr>
          <a:xfrm>
            <a:off x="0" y="924560"/>
            <a:ext cx="9831070" cy="5330191"/>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ru-RU" sz="2000" dirty="0"/>
              <a:t>Бул карталар жарышта да, бирге ойногондо да колдонулат.</a:t>
            </a:r>
          </a:p>
          <a:p>
            <a:pPr algn="ctr"/>
            <a:endParaRPr lang="ru-RU" sz="2000" dirty="0"/>
          </a:p>
          <a:p>
            <a:pPr algn="ctr"/>
            <a:r>
              <a:rPr lang="ru-RU" sz="2000" dirty="0"/>
              <a:t>Окуучулар (2+) бир топтом карта менен ойношот. Эки картаны ачышат. Орток терминди биринчи тапкан окуучу бир картаны алат. Анын ордуна жаңы карта коюлат, анан дал келген терминди кайра издешет. Эң көп картасы бар окуучу жеңет. (Бир карта дайыма кала берсе, оюн жеңилирээк.)</a:t>
            </a:r>
          </a:p>
          <a:p>
            <a:pPr algn="ctr"/>
            <a:endParaRPr lang="ru-RU" sz="2000" dirty="0"/>
          </a:p>
          <a:p>
            <a:pPr algn="ctr"/>
            <a:r>
              <a:rPr lang="ru-RU" sz="2000" dirty="0"/>
              <a:t>Окуучулар (2+) бир картаны ортого коюп, калганын бөлүшөт. Ар ким үстүнкү картасын гана карап, ортодогу картага дал келтирет. Дал келсе, өз картасын үстүнө коёт. Эми баары жаңы картага дал келтирет. Картасы түгөнгөн окуучу калгандарга жардам берет, карта бүткөнчө.</a:t>
            </a:r>
          </a:p>
          <a:p>
            <a:pPr algn="ctr"/>
            <a:endParaRPr lang="ru-RU" sz="2000" dirty="0"/>
          </a:p>
        </p:txBody>
      </p:sp>
      <p:sp>
        <p:nvSpPr>
          <p:cNvPr id="3" name="Title 3">
            <a:extLst>
              <a:ext uri="{FF2B5EF4-FFF2-40B4-BE49-F238E27FC236}">
                <a16:creationId xmlns:a16="http://schemas.microsoft.com/office/drawing/2014/main" id="{33578990-6CDC-83E1-7E5A-C95904FE7CA7}"/>
              </a:ext>
            </a:extLst>
          </p:cNvPr>
          <p:cNvSpPr txBox="1">
            <a:spLocks/>
          </p:cNvSpPr>
          <p:nvPr/>
        </p:nvSpPr>
        <p:spPr>
          <a:xfrm>
            <a:off x="0" y="0"/>
            <a:ext cx="9404350" cy="140017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7200" dirty="0" err="1">
                <a:solidFill>
                  <a:srgbClr val="00B0F0"/>
                </a:solidFill>
              </a:rPr>
              <a:t>MathKGZ</a:t>
            </a:r>
            <a:r>
              <a:rPr lang="en-US" sz="5400" dirty="0">
                <a:solidFill>
                  <a:srgbClr val="00B0F0"/>
                </a:solidFill>
              </a:rPr>
              <a:t>  -- </a:t>
            </a:r>
          </a:p>
        </p:txBody>
      </p:sp>
    </p:spTree>
    <p:extLst>
      <p:ext uri="{BB962C8B-B14F-4D97-AF65-F5344CB8AC3E}">
        <p14:creationId xmlns:p14="http://schemas.microsoft.com/office/powerpoint/2010/main" val="24975090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4">
            <a:extLst>
              <a:ext uri="{FF2B5EF4-FFF2-40B4-BE49-F238E27FC236}">
                <a16:creationId xmlns:a16="http://schemas.microsoft.com/office/drawing/2014/main" id="{670AB8EA-EE90-54AD-333F-C9B060BBDA87}"/>
              </a:ext>
            </a:extLst>
          </p:cNvPr>
          <p:cNvSpPr txBox="1">
            <a:spLocks/>
          </p:cNvSpPr>
          <p:nvPr/>
        </p:nvSpPr>
        <p:spPr>
          <a:xfrm>
            <a:off x="0" y="924560"/>
            <a:ext cx="9831070" cy="5330191"/>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ru-RU" sz="2000" dirty="0"/>
              <a:t>Жогорудагы эки оюнду тең чогуу ойносо болот, мында топтор ошончо матч жасоого аракет кылышатбелгилүү бир убакыт чегинде мүмкүн, же алардын бүт топтомун өтүү үчүн топтордун ортосунда жарыш.</a:t>
            </a:r>
          </a:p>
          <a:p>
            <a:pPr algn="ctr"/>
            <a:endParaRPr lang="ru-RU" sz="2000" dirty="0"/>
          </a:p>
          <a:p>
            <a:pPr algn="ctr"/>
            <a:r>
              <a:rPr lang="ru-RU" sz="2000" dirty="0"/>
              <a:t>Окуучулар же топтор картаны домино ташындай колдонот: ар бир карта башка каалаган карта менен уланат.</a:t>
            </a:r>
          </a:p>
          <a:p>
            <a:pPr algn="ctr"/>
            <a:r>
              <a:rPr lang="ru-RU" sz="2000" dirty="0"/>
              <a:t>Окуучулар катар койгондо, эки картанын ортосундагы орток терминди белгилеши керек.</a:t>
            </a:r>
          </a:p>
          <a:p>
            <a:pPr algn="ctr"/>
            <a:r>
              <a:rPr lang="ru-RU" sz="2000" dirty="0"/>
              <a:t>Бул иш-чара жөн гана иш баракта чектеш карталарды шилтемелер кандай термин айтып, кесип жок кылса болот.</a:t>
            </a:r>
          </a:p>
          <a:p>
            <a:pPr algn="ctr"/>
            <a:endParaRPr lang="ru-RU" sz="2000" dirty="0"/>
          </a:p>
          <a:p>
            <a:pPr algn="ctr"/>
            <a:r>
              <a:rPr lang="ru-RU" sz="2000" dirty="0"/>
              <a:t>Картанын толук же жарым топтомун «суроо–суроо–алмаш» оюнуна колдонсо болот. Окуучу өз картасын башкасыныкы менен салыштырып, дал келген терминди табат. Анан карта алмашып, башка окуучуну табат. Жарышта убакыт ичинде канча жолу дал келгенин жана алмашканын жазышат.</a:t>
            </a:r>
          </a:p>
          <a:p>
            <a:pPr algn="ctr"/>
            <a:endParaRPr lang="ru-RU" sz="2000" dirty="0"/>
          </a:p>
        </p:txBody>
      </p:sp>
      <p:sp>
        <p:nvSpPr>
          <p:cNvPr id="3" name="Title 3">
            <a:extLst>
              <a:ext uri="{FF2B5EF4-FFF2-40B4-BE49-F238E27FC236}">
                <a16:creationId xmlns:a16="http://schemas.microsoft.com/office/drawing/2014/main" id="{33578990-6CDC-83E1-7E5A-C95904FE7CA7}"/>
              </a:ext>
            </a:extLst>
          </p:cNvPr>
          <p:cNvSpPr txBox="1">
            <a:spLocks/>
          </p:cNvSpPr>
          <p:nvPr/>
        </p:nvSpPr>
        <p:spPr>
          <a:xfrm>
            <a:off x="0" y="0"/>
            <a:ext cx="9404350" cy="140017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7200" dirty="0" err="1">
                <a:solidFill>
                  <a:srgbClr val="00B0F0"/>
                </a:solidFill>
              </a:rPr>
              <a:t>MathKGZ</a:t>
            </a:r>
            <a:r>
              <a:rPr lang="en-US" sz="5400" dirty="0">
                <a:solidFill>
                  <a:srgbClr val="00B0F0"/>
                </a:solidFill>
              </a:rPr>
              <a:t>  -- </a:t>
            </a:r>
          </a:p>
        </p:txBody>
      </p:sp>
    </p:spTree>
    <p:extLst>
      <p:ext uri="{BB962C8B-B14F-4D97-AF65-F5344CB8AC3E}">
        <p14:creationId xmlns:p14="http://schemas.microsoft.com/office/powerpoint/2010/main" val="32733589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657C6DA-83FD-49EB-ADC8-48EF8E4D0BB2}"/>
              </a:ext>
            </a:extLst>
          </p:cNvPr>
          <p:cNvPicPr>
            <a:picLocks noChangeAspect="1"/>
          </p:cNvPicPr>
          <p:nvPr/>
        </p:nvPicPr>
        <p:blipFill rotWithShape="1">
          <a:blip r:embed="rId2"/>
          <a:srcRect l="2454" t="-1" r="2454" b="44484"/>
          <a:stretch/>
        </p:blipFill>
        <p:spPr>
          <a:xfrm>
            <a:off x="-1" y="5199352"/>
            <a:ext cx="9906001" cy="1658648"/>
          </a:xfrm>
          <a:prstGeom prst="rect">
            <a:avLst/>
          </a:prstGeom>
        </p:spPr>
      </p:pic>
      <p:sp>
        <p:nvSpPr>
          <p:cNvPr id="18" name="TextBox 17">
            <a:extLst>
              <a:ext uri="{FF2B5EF4-FFF2-40B4-BE49-F238E27FC236}">
                <a16:creationId xmlns:a16="http://schemas.microsoft.com/office/drawing/2014/main" id="{46F4F86C-7045-4A6E-A48C-B9045917C4E7}"/>
              </a:ext>
            </a:extLst>
          </p:cNvPr>
          <p:cNvSpPr txBox="1"/>
          <p:nvPr/>
        </p:nvSpPr>
        <p:spPr>
          <a:xfrm>
            <a:off x="103103" y="3705428"/>
            <a:ext cx="3956917" cy="1323439"/>
          </a:xfrm>
          <a:prstGeom prst="rect">
            <a:avLst/>
          </a:prstGeom>
          <a:noFill/>
        </p:spPr>
        <p:txBody>
          <a:bodyPr wrap="none" rtlCol="0">
            <a:spAutoFit/>
          </a:bodyPr>
          <a:lstStyle/>
          <a:p>
            <a:pPr algn="ctr"/>
            <a:r>
              <a:rPr lang="ky-KG" sz="4000" i="1" dirty="0"/>
              <a:t>Дайыма</a:t>
            </a:r>
            <a:r>
              <a:rPr lang="ky-KG" sz="4000" dirty="0"/>
              <a:t> шайкеш </a:t>
            </a:r>
          </a:p>
          <a:p>
            <a:pPr algn="ctr"/>
            <a:r>
              <a:rPr lang="ky-KG" sz="4000" dirty="0"/>
              <a:t>келген оюн!</a:t>
            </a:r>
            <a:endParaRPr lang="en-GB" sz="4000" dirty="0"/>
          </a:p>
        </p:txBody>
      </p:sp>
      <p:pic>
        <p:nvPicPr>
          <p:cNvPr id="2" name="Picture 1">
            <a:extLst>
              <a:ext uri="{FF2B5EF4-FFF2-40B4-BE49-F238E27FC236}">
                <a16:creationId xmlns:a16="http://schemas.microsoft.com/office/drawing/2014/main" id="{01CC1780-AF5C-4276-ACBB-C4C61FF26A5E}"/>
              </a:ext>
            </a:extLst>
          </p:cNvPr>
          <p:cNvPicPr>
            <a:picLocks noChangeAspect="1"/>
          </p:cNvPicPr>
          <p:nvPr/>
        </p:nvPicPr>
        <p:blipFill>
          <a:blip r:embed="rId3"/>
          <a:stretch>
            <a:fillRect/>
          </a:stretch>
        </p:blipFill>
        <p:spPr>
          <a:xfrm>
            <a:off x="4409976" y="3006970"/>
            <a:ext cx="5263006" cy="1749933"/>
          </a:xfrm>
          <a:prstGeom prst="rect">
            <a:avLst/>
          </a:prstGeom>
          <a:effectLst>
            <a:outerShdw blurRad="50800" dist="38100" sx="105000" sy="105000" algn="t" rotWithShape="0">
              <a:prstClr val="black">
                <a:alpha val="40000"/>
              </a:prstClr>
            </a:outerShdw>
          </a:effectLst>
        </p:spPr>
      </p:pic>
      <p:pic>
        <p:nvPicPr>
          <p:cNvPr id="4" name="Picture 3">
            <a:extLst>
              <a:ext uri="{FF2B5EF4-FFF2-40B4-BE49-F238E27FC236}">
                <a16:creationId xmlns:a16="http://schemas.microsoft.com/office/drawing/2014/main" id="{048F7A36-3B3B-4622-8B5B-44561D432428}"/>
              </a:ext>
            </a:extLst>
          </p:cNvPr>
          <p:cNvPicPr>
            <a:picLocks noChangeAspect="1"/>
          </p:cNvPicPr>
          <p:nvPr/>
        </p:nvPicPr>
        <p:blipFill>
          <a:blip r:embed="rId4"/>
          <a:stretch>
            <a:fillRect/>
          </a:stretch>
        </p:blipFill>
        <p:spPr>
          <a:xfrm>
            <a:off x="3710065" y="4671380"/>
            <a:ext cx="5263005" cy="1743329"/>
          </a:xfrm>
          <a:prstGeom prst="rect">
            <a:avLst/>
          </a:prstGeom>
          <a:effectLst>
            <a:outerShdw blurRad="50800" dist="38100" sx="105000" sy="105000" algn="t" rotWithShape="0">
              <a:prstClr val="black">
                <a:alpha val="40000"/>
              </a:prstClr>
            </a:outerShdw>
          </a:effectLst>
        </p:spPr>
      </p:pic>
      <p:sp>
        <p:nvSpPr>
          <p:cNvPr id="20" name="Oval 19">
            <a:extLst>
              <a:ext uri="{FF2B5EF4-FFF2-40B4-BE49-F238E27FC236}">
                <a16:creationId xmlns:a16="http://schemas.microsoft.com/office/drawing/2014/main" id="{B74E65C1-EAC0-4122-B10F-21FDCFCC955C}"/>
              </a:ext>
            </a:extLst>
          </p:cNvPr>
          <p:cNvSpPr/>
          <p:nvPr/>
        </p:nvSpPr>
        <p:spPr>
          <a:xfrm>
            <a:off x="4558138" y="3160161"/>
            <a:ext cx="1482177" cy="1482177"/>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p>
        </p:txBody>
      </p:sp>
      <p:sp>
        <p:nvSpPr>
          <p:cNvPr id="12" name="Oval 11">
            <a:extLst>
              <a:ext uri="{FF2B5EF4-FFF2-40B4-BE49-F238E27FC236}">
                <a16:creationId xmlns:a16="http://schemas.microsoft.com/office/drawing/2014/main" id="{D14AE549-0141-4CCC-8359-1E3B9FF68A29}"/>
              </a:ext>
            </a:extLst>
          </p:cNvPr>
          <p:cNvSpPr/>
          <p:nvPr/>
        </p:nvSpPr>
        <p:spPr>
          <a:xfrm>
            <a:off x="7269100" y="4807254"/>
            <a:ext cx="1482177" cy="1482177"/>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p>
        </p:txBody>
      </p:sp>
      <p:sp>
        <p:nvSpPr>
          <p:cNvPr id="6" name="TextBox 5">
            <a:extLst>
              <a:ext uri="{FF2B5EF4-FFF2-40B4-BE49-F238E27FC236}">
                <a16:creationId xmlns:a16="http://schemas.microsoft.com/office/drawing/2014/main" id="{B87FF133-3B04-5E10-E129-470D801F3B16}"/>
              </a:ext>
            </a:extLst>
          </p:cNvPr>
          <p:cNvSpPr txBox="1"/>
          <p:nvPr/>
        </p:nvSpPr>
        <p:spPr>
          <a:xfrm rot="20835609">
            <a:off x="190560" y="810579"/>
            <a:ext cx="9574644" cy="1862048"/>
          </a:xfrm>
          <a:prstGeom prst="rect">
            <a:avLst/>
          </a:prstGeom>
          <a:noFill/>
        </p:spPr>
        <p:txBody>
          <a:bodyPr wrap="square" rtlCol="0">
            <a:spAutoFit/>
          </a:bodyPr>
          <a:lstStyle/>
          <a:p>
            <a:r>
              <a:rPr lang="ky-KG" sz="11500" b="1" spc="50" dirty="0">
                <a:ln w="57150" cmpd="sng">
                  <a:solidFill>
                    <a:schemeClr val="tx1">
                      <a:lumMod val="95000"/>
                      <a:lumOff val="5000"/>
                    </a:schemeClr>
                  </a:solidFill>
                  <a:prstDash val="solid"/>
                </a:ln>
                <a:solidFill>
                  <a:srgbClr val="00B0F0"/>
                </a:solidFill>
                <a:effectLst>
                  <a:glow rad="63500">
                    <a:schemeClr val="accent2">
                      <a:satMod val="175000"/>
                      <a:alpha val="40000"/>
                    </a:schemeClr>
                  </a:glow>
                </a:effectLst>
              </a:rPr>
              <a:t>БАЙЛАНЫШ!</a:t>
            </a:r>
            <a:endParaRPr lang="en-US" sz="11500" b="1" spc="50" dirty="0">
              <a:ln w="57150" cmpd="sng">
                <a:solidFill>
                  <a:schemeClr val="tx1">
                    <a:lumMod val="95000"/>
                    <a:lumOff val="5000"/>
                  </a:schemeClr>
                </a:solidFill>
                <a:prstDash val="solid"/>
              </a:ln>
              <a:solidFill>
                <a:srgbClr val="00B0F0"/>
              </a:solidFill>
              <a:effectLst>
                <a:glow rad="63500">
                  <a:schemeClr val="accent2">
                    <a:satMod val="175000"/>
                    <a:alpha val="40000"/>
                  </a:schemeClr>
                </a:glow>
              </a:effectLst>
            </a:endParaRPr>
          </a:p>
        </p:txBody>
      </p:sp>
    </p:spTree>
    <p:extLst>
      <p:ext uri="{BB962C8B-B14F-4D97-AF65-F5344CB8AC3E}">
        <p14:creationId xmlns:p14="http://schemas.microsoft.com/office/powerpoint/2010/main" val="16409924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3BC309-73AC-473D-B974-DC2FA69F9582}"/>
              </a:ext>
            </a:extLst>
          </p:cNvPr>
          <p:cNvSpPr txBox="1"/>
          <p:nvPr/>
        </p:nvSpPr>
        <p:spPr>
          <a:xfrm>
            <a:off x="1972344" y="120498"/>
            <a:ext cx="5961312" cy="1200329"/>
          </a:xfrm>
          <a:prstGeom prst="rect">
            <a:avLst/>
          </a:prstGeom>
          <a:noFill/>
        </p:spPr>
        <p:txBody>
          <a:bodyPr wrap="none" rtlCol="0">
            <a:spAutoFit/>
          </a:bodyPr>
          <a:lstStyle/>
          <a:p>
            <a:pPr algn="ctr"/>
            <a:r>
              <a:rPr lang="ru-RU" sz="3600" dirty="0"/>
              <a:t>Берилген эки картада кандай</a:t>
            </a:r>
          </a:p>
          <a:p>
            <a:pPr algn="ctr"/>
            <a:r>
              <a:rPr lang="ru-RU" sz="3600" dirty="0"/>
              <a:t> байланыш баш?</a:t>
            </a:r>
            <a:endParaRPr lang="en-GB" sz="3600" dirty="0"/>
          </a:p>
        </p:txBody>
      </p:sp>
      <p:pic>
        <p:nvPicPr>
          <p:cNvPr id="3" name="Picture 2">
            <a:extLst>
              <a:ext uri="{FF2B5EF4-FFF2-40B4-BE49-F238E27FC236}">
                <a16:creationId xmlns:a16="http://schemas.microsoft.com/office/drawing/2014/main" id="{BAEBE255-2078-430B-95FC-288E560E2233}"/>
              </a:ext>
            </a:extLst>
          </p:cNvPr>
          <p:cNvPicPr>
            <a:picLocks noChangeAspect="1"/>
          </p:cNvPicPr>
          <p:nvPr/>
        </p:nvPicPr>
        <p:blipFill>
          <a:blip r:embed="rId2"/>
          <a:stretch>
            <a:fillRect/>
          </a:stretch>
        </p:blipFill>
        <p:spPr>
          <a:xfrm>
            <a:off x="1657725" y="1992894"/>
            <a:ext cx="6590550" cy="4539789"/>
          </a:xfrm>
          <a:prstGeom prst="rect">
            <a:avLst/>
          </a:prstGeom>
        </p:spPr>
      </p:pic>
    </p:spTree>
    <p:extLst>
      <p:ext uri="{BB962C8B-B14F-4D97-AF65-F5344CB8AC3E}">
        <p14:creationId xmlns:p14="http://schemas.microsoft.com/office/powerpoint/2010/main" val="1519097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9AC35C44-C7D1-4669-A0B3-E3AC306F1EF7}"/>
              </a:ext>
            </a:extLst>
          </p:cNvPr>
          <p:cNvGrpSpPr/>
          <p:nvPr/>
        </p:nvGrpSpPr>
        <p:grpSpPr>
          <a:xfrm>
            <a:off x="19050" y="19050"/>
            <a:ext cx="4837430" cy="1596390"/>
            <a:chOff x="19050" y="19050"/>
            <a:chExt cx="4837430" cy="1596390"/>
          </a:xfrm>
        </p:grpSpPr>
        <p:sp>
          <p:nvSpPr>
            <p:cNvPr id="2" name="Rectangle: Rounded Corners 1">
              <a:extLst>
                <a:ext uri="{FF2B5EF4-FFF2-40B4-BE49-F238E27FC236}">
                  <a16:creationId xmlns:a16="http://schemas.microsoft.com/office/drawing/2014/main" id="{147D6447-06C6-4BCF-B520-D77B6478BFE9}"/>
                </a:ext>
              </a:extLst>
            </p:cNvPr>
            <p:cNvSpPr/>
            <p:nvPr/>
          </p:nvSpPr>
          <p:spPr>
            <a:xfrm>
              <a:off x="19050" y="19050"/>
              <a:ext cx="4837430" cy="1596390"/>
            </a:xfrm>
            <a:prstGeom prst="roundRect">
              <a:avLst>
                <a:gd name="adj" fmla="val 53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139" name="Straight Connector 138">
              <a:extLst>
                <a:ext uri="{FF2B5EF4-FFF2-40B4-BE49-F238E27FC236}">
                  <a16:creationId xmlns:a16="http://schemas.microsoft.com/office/drawing/2014/main" id="{222ACA19-A599-4F06-A5BE-DDBD9C824F6F}"/>
                </a:ext>
              </a:extLst>
            </p:cNvPr>
            <p:cNvCxnSpPr>
              <a:cxnSpLocks/>
            </p:cNvCxnSpPr>
            <p:nvPr/>
          </p:nvCxnSpPr>
          <p:spPr>
            <a:xfrm flipV="1">
              <a:off x="1631527"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030E9AD2-B10E-427D-9FD9-ADF128ED9647}"/>
                </a:ext>
              </a:extLst>
            </p:cNvPr>
            <p:cNvCxnSpPr>
              <a:cxnSpLocks/>
            </p:cNvCxnSpPr>
            <p:nvPr/>
          </p:nvCxnSpPr>
          <p:spPr>
            <a:xfrm flipV="1">
              <a:off x="3244004"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7" name="Group 146">
            <a:extLst>
              <a:ext uri="{FF2B5EF4-FFF2-40B4-BE49-F238E27FC236}">
                <a16:creationId xmlns:a16="http://schemas.microsoft.com/office/drawing/2014/main" id="{1FD4AF64-CBB5-43B8-9FED-78B3003C44BF}"/>
              </a:ext>
            </a:extLst>
          </p:cNvPr>
          <p:cNvGrpSpPr/>
          <p:nvPr/>
        </p:nvGrpSpPr>
        <p:grpSpPr>
          <a:xfrm>
            <a:off x="5049520" y="19050"/>
            <a:ext cx="4837430" cy="1596390"/>
            <a:chOff x="19050" y="19050"/>
            <a:chExt cx="4837430" cy="1596390"/>
          </a:xfrm>
        </p:grpSpPr>
        <p:sp>
          <p:nvSpPr>
            <p:cNvPr id="151" name="Rectangle: Rounded Corners 150">
              <a:extLst>
                <a:ext uri="{FF2B5EF4-FFF2-40B4-BE49-F238E27FC236}">
                  <a16:creationId xmlns:a16="http://schemas.microsoft.com/office/drawing/2014/main" id="{EEE8CDEC-91DF-4B75-854B-18ECECF29BEE}"/>
                </a:ext>
              </a:extLst>
            </p:cNvPr>
            <p:cNvSpPr/>
            <p:nvPr/>
          </p:nvSpPr>
          <p:spPr>
            <a:xfrm>
              <a:off x="19050" y="19050"/>
              <a:ext cx="4837430" cy="1596390"/>
            </a:xfrm>
            <a:prstGeom prst="roundRect">
              <a:avLst>
                <a:gd name="adj" fmla="val 53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152" name="Straight Connector 151">
              <a:extLst>
                <a:ext uri="{FF2B5EF4-FFF2-40B4-BE49-F238E27FC236}">
                  <a16:creationId xmlns:a16="http://schemas.microsoft.com/office/drawing/2014/main" id="{46952DAE-0A7F-42BC-94AB-93B78B71CC99}"/>
                </a:ext>
              </a:extLst>
            </p:cNvPr>
            <p:cNvCxnSpPr>
              <a:cxnSpLocks/>
            </p:cNvCxnSpPr>
            <p:nvPr/>
          </p:nvCxnSpPr>
          <p:spPr>
            <a:xfrm flipV="1">
              <a:off x="1631527"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486C6215-742B-4BED-8320-94D835612CC4}"/>
                </a:ext>
              </a:extLst>
            </p:cNvPr>
            <p:cNvCxnSpPr>
              <a:cxnSpLocks/>
            </p:cNvCxnSpPr>
            <p:nvPr/>
          </p:nvCxnSpPr>
          <p:spPr>
            <a:xfrm flipV="1">
              <a:off x="3244004"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2" name="Group 221">
            <a:extLst>
              <a:ext uri="{FF2B5EF4-FFF2-40B4-BE49-F238E27FC236}">
                <a16:creationId xmlns:a16="http://schemas.microsoft.com/office/drawing/2014/main" id="{55A6269E-1B0F-4C27-967D-C49025FC6A84}"/>
              </a:ext>
            </a:extLst>
          </p:cNvPr>
          <p:cNvGrpSpPr/>
          <p:nvPr/>
        </p:nvGrpSpPr>
        <p:grpSpPr>
          <a:xfrm>
            <a:off x="19050" y="1752759"/>
            <a:ext cx="4837430" cy="1596390"/>
            <a:chOff x="19050" y="19050"/>
            <a:chExt cx="4837430" cy="1596390"/>
          </a:xfrm>
        </p:grpSpPr>
        <p:sp>
          <p:nvSpPr>
            <p:cNvPr id="226" name="Rectangle: Rounded Corners 225">
              <a:extLst>
                <a:ext uri="{FF2B5EF4-FFF2-40B4-BE49-F238E27FC236}">
                  <a16:creationId xmlns:a16="http://schemas.microsoft.com/office/drawing/2014/main" id="{E246047B-779F-4F3A-96AC-D44C3057E1CD}"/>
                </a:ext>
              </a:extLst>
            </p:cNvPr>
            <p:cNvSpPr/>
            <p:nvPr/>
          </p:nvSpPr>
          <p:spPr>
            <a:xfrm>
              <a:off x="19050" y="19050"/>
              <a:ext cx="4837430" cy="1596390"/>
            </a:xfrm>
            <a:prstGeom prst="roundRect">
              <a:avLst>
                <a:gd name="adj" fmla="val 53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227" name="Straight Connector 226">
              <a:extLst>
                <a:ext uri="{FF2B5EF4-FFF2-40B4-BE49-F238E27FC236}">
                  <a16:creationId xmlns:a16="http://schemas.microsoft.com/office/drawing/2014/main" id="{4DAC884A-D1C4-4DAD-8890-B710DF9DF403}"/>
                </a:ext>
              </a:extLst>
            </p:cNvPr>
            <p:cNvCxnSpPr>
              <a:cxnSpLocks/>
            </p:cNvCxnSpPr>
            <p:nvPr/>
          </p:nvCxnSpPr>
          <p:spPr>
            <a:xfrm flipV="1">
              <a:off x="1631527"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8" name="Straight Connector 227">
              <a:extLst>
                <a:ext uri="{FF2B5EF4-FFF2-40B4-BE49-F238E27FC236}">
                  <a16:creationId xmlns:a16="http://schemas.microsoft.com/office/drawing/2014/main" id="{E293689A-6FE8-40C2-8316-EFF840045DE2}"/>
                </a:ext>
              </a:extLst>
            </p:cNvPr>
            <p:cNvCxnSpPr>
              <a:cxnSpLocks/>
            </p:cNvCxnSpPr>
            <p:nvPr/>
          </p:nvCxnSpPr>
          <p:spPr>
            <a:xfrm flipV="1">
              <a:off x="3244004"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15" name="Group 214">
            <a:extLst>
              <a:ext uri="{FF2B5EF4-FFF2-40B4-BE49-F238E27FC236}">
                <a16:creationId xmlns:a16="http://schemas.microsoft.com/office/drawing/2014/main" id="{C5118FD4-1CBD-4490-82E2-8BFCB2AA5940}"/>
              </a:ext>
            </a:extLst>
          </p:cNvPr>
          <p:cNvGrpSpPr/>
          <p:nvPr/>
        </p:nvGrpSpPr>
        <p:grpSpPr>
          <a:xfrm>
            <a:off x="5049520" y="1752759"/>
            <a:ext cx="4837430" cy="1596390"/>
            <a:chOff x="19050" y="19050"/>
            <a:chExt cx="4837430" cy="1596390"/>
          </a:xfrm>
        </p:grpSpPr>
        <p:sp>
          <p:nvSpPr>
            <p:cNvPr id="219" name="Rectangle: Rounded Corners 218">
              <a:extLst>
                <a:ext uri="{FF2B5EF4-FFF2-40B4-BE49-F238E27FC236}">
                  <a16:creationId xmlns:a16="http://schemas.microsoft.com/office/drawing/2014/main" id="{97B2C1C5-E9DC-4AC9-9D1A-00F9CD63B99F}"/>
                </a:ext>
              </a:extLst>
            </p:cNvPr>
            <p:cNvSpPr/>
            <p:nvPr/>
          </p:nvSpPr>
          <p:spPr>
            <a:xfrm>
              <a:off x="19050" y="19050"/>
              <a:ext cx="4837430" cy="1596390"/>
            </a:xfrm>
            <a:prstGeom prst="roundRect">
              <a:avLst>
                <a:gd name="adj" fmla="val 53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220" name="Straight Connector 219">
              <a:extLst>
                <a:ext uri="{FF2B5EF4-FFF2-40B4-BE49-F238E27FC236}">
                  <a16:creationId xmlns:a16="http://schemas.microsoft.com/office/drawing/2014/main" id="{F6842E39-C2BD-4087-AF92-D01A85F1E58A}"/>
                </a:ext>
              </a:extLst>
            </p:cNvPr>
            <p:cNvCxnSpPr>
              <a:cxnSpLocks/>
            </p:cNvCxnSpPr>
            <p:nvPr/>
          </p:nvCxnSpPr>
          <p:spPr>
            <a:xfrm flipV="1">
              <a:off x="1631527"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B437B363-4DF7-495E-A297-A46788D29FF6}"/>
                </a:ext>
              </a:extLst>
            </p:cNvPr>
            <p:cNvCxnSpPr>
              <a:cxnSpLocks/>
            </p:cNvCxnSpPr>
            <p:nvPr/>
          </p:nvCxnSpPr>
          <p:spPr>
            <a:xfrm flipV="1">
              <a:off x="3244004"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9" name="Group 238">
            <a:extLst>
              <a:ext uri="{FF2B5EF4-FFF2-40B4-BE49-F238E27FC236}">
                <a16:creationId xmlns:a16="http://schemas.microsoft.com/office/drawing/2014/main" id="{BC3D0EE9-ED50-46E6-BBC0-17F97B813154}"/>
              </a:ext>
            </a:extLst>
          </p:cNvPr>
          <p:cNvGrpSpPr/>
          <p:nvPr/>
        </p:nvGrpSpPr>
        <p:grpSpPr>
          <a:xfrm>
            <a:off x="19050" y="3486468"/>
            <a:ext cx="4837430" cy="1596390"/>
            <a:chOff x="19050" y="19050"/>
            <a:chExt cx="4837430" cy="1596390"/>
          </a:xfrm>
        </p:grpSpPr>
        <p:sp>
          <p:nvSpPr>
            <p:cNvPr id="243" name="Rectangle: Rounded Corners 242">
              <a:extLst>
                <a:ext uri="{FF2B5EF4-FFF2-40B4-BE49-F238E27FC236}">
                  <a16:creationId xmlns:a16="http://schemas.microsoft.com/office/drawing/2014/main" id="{4E846784-7AD9-4A45-9CA8-99A0329AD360}"/>
                </a:ext>
              </a:extLst>
            </p:cNvPr>
            <p:cNvSpPr/>
            <p:nvPr/>
          </p:nvSpPr>
          <p:spPr>
            <a:xfrm>
              <a:off x="19050" y="19050"/>
              <a:ext cx="4837430" cy="1596390"/>
            </a:xfrm>
            <a:prstGeom prst="roundRect">
              <a:avLst>
                <a:gd name="adj" fmla="val 53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244" name="Straight Connector 243">
              <a:extLst>
                <a:ext uri="{FF2B5EF4-FFF2-40B4-BE49-F238E27FC236}">
                  <a16:creationId xmlns:a16="http://schemas.microsoft.com/office/drawing/2014/main" id="{5ABF4AED-4A45-4E9A-952C-FDA880570644}"/>
                </a:ext>
              </a:extLst>
            </p:cNvPr>
            <p:cNvCxnSpPr>
              <a:cxnSpLocks/>
            </p:cNvCxnSpPr>
            <p:nvPr/>
          </p:nvCxnSpPr>
          <p:spPr>
            <a:xfrm flipV="1">
              <a:off x="1631527"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0C4EBC1C-A282-492F-BB8C-D49D6DEAA490}"/>
                </a:ext>
              </a:extLst>
            </p:cNvPr>
            <p:cNvCxnSpPr>
              <a:cxnSpLocks/>
            </p:cNvCxnSpPr>
            <p:nvPr/>
          </p:nvCxnSpPr>
          <p:spPr>
            <a:xfrm flipV="1">
              <a:off x="3244004"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2" name="Group 231">
            <a:extLst>
              <a:ext uri="{FF2B5EF4-FFF2-40B4-BE49-F238E27FC236}">
                <a16:creationId xmlns:a16="http://schemas.microsoft.com/office/drawing/2014/main" id="{C8E699D4-3A53-49B0-BE1F-234DEA69E9A8}"/>
              </a:ext>
            </a:extLst>
          </p:cNvPr>
          <p:cNvGrpSpPr/>
          <p:nvPr/>
        </p:nvGrpSpPr>
        <p:grpSpPr>
          <a:xfrm>
            <a:off x="5049520" y="3486468"/>
            <a:ext cx="4837430" cy="1596390"/>
            <a:chOff x="19050" y="19050"/>
            <a:chExt cx="4837430" cy="1596390"/>
          </a:xfrm>
        </p:grpSpPr>
        <p:sp>
          <p:nvSpPr>
            <p:cNvPr id="236" name="Rectangle: Rounded Corners 235">
              <a:extLst>
                <a:ext uri="{FF2B5EF4-FFF2-40B4-BE49-F238E27FC236}">
                  <a16:creationId xmlns:a16="http://schemas.microsoft.com/office/drawing/2014/main" id="{503C3EE5-95F4-4249-ABA6-37DD25306FE8}"/>
                </a:ext>
              </a:extLst>
            </p:cNvPr>
            <p:cNvSpPr/>
            <p:nvPr/>
          </p:nvSpPr>
          <p:spPr>
            <a:xfrm>
              <a:off x="19050" y="19050"/>
              <a:ext cx="4837430" cy="1596390"/>
            </a:xfrm>
            <a:prstGeom prst="roundRect">
              <a:avLst>
                <a:gd name="adj" fmla="val 53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237" name="Straight Connector 236">
              <a:extLst>
                <a:ext uri="{FF2B5EF4-FFF2-40B4-BE49-F238E27FC236}">
                  <a16:creationId xmlns:a16="http://schemas.microsoft.com/office/drawing/2014/main" id="{E4106338-18A5-4A79-B86C-B62CA502DD7D}"/>
                </a:ext>
              </a:extLst>
            </p:cNvPr>
            <p:cNvCxnSpPr>
              <a:cxnSpLocks/>
            </p:cNvCxnSpPr>
            <p:nvPr/>
          </p:nvCxnSpPr>
          <p:spPr>
            <a:xfrm flipV="1">
              <a:off x="1631527"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2C3CA3E8-0277-40D5-A856-6EB8BC2146BB}"/>
                </a:ext>
              </a:extLst>
            </p:cNvPr>
            <p:cNvCxnSpPr>
              <a:cxnSpLocks/>
            </p:cNvCxnSpPr>
            <p:nvPr/>
          </p:nvCxnSpPr>
          <p:spPr>
            <a:xfrm flipV="1">
              <a:off x="3244004"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77" name="Rectangle: Rounded Corners 276">
            <a:extLst>
              <a:ext uri="{FF2B5EF4-FFF2-40B4-BE49-F238E27FC236}">
                <a16:creationId xmlns:a16="http://schemas.microsoft.com/office/drawing/2014/main" id="{24062548-0FC6-4331-B2F7-2CCCBD4C9572}"/>
              </a:ext>
            </a:extLst>
          </p:cNvPr>
          <p:cNvSpPr/>
          <p:nvPr/>
        </p:nvSpPr>
        <p:spPr>
          <a:xfrm>
            <a:off x="19050" y="5220177"/>
            <a:ext cx="4837430" cy="1596390"/>
          </a:xfrm>
          <a:prstGeom prst="roundRect">
            <a:avLst>
              <a:gd name="adj" fmla="val 53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278" name="Straight Connector 277">
            <a:extLst>
              <a:ext uri="{FF2B5EF4-FFF2-40B4-BE49-F238E27FC236}">
                <a16:creationId xmlns:a16="http://schemas.microsoft.com/office/drawing/2014/main" id="{BAC80634-F59C-4B10-B299-5EF22EC88B8A}"/>
              </a:ext>
            </a:extLst>
          </p:cNvPr>
          <p:cNvCxnSpPr>
            <a:cxnSpLocks/>
          </p:cNvCxnSpPr>
          <p:nvPr/>
        </p:nvCxnSpPr>
        <p:spPr>
          <a:xfrm flipV="1">
            <a:off x="1631527" y="5231607"/>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9" name="Straight Connector 278">
            <a:extLst>
              <a:ext uri="{FF2B5EF4-FFF2-40B4-BE49-F238E27FC236}">
                <a16:creationId xmlns:a16="http://schemas.microsoft.com/office/drawing/2014/main" id="{719834F0-9A48-4668-A7A6-911EC18774D3}"/>
              </a:ext>
            </a:extLst>
          </p:cNvPr>
          <p:cNvCxnSpPr>
            <a:cxnSpLocks/>
          </p:cNvCxnSpPr>
          <p:nvPr/>
        </p:nvCxnSpPr>
        <p:spPr>
          <a:xfrm flipV="1">
            <a:off x="3244004" y="5231607"/>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293DFCF-F58D-4A21-A795-83F4D9A7A782}"/>
                  </a:ext>
                </a:extLst>
              </p:cNvPr>
              <p:cNvSpPr txBox="1"/>
              <p:nvPr/>
            </p:nvSpPr>
            <p:spPr>
              <a:xfrm>
                <a:off x="160704" y="492615"/>
                <a:ext cx="1324402"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25%</m:t>
                      </m:r>
                    </m:oMath>
                  </m:oMathPara>
                </a14:m>
                <a:endParaRPr lang="en-GB" sz="2400" dirty="0"/>
              </a:p>
            </p:txBody>
          </p:sp>
        </mc:Choice>
        <mc:Fallback xmlns="">
          <p:sp>
            <p:nvSpPr>
              <p:cNvPr id="11" name="TextBox 10">
                <a:extLst>
                  <a:ext uri="{FF2B5EF4-FFF2-40B4-BE49-F238E27FC236}">
                    <a16:creationId xmlns:a16="http://schemas.microsoft.com/office/drawing/2014/main" id="{5293DFCF-F58D-4A21-A795-83F4D9A7A782}"/>
                  </a:ext>
                </a:extLst>
              </p:cNvPr>
              <p:cNvSpPr txBox="1">
                <a:spLocks noRot="1" noChangeAspect="1" noMove="1" noResize="1" noEditPoints="1" noAdjustHandles="1" noChangeArrowheads="1" noChangeShapeType="1" noTextEdit="1"/>
              </p:cNvSpPr>
              <p:nvPr/>
            </p:nvSpPr>
            <p:spPr>
              <a:xfrm>
                <a:off x="160704" y="492615"/>
                <a:ext cx="1324402" cy="707886"/>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4" name="TextBox 143">
                <a:extLst>
                  <a:ext uri="{FF2B5EF4-FFF2-40B4-BE49-F238E27FC236}">
                    <a16:creationId xmlns:a16="http://schemas.microsoft.com/office/drawing/2014/main" id="{8791F325-8462-4C4F-8C69-4CE465F39004}"/>
                  </a:ext>
                </a:extLst>
              </p:cNvPr>
              <p:cNvSpPr txBox="1"/>
              <p:nvPr/>
            </p:nvSpPr>
            <p:spPr>
              <a:xfrm>
                <a:off x="1903044" y="492615"/>
                <a:ext cx="973343"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0.7</m:t>
                      </m:r>
                    </m:oMath>
                  </m:oMathPara>
                </a14:m>
                <a:endParaRPr lang="en-GB" sz="2400" dirty="0"/>
              </a:p>
            </p:txBody>
          </p:sp>
        </mc:Choice>
        <mc:Fallback xmlns="">
          <p:sp>
            <p:nvSpPr>
              <p:cNvPr id="144" name="TextBox 143">
                <a:extLst>
                  <a:ext uri="{FF2B5EF4-FFF2-40B4-BE49-F238E27FC236}">
                    <a16:creationId xmlns:a16="http://schemas.microsoft.com/office/drawing/2014/main" id="{8791F325-8462-4C4F-8C69-4CE465F39004}"/>
                  </a:ext>
                </a:extLst>
              </p:cNvPr>
              <p:cNvSpPr txBox="1">
                <a:spLocks noRot="1" noChangeAspect="1" noMove="1" noResize="1" noEditPoints="1" noAdjustHandles="1" noChangeArrowheads="1" noChangeShapeType="1" noTextEdit="1"/>
              </p:cNvSpPr>
              <p:nvPr/>
            </p:nvSpPr>
            <p:spPr>
              <a:xfrm>
                <a:off x="1903044" y="492615"/>
                <a:ext cx="973343" cy="707886"/>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5" name="TextBox 144">
                <a:extLst>
                  <a:ext uri="{FF2B5EF4-FFF2-40B4-BE49-F238E27FC236}">
                    <a16:creationId xmlns:a16="http://schemas.microsoft.com/office/drawing/2014/main" id="{83E38BE7-D0BF-42CC-AC81-2FB15DBBB995}"/>
                  </a:ext>
                </a:extLst>
              </p:cNvPr>
              <p:cNvSpPr txBox="1"/>
              <p:nvPr/>
            </p:nvSpPr>
            <p:spPr>
              <a:xfrm>
                <a:off x="3515666" y="193677"/>
                <a:ext cx="867545" cy="1248803"/>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f>
                        <m:fPr>
                          <m:ctrlPr>
                            <a:rPr lang="en-GB" sz="4000" b="0" i="1" smtClean="0">
                              <a:latin typeface="Cambria Math" panose="02040503050406030204" pitchFamily="18" charset="0"/>
                            </a:rPr>
                          </m:ctrlPr>
                        </m:fPr>
                        <m:num>
                          <m:r>
                            <a:rPr lang="en-GB" sz="4000" b="0" i="1" smtClean="0">
                              <a:latin typeface="Cambria Math" panose="02040503050406030204" pitchFamily="18" charset="0"/>
                            </a:rPr>
                            <m:t>1</m:t>
                          </m:r>
                        </m:num>
                        <m:den>
                          <m:r>
                            <a:rPr lang="en-GB" sz="4000" b="0" i="1" smtClean="0">
                              <a:latin typeface="Cambria Math" panose="02040503050406030204" pitchFamily="18" charset="0"/>
                            </a:rPr>
                            <m:t>10</m:t>
                          </m:r>
                        </m:den>
                      </m:f>
                    </m:oMath>
                  </m:oMathPara>
                </a14:m>
                <a:endParaRPr lang="en-GB" sz="2400" dirty="0"/>
              </a:p>
            </p:txBody>
          </p:sp>
        </mc:Choice>
        <mc:Fallback xmlns="">
          <p:sp>
            <p:nvSpPr>
              <p:cNvPr id="145" name="TextBox 144">
                <a:extLst>
                  <a:ext uri="{FF2B5EF4-FFF2-40B4-BE49-F238E27FC236}">
                    <a16:creationId xmlns:a16="http://schemas.microsoft.com/office/drawing/2014/main" id="{83E38BE7-D0BF-42CC-AC81-2FB15DBBB995}"/>
                  </a:ext>
                </a:extLst>
              </p:cNvPr>
              <p:cNvSpPr txBox="1">
                <a:spLocks noRot="1" noChangeAspect="1" noMove="1" noResize="1" noEditPoints="1" noAdjustHandles="1" noChangeArrowheads="1" noChangeShapeType="1" noTextEdit="1"/>
              </p:cNvSpPr>
              <p:nvPr/>
            </p:nvSpPr>
            <p:spPr>
              <a:xfrm>
                <a:off x="3515666" y="193677"/>
                <a:ext cx="867545" cy="1248803"/>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8" name="TextBox 147">
                <a:extLst>
                  <a:ext uri="{FF2B5EF4-FFF2-40B4-BE49-F238E27FC236}">
                    <a16:creationId xmlns:a16="http://schemas.microsoft.com/office/drawing/2014/main" id="{E03BAC81-A427-47A4-937B-CEB0A90C0A93}"/>
                  </a:ext>
                </a:extLst>
              </p:cNvPr>
              <p:cNvSpPr txBox="1"/>
              <p:nvPr/>
            </p:nvSpPr>
            <p:spPr>
              <a:xfrm>
                <a:off x="5191174" y="492615"/>
                <a:ext cx="1324402"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50%</m:t>
                      </m:r>
                    </m:oMath>
                  </m:oMathPara>
                </a14:m>
                <a:endParaRPr lang="en-GB" sz="2400" dirty="0"/>
              </a:p>
            </p:txBody>
          </p:sp>
        </mc:Choice>
        <mc:Fallback xmlns="">
          <p:sp>
            <p:nvSpPr>
              <p:cNvPr id="148" name="TextBox 147">
                <a:extLst>
                  <a:ext uri="{FF2B5EF4-FFF2-40B4-BE49-F238E27FC236}">
                    <a16:creationId xmlns:a16="http://schemas.microsoft.com/office/drawing/2014/main" id="{E03BAC81-A427-47A4-937B-CEB0A90C0A93}"/>
                  </a:ext>
                </a:extLst>
              </p:cNvPr>
              <p:cNvSpPr txBox="1">
                <a:spLocks noRot="1" noChangeAspect="1" noMove="1" noResize="1" noEditPoints="1" noAdjustHandles="1" noChangeArrowheads="1" noChangeShapeType="1" noTextEdit="1"/>
              </p:cNvSpPr>
              <p:nvPr/>
            </p:nvSpPr>
            <p:spPr>
              <a:xfrm>
                <a:off x="5191174" y="492615"/>
                <a:ext cx="1324402" cy="707886"/>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9" name="TextBox 148">
                <a:extLst>
                  <a:ext uri="{FF2B5EF4-FFF2-40B4-BE49-F238E27FC236}">
                    <a16:creationId xmlns:a16="http://schemas.microsoft.com/office/drawing/2014/main" id="{3FD4AED2-42F2-4B22-959A-12580C253166}"/>
                  </a:ext>
                </a:extLst>
              </p:cNvPr>
              <p:cNvSpPr txBox="1"/>
              <p:nvPr/>
            </p:nvSpPr>
            <p:spPr>
              <a:xfrm>
                <a:off x="6791648" y="492615"/>
                <a:ext cx="1257075"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0.25</m:t>
                      </m:r>
                    </m:oMath>
                  </m:oMathPara>
                </a14:m>
                <a:endParaRPr lang="en-GB" sz="2400" dirty="0"/>
              </a:p>
            </p:txBody>
          </p:sp>
        </mc:Choice>
        <mc:Fallback xmlns="">
          <p:sp>
            <p:nvSpPr>
              <p:cNvPr id="149" name="TextBox 148">
                <a:extLst>
                  <a:ext uri="{FF2B5EF4-FFF2-40B4-BE49-F238E27FC236}">
                    <a16:creationId xmlns:a16="http://schemas.microsoft.com/office/drawing/2014/main" id="{3FD4AED2-42F2-4B22-959A-12580C253166}"/>
                  </a:ext>
                </a:extLst>
              </p:cNvPr>
              <p:cNvSpPr txBox="1">
                <a:spLocks noRot="1" noChangeAspect="1" noMove="1" noResize="1" noEditPoints="1" noAdjustHandles="1" noChangeArrowheads="1" noChangeShapeType="1" noTextEdit="1"/>
              </p:cNvSpPr>
              <p:nvPr/>
            </p:nvSpPr>
            <p:spPr>
              <a:xfrm>
                <a:off x="6791648" y="492615"/>
                <a:ext cx="1257075" cy="707886"/>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0" name="TextBox 149">
                <a:extLst>
                  <a:ext uri="{FF2B5EF4-FFF2-40B4-BE49-F238E27FC236}">
                    <a16:creationId xmlns:a16="http://schemas.microsoft.com/office/drawing/2014/main" id="{759FA90C-95DF-4222-9FC7-4D1C8E5D8C36}"/>
                  </a:ext>
                </a:extLst>
              </p:cNvPr>
              <p:cNvSpPr txBox="1"/>
              <p:nvPr/>
            </p:nvSpPr>
            <p:spPr>
              <a:xfrm>
                <a:off x="8688002" y="193677"/>
                <a:ext cx="583814" cy="1248803"/>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f>
                        <m:fPr>
                          <m:ctrlPr>
                            <a:rPr lang="en-GB" sz="4000" b="0" i="1" smtClean="0">
                              <a:latin typeface="Cambria Math" panose="02040503050406030204" pitchFamily="18" charset="0"/>
                            </a:rPr>
                          </m:ctrlPr>
                        </m:fPr>
                        <m:num>
                          <m:r>
                            <a:rPr lang="en-GB" sz="4000" b="0" i="1" smtClean="0">
                              <a:latin typeface="Cambria Math" panose="02040503050406030204" pitchFamily="18" charset="0"/>
                            </a:rPr>
                            <m:t>1</m:t>
                          </m:r>
                        </m:num>
                        <m:den>
                          <m:r>
                            <a:rPr lang="en-GB" sz="4000" b="0" i="1" smtClean="0">
                              <a:latin typeface="Cambria Math" panose="02040503050406030204" pitchFamily="18" charset="0"/>
                            </a:rPr>
                            <m:t>5</m:t>
                          </m:r>
                        </m:den>
                      </m:f>
                    </m:oMath>
                  </m:oMathPara>
                </a14:m>
                <a:endParaRPr lang="en-GB" sz="2400" dirty="0"/>
              </a:p>
            </p:txBody>
          </p:sp>
        </mc:Choice>
        <mc:Fallback xmlns="">
          <p:sp>
            <p:nvSpPr>
              <p:cNvPr id="150" name="TextBox 149">
                <a:extLst>
                  <a:ext uri="{FF2B5EF4-FFF2-40B4-BE49-F238E27FC236}">
                    <a16:creationId xmlns:a16="http://schemas.microsoft.com/office/drawing/2014/main" id="{759FA90C-95DF-4222-9FC7-4D1C8E5D8C36}"/>
                  </a:ext>
                </a:extLst>
              </p:cNvPr>
              <p:cNvSpPr txBox="1">
                <a:spLocks noRot="1" noChangeAspect="1" noMove="1" noResize="1" noEditPoints="1" noAdjustHandles="1" noChangeArrowheads="1" noChangeShapeType="1" noTextEdit="1"/>
              </p:cNvSpPr>
              <p:nvPr/>
            </p:nvSpPr>
            <p:spPr>
              <a:xfrm>
                <a:off x="8688002" y="193677"/>
                <a:ext cx="583814" cy="1248803"/>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3" name="TextBox 222">
                <a:extLst>
                  <a:ext uri="{FF2B5EF4-FFF2-40B4-BE49-F238E27FC236}">
                    <a16:creationId xmlns:a16="http://schemas.microsoft.com/office/drawing/2014/main" id="{398B6906-D526-46CC-99DA-C7025D7E6F9D}"/>
                  </a:ext>
                </a:extLst>
              </p:cNvPr>
              <p:cNvSpPr txBox="1"/>
              <p:nvPr/>
            </p:nvSpPr>
            <p:spPr>
              <a:xfrm>
                <a:off x="194367" y="2226324"/>
                <a:ext cx="1257075"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0.75</m:t>
                      </m:r>
                    </m:oMath>
                  </m:oMathPara>
                </a14:m>
                <a:endParaRPr lang="en-GB" sz="2400" dirty="0"/>
              </a:p>
            </p:txBody>
          </p:sp>
        </mc:Choice>
        <mc:Fallback xmlns="">
          <p:sp>
            <p:nvSpPr>
              <p:cNvPr id="223" name="TextBox 222">
                <a:extLst>
                  <a:ext uri="{FF2B5EF4-FFF2-40B4-BE49-F238E27FC236}">
                    <a16:creationId xmlns:a16="http://schemas.microsoft.com/office/drawing/2014/main" id="{398B6906-D526-46CC-99DA-C7025D7E6F9D}"/>
                  </a:ext>
                </a:extLst>
              </p:cNvPr>
              <p:cNvSpPr txBox="1">
                <a:spLocks noRot="1" noChangeAspect="1" noMove="1" noResize="1" noEditPoints="1" noAdjustHandles="1" noChangeArrowheads="1" noChangeShapeType="1" noTextEdit="1"/>
              </p:cNvSpPr>
              <p:nvPr/>
            </p:nvSpPr>
            <p:spPr>
              <a:xfrm>
                <a:off x="194367" y="2226324"/>
                <a:ext cx="1257075" cy="707886"/>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4" name="TextBox 223">
                <a:extLst>
                  <a:ext uri="{FF2B5EF4-FFF2-40B4-BE49-F238E27FC236}">
                    <a16:creationId xmlns:a16="http://schemas.microsoft.com/office/drawing/2014/main" id="{041A209A-9B4E-4521-9399-87310F3F6C72}"/>
                  </a:ext>
                </a:extLst>
              </p:cNvPr>
              <p:cNvSpPr txBox="1"/>
              <p:nvPr/>
            </p:nvSpPr>
            <p:spPr>
              <a:xfrm>
                <a:off x="1727514" y="2226324"/>
                <a:ext cx="1324402"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30%</m:t>
                      </m:r>
                    </m:oMath>
                  </m:oMathPara>
                </a14:m>
                <a:endParaRPr lang="en-GB" sz="2400" dirty="0"/>
              </a:p>
            </p:txBody>
          </p:sp>
        </mc:Choice>
        <mc:Fallback xmlns="">
          <p:sp>
            <p:nvSpPr>
              <p:cNvPr id="224" name="TextBox 223">
                <a:extLst>
                  <a:ext uri="{FF2B5EF4-FFF2-40B4-BE49-F238E27FC236}">
                    <a16:creationId xmlns:a16="http://schemas.microsoft.com/office/drawing/2014/main" id="{041A209A-9B4E-4521-9399-87310F3F6C72}"/>
                  </a:ext>
                </a:extLst>
              </p:cNvPr>
              <p:cNvSpPr txBox="1">
                <a:spLocks noRot="1" noChangeAspect="1" noMove="1" noResize="1" noEditPoints="1" noAdjustHandles="1" noChangeArrowheads="1" noChangeShapeType="1" noTextEdit="1"/>
              </p:cNvSpPr>
              <p:nvPr/>
            </p:nvSpPr>
            <p:spPr>
              <a:xfrm>
                <a:off x="1727514" y="2226324"/>
                <a:ext cx="1324402" cy="707886"/>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5" name="TextBox 224">
                <a:extLst>
                  <a:ext uri="{FF2B5EF4-FFF2-40B4-BE49-F238E27FC236}">
                    <a16:creationId xmlns:a16="http://schemas.microsoft.com/office/drawing/2014/main" id="{E8C493CA-7E52-4971-AF9A-0151E82175DE}"/>
                  </a:ext>
                </a:extLst>
              </p:cNvPr>
              <p:cNvSpPr txBox="1"/>
              <p:nvPr/>
            </p:nvSpPr>
            <p:spPr>
              <a:xfrm>
                <a:off x="3657531" y="1927386"/>
                <a:ext cx="583814" cy="1244828"/>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f>
                        <m:fPr>
                          <m:ctrlPr>
                            <a:rPr lang="en-GB" sz="4000" b="0" i="1" smtClean="0">
                              <a:latin typeface="Cambria Math" panose="02040503050406030204" pitchFamily="18" charset="0"/>
                            </a:rPr>
                          </m:ctrlPr>
                        </m:fPr>
                        <m:num>
                          <m:r>
                            <a:rPr lang="en-GB" sz="4000" b="0" i="1" smtClean="0">
                              <a:latin typeface="Cambria Math" panose="02040503050406030204" pitchFamily="18" charset="0"/>
                            </a:rPr>
                            <m:t>1</m:t>
                          </m:r>
                        </m:num>
                        <m:den>
                          <m:r>
                            <a:rPr lang="en-GB" sz="4000" b="0" i="1" smtClean="0">
                              <a:latin typeface="Cambria Math" panose="02040503050406030204" pitchFamily="18" charset="0"/>
                            </a:rPr>
                            <m:t>4</m:t>
                          </m:r>
                        </m:den>
                      </m:f>
                    </m:oMath>
                  </m:oMathPara>
                </a14:m>
                <a:endParaRPr lang="en-GB" sz="2400" dirty="0"/>
              </a:p>
            </p:txBody>
          </p:sp>
        </mc:Choice>
        <mc:Fallback xmlns="">
          <p:sp>
            <p:nvSpPr>
              <p:cNvPr id="225" name="TextBox 224">
                <a:extLst>
                  <a:ext uri="{FF2B5EF4-FFF2-40B4-BE49-F238E27FC236}">
                    <a16:creationId xmlns:a16="http://schemas.microsoft.com/office/drawing/2014/main" id="{E8C493CA-7E52-4971-AF9A-0151E82175DE}"/>
                  </a:ext>
                </a:extLst>
              </p:cNvPr>
              <p:cNvSpPr txBox="1">
                <a:spLocks noRot="1" noChangeAspect="1" noMove="1" noResize="1" noEditPoints="1" noAdjustHandles="1" noChangeArrowheads="1" noChangeShapeType="1" noTextEdit="1"/>
              </p:cNvSpPr>
              <p:nvPr/>
            </p:nvSpPr>
            <p:spPr>
              <a:xfrm>
                <a:off x="3657531" y="1927386"/>
                <a:ext cx="583814" cy="1244828"/>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6" name="TextBox 215">
                <a:extLst>
                  <a:ext uri="{FF2B5EF4-FFF2-40B4-BE49-F238E27FC236}">
                    <a16:creationId xmlns:a16="http://schemas.microsoft.com/office/drawing/2014/main" id="{F74CBEF6-3719-4630-956F-EC5C543F8F0C}"/>
                  </a:ext>
                </a:extLst>
              </p:cNvPr>
              <p:cNvSpPr txBox="1"/>
              <p:nvPr/>
            </p:nvSpPr>
            <p:spPr>
              <a:xfrm>
                <a:off x="5191174" y="2226324"/>
                <a:ext cx="1324402"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70%</m:t>
                      </m:r>
                    </m:oMath>
                  </m:oMathPara>
                </a14:m>
                <a:endParaRPr lang="en-GB" sz="2400" dirty="0"/>
              </a:p>
            </p:txBody>
          </p:sp>
        </mc:Choice>
        <mc:Fallback xmlns="">
          <p:sp>
            <p:nvSpPr>
              <p:cNvPr id="216" name="TextBox 215">
                <a:extLst>
                  <a:ext uri="{FF2B5EF4-FFF2-40B4-BE49-F238E27FC236}">
                    <a16:creationId xmlns:a16="http://schemas.microsoft.com/office/drawing/2014/main" id="{F74CBEF6-3719-4630-956F-EC5C543F8F0C}"/>
                  </a:ext>
                </a:extLst>
              </p:cNvPr>
              <p:cNvSpPr txBox="1">
                <a:spLocks noRot="1" noChangeAspect="1" noMove="1" noResize="1" noEditPoints="1" noAdjustHandles="1" noChangeArrowheads="1" noChangeShapeType="1" noTextEdit="1"/>
              </p:cNvSpPr>
              <p:nvPr/>
            </p:nvSpPr>
            <p:spPr>
              <a:xfrm>
                <a:off x="5191174" y="2226324"/>
                <a:ext cx="1324402" cy="707886"/>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7" name="TextBox 216">
                <a:extLst>
                  <a:ext uri="{FF2B5EF4-FFF2-40B4-BE49-F238E27FC236}">
                    <a16:creationId xmlns:a16="http://schemas.microsoft.com/office/drawing/2014/main" id="{2BB4C793-1CEC-419E-ACFA-A30F025410B2}"/>
                  </a:ext>
                </a:extLst>
              </p:cNvPr>
              <p:cNvSpPr txBox="1"/>
              <p:nvPr/>
            </p:nvSpPr>
            <p:spPr>
              <a:xfrm>
                <a:off x="6933513" y="2226324"/>
                <a:ext cx="973343"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0.5</m:t>
                      </m:r>
                    </m:oMath>
                  </m:oMathPara>
                </a14:m>
                <a:endParaRPr lang="en-GB" sz="2400" dirty="0"/>
              </a:p>
            </p:txBody>
          </p:sp>
        </mc:Choice>
        <mc:Fallback xmlns="">
          <p:sp>
            <p:nvSpPr>
              <p:cNvPr id="217" name="TextBox 216">
                <a:extLst>
                  <a:ext uri="{FF2B5EF4-FFF2-40B4-BE49-F238E27FC236}">
                    <a16:creationId xmlns:a16="http://schemas.microsoft.com/office/drawing/2014/main" id="{2BB4C793-1CEC-419E-ACFA-A30F025410B2}"/>
                  </a:ext>
                </a:extLst>
              </p:cNvPr>
              <p:cNvSpPr txBox="1">
                <a:spLocks noRot="1" noChangeAspect="1" noMove="1" noResize="1" noEditPoints="1" noAdjustHandles="1" noChangeArrowheads="1" noChangeShapeType="1" noTextEdit="1"/>
              </p:cNvSpPr>
              <p:nvPr/>
            </p:nvSpPr>
            <p:spPr>
              <a:xfrm>
                <a:off x="6933513" y="2226324"/>
                <a:ext cx="973343" cy="707886"/>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8" name="TextBox 217">
                <a:extLst>
                  <a:ext uri="{FF2B5EF4-FFF2-40B4-BE49-F238E27FC236}">
                    <a16:creationId xmlns:a16="http://schemas.microsoft.com/office/drawing/2014/main" id="{2B69DFF5-1B49-4BC7-9279-63044724BC7D}"/>
                  </a:ext>
                </a:extLst>
              </p:cNvPr>
              <p:cNvSpPr txBox="1"/>
              <p:nvPr/>
            </p:nvSpPr>
            <p:spPr>
              <a:xfrm>
                <a:off x="8545989" y="2226324"/>
                <a:ext cx="973343"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0.3</m:t>
                      </m:r>
                    </m:oMath>
                  </m:oMathPara>
                </a14:m>
                <a:endParaRPr lang="en-GB" sz="2400" dirty="0"/>
              </a:p>
            </p:txBody>
          </p:sp>
        </mc:Choice>
        <mc:Fallback xmlns="">
          <p:sp>
            <p:nvSpPr>
              <p:cNvPr id="218" name="TextBox 217">
                <a:extLst>
                  <a:ext uri="{FF2B5EF4-FFF2-40B4-BE49-F238E27FC236}">
                    <a16:creationId xmlns:a16="http://schemas.microsoft.com/office/drawing/2014/main" id="{2B69DFF5-1B49-4BC7-9279-63044724BC7D}"/>
                  </a:ext>
                </a:extLst>
              </p:cNvPr>
              <p:cNvSpPr txBox="1">
                <a:spLocks noRot="1" noChangeAspect="1" noMove="1" noResize="1" noEditPoints="1" noAdjustHandles="1" noChangeArrowheads="1" noChangeShapeType="1" noTextEdit="1"/>
              </p:cNvSpPr>
              <p:nvPr/>
            </p:nvSpPr>
            <p:spPr>
              <a:xfrm>
                <a:off x="8545989" y="2226324"/>
                <a:ext cx="973343" cy="707886"/>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0" name="TextBox 239">
                <a:extLst>
                  <a:ext uri="{FF2B5EF4-FFF2-40B4-BE49-F238E27FC236}">
                    <a16:creationId xmlns:a16="http://schemas.microsoft.com/office/drawing/2014/main" id="{C776FD91-D656-474D-B0C6-50CF0A22A75E}"/>
                  </a:ext>
                </a:extLst>
              </p:cNvPr>
              <p:cNvSpPr txBox="1"/>
              <p:nvPr/>
            </p:nvSpPr>
            <p:spPr>
              <a:xfrm>
                <a:off x="160705" y="3960033"/>
                <a:ext cx="1324402"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20%</m:t>
                      </m:r>
                    </m:oMath>
                  </m:oMathPara>
                </a14:m>
                <a:endParaRPr lang="en-GB" sz="2400" dirty="0"/>
              </a:p>
            </p:txBody>
          </p:sp>
        </mc:Choice>
        <mc:Fallback xmlns="">
          <p:sp>
            <p:nvSpPr>
              <p:cNvPr id="240" name="TextBox 239">
                <a:extLst>
                  <a:ext uri="{FF2B5EF4-FFF2-40B4-BE49-F238E27FC236}">
                    <a16:creationId xmlns:a16="http://schemas.microsoft.com/office/drawing/2014/main" id="{C776FD91-D656-474D-B0C6-50CF0A22A75E}"/>
                  </a:ext>
                </a:extLst>
              </p:cNvPr>
              <p:cNvSpPr txBox="1">
                <a:spLocks noRot="1" noChangeAspect="1" noMove="1" noResize="1" noEditPoints="1" noAdjustHandles="1" noChangeArrowheads="1" noChangeShapeType="1" noTextEdit="1"/>
              </p:cNvSpPr>
              <p:nvPr/>
            </p:nvSpPr>
            <p:spPr>
              <a:xfrm>
                <a:off x="160705" y="3960033"/>
                <a:ext cx="1324402" cy="707886"/>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1" name="TextBox 240">
                <a:extLst>
                  <a:ext uri="{FF2B5EF4-FFF2-40B4-BE49-F238E27FC236}">
                    <a16:creationId xmlns:a16="http://schemas.microsoft.com/office/drawing/2014/main" id="{03438E99-6DDA-4F5E-B960-9297958198CD}"/>
                  </a:ext>
                </a:extLst>
              </p:cNvPr>
              <p:cNvSpPr txBox="1"/>
              <p:nvPr/>
            </p:nvSpPr>
            <p:spPr>
              <a:xfrm>
                <a:off x="2045056" y="3661095"/>
                <a:ext cx="583814" cy="1244828"/>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f>
                        <m:fPr>
                          <m:ctrlPr>
                            <a:rPr lang="en-GB" sz="4000" b="0" i="1" smtClean="0">
                              <a:latin typeface="Cambria Math" panose="02040503050406030204" pitchFamily="18" charset="0"/>
                            </a:rPr>
                          </m:ctrlPr>
                        </m:fPr>
                        <m:num>
                          <m:r>
                            <a:rPr lang="en-GB" sz="4000" b="0" i="1" smtClean="0">
                              <a:latin typeface="Cambria Math" panose="02040503050406030204" pitchFamily="18" charset="0"/>
                            </a:rPr>
                            <m:t>3</m:t>
                          </m:r>
                        </m:num>
                        <m:den>
                          <m:r>
                            <a:rPr lang="en-GB" sz="4000" b="0" i="1" smtClean="0">
                              <a:latin typeface="Cambria Math" panose="02040503050406030204" pitchFamily="18" charset="0"/>
                            </a:rPr>
                            <m:t>4</m:t>
                          </m:r>
                        </m:den>
                      </m:f>
                    </m:oMath>
                  </m:oMathPara>
                </a14:m>
                <a:endParaRPr lang="en-GB" sz="2400" dirty="0"/>
              </a:p>
            </p:txBody>
          </p:sp>
        </mc:Choice>
        <mc:Fallback xmlns="">
          <p:sp>
            <p:nvSpPr>
              <p:cNvPr id="241" name="TextBox 240">
                <a:extLst>
                  <a:ext uri="{FF2B5EF4-FFF2-40B4-BE49-F238E27FC236}">
                    <a16:creationId xmlns:a16="http://schemas.microsoft.com/office/drawing/2014/main" id="{03438E99-6DDA-4F5E-B960-9297958198CD}"/>
                  </a:ext>
                </a:extLst>
              </p:cNvPr>
              <p:cNvSpPr txBox="1">
                <a:spLocks noRot="1" noChangeAspect="1" noMove="1" noResize="1" noEditPoints="1" noAdjustHandles="1" noChangeArrowheads="1" noChangeShapeType="1" noTextEdit="1"/>
              </p:cNvSpPr>
              <p:nvPr/>
            </p:nvSpPr>
            <p:spPr>
              <a:xfrm>
                <a:off x="2045056" y="3661095"/>
                <a:ext cx="583814" cy="1244828"/>
              </a:xfrm>
              <a:prstGeom prst="rect">
                <a:avLst/>
              </a:prstGeom>
              <a:blipFill>
                <a:blip r:embed="rId1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2" name="TextBox 241">
                <a:extLst>
                  <a:ext uri="{FF2B5EF4-FFF2-40B4-BE49-F238E27FC236}">
                    <a16:creationId xmlns:a16="http://schemas.microsoft.com/office/drawing/2014/main" id="{655EF316-59FF-4750-BB8F-A4CE35125827}"/>
                  </a:ext>
                </a:extLst>
              </p:cNvPr>
              <p:cNvSpPr txBox="1"/>
              <p:nvPr/>
            </p:nvSpPr>
            <p:spPr>
              <a:xfrm>
                <a:off x="3515667" y="3661095"/>
                <a:ext cx="867545" cy="1244764"/>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f>
                        <m:fPr>
                          <m:ctrlPr>
                            <a:rPr lang="en-GB" sz="4000" b="0" i="1" smtClean="0">
                              <a:latin typeface="Cambria Math" panose="02040503050406030204" pitchFamily="18" charset="0"/>
                            </a:rPr>
                          </m:ctrlPr>
                        </m:fPr>
                        <m:num>
                          <m:r>
                            <a:rPr lang="en-GB" sz="4000" b="0" i="1" smtClean="0">
                              <a:latin typeface="Cambria Math" panose="02040503050406030204" pitchFamily="18" charset="0"/>
                            </a:rPr>
                            <m:t>7</m:t>
                          </m:r>
                        </m:num>
                        <m:den>
                          <m:r>
                            <a:rPr lang="en-GB" sz="4000" b="0" i="1" smtClean="0">
                              <a:latin typeface="Cambria Math" panose="02040503050406030204" pitchFamily="18" charset="0"/>
                            </a:rPr>
                            <m:t>10</m:t>
                          </m:r>
                        </m:den>
                      </m:f>
                    </m:oMath>
                  </m:oMathPara>
                </a14:m>
                <a:endParaRPr lang="en-GB" sz="2400" dirty="0"/>
              </a:p>
            </p:txBody>
          </p:sp>
        </mc:Choice>
        <mc:Fallback xmlns="">
          <p:sp>
            <p:nvSpPr>
              <p:cNvPr id="242" name="TextBox 241">
                <a:extLst>
                  <a:ext uri="{FF2B5EF4-FFF2-40B4-BE49-F238E27FC236}">
                    <a16:creationId xmlns:a16="http://schemas.microsoft.com/office/drawing/2014/main" id="{655EF316-59FF-4750-BB8F-A4CE35125827}"/>
                  </a:ext>
                </a:extLst>
              </p:cNvPr>
              <p:cNvSpPr txBox="1">
                <a:spLocks noRot="1" noChangeAspect="1" noMove="1" noResize="1" noEditPoints="1" noAdjustHandles="1" noChangeArrowheads="1" noChangeShapeType="1" noTextEdit="1"/>
              </p:cNvSpPr>
              <p:nvPr/>
            </p:nvSpPr>
            <p:spPr>
              <a:xfrm>
                <a:off x="3515667" y="3661095"/>
                <a:ext cx="867545" cy="1244764"/>
              </a:xfrm>
              <a:prstGeom prst="rect">
                <a:avLst/>
              </a:prstGeom>
              <a:blipFill>
                <a:blip r:embed="rId1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3" name="TextBox 232">
                <a:extLst>
                  <a:ext uri="{FF2B5EF4-FFF2-40B4-BE49-F238E27FC236}">
                    <a16:creationId xmlns:a16="http://schemas.microsoft.com/office/drawing/2014/main" id="{077E3440-E4AC-4BBF-A83A-C707C2B98FB8}"/>
                  </a:ext>
                </a:extLst>
              </p:cNvPr>
              <p:cNvSpPr txBox="1"/>
              <p:nvPr/>
            </p:nvSpPr>
            <p:spPr>
              <a:xfrm>
                <a:off x="5366703" y="3960033"/>
                <a:ext cx="973343"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0.1</m:t>
                      </m:r>
                    </m:oMath>
                  </m:oMathPara>
                </a14:m>
                <a:endParaRPr lang="en-GB" sz="2400" dirty="0"/>
              </a:p>
            </p:txBody>
          </p:sp>
        </mc:Choice>
        <mc:Fallback xmlns="">
          <p:sp>
            <p:nvSpPr>
              <p:cNvPr id="233" name="TextBox 232">
                <a:extLst>
                  <a:ext uri="{FF2B5EF4-FFF2-40B4-BE49-F238E27FC236}">
                    <a16:creationId xmlns:a16="http://schemas.microsoft.com/office/drawing/2014/main" id="{077E3440-E4AC-4BBF-A83A-C707C2B98FB8}"/>
                  </a:ext>
                </a:extLst>
              </p:cNvPr>
              <p:cNvSpPr txBox="1">
                <a:spLocks noRot="1" noChangeAspect="1" noMove="1" noResize="1" noEditPoints="1" noAdjustHandles="1" noChangeArrowheads="1" noChangeShapeType="1" noTextEdit="1"/>
              </p:cNvSpPr>
              <p:nvPr/>
            </p:nvSpPr>
            <p:spPr>
              <a:xfrm>
                <a:off x="5366703" y="3960033"/>
                <a:ext cx="973343" cy="707886"/>
              </a:xfrm>
              <a:prstGeom prst="rect">
                <a:avLst/>
              </a:prstGeom>
              <a:blipFill>
                <a:blip r:embed="rId1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4" name="TextBox 233">
                <a:extLst>
                  <a:ext uri="{FF2B5EF4-FFF2-40B4-BE49-F238E27FC236}">
                    <a16:creationId xmlns:a16="http://schemas.microsoft.com/office/drawing/2014/main" id="{07393DA8-649B-4058-A3BB-9EED54855C55}"/>
                  </a:ext>
                </a:extLst>
              </p:cNvPr>
              <p:cNvSpPr txBox="1"/>
              <p:nvPr/>
            </p:nvSpPr>
            <p:spPr>
              <a:xfrm>
                <a:off x="6757984" y="3960033"/>
                <a:ext cx="1324402"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75%</m:t>
                      </m:r>
                    </m:oMath>
                  </m:oMathPara>
                </a14:m>
                <a:endParaRPr lang="en-GB" sz="2400" dirty="0"/>
              </a:p>
            </p:txBody>
          </p:sp>
        </mc:Choice>
        <mc:Fallback xmlns="">
          <p:sp>
            <p:nvSpPr>
              <p:cNvPr id="234" name="TextBox 233">
                <a:extLst>
                  <a:ext uri="{FF2B5EF4-FFF2-40B4-BE49-F238E27FC236}">
                    <a16:creationId xmlns:a16="http://schemas.microsoft.com/office/drawing/2014/main" id="{07393DA8-649B-4058-A3BB-9EED54855C55}"/>
                  </a:ext>
                </a:extLst>
              </p:cNvPr>
              <p:cNvSpPr txBox="1">
                <a:spLocks noRot="1" noChangeAspect="1" noMove="1" noResize="1" noEditPoints="1" noAdjustHandles="1" noChangeArrowheads="1" noChangeShapeType="1" noTextEdit="1"/>
              </p:cNvSpPr>
              <p:nvPr/>
            </p:nvSpPr>
            <p:spPr>
              <a:xfrm>
                <a:off x="6757984" y="3960033"/>
                <a:ext cx="1324402" cy="707886"/>
              </a:xfrm>
              <a:prstGeom prst="rect">
                <a:avLst/>
              </a:prstGeom>
              <a:blipFill>
                <a:blip r:embed="rId1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5" name="TextBox 234">
                <a:extLst>
                  <a:ext uri="{FF2B5EF4-FFF2-40B4-BE49-F238E27FC236}">
                    <a16:creationId xmlns:a16="http://schemas.microsoft.com/office/drawing/2014/main" id="{953BB9BF-5FD7-4AD3-A3E6-3360DC703863}"/>
                  </a:ext>
                </a:extLst>
              </p:cNvPr>
              <p:cNvSpPr txBox="1"/>
              <p:nvPr/>
            </p:nvSpPr>
            <p:spPr>
              <a:xfrm>
                <a:off x="8688001" y="3661095"/>
                <a:ext cx="583814" cy="1244828"/>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f>
                        <m:fPr>
                          <m:ctrlPr>
                            <a:rPr lang="en-GB" sz="4000" b="0" i="1" smtClean="0">
                              <a:latin typeface="Cambria Math" panose="02040503050406030204" pitchFamily="18" charset="0"/>
                            </a:rPr>
                          </m:ctrlPr>
                        </m:fPr>
                        <m:num>
                          <m:r>
                            <a:rPr lang="en-GB" sz="4000" b="0" i="1" smtClean="0">
                              <a:latin typeface="Cambria Math" panose="02040503050406030204" pitchFamily="18" charset="0"/>
                            </a:rPr>
                            <m:t>1</m:t>
                          </m:r>
                        </m:num>
                        <m:den>
                          <m:r>
                            <a:rPr lang="en-GB" sz="4000" b="0" i="1" smtClean="0">
                              <a:latin typeface="Cambria Math" panose="02040503050406030204" pitchFamily="18" charset="0"/>
                            </a:rPr>
                            <m:t>2</m:t>
                          </m:r>
                        </m:den>
                      </m:f>
                    </m:oMath>
                  </m:oMathPara>
                </a14:m>
                <a:endParaRPr lang="en-GB" sz="2400" dirty="0"/>
              </a:p>
            </p:txBody>
          </p:sp>
        </mc:Choice>
        <mc:Fallback xmlns="">
          <p:sp>
            <p:nvSpPr>
              <p:cNvPr id="235" name="TextBox 234">
                <a:extLst>
                  <a:ext uri="{FF2B5EF4-FFF2-40B4-BE49-F238E27FC236}">
                    <a16:creationId xmlns:a16="http://schemas.microsoft.com/office/drawing/2014/main" id="{953BB9BF-5FD7-4AD3-A3E6-3360DC703863}"/>
                  </a:ext>
                </a:extLst>
              </p:cNvPr>
              <p:cNvSpPr txBox="1">
                <a:spLocks noRot="1" noChangeAspect="1" noMove="1" noResize="1" noEditPoints="1" noAdjustHandles="1" noChangeArrowheads="1" noChangeShapeType="1" noTextEdit="1"/>
              </p:cNvSpPr>
              <p:nvPr/>
            </p:nvSpPr>
            <p:spPr>
              <a:xfrm>
                <a:off x="8688001" y="3661095"/>
                <a:ext cx="583814" cy="1244828"/>
              </a:xfrm>
              <a:prstGeom prst="rect">
                <a:avLst/>
              </a:prstGeom>
              <a:blipFill>
                <a:blip r:embed="rId1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4" name="TextBox 273">
                <a:extLst>
                  <a:ext uri="{FF2B5EF4-FFF2-40B4-BE49-F238E27FC236}">
                    <a16:creationId xmlns:a16="http://schemas.microsoft.com/office/drawing/2014/main" id="{8EAFDE06-B77E-47B2-A630-557F9273F935}"/>
                  </a:ext>
                </a:extLst>
              </p:cNvPr>
              <p:cNvSpPr txBox="1"/>
              <p:nvPr/>
            </p:nvSpPr>
            <p:spPr>
              <a:xfrm>
                <a:off x="336380" y="5394804"/>
                <a:ext cx="867545" cy="1248803"/>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f>
                        <m:fPr>
                          <m:ctrlPr>
                            <a:rPr lang="en-GB" sz="4000" b="0" i="1" smtClean="0">
                              <a:latin typeface="Cambria Math" panose="02040503050406030204" pitchFamily="18" charset="0"/>
                            </a:rPr>
                          </m:ctrlPr>
                        </m:fPr>
                        <m:num>
                          <m:r>
                            <a:rPr lang="en-GB" sz="4000" b="0" i="1" smtClean="0">
                              <a:latin typeface="Cambria Math" panose="02040503050406030204" pitchFamily="18" charset="0"/>
                            </a:rPr>
                            <m:t>3</m:t>
                          </m:r>
                        </m:num>
                        <m:den>
                          <m:r>
                            <a:rPr lang="en-GB" sz="4000" b="0" i="1" smtClean="0">
                              <a:latin typeface="Cambria Math" panose="02040503050406030204" pitchFamily="18" charset="0"/>
                            </a:rPr>
                            <m:t>10</m:t>
                          </m:r>
                        </m:den>
                      </m:f>
                    </m:oMath>
                  </m:oMathPara>
                </a14:m>
                <a:endParaRPr lang="en-GB" sz="2400" dirty="0"/>
              </a:p>
            </p:txBody>
          </p:sp>
        </mc:Choice>
        <mc:Fallback xmlns="">
          <p:sp>
            <p:nvSpPr>
              <p:cNvPr id="274" name="TextBox 273">
                <a:extLst>
                  <a:ext uri="{FF2B5EF4-FFF2-40B4-BE49-F238E27FC236}">
                    <a16:creationId xmlns:a16="http://schemas.microsoft.com/office/drawing/2014/main" id="{8EAFDE06-B77E-47B2-A630-557F9273F935}"/>
                  </a:ext>
                </a:extLst>
              </p:cNvPr>
              <p:cNvSpPr txBox="1">
                <a:spLocks noRot="1" noChangeAspect="1" noMove="1" noResize="1" noEditPoints="1" noAdjustHandles="1" noChangeArrowheads="1" noChangeShapeType="1" noTextEdit="1"/>
              </p:cNvSpPr>
              <p:nvPr/>
            </p:nvSpPr>
            <p:spPr>
              <a:xfrm>
                <a:off x="336380" y="5394804"/>
                <a:ext cx="867545" cy="1248803"/>
              </a:xfrm>
              <a:prstGeom prst="rect">
                <a:avLst/>
              </a:prstGeom>
              <a:blipFill>
                <a:blip r:embed="rId2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5" name="TextBox 274">
                <a:extLst>
                  <a:ext uri="{FF2B5EF4-FFF2-40B4-BE49-F238E27FC236}">
                    <a16:creationId xmlns:a16="http://schemas.microsoft.com/office/drawing/2014/main" id="{2D910685-B5D4-4242-90F9-8B4D7378BD44}"/>
                  </a:ext>
                </a:extLst>
              </p:cNvPr>
              <p:cNvSpPr txBox="1"/>
              <p:nvPr/>
            </p:nvSpPr>
            <p:spPr>
              <a:xfrm>
                <a:off x="1727514" y="5693742"/>
                <a:ext cx="1324402"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10%</m:t>
                      </m:r>
                    </m:oMath>
                  </m:oMathPara>
                </a14:m>
                <a:endParaRPr lang="en-GB" sz="2400" dirty="0"/>
              </a:p>
            </p:txBody>
          </p:sp>
        </mc:Choice>
        <mc:Fallback xmlns="">
          <p:sp>
            <p:nvSpPr>
              <p:cNvPr id="275" name="TextBox 274">
                <a:extLst>
                  <a:ext uri="{FF2B5EF4-FFF2-40B4-BE49-F238E27FC236}">
                    <a16:creationId xmlns:a16="http://schemas.microsoft.com/office/drawing/2014/main" id="{2D910685-B5D4-4242-90F9-8B4D7378BD44}"/>
                  </a:ext>
                </a:extLst>
              </p:cNvPr>
              <p:cNvSpPr txBox="1">
                <a:spLocks noRot="1" noChangeAspect="1" noMove="1" noResize="1" noEditPoints="1" noAdjustHandles="1" noChangeArrowheads="1" noChangeShapeType="1" noTextEdit="1"/>
              </p:cNvSpPr>
              <p:nvPr/>
            </p:nvSpPr>
            <p:spPr>
              <a:xfrm>
                <a:off x="1727514" y="5693742"/>
                <a:ext cx="1324402" cy="707886"/>
              </a:xfrm>
              <a:prstGeom prst="rect">
                <a:avLst/>
              </a:prstGeom>
              <a:blipFill>
                <a:blip r:embed="rId2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6" name="TextBox 275">
                <a:extLst>
                  <a:ext uri="{FF2B5EF4-FFF2-40B4-BE49-F238E27FC236}">
                    <a16:creationId xmlns:a16="http://schemas.microsoft.com/office/drawing/2014/main" id="{7E4A1A99-B202-4C19-8C82-F46E1BCF367B}"/>
                  </a:ext>
                </a:extLst>
              </p:cNvPr>
              <p:cNvSpPr txBox="1"/>
              <p:nvPr/>
            </p:nvSpPr>
            <p:spPr>
              <a:xfrm>
                <a:off x="3515520" y="5693742"/>
                <a:ext cx="973343"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0.2</m:t>
                      </m:r>
                    </m:oMath>
                  </m:oMathPara>
                </a14:m>
                <a:endParaRPr lang="en-GB" sz="2400" dirty="0"/>
              </a:p>
            </p:txBody>
          </p:sp>
        </mc:Choice>
        <mc:Fallback xmlns="">
          <p:sp>
            <p:nvSpPr>
              <p:cNvPr id="276" name="TextBox 275">
                <a:extLst>
                  <a:ext uri="{FF2B5EF4-FFF2-40B4-BE49-F238E27FC236}">
                    <a16:creationId xmlns:a16="http://schemas.microsoft.com/office/drawing/2014/main" id="{7E4A1A99-B202-4C19-8C82-F46E1BCF367B}"/>
                  </a:ext>
                </a:extLst>
              </p:cNvPr>
              <p:cNvSpPr txBox="1">
                <a:spLocks noRot="1" noChangeAspect="1" noMove="1" noResize="1" noEditPoints="1" noAdjustHandles="1" noChangeArrowheads="1" noChangeShapeType="1" noTextEdit="1"/>
              </p:cNvSpPr>
              <p:nvPr/>
            </p:nvSpPr>
            <p:spPr>
              <a:xfrm>
                <a:off x="3515520" y="5693742"/>
                <a:ext cx="973343" cy="707886"/>
              </a:xfrm>
              <a:prstGeom prst="rect">
                <a:avLst/>
              </a:prstGeom>
              <a:blipFill>
                <a:blip r:embed="rId22"/>
                <a:stretch>
                  <a:fillRect/>
                </a:stretch>
              </a:blipFill>
            </p:spPr>
            <p:txBody>
              <a:bodyPr/>
              <a:lstStyle/>
              <a:p>
                <a:r>
                  <a:rPr lang="en-GB">
                    <a:noFill/>
                  </a:rPr>
                  <a:t> </a:t>
                </a:r>
              </a:p>
            </p:txBody>
          </p:sp>
        </mc:Fallback>
      </mc:AlternateContent>
      <p:sp>
        <p:nvSpPr>
          <p:cNvPr id="51" name="TextBox 50">
            <a:extLst>
              <a:ext uri="{FF2B5EF4-FFF2-40B4-BE49-F238E27FC236}">
                <a16:creationId xmlns:a16="http://schemas.microsoft.com/office/drawing/2014/main" id="{93F13A96-9D0B-4BB8-9D9F-D3ED6706CF70}"/>
              </a:ext>
            </a:extLst>
          </p:cNvPr>
          <p:cNvSpPr txBox="1"/>
          <p:nvPr/>
        </p:nvSpPr>
        <p:spPr>
          <a:xfrm>
            <a:off x="8545989" y="6401628"/>
            <a:ext cx="1161536" cy="400110"/>
          </a:xfrm>
          <a:prstGeom prst="rect">
            <a:avLst/>
          </a:prstGeom>
          <a:noFill/>
        </p:spPr>
        <p:txBody>
          <a:bodyPr wrap="none" rtlCol="0">
            <a:spAutoFit/>
          </a:bodyPr>
          <a:lstStyle/>
          <a:p>
            <a:r>
              <a:rPr lang="ky-KG" sz="2000" dirty="0"/>
              <a:t>1-топтом</a:t>
            </a:r>
            <a:endParaRPr lang="en-GB" sz="2000" dirty="0"/>
          </a:p>
        </p:txBody>
      </p:sp>
    </p:spTree>
    <p:extLst>
      <p:ext uri="{BB962C8B-B14F-4D97-AF65-F5344CB8AC3E}">
        <p14:creationId xmlns:p14="http://schemas.microsoft.com/office/powerpoint/2010/main" val="23692686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3893E06-3D2F-2AEC-F2A6-8C81FFDFD7B1}"/>
              </a:ext>
            </a:extLst>
          </p:cNvPr>
          <p:cNvPicPr>
            <a:picLocks noChangeAspect="1"/>
          </p:cNvPicPr>
          <p:nvPr/>
        </p:nvPicPr>
        <p:blipFill>
          <a:blip r:embed="rId2"/>
          <a:stretch>
            <a:fillRect/>
          </a:stretch>
        </p:blipFill>
        <p:spPr>
          <a:xfrm rot="16200000">
            <a:off x="-888416" y="1115059"/>
            <a:ext cx="6719668" cy="4627883"/>
          </a:xfrm>
          <a:prstGeom prst="rect">
            <a:avLst/>
          </a:prstGeom>
        </p:spPr>
      </p:pic>
      <p:pic>
        <p:nvPicPr>
          <p:cNvPr id="6" name="Picture 5">
            <a:extLst>
              <a:ext uri="{FF2B5EF4-FFF2-40B4-BE49-F238E27FC236}">
                <a16:creationId xmlns:a16="http://schemas.microsoft.com/office/drawing/2014/main" id="{69FE2C4A-110C-87DE-D7AD-F6850281BDE6}"/>
              </a:ext>
            </a:extLst>
          </p:cNvPr>
          <p:cNvPicPr>
            <a:picLocks noChangeAspect="1"/>
          </p:cNvPicPr>
          <p:nvPr/>
        </p:nvPicPr>
        <p:blipFill>
          <a:blip r:embed="rId2"/>
          <a:stretch>
            <a:fillRect/>
          </a:stretch>
        </p:blipFill>
        <p:spPr>
          <a:xfrm rot="16200000">
            <a:off x="3935048" y="1017953"/>
            <a:ext cx="6831429" cy="4795523"/>
          </a:xfrm>
          <a:prstGeom prst="rect">
            <a:avLst/>
          </a:prstGeom>
        </p:spPr>
      </p:pic>
    </p:spTree>
    <p:extLst>
      <p:ext uri="{BB962C8B-B14F-4D97-AF65-F5344CB8AC3E}">
        <p14:creationId xmlns:p14="http://schemas.microsoft.com/office/powerpoint/2010/main" val="19102410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9AC35C44-C7D1-4669-A0B3-E3AC306F1EF7}"/>
              </a:ext>
            </a:extLst>
          </p:cNvPr>
          <p:cNvGrpSpPr/>
          <p:nvPr/>
        </p:nvGrpSpPr>
        <p:grpSpPr>
          <a:xfrm>
            <a:off x="19050" y="19050"/>
            <a:ext cx="4837430" cy="1596390"/>
            <a:chOff x="19050" y="19050"/>
            <a:chExt cx="4837430" cy="1596390"/>
          </a:xfrm>
        </p:grpSpPr>
        <p:sp>
          <p:nvSpPr>
            <p:cNvPr id="2" name="Rectangle: Rounded Corners 1">
              <a:extLst>
                <a:ext uri="{FF2B5EF4-FFF2-40B4-BE49-F238E27FC236}">
                  <a16:creationId xmlns:a16="http://schemas.microsoft.com/office/drawing/2014/main" id="{147D6447-06C6-4BCF-B520-D77B6478BFE9}"/>
                </a:ext>
              </a:extLst>
            </p:cNvPr>
            <p:cNvSpPr/>
            <p:nvPr/>
          </p:nvSpPr>
          <p:spPr>
            <a:xfrm>
              <a:off x="19050" y="19050"/>
              <a:ext cx="4837430" cy="1596390"/>
            </a:xfrm>
            <a:prstGeom prst="roundRect">
              <a:avLst>
                <a:gd name="adj" fmla="val 53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139" name="Straight Connector 138">
              <a:extLst>
                <a:ext uri="{FF2B5EF4-FFF2-40B4-BE49-F238E27FC236}">
                  <a16:creationId xmlns:a16="http://schemas.microsoft.com/office/drawing/2014/main" id="{222ACA19-A599-4F06-A5BE-DDBD9C824F6F}"/>
                </a:ext>
              </a:extLst>
            </p:cNvPr>
            <p:cNvCxnSpPr>
              <a:cxnSpLocks/>
            </p:cNvCxnSpPr>
            <p:nvPr/>
          </p:nvCxnSpPr>
          <p:spPr>
            <a:xfrm flipV="1">
              <a:off x="1631527"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030E9AD2-B10E-427D-9FD9-ADF128ED9647}"/>
                </a:ext>
              </a:extLst>
            </p:cNvPr>
            <p:cNvCxnSpPr>
              <a:cxnSpLocks/>
            </p:cNvCxnSpPr>
            <p:nvPr/>
          </p:nvCxnSpPr>
          <p:spPr>
            <a:xfrm flipV="1">
              <a:off x="3244004"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7" name="Group 146">
            <a:extLst>
              <a:ext uri="{FF2B5EF4-FFF2-40B4-BE49-F238E27FC236}">
                <a16:creationId xmlns:a16="http://schemas.microsoft.com/office/drawing/2014/main" id="{1FD4AF64-CBB5-43B8-9FED-78B3003C44BF}"/>
              </a:ext>
            </a:extLst>
          </p:cNvPr>
          <p:cNvGrpSpPr/>
          <p:nvPr/>
        </p:nvGrpSpPr>
        <p:grpSpPr>
          <a:xfrm>
            <a:off x="5049520" y="19050"/>
            <a:ext cx="4837430" cy="1596390"/>
            <a:chOff x="19050" y="19050"/>
            <a:chExt cx="4837430" cy="1596390"/>
          </a:xfrm>
        </p:grpSpPr>
        <p:sp>
          <p:nvSpPr>
            <p:cNvPr id="151" name="Rectangle: Rounded Corners 150">
              <a:extLst>
                <a:ext uri="{FF2B5EF4-FFF2-40B4-BE49-F238E27FC236}">
                  <a16:creationId xmlns:a16="http://schemas.microsoft.com/office/drawing/2014/main" id="{EEE8CDEC-91DF-4B75-854B-18ECECF29BEE}"/>
                </a:ext>
              </a:extLst>
            </p:cNvPr>
            <p:cNvSpPr/>
            <p:nvPr/>
          </p:nvSpPr>
          <p:spPr>
            <a:xfrm>
              <a:off x="19050" y="19050"/>
              <a:ext cx="4837430" cy="1596390"/>
            </a:xfrm>
            <a:prstGeom prst="roundRect">
              <a:avLst>
                <a:gd name="adj" fmla="val 53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152" name="Straight Connector 151">
              <a:extLst>
                <a:ext uri="{FF2B5EF4-FFF2-40B4-BE49-F238E27FC236}">
                  <a16:creationId xmlns:a16="http://schemas.microsoft.com/office/drawing/2014/main" id="{46952DAE-0A7F-42BC-94AB-93B78B71CC99}"/>
                </a:ext>
              </a:extLst>
            </p:cNvPr>
            <p:cNvCxnSpPr>
              <a:cxnSpLocks/>
            </p:cNvCxnSpPr>
            <p:nvPr/>
          </p:nvCxnSpPr>
          <p:spPr>
            <a:xfrm flipV="1">
              <a:off x="1631527"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486C6215-742B-4BED-8320-94D835612CC4}"/>
                </a:ext>
              </a:extLst>
            </p:cNvPr>
            <p:cNvCxnSpPr>
              <a:cxnSpLocks/>
            </p:cNvCxnSpPr>
            <p:nvPr/>
          </p:nvCxnSpPr>
          <p:spPr>
            <a:xfrm flipV="1">
              <a:off x="3244004"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2" name="Group 221">
            <a:extLst>
              <a:ext uri="{FF2B5EF4-FFF2-40B4-BE49-F238E27FC236}">
                <a16:creationId xmlns:a16="http://schemas.microsoft.com/office/drawing/2014/main" id="{55A6269E-1B0F-4C27-967D-C49025FC6A84}"/>
              </a:ext>
            </a:extLst>
          </p:cNvPr>
          <p:cNvGrpSpPr/>
          <p:nvPr/>
        </p:nvGrpSpPr>
        <p:grpSpPr>
          <a:xfrm>
            <a:off x="19050" y="1752759"/>
            <a:ext cx="4837430" cy="1596390"/>
            <a:chOff x="19050" y="19050"/>
            <a:chExt cx="4837430" cy="1596390"/>
          </a:xfrm>
        </p:grpSpPr>
        <p:sp>
          <p:nvSpPr>
            <p:cNvPr id="226" name="Rectangle: Rounded Corners 225">
              <a:extLst>
                <a:ext uri="{FF2B5EF4-FFF2-40B4-BE49-F238E27FC236}">
                  <a16:creationId xmlns:a16="http://schemas.microsoft.com/office/drawing/2014/main" id="{E246047B-779F-4F3A-96AC-D44C3057E1CD}"/>
                </a:ext>
              </a:extLst>
            </p:cNvPr>
            <p:cNvSpPr/>
            <p:nvPr/>
          </p:nvSpPr>
          <p:spPr>
            <a:xfrm>
              <a:off x="19050" y="19050"/>
              <a:ext cx="4837430" cy="1596390"/>
            </a:xfrm>
            <a:prstGeom prst="roundRect">
              <a:avLst>
                <a:gd name="adj" fmla="val 53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227" name="Straight Connector 226">
              <a:extLst>
                <a:ext uri="{FF2B5EF4-FFF2-40B4-BE49-F238E27FC236}">
                  <a16:creationId xmlns:a16="http://schemas.microsoft.com/office/drawing/2014/main" id="{4DAC884A-D1C4-4DAD-8890-B710DF9DF403}"/>
                </a:ext>
              </a:extLst>
            </p:cNvPr>
            <p:cNvCxnSpPr>
              <a:cxnSpLocks/>
            </p:cNvCxnSpPr>
            <p:nvPr/>
          </p:nvCxnSpPr>
          <p:spPr>
            <a:xfrm flipV="1">
              <a:off x="1631527"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8" name="Straight Connector 227">
              <a:extLst>
                <a:ext uri="{FF2B5EF4-FFF2-40B4-BE49-F238E27FC236}">
                  <a16:creationId xmlns:a16="http://schemas.microsoft.com/office/drawing/2014/main" id="{E293689A-6FE8-40C2-8316-EFF840045DE2}"/>
                </a:ext>
              </a:extLst>
            </p:cNvPr>
            <p:cNvCxnSpPr>
              <a:cxnSpLocks/>
            </p:cNvCxnSpPr>
            <p:nvPr/>
          </p:nvCxnSpPr>
          <p:spPr>
            <a:xfrm flipV="1">
              <a:off x="3244004"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15" name="Group 214">
            <a:extLst>
              <a:ext uri="{FF2B5EF4-FFF2-40B4-BE49-F238E27FC236}">
                <a16:creationId xmlns:a16="http://schemas.microsoft.com/office/drawing/2014/main" id="{C5118FD4-1CBD-4490-82E2-8BFCB2AA5940}"/>
              </a:ext>
            </a:extLst>
          </p:cNvPr>
          <p:cNvGrpSpPr/>
          <p:nvPr/>
        </p:nvGrpSpPr>
        <p:grpSpPr>
          <a:xfrm>
            <a:off x="5049520" y="1752759"/>
            <a:ext cx="4837430" cy="1596390"/>
            <a:chOff x="19050" y="19050"/>
            <a:chExt cx="4837430" cy="1596390"/>
          </a:xfrm>
        </p:grpSpPr>
        <p:sp>
          <p:nvSpPr>
            <p:cNvPr id="219" name="Rectangle: Rounded Corners 218">
              <a:extLst>
                <a:ext uri="{FF2B5EF4-FFF2-40B4-BE49-F238E27FC236}">
                  <a16:creationId xmlns:a16="http://schemas.microsoft.com/office/drawing/2014/main" id="{97B2C1C5-E9DC-4AC9-9D1A-00F9CD63B99F}"/>
                </a:ext>
              </a:extLst>
            </p:cNvPr>
            <p:cNvSpPr/>
            <p:nvPr/>
          </p:nvSpPr>
          <p:spPr>
            <a:xfrm>
              <a:off x="19050" y="19050"/>
              <a:ext cx="4837430" cy="1596390"/>
            </a:xfrm>
            <a:prstGeom prst="roundRect">
              <a:avLst>
                <a:gd name="adj" fmla="val 53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220" name="Straight Connector 219">
              <a:extLst>
                <a:ext uri="{FF2B5EF4-FFF2-40B4-BE49-F238E27FC236}">
                  <a16:creationId xmlns:a16="http://schemas.microsoft.com/office/drawing/2014/main" id="{F6842E39-C2BD-4087-AF92-D01A85F1E58A}"/>
                </a:ext>
              </a:extLst>
            </p:cNvPr>
            <p:cNvCxnSpPr>
              <a:cxnSpLocks/>
            </p:cNvCxnSpPr>
            <p:nvPr/>
          </p:nvCxnSpPr>
          <p:spPr>
            <a:xfrm flipV="1">
              <a:off x="1631527"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B437B363-4DF7-495E-A297-A46788D29FF6}"/>
                </a:ext>
              </a:extLst>
            </p:cNvPr>
            <p:cNvCxnSpPr>
              <a:cxnSpLocks/>
            </p:cNvCxnSpPr>
            <p:nvPr/>
          </p:nvCxnSpPr>
          <p:spPr>
            <a:xfrm flipV="1">
              <a:off x="3244004"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9" name="Group 238">
            <a:extLst>
              <a:ext uri="{FF2B5EF4-FFF2-40B4-BE49-F238E27FC236}">
                <a16:creationId xmlns:a16="http://schemas.microsoft.com/office/drawing/2014/main" id="{BC3D0EE9-ED50-46E6-BBC0-17F97B813154}"/>
              </a:ext>
            </a:extLst>
          </p:cNvPr>
          <p:cNvGrpSpPr/>
          <p:nvPr/>
        </p:nvGrpSpPr>
        <p:grpSpPr>
          <a:xfrm>
            <a:off x="19050" y="3486468"/>
            <a:ext cx="4837430" cy="1596390"/>
            <a:chOff x="19050" y="19050"/>
            <a:chExt cx="4837430" cy="1596390"/>
          </a:xfrm>
        </p:grpSpPr>
        <p:sp>
          <p:nvSpPr>
            <p:cNvPr id="243" name="Rectangle: Rounded Corners 242">
              <a:extLst>
                <a:ext uri="{FF2B5EF4-FFF2-40B4-BE49-F238E27FC236}">
                  <a16:creationId xmlns:a16="http://schemas.microsoft.com/office/drawing/2014/main" id="{4E846784-7AD9-4A45-9CA8-99A0329AD360}"/>
                </a:ext>
              </a:extLst>
            </p:cNvPr>
            <p:cNvSpPr/>
            <p:nvPr/>
          </p:nvSpPr>
          <p:spPr>
            <a:xfrm>
              <a:off x="19050" y="19050"/>
              <a:ext cx="4837430" cy="1596390"/>
            </a:xfrm>
            <a:prstGeom prst="roundRect">
              <a:avLst>
                <a:gd name="adj" fmla="val 53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244" name="Straight Connector 243">
              <a:extLst>
                <a:ext uri="{FF2B5EF4-FFF2-40B4-BE49-F238E27FC236}">
                  <a16:creationId xmlns:a16="http://schemas.microsoft.com/office/drawing/2014/main" id="{5ABF4AED-4A45-4E9A-952C-FDA880570644}"/>
                </a:ext>
              </a:extLst>
            </p:cNvPr>
            <p:cNvCxnSpPr>
              <a:cxnSpLocks/>
            </p:cNvCxnSpPr>
            <p:nvPr/>
          </p:nvCxnSpPr>
          <p:spPr>
            <a:xfrm flipV="1">
              <a:off x="1631527"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0C4EBC1C-A282-492F-BB8C-D49D6DEAA490}"/>
                </a:ext>
              </a:extLst>
            </p:cNvPr>
            <p:cNvCxnSpPr>
              <a:cxnSpLocks/>
            </p:cNvCxnSpPr>
            <p:nvPr/>
          </p:nvCxnSpPr>
          <p:spPr>
            <a:xfrm flipV="1">
              <a:off x="3244004"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2" name="Group 231">
            <a:extLst>
              <a:ext uri="{FF2B5EF4-FFF2-40B4-BE49-F238E27FC236}">
                <a16:creationId xmlns:a16="http://schemas.microsoft.com/office/drawing/2014/main" id="{C8E699D4-3A53-49B0-BE1F-234DEA69E9A8}"/>
              </a:ext>
            </a:extLst>
          </p:cNvPr>
          <p:cNvGrpSpPr/>
          <p:nvPr/>
        </p:nvGrpSpPr>
        <p:grpSpPr>
          <a:xfrm>
            <a:off x="5049520" y="3486468"/>
            <a:ext cx="4837430" cy="1596390"/>
            <a:chOff x="19050" y="19050"/>
            <a:chExt cx="4837430" cy="1596390"/>
          </a:xfrm>
        </p:grpSpPr>
        <p:sp>
          <p:nvSpPr>
            <p:cNvPr id="236" name="Rectangle: Rounded Corners 235">
              <a:extLst>
                <a:ext uri="{FF2B5EF4-FFF2-40B4-BE49-F238E27FC236}">
                  <a16:creationId xmlns:a16="http://schemas.microsoft.com/office/drawing/2014/main" id="{503C3EE5-95F4-4249-ABA6-37DD25306FE8}"/>
                </a:ext>
              </a:extLst>
            </p:cNvPr>
            <p:cNvSpPr/>
            <p:nvPr/>
          </p:nvSpPr>
          <p:spPr>
            <a:xfrm>
              <a:off x="19050" y="19050"/>
              <a:ext cx="4837430" cy="1596390"/>
            </a:xfrm>
            <a:prstGeom prst="roundRect">
              <a:avLst>
                <a:gd name="adj" fmla="val 53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237" name="Straight Connector 236">
              <a:extLst>
                <a:ext uri="{FF2B5EF4-FFF2-40B4-BE49-F238E27FC236}">
                  <a16:creationId xmlns:a16="http://schemas.microsoft.com/office/drawing/2014/main" id="{E4106338-18A5-4A79-B86C-B62CA502DD7D}"/>
                </a:ext>
              </a:extLst>
            </p:cNvPr>
            <p:cNvCxnSpPr>
              <a:cxnSpLocks/>
            </p:cNvCxnSpPr>
            <p:nvPr/>
          </p:nvCxnSpPr>
          <p:spPr>
            <a:xfrm flipV="1">
              <a:off x="1631527"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2C3CA3E8-0277-40D5-A856-6EB8BC2146BB}"/>
                </a:ext>
              </a:extLst>
            </p:cNvPr>
            <p:cNvCxnSpPr>
              <a:cxnSpLocks/>
            </p:cNvCxnSpPr>
            <p:nvPr/>
          </p:nvCxnSpPr>
          <p:spPr>
            <a:xfrm flipV="1">
              <a:off x="3244004"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77" name="Rectangle: Rounded Corners 276">
            <a:extLst>
              <a:ext uri="{FF2B5EF4-FFF2-40B4-BE49-F238E27FC236}">
                <a16:creationId xmlns:a16="http://schemas.microsoft.com/office/drawing/2014/main" id="{24062548-0FC6-4331-B2F7-2CCCBD4C9572}"/>
              </a:ext>
            </a:extLst>
          </p:cNvPr>
          <p:cNvSpPr/>
          <p:nvPr/>
        </p:nvSpPr>
        <p:spPr>
          <a:xfrm>
            <a:off x="19050" y="5220177"/>
            <a:ext cx="4837430" cy="1596390"/>
          </a:xfrm>
          <a:prstGeom prst="roundRect">
            <a:avLst>
              <a:gd name="adj" fmla="val 53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278" name="Straight Connector 277">
            <a:extLst>
              <a:ext uri="{FF2B5EF4-FFF2-40B4-BE49-F238E27FC236}">
                <a16:creationId xmlns:a16="http://schemas.microsoft.com/office/drawing/2014/main" id="{BAC80634-F59C-4B10-B299-5EF22EC88B8A}"/>
              </a:ext>
            </a:extLst>
          </p:cNvPr>
          <p:cNvCxnSpPr>
            <a:cxnSpLocks/>
          </p:cNvCxnSpPr>
          <p:nvPr/>
        </p:nvCxnSpPr>
        <p:spPr>
          <a:xfrm flipV="1">
            <a:off x="1631527" y="5231607"/>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9" name="Straight Connector 278">
            <a:extLst>
              <a:ext uri="{FF2B5EF4-FFF2-40B4-BE49-F238E27FC236}">
                <a16:creationId xmlns:a16="http://schemas.microsoft.com/office/drawing/2014/main" id="{719834F0-9A48-4668-A7A6-911EC18774D3}"/>
              </a:ext>
            </a:extLst>
          </p:cNvPr>
          <p:cNvCxnSpPr>
            <a:cxnSpLocks/>
          </p:cNvCxnSpPr>
          <p:nvPr/>
        </p:nvCxnSpPr>
        <p:spPr>
          <a:xfrm flipV="1">
            <a:off x="3244004" y="5231607"/>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1E4D717F-544D-45D4-8DB6-C390E49A9970}"/>
              </a:ext>
            </a:extLst>
          </p:cNvPr>
          <p:cNvGrpSpPr/>
          <p:nvPr/>
        </p:nvGrpSpPr>
        <p:grpSpPr>
          <a:xfrm>
            <a:off x="220744" y="193677"/>
            <a:ext cx="9500496" cy="6449930"/>
            <a:chOff x="220744" y="193677"/>
            <a:chExt cx="9500496" cy="6449930"/>
          </a:xfrm>
        </p:grpSpPr>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293DFCF-F58D-4A21-A795-83F4D9A7A782}"/>
                    </a:ext>
                  </a:extLst>
                </p:cNvPr>
                <p:cNvSpPr txBox="1"/>
                <p:nvPr/>
              </p:nvSpPr>
              <p:spPr>
                <a:xfrm>
                  <a:off x="362611" y="457444"/>
                  <a:ext cx="973343"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0.4</m:t>
                        </m:r>
                      </m:oMath>
                    </m:oMathPara>
                  </a14:m>
                  <a:endParaRPr lang="en-GB" sz="2400" dirty="0"/>
                </a:p>
              </p:txBody>
            </p:sp>
          </mc:Choice>
          <mc:Fallback xmlns="">
            <p:sp>
              <p:nvSpPr>
                <p:cNvPr id="11" name="TextBox 10">
                  <a:extLst>
                    <a:ext uri="{FF2B5EF4-FFF2-40B4-BE49-F238E27FC236}">
                      <a16:creationId xmlns:a16="http://schemas.microsoft.com/office/drawing/2014/main" id="{5293DFCF-F58D-4A21-A795-83F4D9A7A782}"/>
                    </a:ext>
                  </a:extLst>
                </p:cNvPr>
                <p:cNvSpPr txBox="1">
                  <a:spLocks noRot="1" noChangeAspect="1" noMove="1" noResize="1" noEditPoints="1" noAdjustHandles="1" noChangeArrowheads="1" noChangeShapeType="1" noTextEdit="1"/>
                </p:cNvSpPr>
                <p:nvPr/>
              </p:nvSpPr>
              <p:spPr>
                <a:xfrm>
                  <a:off x="362611" y="457444"/>
                  <a:ext cx="973343" cy="707886"/>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4" name="TextBox 143">
                  <a:extLst>
                    <a:ext uri="{FF2B5EF4-FFF2-40B4-BE49-F238E27FC236}">
                      <a16:creationId xmlns:a16="http://schemas.microsoft.com/office/drawing/2014/main" id="{8791F325-8462-4C4F-8C69-4CE465F39004}"/>
                    </a:ext>
                  </a:extLst>
                </p:cNvPr>
                <p:cNvSpPr txBox="1"/>
                <p:nvPr/>
              </p:nvSpPr>
              <p:spPr>
                <a:xfrm>
                  <a:off x="2045055" y="193677"/>
                  <a:ext cx="583814" cy="1244828"/>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f>
                          <m:fPr>
                            <m:ctrlPr>
                              <a:rPr lang="en-GB" sz="4000" b="0" i="1" smtClean="0">
                                <a:latin typeface="Cambria Math" panose="02040503050406030204" pitchFamily="18" charset="0"/>
                              </a:rPr>
                            </m:ctrlPr>
                          </m:fPr>
                          <m:num>
                            <m:r>
                              <a:rPr lang="en-GB" sz="4000" b="0" i="1" smtClean="0">
                                <a:latin typeface="Cambria Math" panose="02040503050406030204" pitchFamily="18" charset="0"/>
                              </a:rPr>
                              <m:t>1</m:t>
                            </m:r>
                          </m:num>
                          <m:den>
                            <m:r>
                              <a:rPr lang="en-GB" sz="4000" b="0" i="1" smtClean="0">
                                <a:latin typeface="Cambria Math" panose="02040503050406030204" pitchFamily="18" charset="0"/>
                              </a:rPr>
                              <m:t>4</m:t>
                            </m:r>
                          </m:den>
                        </m:f>
                      </m:oMath>
                    </m:oMathPara>
                  </a14:m>
                  <a:endParaRPr lang="en-GB" sz="2400" dirty="0"/>
                </a:p>
              </p:txBody>
            </p:sp>
          </mc:Choice>
          <mc:Fallback xmlns="">
            <p:sp>
              <p:nvSpPr>
                <p:cNvPr id="144" name="TextBox 143">
                  <a:extLst>
                    <a:ext uri="{FF2B5EF4-FFF2-40B4-BE49-F238E27FC236}">
                      <a16:creationId xmlns:a16="http://schemas.microsoft.com/office/drawing/2014/main" id="{8791F325-8462-4C4F-8C69-4CE465F39004}"/>
                    </a:ext>
                  </a:extLst>
                </p:cNvPr>
                <p:cNvSpPr txBox="1">
                  <a:spLocks noRot="1" noChangeAspect="1" noMove="1" noResize="1" noEditPoints="1" noAdjustHandles="1" noChangeArrowheads="1" noChangeShapeType="1" noTextEdit="1"/>
                </p:cNvSpPr>
                <p:nvPr/>
              </p:nvSpPr>
              <p:spPr>
                <a:xfrm>
                  <a:off x="2045055" y="193677"/>
                  <a:ext cx="583814" cy="1244828"/>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5" name="TextBox 144">
                  <a:extLst>
                    <a:ext uri="{FF2B5EF4-FFF2-40B4-BE49-F238E27FC236}">
                      <a16:creationId xmlns:a16="http://schemas.microsoft.com/office/drawing/2014/main" id="{83E38BE7-D0BF-42CC-AC81-2FB15DBBB995}"/>
                    </a:ext>
                  </a:extLst>
                </p:cNvPr>
                <p:cNvSpPr txBox="1"/>
                <p:nvPr/>
              </p:nvSpPr>
              <p:spPr>
                <a:xfrm>
                  <a:off x="3366367" y="457444"/>
                  <a:ext cx="1324402"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10%</m:t>
                        </m:r>
                      </m:oMath>
                    </m:oMathPara>
                  </a14:m>
                  <a:endParaRPr lang="en-GB" sz="4000" b="0" dirty="0"/>
                </a:p>
              </p:txBody>
            </p:sp>
          </mc:Choice>
          <mc:Fallback xmlns="">
            <p:sp>
              <p:nvSpPr>
                <p:cNvPr id="145" name="TextBox 144">
                  <a:extLst>
                    <a:ext uri="{FF2B5EF4-FFF2-40B4-BE49-F238E27FC236}">
                      <a16:creationId xmlns:a16="http://schemas.microsoft.com/office/drawing/2014/main" id="{83E38BE7-D0BF-42CC-AC81-2FB15DBBB995}"/>
                    </a:ext>
                  </a:extLst>
                </p:cNvPr>
                <p:cNvSpPr txBox="1">
                  <a:spLocks noRot="1" noChangeAspect="1" noMove="1" noResize="1" noEditPoints="1" noAdjustHandles="1" noChangeArrowheads="1" noChangeShapeType="1" noTextEdit="1"/>
                </p:cNvSpPr>
                <p:nvPr/>
              </p:nvSpPr>
              <p:spPr>
                <a:xfrm>
                  <a:off x="3366367" y="457444"/>
                  <a:ext cx="1324402" cy="707886"/>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8" name="TextBox 147">
                  <a:extLst>
                    <a:ext uri="{FF2B5EF4-FFF2-40B4-BE49-F238E27FC236}">
                      <a16:creationId xmlns:a16="http://schemas.microsoft.com/office/drawing/2014/main" id="{E03BAC81-A427-47A4-937B-CEB0A90C0A93}"/>
                    </a:ext>
                  </a:extLst>
                </p:cNvPr>
                <p:cNvSpPr txBox="1"/>
                <p:nvPr/>
              </p:nvSpPr>
              <p:spPr>
                <a:xfrm>
                  <a:off x="5508715" y="193677"/>
                  <a:ext cx="583814" cy="1246495"/>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f>
                          <m:fPr>
                            <m:ctrlPr>
                              <a:rPr lang="en-GB" sz="4000" b="0" i="1" smtClean="0">
                                <a:latin typeface="Cambria Math" panose="02040503050406030204" pitchFamily="18" charset="0"/>
                              </a:rPr>
                            </m:ctrlPr>
                          </m:fPr>
                          <m:num>
                            <m:r>
                              <a:rPr lang="en-GB" sz="4000" b="0" i="1" smtClean="0">
                                <a:latin typeface="Cambria Math" panose="02040503050406030204" pitchFamily="18" charset="0"/>
                              </a:rPr>
                              <m:t>4</m:t>
                            </m:r>
                          </m:num>
                          <m:den>
                            <m:r>
                              <a:rPr lang="en-GB" sz="4000" b="0" i="1" smtClean="0">
                                <a:latin typeface="Cambria Math" panose="02040503050406030204" pitchFamily="18" charset="0"/>
                              </a:rPr>
                              <m:t>5</m:t>
                            </m:r>
                          </m:den>
                        </m:f>
                      </m:oMath>
                    </m:oMathPara>
                  </a14:m>
                  <a:endParaRPr lang="en-GB" sz="2400" dirty="0"/>
                </a:p>
              </p:txBody>
            </p:sp>
          </mc:Choice>
          <mc:Fallback xmlns="">
            <p:sp>
              <p:nvSpPr>
                <p:cNvPr id="148" name="TextBox 147">
                  <a:extLst>
                    <a:ext uri="{FF2B5EF4-FFF2-40B4-BE49-F238E27FC236}">
                      <a16:creationId xmlns:a16="http://schemas.microsoft.com/office/drawing/2014/main" id="{E03BAC81-A427-47A4-937B-CEB0A90C0A93}"/>
                    </a:ext>
                  </a:extLst>
                </p:cNvPr>
                <p:cNvSpPr txBox="1">
                  <a:spLocks noRot="1" noChangeAspect="1" noMove="1" noResize="1" noEditPoints="1" noAdjustHandles="1" noChangeArrowheads="1" noChangeShapeType="1" noTextEdit="1"/>
                </p:cNvSpPr>
                <p:nvPr/>
              </p:nvSpPr>
              <p:spPr>
                <a:xfrm>
                  <a:off x="5508715" y="193677"/>
                  <a:ext cx="583814" cy="1246495"/>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9" name="TextBox 148">
                  <a:extLst>
                    <a:ext uri="{FF2B5EF4-FFF2-40B4-BE49-F238E27FC236}">
                      <a16:creationId xmlns:a16="http://schemas.microsoft.com/office/drawing/2014/main" id="{3FD4AED2-42F2-4B22-959A-12580C253166}"/>
                    </a:ext>
                  </a:extLst>
                </p:cNvPr>
                <p:cNvSpPr txBox="1"/>
                <p:nvPr/>
              </p:nvSpPr>
              <p:spPr>
                <a:xfrm>
                  <a:off x="7075525" y="193677"/>
                  <a:ext cx="583814" cy="1248803"/>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f>
                          <m:fPr>
                            <m:ctrlPr>
                              <a:rPr lang="en-GB" sz="4000" b="0" i="1" smtClean="0">
                                <a:latin typeface="Cambria Math" panose="02040503050406030204" pitchFamily="18" charset="0"/>
                              </a:rPr>
                            </m:ctrlPr>
                          </m:fPr>
                          <m:num>
                            <m:r>
                              <a:rPr lang="en-GB" sz="4000" b="0" i="1" smtClean="0">
                                <a:latin typeface="Cambria Math" panose="02040503050406030204" pitchFamily="18" charset="0"/>
                              </a:rPr>
                              <m:t>2</m:t>
                            </m:r>
                          </m:num>
                          <m:den>
                            <m:r>
                              <a:rPr lang="en-GB" sz="4000" b="0" i="1" smtClean="0">
                                <a:latin typeface="Cambria Math" panose="02040503050406030204" pitchFamily="18" charset="0"/>
                              </a:rPr>
                              <m:t>5</m:t>
                            </m:r>
                          </m:den>
                        </m:f>
                      </m:oMath>
                    </m:oMathPara>
                  </a14:m>
                  <a:endParaRPr lang="en-GB" sz="2400" dirty="0"/>
                </a:p>
              </p:txBody>
            </p:sp>
          </mc:Choice>
          <mc:Fallback xmlns="">
            <p:sp>
              <p:nvSpPr>
                <p:cNvPr id="149" name="TextBox 148">
                  <a:extLst>
                    <a:ext uri="{FF2B5EF4-FFF2-40B4-BE49-F238E27FC236}">
                      <a16:creationId xmlns:a16="http://schemas.microsoft.com/office/drawing/2014/main" id="{3FD4AED2-42F2-4B22-959A-12580C253166}"/>
                    </a:ext>
                  </a:extLst>
                </p:cNvPr>
                <p:cNvSpPr txBox="1">
                  <a:spLocks noRot="1" noChangeAspect="1" noMove="1" noResize="1" noEditPoints="1" noAdjustHandles="1" noChangeArrowheads="1" noChangeShapeType="1" noTextEdit="1"/>
                </p:cNvSpPr>
                <p:nvPr/>
              </p:nvSpPr>
              <p:spPr>
                <a:xfrm>
                  <a:off x="7075525" y="193677"/>
                  <a:ext cx="583814" cy="1248803"/>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0" name="TextBox 149">
                  <a:extLst>
                    <a:ext uri="{FF2B5EF4-FFF2-40B4-BE49-F238E27FC236}">
                      <a16:creationId xmlns:a16="http://schemas.microsoft.com/office/drawing/2014/main" id="{759FA90C-95DF-4222-9FC7-4D1C8E5D8C36}"/>
                    </a:ext>
                  </a:extLst>
                </p:cNvPr>
                <p:cNvSpPr txBox="1"/>
                <p:nvPr/>
              </p:nvSpPr>
              <p:spPr>
                <a:xfrm>
                  <a:off x="8396838" y="457444"/>
                  <a:ext cx="1324402"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20%</m:t>
                        </m:r>
                      </m:oMath>
                    </m:oMathPara>
                  </a14:m>
                  <a:endParaRPr lang="en-GB" sz="2400" dirty="0"/>
                </a:p>
              </p:txBody>
            </p:sp>
          </mc:Choice>
          <mc:Fallback xmlns="">
            <p:sp>
              <p:nvSpPr>
                <p:cNvPr id="150" name="TextBox 149">
                  <a:extLst>
                    <a:ext uri="{FF2B5EF4-FFF2-40B4-BE49-F238E27FC236}">
                      <a16:creationId xmlns:a16="http://schemas.microsoft.com/office/drawing/2014/main" id="{759FA90C-95DF-4222-9FC7-4D1C8E5D8C36}"/>
                    </a:ext>
                  </a:extLst>
                </p:cNvPr>
                <p:cNvSpPr txBox="1">
                  <a:spLocks noRot="1" noChangeAspect="1" noMove="1" noResize="1" noEditPoints="1" noAdjustHandles="1" noChangeArrowheads="1" noChangeShapeType="1" noTextEdit="1"/>
                </p:cNvSpPr>
                <p:nvPr/>
              </p:nvSpPr>
              <p:spPr>
                <a:xfrm>
                  <a:off x="8396838" y="457444"/>
                  <a:ext cx="1324402" cy="707886"/>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3" name="TextBox 222">
                  <a:extLst>
                    <a:ext uri="{FF2B5EF4-FFF2-40B4-BE49-F238E27FC236}">
                      <a16:creationId xmlns:a16="http://schemas.microsoft.com/office/drawing/2014/main" id="{398B6906-D526-46CC-99DA-C7025D7E6F9D}"/>
                    </a:ext>
                  </a:extLst>
                </p:cNvPr>
                <p:cNvSpPr txBox="1"/>
                <p:nvPr/>
              </p:nvSpPr>
              <p:spPr>
                <a:xfrm>
                  <a:off x="362609" y="2191153"/>
                  <a:ext cx="973343"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0.6</m:t>
                        </m:r>
                      </m:oMath>
                    </m:oMathPara>
                  </a14:m>
                  <a:endParaRPr lang="en-GB" sz="2400" dirty="0"/>
                </a:p>
              </p:txBody>
            </p:sp>
          </mc:Choice>
          <mc:Fallback xmlns="">
            <p:sp>
              <p:nvSpPr>
                <p:cNvPr id="223" name="TextBox 222">
                  <a:extLst>
                    <a:ext uri="{FF2B5EF4-FFF2-40B4-BE49-F238E27FC236}">
                      <a16:creationId xmlns:a16="http://schemas.microsoft.com/office/drawing/2014/main" id="{398B6906-D526-46CC-99DA-C7025D7E6F9D}"/>
                    </a:ext>
                  </a:extLst>
                </p:cNvPr>
                <p:cNvSpPr txBox="1">
                  <a:spLocks noRot="1" noChangeAspect="1" noMove="1" noResize="1" noEditPoints="1" noAdjustHandles="1" noChangeArrowheads="1" noChangeShapeType="1" noTextEdit="1"/>
                </p:cNvSpPr>
                <p:nvPr/>
              </p:nvSpPr>
              <p:spPr>
                <a:xfrm>
                  <a:off x="362609" y="2191153"/>
                  <a:ext cx="973343" cy="707886"/>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4" name="TextBox 223">
                  <a:extLst>
                    <a:ext uri="{FF2B5EF4-FFF2-40B4-BE49-F238E27FC236}">
                      <a16:creationId xmlns:a16="http://schemas.microsoft.com/office/drawing/2014/main" id="{041A209A-9B4E-4521-9399-87310F3F6C72}"/>
                    </a:ext>
                  </a:extLst>
                </p:cNvPr>
                <p:cNvSpPr txBox="1"/>
                <p:nvPr/>
              </p:nvSpPr>
              <p:spPr>
                <a:xfrm>
                  <a:off x="1753891" y="2191153"/>
                  <a:ext cx="1324402"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75%</m:t>
                        </m:r>
                      </m:oMath>
                    </m:oMathPara>
                  </a14:m>
                  <a:endParaRPr lang="en-GB" sz="2400" dirty="0"/>
                </a:p>
              </p:txBody>
            </p:sp>
          </mc:Choice>
          <mc:Fallback xmlns="">
            <p:sp>
              <p:nvSpPr>
                <p:cNvPr id="224" name="TextBox 223">
                  <a:extLst>
                    <a:ext uri="{FF2B5EF4-FFF2-40B4-BE49-F238E27FC236}">
                      <a16:creationId xmlns:a16="http://schemas.microsoft.com/office/drawing/2014/main" id="{041A209A-9B4E-4521-9399-87310F3F6C72}"/>
                    </a:ext>
                  </a:extLst>
                </p:cNvPr>
                <p:cNvSpPr txBox="1">
                  <a:spLocks noRot="1" noChangeAspect="1" noMove="1" noResize="1" noEditPoints="1" noAdjustHandles="1" noChangeArrowheads="1" noChangeShapeType="1" noTextEdit="1"/>
                </p:cNvSpPr>
                <p:nvPr/>
              </p:nvSpPr>
              <p:spPr>
                <a:xfrm>
                  <a:off x="1753891" y="2191153"/>
                  <a:ext cx="1324402" cy="707886"/>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5" name="TextBox 224">
                  <a:extLst>
                    <a:ext uri="{FF2B5EF4-FFF2-40B4-BE49-F238E27FC236}">
                      <a16:creationId xmlns:a16="http://schemas.microsoft.com/office/drawing/2014/main" id="{E8C493CA-7E52-4971-AF9A-0151E82175DE}"/>
                    </a:ext>
                  </a:extLst>
                </p:cNvPr>
                <p:cNvSpPr txBox="1"/>
                <p:nvPr/>
              </p:nvSpPr>
              <p:spPr>
                <a:xfrm>
                  <a:off x="3366367" y="2191153"/>
                  <a:ext cx="1324402"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40%</m:t>
                        </m:r>
                      </m:oMath>
                    </m:oMathPara>
                  </a14:m>
                  <a:endParaRPr lang="en-GB" sz="2400" dirty="0"/>
                </a:p>
              </p:txBody>
            </p:sp>
          </mc:Choice>
          <mc:Fallback xmlns="">
            <p:sp>
              <p:nvSpPr>
                <p:cNvPr id="225" name="TextBox 224">
                  <a:extLst>
                    <a:ext uri="{FF2B5EF4-FFF2-40B4-BE49-F238E27FC236}">
                      <a16:creationId xmlns:a16="http://schemas.microsoft.com/office/drawing/2014/main" id="{E8C493CA-7E52-4971-AF9A-0151E82175DE}"/>
                    </a:ext>
                  </a:extLst>
                </p:cNvPr>
                <p:cNvSpPr txBox="1">
                  <a:spLocks noRot="1" noChangeAspect="1" noMove="1" noResize="1" noEditPoints="1" noAdjustHandles="1" noChangeArrowheads="1" noChangeShapeType="1" noTextEdit="1"/>
                </p:cNvSpPr>
                <p:nvPr/>
              </p:nvSpPr>
              <p:spPr>
                <a:xfrm>
                  <a:off x="3366367" y="2191153"/>
                  <a:ext cx="1324402" cy="707886"/>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6" name="TextBox 215">
                  <a:extLst>
                    <a:ext uri="{FF2B5EF4-FFF2-40B4-BE49-F238E27FC236}">
                      <a16:creationId xmlns:a16="http://schemas.microsoft.com/office/drawing/2014/main" id="{F74CBEF6-3719-4630-956F-EC5C543F8F0C}"/>
                    </a:ext>
                  </a:extLst>
                </p:cNvPr>
                <p:cNvSpPr txBox="1"/>
                <p:nvPr/>
              </p:nvSpPr>
              <p:spPr>
                <a:xfrm>
                  <a:off x="5251215" y="2191153"/>
                  <a:ext cx="1257075"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0.25</m:t>
                        </m:r>
                      </m:oMath>
                    </m:oMathPara>
                  </a14:m>
                  <a:endParaRPr lang="en-GB" sz="2400" dirty="0"/>
                </a:p>
              </p:txBody>
            </p:sp>
          </mc:Choice>
          <mc:Fallback xmlns="">
            <p:sp>
              <p:nvSpPr>
                <p:cNvPr id="216" name="TextBox 215">
                  <a:extLst>
                    <a:ext uri="{FF2B5EF4-FFF2-40B4-BE49-F238E27FC236}">
                      <a16:creationId xmlns:a16="http://schemas.microsoft.com/office/drawing/2014/main" id="{F74CBEF6-3719-4630-956F-EC5C543F8F0C}"/>
                    </a:ext>
                  </a:extLst>
                </p:cNvPr>
                <p:cNvSpPr txBox="1">
                  <a:spLocks noRot="1" noChangeAspect="1" noMove="1" noResize="1" noEditPoints="1" noAdjustHandles="1" noChangeArrowheads="1" noChangeShapeType="1" noTextEdit="1"/>
                </p:cNvSpPr>
                <p:nvPr/>
              </p:nvSpPr>
              <p:spPr>
                <a:xfrm>
                  <a:off x="5251215" y="2191153"/>
                  <a:ext cx="1257075" cy="707886"/>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7" name="TextBox 216">
                  <a:extLst>
                    <a:ext uri="{FF2B5EF4-FFF2-40B4-BE49-F238E27FC236}">
                      <a16:creationId xmlns:a16="http://schemas.microsoft.com/office/drawing/2014/main" id="{2BB4C793-1CEC-419E-ACFA-A30F025410B2}"/>
                    </a:ext>
                  </a:extLst>
                </p:cNvPr>
                <p:cNvSpPr txBox="1"/>
                <p:nvPr/>
              </p:nvSpPr>
              <p:spPr>
                <a:xfrm>
                  <a:off x="6784361" y="2191153"/>
                  <a:ext cx="1324402"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80%</m:t>
                        </m:r>
                      </m:oMath>
                    </m:oMathPara>
                  </a14:m>
                  <a:endParaRPr lang="en-GB" sz="2400" dirty="0"/>
                </a:p>
              </p:txBody>
            </p:sp>
          </mc:Choice>
          <mc:Fallback xmlns="">
            <p:sp>
              <p:nvSpPr>
                <p:cNvPr id="217" name="TextBox 216">
                  <a:extLst>
                    <a:ext uri="{FF2B5EF4-FFF2-40B4-BE49-F238E27FC236}">
                      <a16:creationId xmlns:a16="http://schemas.microsoft.com/office/drawing/2014/main" id="{2BB4C793-1CEC-419E-ACFA-A30F025410B2}"/>
                    </a:ext>
                  </a:extLst>
                </p:cNvPr>
                <p:cNvSpPr txBox="1">
                  <a:spLocks noRot="1" noChangeAspect="1" noMove="1" noResize="1" noEditPoints="1" noAdjustHandles="1" noChangeArrowheads="1" noChangeShapeType="1" noTextEdit="1"/>
                </p:cNvSpPr>
                <p:nvPr/>
              </p:nvSpPr>
              <p:spPr>
                <a:xfrm>
                  <a:off x="6784361" y="2191153"/>
                  <a:ext cx="1324402" cy="707886"/>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8" name="TextBox 217">
                  <a:extLst>
                    <a:ext uri="{FF2B5EF4-FFF2-40B4-BE49-F238E27FC236}">
                      <a16:creationId xmlns:a16="http://schemas.microsoft.com/office/drawing/2014/main" id="{2B69DFF5-1B49-4BC7-9279-63044724BC7D}"/>
                    </a:ext>
                  </a:extLst>
                </p:cNvPr>
                <p:cNvSpPr txBox="1"/>
                <p:nvPr/>
              </p:nvSpPr>
              <p:spPr>
                <a:xfrm>
                  <a:off x="8688001" y="1927386"/>
                  <a:ext cx="583814" cy="1244828"/>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f>
                          <m:fPr>
                            <m:ctrlPr>
                              <a:rPr lang="en-GB" sz="4000" b="0" i="1" smtClean="0">
                                <a:latin typeface="Cambria Math" panose="02040503050406030204" pitchFamily="18" charset="0"/>
                              </a:rPr>
                            </m:ctrlPr>
                          </m:fPr>
                          <m:num>
                            <m:r>
                              <a:rPr lang="en-GB" sz="4000" b="0" i="1" smtClean="0">
                                <a:latin typeface="Cambria Math" panose="02040503050406030204" pitchFamily="18" charset="0"/>
                              </a:rPr>
                              <m:t>3</m:t>
                            </m:r>
                          </m:num>
                          <m:den>
                            <m:r>
                              <a:rPr lang="en-GB" sz="4000" b="0" i="1" smtClean="0">
                                <a:latin typeface="Cambria Math" panose="02040503050406030204" pitchFamily="18" charset="0"/>
                              </a:rPr>
                              <m:t>4</m:t>
                            </m:r>
                          </m:den>
                        </m:f>
                      </m:oMath>
                    </m:oMathPara>
                  </a14:m>
                  <a:endParaRPr lang="en-GB" sz="2400" dirty="0"/>
                </a:p>
              </p:txBody>
            </p:sp>
          </mc:Choice>
          <mc:Fallback xmlns="">
            <p:sp>
              <p:nvSpPr>
                <p:cNvPr id="218" name="TextBox 217">
                  <a:extLst>
                    <a:ext uri="{FF2B5EF4-FFF2-40B4-BE49-F238E27FC236}">
                      <a16:creationId xmlns:a16="http://schemas.microsoft.com/office/drawing/2014/main" id="{2B69DFF5-1B49-4BC7-9279-63044724BC7D}"/>
                    </a:ext>
                  </a:extLst>
                </p:cNvPr>
                <p:cNvSpPr txBox="1">
                  <a:spLocks noRot="1" noChangeAspect="1" noMove="1" noResize="1" noEditPoints="1" noAdjustHandles="1" noChangeArrowheads="1" noChangeShapeType="1" noTextEdit="1"/>
                </p:cNvSpPr>
                <p:nvPr/>
              </p:nvSpPr>
              <p:spPr>
                <a:xfrm>
                  <a:off x="8688001" y="1927386"/>
                  <a:ext cx="583814" cy="1244828"/>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0" name="TextBox 239">
                  <a:extLst>
                    <a:ext uri="{FF2B5EF4-FFF2-40B4-BE49-F238E27FC236}">
                      <a16:creationId xmlns:a16="http://schemas.microsoft.com/office/drawing/2014/main" id="{C776FD91-D656-474D-B0C6-50CF0A22A75E}"/>
                    </a:ext>
                  </a:extLst>
                </p:cNvPr>
                <p:cNvSpPr txBox="1"/>
                <p:nvPr/>
              </p:nvSpPr>
              <p:spPr>
                <a:xfrm>
                  <a:off x="362611" y="3924862"/>
                  <a:ext cx="973343"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0.2</m:t>
                        </m:r>
                      </m:oMath>
                    </m:oMathPara>
                  </a14:m>
                  <a:endParaRPr lang="en-GB" sz="2400" dirty="0"/>
                </a:p>
              </p:txBody>
            </p:sp>
          </mc:Choice>
          <mc:Fallback xmlns="">
            <p:sp>
              <p:nvSpPr>
                <p:cNvPr id="240" name="TextBox 239">
                  <a:extLst>
                    <a:ext uri="{FF2B5EF4-FFF2-40B4-BE49-F238E27FC236}">
                      <a16:creationId xmlns:a16="http://schemas.microsoft.com/office/drawing/2014/main" id="{C776FD91-D656-474D-B0C6-50CF0A22A75E}"/>
                    </a:ext>
                  </a:extLst>
                </p:cNvPr>
                <p:cNvSpPr txBox="1">
                  <a:spLocks noRot="1" noChangeAspect="1" noMove="1" noResize="1" noEditPoints="1" noAdjustHandles="1" noChangeArrowheads="1" noChangeShapeType="1" noTextEdit="1"/>
                </p:cNvSpPr>
                <p:nvPr/>
              </p:nvSpPr>
              <p:spPr>
                <a:xfrm>
                  <a:off x="362611" y="3924862"/>
                  <a:ext cx="973343" cy="707886"/>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1" name="TextBox 240">
                  <a:extLst>
                    <a:ext uri="{FF2B5EF4-FFF2-40B4-BE49-F238E27FC236}">
                      <a16:creationId xmlns:a16="http://schemas.microsoft.com/office/drawing/2014/main" id="{03438E99-6DDA-4F5E-B960-9297958198CD}"/>
                    </a:ext>
                  </a:extLst>
                </p:cNvPr>
                <p:cNvSpPr txBox="1"/>
                <p:nvPr/>
              </p:nvSpPr>
              <p:spPr>
                <a:xfrm>
                  <a:off x="2045055" y="3661095"/>
                  <a:ext cx="583814" cy="1248803"/>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f>
                          <m:fPr>
                            <m:ctrlPr>
                              <a:rPr lang="en-GB" sz="4000" b="0" i="1" smtClean="0">
                                <a:latin typeface="Cambria Math" panose="02040503050406030204" pitchFamily="18" charset="0"/>
                              </a:rPr>
                            </m:ctrlPr>
                          </m:fPr>
                          <m:num>
                            <m:r>
                              <a:rPr lang="en-GB" sz="4000" b="0" i="1" smtClean="0">
                                <a:latin typeface="Cambria Math" panose="02040503050406030204" pitchFamily="18" charset="0"/>
                              </a:rPr>
                              <m:t>3</m:t>
                            </m:r>
                          </m:num>
                          <m:den>
                            <m:r>
                              <a:rPr lang="en-GB" sz="4000" b="0" i="1" smtClean="0">
                                <a:latin typeface="Cambria Math" panose="02040503050406030204" pitchFamily="18" charset="0"/>
                              </a:rPr>
                              <m:t>5</m:t>
                            </m:r>
                          </m:den>
                        </m:f>
                      </m:oMath>
                    </m:oMathPara>
                  </a14:m>
                  <a:endParaRPr lang="en-GB" sz="2400" dirty="0"/>
                </a:p>
              </p:txBody>
            </p:sp>
          </mc:Choice>
          <mc:Fallback xmlns="">
            <p:sp>
              <p:nvSpPr>
                <p:cNvPr id="241" name="TextBox 240">
                  <a:extLst>
                    <a:ext uri="{FF2B5EF4-FFF2-40B4-BE49-F238E27FC236}">
                      <a16:creationId xmlns:a16="http://schemas.microsoft.com/office/drawing/2014/main" id="{03438E99-6DDA-4F5E-B960-9297958198CD}"/>
                    </a:ext>
                  </a:extLst>
                </p:cNvPr>
                <p:cNvSpPr txBox="1">
                  <a:spLocks noRot="1" noChangeAspect="1" noMove="1" noResize="1" noEditPoints="1" noAdjustHandles="1" noChangeArrowheads="1" noChangeShapeType="1" noTextEdit="1"/>
                </p:cNvSpPr>
                <p:nvPr/>
              </p:nvSpPr>
              <p:spPr>
                <a:xfrm>
                  <a:off x="2045055" y="3661095"/>
                  <a:ext cx="583814" cy="1248803"/>
                </a:xfrm>
                <a:prstGeom prst="rect">
                  <a:avLst/>
                </a:prstGeom>
                <a:blipFill>
                  <a:blip r:embed="rId1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2" name="TextBox 241">
                  <a:extLst>
                    <a:ext uri="{FF2B5EF4-FFF2-40B4-BE49-F238E27FC236}">
                      <a16:creationId xmlns:a16="http://schemas.microsoft.com/office/drawing/2014/main" id="{655EF316-59FF-4750-BB8F-A4CE35125827}"/>
                    </a:ext>
                  </a:extLst>
                </p:cNvPr>
                <p:cNvSpPr txBox="1"/>
                <p:nvPr/>
              </p:nvSpPr>
              <p:spPr>
                <a:xfrm>
                  <a:off x="3366367" y="3924862"/>
                  <a:ext cx="1324402"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25%</m:t>
                        </m:r>
                      </m:oMath>
                    </m:oMathPara>
                  </a14:m>
                  <a:endParaRPr lang="en-GB" sz="2400" dirty="0"/>
                </a:p>
              </p:txBody>
            </p:sp>
          </mc:Choice>
          <mc:Fallback xmlns="">
            <p:sp>
              <p:nvSpPr>
                <p:cNvPr id="242" name="TextBox 241">
                  <a:extLst>
                    <a:ext uri="{FF2B5EF4-FFF2-40B4-BE49-F238E27FC236}">
                      <a16:creationId xmlns:a16="http://schemas.microsoft.com/office/drawing/2014/main" id="{655EF316-59FF-4750-BB8F-A4CE35125827}"/>
                    </a:ext>
                  </a:extLst>
                </p:cNvPr>
                <p:cNvSpPr txBox="1">
                  <a:spLocks noRot="1" noChangeAspect="1" noMove="1" noResize="1" noEditPoints="1" noAdjustHandles="1" noChangeArrowheads="1" noChangeShapeType="1" noTextEdit="1"/>
                </p:cNvSpPr>
                <p:nvPr/>
              </p:nvSpPr>
              <p:spPr>
                <a:xfrm>
                  <a:off x="3366367" y="3924862"/>
                  <a:ext cx="1324402" cy="707886"/>
                </a:xfrm>
                <a:prstGeom prst="rect">
                  <a:avLst/>
                </a:prstGeom>
                <a:blipFill>
                  <a:blip r:embed="rId1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3" name="TextBox 232">
                  <a:extLst>
                    <a:ext uri="{FF2B5EF4-FFF2-40B4-BE49-F238E27FC236}">
                      <a16:creationId xmlns:a16="http://schemas.microsoft.com/office/drawing/2014/main" id="{077E3440-E4AC-4BBF-A83A-C707C2B98FB8}"/>
                    </a:ext>
                  </a:extLst>
                </p:cNvPr>
                <p:cNvSpPr txBox="1"/>
                <p:nvPr/>
              </p:nvSpPr>
              <p:spPr>
                <a:xfrm>
                  <a:off x="5366850" y="3661095"/>
                  <a:ext cx="867545" cy="1248803"/>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f>
                          <m:fPr>
                            <m:ctrlPr>
                              <a:rPr lang="en-GB" sz="4000" b="0" i="1" smtClean="0">
                                <a:latin typeface="Cambria Math" panose="02040503050406030204" pitchFamily="18" charset="0"/>
                              </a:rPr>
                            </m:ctrlPr>
                          </m:fPr>
                          <m:num>
                            <m:r>
                              <a:rPr lang="en-GB" sz="4000" b="0" i="1" smtClean="0">
                                <a:latin typeface="Cambria Math" panose="02040503050406030204" pitchFamily="18" charset="0"/>
                              </a:rPr>
                              <m:t>1</m:t>
                            </m:r>
                          </m:num>
                          <m:den>
                            <m:r>
                              <a:rPr lang="en-GB" sz="4000" b="0" i="1" smtClean="0">
                                <a:latin typeface="Cambria Math" panose="02040503050406030204" pitchFamily="18" charset="0"/>
                              </a:rPr>
                              <m:t>10</m:t>
                            </m:r>
                          </m:den>
                        </m:f>
                      </m:oMath>
                    </m:oMathPara>
                  </a14:m>
                  <a:endParaRPr lang="en-GB" sz="2400" dirty="0"/>
                </a:p>
              </p:txBody>
            </p:sp>
          </mc:Choice>
          <mc:Fallback xmlns="">
            <p:sp>
              <p:nvSpPr>
                <p:cNvPr id="233" name="TextBox 232">
                  <a:extLst>
                    <a:ext uri="{FF2B5EF4-FFF2-40B4-BE49-F238E27FC236}">
                      <a16:creationId xmlns:a16="http://schemas.microsoft.com/office/drawing/2014/main" id="{077E3440-E4AC-4BBF-A83A-C707C2B98FB8}"/>
                    </a:ext>
                  </a:extLst>
                </p:cNvPr>
                <p:cNvSpPr txBox="1">
                  <a:spLocks noRot="1" noChangeAspect="1" noMove="1" noResize="1" noEditPoints="1" noAdjustHandles="1" noChangeArrowheads="1" noChangeShapeType="1" noTextEdit="1"/>
                </p:cNvSpPr>
                <p:nvPr/>
              </p:nvSpPr>
              <p:spPr>
                <a:xfrm>
                  <a:off x="5366850" y="3661095"/>
                  <a:ext cx="867545" cy="1248803"/>
                </a:xfrm>
                <a:prstGeom prst="rect">
                  <a:avLst/>
                </a:prstGeom>
                <a:blipFill>
                  <a:blip r:embed="rId1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4" name="TextBox 233">
                  <a:extLst>
                    <a:ext uri="{FF2B5EF4-FFF2-40B4-BE49-F238E27FC236}">
                      <a16:creationId xmlns:a16="http://schemas.microsoft.com/office/drawing/2014/main" id="{07393DA8-649B-4058-A3BB-9EED54855C55}"/>
                    </a:ext>
                  </a:extLst>
                </p:cNvPr>
                <p:cNvSpPr txBox="1"/>
                <p:nvPr/>
              </p:nvSpPr>
              <p:spPr>
                <a:xfrm>
                  <a:off x="6784361" y="3924862"/>
                  <a:ext cx="1324402"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60%</m:t>
                        </m:r>
                      </m:oMath>
                    </m:oMathPara>
                  </a14:m>
                  <a:endParaRPr lang="en-GB" sz="2400" dirty="0"/>
                </a:p>
              </p:txBody>
            </p:sp>
          </mc:Choice>
          <mc:Fallback xmlns="">
            <p:sp>
              <p:nvSpPr>
                <p:cNvPr id="234" name="TextBox 233">
                  <a:extLst>
                    <a:ext uri="{FF2B5EF4-FFF2-40B4-BE49-F238E27FC236}">
                      <a16:creationId xmlns:a16="http://schemas.microsoft.com/office/drawing/2014/main" id="{07393DA8-649B-4058-A3BB-9EED54855C55}"/>
                    </a:ext>
                  </a:extLst>
                </p:cNvPr>
                <p:cNvSpPr txBox="1">
                  <a:spLocks noRot="1" noChangeAspect="1" noMove="1" noResize="1" noEditPoints="1" noAdjustHandles="1" noChangeArrowheads="1" noChangeShapeType="1" noTextEdit="1"/>
                </p:cNvSpPr>
                <p:nvPr/>
              </p:nvSpPr>
              <p:spPr>
                <a:xfrm>
                  <a:off x="6784361" y="3924862"/>
                  <a:ext cx="1324402" cy="707886"/>
                </a:xfrm>
                <a:prstGeom prst="rect">
                  <a:avLst/>
                </a:prstGeom>
                <a:blipFill>
                  <a:blip r:embed="rId1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5" name="TextBox 234">
                  <a:extLst>
                    <a:ext uri="{FF2B5EF4-FFF2-40B4-BE49-F238E27FC236}">
                      <a16:creationId xmlns:a16="http://schemas.microsoft.com/office/drawing/2014/main" id="{953BB9BF-5FD7-4AD3-A3E6-3360DC703863}"/>
                    </a:ext>
                  </a:extLst>
                </p:cNvPr>
                <p:cNvSpPr txBox="1"/>
                <p:nvPr/>
              </p:nvSpPr>
              <p:spPr>
                <a:xfrm>
                  <a:off x="8572366" y="3924862"/>
                  <a:ext cx="973343"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0.8</m:t>
                        </m:r>
                      </m:oMath>
                    </m:oMathPara>
                  </a14:m>
                  <a:endParaRPr lang="en-GB" sz="2400" dirty="0"/>
                </a:p>
              </p:txBody>
            </p:sp>
          </mc:Choice>
          <mc:Fallback xmlns="">
            <p:sp>
              <p:nvSpPr>
                <p:cNvPr id="235" name="TextBox 234">
                  <a:extLst>
                    <a:ext uri="{FF2B5EF4-FFF2-40B4-BE49-F238E27FC236}">
                      <a16:creationId xmlns:a16="http://schemas.microsoft.com/office/drawing/2014/main" id="{953BB9BF-5FD7-4AD3-A3E6-3360DC703863}"/>
                    </a:ext>
                  </a:extLst>
                </p:cNvPr>
                <p:cNvSpPr txBox="1">
                  <a:spLocks noRot="1" noChangeAspect="1" noMove="1" noResize="1" noEditPoints="1" noAdjustHandles="1" noChangeArrowheads="1" noChangeShapeType="1" noTextEdit="1"/>
                </p:cNvSpPr>
                <p:nvPr/>
              </p:nvSpPr>
              <p:spPr>
                <a:xfrm>
                  <a:off x="8572366" y="3924862"/>
                  <a:ext cx="973343" cy="707886"/>
                </a:xfrm>
                <a:prstGeom prst="rect">
                  <a:avLst/>
                </a:prstGeom>
                <a:blipFill>
                  <a:blip r:embed="rId1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4" name="TextBox 273">
                  <a:extLst>
                    <a:ext uri="{FF2B5EF4-FFF2-40B4-BE49-F238E27FC236}">
                      <a16:creationId xmlns:a16="http://schemas.microsoft.com/office/drawing/2014/main" id="{8EAFDE06-B77E-47B2-A630-557F9273F935}"/>
                    </a:ext>
                  </a:extLst>
                </p:cNvPr>
                <p:cNvSpPr txBox="1"/>
                <p:nvPr/>
              </p:nvSpPr>
              <p:spPr>
                <a:xfrm>
                  <a:off x="220744" y="5658571"/>
                  <a:ext cx="1257075"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0.75</m:t>
                        </m:r>
                      </m:oMath>
                    </m:oMathPara>
                  </a14:m>
                  <a:endParaRPr lang="en-GB" sz="2400" dirty="0"/>
                </a:p>
              </p:txBody>
            </p:sp>
          </mc:Choice>
          <mc:Fallback xmlns="">
            <p:sp>
              <p:nvSpPr>
                <p:cNvPr id="274" name="TextBox 273">
                  <a:extLst>
                    <a:ext uri="{FF2B5EF4-FFF2-40B4-BE49-F238E27FC236}">
                      <a16:creationId xmlns:a16="http://schemas.microsoft.com/office/drawing/2014/main" id="{8EAFDE06-B77E-47B2-A630-557F9273F935}"/>
                    </a:ext>
                  </a:extLst>
                </p:cNvPr>
                <p:cNvSpPr txBox="1">
                  <a:spLocks noRot="1" noChangeAspect="1" noMove="1" noResize="1" noEditPoints="1" noAdjustHandles="1" noChangeArrowheads="1" noChangeShapeType="1" noTextEdit="1"/>
                </p:cNvSpPr>
                <p:nvPr/>
              </p:nvSpPr>
              <p:spPr>
                <a:xfrm>
                  <a:off x="220744" y="5658571"/>
                  <a:ext cx="1257075" cy="707886"/>
                </a:xfrm>
                <a:prstGeom prst="rect">
                  <a:avLst/>
                </a:prstGeom>
                <a:blipFill>
                  <a:blip r:embed="rId2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5" name="TextBox 274">
                  <a:extLst>
                    <a:ext uri="{FF2B5EF4-FFF2-40B4-BE49-F238E27FC236}">
                      <a16:creationId xmlns:a16="http://schemas.microsoft.com/office/drawing/2014/main" id="{2D910685-B5D4-4242-90F9-8B4D7378BD44}"/>
                    </a:ext>
                  </a:extLst>
                </p:cNvPr>
                <p:cNvSpPr txBox="1"/>
                <p:nvPr/>
              </p:nvSpPr>
              <p:spPr>
                <a:xfrm>
                  <a:off x="1929420" y="5658571"/>
                  <a:ext cx="973343"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0.1</m:t>
                        </m:r>
                      </m:oMath>
                    </m:oMathPara>
                  </a14:m>
                  <a:endParaRPr lang="en-GB" sz="2400" dirty="0"/>
                </a:p>
              </p:txBody>
            </p:sp>
          </mc:Choice>
          <mc:Fallback xmlns="">
            <p:sp>
              <p:nvSpPr>
                <p:cNvPr id="275" name="TextBox 274">
                  <a:extLst>
                    <a:ext uri="{FF2B5EF4-FFF2-40B4-BE49-F238E27FC236}">
                      <a16:creationId xmlns:a16="http://schemas.microsoft.com/office/drawing/2014/main" id="{2D910685-B5D4-4242-90F9-8B4D7378BD44}"/>
                    </a:ext>
                  </a:extLst>
                </p:cNvPr>
                <p:cNvSpPr txBox="1">
                  <a:spLocks noRot="1" noChangeAspect="1" noMove="1" noResize="1" noEditPoints="1" noAdjustHandles="1" noChangeArrowheads="1" noChangeShapeType="1" noTextEdit="1"/>
                </p:cNvSpPr>
                <p:nvPr/>
              </p:nvSpPr>
              <p:spPr>
                <a:xfrm>
                  <a:off x="1929420" y="5658571"/>
                  <a:ext cx="973343" cy="707886"/>
                </a:xfrm>
                <a:prstGeom prst="rect">
                  <a:avLst/>
                </a:prstGeom>
                <a:blipFill>
                  <a:blip r:embed="rId2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6" name="TextBox 275">
                  <a:extLst>
                    <a:ext uri="{FF2B5EF4-FFF2-40B4-BE49-F238E27FC236}">
                      <a16:creationId xmlns:a16="http://schemas.microsoft.com/office/drawing/2014/main" id="{7E4A1A99-B202-4C19-8C82-F46E1BCF367B}"/>
                    </a:ext>
                  </a:extLst>
                </p:cNvPr>
                <p:cNvSpPr txBox="1"/>
                <p:nvPr/>
              </p:nvSpPr>
              <p:spPr>
                <a:xfrm>
                  <a:off x="3657532" y="5394804"/>
                  <a:ext cx="583814" cy="1248803"/>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f>
                          <m:fPr>
                            <m:ctrlPr>
                              <a:rPr lang="en-GB" sz="4000" b="0" i="1" smtClean="0">
                                <a:latin typeface="Cambria Math" panose="02040503050406030204" pitchFamily="18" charset="0"/>
                              </a:rPr>
                            </m:ctrlPr>
                          </m:fPr>
                          <m:num>
                            <m:r>
                              <a:rPr lang="en-GB" sz="4000" b="0" i="1" smtClean="0">
                                <a:latin typeface="Cambria Math" panose="02040503050406030204" pitchFamily="18" charset="0"/>
                              </a:rPr>
                              <m:t>1</m:t>
                            </m:r>
                          </m:num>
                          <m:den>
                            <m:r>
                              <a:rPr lang="en-GB" sz="4000" b="0" i="1" smtClean="0">
                                <a:latin typeface="Cambria Math" panose="02040503050406030204" pitchFamily="18" charset="0"/>
                              </a:rPr>
                              <m:t>5</m:t>
                            </m:r>
                          </m:den>
                        </m:f>
                      </m:oMath>
                    </m:oMathPara>
                  </a14:m>
                  <a:endParaRPr lang="en-GB" sz="2400" dirty="0"/>
                </a:p>
              </p:txBody>
            </p:sp>
          </mc:Choice>
          <mc:Fallback xmlns="">
            <p:sp>
              <p:nvSpPr>
                <p:cNvPr id="276" name="TextBox 275">
                  <a:extLst>
                    <a:ext uri="{FF2B5EF4-FFF2-40B4-BE49-F238E27FC236}">
                      <a16:creationId xmlns:a16="http://schemas.microsoft.com/office/drawing/2014/main" id="{7E4A1A99-B202-4C19-8C82-F46E1BCF367B}"/>
                    </a:ext>
                  </a:extLst>
                </p:cNvPr>
                <p:cNvSpPr txBox="1">
                  <a:spLocks noRot="1" noChangeAspect="1" noMove="1" noResize="1" noEditPoints="1" noAdjustHandles="1" noChangeArrowheads="1" noChangeShapeType="1" noTextEdit="1"/>
                </p:cNvSpPr>
                <p:nvPr/>
              </p:nvSpPr>
              <p:spPr>
                <a:xfrm>
                  <a:off x="3657532" y="5394804"/>
                  <a:ext cx="583814" cy="1248803"/>
                </a:xfrm>
                <a:prstGeom prst="rect">
                  <a:avLst/>
                </a:prstGeom>
                <a:blipFill>
                  <a:blip r:embed="rId22"/>
                  <a:stretch>
                    <a:fillRect/>
                  </a:stretch>
                </a:blipFill>
              </p:spPr>
              <p:txBody>
                <a:bodyPr/>
                <a:lstStyle/>
                <a:p>
                  <a:r>
                    <a:rPr lang="en-GB">
                      <a:noFill/>
                    </a:rPr>
                    <a:t> </a:t>
                  </a:r>
                </a:p>
              </p:txBody>
            </p:sp>
          </mc:Fallback>
        </mc:AlternateContent>
      </p:grpSp>
      <p:sp>
        <p:nvSpPr>
          <p:cNvPr id="51" name="TextBox 50">
            <a:extLst>
              <a:ext uri="{FF2B5EF4-FFF2-40B4-BE49-F238E27FC236}">
                <a16:creationId xmlns:a16="http://schemas.microsoft.com/office/drawing/2014/main" id="{93F13A96-9D0B-4BB8-9D9F-D3ED6706CF70}"/>
              </a:ext>
            </a:extLst>
          </p:cNvPr>
          <p:cNvSpPr txBox="1"/>
          <p:nvPr/>
        </p:nvSpPr>
        <p:spPr>
          <a:xfrm>
            <a:off x="8578261" y="6366457"/>
            <a:ext cx="1161536" cy="400110"/>
          </a:xfrm>
          <a:prstGeom prst="rect">
            <a:avLst/>
          </a:prstGeom>
          <a:noFill/>
        </p:spPr>
        <p:txBody>
          <a:bodyPr wrap="none" rtlCol="0">
            <a:spAutoFit/>
          </a:bodyPr>
          <a:lstStyle/>
          <a:p>
            <a:r>
              <a:rPr lang="ky-KG" sz="2000" dirty="0"/>
              <a:t>2-топтом</a:t>
            </a:r>
            <a:endParaRPr lang="en-GB" sz="2000" dirty="0"/>
          </a:p>
        </p:txBody>
      </p:sp>
    </p:spTree>
    <p:extLst>
      <p:ext uri="{BB962C8B-B14F-4D97-AF65-F5344CB8AC3E}">
        <p14:creationId xmlns:p14="http://schemas.microsoft.com/office/powerpoint/2010/main" val="25845208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B1D5BCD-2F1E-3F7C-8B00-8672626A13BD}"/>
              </a:ext>
            </a:extLst>
          </p:cNvPr>
          <p:cNvPicPr>
            <a:picLocks noChangeAspect="1"/>
          </p:cNvPicPr>
          <p:nvPr/>
        </p:nvPicPr>
        <p:blipFill>
          <a:blip r:embed="rId2"/>
          <a:stretch>
            <a:fillRect/>
          </a:stretch>
        </p:blipFill>
        <p:spPr>
          <a:xfrm rot="16200000">
            <a:off x="-967330" y="1068929"/>
            <a:ext cx="6862262" cy="4724403"/>
          </a:xfrm>
          <a:prstGeom prst="rect">
            <a:avLst/>
          </a:prstGeom>
        </p:spPr>
      </p:pic>
      <p:pic>
        <p:nvPicPr>
          <p:cNvPr id="10" name="Picture 9">
            <a:extLst>
              <a:ext uri="{FF2B5EF4-FFF2-40B4-BE49-F238E27FC236}">
                <a16:creationId xmlns:a16="http://schemas.microsoft.com/office/drawing/2014/main" id="{C02B4D10-D2B7-EFA4-F05B-4D3B29412FDB}"/>
              </a:ext>
            </a:extLst>
          </p:cNvPr>
          <p:cNvPicPr>
            <a:picLocks noChangeAspect="1"/>
          </p:cNvPicPr>
          <p:nvPr/>
        </p:nvPicPr>
        <p:blipFill>
          <a:blip r:embed="rId2"/>
          <a:stretch>
            <a:fillRect/>
          </a:stretch>
        </p:blipFill>
        <p:spPr>
          <a:xfrm rot="16200000">
            <a:off x="4011071" y="1064667"/>
            <a:ext cx="6862262" cy="4724403"/>
          </a:xfrm>
          <a:prstGeom prst="rect">
            <a:avLst/>
          </a:prstGeom>
        </p:spPr>
      </p:pic>
    </p:spTree>
    <p:extLst>
      <p:ext uri="{BB962C8B-B14F-4D97-AF65-F5344CB8AC3E}">
        <p14:creationId xmlns:p14="http://schemas.microsoft.com/office/powerpoint/2010/main" val="27201843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9AC35C44-C7D1-4669-A0B3-E3AC306F1EF7}"/>
              </a:ext>
            </a:extLst>
          </p:cNvPr>
          <p:cNvGrpSpPr/>
          <p:nvPr/>
        </p:nvGrpSpPr>
        <p:grpSpPr>
          <a:xfrm>
            <a:off x="19050" y="19050"/>
            <a:ext cx="4837430" cy="1596390"/>
            <a:chOff x="19050" y="19050"/>
            <a:chExt cx="4837430" cy="1596390"/>
          </a:xfrm>
        </p:grpSpPr>
        <p:sp>
          <p:nvSpPr>
            <p:cNvPr id="2" name="Rectangle: Rounded Corners 1">
              <a:extLst>
                <a:ext uri="{FF2B5EF4-FFF2-40B4-BE49-F238E27FC236}">
                  <a16:creationId xmlns:a16="http://schemas.microsoft.com/office/drawing/2014/main" id="{147D6447-06C6-4BCF-B520-D77B6478BFE9}"/>
                </a:ext>
              </a:extLst>
            </p:cNvPr>
            <p:cNvSpPr/>
            <p:nvPr/>
          </p:nvSpPr>
          <p:spPr>
            <a:xfrm>
              <a:off x="19050" y="19050"/>
              <a:ext cx="4837430" cy="1596390"/>
            </a:xfrm>
            <a:prstGeom prst="roundRect">
              <a:avLst>
                <a:gd name="adj" fmla="val 53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139" name="Straight Connector 138">
              <a:extLst>
                <a:ext uri="{FF2B5EF4-FFF2-40B4-BE49-F238E27FC236}">
                  <a16:creationId xmlns:a16="http://schemas.microsoft.com/office/drawing/2014/main" id="{222ACA19-A599-4F06-A5BE-DDBD9C824F6F}"/>
                </a:ext>
              </a:extLst>
            </p:cNvPr>
            <p:cNvCxnSpPr>
              <a:cxnSpLocks/>
            </p:cNvCxnSpPr>
            <p:nvPr/>
          </p:nvCxnSpPr>
          <p:spPr>
            <a:xfrm flipV="1">
              <a:off x="1631527"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030E9AD2-B10E-427D-9FD9-ADF128ED9647}"/>
                </a:ext>
              </a:extLst>
            </p:cNvPr>
            <p:cNvCxnSpPr>
              <a:cxnSpLocks/>
            </p:cNvCxnSpPr>
            <p:nvPr/>
          </p:nvCxnSpPr>
          <p:spPr>
            <a:xfrm flipV="1">
              <a:off x="3244004"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7" name="Group 146">
            <a:extLst>
              <a:ext uri="{FF2B5EF4-FFF2-40B4-BE49-F238E27FC236}">
                <a16:creationId xmlns:a16="http://schemas.microsoft.com/office/drawing/2014/main" id="{1FD4AF64-CBB5-43B8-9FED-78B3003C44BF}"/>
              </a:ext>
            </a:extLst>
          </p:cNvPr>
          <p:cNvGrpSpPr/>
          <p:nvPr/>
        </p:nvGrpSpPr>
        <p:grpSpPr>
          <a:xfrm>
            <a:off x="5049520" y="19050"/>
            <a:ext cx="4837430" cy="1596390"/>
            <a:chOff x="19050" y="19050"/>
            <a:chExt cx="4837430" cy="1596390"/>
          </a:xfrm>
        </p:grpSpPr>
        <p:sp>
          <p:nvSpPr>
            <p:cNvPr id="151" name="Rectangle: Rounded Corners 150">
              <a:extLst>
                <a:ext uri="{FF2B5EF4-FFF2-40B4-BE49-F238E27FC236}">
                  <a16:creationId xmlns:a16="http://schemas.microsoft.com/office/drawing/2014/main" id="{EEE8CDEC-91DF-4B75-854B-18ECECF29BEE}"/>
                </a:ext>
              </a:extLst>
            </p:cNvPr>
            <p:cNvSpPr/>
            <p:nvPr/>
          </p:nvSpPr>
          <p:spPr>
            <a:xfrm>
              <a:off x="19050" y="19050"/>
              <a:ext cx="4837430" cy="1596390"/>
            </a:xfrm>
            <a:prstGeom prst="roundRect">
              <a:avLst>
                <a:gd name="adj" fmla="val 53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152" name="Straight Connector 151">
              <a:extLst>
                <a:ext uri="{FF2B5EF4-FFF2-40B4-BE49-F238E27FC236}">
                  <a16:creationId xmlns:a16="http://schemas.microsoft.com/office/drawing/2014/main" id="{46952DAE-0A7F-42BC-94AB-93B78B71CC99}"/>
                </a:ext>
              </a:extLst>
            </p:cNvPr>
            <p:cNvCxnSpPr>
              <a:cxnSpLocks/>
            </p:cNvCxnSpPr>
            <p:nvPr/>
          </p:nvCxnSpPr>
          <p:spPr>
            <a:xfrm flipV="1">
              <a:off x="1631527"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486C6215-742B-4BED-8320-94D835612CC4}"/>
                </a:ext>
              </a:extLst>
            </p:cNvPr>
            <p:cNvCxnSpPr>
              <a:cxnSpLocks/>
            </p:cNvCxnSpPr>
            <p:nvPr/>
          </p:nvCxnSpPr>
          <p:spPr>
            <a:xfrm flipV="1">
              <a:off x="3244004"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2" name="Group 221">
            <a:extLst>
              <a:ext uri="{FF2B5EF4-FFF2-40B4-BE49-F238E27FC236}">
                <a16:creationId xmlns:a16="http://schemas.microsoft.com/office/drawing/2014/main" id="{55A6269E-1B0F-4C27-967D-C49025FC6A84}"/>
              </a:ext>
            </a:extLst>
          </p:cNvPr>
          <p:cNvGrpSpPr/>
          <p:nvPr/>
        </p:nvGrpSpPr>
        <p:grpSpPr>
          <a:xfrm>
            <a:off x="19050" y="1752759"/>
            <a:ext cx="4837430" cy="1596390"/>
            <a:chOff x="19050" y="19050"/>
            <a:chExt cx="4837430" cy="1596390"/>
          </a:xfrm>
        </p:grpSpPr>
        <p:sp>
          <p:nvSpPr>
            <p:cNvPr id="226" name="Rectangle: Rounded Corners 225">
              <a:extLst>
                <a:ext uri="{FF2B5EF4-FFF2-40B4-BE49-F238E27FC236}">
                  <a16:creationId xmlns:a16="http://schemas.microsoft.com/office/drawing/2014/main" id="{E246047B-779F-4F3A-96AC-D44C3057E1CD}"/>
                </a:ext>
              </a:extLst>
            </p:cNvPr>
            <p:cNvSpPr/>
            <p:nvPr/>
          </p:nvSpPr>
          <p:spPr>
            <a:xfrm>
              <a:off x="19050" y="19050"/>
              <a:ext cx="4837430" cy="1596390"/>
            </a:xfrm>
            <a:prstGeom prst="roundRect">
              <a:avLst>
                <a:gd name="adj" fmla="val 53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227" name="Straight Connector 226">
              <a:extLst>
                <a:ext uri="{FF2B5EF4-FFF2-40B4-BE49-F238E27FC236}">
                  <a16:creationId xmlns:a16="http://schemas.microsoft.com/office/drawing/2014/main" id="{4DAC884A-D1C4-4DAD-8890-B710DF9DF403}"/>
                </a:ext>
              </a:extLst>
            </p:cNvPr>
            <p:cNvCxnSpPr>
              <a:cxnSpLocks/>
            </p:cNvCxnSpPr>
            <p:nvPr/>
          </p:nvCxnSpPr>
          <p:spPr>
            <a:xfrm flipV="1">
              <a:off x="1631527"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8" name="Straight Connector 227">
              <a:extLst>
                <a:ext uri="{FF2B5EF4-FFF2-40B4-BE49-F238E27FC236}">
                  <a16:creationId xmlns:a16="http://schemas.microsoft.com/office/drawing/2014/main" id="{E293689A-6FE8-40C2-8316-EFF840045DE2}"/>
                </a:ext>
              </a:extLst>
            </p:cNvPr>
            <p:cNvCxnSpPr>
              <a:cxnSpLocks/>
            </p:cNvCxnSpPr>
            <p:nvPr/>
          </p:nvCxnSpPr>
          <p:spPr>
            <a:xfrm flipV="1">
              <a:off x="3244004"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15" name="Group 214">
            <a:extLst>
              <a:ext uri="{FF2B5EF4-FFF2-40B4-BE49-F238E27FC236}">
                <a16:creationId xmlns:a16="http://schemas.microsoft.com/office/drawing/2014/main" id="{C5118FD4-1CBD-4490-82E2-8BFCB2AA5940}"/>
              </a:ext>
            </a:extLst>
          </p:cNvPr>
          <p:cNvGrpSpPr/>
          <p:nvPr/>
        </p:nvGrpSpPr>
        <p:grpSpPr>
          <a:xfrm>
            <a:off x="5049520" y="1752759"/>
            <a:ext cx="4837430" cy="1596390"/>
            <a:chOff x="19050" y="19050"/>
            <a:chExt cx="4837430" cy="1596390"/>
          </a:xfrm>
        </p:grpSpPr>
        <p:sp>
          <p:nvSpPr>
            <p:cNvPr id="219" name="Rectangle: Rounded Corners 218">
              <a:extLst>
                <a:ext uri="{FF2B5EF4-FFF2-40B4-BE49-F238E27FC236}">
                  <a16:creationId xmlns:a16="http://schemas.microsoft.com/office/drawing/2014/main" id="{97B2C1C5-E9DC-4AC9-9D1A-00F9CD63B99F}"/>
                </a:ext>
              </a:extLst>
            </p:cNvPr>
            <p:cNvSpPr/>
            <p:nvPr/>
          </p:nvSpPr>
          <p:spPr>
            <a:xfrm>
              <a:off x="19050" y="19050"/>
              <a:ext cx="4837430" cy="1596390"/>
            </a:xfrm>
            <a:prstGeom prst="roundRect">
              <a:avLst>
                <a:gd name="adj" fmla="val 53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220" name="Straight Connector 219">
              <a:extLst>
                <a:ext uri="{FF2B5EF4-FFF2-40B4-BE49-F238E27FC236}">
                  <a16:creationId xmlns:a16="http://schemas.microsoft.com/office/drawing/2014/main" id="{F6842E39-C2BD-4087-AF92-D01A85F1E58A}"/>
                </a:ext>
              </a:extLst>
            </p:cNvPr>
            <p:cNvCxnSpPr>
              <a:cxnSpLocks/>
            </p:cNvCxnSpPr>
            <p:nvPr/>
          </p:nvCxnSpPr>
          <p:spPr>
            <a:xfrm flipV="1">
              <a:off x="1631527"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B437B363-4DF7-495E-A297-A46788D29FF6}"/>
                </a:ext>
              </a:extLst>
            </p:cNvPr>
            <p:cNvCxnSpPr>
              <a:cxnSpLocks/>
            </p:cNvCxnSpPr>
            <p:nvPr/>
          </p:nvCxnSpPr>
          <p:spPr>
            <a:xfrm flipV="1">
              <a:off x="3244004"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9" name="Group 238">
            <a:extLst>
              <a:ext uri="{FF2B5EF4-FFF2-40B4-BE49-F238E27FC236}">
                <a16:creationId xmlns:a16="http://schemas.microsoft.com/office/drawing/2014/main" id="{BC3D0EE9-ED50-46E6-BBC0-17F97B813154}"/>
              </a:ext>
            </a:extLst>
          </p:cNvPr>
          <p:cNvGrpSpPr/>
          <p:nvPr/>
        </p:nvGrpSpPr>
        <p:grpSpPr>
          <a:xfrm>
            <a:off x="19050" y="3486468"/>
            <a:ext cx="4837430" cy="1596390"/>
            <a:chOff x="19050" y="19050"/>
            <a:chExt cx="4837430" cy="1596390"/>
          </a:xfrm>
        </p:grpSpPr>
        <p:sp>
          <p:nvSpPr>
            <p:cNvPr id="243" name="Rectangle: Rounded Corners 242">
              <a:extLst>
                <a:ext uri="{FF2B5EF4-FFF2-40B4-BE49-F238E27FC236}">
                  <a16:creationId xmlns:a16="http://schemas.microsoft.com/office/drawing/2014/main" id="{4E846784-7AD9-4A45-9CA8-99A0329AD360}"/>
                </a:ext>
              </a:extLst>
            </p:cNvPr>
            <p:cNvSpPr/>
            <p:nvPr/>
          </p:nvSpPr>
          <p:spPr>
            <a:xfrm>
              <a:off x="19050" y="19050"/>
              <a:ext cx="4837430" cy="1596390"/>
            </a:xfrm>
            <a:prstGeom prst="roundRect">
              <a:avLst>
                <a:gd name="adj" fmla="val 53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244" name="Straight Connector 243">
              <a:extLst>
                <a:ext uri="{FF2B5EF4-FFF2-40B4-BE49-F238E27FC236}">
                  <a16:creationId xmlns:a16="http://schemas.microsoft.com/office/drawing/2014/main" id="{5ABF4AED-4A45-4E9A-952C-FDA880570644}"/>
                </a:ext>
              </a:extLst>
            </p:cNvPr>
            <p:cNvCxnSpPr>
              <a:cxnSpLocks/>
            </p:cNvCxnSpPr>
            <p:nvPr/>
          </p:nvCxnSpPr>
          <p:spPr>
            <a:xfrm flipV="1">
              <a:off x="1631527"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0C4EBC1C-A282-492F-BB8C-D49D6DEAA490}"/>
                </a:ext>
              </a:extLst>
            </p:cNvPr>
            <p:cNvCxnSpPr>
              <a:cxnSpLocks/>
            </p:cNvCxnSpPr>
            <p:nvPr/>
          </p:nvCxnSpPr>
          <p:spPr>
            <a:xfrm flipV="1">
              <a:off x="3244004"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2" name="Group 231">
            <a:extLst>
              <a:ext uri="{FF2B5EF4-FFF2-40B4-BE49-F238E27FC236}">
                <a16:creationId xmlns:a16="http://schemas.microsoft.com/office/drawing/2014/main" id="{C8E699D4-3A53-49B0-BE1F-234DEA69E9A8}"/>
              </a:ext>
            </a:extLst>
          </p:cNvPr>
          <p:cNvGrpSpPr/>
          <p:nvPr/>
        </p:nvGrpSpPr>
        <p:grpSpPr>
          <a:xfrm>
            <a:off x="5049520" y="3486468"/>
            <a:ext cx="4837430" cy="1596390"/>
            <a:chOff x="19050" y="19050"/>
            <a:chExt cx="4837430" cy="1596390"/>
          </a:xfrm>
        </p:grpSpPr>
        <p:sp>
          <p:nvSpPr>
            <p:cNvPr id="236" name="Rectangle: Rounded Corners 235">
              <a:extLst>
                <a:ext uri="{FF2B5EF4-FFF2-40B4-BE49-F238E27FC236}">
                  <a16:creationId xmlns:a16="http://schemas.microsoft.com/office/drawing/2014/main" id="{503C3EE5-95F4-4249-ABA6-37DD25306FE8}"/>
                </a:ext>
              </a:extLst>
            </p:cNvPr>
            <p:cNvSpPr/>
            <p:nvPr/>
          </p:nvSpPr>
          <p:spPr>
            <a:xfrm>
              <a:off x="19050" y="19050"/>
              <a:ext cx="4837430" cy="1596390"/>
            </a:xfrm>
            <a:prstGeom prst="roundRect">
              <a:avLst>
                <a:gd name="adj" fmla="val 53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237" name="Straight Connector 236">
              <a:extLst>
                <a:ext uri="{FF2B5EF4-FFF2-40B4-BE49-F238E27FC236}">
                  <a16:creationId xmlns:a16="http://schemas.microsoft.com/office/drawing/2014/main" id="{E4106338-18A5-4A79-B86C-B62CA502DD7D}"/>
                </a:ext>
              </a:extLst>
            </p:cNvPr>
            <p:cNvCxnSpPr>
              <a:cxnSpLocks/>
            </p:cNvCxnSpPr>
            <p:nvPr/>
          </p:nvCxnSpPr>
          <p:spPr>
            <a:xfrm flipV="1">
              <a:off x="1631527"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2C3CA3E8-0277-40D5-A856-6EB8BC2146BB}"/>
                </a:ext>
              </a:extLst>
            </p:cNvPr>
            <p:cNvCxnSpPr>
              <a:cxnSpLocks/>
            </p:cNvCxnSpPr>
            <p:nvPr/>
          </p:nvCxnSpPr>
          <p:spPr>
            <a:xfrm flipV="1">
              <a:off x="3244004"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77" name="Rectangle: Rounded Corners 276">
            <a:extLst>
              <a:ext uri="{FF2B5EF4-FFF2-40B4-BE49-F238E27FC236}">
                <a16:creationId xmlns:a16="http://schemas.microsoft.com/office/drawing/2014/main" id="{24062548-0FC6-4331-B2F7-2CCCBD4C9572}"/>
              </a:ext>
            </a:extLst>
          </p:cNvPr>
          <p:cNvSpPr/>
          <p:nvPr/>
        </p:nvSpPr>
        <p:spPr>
          <a:xfrm>
            <a:off x="19050" y="5220177"/>
            <a:ext cx="4837430" cy="1596390"/>
          </a:xfrm>
          <a:prstGeom prst="roundRect">
            <a:avLst>
              <a:gd name="adj" fmla="val 53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278" name="Straight Connector 277">
            <a:extLst>
              <a:ext uri="{FF2B5EF4-FFF2-40B4-BE49-F238E27FC236}">
                <a16:creationId xmlns:a16="http://schemas.microsoft.com/office/drawing/2014/main" id="{BAC80634-F59C-4B10-B299-5EF22EC88B8A}"/>
              </a:ext>
            </a:extLst>
          </p:cNvPr>
          <p:cNvCxnSpPr>
            <a:cxnSpLocks/>
          </p:cNvCxnSpPr>
          <p:nvPr/>
        </p:nvCxnSpPr>
        <p:spPr>
          <a:xfrm flipV="1">
            <a:off x="1631527" y="5231607"/>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9" name="Straight Connector 278">
            <a:extLst>
              <a:ext uri="{FF2B5EF4-FFF2-40B4-BE49-F238E27FC236}">
                <a16:creationId xmlns:a16="http://schemas.microsoft.com/office/drawing/2014/main" id="{719834F0-9A48-4668-A7A6-911EC18774D3}"/>
              </a:ext>
            </a:extLst>
          </p:cNvPr>
          <p:cNvCxnSpPr>
            <a:cxnSpLocks/>
          </p:cNvCxnSpPr>
          <p:nvPr/>
        </p:nvCxnSpPr>
        <p:spPr>
          <a:xfrm flipV="1">
            <a:off x="3244004" y="5231607"/>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1E4D717F-544D-45D4-8DB6-C390E49A9970}"/>
              </a:ext>
            </a:extLst>
          </p:cNvPr>
          <p:cNvGrpSpPr/>
          <p:nvPr/>
        </p:nvGrpSpPr>
        <p:grpSpPr>
          <a:xfrm>
            <a:off x="178289" y="193677"/>
            <a:ext cx="9534158" cy="6449930"/>
            <a:chOff x="178289" y="193677"/>
            <a:chExt cx="9534158" cy="6449930"/>
          </a:xfrm>
        </p:grpSpPr>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293DFCF-F58D-4A21-A795-83F4D9A7A782}"/>
                    </a:ext>
                  </a:extLst>
                </p:cNvPr>
                <p:cNvSpPr txBox="1"/>
                <p:nvPr/>
              </p:nvSpPr>
              <p:spPr>
                <a:xfrm>
                  <a:off x="336380" y="193677"/>
                  <a:ext cx="867545" cy="1248803"/>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f>
                          <m:fPr>
                            <m:ctrlPr>
                              <a:rPr lang="en-GB" sz="4000" b="0" i="1" smtClean="0">
                                <a:latin typeface="Cambria Math" panose="02040503050406030204" pitchFamily="18" charset="0"/>
                              </a:rPr>
                            </m:ctrlPr>
                          </m:fPr>
                          <m:num>
                            <m:r>
                              <a:rPr lang="en-GB" sz="4000" b="0" i="1" smtClean="0">
                                <a:latin typeface="Cambria Math" panose="02040503050406030204" pitchFamily="18" charset="0"/>
                              </a:rPr>
                              <m:t>9</m:t>
                            </m:r>
                          </m:num>
                          <m:den>
                            <m:r>
                              <a:rPr lang="en-GB" sz="4000" b="0" i="1" smtClean="0">
                                <a:latin typeface="Cambria Math" panose="02040503050406030204" pitchFamily="18" charset="0"/>
                              </a:rPr>
                              <m:t>20</m:t>
                            </m:r>
                          </m:den>
                        </m:f>
                      </m:oMath>
                    </m:oMathPara>
                  </a14:m>
                  <a:endParaRPr lang="en-GB" sz="2400" dirty="0"/>
                </a:p>
              </p:txBody>
            </p:sp>
          </mc:Choice>
          <mc:Fallback xmlns="">
            <p:sp>
              <p:nvSpPr>
                <p:cNvPr id="11" name="TextBox 10">
                  <a:extLst>
                    <a:ext uri="{FF2B5EF4-FFF2-40B4-BE49-F238E27FC236}">
                      <a16:creationId xmlns:a16="http://schemas.microsoft.com/office/drawing/2014/main" id="{5293DFCF-F58D-4A21-A795-83F4D9A7A782}"/>
                    </a:ext>
                  </a:extLst>
                </p:cNvPr>
                <p:cNvSpPr txBox="1">
                  <a:spLocks noRot="1" noChangeAspect="1" noMove="1" noResize="1" noEditPoints="1" noAdjustHandles="1" noChangeArrowheads="1" noChangeShapeType="1" noTextEdit="1"/>
                </p:cNvSpPr>
                <p:nvPr/>
              </p:nvSpPr>
              <p:spPr>
                <a:xfrm>
                  <a:off x="336380" y="193677"/>
                  <a:ext cx="867545" cy="1248803"/>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4" name="TextBox 143">
                  <a:extLst>
                    <a:ext uri="{FF2B5EF4-FFF2-40B4-BE49-F238E27FC236}">
                      <a16:creationId xmlns:a16="http://schemas.microsoft.com/office/drawing/2014/main" id="{8791F325-8462-4C4F-8C69-4CE465F39004}"/>
                    </a:ext>
                  </a:extLst>
                </p:cNvPr>
                <p:cNvSpPr txBox="1"/>
                <p:nvPr/>
              </p:nvSpPr>
              <p:spPr>
                <a:xfrm>
                  <a:off x="1886965" y="431069"/>
                  <a:ext cx="1040670"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5%</m:t>
                        </m:r>
                      </m:oMath>
                    </m:oMathPara>
                  </a14:m>
                  <a:endParaRPr lang="en-GB" sz="2400" dirty="0"/>
                </a:p>
              </p:txBody>
            </p:sp>
          </mc:Choice>
          <mc:Fallback xmlns="">
            <p:sp>
              <p:nvSpPr>
                <p:cNvPr id="144" name="TextBox 143">
                  <a:extLst>
                    <a:ext uri="{FF2B5EF4-FFF2-40B4-BE49-F238E27FC236}">
                      <a16:creationId xmlns:a16="http://schemas.microsoft.com/office/drawing/2014/main" id="{8791F325-8462-4C4F-8C69-4CE465F39004}"/>
                    </a:ext>
                  </a:extLst>
                </p:cNvPr>
                <p:cNvSpPr txBox="1">
                  <a:spLocks noRot="1" noChangeAspect="1" noMove="1" noResize="1" noEditPoints="1" noAdjustHandles="1" noChangeArrowheads="1" noChangeShapeType="1" noTextEdit="1"/>
                </p:cNvSpPr>
                <p:nvPr/>
              </p:nvSpPr>
              <p:spPr>
                <a:xfrm>
                  <a:off x="1886965" y="431069"/>
                  <a:ext cx="1040670" cy="707886"/>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5" name="TextBox 144">
                  <a:extLst>
                    <a:ext uri="{FF2B5EF4-FFF2-40B4-BE49-F238E27FC236}">
                      <a16:creationId xmlns:a16="http://schemas.microsoft.com/office/drawing/2014/main" id="{83E38BE7-D0BF-42CC-AC81-2FB15DBBB995}"/>
                    </a:ext>
                  </a:extLst>
                </p:cNvPr>
                <p:cNvSpPr txBox="1"/>
                <p:nvPr/>
              </p:nvSpPr>
              <p:spPr>
                <a:xfrm>
                  <a:off x="3391238" y="431069"/>
                  <a:ext cx="1257075"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0.65</m:t>
                        </m:r>
                      </m:oMath>
                    </m:oMathPara>
                  </a14:m>
                  <a:endParaRPr lang="en-GB" sz="2400" dirty="0"/>
                </a:p>
              </p:txBody>
            </p:sp>
          </mc:Choice>
          <mc:Fallback xmlns="">
            <p:sp>
              <p:nvSpPr>
                <p:cNvPr id="145" name="TextBox 144">
                  <a:extLst>
                    <a:ext uri="{FF2B5EF4-FFF2-40B4-BE49-F238E27FC236}">
                      <a16:creationId xmlns:a16="http://schemas.microsoft.com/office/drawing/2014/main" id="{83E38BE7-D0BF-42CC-AC81-2FB15DBBB995}"/>
                    </a:ext>
                  </a:extLst>
                </p:cNvPr>
                <p:cNvSpPr txBox="1">
                  <a:spLocks noRot="1" noChangeAspect="1" noMove="1" noResize="1" noEditPoints="1" noAdjustHandles="1" noChangeArrowheads="1" noChangeShapeType="1" noTextEdit="1"/>
                </p:cNvSpPr>
                <p:nvPr/>
              </p:nvSpPr>
              <p:spPr>
                <a:xfrm>
                  <a:off x="3391238" y="431069"/>
                  <a:ext cx="1257075" cy="707886"/>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8" name="TextBox 147">
                  <a:extLst>
                    <a:ext uri="{FF2B5EF4-FFF2-40B4-BE49-F238E27FC236}">
                      <a16:creationId xmlns:a16="http://schemas.microsoft.com/office/drawing/2014/main" id="{E03BAC81-A427-47A4-937B-CEB0A90C0A93}"/>
                    </a:ext>
                  </a:extLst>
                </p:cNvPr>
                <p:cNvSpPr txBox="1"/>
                <p:nvPr/>
              </p:nvSpPr>
              <p:spPr>
                <a:xfrm>
                  <a:off x="5208759" y="431069"/>
                  <a:ext cx="1324402"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15%</m:t>
                        </m:r>
                      </m:oMath>
                    </m:oMathPara>
                  </a14:m>
                  <a:endParaRPr lang="en-GB" sz="2400" dirty="0"/>
                </a:p>
              </p:txBody>
            </p:sp>
          </mc:Choice>
          <mc:Fallback xmlns="">
            <p:sp>
              <p:nvSpPr>
                <p:cNvPr id="148" name="TextBox 147">
                  <a:extLst>
                    <a:ext uri="{FF2B5EF4-FFF2-40B4-BE49-F238E27FC236}">
                      <a16:creationId xmlns:a16="http://schemas.microsoft.com/office/drawing/2014/main" id="{E03BAC81-A427-47A4-937B-CEB0A90C0A93}"/>
                    </a:ext>
                  </a:extLst>
                </p:cNvPr>
                <p:cNvSpPr txBox="1">
                  <a:spLocks noRot="1" noChangeAspect="1" noMove="1" noResize="1" noEditPoints="1" noAdjustHandles="1" noChangeArrowheads="1" noChangeShapeType="1" noTextEdit="1"/>
                </p:cNvSpPr>
                <p:nvPr/>
              </p:nvSpPr>
              <p:spPr>
                <a:xfrm>
                  <a:off x="5208759" y="431069"/>
                  <a:ext cx="1324402" cy="707886"/>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9" name="TextBox 148">
                  <a:extLst>
                    <a:ext uri="{FF2B5EF4-FFF2-40B4-BE49-F238E27FC236}">
                      <a16:creationId xmlns:a16="http://schemas.microsoft.com/office/drawing/2014/main" id="{3FD4AED2-42F2-4B22-959A-12580C253166}"/>
                    </a:ext>
                  </a:extLst>
                </p:cNvPr>
                <p:cNvSpPr txBox="1"/>
                <p:nvPr/>
              </p:nvSpPr>
              <p:spPr>
                <a:xfrm>
                  <a:off x="6775569" y="431069"/>
                  <a:ext cx="1324402"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45%</m:t>
                        </m:r>
                      </m:oMath>
                    </m:oMathPara>
                  </a14:m>
                  <a:endParaRPr lang="en-GB" sz="2400" dirty="0"/>
                </a:p>
              </p:txBody>
            </p:sp>
          </mc:Choice>
          <mc:Fallback xmlns="">
            <p:sp>
              <p:nvSpPr>
                <p:cNvPr id="149" name="TextBox 148">
                  <a:extLst>
                    <a:ext uri="{FF2B5EF4-FFF2-40B4-BE49-F238E27FC236}">
                      <a16:creationId xmlns:a16="http://schemas.microsoft.com/office/drawing/2014/main" id="{3FD4AED2-42F2-4B22-959A-12580C253166}"/>
                    </a:ext>
                  </a:extLst>
                </p:cNvPr>
                <p:cNvSpPr txBox="1">
                  <a:spLocks noRot="1" noChangeAspect="1" noMove="1" noResize="1" noEditPoints="1" noAdjustHandles="1" noChangeArrowheads="1" noChangeShapeType="1" noTextEdit="1"/>
                </p:cNvSpPr>
                <p:nvPr/>
              </p:nvSpPr>
              <p:spPr>
                <a:xfrm>
                  <a:off x="6775569" y="431069"/>
                  <a:ext cx="1324402" cy="707886"/>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0" name="TextBox 149">
                  <a:extLst>
                    <a:ext uri="{FF2B5EF4-FFF2-40B4-BE49-F238E27FC236}">
                      <a16:creationId xmlns:a16="http://schemas.microsoft.com/office/drawing/2014/main" id="{759FA90C-95DF-4222-9FC7-4D1C8E5D8C36}"/>
                    </a:ext>
                  </a:extLst>
                </p:cNvPr>
                <p:cNvSpPr txBox="1"/>
                <p:nvPr/>
              </p:nvSpPr>
              <p:spPr>
                <a:xfrm>
                  <a:off x="8421709" y="431069"/>
                  <a:ext cx="1257075"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0.85</m:t>
                        </m:r>
                      </m:oMath>
                    </m:oMathPara>
                  </a14:m>
                  <a:endParaRPr lang="en-GB" sz="2400" dirty="0"/>
                </a:p>
              </p:txBody>
            </p:sp>
          </mc:Choice>
          <mc:Fallback xmlns="">
            <p:sp>
              <p:nvSpPr>
                <p:cNvPr id="150" name="TextBox 149">
                  <a:extLst>
                    <a:ext uri="{FF2B5EF4-FFF2-40B4-BE49-F238E27FC236}">
                      <a16:creationId xmlns:a16="http://schemas.microsoft.com/office/drawing/2014/main" id="{759FA90C-95DF-4222-9FC7-4D1C8E5D8C36}"/>
                    </a:ext>
                  </a:extLst>
                </p:cNvPr>
                <p:cNvSpPr txBox="1">
                  <a:spLocks noRot="1" noChangeAspect="1" noMove="1" noResize="1" noEditPoints="1" noAdjustHandles="1" noChangeArrowheads="1" noChangeShapeType="1" noTextEdit="1"/>
                </p:cNvSpPr>
                <p:nvPr/>
              </p:nvSpPr>
              <p:spPr>
                <a:xfrm>
                  <a:off x="8421709" y="431069"/>
                  <a:ext cx="1257075" cy="707886"/>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3" name="TextBox 222">
                  <a:extLst>
                    <a:ext uri="{FF2B5EF4-FFF2-40B4-BE49-F238E27FC236}">
                      <a16:creationId xmlns:a16="http://schemas.microsoft.com/office/drawing/2014/main" id="{398B6906-D526-46CC-99DA-C7025D7E6F9D}"/>
                    </a:ext>
                  </a:extLst>
                </p:cNvPr>
                <p:cNvSpPr txBox="1"/>
                <p:nvPr/>
              </p:nvSpPr>
              <p:spPr>
                <a:xfrm>
                  <a:off x="178289" y="2164778"/>
                  <a:ext cx="1324402"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35%</m:t>
                        </m:r>
                      </m:oMath>
                    </m:oMathPara>
                  </a14:m>
                  <a:endParaRPr lang="en-GB" sz="2400" dirty="0"/>
                </a:p>
              </p:txBody>
            </p:sp>
          </mc:Choice>
          <mc:Fallback xmlns="">
            <p:sp>
              <p:nvSpPr>
                <p:cNvPr id="223" name="TextBox 222">
                  <a:extLst>
                    <a:ext uri="{FF2B5EF4-FFF2-40B4-BE49-F238E27FC236}">
                      <a16:creationId xmlns:a16="http://schemas.microsoft.com/office/drawing/2014/main" id="{398B6906-D526-46CC-99DA-C7025D7E6F9D}"/>
                    </a:ext>
                  </a:extLst>
                </p:cNvPr>
                <p:cNvSpPr txBox="1">
                  <a:spLocks noRot="1" noChangeAspect="1" noMove="1" noResize="1" noEditPoints="1" noAdjustHandles="1" noChangeArrowheads="1" noChangeShapeType="1" noTextEdit="1"/>
                </p:cNvSpPr>
                <p:nvPr/>
              </p:nvSpPr>
              <p:spPr>
                <a:xfrm>
                  <a:off x="178289" y="2164778"/>
                  <a:ext cx="1324402" cy="707886"/>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4" name="TextBox 223">
                  <a:extLst>
                    <a:ext uri="{FF2B5EF4-FFF2-40B4-BE49-F238E27FC236}">
                      <a16:creationId xmlns:a16="http://schemas.microsoft.com/office/drawing/2014/main" id="{041A209A-9B4E-4521-9399-87310F3F6C72}"/>
                    </a:ext>
                  </a:extLst>
                </p:cNvPr>
                <p:cNvSpPr txBox="1"/>
                <p:nvPr/>
              </p:nvSpPr>
              <p:spPr>
                <a:xfrm>
                  <a:off x="1903190" y="1927386"/>
                  <a:ext cx="867545" cy="1248803"/>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f>
                          <m:fPr>
                            <m:ctrlPr>
                              <a:rPr lang="en-GB" sz="4000" b="0" i="1" smtClean="0">
                                <a:latin typeface="Cambria Math" panose="02040503050406030204" pitchFamily="18" charset="0"/>
                              </a:rPr>
                            </m:ctrlPr>
                          </m:fPr>
                          <m:num>
                            <m:r>
                              <a:rPr lang="en-GB" sz="4000" b="0" i="1" smtClean="0">
                                <a:latin typeface="Cambria Math" panose="02040503050406030204" pitchFamily="18" charset="0"/>
                              </a:rPr>
                              <m:t>11</m:t>
                            </m:r>
                          </m:num>
                          <m:den>
                            <m:r>
                              <a:rPr lang="en-GB" sz="4000" b="0" i="1" smtClean="0">
                                <a:latin typeface="Cambria Math" panose="02040503050406030204" pitchFamily="18" charset="0"/>
                              </a:rPr>
                              <m:t>20</m:t>
                            </m:r>
                          </m:den>
                        </m:f>
                      </m:oMath>
                    </m:oMathPara>
                  </a14:m>
                  <a:endParaRPr lang="en-GB" sz="2400" dirty="0"/>
                </a:p>
              </p:txBody>
            </p:sp>
          </mc:Choice>
          <mc:Fallback xmlns="">
            <p:sp>
              <p:nvSpPr>
                <p:cNvPr id="224" name="TextBox 223">
                  <a:extLst>
                    <a:ext uri="{FF2B5EF4-FFF2-40B4-BE49-F238E27FC236}">
                      <a16:creationId xmlns:a16="http://schemas.microsoft.com/office/drawing/2014/main" id="{041A209A-9B4E-4521-9399-87310F3F6C72}"/>
                    </a:ext>
                  </a:extLst>
                </p:cNvPr>
                <p:cNvSpPr txBox="1">
                  <a:spLocks noRot="1" noChangeAspect="1" noMove="1" noResize="1" noEditPoints="1" noAdjustHandles="1" noChangeArrowheads="1" noChangeShapeType="1" noTextEdit="1"/>
                </p:cNvSpPr>
                <p:nvPr/>
              </p:nvSpPr>
              <p:spPr>
                <a:xfrm>
                  <a:off x="1903190" y="1927386"/>
                  <a:ext cx="867545" cy="1248803"/>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5" name="TextBox 224">
                  <a:extLst>
                    <a:ext uri="{FF2B5EF4-FFF2-40B4-BE49-F238E27FC236}">
                      <a16:creationId xmlns:a16="http://schemas.microsoft.com/office/drawing/2014/main" id="{E8C493CA-7E52-4971-AF9A-0151E82175DE}"/>
                    </a:ext>
                  </a:extLst>
                </p:cNvPr>
                <p:cNvSpPr txBox="1"/>
                <p:nvPr/>
              </p:nvSpPr>
              <p:spPr>
                <a:xfrm>
                  <a:off x="3391239" y="2164778"/>
                  <a:ext cx="1257075"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0.45</m:t>
                        </m:r>
                      </m:oMath>
                    </m:oMathPara>
                  </a14:m>
                  <a:endParaRPr lang="en-GB" sz="2400" dirty="0"/>
                </a:p>
              </p:txBody>
            </p:sp>
          </mc:Choice>
          <mc:Fallback xmlns="">
            <p:sp>
              <p:nvSpPr>
                <p:cNvPr id="225" name="TextBox 224">
                  <a:extLst>
                    <a:ext uri="{FF2B5EF4-FFF2-40B4-BE49-F238E27FC236}">
                      <a16:creationId xmlns:a16="http://schemas.microsoft.com/office/drawing/2014/main" id="{E8C493CA-7E52-4971-AF9A-0151E82175DE}"/>
                    </a:ext>
                  </a:extLst>
                </p:cNvPr>
                <p:cNvSpPr txBox="1">
                  <a:spLocks noRot="1" noChangeAspect="1" noMove="1" noResize="1" noEditPoints="1" noAdjustHandles="1" noChangeArrowheads="1" noChangeShapeType="1" noTextEdit="1"/>
                </p:cNvSpPr>
                <p:nvPr/>
              </p:nvSpPr>
              <p:spPr>
                <a:xfrm>
                  <a:off x="3391239" y="2164778"/>
                  <a:ext cx="1257075" cy="707886"/>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6" name="TextBox 215">
                  <a:extLst>
                    <a:ext uri="{FF2B5EF4-FFF2-40B4-BE49-F238E27FC236}">
                      <a16:creationId xmlns:a16="http://schemas.microsoft.com/office/drawing/2014/main" id="{F74CBEF6-3719-4630-956F-EC5C543F8F0C}"/>
                    </a:ext>
                  </a:extLst>
                </p:cNvPr>
                <p:cNvSpPr txBox="1"/>
                <p:nvPr/>
              </p:nvSpPr>
              <p:spPr>
                <a:xfrm>
                  <a:off x="5366850" y="1927386"/>
                  <a:ext cx="867545" cy="1248803"/>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f>
                          <m:fPr>
                            <m:ctrlPr>
                              <a:rPr lang="en-GB" sz="4000" b="0" i="1" smtClean="0">
                                <a:latin typeface="Cambria Math" panose="02040503050406030204" pitchFamily="18" charset="0"/>
                              </a:rPr>
                            </m:ctrlPr>
                          </m:fPr>
                          <m:num>
                            <m:r>
                              <a:rPr lang="en-GB" sz="4000" b="0" i="1" smtClean="0">
                                <a:latin typeface="Cambria Math" panose="02040503050406030204" pitchFamily="18" charset="0"/>
                              </a:rPr>
                              <m:t>1</m:t>
                            </m:r>
                          </m:num>
                          <m:den>
                            <m:r>
                              <a:rPr lang="en-GB" sz="4000" b="0" i="1" smtClean="0">
                                <a:latin typeface="Cambria Math" panose="02040503050406030204" pitchFamily="18" charset="0"/>
                              </a:rPr>
                              <m:t>20</m:t>
                            </m:r>
                          </m:den>
                        </m:f>
                      </m:oMath>
                    </m:oMathPara>
                  </a14:m>
                  <a:endParaRPr lang="en-GB" sz="2400" dirty="0"/>
                </a:p>
              </p:txBody>
            </p:sp>
          </mc:Choice>
          <mc:Fallback xmlns="">
            <p:sp>
              <p:nvSpPr>
                <p:cNvPr id="216" name="TextBox 215">
                  <a:extLst>
                    <a:ext uri="{FF2B5EF4-FFF2-40B4-BE49-F238E27FC236}">
                      <a16:creationId xmlns:a16="http://schemas.microsoft.com/office/drawing/2014/main" id="{F74CBEF6-3719-4630-956F-EC5C543F8F0C}"/>
                    </a:ext>
                  </a:extLst>
                </p:cNvPr>
                <p:cNvSpPr txBox="1">
                  <a:spLocks noRot="1" noChangeAspect="1" noMove="1" noResize="1" noEditPoints="1" noAdjustHandles="1" noChangeArrowheads="1" noChangeShapeType="1" noTextEdit="1"/>
                </p:cNvSpPr>
                <p:nvPr/>
              </p:nvSpPr>
              <p:spPr>
                <a:xfrm>
                  <a:off x="5366850" y="1927386"/>
                  <a:ext cx="867545" cy="1248803"/>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7" name="TextBox 216">
                  <a:extLst>
                    <a:ext uri="{FF2B5EF4-FFF2-40B4-BE49-F238E27FC236}">
                      <a16:creationId xmlns:a16="http://schemas.microsoft.com/office/drawing/2014/main" id="{2BB4C793-1CEC-419E-ACFA-A30F025410B2}"/>
                    </a:ext>
                  </a:extLst>
                </p:cNvPr>
                <p:cNvSpPr txBox="1"/>
                <p:nvPr/>
              </p:nvSpPr>
              <p:spPr>
                <a:xfrm>
                  <a:off x="6809232" y="2164778"/>
                  <a:ext cx="1257075"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0.15</m:t>
                        </m:r>
                      </m:oMath>
                    </m:oMathPara>
                  </a14:m>
                  <a:endParaRPr lang="en-GB" sz="2400" dirty="0"/>
                </a:p>
              </p:txBody>
            </p:sp>
          </mc:Choice>
          <mc:Fallback xmlns="">
            <p:sp>
              <p:nvSpPr>
                <p:cNvPr id="217" name="TextBox 216">
                  <a:extLst>
                    <a:ext uri="{FF2B5EF4-FFF2-40B4-BE49-F238E27FC236}">
                      <a16:creationId xmlns:a16="http://schemas.microsoft.com/office/drawing/2014/main" id="{2BB4C793-1CEC-419E-ACFA-A30F025410B2}"/>
                    </a:ext>
                  </a:extLst>
                </p:cNvPr>
                <p:cNvSpPr txBox="1">
                  <a:spLocks noRot="1" noChangeAspect="1" noMove="1" noResize="1" noEditPoints="1" noAdjustHandles="1" noChangeArrowheads="1" noChangeShapeType="1" noTextEdit="1"/>
                </p:cNvSpPr>
                <p:nvPr/>
              </p:nvSpPr>
              <p:spPr>
                <a:xfrm>
                  <a:off x="6809232" y="2164778"/>
                  <a:ext cx="1257075" cy="707886"/>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8" name="TextBox 217">
                  <a:extLst>
                    <a:ext uri="{FF2B5EF4-FFF2-40B4-BE49-F238E27FC236}">
                      <a16:creationId xmlns:a16="http://schemas.microsoft.com/office/drawing/2014/main" id="{2B69DFF5-1B49-4BC7-9279-63044724BC7D}"/>
                    </a:ext>
                  </a:extLst>
                </p:cNvPr>
                <p:cNvSpPr txBox="1"/>
                <p:nvPr/>
              </p:nvSpPr>
              <p:spPr>
                <a:xfrm>
                  <a:off x="8388045" y="2164778"/>
                  <a:ext cx="1324402"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55%</m:t>
                        </m:r>
                      </m:oMath>
                    </m:oMathPara>
                  </a14:m>
                  <a:endParaRPr lang="en-GB" sz="2400" dirty="0"/>
                </a:p>
              </p:txBody>
            </p:sp>
          </mc:Choice>
          <mc:Fallback xmlns="">
            <p:sp>
              <p:nvSpPr>
                <p:cNvPr id="218" name="TextBox 217">
                  <a:extLst>
                    <a:ext uri="{FF2B5EF4-FFF2-40B4-BE49-F238E27FC236}">
                      <a16:creationId xmlns:a16="http://schemas.microsoft.com/office/drawing/2014/main" id="{2B69DFF5-1B49-4BC7-9279-63044724BC7D}"/>
                    </a:ext>
                  </a:extLst>
                </p:cNvPr>
                <p:cNvSpPr txBox="1">
                  <a:spLocks noRot="1" noChangeAspect="1" noMove="1" noResize="1" noEditPoints="1" noAdjustHandles="1" noChangeArrowheads="1" noChangeShapeType="1" noTextEdit="1"/>
                </p:cNvSpPr>
                <p:nvPr/>
              </p:nvSpPr>
              <p:spPr>
                <a:xfrm>
                  <a:off x="8388045" y="2164778"/>
                  <a:ext cx="1324402" cy="707886"/>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0" name="TextBox 239">
                  <a:extLst>
                    <a:ext uri="{FF2B5EF4-FFF2-40B4-BE49-F238E27FC236}">
                      <a16:creationId xmlns:a16="http://schemas.microsoft.com/office/drawing/2014/main" id="{C776FD91-D656-474D-B0C6-50CF0A22A75E}"/>
                    </a:ext>
                  </a:extLst>
                </p:cNvPr>
                <p:cNvSpPr txBox="1"/>
                <p:nvPr/>
              </p:nvSpPr>
              <p:spPr>
                <a:xfrm>
                  <a:off x="336381" y="3661095"/>
                  <a:ext cx="867545" cy="1248803"/>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f>
                          <m:fPr>
                            <m:ctrlPr>
                              <a:rPr lang="en-GB" sz="4000" b="0" i="1" smtClean="0">
                                <a:latin typeface="Cambria Math" panose="02040503050406030204" pitchFamily="18" charset="0"/>
                              </a:rPr>
                            </m:ctrlPr>
                          </m:fPr>
                          <m:num>
                            <m:r>
                              <a:rPr lang="en-GB" sz="4000" b="0" i="1" smtClean="0">
                                <a:latin typeface="Cambria Math" panose="02040503050406030204" pitchFamily="18" charset="0"/>
                              </a:rPr>
                              <m:t>17</m:t>
                            </m:r>
                          </m:num>
                          <m:den>
                            <m:r>
                              <a:rPr lang="en-GB" sz="4000" b="0" i="1" smtClean="0">
                                <a:latin typeface="Cambria Math" panose="02040503050406030204" pitchFamily="18" charset="0"/>
                              </a:rPr>
                              <m:t>20</m:t>
                            </m:r>
                          </m:den>
                        </m:f>
                      </m:oMath>
                    </m:oMathPara>
                  </a14:m>
                  <a:endParaRPr lang="en-GB" sz="2400" dirty="0"/>
                </a:p>
              </p:txBody>
            </p:sp>
          </mc:Choice>
          <mc:Fallback xmlns="">
            <p:sp>
              <p:nvSpPr>
                <p:cNvPr id="240" name="TextBox 239">
                  <a:extLst>
                    <a:ext uri="{FF2B5EF4-FFF2-40B4-BE49-F238E27FC236}">
                      <a16:creationId xmlns:a16="http://schemas.microsoft.com/office/drawing/2014/main" id="{C776FD91-D656-474D-B0C6-50CF0A22A75E}"/>
                    </a:ext>
                  </a:extLst>
                </p:cNvPr>
                <p:cNvSpPr txBox="1">
                  <a:spLocks noRot="1" noChangeAspect="1" noMove="1" noResize="1" noEditPoints="1" noAdjustHandles="1" noChangeArrowheads="1" noChangeShapeType="1" noTextEdit="1"/>
                </p:cNvSpPr>
                <p:nvPr/>
              </p:nvSpPr>
              <p:spPr>
                <a:xfrm>
                  <a:off x="336381" y="3661095"/>
                  <a:ext cx="867545" cy="1248803"/>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1" name="TextBox 240">
                  <a:extLst>
                    <a:ext uri="{FF2B5EF4-FFF2-40B4-BE49-F238E27FC236}">
                      <a16:creationId xmlns:a16="http://schemas.microsoft.com/office/drawing/2014/main" id="{03438E99-6DDA-4F5E-B960-9297958198CD}"/>
                    </a:ext>
                  </a:extLst>
                </p:cNvPr>
                <p:cNvSpPr txBox="1"/>
                <p:nvPr/>
              </p:nvSpPr>
              <p:spPr>
                <a:xfrm>
                  <a:off x="1903190" y="3661095"/>
                  <a:ext cx="867545" cy="1244764"/>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f>
                          <m:fPr>
                            <m:ctrlPr>
                              <a:rPr lang="en-GB" sz="4000" b="0" i="1" smtClean="0">
                                <a:latin typeface="Cambria Math" panose="02040503050406030204" pitchFamily="18" charset="0"/>
                              </a:rPr>
                            </m:ctrlPr>
                          </m:fPr>
                          <m:num>
                            <m:r>
                              <a:rPr lang="en-GB" sz="4000" b="0" i="1" smtClean="0">
                                <a:latin typeface="Cambria Math" panose="02040503050406030204" pitchFamily="18" charset="0"/>
                              </a:rPr>
                              <m:t>7</m:t>
                            </m:r>
                          </m:num>
                          <m:den>
                            <m:r>
                              <a:rPr lang="en-GB" sz="4000" b="0" i="1" smtClean="0">
                                <a:latin typeface="Cambria Math" panose="02040503050406030204" pitchFamily="18" charset="0"/>
                              </a:rPr>
                              <m:t>20</m:t>
                            </m:r>
                          </m:den>
                        </m:f>
                      </m:oMath>
                    </m:oMathPara>
                  </a14:m>
                  <a:endParaRPr lang="en-GB" sz="2400" dirty="0"/>
                </a:p>
              </p:txBody>
            </p:sp>
          </mc:Choice>
          <mc:Fallback xmlns="">
            <p:sp>
              <p:nvSpPr>
                <p:cNvPr id="241" name="TextBox 240">
                  <a:extLst>
                    <a:ext uri="{FF2B5EF4-FFF2-40B4-BE49-F238E27FC236}">
                      <a16:creationId xmlns:a16="http://schemas.microsoft.com/office/drawing/2014/main" id="{03438E99-6DDA-4F5E-B960-9297958198CD}"/>
                    </a:ext>
                  </a:extLst>
                </p:cNvPr>
                <p:cNvSpPr txBox="1">
                  <a:spLocks noRot="1" noChangeAspect="1" noMove="1" noResize="1" noEditPoints="1" noAdjustHandles="1" noChangeArrowheads="1" noChangeShapeType="1" noTextEdit="1"/>
                </p:cNvSpPr>
                <p:nvPr/>
              </p:nvSpPr>
              <p:spPr>
                <a:xfrm>
                  <a:off x="1903190" y="3661095"/>
                  <a:ext cx="867545" cy="1244764"/>
                </a:xfrm>
                <a:prstGeom prst="rect">
                  <a:avLst/>
                </a:prstGeom>
                <a:blipFill>
                  <a:blip r:embed="rId1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2" name="TextBox 241">
                  <a:extLst>
                    <a:ext uri="{FF2B5EF4-FFF2-40B4-BE49-F238E27FC236}">
                      <a16:creationId xmlns:a16="http://schemas.microsoft.com/office/drawing/2014/main" id="{655EF316-59FF-4750-BB8F-A4CE35125827}"/>
                    </a:ext>
                  </a:extLst>
                </p:cNvPr>
                <p:cNvSpPr txBox="1"/>
                <p:nvPr/>
              </p:nvSpPr>
              <p:spPr>
                <a:xfrm>
                  <a:off x="3391239" y="3898487"/>
                  <a:ext cx="1257075"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0.05</m:t>
                        </m:r>
                      </m:oMath>
                    </m:oMathPara>
                  </a14:m>
                  <a:endParaRPr lang="en-GB" sz="2400" dirty="0"/>
                </a:p>
              </p:txBody>
            </p:sp>
          </mc:Choice>
          <mc:Fallback xmlns="">
            <p:sp>
              <p:nvSpPr>
                <p:cNvPr id="242" name="TextBox 241">
                  <a:extLst>
                    <a:ext uri="{FF2B5EF4-FFF2-40B4-BE49-F238E27FC236}">
                      <a16:creationId xmlns:a16="http://schemas.microsoft.com/office/drawing/2014/main" id="{655EF316-59FF-4750-BB8F-A4CE35125827}"/>
                    </a:ext>
                  </a:extLst>
                </p:cNvPr>
                <p:cNvSpPr txBox="1">
                  <a:spLocks noRot="1" noChangeAspect="1" noMove="1" noResize="1" noEditPoints="1" noAdjustHandles="1" noChangeArrowheads="1" noChangeShapeType="1" noTextEdit="1"/>
                </p:cNvSpPr>
                <p:nvPr/>
              </p:nvSpPr>
              <p:spPr>
                <a:xfrm>
                  <a:off x="3391239" y="3898487"/>
                  <a:ext cx="1257075" cy="707886"/>
                </a:xfrm>
                <a:prstGeom prst="rect">
                  <a:avLst/>
                </a:prstGeom>
                <a:blipFill>
                  <a:blip r:embed="rId1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3" name="TextBox 232">
                  <a:extLst>
                    <a:ext uri="{FF2B5EF4-FFF2-40B4-BE49-F238E27FC236}">
                      <a16:creationId xmlns:a16="http://schemas.microsoft.com/office/drawing/2014/main" id="{077E3440-E4AC-4BBF-A83A-C707C2B98FB8}"/>
                    </a:ext>
                  </a:extLst>
                </p:cNvPr>
                <p:cNvSpPr txBox="1"/>
                <p:nvPr/>
              </p:nvSpPr>
              <p:spPr>
                <a:xfrm>
                  <a:off x="5208759" y="3898487"/>
                  <a:ext cx="1324402"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65%</m:t>
                        </m:r>
                      </m:oMath>
                    </m:oMathPara>
                  </a14:m>
                  <a:endParaRPr lang="en-GB" sz="2400" dirty="0"/>
                </a:p>
              </p:txBody>
            </p:sp>
          </mc:Choice>
          <mc:Fallback xmlns="">
            <p:sp>
              <p:nvSpPr>
                <p:cNvPr id="233" name="TextBox 232">
                  <a:extLst>
                    <a:ext uri="{FF2B5EF4-FFF2-40B4-BE49-F238E27FC236}">
                      <a16:creationId xmlns:a16="http://schemas.microsoft.com/office/drawing/2014/main" id="{077E3440-E4AC-4BBF-A83A-C707C2B98FB8}"/>
                    </a:ext>
                  </a:extLst>
                </p:cNvPr>
                <p:cNvSpPr txBox="1">
                  <a:spLocks noRot="1" noChangeAspect="1" noMove="1" noResize="1" noEditPoints="1" noAdjustHandles="1" noChangeArrowheads="1" noChangeShapeType="1" noTextEdit="1"/>
                </p:cNvSpPr>
                <p:nvPr/>
              </p:nvSpPr>
              <p:spPr>
                <a:xfrm>
                  <a:off x="5208759" y="3898487"/>
                  <a:ext cx="1324402" cy="707886"/>
                </a:xfrm>
                <a:prstGeom prst="rect">
                  <a:avLst/>
                </a:prstGeom>
                <a:blipFill>
                  <a:blip r:embed="rId1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4" name="TextBox 233">
                  <a:extLst>
                    <a:ext uri="{FF2B5EF4-FFF2-40B4-BE49-F238E27FC236}">
                      <a16:creationId xmlns:a16="http://schemas.microsoft.com/office/drawing/2014/main" id="{07393DA8-649B-4058-A3BB-9EED54855C55}"/>
                    </a:ext>
                  </a:extLst>
                </p:cNvPr>
                <p:cNvSpPr txBox="1"/>
                <p:nvPr/>
              </p:nvSpPr>
              <p:spPr>
                <a:xfrm>
                  <a:off x="6809232" y="3898487"/>
                  <a:ext cx="1257075"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0.35</m:t>
                        </m:r>
                      </m:oMath>
                    </m:oMathPara>
                  </a14:m>
                  <a:endParaRPr lang="en-GB" sz="2400" dirty="0"/>
                </a:p>
              </p:txBody>
            </p:sp>
          </mc:Choice>
          <mc:Fallback xmlns="">
            <p:sp>
              <p:nvSpPr>
                <p:cNvPr id="234" name="TextBox 233">
                  <a:extLst>
                    <a:ext uri="{FF2B5EF4-FFF2-40B4-BE49-F238E27FC236}">
                      <a16:creationId xmlns:a16="http://schemas.microsoft.com/office/drawing/2014/main" id="{07393DA8-649B-4058-A3BB-9EED54855C55}"/>
                    </a:ext>
                  </a:extLst>
                </p:cNvPr>
                <p:cNvSpPr txBox="1">
                  <a:spLocks noRot="1" noChangeAspect="1" noMove="1" noResize="1" noEditPoints="1" noAdjustHandles="1" noChangeArrowheads="1" noChangeShapeType="1" noTextEdit="1"/>
                </p:cNvSpPr>
                <p:nvPr/>
              </p:nvSpPr>
              <p:spPr>
                <a:xfrm>
                  <a:off x="6809232" y="3898487"/>
                  <a:ext cx="1257075" cy="707886"/>
                </a:xfrm>
                <a:prstGeom prst="rect">
                  <a:avLst/>
                </a:prstGeom>
                <a:blipFill>
                  <a:blip r:embed="rId1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5" name="TextBox 234">
                  <a:extLst>
                    <a:ext uri="{FF2B5EF4-FFF2-40B4-BE49-F238E27FC236}">
                      <a16:creationId xmlns:a16="http://schemas.microsoft.com/office/drawing/2014/main" id="{953BB9BF-5FD7-4AD3-A3E6-3360DC703863}"/>
                    </a:ext>
                  </a:extLst>
                </p:cNvPr>
                <p:cNvSpPr txBox="1"/>
                <p:nvPr/>
              </p:nvSpPr>
              <p:spPr>
                <a:xfrm>
                  <a:off x="8546136" y="3661095"/>
                  <a:ext cx="867545" cy="1248803"/>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f>
                          <m:fPr>
                            <m:ctrlPr>
                              <a:rPr lang="en-GB" sz="4000" b="0" i="1" smtClean="0">
                                <a:latin typeface="Cambria Math" panose="02040503050406030204" pitchFamily="18" charset="0"/>
                              </a:rPr>
                            </m:ctrlPr>
                          </m:fPr>
                          <m:num>
                            <m:r>
                              <a:rPr lang="en-GB" sz="4000" b="0" i="1" smtClean="0">
                                <a:latin typeface="Cambria Math" panose="02040503050406030204" pitchFamily="18" charset="0"/>
                              </a:rPr>
                              <m:t>3</m:t>
                            </m:r>
                          </m:num>
                          <m:den>
                            <m:r>
                              <a:rPr lang="en-GB" sz="4000" b="0" i="1" smtClean="0">
                                <a:latin typeface="Cambria Math" panose="02040503050406030204" pitchFamily="18" charset="0"/>
                              </a:rPr>
                              <m:t>20</m:t>
                            </m:r>
                          </m:den>
                        </m:f>
                      </m:oMath>
                    </m:oMathPara>
                  </a14:m>
                  <a:endParaRPr lang="en-GB" sz="2400" dirty="0"/>
                </a:p>
              </p:txBody>
            </p:sp>
          </mc:Choice>
          <mc:Fallback xmlns="">
            <p:sp>
              <p:nvSpPr>
                <p:cNvPr id="235" name="TextBox 234">
                  <a:extLst>
                    <a:ext uri="{FF2B5EF4-FFF2-40B4-BE49-F238E27FC236}">
                      <a16:creationId xmlns:a16="http://schemas.microsoft.com/office/drawing/2014/main" id="{953BB9BF-5FD7-4AD3-A3E6-3360DC703863}"/>
                    </a:ext>
                  </a:extLst>
                </p:cNvPr>
                <p:cNvSpPr txBox="1">
                  <a:spLocks noRot="1" noChangeAspect="1" noMove="1" noResize="1" noEditPoints="1" noAdjustHandles="1" noChangeArrowheads="1" noChangeShapeType="1" noTextEdit="1"/>
                </p:cNvSpPr>
                <p:nvPr/>
              </p:nvSpPr>
              <p:spPr>
                <a:xfrm>
                  <a:off x="8546136" y="3661095"/>
                  <a:ext cx="867545" cy="1248803"/>
                </a:xfrm>
                <a:prstGeom prst="rect">
                  <a:avLst/>
                </a:prstGeom>
                <a:blipFill>
                  <a:blip r:embed="rId1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4" name="TextBox 273">
                  <a:extLst>
                    <a:ext uri="{FF2B5EF4-FFF2-40B4-BE49-F238E27FC236}">
                      <a16:creationId xmlns:a16="http://schemas.microsoft.com/office/drawing/2014/main" id="{8EAFDE06-B77E-47B2-A630-557F9273F935}"/>
                    </a:ext>
                  </a:extLst>
                </p:cNvPr>
                <p:cNvSpPr txBox="1"/>
                <p:nvPr/>
              </p:nvSpPr>
              <p:spPr>
                <a:xfrm>
                  <a:off x="211952" y="5632196"/>
                  <a:ext cx="1257075"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0.55</m:t>
                        </m:r>
                      </m:oMath>
                    </m:oMathPara>
                  </a14:m>
                  <a:endParaRPr lang="en-GB" sz="2400" dirty="0"/>
                </a:p>
              </p:txBody>
            </p:sp>
          </mc:Choice>
          <mc:Fallback xmlns="">
            <p:sp>
              <p:nvSpPr>
                <p:cNvPr id="274" name="TextBox 273">
                  <a:extLst>
                    <a:ext uri="{FF2B5EF4-FFF2-40B4-BE49-F238E27FC236}">
                      <a16:creationId xmlns:a16="http://schemas.microsoft.com/office/drawing/2014/main" id="{8EAFDE06-B77E-47B2-A630-557F9273F935}"/>
                    </a:ext>
                  </a:extLst>
                </p:cNvPr>
                <p:cNvSpPr txBox="1">
                  <a:spLocks noRot="1" noChangeAspect="1" noMove="1" noResize="1" noEditPoints="1" noAdjustHandles="1" noChangeArrowheads="1" noChangeShapeType="1" noTextEdit="1"/>
                </p:cNvSpPr>
                <p:nvPr/>
              </p:nvSpPr>
              <p:spPr>
                <a:xfrm>
                  <a:off x="211952" y="5632196"/>
                  <a:ext cx="1257075" cy="707886"/>
                </a:xfrm>
                <a:prstGeom prst="rect">
                  <a:avLst/>
                </a:prstGeom>
                <a:blipFill>
                  <a:blip r:embed="rId2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5" name="TextBox 274">
                  <a:extLst>
                    <a:ext uri="{FF2B5EF4-FFF2-40B4-BE49-F238E27FC236}">
                      <a16:creationId xmlns:a16="http://schemas.microsoft.com/office/drawing/2014/main" id="{2D910685-B5D4-4242-90F9-8B4D7378BD44}"/>
                    </a:ext>
                  </a:extLst>
                </p:cNvPr>
                <p:cNvSpPr txBox="1"/>
                <p:nvPr/>
              </p:nvSpPr>
              <p:spPr>
                <a:xfrm>
                  <a:off x="1903190" y="5394804"/>
                  <a:ext cx="867545" cy="1248803"/>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f>
                          <m:fPr>
                            <m:ctrlPr>
                              <a:rPr lang="en-GB" sz="4000" b="0" i="1" smtClean="0">
                                <a:latin typeface="Cambria Math" panose="02040503050406030204" pitchFamily="18" charset="0"/>
                              </a:rPr>
                            </m:ctrlPr>
                          </m:fPr>
                          <m:num>
                            <m:r>
                              <a:rPr lang="en-GB" sz="4000" b="0" i="1" smtClean="0">
                                <a:latin typeface="Cambria Math" panose="02040503050406030204" pitchFamily="18" charset="0"/>
                              </a:rPr>
                              <m:t>13</m:t>
                            </m:r>
                          </m:num>
                          <m:den>
                            <m:r>
                              <a:rPr lang="en-GB" sz="4000" b="0" i="1" smtClean="0">
                                <a:latin typeface="Cambria Math" panose="02040503050406030204" pitchFamily="18" charset="0"/>
                              </a:rPr>
                              <m:t>20</m:t>
                            </m:r>
                          </m:den>
                        </m:f>
                      </m:oMath>
                    </m:oMathPara>
                  </a14:m>
                  <a:endParaRPr lang="en-GB" sz="2400" dirty="0"/>
                </a:p>
              </p:txBody>
            </p:sp>
          </mc:Choice>
          <mc:Fallback xmlns="">
            <p:sp>
              <p:nvSpPr>
                <p:cNvPr id="275" name="TextBox 274">
                  <a:extLst>
                    <a:ext uri="{FF2B5EF4-FFF2-40B4-BE49-F238E27FC236}">
                      <a16:creationId xmlns:a16="http://schemas.microsoft.com/office/drawing/2014/main" id="{2D910685-B5D4-4242-90F9-8B4D7378BD44}"/>
                    </a:ext>
                  </a:extLst>
                </p:cNvPr>
                <p:cNvSpPr txBox="1">
                  <a:spLocks noRot="1" noChangeAspect="1" noMove="1" noResize="1" noEditPoints="1" noAdjustHandles="1" noChangeArrowheads="1" noChangeShapeType="1" noTextEdit="1"/>
                </p:cNvSpPr>
                <p:nvPr/>
              </p:nvSpPr>
              <p:spPr>
                <a:xfrm>
                  <a:off x="1903190" y="5394804"/>
                  <a:ext cx="867545" cy="1248803"/>
                </a:xfrm>
                <a:prstGeom prst="rect">
                  <a:avLst/>
                </a:prstGeom>
                <a:blipFill>
                  <a:blip r:embed="rId2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6" name="TextBox 275">
                  <a:extLst>
                    <a:ext uri="{FF2B5EF4-FFF2-40B4-BE49-F238E27FC236}">
                      <a16:creationId xmlns:a16="http://schemas.microsoft.com/office/drawing/2014/main" id="{7E4A1A99-B202-4C19-8C82-F46E1BCF367B}"/>
                    </a:ext>
                  </a:extLst>
                </p:cNvPr>
                <p:cNvSpPr txBox="1"/>
                <p:nvPr/>
              </p:nvSpPr>
              <p:spPr>
                <a:xfrm>
                  <a:off x="3357576" y="5632196"/>
                  <a:ext cx="1324402"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85%</m:t>
                        </m:r>
                      </m:oMath>
                    </m:oMathPara>
                  </a14:m>
                  <a:endParaRPr lang="en-GB" sz="2400" dirty="0"/>
                </a:p>
              </p:txBody>
            </p:sp>
          </mc:Choice>
          <mc:Fallback xmlns="">
            <p:sp>
              <p:nvSpPr>
                <p:cNvPr id="276" name="TextBox 275">
                  <a:extLst>
                    <a:ext uri="{FF2B5EF4-FFF2-40B4-BE49-F238E27FC236}">
                      <a16:creationId xmlns:a16="http://schemas.microsoft.com/office/drawing/2014/main" id="{7E4A1A99-B202-4C19-8C82-F46E1BCF367B}"/>
                    </a:ext>
                  </a:extLst>
                </p:cNvPr>
                <p:cNvSpPr txBox="1">
                  <a:spLocks noRot="1" noChangeAspect="1" noMove="1" noResize="1" noEditPoints="1" noAdjustHandles="1" noChangeArrowheads="1" noChangeShapeType="1" noTextEdit="1"/>
                </p:cNvSpPr>
                <p:nvPr/>
              </p:nvSpPr>
              <p:spPr>
                <a:xfrm>
                  <a:off x="3357576" y="5632196"/>
                  <a:ext cx="1324402" cy="707886"/>
                </a:xfrm>
                <a:prstGeom prst="rect">
                  <a:avLst/>
                </a:prstGeom>
                <a:blipFill>
                  <a:blip r:embed="rId22"/>
                  <a:stretch>
                    <a:fillRect/>
                  </a:stretch>
                </a:blipFill>
              </p:spPr>
              <p:txBody>
                <a:bodyPr/>
                <a:lstStyle/>
                <a:p>
                  <a:r>
                    <a:rPr lang="en-GB">
                      <a:noFill/>
                    </a:rPr>
                    <a:t> </a:t>
                  </a:r>
                </a:p>
              </p:txBody>
            </p:sp>
          </mc:Fallback>
        </mc:AlternateContent>
      </p:grpSp>
      <p:sp>
        <p:nvSpPr>
          <p:cNvPr id="51" name="TextBox 50">
            <a:extLst>
              <a:ext uri="{FF2B5EF4-FFF2-40B4-BE49-F238E27FC236}">
                <a16:creationId xmlns:a16="http://schemas.microsoft.com/office/drawing/2014/main" id="{93F13A96-9D0B-4BB8-9D9F-D3ED6706CF70}"/>
              </a:ext>
            </a:extLst>
          </p:cNvPr>
          <p:cNvSpPr txBox="1"/>
          <p:nvPr/>
        </p:nvSpPr>
        <p:spPr>
          <a:xfrm>
            <a:off x="8550911" y="6340082"/>
            <a:ext cx="1161536" cy="400110"/>
          </a:xfrm>
          <a:prstGeom prst="rect">
            <a:avLst/>
          </a:prstGeom>
          <a:noFill/>
        </p:spPr>
        <p:txBody>
          <a:bodyPr wrap="none" rtlCol="0">
            <a:spAutoFit/>
          </a:bodyPr>
          <a:lstStyle/>
          <a:p>
            <a:r>
              <a:rPr lang="ky-KG" sz="2000" dirty="0"/>
              <a:t>3-топтом</a:t>
            </a:r>
            <a:endParaRPr lang="en-GB" sz="2000" dirty="0"/>
          </a:p>
        </p:txBody>
      </p:sp>
    </p:spTree>
    <p:extLst>
      <p:ext uri="{BB962C8B-B14F-4D97-AF65-F5344CB8AC3E}">
        <p14:creationId xmlns:p14="http://schemas.microsoft.com/office/powerpoint/2010/main" val="30795116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CC667F9-B3CE-5C02-FBE3-F6F2D578D0BE}"/>
              </a:ext>
            </a:extLst>
          </p:cNvPr>
          <p:cNvPicPr>
            <a:picLocks noChangeAspect="1"/>
          </p:cNvPicPr>
          <p:nvPr/>
        </p:nvPicPr>
        <p:blipFill>
          <a:blip r:embed="rId2"/>
          <a:stretch>
            <a:fillRect/>
          </a:stretch>
        </p:blipFill>
        <p:spPr>
          <a:xfrm rot="16200000">
            <a:off x="-931962" y="1071338"/>
            <a:ext cx="6802273" cy="4703886"/>
          </a:xfrm>
          <a:prstGeom prst="rect">
            <a:avLst/>
          </a:prstGeom>
        </p:spPr>
      </p:pic>
      <p:pic>
        <p:nvPicPr>
          <p:cNvPr id="6" name="Picture 5">
            <a:extLst>
              <a:ext uri="{FF2B5EF4-FFF2-40B4-BE49-F238E27FC236}">
                <a16:creationId xmlns:a16="http://schemas.microsoft.com/office/drawing/2014/main" id="{49637688-81FE-DB7B-2E8E-39FCE7C3774C}"/>
              </a:ext>
            </a:extLst>
          </p:cNvPr>
          <p:cNvPicPr>
            <a:picLocks noChangeAspect="1"/>
          </p:cNvPicPr>
          <p:nvPr/>
        </p:nvPicPr>
        <p:blipFill>
          <a:blip r:embed="rId2"/>
          <a:stretch>
            <a:fillRect/>
          </a:stretch>
        </p:blipFill>
        <p:spPr>
          <a:xfrm rot="16200000">
            <a:off x="4035690" y="1049194"/>
            <a:ext cx="6802273" cy="4703886"/>
          </a:xfrm>
          <a:prstGeom prst="rect">
            <a:avLst/>
          </a:prstGeom>
        </p:spPr>
      </p:pic>
    </p:spTree>
    <p:extLst>
      <p:ext uri="{BB962C8B-B14F-4D97-AF65-F5344CB8AC3E}">
        <p14:creationId xmlns:p14="http://schemas.microsoft.com/office/powerpoint/2010/main" val="26605687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9AC35C44-C7D1-4669-A0B3-E3AC306F1EF7}"/>
              </a:ext>
            </a:extLst>
          </p:cNvPr>
          <p:cNvGrpSpPr/>
          <p:nvPr/>
        </p:nvGrpSpPr>
        <p:grpSpPr>
          <a:xfrm>
            <a:off x="19050" y="19050"/>
            <a:ext cx="4837430" cy="1596390"/>
            <a:chOff x="19050" y="19050"/>
            <a:chExt cx="4837430" cy="1596390"/>
          </a:xfrm>
        </p:grpSpPr>
        <p:sp>
          <p:nvSpPr>
            <p:cNvPr id="2" name="Rectangle: Rounded Corners 1">
              <a:extLst>
                <a:ext uri="{FF2B5EF4-FFF2-40B4-BE49-F238E27FC236}">
                  <a16:creationId xmlns:a16="http://schemas.microsoft.com/office/drawing/2014/main" id="{147D6447-06C6-4BCF-B520-D77B6478BFE9}"/>
                </a:ext>
              </a:extLst>
            </p:cNvPr>
            <p:cNvSpPr/>
            <p:nvPr/>
          </p:nvSpPr>
          <p:spPr>
            <a:xfrm>
              <a:off x="19050" y="19050"/>
              <a:ext cx="4837430" cy="1596390"/>
            </a:xfrm>
            <a:prstGeom prst="roundRect">
              <a:avLst>
                <a:gd name="adj" fmla="val 53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139" name="Straight Connector 138">
              <a:extLst>
                <a:ext uri="{FF2B5EF4-FFF2-40B4-BE49-F238E27FC236}">
                  <a16:creationId xmlns:a16="http://schemas.microsoft.com/office/drawing/2014/main" id="{222ACA19-A599-4F06-A5BE-DDBD9C824F6F}"/>
                </a:ext>
              </a:extLst>
            </p:cNvPr>
            <p:cNvCxnSpPr>
              <a:cxnSpLocks/>
            </p:cNvCxnSpPr>
            <p:nvPr/>
          </p:nvCxnSpPr>
          <p:spPr>
            <a:xfrm flipV="1">
              <a:off x="1631527"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030E9AD2-B10E-427D-9FD9-ADF128ED9647}"/>
                </a:ext>
              </a:extLst>
            </p:cNvPr>
            <p:cNvCxnSpPr>
              <a:cxnSpLocks/>
            </p:cNvCxnSpPr>
            <p:nvPr/>
          </p:nvCxnSpPr>
          <p:spPr>
            <a:xfrm flipV="1">
              <a:off x="3244004"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7" name="Group 146">
            <a:extLst>
              <a:ext uri="{FF2B5EF4-FFF2-40B4-BE49-F238E27FC236}">
                <a16:creationId xmlns:a16="http://schemas.microsoft.com/office/drawing/2014/main" id="{1FD4AF64-CBB5-43B8-9FED-78B3003C44BF}"/>
              </a:ext>
            </a:extLst>
          </p:cNvPr>
          <p:cNvGrpSpPr/>
          <p:nvPr/>
        </p:nvGrpSpPr>
        <p:grpSpPr>
          <a:xfrm>
            <a:off x="5049520" y="19050"/>
            <a:ext cx="4837430" cy="1596390"/>
            <a:chOff x="19050" y="19050"/>
            <a:chExt cx="4837430" cy="1596390"/>
          </a:xfrm>
        </p:grpSpPr>
        <p:sp>
          <p:nvSpPr>
            <p:cNvPr id="151" name="Rectangle: Rounded Corners 150">
              <a:extLst>
                <a:ext uri="{FF2B5EF4-FFF2-40B4-BE49-F238E27FC236}">
                  <a16:creationId xmlns:a16="http://schemas.microsoft.com/office/drawing/2014/main" id="{EEE8CDEC-91DF-4B75-854B-18ECECF29BEE}"/>
                </a:ext>
              </a:extLst>
            </p:cNvPr>
            <p:cNvSpPr/>
            <p:nvPr/>
          </p:nvSpPr>
          <p:spPr>
            <a:xfrm>
              <a:off x="19050" y="19050"/>
              <a:ext cx="4837430" cy="1596390"/>
            </a:xfrm>
            <a:prstGeom prst="roundRect">
              <a:avLst>
                <a:gd name="adj" fmla="val 53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152" name="Straight Connector 151">
              <a:extLst>
                <a:ext uri="{FF2B5EF4-FFF2-40B4-BE49-F238E27FC236}">
                  <a16:creationId xmlns:a16="http://schemas.microsoft.com/office/drawing/2014/main" id="{46952DAE-0A7F-42BC-94AB-93B78B71CC99}"/>
                </a:ext>
              </a:extLst>
            </p:cNvPr>
            <p:cNvCxnSpPr>
              <a:cxnSpLocks/>
            </p:cNvCxnSpPr>
            <p:nvPr/>
          </p:nvCxnSpPr>
          <p:spPr>
            <a:xfrm flipV="1">
              <a:off x="1631527"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486C6215-742B-4BED-8320-94D835612CC4}"/>
                </a:ext>
              </a:extLst>
            </p:cNvPr>
            <p:cNvCxnSpPr>
              <a:cxnSpLocks/>
            </p:cNvCxnSpPr>
            <p:nvPr/>
          </p:nvCxnSpPr>
          <p:spPr>
            <a:xfrm flipV="1">
              <a:off x="3244004"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2" name="Group 221">
            <a:extLst>
              <a:ext uri="{FF2B5EF4-FFF2-40B4-BE49-F238E27FC236}">
                <a16:creationId xmlns:a16="http://schemas.microsoft.com/office/drawing/2014/main" id="{55A6269E-1B0F-4C27-967D-C49025FC6A84}"/>
              </a:ext>
            </a:extLst>
          </p:cNvPr>
          <p:cNvGrpSpPr/>
          <p:nvPr/>
        </p:nvGrpSpPr>
        <p:grpSpPr>
          <a:xfrm>
            <a:off x="19050" y="1752759"/>
            <a:ext cx="4837430" cy="1596390"/>
            <a:chOff x="19050" y="19050"/>
            <a:chExt cx="4837430" cy="1596390"/>
          </a:xfrm>
        </p:grpSpPr>
        <p:sp>
          <p:nvSpPr>
            <p:cNvPr id="226" name="Rectangle: Rounded Corners 225">
              <a:extLst>
                <a:ext uri="{FF2B5EF4-FFF2-40B4-BE49-F238E27FC236}">
                  <a16:creationId xmlns:a16="http://schemas.microsoft.com/office/drawing/2014/main" id="{E246047B-779F-4F3A-96AC-D44C3057E1CD}"/>
                </a:ext>
              </a:extLst>
            </p:cNvPr>
            <p:cNvSpPr/>
            <p:nvPr/>
          </p:nvSpPr>
          <p:spPr>
            <a:xfrm>
              <a:off x="19050" y="19050"/>
              <a:ext cx="4837430" cy="1596390"/>
            </a:xfrm>
            <a:prstGeom prst="roundRect">
              <a:avLst>
                <a:gd name="adj" fmla="val 53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227" name="Straight Connector 226">
              <a:extLst>
                <a:ext uri="{FF2B5EF4-FFF2-40B4-BE49-F238E27FC236}">
                  <a16:creationId xmlns:a16="http://schemas.microsoft.com/office/drawing/2014/main" id="{4DAC884A-D1C4-4DAD-8890-B710DF9DF403}"/>
                </a:ext>
              </a:extLst>
            </p:cNvPr>
            <p:cNvCxnSpPr>
              <a:cxnSpLocks/>
            </p:cNvCxnSpPr>
            <p:nvPr/>
          </p:nvCxnSpPr>
          <p:spPr>
            <a:xfrm flipV="1">
              <a:off x="1631527"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8" name="Straight Connector 227">
              <a:extLst>
                <a:ext uri="{FF2B5EF4-FFF2-40B4-BE49-F238E27FC236}">
                  <a16:creationId xmlns:a16="http://schemas.microsoft.com/office/drawing/2014/main" id="{E293689A-6FE8-40C2-8316-EFF840045DE2}"/>
                </a:ext>
              </a:extLst>
            </p:cNvPr>
            <p:cNvCxnSpPr>
              <a:cxnSpLocks/>
            </p:cNvCxnSpPr>
            <p:nvPr/>
          </p:nvCxnSpPr>
          <p:spPr>
            <a:xfrm flipV="1">
              <a:off x="3244004"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15" name="Group 214">
            <a:extLst>
              <a:ext uri="{FF2B5EF4-FFF2-40B4-BE49-F238E27FC236}">
                <a16:creationId xmlns:a16="http://schemas.microsoft.com/office/drawing/2014/main" id="{C5118FD4-1CBD-4490-82E2-8BFCB2AA5940}"/>
              </a:ext>
            </a:extLst>
          </p:cNvPr>
          <p:cNvGrpSpPr/>
          <p:nvPr/>
        </p:nvGrpSpPr>
        <p:grpSpPr>
          <a:xfrm>
            <a:off x="5049520" y="1752759"/>
            <a:ext cx="4837430" cy="1596390"/>
            <a:chOff x="19050" y="19050"/>
            <a:chExt cx="4837430" cy="1596390"/>
          </a:xfrm>
        </p:grpSpPr>
        <p:sp>
          <p:nvSpPr>
            <p:cNvPr id="219" name="Rectangle: Rounded Corners 218">
              <a:extLst>
                <a:ext uri="{FF2B5EF4-FFF2-40B4-BE49-F238E27FC236}">
                  <a16:creationId xmlns:a16="http://schemas.microsoft.com/office/drawing/2014/main" id="{97B2C1C5-E9DC-4AC9-9D1A-00F9CD63B99F}"/>
                </a:ext>
              </a:extLst>
            </p:cNvPr>
            <p:cNvSpPr/>
            <p:nvPr/>
          </p:nvSpPr>
          <p:spPr>
            <a:xfrm>
              <a:off x="19050" y="19050"/>
              <a:ext cx="4837430" cy="1596390"/>
            </a:xfrm>
            <a:prstGeom prst="roundRect">
              <a:avLst>
                <a:gd name="adj" fmla="val 53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220" name="Straight Connector 219">
              <a:extLst>
                <a:ext uri="{FF2B5EF4-FFF2-40B4-BE49-F238E27FC236}">
                  <a16:creationId xmlns:a16="http://schemas.microsoft.com/office/drawing/2014/main" id="{F6842E39-C2BD-4087-AF92-D01A85F1E58A}"/>
                </a:ext>
              </a:extLst>
            </p:cNvPr>
            <p:cNvCxnSpPr>
              <a:cxnSpLocks/>
            </p:cNvCxnSpPr>
            <p:nvPr/>
          </p:nvCxnSpPr>
          <p:spPr>
            <a:xfrm flipV="1">
              <a:off x="1631527"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B437B363-4DF7-495E-A297-A46788D29FF6}"/>
                </a:ext>
              </a:extLst>
            </p:cNvPr>
            <p:cNvCxnSpPr>
              <a:cxnSpLocks/>
            </p:cNvCxnSpPr>
            <p:nvPr/>
          </p:nvCxnSpPr>
          <p:spPr>
            <a:xfrm flipV="1">
              <a:off x="3244004"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9" name="Group 238">
            <a:extLst>
              <a:ext uri="{FF2B5EF4-FFF2-40B4-BE49-F238E27FC236}">
                <a16:creationId xmlns:a16="http://schemas.microsoft.com/office/drawing/2014/main" id="{BC3D0EE9-ED50-46E6-BBC0-17F97B813154}"/>
              </a:ext>
            </a:extLst>
          </p:cNvPr>
          <p:cNvGrpSpPr/>
          <p:nvPr/>
        </p:nvGrpSpPr>
        <p:grpSpPr>
          <a:xfrm>
            <a:off x="19050" y="3486468"/>
            <a:ext cx="4837430" cy="1596390"/>
            <a:chOff x="19050" y="19050"/>
            <a:chExt cx="4837430" cy="1596390"/>
          </a:xfrm>
        </p:grpSpPr>
        <p:sp>
          <p:nvSpPr>
            <p:cNvPr id="243" name="Rectangle: Rounded Corners 242">
              <a:extLst>
                <a:ext uri="{FF2B5EF4-FFF2-40B4-BE49-F238E27FC236}">
                  <a16:creationId xmlns:a16="http://schemas.microsoft.com/office/drawing/2014/main" id="{4E846784-7AD9-4A45-9CA8-99A0329AD360}"/>
                </a:ext>
              </a:extLst>
            </p:cNvPr>
            <p:cNvSpPr/>
            <p:nvPr/>
          </p:nvSpPr>
          <p:spPr>
            <a:xfrm>
              <a:off x="19050" y="19050"/>
              <a:ext cx="4837430" cy="1596390"/>
            </a:xfrm>
            <a:prstGeom prst="roundRect">
              <a:avLst>
                <a:gd name="adj" fmla="val 53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244" name="Straight Connector 243">
              <a:extLst>
                <a:ext uri="{FF2B5EF4-FFF2-40B4-BE49-F238E27FC236}">
                  <a16:creationId xmlns:a16="http://schemas.microsoft.com/office/drawing/2014/main" id="{5ABF4AED-4A45-4E9A-952C-FDA880570644}"/>
                </a:ext>
              </a:extLst>
            </p:cNvPr>
            <p:cNvCxnSpPr>
              <a:cxnSpLocks/>
            </p:cNvCxnSpPr>
            <p:nvPr/>
          </p:nvCxnSpPr>
          <p:spPr>
            <a:xfrm flipV="1">
              <a:off x="1631527"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0C4EBC1C-A282-492F-BB8C-D49D6DEAA490}"/>
                </a:ext>
              </a:extLst>
            </p:cNvPr>
            <p:cNvCxnSpPr>
              <a:cxnSpLocks/>
            </p:cNvCxnSpPr>
            <p:nvPr/>
          </p:nvCxnSpPr>
          <p:spPr>
            <a:xfrm flipV="1">
              <a:off x="3244004"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2" name="Group 231">
            <a:extLst>
              <a:ext uri="{FF2B5EF4-FFF2-40B4-BE49-F238E27FC236}">
                <a16:creationId xmlns:a16="http://schemas.microsoft.com/office/drawing/2014/main" id="{C8E699D4-3A53-49B0-BE1F-234DEA69E9A8}"/>
              </a:ext>
            </a:extLst>
          </p:cNvPr>
          <p:cNvGrpSpPr/>
          <p:nvPr/>
        </p:nvGrpSpPr>
        <p:grpSpPr>
          <a:xfrm>
            <a:off x="5049520" y="3486468"/>
            <a:ext cx="4837430" cy="1596390"/>
            <a:chOff x="19050" y="19050"/>
            <a:chExt cx="4837430" cy="1596390"/>
          </a:xfrm>
        </p:grpSpPr>
        <p:sp>
          <p:nvSpPr>
            <p:cNvPr id="236" name="Rectangle: Rounded Corners 235">
              <a:extLst>
                <a:ext uri="{FF2B5EF4-FFF2-40B4-BE49-F238E27FC236}">
                  <a16:creationId xmlns:a16="http://schemas.microsoft.com/office/drawing/2014/main" id="{503C3EE5-95F4-4249-ABA6-37DD25306FE8}"/>
                </a:ext>
              </a:extLst>
            </p:cNvPr>
            <p:cNvSpPr/>
            <p:nvPr/>
          </p:nvSpPr>
          <p:spPr>
            <a:xfrm>
              <a:off x="19050" y="19050"/>
              <a:ext cx="4837430" cy="1596390"/>
            </a:xfrm>
            <a:prstGeom prst="roundRect">
              <a:avLst>
                <a:gd name="adj" fmla="val 53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237" name="Straight Connector 236">
              <a:extLst>
                <a:ext uri="{FF2B5EF4-FFF2-40B4-BE49-F238E27FC236}">
                  <a16:creationId xmlns:a16="http://schemas.microsoft.com/office/drawing/2014/main" id="{E4106338-18A5-4A79-B86C-B62CA502DD7D}"/>
                </a:ext>
              </a:extLst>
            </p:cNvPr>
            <p:cNvCxnSpPr>
              <a:cxnSpLocks/>
            </p:cNvCxnSpPr>
            <p:nvPr/>
          </p:nvCxnSpPr>
          <p:spPr>
            <a:xfrm flipV="1">
              <a:off x="1631527"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2C3CA3E8-0277-40D5-A856-6EB8BC2146BB}"/>
                </a:ext>
              </a:extLst>
            </p:cNvPr>
            <p:cNvCxnSpPr>
              <a:cxnSpLocks/>
            </p:cNvCxnSpPr>
            <p:nvPr/>
          </p:nvCxnSpPr>
          <p:spPr>
            <a:xfrm flipV="1">
              <a:off x="3244004" y="30480"/>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77" name="Rectangle: Rounded Corners 276">
            <a:extLst>
              <a:ext uri="{FF2B5EF4-FFF2-40B4-BE49-F238E27FC236}">
                <a16:creationId xmlns:a16="http://schemas.microsoft.com/office/drawing/2014/main" id="{24062548-0FC6-4331-B2F7-2CCCBD4C9572}"/>
              </a:ext>
            </a:extLst>
          </p:cNvPr>
          <p:cNvSpPr/>
          <p:nvPr/>
        </p:nvSpPr>
        <p:spPr>
          <a:xfrm>
            <a:off x="19050" y="5220177"/>
            <a:ext cx="4837430" cy="1596390"/>
          </a:xfrm>
          <a:prstGeom prst="roundRect">
            <a:avLst>
              <a:gd name="adj" fmla="val 5345"/>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278" name="Straight Connector 277">
            <a:extLst>
              <a:ext uri="{FF2B5EF4-FFF2-40B4-BE49-F238E27FC236}">
                <a16:creationId xmlns:a16="http://schemas.microsoft.com/office/drawing/2014/main" id="{BAC80634-F59C-4B10-B299-5EF22EC88B8A}"/>
              </a:ext>
            </a:extLst>
          </p:cNvPr>
          <p:cNvCxnSpPr>
            <a:cxnSpLocks/>
          </p:cNvCxnSpPr>
          <p:nvPr/>
        </p:nvCxnSpPr>
        <p:spPr>
          <a:xfrm flipV="1">
            <a:off x="1631527" y="5231607"/>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9" name="Straight Connector 278">
            <a:extLst>
              <a:ext uri="{FF2B5EF4-FFF2-40B4-BE49-F238E27FC236}">
                <a16:creationId xmlns:a16="http://schemas.microsoft.com/office/drawing/2014/main" id="{719834F0-9A48-4668-A7A6-911EC18774D3}"/>
              </a:ext>
            </a:extLst>
          </p:cNvPr>
          <p:cNvCxnSpPr>
            <a:cxnSpLocks/>
          </p:cNvCxnSpPr>
          <p:nvPr/>
        </p:nvCxnSpPr>
        <p:spPr>
          <a:xfrm flipV="1">
            <a:off x="3244004" y="5231607"/>
            <a:ext cx="0" cy="15849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1E4D717F-544D-45D4-8DB6-C390E49A9970}"/>
              </a:ext>
            </a:extLst>
          </p:cNvPr>
          <p:cNvGrpSpPr/>
          <p:nvPr/>
        </p:nvGrpSpPr>
        <p:grpSpPr>
          <a:xfrm>
            <a:off x="169496" y="193677"/>
            <a:ext cx="9244186" cy="6225536"/>
            <a:chOff x="169496" y="193677"/>
            <a:chExt cx="9244186" cy="6225536"/>
          </a:xfrm>
        </p:grpSpPr>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293DFCF-F58D-4A21-A795-83F4D9A7A782}"/>
                    </a:ext>
                  </a:extLst>
                </p:cNvPr>
                <p:cNvSpPr txBox="1"/>
                <p:nvPr/>
              </p:nvSpPr>
              <p:spPr>
                <a:xfrm>
                  <a:off x="169496" y="510200"/>
                  <a:ext cx="1324402"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70%</m:t>
                        </m:r>
                      </m:oMath>
                    </m:oMathPara>
                  </a14:m>
                  <a:endParaRPr lang="en-GB" sz="2400" dirty="0"/>
                </a:p>
              </p:txBody>
            </p:sp>
          </mc:Choice>
          <mc:Fallback xmlns="">
            <p:sp>
              <p:nvSpPr>
                <p:cNvPr id="11" name="TextBox 10">
                  <a:extLst>
                    <a:ext uri="{FF2B5EF4-FFF2-40B4-BE49-F238E27FC236}">
                      <a16:creationId xmlns:a16="http://schemas.microsoft.com/office/drawing/2014/main" id="{5293DFCF-F58D-4A21-A795-83F4D9A7A782}"/>
                    </a:ext>
                  </a:extLst>
                </p:cNvPr>
                <p:cNvSpPr txBox="1">
                  <a:spLocks noRot="1" noChangeAspect="1" noMove="1" noResize="1" noEditPoints="1" noAdjustHandles="1" noChangeArrowheads="1" noChangeShapeType="1" noTextEdit="1"/>
                </p:cNvSpPr>
                <p:nvPr/>
              </p:nvSpPr>
              <p:spPr>
                <a:xfrm>
                  <a:off x="169496" y="510200"/>
                  <a:ext cx="1324402" cy="707886"/>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4" name="TextBox 143">
                  <a:extLst>
                    <a:ext uri="{FF2B5EF4-FFF2-40B4-BE49-F238E27FC236}">
                      <a16:creationId xmlns:a16="http://schemas.microsoft.com/office/drawing/2014/main" id="{8791F325-8462-4C4F-8C69-4CE465F39004}"/>
                    </a:ext>
                  </a:extLst>
                </p:cNvPr>
                <p:cNvSpPr txBox="1"/>
                <p:nvPr/>
              </p:nvSpPr>
              <p:spPr>
                <a:xfrm>
                  <a:off x="1769970" y="510200"/>
                  <a:ext cx="1257075"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0.95</m:t>
                        </m:r>
                      </m:oMath>
                    </m:oMathPara>
                  </a14:m>
                  <a:endParaRPr lang="en-GB" sz="2400" dirty="0"/>
                </a:p>
              </p:txBody>
            </p:sp>
          </mc:Choice>
          <mc:Fallback xmlns="">
            <p:sp>
              <p:nvSpPr>
                <p:cNvPr id="144" name="TextBox 143">
                  <a:extLst>
                    <a:ext uri="{FF2B5EF4-FFF2-40B4-BE49-F238E27FC236}">
                      <a16:creationId xmlns:a16="http://schemas.microsoft.com/office/drawing/2014/main" id="{8791F325-8462-4C4F-8C69-4CE465F39004}"/>
                    </a:ext>
                  </a:extLst>
                </p:cNvPr>
                <p:cNvSpPr txBox="1">
                  <a:spLocks noRot="1" noChangeAspect="1" noMove="1" noResize="1" noEditPoints="1" noAdjustHandles="1" noChangeArrowheads="1" noChangeShapeType="1" noTextEdit="1"/>
                </p:cNvSpPr>
                <p:nvPr/>
              </p:nvSpPr>
              <p:spPr>
                <a:xfrm>
                  <a:off x="1769970" y="510200"/>
                  <a:ext cx="1257075" cy="707886"/>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5" name="TextBox 144">
                  <a:extLst>
                    <a:ext uri="{FF2B5EF4-FFF2-40B4-BE49-F238E27FC236}">
                      <a16:creationId xmlns:a16="http://schemas.microsoft.com/office/drawing/2014/main" id="{83E38BE7-D0BF-42CC-AC81-2FB15DBBB995}"/>
                    </a:ext>
                  </a:extLst>
                </p:cNvPr>
                <p:cNvSpPr txBox="1"/>
                <p:nvPr/>
              </p:nvSpPr>
              <p:spPr>
                <a:xfrm>
                  <a:off x="3657532" y="193677"/>
                  <a:ext cx="583813" cy="1244828"/>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f>
                          <m:fPr>
                            <m:ctrlPr>
                              <a:rPr lang="en-GB" sz="4000" b="0" i="1" smtClean="0">
                                <a:latin typeface="Cambria Math" panose="02040503050406030204" pitchFamily="18" charset="0"/>
                              </a:rPr>
                            </m:ctrlPr>
                          </m:fPr>
                          <m:num>
                            <m:r>
                              <a:rPr lang="en-GB" sz="4000" b="0" i="1" smtClean="0">
                                <a:latin typeface="Cambria Math" panose="02040503050406030204" pitchFamily="18" charset="0"/>
                              </a:rPr>
                              <m:t>3</m:t>
                            </m:r>
                          </m:num>
                          <m:den>
                            <m:r>
                              <a:rPr lang="en-GB" sz="4000" b="0" i="1" smtClean="0">
                                <a:latin typeface="Cambria Math" panose="02040503050406030204" pitchFamily="18" charset="0"/>
                              </a:rPr>
                              <m:t>4</m:t>
                            </m:r>
                          </m:den>
                        </m:f>
                      </m:oMath>
                    </m:oMathPara>
                  </a14:m>
                  <a:endParaRPr lang="en-GB" sz="2400" dirty="0"/>
                </a:p>
              </p:txBody>
            </p:sp>
          </mc:Choice>
          <mc:Fallback xmlns="">
            <p:sp>
              <p:nvSpPr>
                <p:cNvPr id="145" name="TextBox 144">
                  <a:extLst>
                    <a:ext uri="{FF2B5EF4-FFF2-40B4-BE49-F238E27FC236}">
                      <a16:creationId xmlns:a16="http://schemas.microsoft.com/office/drawing/2014/main" id="{83E38BE7-D0BF-42CC-AC81-2FB15DBBB995}"/>
                    </a:ext>
                  </a:extLst>
                </p:cNvPr>
                <p:cNvSpPr txBox="1">
                  <a:spLocks noRot="1" noChangeAspect="1" noMove="1" noResize="1" noEditPoints="1" noAdjustHandles="1" noChangeArrowheads="1" noChangeShapeType="1" noTextEdit="1"/>
                </p:cNvSpPr>
                <p:nvPr/>
              </p:nvSpPr>
              <p:spPr>
                <a:xfrm>
                  <a:off x="3657532" y="193677"/>
                  <a:ext cx="583813" cy="1244828"/>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8" name="TextBox 147">
                  <a:extLst>
                    <a:ext uri="{FF2B5EF4-FFF2-40B4-BE49-F238E27FC236}">
                      <a16:creationId xmlns:a16="http://schemas.microsoft.com/office/drawing/2014/main" id="{E03BAC81-A427-47A4-937B-CEB0A90C0A93}"/>
                    </a:ext>
                  </a:extLst>
                </p:cNvPr>
                <p:cNvSpPr txBox="1"/>
                <p:nvPr/>
              </p:nvSpPr>
              <p:spPr>
                <a:xfrm>
                  <a:off x="5375495" y="510200"/>
                  <a:ext cx="973343"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1.2</m:t>
                        </m:r>
                      </m:oMath>
                    </m:oMathPara>
                  </a14:m>
                  <a:endParaRPr lang="en-GB" sz="2400" dirty="0"/>
                </a:p>
              </p:txBody>
            </p:sp>
          </mc:Choice>
          <mc:Fallback xmlns="">
            <p:sp>
              <p:nvSpPr>
                <p:cNvPr id="148" name="TextBox 147">
                  <a:extLst>
                    <a:ext uri="{FF2B5EF4-FFF2-40B4-BE49-F238E27FC236}">
                      <a16:creationId xmlns:a16="http://schemas.microsoft.com/office/drawing/2014/main" id="{E03BAC81-A427-47A4-937B-CEB0A90C0A93}"/>
                    </a:ext>
                  </a:extLst>
                </p:cNvPr>
                <p:cNvSpPr txBox="1">
                  <a:spLocks noRot="1" noChangeAspect="1" noMove="1" noResize="1" noEditPoints="1" noAdjustHandles="1" noChangeArrowheads="1" noChangeShapeType="1" noTextEdit="1"/>
                </p:cNvSpPr>
                <p:nvPr/>
              </p:nvSpPr>
              <p:spPr>
                <a:xfrm>
                  <a:off x="5375495" y="510200"/>
                  <a:ext cx="973343" cy="707886"/>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9" name="TextBox 148">
                  <a:extLst>
                    <a:ext uri="{FF2B5EF4-FFF2-40B4-BE49-F238E27FC236}">
                      <a16:creationId xmlns:a16="http://schemas.microsoft.com/office/drawing/2014/main" id="{3FD4AED2-42F2-4B22-959A-12580C253166}"/>
                    </a:ext>
                  </a:extLst>
                </p:cNvPr>
                <p:cNvSpPr txBox="1"/>
                <p:nvPr/>
              </p:nvSpPr>
              <p:spPr>
                <a:xfrm>
                  <a:off x="6942306" y="510200"/>
                  <a:ext cx="973343"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0.7</m:t>
                        </m:r>
                      </m:oMath>
                    </m:oMathPara>
                  </a14:m>
                  <a:endParaRPr lang="en-GB" sz="2400" dirty="0"/>
                </a:p>
              </p:txBody>
            </p:sp>
          </mc:Choice>
          <mc:Fallback xmlns="">
            <p:sp>
              <p:nvSpPr>
                <p:cNvPr id="149" name="TextBox 148">
                  <a:extLst>
                    <a:ext uri="{FF2B5EF4-FFF2-40B4-BE49-F238E27FC236}">
                      <a16:creationId xmlns:a16="http://schemas.microsoft.com/office/drawing/2014/main" id="{3FD4AED2-42F2-4B22-959A-12580C253166}"/>
                    </a:ext>
                  </a:extLst>
                </p:cNvPr>
                <p:cNvSpPr txBox="1">
                  <a:spLocks noRot="1" noChangeAspect="1" noMove="1" noResize="1" noEditPoints="1" noAdjustHandles="1" noChangeArrowheads="1" noChangeShapeType="1" noTextEdit="1"/>
                </p:cNvSpPr>
                <p:nvPr/>
              </p:nvSpPr>
              <p:spPr>
                <a:xfrm>
                  <a:off x="6942306" y="510200"/>
                  <a:ext cx="973343" cy="707886"/>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0" name="TextBox 149">
                  <a:extLst>
                    <a:ext uri="{FF2B5EF4-FFF2-40B4-BE49-F238E27FC236}">
                      <a16:creationId xmlns:a16="http://schemas.microsoft.com/office/drawing/2014/main" id="{759FA90C-95DF-4222-9FC7-4D1C8E5D8C36}"/>
                    </a:ext>
                  </a:extLst>
                </p:cNvPr>
                <p:cNvSpPr txBox="1"/>
                <p:nvPr/>
              </p:nvSpPr>
              <p:spPr>
                <a:xfrm>
                  <a:off x="8546137" y="193677"/>
                  <a:ext cx="867545" cy="1244764"/>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f>
                          <m:fPr>
                            <m:ctrlPr>
                              <a:rPr lang="en-GB" sz="4000" b="0" i="1" smtClean="0">
                                <a:latin typeface="Cambria Math" panose="02040503050406030204" pitchFamily="18" charset="0"/>
                              </a:rPr>
                            </m:ctrlPr>
                          </m:fPr>
                          <m:num>
                            <m:r>
                              <a:rPr lang="en-GB" sz="4000" b="0" i="1" smtClean="0">
                                <a:latin typeface="Cambria Math" panose="02040503050406030204" pitchFamily="18" charset="0"/>
                              </a:rPr>
                              <m:t>7</m:t>
                            </m:r>
                          </m:num>
                          <m:den>
                            <m:r>
                              <a:rPr lang="en-GB" sz="4000" b="0" i="1" smtClean="0">
                                <a:latin typeface="Cambria Math" panose="02040503050406030204" pitchFamily="18" charset="0"/>
                              </a:rPr>
                              <m:t>20</m:t>
                            </m:r>
                          </m:den>
                        </m:f>
                      </m:oMath>
                    </m:oMathPara>
                  </a14:m>
                  <a:endParaRPr lang="en-GB" sz="2400" dirty="0"/>
                </a:p>
              </p:txBody>
            </p:sp>
          </mc:Choice>
          <mc:Fallback xmlns="">
            <p:sp>
              <p:nvSpPr>
                <p:cNvPr id="150" name="TextBox 149">
                  <a:extLst>
                    <a:ext uri="{FF2B5EF4-FFF2-40B4-BE49-F238E27FC236}">
                      <a16:creationId xmlns:a16="http://schemas.microsoft.com/office/drawing/2014/main" id="{759FA90C-95DF-4222-9FC7-4D1C8E5D8C36}"/>
                    </a:ext>
                  </a:extLst>
                </p:cNvPr>
                <p:cNvSpPr txBox="1">
                  <a:spLocks noRot="1" noChangeAspect="1" noMove="1" noResize="1" noEditPoints="1" noAdjustHandles="1" noChangeArrowheads="1" noChangeShapeType="1" noTextEdit="1"/>
                </p:cNvSpPr>
                <p:nvPr/>
              </p:nvSpPr>
              <p:spPr>
                <a:xfrm>
                  <a:off x="8546137" y="193677"/>
                  <a:ext cx="867545" cy="1244764"/>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3" name="TextBox 222">
                  <a:extLst>
                    <a:ext uri="{FF2B5EF4-FFF2-40B4-BE49-F238E27FC236}">
                      <a16:creationId xmlns:a16="http://schemas.microsoft.com/office/drawing/2014/main" id="{398B6906-D526-46CC-99DA-C7025D7E6F9D}"/>
                    </a:ext>
                  </a:extLst>
                </p:cNvPr>
                <p:cNvSpPr txBox="1"/>
                <p:nvPr/>
              </p:nvSpPr>
              <p:spPr>
                <a:xfrm>
                  <a:off x="345025" y="2243909"/>
                  <a:ext cx="973343"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0.4</m:t>
                        </m:r>
                      </m:oMath>
                    </m:oMathPara>
                  </a14:m>
                  <a:endParaRPr lang="en-GB" sz="2400" dirty="0"/>
                </a:p>
              </p:txBody>
            </p:sp>
          </mc:Choice>
          <mc:Fallback xmlns="">
            <p:sp>
              <p:nvSpPr>
                <p:cNvPr id="223" name="TextBox 222">
                  <a:extLst>
                    <a:ext uri="{FF2B5EF4-FFF2-40B4-BE49-F238E27FC236}">
                      <a16:creationId xmlns:a16="http://schemas.microsoft.com/office/drawing/2014/main" id="{398B6906-D526-46CC-99DA-C7025D7E6F9D}"/>
                    </a:ext>
                  </a:extLst>
                </p:cNvPr>
                <p:cNvSpPr txBox="1">
                  <a:spLocks noRot="1" noChangeAspect="1" noMove="1" noResize="1" noEditPoints="1" noAdjustHandles="1" noChangeArrowheads="1" noChangeShapeType="1" noTextEdit="1"/>
                </p:cNvSpPr>
                <p:nvPr/>
              </p:nvSpPr>
              <p:spPr>
                <a:xfrm>
                  <a:off x="345025" y="2243909"/>
                  <a:ext cx="973343" cy="707886"/>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4" name="TextBox 223">
                  <a:extLst>
                    <a:ext uri="{FF2B5EF4-FFF2-40B4-BE49-F238E27FC236}">
                      <a16:creationId xmlns:a16="http://schemas.microsoft.com/office/drawing/2014/main" id="{041A209A-9B4E-4521-9399-87310F3F6C72}"/>
                    </a:ext>
                  </a:extLst>
                </p:cNvPr>
                <p:cNvSpPr txBox="1"/>
                <p:nvPr/>
              </p:nvSpPr>
              <p:spPr>
                <a:xfrm>
                  <a:off x="1736306" y="2243909"/>
                  <a:ext cx="1324402"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66%</m:t>
                        </m:r>
                      </m:oMath>
                    </m:oMathPara>
                  </a14:m>
                  <a:endParaRPr lang="en-GB" sz="2400" dirty="0"/>
                </a:p>
              </p:txBody>
            </p:sp>
          </mc:Choice>
          <mc:Fallback xmlns="">
            <p:sp>
              <p:nvSpPr>
                <p:cNvPr id="224" name="TextBox 223">
                  <a:extLst>
                    <a:ext uri="{FF2B5EF4-FFF2-40B4-BE49-F238E27FC236}">
                      <a16:creationId xmlns:a16="http://schemas.microsoft.com/office/drawing/2014/main" id="{041A209A-9B4E-4521-9399-87310F3F6C72}"/>
                    </a:ext>
                  </a:extLst>
                </p:cNvPr>
                <p:cNvSpPr txBox="1">
                  <a:spLocks noRot="1" noChangeAspect="1" noMove="1" noResize="1" noEditPoints="1" noAdjustHandles="1" noChangeArrowheads="1" noChangeShapeType="1" noTextEdit="1"/>
                </p:cNvSpPr>
                <p:nvPr/>
              </p:nvSpPr>
              <p:spPr>
                <a:xfrm>
                  <a:off x="1736306" y="2243909"/>
                  <a:ext cx="1324402" cy="707886"/>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5" name="TextBox 224">
                  <a:extLst>
                    <a:ext uri="{FF2B5EF4-FFF2-40B4-BE49-F238E27FC236}">
                      <a16:creationId xmlns:a16="http://schemas.microsoft.com/office/drawing/2014/main" id="{E8C493CA-7E52-4971-AF9A-0151E82175DE}"/>
                    </a:ext>
                  </a:extLst>
                </p:cNvPr>
                <p:cNvSpPr txBox="1"/>
                <p:nvPr/>
              </p:nvSpPr>
              <p:spPr>
                <a:xfrm>
                  <a:off x="3515666" y="1927386"/>
                  <a:ext cx="867545" cy="1244764"/>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f>
                          <m:fPr>
                            <m:ctrlPr>
                              <a:rPr lang="en-GB" sz="4000" b="0" i="1" smtClean="0">
                                <a:latin typeface="Cambria Math" panose="02040503050406030204" pitchFamily="18" charset="0"/>
                              </a:rPr>
                            </m:ctrlPr>
                          </m:fPr>
                          <m:num>
                            <m:r>
                              <a:rPr lang="en-GB" sz="4000" b="0" i="1" smtClean="0">
                                <a:latin typeface="Cambria Math" panose="02040503050406030204" pitchFamily="18" charset="0"/>
                              </a:rPr>
                              <m:t>7</m:t>
                            </m:r>
                          </m:num>
                          <m:den>
                            <m:r>
                              <a:rPr lang="en-GB" sz="4000" b="0" i="1" smtClean="0">
                                <a:latin typeface="Cambria Math" panose="02040503050406030204" pitchFamily="18" charset="0"/>
                              </a:rPr>
                              <m:t>10</m:t>
                            </m:r>
                          </m:den>
                        </m:f>
                      </m:oMath>
                    </m:oMathPara>
                  </a14:m>
                  <a:endParaRPr lang="en-GB" sz="2400" dirty="0"/>
                </a:p>
              </p:txBody>
            </p:sp>
          </mc:Choice>
          <mc:Fallback xmlns="">
            <p:sp>
              <p:nvSpPr>
                <p:cNvPr id="225" name="TextBox 224">
                  <a:extLst>
                    <a:ext uri="{FF2B5EF4-FFF2-40B4-BE49-F238E27FC236}">
                      <a16:creationId xmlns:a16="http://schemas.microsoft.com/office/drawing/2014/main" id="{E8C493CA-7E52-4971-AF9A-0151E82175DE}"/>
                    </a:ext>
                  </a:extLst>
                </p:cNvPr>
                <p:cNvSpPr txBox="1">
                  <a:spLocks noRot="1" noChangeAspect="1" noMove="1" noResize="1" noEditPoints="1" noAdjustHandles="1" noChangeArrowheads="1" noChangeShapeType="1" noTextEdit="1"/>
                </p:cNvSpPr>
                <p:nvPr/>
              </p:nvSpPr>
              <p:spPr>
                <a:xfrm>
                  <a:off x="3515666" y="1927386"/>
                  <a:ext cx="867545" cy="1244764"/>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6" name="TextBox 215">
                  <a:extLst>
                    <a:ext uri="{FF2B5EF4-FFF2-40B4-BE49-F238E27FC236}">
                      <a16:creationId xmlns:a16="http://schemas.microsoft.com/office/drawing/2014/main" id="{F74CBEF6-3719-4630-956F-EC5C543F8F0C}"/>
                    </a:ext>
                  </a:extLst>
                </p:cNvPr>
                <p:cNvSpPr txBox="1"/>
                <p:nvPr/>
              </p:nvSpPr>
              <p:spPr>
                <a:xfrm>
                  <a:off x="5366850" y="1927386"/>
                  <a:ext cx="867545" cy="1248803"/>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f>
                          <m:fPr>
                            <m:ctrlPr>
                              <a:rPr lang="en-GB" sz="4000" b="0" i="1" smtClean="0">
                                <a:latin typeface="Cambria Math" panose="02040503050406030204" pitchFamily="18" charset="0"/>
                              </a:rPr>
                            </m:ctrlPr>
                          </m:fPr>
                          <m:num>
                            <m:r>
                              <a:rPr lang="en-GB" sz="4000" b="0" i="1" smtClean="0">
                                <a:latin typeface="Cambria Math" panose="02040503050406030204" pitchFamily="18" charset="0"/>
                              </a:rPr>
                              <m:t>19</m:t>
                            </m:r>
                          </m:num>
                          <m:den>
                            <m:r>
                              <a:rPr lang="en-GB" sz="4000" b="0" i="1" smtClean="0">
                                <a:latin typeface="Cambria Math" panose="02040503050406030204" pitchFamily="18" charset="0"/>
                              </a:rPr>
                              <m:t>20</m:t>
                            </m:r>
                          </m:den>
                        </m:f>
                      </m:oMath>
                    </m:oMathPara>
                  </a14:m>
                  <a:endParaRPr lang="en-GB" sz="2400" dirty="0"/>
                </a:p>
              </p:txBody>
            </p:sp>
          </mc:Choice>
          <mc:Fallback xmlns="">
            <p:sp>
              <p:nvSpPr>
                <p:cNvPr id="216" name="TextBox 215">
                  <a:extLst>
                    <a:ext uri="{FF2B5EF4-FFF2-40B4-BE49-F238E27FC236}">
                      <a16:creationId xmlns:a16="http://schemas.microsoft.com/office/drawing/2014/main" id="{F74CBEF6-3719-4630-956F-EC5C543F8F0C}"/>
                    </a:ext>
                  </a:extLst>
                </p:cNvPr>
                <p:cNvSpPr txBox="1">
                  <a:spLocks noRot="1" noChangeAspect="1" noMove="1" noResize="1" noEditPoints="1" noAdjustHandles="1" noChangeArrowheads="1" noChangeShapeType="1" noTextEdit="1"/>
                </p:cNvSpPr>
                <p:nvPr/>
              </p:nvSpPr>
              <p:spPr>
                <a:xfrm>
                  <a:off x="5366850" y="1927386"/>
                  <a:ext cx="867545" cy="1248803"/>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7" name="TextBox 216">
                  <a:extLst>
                    <a:ext uri="{FF2B5EF4-FFF2-40B4-BE49-F238E27FC236}">
                      <a16:creationId xmlns:a16="http://schemas.microsoft.com/office/drawing/2014/main" id="{2BB4C793-1CEC-419E-ACFA-A30F025410B2}"/>
                    </a:ext>
                  </a:extLst>
                </p:cNvPr>
                <p:cNvSpPr txBox="1"/>
                <p:nvPr/>
              </p:nvSpPr>
              <p:spPr>
                <a:xfrm>
                  <a:off x="6624910" y="2243909"/>
                  <a:ext cx="1608133"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120%</m:t>
                        </m:r>
                      </m:oMath>
                    </m:oMathPara>
                  </a14:m>
                  <a:endParaRPr lang="en-GB" sz="2400" dirty="0"/>
                </a:p>
              </p:txBody>
            </p:sp>
          </mc:Choice>
          <mc:Fallback xmlns="">
            <p:sp>
              <p:nvSpPr>
                <p:cNvPr id="217" name="TextBox 216">
                  <a:extLst>
                    <a:ext uri="{FF2B5EF4-FFF2-40B4-BE49-F238E27FC236}">
                      <a16:creationId xmlns:a16="http://schemas.microsoft.com/office/drawing/2014/main" id="{2BB4C793-1CEC-419E-ACFA-A30F025410B2}"/>
                    </a:ext>
                  </a:extLst>
                </p:cNvPr>
                <p:cNvSpPr txBox="1">
                  <a:spLocks noRot="1" noChangeAspect="1" noMove="1" noResize="1" noEditPoints="1" noAdjustHandles="1" noChangeArrowheads="1" noChangeShapeType="1" noTextEdit="1"/>
                </p:cNvSpPr>
                <p:nvPr/>
              </p:nvSpPr>
              <p:spPr>
                <a:xfrm>
                  <a:off x="6624910" y="2243909"/>
                  <a:ext cx="1608133" cy="707886"/>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8" name="TextBox 217">
                  <a:extLst>
                    <a:ext uri="{FF2B5EF4-FFF2-40B4-BE49-F238E27FC236}">
                      <a16:creationId xmlns:a16="http://schemas.microsoft.com/office/drawing/2014/main" id="{2B69DFF5-1B49-4BC7-9279-63044724BC7D}"/>
                    </a:ext>
                  </a:extLst>
                </p:cNvPr>
                <p:cNvSpPr txBox="1"/>
                <p:nvPr/>
              </p:nvSpPr>
              <p:spPr>
                <a:xfrm>
                  <a:off x="8546136" y="1927386"/>
                  <a:ext cx="867545" cy="1248803"/>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f>
                          <m:fPr>
                            <m:ctrlPr>
                              <a:rPr lang="en-GB" sz="4000" b="0" i="1" smtClean="0">
                                <a:latin typeface="Cambria Math" panose="02040503050406030204" pitchFamily="18" charset="0"/>
                              </a:rPr>
                            </m:ctrlPr>
                          </m:fPr>
                          <m:num>
                            <m:r>
                              <a:rPr lang="en-GB" sz="4000" b="0" i="1" smtClean="0">
                                <a:latin typeface="Cambria Math" panose="02040503050406030204" pitchFamily="18" charset="0"/>
                              </a:rPr>
                              <m:t>33</m:t>
                            </m:r>
                          </m:num>
                          <m:den>
                            <m:r>
                              <a:rPr lang="en-GB" sz="4000" b="0" i="1" smtClean="0">
                                <a:latin typeface="Cambria Math" panose="02040503050406030204" pitchFamily="18" charset="0"/>
                              </a:rPr>
                              <m:t>50</m:t>
                            </m:r>
                          </m:den>
                        </m:f>
                      </m:oMath>
                    </m:oMathPara>
                  </a14:m>
                  <a:endParaRPr lang="en-GB" sz="2400" dirty="0"/>
                </a:p>
              </p:txBody>
            </p:sp>
          </mc:Choice>
          <mc:Fallback xmlns="">
            <p:sp>
              <p:nvSpPr>
                <p:cNvPr id="218" name="TextBox 217">
                  <a:extLst>
                    <a:ext uri="{FF2B5EF4-FFF2-40B4-BE49-F238E27FC236}">
                      <a16:creationId xmlns:a16="http://schemas.microsoft.com/office/drawing/2014/main" id="{2B69DFF5-1B49-4BC7-9279-63044724BC7D}"/>
                    </a:ext>
                  </a:extLst>
                </p:cNvPr>
                <p:cNvSpPr txBox="1">
                  <a:spLocks noRot="1" noChangeAspect="1" noMove="1" noResize="1" noEditPoints="1" noAdjustHandles="1" noChangeArrowheads="1" noChangeShapeType="1" noTextEdit="1"/>
                </p:cNvSpPr>
                <p:nvPr/>
              </p:nvSpPr>
              <p:spPr>
                <a:xfrm>
                  <a:off x="8546136" y="1927386"/>
                  <a:ext cx="867545" cy="1248803"/>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0" name="TextBox 239">
                  <a:extLst>
                    <a:ext uri="{FF2B5EF4-FFF2-40B4-BE49-F238E27FC236}">
                      <a16:creationId xmlns:a16="http://schemas.microsoft.com/office/drawing/2014/main" id="{C776FD91-D656-474D-B0C6-50CF0A22A75E}"/>
                    </a:ext>
                  </a:extLst>
                </p:cNvPr>
                <p:cNvSpPr txBox="1"/>
                <p:nvPr/>
              </p:nvSpPr>
              <p:spPr>
                <a:xfrm>
                  <a:off x="203161" y="3977618"/>
                  <a:ext cx="1257074"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0.35</m:t>
                        </m:r>
                      </m:oMath>
                    </m:oMathPara>
                  </a14:m>
                  <a:endParaRPr lang="en-GB" sz="2400" dirty="0"/>
                </a:p>
              </p:txBody>
            </p:sp>
          </mc:Choice>
          <mc:Fallback xmlns="">
            <p:sp>
              <p:nvSpPr>
                <p:cNvPr id="240" name="TextBox 239">
                  <a:extLst>
                    <a:ext uri="{FF2B5EF4-FFF2-40B4-BE49-F238E27FC236}">
                      <a16:creationId xmlns:a16="http://schemas.microsoft.com/office/drawing/2014/main" id="{C776FD91-D656-474D-B0C6-50CF0A22A75E}"/>
                    </a:ext>
                  </a:extLst>
                </p:cNvPr>
                <p:cNvSpPr txBox="1">
                  <a:spLocks noRot="1" noChangeAspect="1" noMove="1" noResize="1" noEditPoints="1" noAdjustHandles="1" noChangeArrowheads="1" noChangeShapeType="1" noTextEdit="1"/>
                </p:cNvSpPr>
                <p:nvPr/>
              </p:nvSpPr>
              <p:spPr>
                <a:xfrm>
                  <a:off x="203161" y="3977618"/>
                  <a:ext cx="1257074" cy="707886"/>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1" name="TextBox 240">
                  <a:extLst>
                    <a:ext uri="{FF2B5EF4-FFF2-40B4-BE49-F238E27FC236}">
                      <a16:creationId xmlns:a16="http://schemas.microsoft.com/office/drawing/2014/main" id="{03438E99-6DDA-4F5E-B960-9297958198CD}"/>
                    </a:ext>
                  </a:extLst>
                </p:cNvPr>
                <p:cNvSpPr txBox="1"/>
                <p:nvPr/>
              </p:nvSpPr>
              <p:spPr>
                <a:xfrm>
                  <a:off x="2045055" y="3661095"/>
                  <a:ext cx="583814" cy="1248803"/>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f>
                          <m:fPr>
                            <m:ctrlPr>
                              <a:rPr lang="en-GB" sz="4000" b="0" i="1" smtClean="0">
                                <a:latin typeface="Cambria Math" panose="02040503050406030204" pitchFamily="18" charset="0"/>
                              </a:rPr>
                            </m:ctrlPr>
                          </m:fPr>
                          <m:num>
                            <m:r>
                              <a:rPr lang="en-GB" sz="4000" b="0" i="1" smtClean="0">
                                <a:latin typeface="Cambria Math" panose="02040503050406030204" pitchFamily="18" charset="0"/>
                              </a:rPr>
                              <m:t>2</m:t>
                            </m:r>
                          </m:num>
                          <m:den>
                            <m:r>
                              <a:rPr lang="en-GB" sz="4000" b="0" i="1" smtClean="0">
                                <a:latin typeface="Cambria Math" panose="02040503050406030204" pitchFamily="18" charset="0"/>
                              </a:rPr>
                              <m:t>5</m:t>
                            </m:r>
                          </m:den>
                        </m:f>
                      </m:oMath>
                    </m:oMathPara>
                  </a14:m>
                  <a:endParaRPr lang="en-GB" sz="2400" dirty="0"/>
                </a:p>
              </p:txBody>
            </p:sp>
          </mc:Choice>
          <mc:Fallback xmlns="">
            <p:sp>
              <p:nvSpPr>
                <p:cNvPr id="241" name="TextBox 240">
                  <a:extLst>
                    <a:ext uri="{FF2B5EF4-FFF2-40B4-BE49-F238E27FC236}">
                      <a16:creationId xmlns:a16="http://schemas.microsoft.com/office/drawing/2014/main" id="{03438E99-6DDA-4F5E-B960-9297958198CD}"/>
                    </a:ext>
                  </a:extLst>
                </p:cNvPr>
                <p:cNvSpPr txBox="1">
                  <a:spLocks noRot="1" noChangeAspect="1" noMove="1" noResize="1" noEditPoints="1" noAdjustHandles="1" noChangeArrowheads="1" noChangeShapeType="1" noTextEdit="1"/>
                </p:cNvSpPr>
                <p:nvPr/>
              </p:nvSpPr>
              <p:spPr>
                <a:xfrm>
                  <a:off x="2045055" y="3661095"/>
                  <a:ext cx="583814" cy="1248803"/>
                </a:xfrm>
                <a:prstGeom prst="rect">
                  <a:avLst/>
                </a:prstGeom>
                <a:blipFill>
                  <a:blip r:embed="rId1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2" name="TextBox 241">
                  <a:extLst>
                    <a:ext uri="{FF2B5EF4-FFF2-40B4-BE49-F238E27FC236}">
                      <a16:creationId xmlns:a16="http://schemas.microsoft.com/office/drawing/2014/main" id="{655EF316-59FF-4750-BB8F-A4CE35125827}"/>
                    </a:ext>
                  </a:extLst>
                </p:cNvPr>
                <p:cNvSpPr txBox="1"/>
                <p:nvPr/>
              </p:nvSpPr>
              <p:spPr>
                <a:xfrm>
                  <a:off x="3348782" y="3977618"/>
                  <a:ext cx="1324402"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95%</m:t>
                        </m:r>
                      </m:oMath>
                    </m:oMathPara>
                  </a14:m>
                  <a:endParaRPr lang="en-GB" sz="2400" dirty="0"/>
                </a:p>
              </p:txBody>
            </p:sp>
          </mc:Choice>
          <mc:Fallback xmlns="">
            <p:sp>
              <p:nvSpPr>
                <p:cNvPr id="242" name="TextBox 241">
                  <a:extLst>
                    <a:ext uri="{FF2B5EF4-FFF2-40B4-BE49-F238E27FC236}">
                      <a16:creationId xmlns:a16="http://schemas.microsoft.com/office/drawing/2014/main" id="{655EF316-59FF-4750-BB8F-A4CE35125827}"/>
                    </a:ext>
                  </a:extLst>
                </p:cNvPr>
                <p:cNvSpPr txBox="1">
                  <a:spLocks noRot="1" noChangeAspect="1" noMove="1" noResize="1" noEditPoints="1" noAdjustHandles="1" noChangeArrowheads="1" noChangeShapeType="1" noTextEdit="1"/>
                </p:cNvSpPr>
                <p:nvPr/>
              </p:nvSpPr>
              <p:spPr>
                <a:xfrm>
                  <a:off x="3348782" y="3977618"/>
                  <a:ext cx="1324402" cy="707886"/>
                </a:xfrm>
                <a:prstGeom prst="rect">
                  <a:avLst/>
                </a:prstGeom>
                <a:blipFill>
                  <a:blip r:embed="rId1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3" name="TextBox 232">
                  <a:extLst>
                    <a:ext uri="{FF2B5EF4-FFF2-40B4-BE49-F238E27FC236}">
                      <a16:creationId xmlns:a16="http://schemas.microsoft.com/office/drawing/2014/main" id="{077E3440-E4AC-4BBF-A83A-C707C2B98FB8}"/>
                    </a:ext>
                  </a:extLst>
                </p:cNvPr>
                <p:cNvSpPr txBox="1"/>
                <p:nvPr/>
              </p:nvSpPr>
              <p:spPr>
                <a:xfrm>
                  <a:off x="5199966" y="3977618"/>
                  <a:ext cx="1324402"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75%</m:t>
                        </m:r>
                      </m:oMath>
                    </m:oMathPara>
                  </a14:m>
                  <a:endParaRPr lang="en-GB" sz="2400" dirty="0"/>
                </a:p>
              </p:txBody>
            </p:sp>
          </mc:Choice>
          <mc:Fallback xmlns="">
            <p:sp>
              <p:nvSpPr>
                <p:cNvPr id="233" name="TextBox 232">
                  <a:extLst>
                    <a:ext uri="{FF2B5EF4-FFF2-40B4-BE49-F238E27FC236}">
                      <a16:creationId xmlns:a16="http://schemas.microsoft.com/office/drawing/2014/main" id="{077E3440-E4AC-4BBF-A83A-C707C2B98FB8}"/>
                    </a:ext>
                  </a:extLst>
                </p:cNvPr>
                <p:cNvSpPr txBox="1">
                  <a:spLocks noRot="1" noChangeAspect="1" noMove="1" noResize="1" noEditPoints="1" noAdjustHandles="1" noChangeArrowheads="1" noChangeShapeType="1" noTextEdit="1"/>
                </p:cNvSpPr>
                <p:nvPr/>
              </p:nvSpPr>
              <p:spPr>
                <a:xfrm>
                  <a:off x="5199966" y="3977618"/>
                  <a:ext cx="1324402" cy="707886"/>
                </a:xfrm>
                <a:prstGeom prst="rect">
                  <a:avLst/>
                </a:prstGeom>
                <a:blipFill>
                  <a:blip r:embed="rId1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4" name="TextBox 233">
                  <a:extLst>
                    <a:ext uri="{FF2B5EF4-FFF2-40B4-BE49-F238E27FC236}">
                      <a16:creationId xmlns:a16="http://schemas.microsoft.com/office/drawing/2014/main" id="{07393DA8-649B-4058-A3BB-9EED54855C55}"/>
                    </a:ext>
                  </a:extLst>
                </p:cNvPr>
                <p:cNvSpPr txBox="1"/>
                <p:nvPr/>
              </p:nvSpPr>
              <p:spPr>
                <a:xfrm>
                  <a:off x="6766776" y="3977618"/>
                  <a:ext cx="1324402"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40%</m:t>
                        </m:r>
                      </m:oMath>
                    </m:oMathPara>
                  </a14:m>
                  <a:endParaRPr lang="en-GB" sz="2400" dirty="0"/>
                </a:p>
              </p:txBody>
            </p:sp>
          </mc:Choice>
          <mc:Fallback xmlns="">
            <p:sp>
              <p:nvSpPr>
                <p:cNvPr id="234" name="TextBox 233">
                  <a:extLst>
                    <a:ext uri="{FF2B5EF4-FFF2-40B4-BE49-F238E27FC236}">
                      <a16:creationId xmlns:a16="http://schemas.microsoft.com/office/drawing/2014/main" id="{07393DA8-649B-4058-A3BB-9EED54855C55}"/>
                    </a:ext>
                  </a:extLst>
                </p:cNvPr>
                <p:cNvSpPr txBox="1">
                  <a:spLocks noRot="1" noChangeAspect="1" noMove="1" noResize="1" noEditPoints="1" noAdjustHandles="1" noChangeArrowheads="1" noChangeShapeType="1" noTextEdit="1"/>
                </p:cNvSpPr>
                <p:nvPr/>
              </p:nvSpPr>
              <p:spPr>
                <a:xfrm>
                  <a:off x="6766776" y="3977618"/>
                  <a:ext cx="1324402" cy="707886"/>
                </a:xfrm>
                <a:prstGeom prst="rect">
                  <a:avLst/>
                </a:prstGeom>
                <a:blipFill>
                  <a:blip r:embed="rId1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5" name="TextBox 234">
                  <a:extLst>
                    <a:ext uri="{FF2B5EF4-FFF2-40B4-BE49-F238E27FC236}">
                      <a16:creationId xmlns:a16="http://schemas.microsoft.com/office/drawing/2014/main" id="{953BB9BF-5FD7-4AD3-A3E6-3360DC703863}"/>
                    </a:ext>
                  </a:extLst>
                </p:cNvPr>
                <p:cNvSpPr txBox="1"/>
                <p:nvPr/>
              </p:nvSpPr>
              <p:spPr>
                <a:xfrm>
                  <a:off x="8688001" y="3661095"/>
                  <a:ext cx="583814" cy="1248803"/>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f>
                          <m:fPr>
                            <m:ctrlPr>
                              <a:rPr lang="en-GB" sz="4000" b="0" i="1" smtClean="0">
                                <a:latin typeface="Cambria Math" panose="02040503050406030204" pitchFamily="18" charset="0"/>
                              </a:rPr>
                            </m:ctrlPr>
                          </m:fPr>
                          <m:num>
                            <m:r>
                              <a:rPr lang="en-GB" sz="4000" b="0" i="1" smtClean="0">
                                <a:latin typeface="Cambria Math" panose="02040503050406030204" pitchFamily="18" charset="0"/>
                              </a:rPr>
                              <m:t>6</m:t>
                            </m:r>
                          </m:num>
                          <m:den>
                            <m:r>
                              <a:rPr lang="en-GB" sz="4000" b="0" i="1" smtClean="0">
                                <a:latin typeface="Cambria Math" panose="02040503050406030204" pitchFamily="18" charset="0"/>
                              </a:rPr>
                              <m:t>5</m:t>
                            </m:r>
                          </m:den>
                        </m:f>
                      </m:oMath>
                    </m:oMathPara>
                  </a14:m>
                  <a:endParaRPr lang="en-GB" sz="2400" dirty="0"/>
                </a:p>
              </p:txBody>
            </p:sp>
          </mc:Choice>
          <mc:Fallback xmlns="">
            <p:sp>
              <p:nvSpPr>
                <p:cNvPr id="235" name="TextBox 234">
                  <a:extLst>
                    <a:ext uri="{FF2B5EF4-FFF2-40B4-BE49-F238E27FC236}">
                      <a16:creationId xmlns:a16="http://schemas.microsoft.com/office/drawing/2014/main" id="{953BB9BF-5FD7-4AD3-A3E6-3360DC703863}"/>
                    </a:ext>
                  </a:extLst>
                </p:cNvPr>
                <p:cNvSpPr txBox="1">
                  <a:spLocks noRot="1" noChangeAspect="1" noMove="1" noResize="1" noEditPoints="1" noAdjustHandles="1" noChangeArrowheads="1" noChangeShapeType="1" noTextEdit="1"/>
                </p:cNvSpPr>
                <p:nvPr/>
              </p:nvSpPr>
              <p:spPr>
                <a:xfrm>
                  <a:off x="8688001" y="3661095"/>
                  <a:ext cx="583814" cy="1248803"/>
                </a:xfrm>
                <a:prstGeom prst="rect">
                  <a:avLst/>
                </a:prstGeom>
                <a:blipFill>
                  <a:blip r:embed="rId1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4" name="TextBox 273">
                  <a:extLst>
                    <a:ext uri="{FF2B5EF4-FFF2-40B4-BE49-F238E27FC236}">
                      <a16:creationId xmlns:a16="http://schemas.microsoft.com/office/drawing/2014/main" id="{8EAFDE06-B77E-47B2-A630-557F9273F935}"/>
                    </a:ext>
                  </a:extLst>
                </p:cNvPr>
                <p:cNvSpPr txBox="1"/>
                <p:nvPr/>
              </p:nvSpPr>
              <p:spPr>
                <a:xfrm>
                  <a:off x="203159" y="5711327"/>
                  <a:ext cx="1257075"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0.66</m:t>
                        </m:r>
                      </m:oMath>
                    </m:oMathPara>
                  </a14:m>
                  <a:endParaRPr lang="en-GB" sz="2400" dirty="0"/>
                </a:p>
              </p:txBody>
            </p:sp>
          </mc:Choice>
          <mc:Fallback xmlns="">
            <p:sp>
              <p:nvSpPr>
                <p:cNvPr id="274" name="TextBox 273">
                  <a:extLst>
                    <a:ext uri="{FF2B5EF4-FFF2-40B4-BE49-F238E27FC236}">
                      <a16:creationId xmlns:a16="http://schemas.microsoft.com/office/drawing/2014/main" id="{8EAFDE06-B77E-47B2-A630-557F9273F935}"/>
                    </a:ext>
                  </a:extLst>
                </p:cNvPr>
                <p:cNvSpPr txBox="1">
                  <a:spLocks noRot="1" noChangeAspect="1" noMove="1" noResize="1" noEditPoints="1" noAdjustHandles="1" noChangeArrowheads="1" noChangeShapeType="1" noTextEdit="1"/>
                </p:cNvSpPr>
                <p:nvPr/>
              </p:nvSpPr>
              <p:spPr>
                <a:xfrm>
                  <a:off x="203159" y="5711327"/>
                  <a:ext cx="1257075" cy="707886"/>
                </a:xfrm>
                <a:prstGeom prst="rect">
                  <a:avLst/>
                </a:prstGeom>
                <a:blipFill>
                  <a:blip r:embed="rId2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5" name="TextBox 274">
                  <a:extLst>
                    <a:ext uri="{FF2B5EF4-FFF2-40B4-BE49-F238E27FC236}">
                      <a16:creationId xmlns:a16="http://schemas.microsoft.com/office/drawing/2014/main" id="{2D910685-B5D4-4242-90F9-8B4D7378BD44}"/>
                    </a:ext>
                  </a:extLst>
                </p:cNvPr>
                <p:cNvSpPr txBox="1"/>
                <p:nvPr/>
              </p:nvSpPr>
              <p:spPr>
                <a:xfrm>
                  <a:off x="1769969" y="5711327"/>
                  <a:ext cx="1257075"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0.75</m:t>
                        </m:r>
                      </m:oMath>
                    </m:oMathPara>
                  </a14:m>
                  <a:endParaRPr lang="en-GB" sz="2400" dirty="0"/>
                </a:p>
              </p:txBody>
            </p:sp>
          </mc:Choice>
          <mc:Fallback xmlns="">
            <p:sp>
              <p:nvSpPr>
                <p:cNvPr id="275" name="TextBox 274">
                  <a:extLst>
                    <a:ext uri="{FF2B5EF4-FFF2-40B4-BE49-F238E27FC236}">
                      <a16:creationId xmlns:a16="http://schemas.microsoft.com/office/drawing/2014/main" id="{2D910685-B5D4-4242-90F9-8B4D7378BD44}"/>
                    </a:ext>
                  </a:extLst>
                </p:cNvPr>
                <p:cNvSpPr txBox="1">
                  <a:spLocks noRot="1" noChangeAspect="1" noMove="1" noResize="1" noEditPoints="1" noAdjustHandles="1" noChangeArrowheads="1" noChangeShapeType="1" noTextEdit="1"/>
                </p:cNvSpPr>
                <p:nvPr/>
              </p:nvSpPr>
              <p:spPr>
                <a:xfrm>
                  <a:off x="1769969" y="5711327"/>
                  <a:ext cx="1257075" cy="707886"/>
                </a:xfrm>
                <a:prstGeom prst="rect">
                  <a:avLst/>
                </a:prstGeom>
                <a:blipFill>
                  <a:blip r:embed="rId2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6" name="TextBox 275">
                  <a:extLst>
                    <a:ext uri="{FF2B5EF4-FFF2-40B4-BE49-F238E27FC236}">
                      <a16:creationId xmlns:a16="http://schemas.microsoft.com/office/drawing/2014/main" id="{7E4A1A99-B202-4C19-8C82-F46E1BCF367B}"/>
                    </a:ext>
                  </a:extLst>
                </p:cNvPr>
                <p:cNvSpPr txBox="1"/>
                <p:nvPr/>
              </p:nvSpPr>
              <p:spPr>
                <a:xfrm>
                  <a:off x="3348783" y="5711327"/>
                  <a:ext cx="1324402" cy="707886"/>
                </a:xfrm>
                <a:prstGeom prst="rect">
                  <a:avLst/>
                </a:prstGeom>
                <a:noFill/>
              </p:spPr>
              <p:txBody>
                <a:bodyPr wrap="none" rtlCol="0">
                  <a:spAutoFit/>
                </a:bodyPr>
                <a:lstStyle/>
                <a:p>
                  <a:pPr algn="ctr"/>
                  <a14:m>
                    <m:oMathPara xmlns:m="http://schemas.openxmlformats.org/officeDocument/2006/math">
                      <m:oMathParaPr>
                        <m:jc m:val="right"/>
                      </m:oMathParaPr>
                      <m:oMath xmlns:m="http://schemas.openxmlformats.org/officeDocument/2006/math">
                        <m:r>
                          <a:rPr lang="en-GB" sz="4000" b="0" i="1" smtClean="0">
                            <a:latin typeface="Cambria Math" panose="02040503050406030204" pitchFamily="18" charset="0"/>
                          </a:rPr>
                          <m:t>35%</m:t>
                        </m:r>
                      </m:oMath>
                    </m:oMathPara>
                  </a14:m>
                  <a:endParaRPr lang="en-GB" sz="2400" dirty="0"/>
                </a:p>
              </p:txBody>
            </p:sp>
          </mc:Choice>
          <mc:Fallback xmlns="">
            <p:sp>
              <p:nvSpPr>
                <p:cNvPr id="276" name="TextBox 275">
                  <a:extLst>
                    <a:ext uri="{FF2B5EF4-FFF2-40B4-BE49-F238E27FC236}">
                      <a16:creationId xmlns:a16="http://schemas.microsoft.com/office/drawing/2014/main" id="{7E4A1A99-B202-4C19-8C82-F46E1BCF367B}"/>
                    </a:ext>
                  </a:extLst>
                </p:cNvPr>
                <p:cNvSpPr txBox="1">
                  <a:spLocks noRot="1" noChangeAspect="1" noMove="1" noResize="1" noEditPoints="1" noAdjustHandles="1" noChangeArrowheads="1" noChangeShapeType="1" noTextEdit="1"/>
                </p:cNvSpPr>
                <p:nvPr/>
              </p:nvSpPr>
              <p:spPr>
                <a:xfrm>
                  <a:off x="3348783" y="5711327"/>
                  <a:ext cx="1324402" cy="707886"/>
                </a:xfrm>
                <a:prstGeom prst="rect">
                  <a:avLst/>
                </a:prstGeom>
                <a:blipFill>
                  <a:blip r:embed="rId22"/>
                  <a:stretch>
                    <a:fillRect/>
                  </a:stretch>
                </a:blipFill>
              </p:spPr>
              <p:txBody>
                <a:bodyPr/>
                <a:lstStyle/>
                <a:p>
                  <a:r>
                    <a:rPr lang="en-GB">
                      <a:noFill/>
                    </a:rPr>
                    <a:t> </a:t>
                  </a:r>
                </a:p>
              </p:txBody>
            </p:sp>
          </mc:Fallback>
        </mc:AlternateContent>
      </p:grpSp>
      <p:sp>
        <p:nvSpPr>
          <p:cNvPr id="51" name="TextBox 50">
            <a:extLst>
              <a:ext uri="{FF2B5EF4-FFF2-40B4-BE49-F238E27FC236}">
                <a16:creationId xmlns:a16="http://schemas.microsoft.com/office/drawing/2014/main" id="{93F13A96-9D0B-4BB8-9D9F-D3ED6706CF70}"/>
              </a:ext>
            </a:extLst>
          </p:cNvPr>
          <p:cNvSpPr txBox="1"/>
          <p:nvPr/>
        </p:nvSpPr>
        <p:spPr>
          <a:xfrm>
            <a:off x="8541305" y="6219158"/>
            <a:ext cx="1161536" cy="400110"/>
          </a:xfrm>
          <a:prstGeom prst="rect">
            <a:avLst/>
          </a:prstGeom>
          <a:noFill/>
        </p:spPr>
        <p:txBody>
          <a:bodyPr wrap="none" rtlCol="0">
            <a:spAutoFit/>
          </a:bodyPr>
          <a:lstStyle/>
          <a:p>
            <a:r>
              <a:rPr lang="ky-KG" sz="2000" dirty="0"/>
              <a:t>4-топтом</a:t>
            </a:r>
            <a:endParaRPr lang="en-GB" sz="2000" dirty="0"/>
          </a:p>
        </p:txBody>
      </p:sp>
    </p:spTree>
    <p:extLst>
      <p:ext uri="{BB962C8B-B14F-4D97-AF65-F5344CB8AC3E}">
        <p14:creationId xmlns:p14="http://schemas.microsoft.com/office/powerpoint/2010/main" val="12206894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839A523-22F7-ABBF-DBD1-9DDEE8E020A5}"/>
              </a:ext>
            </a:extLst>
          </p:cNvPr>
          <p:cNvPicPr>
            <a:picLocks noChangeAspect="1"/>
          </p:cNvPicPr>
          <p:nvPr/>
        </p:nvPicPr>
        <p:blipFill>
          <a:blip r:embed="rId2"/>
          <a:stretch>
            <a:fillRect/>
          </a:stretch>
        </p:blipFill>
        <p:spPr>
          <a:xfrm rot="16200000">
            <a:off x="-931479" y="1072660"/>
            <a:ext cx="6827682" cy="4712680"/>
          </a:xfrm>
          <a:prstGeom prst="rect">
            <a:avLst/>
          </a:prstGeom>
        </p:spPr>
      </p:pic>
      <p:pic>
        <p:nvPicPr>
          <p:cNvPr id="6" name="Picture 5">
            <a:extLst>
              <a:ext uri="{FF2B5EF4-FFF2-40B4-BE49-F238E27FC236}">
                <a16:creationId xmlns:a16="http://schemas.microsoft.com/office/drawing/2014/main" id="{F2AC9AF9-8659-5DFA-AC9B-AE616F6687BC}"/>
              </a:ext>
            </a:extLst>
          </p:cNvPr>
          <p:cNvPicPr>
            <a:picLocks noChangeAspect="1"/>
          </p:cNvPicPr>
          <p:nvPr/>
        </p:nvPicPr>
        <p:blipFill>
          <a:blip r:embed="rId2"/>
          <a:stretch>
            <a:fillRect/>
          </a:stretch>
        </p:blipFill>
        <p:spPr>
          <a:xfrm rot="16200000">
            <a:off x="4009799" y="1057501"/>
            <a:ext cx="6827682" cy="4712680"/>
          </a:xfrm>
          <a:prstGeom prst="rect">
            <a:avLst/>
          </a:prstGeom>
        </p:spPr>
      </p:pic>
    </p:spTree>
    <p:extLst>
      <p:ext uri="{BB962C8B-B14F-4D97-AF65-F5344CB8AC3E}">
        <p14:creationId xmlns:p14="http://schemas.microsoft.com/office/powerpoint/2010/main" val="35821500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68555AF4-842F-480C-8EB0-3D8926EC7B79}"/>
              </a:ext>
            </a:extLst>
          </p:cNvPr>
          <p:cNvGrpSpPr/>
          <p:nvPr/>
        </p:nvGrpSpPr>
        <p:grpSpPr>
          <a:xfrm>
            <a:off x="19050" y="19049"/>
            <a:ext cx="2340000" cy="2206800"/>
            <a:chOff x="19050" y="19050"/>
            <a:chExt cx="2340000" cy="1548000"/>
          </a:xfrm>
        </p:grpSpPr>
        <p:sp>
          <p:nvSpPr>
            <p:cNvPr id="2" name="Rectangle: Rounded Corners 1">
              <a:extLst>
                <a:ext uri="{FF2B5EF4-FFF2-40B4-BE49-F238E27FC236}">
                  <a16:creationId xmlns:a16="http://schemas.microsoft.com/office/drawing/2014/main" id="{147D6447-06C6-4BCF-B520-D77B6478BFE9}"/>
                </a:ext>
              </a:extLst>
            </p:cNvPr>
            <p:cNvSpPr/>
            <p:nvPr/>
          </p:nvSpPr>
          <p:spPr>
            <a:xfrm>
              <a:off x="19050" y="19050"/>
              <a:ext cx="2340000" cy="1548000"/>
            </a:xfrm>
            <a:prstGeom prst="roundRect">
              <a:avLst>
                <a:gd name="adj" fmla="val 5345"/>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4" name="Straight Connector 3">
              <a:extLst>
                <a:ext uri="{FF2B5EF4-FFF2-40B4-BE49-F238E27FC236}">
                  <a16:creationId xmlns:a16="http://schemas.microsoft.com/office/drawing/2014/main" id="{0A9EBA08-63E8-4F1C-8785-6AD915719EDE}"/>
                </a:ext>
              </a:extLst>
            </p:cNvPr>
            <p:cNvCxnSpPr>
              <a:cxnSpLocks/>
              <a:stCxn id="2" idx="3"/>
              <a:endCxn id="2" idx="1"/>
            </p:cNvCxnSpPr>
            <p:nvPr/>
          </p:nvCxnSpPr>
          <p:spPr>
            <a:xfrm flipH="1">
              <a:off x="19050" y="793050"/>
              <a:ext cx="23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A58CCB8-7339-46F9-BC90-DF027D30E102}"/>
                </a:ext>
              </a:extLst>
            </p:cNvPr>
            <p:cNvCxnSpPr>
              <a:cxnSpLocks/>
              <a:stCxn id="2" idx="2"/>
              <a:endCxn id="2" idx="0"/>
            </p:cNvCxnSpPr>
            <p:nvPr/>
          </p:nvCxnSpPr>
          <p:spPr>
            <a:xfrm flipV="1">
              <a:off x="1189050" y="19050"/>
              <a:ext cx="0" cy="154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oup 24">
            <a:extLst>
              <a:ext uri="{FF2B5EF4-FFF2-40B4-BE49-F238E27FC236}">
                <a16:creationId xmlns:a16="http://schemas.microsoft.com/office/drawing/2014/main" id="{E4966C5D-2F82-4B88-8E2E-47FE5486D290}"/>
              </a:ext>
            </a:extLst>
          </p:cNvPr>
          <p:cNvGrpSpPr/>
          <p:nvPr/>
        </p:nvGrpSpPr>
        <p:grpSpPr>
          <a:xfrm>
            <a:off x="2528350" y="19049"/>
            <a:ext cx="2340000" cy="2206800"/>
            <a:chOff x="19050" y="19050"/>
            <a:chExt cx="2340000" cy="1548000"/>
          </a:xfrm>
        </p:grpSpPr>
        <p:sp>
          <p:nvSpPr>
            <p:cNvPr id="31" name="Rectangle: Rounded Corners 30">
              <a:extLst>
                <a:ext uri="{FF2B5EF4-FFF2-40B4-BE49-F238E27FC236}">
                  <a16:creationId xmlns:a16="http://schemas.microsoft.com/office/drawing/2014/main" id="{45D5FD1C-8AD3-4533-8CA4-AAD397B3FD49}"/>
                </a:ext>
              </a:extLst>
            </p:cNvPr>
            <p:cNvSpPr/>
            <p:nvPr/>
          </p:nvSpPr>
          <p:spPr>
            <a:xfrm>
              <a:off x="19050" y="19050"/>
              <a:ext cx="2340000" cy="1548000"/>
            </a:xfrm>
            <a:prstGeom prst="roundRect">
              <a:avLst>
                <a:gd name="adj" fmla="val 5345"/>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32" name="Straight Connector 31">
              <a:extLst>
                <a:ext uri="{FF2B5EF4-FFF2-40B4-BE49-F238E27FC236}">
                  <a16:creationId xmlns:a16="http://schemas.microsoft.com/office/drawing/2014/main" id="{E8DA276E-2D08-453D-AC6F-D50519DAFE82}"/>
                </a:ext>
              </a:extLst>
            </p:cNvPr>
            <p:cNvCxnSpPr>
              <a:cxnSpLocks/>
              <a:stCxn id="31" idx="3"/>
              <a:endCxn id="31" idx="1"/>
            </p:cNvCxnSpPr>
            <p:nvPr/>
          </p:nvCxnSpPr>
          <p:spPr>
            <a:xfrm flipH="1">
              <a:off x="19050" y="793050"/>
              <a:ext cx="23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4ED0362-C99C-40F4-A24E-027706F0D59C}"/>
                </a:ext>
              </a:extLst>
            </p:cNvPr>
            <p:cNvCxnSpPr>
              <a:cxnSpLocks/>
              <a:stCxn id="31" idx="2"/>
              <a:endCxn id="31" idx="0"/>
            </p:cNvCxnSpPr>
            <p:nvPr/>
          </p:nvCxnSpPr>
          <p:spPr>
            <a:xfrm flipV="1">
              <a:off x="1189050" y="19050"/>
              <a:ext cx="0" cy="154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139B6ACE-8E5C-4AFD-A6D3-BAA368DBDBAC}"/>
              </a:ext>
            </a:extLst>
          </p:cNvPr>
          <p:cNvGrpSpPr/>
          <p:nvPr/>
        </p:nvGrpSpPr>
        <p:grpSpPr>
          <a:xfrm>
            <a:off x="5037650" y="19049"/>
            <a:ext cx="2340000" cy="2206800"/>
            <a:chOff x="19050" y="19050"/>
            <a:chExt cx="2340000" cy="1548000"/>
          </a:xfrm>
        </p:grpSpPr>
        <p:sp>
          <p:nvSpPr>
            <p:cNvPr id="41" name="Rectangle: Rounded Corners 40">
              <a:extLst>
                <a:ext uri="{FF2B5EF4-FFF2-40B4-BE49-F238E27FC236}">
                  <a16:creationId xmlns:a16="http://schemas.microsoft.com/office/drawing/2014/main" id="{418F6407-3D56-4BA3-9BE8-CC546D95666A}"/>
                </a:ext>
              </a:extLst>
            </p:cNvPr>
            <p:cNvSpPr/>
            <p:nvPr/>
          </p:nvSpPr>
          <p:spPr>
            <a:xfrm>
              <a:off x="19050" y="19050"/>
              <a:ext cx="2340000" cy="1548000"/>
            </a:xfrm>
            <a:prstGeom prst="roundRect">
              <a:avLst>
                <a:gd name="adj" fmla="val 5345"/>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42" name="Straight Connector 41">
              <a:extLst>
                <a:ext uri="{FF2B5EF4-FFF2-40B4-BE49-F238E27FC236}">
                  <a16:creationId xmlns:a16="http://schemas.microsoft.com/office/drawing/2014/main" id="{C4FB790B-3827-4DAA-9399-AA43B10EBA51}"/>
                </a:ext>
              </a:extLst>
            </p:cNvPr>
            <p:cNvCxnSpPr>
              <a:cxnSpLocks/>
              <a:stCxn id="41" idx="3"/>
              <a:endCxn id="41" idx="1"/>
            </p:cNvCxnSpPr>
            <p:nvPr/>
          </p:nvCxnSpPr>
          <p:spPr>
            <a:xfrm flipH="1">
              <a:off x="19050" y="793050"/>
              <a:ext cx="23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D460DF1-BDD5-4B8D-A0D7-7FE6A14C7E59}"/>
                </a:ext>
              </a:extLst>
            </p:cNvPr>
            <p:cNvCxnSpPr>
              <a:cxnSpLocks/>
              <a:stCxn id="41" idx="2"/>
              <a:endCxn id="41" idx="0"/>
            </p:cNvCxnSpPr>
            <p:nvPr/>
          </p:nvCxnSpPr>
          <p:spPr>
            <a:xfrm flipV="1">
              <a:off x="1189050" y="19050"/>
              <a:ext cx="0" cy="154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5" name="Group 44">
            <a:extLst>
              <a:ext uri="{FF2B5EF4-FFF2-40B4-BE49-F238E27FC236}">
                <a16:creationId xmlns:a16="http://schemas.microsoft.com/office/drawing/2014/main" id="{2B14AE8C-5F86-42A5-9AE8-9F4F22A4D0C1}"/>
              </a:ext>
            </a:extLst>
          </p:cNvPr>
          <p:cNvGrpSpPr/>
          <p:nvPr/>
        </p:nvGrpSpPr>
        <p:grpSpPr>
          <a:xfrm>
            <a:off x="7546950" y="19047"/>
            <a:ext cx="2340000" cy="2206800"/>
            <a:chOff x="19050" y="19050"/>
            <a:chExt cx="2340000" cy="1548000"/>
          </a:xfrm>
        </p:grpSpPr>
        <p:sp>
          <p:nvSpPr>
            <p:cNvPr id="51" name="Rectangle: Rounded Corners 50">
              <a:extLst>
                <a:ext uri="{FF2B5EF4-FFF2-40B4-BE49-F238E27FC236}">
                  <a16:creationId xmlns:a16="http://schemas.microsoft.com/office/drawing/2014/main" id="{4B9D91A3-D033-4892-A34F-47D46F0A9A11}"/>
                </a:ext>
              </a:extLst>
            </p:cNvPr>
            <p:cNvSpPr/>
            <p:nvPr/>
          </p:nvSpPr>
          <p:spPr>
            <a:xfrm>
              <a:off x="19050" y="19050"/>
              <a:ext cx="2340000" cy="1548000"/>
            </a:xfrm>
            <a:prstGeom prst="roundRect">
              <a:avLst>
                <a:gd name="adj" fmla="val 5345"/>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52" name="Straight Connector 51">
              <a:extLst>
                <a:ext uri="{FF2B5EF4-FFF2-40B4-BE49-F238E27FC236}">
                  <a16:creationId xmlns:a16="http://schemas.microsoft.com/office/drawing/2014/main" id="{7224A485-D91A-42BD-B243-4F23995D1C09}"/>
                </a:ext>
              </a:extLst>
            </p:cNvPr>
            <p:cNvCxnSpPr>
              <a:cxnSpLocks/>
              <a:stCxn id="51" idx="3"/>
              <a:endCxn id="51" idx="1"/>
            </p:cNvCxnSpPr>
            <p:nvPr/>
          </p:nvCxnSpPr>
          <p:spPr>
            <a:xfrm flipH="1">
              <a:off x="19050" y="793050"/>
              <a:ext cx="23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488DA03A-857B-4D65-950B-355066DFCDC8}"/>
                </a:ext>
              </a:extLst>
            </p:cNvPr>
            <p:cNvCxnSpPr>
              <a:cxnSpLocks/>
              <a:stCxn id="51" idx="2"/>
              <a:endCxn id="51" idx="0"/>
            </p:cNvCxnSpPr>
            <p:nvPr/>
          </p:nvCxnSpPr>
          <p:spPr>
            <a:xfrm flipV="1">
              <a:off x="1189050" y="19050"/>
              <a:ext cx="0" cy="154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7" name="Group 86">
            <a:extLst>
              <a:ext uri="{FF2B5EF4-FFF2-40B4-BE49-F238E27FC236}">
                <a16:creationId xmlns:a16="http://schemas.microsoft.com/office/drawing/2014/main" id="{43B1458B-6751-4DC6-AE53-0511691400AD}"/>
              </a:ext>
            </a:extLst>
          </p:cNvPr>
          <p:cNvGrpSpPr/>
          <p:nvPr/>
        </p:nvGrpSpPr>
        <p:grpSpPr>
          <a:xfrm>
            <a:off x="19050" y="2319190"/>
            <a:ext cx="2340000" cy="2206800"/>
            <a:chOff x="19050" y="19050"/>
            <a:chExt cx="2340000" cy="1548000"/>
          </a:xfrm>
        </p:grpSpPr>
        <p:sp>
          <p:nvSpPr>
            <p:cNvPr id="93" name="Rectangle: Rounded Corners 92">
              <a:extLst>
                <a:ext uri="{FF2B5EF4-FFF2-40B4-BE49-F238E27FC236}">
                  <a16:creationId xmlns:a16="http://schemas.microsoft.com/office/drawing/2014/main" id="{951ECFE7-B7CC-442A-BC87-76963499F3A1}"/>
                </a:ext>
              </a:extLst>
            </p:cNvPr>
            <p:cNvSpPr/>
            <p:nvPr/>
          </p:nvSpPr>
          <p:spPr>
            <a:xfrm>
              <a:off x="19050" y="19050"/>
              <a:ext cx="2340000" cy="1548000"/>
            </a:xfrm>
            <a:prstGeom prst="roundRect">
              <a:avLst>
                <a:gd name="adj" fmla="val 5345"/>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94" name="Straight Connector 93">
              <a:extLst>
                <a:ext uri="{FF2B5EF4-FFF2-40B4-BE49-F238E27FC236}">
                  <a16:creationId xmlns:a16="http://schemas.microsoft.com/office/drawing/2014/main" id="{66E361D0-EEE5-4B4B-9A36-E320B7F10261}"/>
                </a:ext>
              </a:extLst>
            </p:cNvPr>
            <p:cNvCxnSpPr>
              <a:cxnSpLocks/>
              <a:stCxn id="93" idx="3"/>
              <a:endCxn id="93" idx="1"/>
            </p:cNvCxnSpPr>
            <p:nvPr/>
          </p:nvCxnSpPr>
          <p:spPr>
            <a:xfrm flipH="1">
              <a:off x="19050" y="793050"/>
              <a:ext cx="23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7DE196E0-3F03-4526-B026-3D7A90DE5CE2}"/>
                </a:ext>
              </a:extLst>
            </p:cNvPr>
            <p:cNvCxnSpPr>
              <a:cxnSpLocks/>
              <a:stCxn id="93" idx="2"/>
              <a:endCxn id="93" idx="0"/>
            </p:cNvCxnSpPr>
            <p:nvPr/>
          </p:nvCxnSpPr>
          <p:spPr>
            <a:xfrm flipV="1">
              <a:off x="1189050" y="19050"/>
              <a:ext cx="0" cy="154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8" name="Group 77">
            <a:extLst>
              <a:ext uri="{FF2B5EF4-FFF2-40B4-BE49-F238E27FC236}">
                <a16:creationId xmlns:a16="http://schemas.microsoft.com/office/drawing/2014/main" id="{73FD2338-5EC1-4C10-BAC0-5A59B7AE46B9}"/>
              </a:ext>
            </a:extLst>
          </p:cNvPr>
          <p:cNvGrpSpPr/>
          <p:nvPr/>
        </p:nvGrpSpPr>
        <p:grpSpPr>
          <a:xfrm>
            <a:off x="2528350" y="2319190"/>
            <a:ext cx="2340000" cy="2206800"/>
            <a:chOff x="19050" y="19050"/>
            <a:chExt cx="2340000" cy="1548000"/>
          </a:xfrm>
        </p:grpSpPr>
        <p:sp>
          <p:nvSpPr>
            <p:cNvPr id="84" name="Rectangle: Rounded Corners 83">
              <a:extLst>
                <a:ext uri="{FF2B5EF4-FFF2-40B4-BE49-F238E27FC236}">
                  <a16:creationId xmlns:a16="http://schemas.microsoft.com/office/drawing/2014/main" id="{0E678E56-D81E-41F4-B379-223A5091C9B3}"/>
                </a:ext>
              </a:extLst>
            </p:cNvPr>
            <p:cNvSpPr/>
            <p:nvPr/>
          </p:nvSpPr>
          <p:spPr>
            <a:xfrm>
              <a:off x="19050" y="19050"/>
              <a:ext cx="2340000" cy="1548000"/>
            </a:xfrm>
            <a:prstGeom prst="roundRect">
              <a:avLst>
                <a:gd name="adj" fmla="val 5345"/>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85" name="Straight Connector 84">
              <a:extLst>
                <a:ext uri="{FF2B5EF4-FFF2-40B4-BE49-F238E27FC236}">
                  <a16:creationId xmlns:a16="http://schemas.microsoft.com/office/drawing/2014/main" id="{CD242F3D-58D2-4785-B51B-18FB0AB7CF08}"/>
                </a:ext>
              </a:extLst>
            </p:cNvPr>
            <p:cNvCxnSpPr>
              <a:cxnSpLocks/>
              <a:stCxn id="84" idx="3"/>
              <a:endCxn id="84" idx="1"/>
            </p:cNvCxnSpPr>
            <p:nvPr/>
          </p:nvCxnSpPr>
          <p:spPr>
            <a:xfrm flipH="1">
              <a:off x="19050" y="793050"/>
              <a:ext cx="23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727CC05A-8492-4DF2-98AE-791FC49C4420}"/>
                </a:ext>
              </a:extLst>
            </p:cNvPr>
            <p:cNvCxnSpPr>
              <a:cxnSpLocks/>
              <a:stCxn id="84" idx="2"/>
              <a:endCxn id="84" idx="0"/>
            </p:cNvCxnSpPr>
            <p:nvPr/>
          </p:nvCxnSpPr>
          <p:spPr>
            <a:xfrm flipV="1">
              <a:off x="1189050" y="19050"/>
              <a:ext cx="0" cy="154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9" name="Group 68">
            <a:extLst>
              <a:ext uri="{FF2B5EF4-FFF2-40B4-BE49-F238E27FC236}">
                <a16:creationId xmlns:a16="http://schemas.microsoft.com/office/drawing/2014/main" id="{A9CBD2ED-438D-4824-B198-9178F2CBFF23}"/>
              </a:ext>
            </a:extLst>
          </p:cNvPr>
          <p:cNvGrpSpPr/>
          <p:nvPr/>
        </p:nvGrpSpPr>
        <p:grpSpPr>
          <a:xfrm>
            <a:off x="5037650" y="2319190"/>
            <a:ext cx="2340000" cy="2206800"/>
            <a:chOff x="19050" y="19050"/>
            <a:chExt cx="2340000" cy="1548000"/>
          </a:xfrm>
        </p:grpSpPr>
        <p:sp>
          <p:nvSpPr>
            <p:cNvPr id="75" name="Rectangle: Rounded Corners 74">
              <a:extLst>
                <a:ext uri="{FF2B5EF4-FFF2-40B4-BE49-F238E27FC236}">
                  <a16:creationId xmlns:a16="http://schemas.microsoft.com/office/drawing/2014/main" id="{62041CDE-E382-42A5-8308-63C8DCCA8C76}"/>
                </a:ext>
              </a:extLst>
            </p:cNvPr>
            <p:cNvSpPr/>
            <p:nvPr/>
          </p:nvSpPr>
          <p:spPr>
            <a:xfrm>
              <a:off x="19050" y="19050"/>
              <a:ext cx="2340000" cy="1548000"/>
            </a:xfrm>
            <a:prstGeom prst="roundRect">
              <a:avLst>
                <a:gd name="adj" fmla="val 5345"/>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76" name="Straight Connector 75">
              <a:extLst>
                <a:ext uri="{FF2B5EF4-FFF2-40B4-BE49-F238E27FC236}">
                  <a16:creationId xmlns:a16="http://schemas.microsoft.com/office/drawing/2014/main" id="{913779BB-831A-491D-A7B2-45AEB25FB832}"/>
                </a:ext>
              </a:extLst>
            </p:cNvPr>
            <p:cNvCxnSpPr>
              <a:cxnSpLocks/>
              <a:stCxn id="75" idx="3"/>
              <a:endCxn id="75" idx="1"/>
            </p:cNvCxnSpPr>
            <p:nvPr/>
          </p:nvCxnSpPr>
          <p:spPr>
            <a:xfrm flipH="1">
              <a:off x="19050" y="793050"/>
              <a:ext cx="23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78AC1CE4-CA1F-43E3-8E6E-B7600AB5255B}"/>
                </a:ext>
              </a:extLst>
            </p:cNvPr>
            <p:cNvCxnSpPr>
              <a:cxnSpLocks/>
              <a:stCxn id="75" idx="2"/>
              <a:endCxn id="75" idx="0"/>
            </p:cNvCxnSpPr>
            <p:nvPr/>
          </p:nvCxnSpPr>
          <p:spPr>
            <a:xfrm flipV="1">
              <a:off x="1189050" y="19050"/>
              <a:ext cx="0" cy="154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0" name="Group 59">
            <a:extLst>
              <a:ext uri="{FF2B5EF4-FFF2-40B4-BE49-F238E27FC236}">
                <a16:creationId xmlns:a16="http://schemas.microsoft.com/office/drawing/2014/main" id="{E5FAD8F8-37C9-460E-AA71-F0E29CDFA0E5}"/>
              </a:ext>
            </a:extLst>
          </p:cNvPr>
          <p:cNvGrpSpPr/>
          <p:nvPr/>
        </p:nvGrpSpPr>
        <p:grpSpPr>
          <a:xfrm>
            <a:off x="7546950" y="2319190"/>
            <a:ext cx="2340000" cy="2206800"/>
            <a:chOff x="19050" y="19050"/>
            <a:chExt cx="2340000" cy="1548000"/>
          </a:xfrm>
        </p:grpSpPr>
        <p:sp>
          <p:nvSpPr>
            <p:cNvPr id="66" name="Rectangle: Rounded Corners 65">
              <a:extLst>
                <a:ext uri="{FF2B5EF4-FFF2-40B4-BE49-F238E27FC236}">
                  <a16:creationId xmlns:a16="http://schemas.microsoft.com/office/drawing/2014/main" id="{A5AE1441-6444-45EE-AEBC-5418208B398E}"/>
                </a:ext>
              </a:extLst>
            </p:cNvPr>
            <p:cNvSpPr/>
            <p:nvPr/>
          </p:nvSpPr>
          <p:spPr>
            <a:xfrm>
              <a:off x="19050" y="19050"/>
              <a:ext cx="2340000" cy="1548000"/>
            </a:xfrm>
            <a:prstGeom prst="roundRect">
              <a:avLst>
                <a:gd name="adj" fmla="val 5345"/>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67" name="Straight Connector 66">
              <a:extLst>
                <a:ext uri="{FF2B5EF4-FFF2-40B4-BE49-F238E27FC236}">
                  <a16:creationId xmlns:a16="http://schemas.microsoft.com/office/drawing/2014/main" id="{D53E10AE-E090-4B03-9FB0-86A6F3451E97}"/>
                </a:ext>
              </a:extLst>
            </p:cNvPr>
            <p:cNvCxnSpPr>
              <a:cxnSpLocks/>
              <a:stCxn id="66" idx="3"/>
              <a:endCxn id="66" idx="1"/>
            </p:cNvCxnSpPr>
            <p:nvPr/>
          </p:nvCxnSpPr>
          <p:spPr>
            <a:xfrm flipH="1">
              <a:off x="19050" y="793050"/>
              <a:ext cx="23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5D5AE437-8B1C-4038-919C-5401551951C0}"/>
                </a:ext>
              </a:extLst>
            </p:cNvPr>
            <p:cNvCxnSpPr>
              <a:cxnSpLocks/>
              <a:stCxn id="66" idx="2"/>
              <a:endCxn id="66" idx="0"/>
            </p:cNvCxnSpPr>
            <p:nvPr/>
          </p:nvCxnSpPr>
          <p:spPr>
            <a:xfrm flipV="1">
              <a:off x="1189050" y="19050"/>
              <a:ext cx="0" cy="154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8" name="Group 127">
            <a:extLst>
              <a:ext uri="{FF2B5EF4-FFF2-40B4-BE49-F238E27FC236}">
                <a16:creationId xmlns:a16="http://schemas.microsoft.com/office/drawing/2014/main" id="{2B18997C-F251-4AF8-A78E-AE984194C80F}"/>
              </a:ext>
            </a:extLst>
          </p:cNvPr>
          <p:cNvGrpSpPr/>
          <p:nvPr/>
        </p:nvGrpSpPr>
        <p:grpSpPr>
          <a:xfrm>
            <a:off x="19050" y="4619334"/>
            <a:ext cx="2340000" cy="2206800"/>
            <a:chOff x="19050" y="19050"/>
            <a:chExt cx="2340000" cy="1548000"/>
          </a:xfrm>
        </p:grpSpPr>
        <p:sp>
          <p:nvSpPr>
            <p:cNvPr id="134" name="Rectangle: Rounded Corners 133">
              <a:extLst>
                <a:ext uri="{FF2B5EF4-FFF2-40B4-BE49-F238E27FC236}">
                  <a16:creationId xmlns:a16="http://schemas.microsoft.com/office/drawing/2014/main" id="{762AD791-49E8-4BC0-B847-64236948DFC3}"/>
                </a:ext>
              </a:extLst>
            </p:cNvPr>
            <p:cNvSpPr/>
            <p:nvPr/>
          </p:nvSpPr>
          <p:spPr>
            <a:xfrm>
              <a:off x="19050" y="19050"/>
              <a:ext cx="2340000" cy="1548000"/>
            </a:xfrm>
            <a:prstGeom prst="roundRect">
              <a:avLst>
                <a:gd name="adj" fmla="val 5345"/>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135" name="Straight Connector 134">
              <a:extLst>
                <a:ext uri="{FF2B5EF4-FFF2-40B4-BE49-F238E27FC236}">
                  <a16:creationId xmlns:a16="http://schemas.microsoft.com/office/drawing/2014/main" id="{C9334EA1-9A52-420E-96D6-6B91B8B8FC51}"/>
                </a:ext>
              </a:extLst>
            </p:cNvPr>
            <p:cNvCxnSpPr>
              <a:cxnSpLocks/>
              <a:stCxn id="134" idx="3"/>
              <a:endCxn id="134" idx="1"/>
            </p:cNvCxnSpPr>
            <p:nvPr/>
          </p:nvCxnSpPr>
          <p:spPr>
            <a:xfrm flipH="1">
              <a:off x="19050" y="793050"/>
              <a:ext cx="23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024416AD-6074-409E-8B16-F1893CE67624}"/>
                </a:ext>
              </a:extLst>
            </p:cNvPr>
            <p:cNvCxnSpPr>
              <a:cxnSpLocks/>
              <a:stCxn id="134" idx="2"/>
              <a:endCxn id="134" idx="0"/>
            </p:cNvCxnSpPr>
            <p:nvPr/>
          </p:nvCxnSpPr>
          <p:spPr>
            <a:xfrm flipV="1">
              <a:off x="1189050" y="19050"/>
              <a:ext cx="0" cy="154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9" name="Group 118">
            <a:extLst>
              <a:ext uri="{FF2B5EF4-FFF2-40B4-BE49-F238E27FC236}">
                <a16:creationId xmlns:a16="http://schemas.microsoft.com/office/drawing/2014/main" id="{19E54903-0DE1-4CCF-92B6-EE87ADED906D}"/>
              </a:ext>
            </a:extLst>
          </p:cNvPr>
          <p:cNvGrpSpPr/>
          <p:nvPr/>
        </p:nvGrpSpPr>
        <p:grpSpPr>
          <a:xfrm>
            <a:off x="2528350" y="4619334"/>
            <a:ext cx="2340000" cy="2206800"/>
            <a:chOff x="19050" y="19050"/>
            <a:chExt cx="2340000" cy="1548000"/>
          </a:xfrm>
        </p:grpSpPr>
        <p:sp>
          <p:nvSpPr>
            <p:cNvPr id="125" name="Rectangle: Rounded Corners 124">
              <a:extLst>
                <a:ext uri="{FF2B5EF4-FFF2-40B4-BE49-F238E27FC236}">
                  <a16:creationId xmlns:a16="http://schemas.microsoft.com/office/drawing/2014/main" id="{0F79EA6F-F20D-4811-BA65-3BB07306B76A}"/>
                </a:ext>
              </a:extLst>
            </p:cNvPr>
            <p:cNvSpPr/>
            <p:nvPr/>
          </p:nvSpPr>
          <p:spPr>
            <a:xfrm>
              <a:off x="19050" y="19050"/>
              <a:ext cx="2340000" cy="1548000"/>
            </a:xfrm>
            <a:prstGeom prst="roundRect">
              <a:avLst>
                <a:gd name="adj" fmla="val 5345"/>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126" name="Straight Connector 125">
              <a:extLst>
                <a:ext uri="{FF2B5EF4-FFF2-40B4-BE49-F238E27FC236}">
                  <a16:creationId xmlns:a16="http://schemas.microsoft.com/office/drawing/2014/main" id="{3789ACFF-E369-4935-BD17-FB09C31481C1}"/>
                </a:ext>
              </a:extLst>
            </p:cNvPr>
            <p:cNvCxnSpPr>
              <a:cxnSpLocks/>
              <a:stCxn id="125" idx="3"/>
              <a:endCxn id="125" idx="1"/>
            </p:cNvCxnSpPr>
            <p:nvPr/>
          </p:nvCxnSpPr>
          <p:spPr>
            <a:xfrm flipH="1">
              <a:off x="19050" y="793050"/>
              <a:ext cx="23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C45EF4B0-8CA9-4C2F-8FF0-D2A1908CC68B}"/>
                </a:ext>
              </a:extLst>
            </p:cNvPr>
            <p:cNvCxnSpPr>
              <a:cxnSpLocks/>
              <a:stCxn id="125" idx="2"/>
              <a:endCxn id="125" idx="0"/>
            </p:cNvCxnSpPr>
            <p:nvPr/>
          </p:nvCxnSpPr>
          <p:spPr>
            <a:xfrm flipV="1">
              <a:off x="1189050" y="19050"/>
              <a:ext cx="0" cy="154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0" name="Group 109">
            <a:extLst>
              <a:ext uri="{FF2B5EF4-FFF2-40B4-BE49-F238E27FC236}">
                <a16:creationId xmlns:a16="http://schemas.microsoft.com/office/drawing/2014/main" id="{3EA075EB-20BC-4E2D-8CA5-7648E8930C27}"/>
              </a:ext>
            </a:extLst>
          </p:cNvPr>
          <p:cNvGrpSpPr/>
          <p:nvPr/>
        </p:nvGrpSpPr>
        <p:grpSpPr>
          <a:xfrm>
            <a:off x="5037650" y="4619334"/>
            <a:ext cx="2340000" cy="2206800"/>
            <a:chOff x="19050" y="19050"/>
            <a:chExt cx="2340000" cy="1548000"/>
          </a:xfrm>
        </p:grpSpPr>
        <p:sp>
          <p:nvSpPr>
            <p:cNvPr id="116" name="Rectangle: Rounded Corners 115">
              <a:extLst>
                <a:ext uri="{FF2B5EF4-FFF2-40B4-BE49-F238E27FC236}">
                  <a16:creationId xmlns:a16="http://schemas.microsoft.com/office/drawing/2014/main" id="{37E5F6C5-FDA6-4719-BBD4-A0B915AA2B7E}"/>
                </a:ext>
              </a:extLst>
            </p:cNvPr>
            <p:cNvSpPr/>
            <p:nvPr/>
          </p:nvSpPr>
          <p:spPr>
            <a:xfrm>
              <a:off x="19050" y="19050"/>
              <a:ext cx="2340000" cy="1548000"/>
            </a:xfrm>
            <a:prstGeom prst="roundRect">
              <a:avLst>
                <a:gd name="adj" fmla="val 5345"/>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117" name="Straight Connector 116">
              <a:extLst>
                <a:ext uri="{FF2B5EF4-FFF2-40B4-BE49-F238E27FC236}">
                  <a16:creationId xmlns:a16="http://schemas.microsoft.com/office/drawing/2014/main" id="{D98A0FA8-7B3D-4DBD-99F2-935B7FF0B688}"/>
                </a:ext>
              </a:extLst>
            </p:cNvPr>
            <p:cNvCxnSpPr>
              <a:cxnSpLocks/>
              <a:stCxn id="116" idx="3"/>
              <a:endCxn id="116" idx="1"/>
            </p:cNvCxnSpPr>
            <p:nvPr/>
          </p:nvCxnSpPr>
          <p:spPr>
            <a:xfrm flipH="1">
              <a:off x="19050" y="793050"/>
              <a:ext cx="23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DF61AF5C-04CD-42B8-901E-6FD1369A4DC0}"/>
                </a:ext>
              </a:extLst>
            </p:cNvPr>
            <p:cNvCxnSpPr>
              <a:cxnSpLocks/>
              <a:stCxn id="116" idx="2"/>
              <a:endCxn id="116" idx="0"/>
            </p:cNvCxnSpPr>
            <p:nvPr/>
          </p:nvCxnSpPr>
          <p:spPr>
            <a:xfrm flipV="1">
              <a:off x="1189050" y="19050"/>
              <a:ext cx="0" cy="154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1" name="Group 100">
            <a:extLst>
              <a:ext uri="{FF2B5EF4-FFF2-40B4-BE49-F238E27FC236}">
                <a16:creationId xmlns:a16="http://schemas.microsoft.com/office/drawing/2014/main" id="{B60E549C-9728-4EA2-8C3B-CA7DEAC5CE77}"/>
              </a:ext>
            </a:extLst>
          </p:cNvPr>
          <p:cNvGrpSpPr/>
          <p:nvPr/>
        </p:nvGrpSpPr>
        <p:grpSpPr>
          <a:xfrm>
            <a:off x="7546950" y="4619334"/>
            <a:ext cx="2340000" cy="2206800"/>
            <a:chOff x="19050" y="19050"/>
            <a:chExt cx="2340000" cy="1548000"/>
          </a:xfrm>
        </p:grpSpPr>
        <p:sp>
          <p:nvSpPr>
            <p:cNvPr id="107" name="Rectangle: Rounded Corners 106">
              <a:extLst>
                <a:ext uri="{FF2B5EF4-FFF2-40B4-BE49-F238E27FC236}">
                  <a16:creationId xmlns:a16="http://schemas.microsoft.com/office/drawing/2014/main" id="{AFFD54E9-7D5D-4BBB-88C0-0CDA5771B820}"/>
                </a:ext>
              </a:extLst>
            </p:cNvPr>
            <p:cNvSpPr/>
            <p:nvPr/>
          </p:nvSpPr>
          <p:spPr>
            <a:xfrm>
              <a:off x="19050" y="19050"/>
              <a:ext cx="2340000" cy="1548000"/>
            </a:xfrm>
            <a:prstGeom prst="roundRect">
              <a:avLst>
                <a:gd name="adj" fmla="val 5345"/>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a:p>
          </p:txBody>
        </p:sp>
        <p:cxnSp>
          <p:nvCxnSpPr>
            <p:cNvPr id="108" name="Straight Connector 107">
              <a:extLst>
                <a:ext uri="{FF2B5EF4-FFF2-40B4-BE49-F238E27FC236}">
                  <a16:creationId xmlns:a16="http://schemas.microsoft.com/office/drawing/2014/main" id="{0DB92904-B71D-46AB-BB47-AEDEAF673A53}"/>
                </a:ext>
              </a:extLst>
            </p:cNvPr>
            <p:cNvCxnSpPr>
              <a:cxnSpLocks/>
              <a:stCxn id="107" idx="3"/>
              <a:endCxn id="107" idx="1"/>
            </p:cNvCxnSpPr>
            <p:nvPr/>
          </p:nvCxnSpPr>
          <p:spPr>
            <a:xfrm flipH="1">
              <a:off x="19050" y="793050"/>
              <a:ext cx="23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0FC99408-D8D9-4994-9810-34208DCFFF2E}"/>
                </a:ext>
              </a:extLst>
            </p:cNvPr>
            <p:cNvCxnSpPr>
              <a:cxnSpLocks/>
              <a:stCxn id="107" idx="2"/>
              <a:endCxn id="107" idx="0"/>
            </p:cNvCxnSpPr>
            <p:nvPr/>
          </p:nvCxnSpPr>
          <p:spPr>
            <a:xfrm flipV="1">
              <a:off x="1189050" y="19050"/>
              <a:ext cx="0" cy="154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6BA59056-EE4E-46B0-84AE-FEAEA753AE9D}"/>
              </a:ext>
            </a:extLst>
          </p:cNvPr>
          <p:cNvGrpSpPr/>
          <p:nvPr/>
        </p:nvGrpSpPr>
        <p:grpSpPr>
          <a:xfrm>
            <a:off x="170278" y="185167"/>
            <a:ext cx="9565446" cy="6458316"/>
            <a:chOff x="170278" y="185167"/>
            <a:chExt cx="9565446" cy="6458316"/>
          </a:xfrm>
        </p:grpSpPr>
        <p:grpSp>
          <p:nvGrpSpPr>
            <p:cNvPr id="18" name="Group 17">
              <a:extLst>
                <a:ext uri="{FF2B5EF4-FFF2-40B4-BE49-F238E27FC236}">
                  <a16:creationId xmlns:a16="http://schemas.microsoft.com/office/drawing/2014/main" id="{D3CE16D7-855D-46A1-AA17-E979E3DAA61B}"/>
                </a:ext>
              </a:extLst>
            </p:cNvPr>
            <p:cNvGrpSpPr/>
            <p:nvPr/>
          </p:nvGrpSpPr>
          <p:grpSpPr>
            <a:xfrm>
              <a:off x="170278" y="185167"/>
              <a:ext cx="1931747" cy="1677707"/>
              <a:chOff x="170278" y="90544"/>
              <a:chExt cx="1931747" cy="1248358"/>
            </a:xfrm>
          </p:grpSpPr>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293DFCF-F58D-4A21-A795-83F4D9A7A782}"/>
                      </a:ext>
                    </a:extLst>
                  </p:cNvPr>
                  <p:cNvSpPr txBox="1"/>
                  <p:nvPr/>
                </p:nvSpPr>
                <p:spPr>
                  <a:xfrm>
                    <a:off x="1562294" y="90544"/>
                    <a:ext cx="423513" cy="584983"/>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f>
                            <m:fPr>
                              <m:ctrlPr>
                                <a:rPr lang="en-GB" sz="2400" b="0" i="1" dirty="0" smtClean="0">
                                  <a:latin typeface="Cambria Math" panose="02040503050406030204" pitchFamily="18" charset="0"/>
                                </a:rPr>
                              </m:ctrlPr>
                            </m:fPr>
                            <m:num>
                              <m:r>
                                <a:rPr lang="en-GB" sz="2400" b="0" i="1" dirty="0" smtClean="0">
                                  <a:latin typeface="Cambria Math" panose="02040503050406030204" pitchFamily="18" charset="0"/>
                                </a:rPr>
                                <m:t>1</m:t>
                              </m:r>
                            </m:num>
                            <m:den>
                              <m:r>
                                <a:rPr lang="en-GB" sz="2400" b="0" i="1" dirty="0" smtClean="0">
                                  <a:latin typeface="Cambria Math" panose="02040503050406030204" pitchFamily="18" charset="0"/>
                                </a:rPr>
                                <m:t>5</m:t>
                              </m:r>
                            </m:den>
                          </m:f>
                        </m:oMath>
                      </m:oMathPara>
                    </a14:m>
                    <a:endParaRPr lang="en-GB" sz="2400" dirty="0"/>
                  </a:p>
                </p:txBody>
              </p:sp>
            </mc:Choice>
            <mc:Fallback xmlns="">
              <p:sp>
                <p:nvSpPr>
                  <p:cNvPr id="11" name="TextBox 10">
                    <a:extLst>
                      <a:ext uri="{FF2B5EF4-FFF2-40B4-BE49-F238E27FC236}">
                        <a16:creationId xmlns:a16="http://schemas.microsoft.com/office/drawing/2014/main" id="{5293DFCF-F58D-4A21-A795-83F4D9A7A782}"/>
                      </a:ext>
                    </a:extLst>
                  </p:cNvPr>
                  <p:cNvSpPr txBox="1">
                    <a:spLocks noRot="1" noChangeAspect="1" noMove="1" noResize="1" noEditPoints="1" noAdjustHandles="1" noChangeArrowheads="1" noChangeShapeType="1" noTextEdit="1"/>
                  </p:cNvSpPr>
                  <p:nvPr/>
                </p:nvSpPr>
                <p:spPr>
                  <a:xfrm>
                    <a:off x="1562294" y="90544"/>
                    <a:ext cx="423513" cy="584983"/>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6C4E0BB-D8CD-48E1-8F1D-74F9BB9302FF}"/>
                      </a:ext>
                    </a:extLst>
                  </p:cNvPr>
                  <p:cNvSpPr txBox="1"/>
                  <p:nvPr/>
                </p:nvSpPr>
                <p:spPr>
                  <a:xfrm>
                    <a:off x="1446076" y="995384"/>
                    <a:ext cx="655949" cy="343518"/>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GB" sz="2400" b="0" i="1" dirty="0" smtClean="0">
                              <a:latin typeface="Cambria Math" panose="02040503050406030204" pitchFamily="18" charset="0"/>
                            </a:rPr>
                            <m:t>0.8</m:t>
                          </m:r>
                        </m:oMath>
                      </m:oMathPara>
                    </a14:m>
                    <a:endParaRPr lang="en-GB" sz="2400" dirty="0"/>
                  </a:p>
                </p:txBody>
              </p:sp>
            </mc:Choice>
            <mc:Fallback xmlns="">
              <p:sp>
                <p:nvSpPr>
                  <p:cNvPr id="12" name="TextBox 11">
                    <a:extLst>
                      <a:ext uri="{FF2B5EF4-FFF2-40B4-BE49-F238E27FC236}">
                        <a16:creationId xmlns:a16="http://schemas.microsoft.com/office/drawing/2014/main" id="{96C4E0BB-D8CD-48E1-8F1D-74F9BB9302FF}"/>
                      </a:ext>
                    </a:extLst>
                  </p:cNvPr>
                  <p:cNvSpPr txBox="1">
                    <a:spLocks noRot="1" noChangeAspect="1" noMove="1" noResize="1" noEditPoints="1" noAdjustHandles="1" noChangeArrowheads="1" noChangeShapeType="1" noTextEdit="1"/>
                  </p:cNvSpPr>
                  <p:nvPr/>
                </p:nvSpPr>
                <p:spPr>
                  <a:xfrm>
                    <a:off x="1446076" y="995384"/>
                    <a:ext cx="655949" cy="343518"/>
                  </a:xfrm>
                  <a:prstGeom prst="rect">
                    <a:avLst/>
                  </a:prstGeom>
                  <a:blipFill>
                    <a:blip r:embed="rId3"/>
                    <a:stretch>
                      <a:fillRect l="-185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6DD056F-C734-4652-BEB5-B21EF1316043}"/>
                      </a:ext>
                    </a:extLst>
                  </p:cNvPr>
                  <p:cNvSpPr txBox="1"/>
                  <p:nvPr/>
                </p:nvSpPr>
                <p:spPr>
                  <a:xfrm>
                    <a:off x="170279" y="221384"/>
                    <a:ext cx="867545" cy="343518"/>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GB" sz="2400" b="0" i="1" dirty="0" smtClean="0">
                              <a:latin typeface="Cambria Math" panose="02040503050406030204" pitchFamily="18" charset="0"/>
                            </a:rPr>
                            <m:t>50%</m:t>
                          </m:r>
                        </m:oMath>
                      </m:oMathPara>
                    </a14:m>
                    <a:endParaRPr lang="en-GB" sz="2400" dirty="0"/>
                  </a:p>
                </p:txBody>
              </p:sp>
            </mc:Choice>
            <mc:Fallback xmlns="">
              <p:sp>
                <p:nvSpPr>
                  <p:cNvPr id="13" name="TextBox 12">
                    <a:extLst>
                      <a:ext uri="{FF2B5EF4-FFF2-40B4-BE49-F238E27FC236}">
                        <a16:creationId xmlns:a16="http://schemas.microsoft.com/office/drawing/2014/main" id="{F6DD056F-C734-4652-BEB5-B21EF1316043}"/>
                      </a:ext>
                    </a:extLst>
                  </p:cNvPr>
                  <p:cNvSpPr txBox="1">
                    <a:spLocks noRot="1" noChangeAspect="1" noMove="1" noResize="1" noEditPoints="1" noAdjustHandles="1" noChangeArrowheads="1" noChangeShapeType="1" noTextEdit="1"/>
                  </p:cNvSpPr>
                  <p:nvPr/>
                </p:nvSpPr>
                <p:spPr>
                  <a:xfrm>
                    <a:off x="170279" y="221384"/>
                    <a:ext cx="867545" cy="343518"/>
                  </a:xfrm>
                  <a:prstGeom prst="rect">
                    <a:avLst/>
                  </a:prstGeom>
                  <a:blipFill>
                    <a:blip r:embed="rId4"/>
                    <a:stretch>
                      <a:fillRect l="-281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AEA2F236-6AFF-4E44-9D46-626A3F68B47B}"/>
                      </a:ext>
                    </a:extLst>
                  </p:cNvPr>
                  <p:cNvSpPr txBox="1"/>
                  <p:nvPr/>
                </p:nvSpPr>
                <p:spPr>
                  <a:xfrm>
                    <a:off x="170278" y="995384"/>
                    <a:ext cx="867545" cy="343518"/>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GB" sz="2400" b="0" i="1" dirty="0" smtClean="0">
                              <a:latin typeface="Cambria Math" panose="02040503050406030204" pitchFamily="18" charset="0"/>
                            </a:rPr>
                            <m:t>35%</m:t>
                          </m:r>
                        </m:oMath>
                      </m:oMathPara>
                    </a14:m>
                    <a:endParaRPr lang="en-GB" sz="2400" dirty="0"/>
                  </a:p>
                </p:txBody>
              </p:sp>
            </mc:Choice>
            <mc:Fallback xmlns="">
              <p:sp>
                <p:nvSpPr>
                  <p:cNvPr id="14" name="TextBox 13">
                    <a:extLst>
                      <a:ext uri="{FF2B5EF4-FFF2-40B4-BE49-F238E27FC236}">
                        <a16:creationId xmlns:a16="http://schemas.microsoft.com/office/drawing/2014/main" id="{AEA2F236-6AFF-4E44-9D46-626A3F68B47B}"/>
                      </a:ext>
                    </a:extLst>
                  </p:cNvPr>
                  <p:cNvSpPr txBox="1">
                    <a:spLocks noRot="1" noChangeAspect="1" noMove="1" noResize="1" noEditPoints="1" noAdjustHandles="1" noChangeArrowheads="1" noChangeShapeType="1" noTextEdit="1"/>
                  </p:cNvSpPr>
                  <p:nvPr/>
                </p:nvSpPr>
                <p:spPr>
                  <a:xfrm>
                    <a:off x="170278" y="995384"/>
                    <a:ext cx="867545" cy="343518"/>
                  </a:xfrm>
                  <a:prstGeom prst="rect">
                    <a:avLst/>
                  </a:prstGeom>
                  <a:blipFill>
                    <a:blip r:embed="rId5"/>
                    <a:stretch>
                      <a:fillRect l="-2817"/>
                    </a:stretch>
                  </a:blipFill>
                </p:spPr>
                <p:txBody>
                  <a:bodyPr/>
                  <a:lstStyle/>
                  <a:p>
                    <a:r>
                      <a:rPr lang="en-GB">
                        <a:noFill/>
                      </a:rPr>
                      <a:t> </a:t>
                    </a:r>
                  </a:p>
                </p:txBody>
              </p:sp>
            </mc:Fallback>
          </mc:AlternateContent>
        </p:grpSp>
        <p:grpSp>
          <p:nvGrpSpPr>
            <p:cNvPr id="26" name="Group 25">
              <a:extLst>
                <a:ext uri="{FF2B5EF4-FFF2-40B4-BE49-F238E27FC236}">
                  <a16:creationId xmlns:a16="http://schemas.microsoft.com/office/drawing/2014/main" id="{00513347-B862-458B-BB81-9DE4D0953675}"/>
                </a:ext>
              </a:extLst>
            </p:cNvPr>
            <p:cNvGrpSpPr/>
            <p:nvPr/>
          </p:nvGrpSpPr>
          <p:grpSpPr>
            <a:xfrm>
              <a:off x="2594620" y="185167"/>
              <a:ext cx="2016705" cy="1825033"/>
              <a:chOff x="85320" y="90544"/>
              <a:chExt cx="2016705" cy="1357981"/>
            </a:xfrm>
          </p:grpSpPr>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FBCA4CA6-CF8B-49BF-877E-4438849A01FC}"/>
                      </a:ext>
                    </a:extLst>
                  </p:cNvPr>
                  <p:cNvSpPr txBox="1"/>
                  <p:nvPr/>
                </p:nvSpPr>
                <p:spPr>
                  <a:xfrm>
                    <a:off x="1562294" y="90544"/>
                    <a:ext cx="423513" cy="583217"/>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f>
                            <m:fPr>
                              <m:ctrlPr>
                                <a:rPr lang="en-GB" sz="2400" b="0" i="1" dirty="0" smtClean="0">
                                  <a:latin typeface="Cambria Math" panose="02040503050406030204" pitchFamily="18" charset="0"/>
                                </a:rPr>
                              </m:ctrlPr>
                            </m:fPr>
                            <m:num>
                              <m:r>
                                <a:rPr lang="en-GB" sz="2400" b="0" i="1" dirty="0" smtClean="0">
                                  <a:latin typeface="Cambria Math" panose="02040503050406030204" pitchFamily="18" charset="0"/>
                                </a:rPr>
                                <m:t>1</m:t>
                              </m:r>
                            </m:num>
                            <m:den>
                              <m:r>
                                <a:rPr lang="en-GB" sz="2400" b="0" i="1" dirty="0" smtClean="0">
                                  <a:latin typeface="Cambria Math" panose="02040503050406030204" pitchFamily="18" charset="0"/>
                                </a:rPr>
                                <m:t>2</m:t>
                              </m:r>
                            </m:den>
                          </m:f>
                        </m:oMath>
                      </m:oMathPara>
                    </a14:m>
                    <a:endParaRPr lang="en-GB" sz="2400" dirty="0"/>
                  </a:p>
                </p:txBody>
              </p:sp>
            </mc:Choice>
            <mc:Fallback xmlns="">
              <p:sp>
                <p:nvSpPr>
                  <p:cNvPr id="27" name="TextBox 26">
                    <a:extLst>
                      <a:ext uri="{FF2B5EF4-FFF2-40B4-BE49-F238E27FC236}">
                        <a16:creationId xmlns:a16="http://schemas.microsoft.com/office/drawing/2014/main" id="{FBCA4CA6-CF8B-49BF-877E-4438849A01FC}"/>
                      </a:ext>
                    </a:extLst>
                  </p:cNvPr>
                  <p:cNvSpPr txBox="1">
                    <a:spLocks noRot="1" noChangeAspect="1" noMove="1" noResize="1" noEditPoints="1" noAdjustHandles="1" noChangeArrowheads="1" noChangeShapeType="1" noTextEdit="1"/>
                  </p:cNvSpPr>
                  <p:nvPr/>
                </p:nvSpPr>
                <p:spPr>
                  <a:xfrm>
                    <a:off x="1562294" y="90544"/>
                    <a:ext cx="423513" cy="583217"/>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5DE1D272-9820-4542-BDF3-5DA172B97E53}"/>
                      </a:ext>
                    </a:extLst>
                  </p:cNvPr>
                  <p:cNvSpPr txBox="1"/>
                  <p:nvPr/>
                </p:nvSpPr>
                <p:spPr>
                  <a:xfrm>
                    <a:off x="1446076" y="995384"/>
                    <a:ext cx="655949" cy="343518"/>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GB" sz="2400" b="0" i="1" dirty="0" smtClean="0">
                              <a:latin typeface="Cambria Math" panose="02040503050406030204" pitchFamily="18" charset="0"/>
                            </a:rPr>
                            <m:t>0.1</m:t>
                          </m:r>
                        </m:oMath>
                      </m:oMathPara>
                    </a14:m>
                    <a:endParaRPr lang="en-GB" sz="2400" dirty="0"/>
                  </a:p>
                </p:txBody>
              </p:sp>
            </mc:Choice>
            <mc:Fallback xmlns="">
              <p:sp>
                <p:nvSpPr>
                  <p:cNvPr id="28" name="TextBox 27">
                    <a:extLst>
                      <a:ext uri="{FF2B5EF4-FFF2-40B4-BE49-F238E27FC236}">
                        <a16:creationId xmlns:a16="http://schemas.microsoft.com/office/drawing/2014/main" id="{5DE1D272-9820-4542-BDF3-5DA172B97E53}"/>
                      </a:ext>
                    </a:extLst>
                  </p:cNvPr>
                  <p:cNvSpPr txBox="1">
                    <a:spLocks noRot="1" noChangeAspect="1" noMove="1" noResize="1" noEditPoints="1" noAdjustHandles="1" noChangeArrowheads="1" noChangeShapeType="1" noTextEdit="1"/>
                  </p:cNvSpPr>
                  <p:nvPr/>
                </p:nvSpPr>
                <p:spPr>
                  <a:xfrm>
                    <a:off x="1446076" y="995384"/>
                    <a:ext cx="655949" cy="343518"/>
                  </a:xfrm>
                  <a:prstGeom prst="rect">
                    <a:avLst/>
                  </a:prstGeom>
                  <a:blipFill>
                    <a:blip r:embed="rId7"/>
                    <a:stretch>
                      <a:fillRect l="-186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FFB80798-5F36-4B8E-806B-57BBA3C5853A}"/>
                      </a:ext>
                    </a:extLst>
                  </p:cNvPr>
                  <p:cNvSpPr txBox="1"/>
                  <p:nvPr/>
                </p:nvSpPr>
                <p:spPr>
                  <a:xfrm>
                    <a:off x="85320" y="221384"/>
                    <a:ext cx="1037463" cy="343518"/>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GB" sz="2400" b="0" i="1" dirty="0" smtClean="0">
                              <a:latin typeface="Cambria Math" panose="02040503050406030204" pitchFamily="18" charset="0"/>
                            </a:rPr>
                            <m:t>140%</m:t>
                          </m:r>
                        </m:oMath>
                      </m:oMathPara>
                    </a14:m>
                    <a:endParaRPr lang="en-GB" sz="2400" dirty="0"/>
                  </a:p>
                </p:txBody>
              </p:sp>
            </mc:Choice>
            <mc:Fallback xmlns="">
              <p:sp>
                <p:nvSpPr>
                  <p:cNvPr id="29" name="TextBox 28">
                    <a:extLst>
                      <a:ext uri="{FF2B5EF4-FFF2-40B4-BE49-F238E27FC236}">
                        <a16:creationId xmlns:a16="http://schemas.microsoft.com/office/drawing/2014/main" id="{FFB80798-5F36-4B8E-806B-57BBA3C5853A}"/>
                      </a:ext>
                    </a:extLst>
                  </p:cNvPr>
                  <p:cNvSpPr txBox="1">
                    <a:spLocks noRot="1" noChangeAspect="1" noMove="1" noResize="1" noEditPoints="1" noAdjustHandles="1" noChangeArrowheads="1" noChangeShapeType="1" noTextEdit="1"/>
                  </p:cNvSpPr>
                  <p:nvPr/>
                </p:nvSpPr>
                <p:spPr>
                  <a:xfrm>
                    <a:off x="85320" y="221384"/>
                    <a:ext cx="1037463" cy="343518"/>
                  </a:xfrm>
                  <a:prstGeom prst="rect">
                    <a:avLst/>
                  </a:prstGeom>
                  <a:blipFill>
                    <a:blip r:embed="rId8"/>
                    <a:stretch>
                      <a:fillRect l="-176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53C99B4C-CD72-4E9E-B45C-4A7642307A84}"/>
                      </a:ext>
                    </a:extLst>
                  </p:cNvPr>
                  <p:cNvSpPr txBox="1"/>
                  <p:nvPr/>
                </p:nvSpPr>
                <p:spPr>
                  <a:xfrm>
                    <a:off x="307334" y="864544"/>
                    <a:ext cx="593432" cy="583981"/>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f>
                            <m:fPr>
                              <m:ctrlPr>
                                <a:rPr lang="en-GB" sz="2400" b="0" i="1" dirty="0" smtClean="0">
                                  <a:latin typeface="Cambria Math" panose="02040503050406030204" pitchFamily="18" charset="0"/>
                                </a:rPr>
                              </m:ctrlPr>
                            </m:fPr>
                            <m:num>
                              <m:r>
                                <a:rPr lang="en-GB" sz="2400" b="0" i="1" dirty="0" smtClean="0">
                                  <a:latin typeface="Cambria Math" panose="02040503050406030204" pitchFamily="18" charset="0"/>
                                </a:rPr>
                                <m:t>4</m:t>
                              </m:r>
                            </m:num>
                            <m:den>
                              <m:r>
                                <a:rPr lang="en-GB" sz="2400" b="0" i="1" dirty="0" smtClean="0">
                                  <a:latin typeface="Cambria Math" panose="02040503050406030204" pitchFamily="18" charset="0"/>
                                </a:rPr>
                                <m:t>10</m:t>
                              </m:r>
                            </m:den>
                          </m:f>
                        </m:oMath>
                      </m:oMathPara>
                    </a14:m>
                    <a:endParaRPr lang="en-GB" sz="2400" dirty="0"/>
                  </a:p>
                </p:txBody>
              </p:sp>
            </mc:Choice>
            <mc:Fallback xmlns="">
              <p:sp>
                <p:nvSpPr>
                  <p:cNvPr id="30" name="TextBox 29">
                    <a:extLst>
                      <a:ext uri="{FF2B5EF4-FFF2-40B4-BE49-F238E27FC236}">
                        <a16:creationId xmlns:a16="http://schemas.microsoft.com/office/drawing/2014/main" id="{53C99B4C-CD72-4E9E-B45C-4A7642307A84}"/>
                      </a:ext>
                    </a:extLst>
                  </p:cNvPr>
                  <p:cNvSpPr txBox="1">
                    <a:spLocks noRot="1" noChangeAspect="1" noMove="1" noResize="1" noEditPoints="1" noAdjustHandles="1" noChangeArrowheads="1" noChangeShapeType="1" noTextEdit="1"/>
                  </p:cNvSpPr>
                  <p:nvPr/>
                </p:nvSpPr>
                <p:spPr>
                  <a:xfrm>
                    <a:off x="307334" y="864544"/>
                    <a:ext cx="593432" cy="583981"/>
                  </a:xfrm>
                  <a:prstGeom prst="rect">
                    <a:avLst/>
                  </a:prstGeom>
                  <a:blipFill>
                    <a:blip r:embed="rId9"/>
                    <a:stretch>
                      <a:fillRect/>
                    </a:stretch>
                  </a:blipFill>
                </p:spPr>
                <p:txBody>
                  <a:bodyPr/>
                  <a:lstStyle/>
                  <a:p>
                    <a:r>
                      <a:rPr lang="en-GB">
                        <a:noFill/>
                      </a:rPr>
                      <a:t> </a:t>
                    </a:r>
                  </a:p>
                </p:txBody>
              </p:sp>
            </mc:Fallback>
          </mc:AlternateContent>
        </p:grpSp>
        <p:grpSp>
          <p:nvGrpSpPr>
            <p:cNvPr id="36" name="Group 35">
              <a:extLst>
                <a:ext uri="{FF2B5EF4-FFF2-40B4-BE49-F238E27FC236}">
                  <a16:creationId xmlns:a16="http://schemas.microsoft.com/office/drawing/2014/main" id="{13B8138E-7C26-4B71-A1BF-819CD5AC8AF3}"/>
                </a:ext>
              </a:extLst>
            </p:cNvPr>
            <p:cNvGrpSpPr/>
            <p:nvPr/>
          </p:nvGrpSpPr>
          <p:grpSpPr>
            <a:xfrm>
              <a:off x="5240976" y="185167"/>
              <a:ext cx="1985447" cy="1833881"/>
              <a:chOff x="222376" y="90544"/>
              <a:chExt cx="1985447" cy="1364565"/>
            </a:xfrm>
          </p:grpSpPr>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502ACC2F-D8B8-441E-98CC-318AB6E4FDB3}"/>
                      </a:ext>
                    </a:extLst>
                  </p:cNvPr>
                  <p:cNvSpPr txBox="1"/>
                  <p:nvPr/>
                </p:nvSpPr>
                <p:spPr>
                  <a:xfrm>
                    <a:off x="1361118" y="221384"/>
                    <a:ext cx="825867" cy="343518"/>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GB" sz="2400" b="0" i="1" dirty="0" smtClean="0">
                              <a:latin typeface="Cambria Math" panose="02040503050406030204" pitchFamily="18" charset="0"/>
                            </a:rPr>
                            <m:t>0.15</m:t>
                          </m:r>
                        </m:oMath>
                      </m:oMathPara>
                    </a14:m>
                    <a:endParaRPr lang="en-GB" sz="2400" dirty="0"/>
                  </a:p>
                </p:txBody>
              </p:sp>
            </mc:Choice>
            <mc:Fallback xmlns="">
              <p:sp>
                <p:nvSpPr>
                  <p:cNvPr id="37" name="TextBox 36">
                    <a:extLst>
                      <a:ext uri="{FF2B5EF4-FFF2-40B4-BE49-F238E27FC236}">
                        <a16:creationId xmlns:a16="http://schemas.microsoft.com/office/drawing/2014/main" id="{502ACC2F-D8B8-441E-98CC-318AB6E4FDB3}"/>
                      </a:ext>
                    </a:extLst>
                  </p:cNvPr>
                  <p:cNvSpPr txBox="1">
                    <a:spLocks noRot="1" noChangeAspect="1" noMove="1" noResize="1" noEditPoints="1" noAdjustHandles="1" noChangeArrowheads="1" noChangeShapeType="1" noTextEdit="1"/>
                  </p:cNvSpPr>
                  <p:nvPr/>
                </p:nvSpPr>
                <p:spPr>
                  <a:xfrm>
                    <a:off x="1361118" y="221384"/>
                    <a:ext cx="825867" cy="343518"/>
                  </a:xfrm>
                  <a:prstGeom prst="rect">
                    <a:avLst/>
                  </a:prstGeom>
                  <a:blipFill>
                    <a:blip r:embed="rId10"/>
                    <a:stretch>
                      <a:fillRect l="-222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77B506C6-2B5A-4225-B888-45D50FC18362}"/>
                      </a:ext>
                    </a:extLst>
                  </p:cNvPr>
                  <p:cNvSpPr txBox="1"/>
                  <p:nvPr/>
                </p:nvSpPr>
                <p:spPr>
                  <a:xfrm>
                    <a:off x="1340278" y="995384"/>
                    <a:ext cx="867545" cy="343518"/>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GB" sz="2400" b="0" i="1" dirty="0" smtClean="0">
                              <a:latin typeface="Cambria Math" panose="02040503050406030204" pitchFamily="18" charset="0"/>
                            </a:rPr>
                            <m:t>75%</m:t>
                          </m:r>
                        </m:oMath>
                      </m:oMathPara>
                    </a14:m>
                    <a:endParaRPr lang="en-GB" sz="2400" dirty="0"/>
                  </a:p>
                </p:txBody>
              </p:sp>
            </mc:Choice>
            <mc:Fallback xmlns="">
              <p:sp>
                <p:nvSpPr>
                  <p:cNvPr id="38" name="TextBox 37">
                    <a:extLst>
                      <a:ext uri="{FF2B5EF4-FFF2-40B4-BE49-F238E27FC236}">
                        <a16:creationId xmlns:a16="http://schemas.microsoft.com/office/drawing/2014/main" id="{77B506C6-2B5A-4225-B888-45D50FC18362}"/>
                      </a:ext>
                    </a:extLst>
                  </p:cNvPr>
                  <p:cNvSpPr txBox="1">
                    <a:spLocks noRot="1" noChangeAspect="1" noMove="1" noResize="1" noEditPoints="1" noAdjustHandles="1" noChangeArrowheads="1" noChangeShapeType="1" noTextEdit="1"/>
                  </p:cNvSpPr>
                  <p:nvPr/>
                </p:nvSpPr>
                <p:spPr>
                  <a:xfrm>
                    <a:off x="1340278" y="995384"/>
                    <a:ext cx="867545" cy="343518"/>
                  </a:xfrm>
                  <a:prstGeom prst="rect">
                    <a:avLst/>
                  </a:prstGeom>
                  <a:blipFill>
                    <a:blip r:embed="rId11"/>
                    <a:stretch>
                      <a:fillRect l="-281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7B3AFA55-5417-414B-B2B4-72AC217280EF}"/>
                      </a:ext>
                    </a:extLst>
                  </p:cNvPr>
                  <p:cNvSpPr txBox="1"/>
                  <p:nvPr/>
                </p:nvSpPr>
                <p:spPr>
                  <a:xfrm>
                    <a:off x="222376" y="90544"/>
                    <a:ext cx="763351" cy="584983"/>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f>
                            <m:fPr>
                              <m:ctrlPr>
                                <a:rPr lang="en-GB" sz="2400" b="0" i="1" dirty="0" smtClean="0">
                                  <a:latin typeface="Cambria Math" panose="02040503050406030204" pitchFamily="18" charset="0"/>
                                </a:rPr>
                              </m:ctrlPr>
                            </m:fPr>
                            <m:num>
                              <m:r>
                                <a:rPr lang="en-GB" sz="2400" b="0" i="1" dirty="0" smtClean="0">
                                  <a:latin typeface="Cambria Math" panose="02040503050406030204" pitchFamily="18" charset="0"/>
                                </a:rPr>
                                <m:t>28</m:t>
                              </m:r>
                            </m:num>
                            <m:den>
                              <m:r>
                                <a:rPr lang="en-GB" sz="2400" b="0" i="1" dirty="0" smtClean="0">
                                  <a:latin typeface="Cambria Math" panose="02040503050406030204" pitchFamily="18" charset="0"/>
                                </a:rPr>
                                <m:t>200</m:t>
                              </m:r>
                            </m:den>
                          </m:f>
                        </m:oMath>
                      </m:oMathPara>
                    </a14:m>
                    <a:endParaRPr lang="en-GB" sz="2400" dirty="0"/>
                  </a:p>
                </p:txBody>
              </p:sp>
            </mc:Choice>
            <mc:Fallback xmlns="">
              <p:sp>
                <p:nvSpPr>
                  <p:cNvPr id="39" name="TextBox 38">
                    <a:extLst>
                      <a:ext uri="{FF2B5EF4-FFF2-40B4-BE49-F238E27FC236}">
                        <a16:creationId xmlns:a16="http://schemas.microsoft.com/office/drawing/2014/main" id="{7B3AFA55-5417-414B-B2B4-72AC217280EF}"/>
                      </a:ext>
                    </a:extLst>
                  </p:cNvPr>
                  <p:cNvSpPr txBox="1">
                    <a:spLocks noRot="1" noChangeAspect="1" noMove="1" noResize="1" noEditPoints="1" noAdjustHandles="1" noChangeArrowheads="1" noChangeShapeType="1" noTextEdit="1"/>
                  </p:cNvSpPr>
                  <p:nvPr/>
                </p:nvSpPr>
                <p:spPr>
                  <a:xfrm>
                    <a:off x="222376" y="90544"/>
                    <a:ext cx="763351" cy="584983"/>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CFA48060-F265-4969-ACDF-B00A7C0DDEEE}"/>
                      </a:ext>
                    </a:extLst>
                  </p:cNvPr>
                  <p:cNvSpPr txBox="1"/>
                  <p:nvPr/>
                </p:nvSpPr>
                <p:spPr>
                  <a:xfrm>
                    <a:off x="307335" y="864544"/>
                    <a:ext cx="593432" cy="590565"/>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f>
                            <m:fPr>
                              <m:ctrlPr>
                                <a:rPr lang="en-GB" sz="2400" b="0" i="1" dirty="0" smtClean="0">
                                  <a:latin typeface="Cambria Math" panose="02040503050406030204" pitchFamily="18" charset="0"/>
                                </a:rPr>
                              </m:ctrlPr>
                            </m:fPr>
                            <m:num>
                              <m:r>
                                <a:rPr lang="en-GB" sz="2400" b="0" i="1" dirty="0" smtClean="0">
                                  <a:latin typeface="Cambria Math" panose="02040503050406030204" pitchFamily="18" charset="0"/>
                                </a:rPr>
                                <m:t>5</m:t>
                              </m:r>
                            </m:num>
                            <m:den>
                              <m:r>
                                <a:rPr lang="en-GB" sz="2400" b="0" i="1" dirty="0" smtClean="0">
                                  <a:latin typeface="Cambria Math" panose="02040503050406030204" pitchFamily="18" charset="0"/>
                                </a:rPr>
                                <m:t>10</m:t>
                              </m:r>
                            </m:den>
                          </m:f>
                        </m:oMath>
                      </m:oMathPara>
                    </a14:m>
                    <a:endParaRPr lang="en-GB" sz="2400" dirty="0"/>
                  </a:p>
                </p:txBody>
              </p:sp>
            </mc:Choice>
            <mc:Fallback xmlns="">
              <p:sp>
                <p:nvSpPr>
                  <p:cNvPr id="40" name="TextBox 39">
                    <a:extLst>
                      <a:ext uri="{FF2B5EF4-FFF2-40B4-BE49-F238E27FC236}">
                        <a16:creationId xmlns:a16="http://schemas.microsoft.com/office/drawing/2014/main" id="{CFA48060-F265-4969-ACDF-B00A7C0DDEEE}"/>
                      </a:ext>
                    </a:extLst>
                  </p:cNvPr>
                  <p:cNvSpPr txBox="1">
                    <a:spLocks noRot="1" noChangeAspect="1" noMove="1" noResize="1" noEditPoints="1" noAdjustHandles="1" noChangeArrowheads="1" noChangeShapeType="1" noTextEdit="1"/>
                  </p:cNvSpPr>
                  <p:nvPr/>
                </p:nvSpPr>
                <p:spPr>
                  <a:xfrm>
                    <a:off x="307335" y="864544"/>
                    <a:ext cx="593432" cy="590565"/>
                  </a:xfrm>
                  <a:prstGeom prst="rect">
                    <a:avLst/>
                  </a:prstGeom>
                  <a:blipFill>
                    <a:blip r:embed="rId13"/>
                    <a:stretch>
                      <a:fillRect/>
                    </a:stretch>
                  </a:blipFill>
                </p:spPr>
                <p:txBody>
                  <a:bodyPr/>
                  <a:lstStyle/>
                  <a:p>
                    <a:r>
                      <a:rPr lang="en-GB">
                        <a:noFill/>
                      </a:rPr>
                      <a:t> </a:t>
                    </a:r>
                  </a:p>
                </p:txBody>
              </p:sp>
            </mc:Fallback>
          </mc:AlternateContent>
        </p:grpSp>
        <p:grpSp>
          <p:nvGrpSpPr>
            <p:cNvPr id="46" name="Group 45">
              <a:extLst>
                <a:ext uri="{FF2B5EF4-FFF2-40B4-BE49-F238E27FC236}">
                  <a16:creationId xmlns:a16="http://schemas.microsoft.com/office/drawing/2014/main" id="{A2E7A5C5-B96D-4450-BE20-E93599789FEB}"/>
                </a:ext>
              </a:extLst>
            </p:cNvPr>
            <p:cNvGrpSpPr/>
            <p:nvPr/>
          </p:nvGrpSpPr>
          <p:grpSpPr>
            <a:xfrm>
              <a:off x="7698179" y="361007"/>
              <a:ext cx="2037545" cy="1650539"/>
              <a:chOff x="170279" y="221384"/>
              <a:chExt cx="2037545" cy="1228143"/>
            </a:xfrm>
          </p:grpSpPr>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1E5F2B49-9590-4FAC-802E-FD5D9FF8CB12}"/>
                      </a:ext>
                    </a:extLst>
                  </p:cNvPr>
                  <p:cNvSpPr txBox="1"/>
                  <p:nvPr/>
                </p:nvSpPr>
                <p:spPr>
                  <a:xfrm>
                    <a:off x="1340279" y="221384"/>
                    <a:ext cx="867545" cy="343518"/>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GB" sz="2400" b="0" i="1" dirty="0" smtClean="0">
                              <a:latin typeface="Cambria Math" panose="02040503050406030204" pitchFamily="18" charset="0"/>
                            </a:rPr>
                            <m:t>55%</m:t>
                          </m:r>
                        </m:oMath>
                      </m:oMathPara>
                    </a14:m>
                    <a:endParaRPr lang="en-GB" sz="2400" dirty="0"/>
                  </a:p>
                </p:txBody>
              </p:sp>
            </mc:Choice>
            <mc:Fallback xmlns="">
              <p:sp>
                <p:nvSpPr>
                  <p:cNvPr id="47" name="TextBox 46">
                    <a:extLst>
                      <a:ext uri="{FF2B5EF4-FFF2-40B4-BE49-F238E27FC236}">
                        <a16:creationId xmlns:a16="http://schemas.microsoft.com/office/drawing/2014/main" id="{1E5F2B49-9590-4FAC-802E-FD5D9FF8CB12}"/>
                      </a:ext>
                    </a:extLst>
                  </p:cNvPr>
                  <p:cNvSpPr txBox="1">
                    <a:spLocks noRot="1" noChangeAspect="1" noMove="1" noResize="1" noEditPoints="1" noAdjustHandles="1" noChangeArrowheads="1" noChangeShapeType="1" noTextEdit="1"/>
                  </p:cNvSpPr>
                  <p:nvPr/>
                </p:nvSpPr>
                <p:spPr>
                  <a:xfrm>
                    <a:off x="1340279" y="221384"/>
                    <a:ext cx="867545" cy="343518"/>
                  </a:xfrm>
                  <a:prstGeom prst="rect">
                    <a:avLst/>
                  </a:prstGeom>
                  <a:blipFill>
                    <a:blip r:embed="rId14"/>
                    <a:stretch>
                      <a:fillRect l="-281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0E186841-0C69-4B72-AB35-0F0F9A4489BC}"/>
                      </a:ext>
                    </a:extLst>
                  </p:cNvPr>
                  <p:cNvSpPr txBox="1"/>
                  <p:nvPr/>
                </p:nvSpPr>
                <p:spPr>
                  <a:xfrm>
                    <a:off x="1446077" y="995384"/>
                    <a:ext cx="655949" cy="343518"/>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GB" sz="2400" b="0" i="1" dirty="0" smtClean="0">
                              <a:latin typeface="Cambria Math" panose="02040503050406030204" pitchFamily="18" charset="0"/>
                            </a:rPr>
                            <m:t>0.5</m:t>
                          </m:r>
                        </m:oMath>
                      </m:oMathPara>
                    </a14:m>
                    <a:endParaRPr lang="en-GB" sz="2400" dirty="0"/>
                  </a:p>
                </p:txBody>
              </p:sp>
            </mc:Choice>
            <mc:Fallback xmlns="">
              <p:sp>
                <p:nvSpPr>
                  <p:cNvPr id="48" name="TextBox 47">
                    <a:extLst>
                      <a:ext uri="{FF2B5EF4-FFF2-40B4-BE49-F238E27FC236}">
                        <a16:creationId xmlns:a16="http://schemas.microsoft.com/office/drawing/2014/main" id="{0E186841-0C69-4B72-AB35-0F0F9A4489BC}"/>
                      </a:ext>
                    </a:extLst>
                  </p:cNvPr>
                  <p:cNvSpPr txBox="1">
                    <a:spLocks noRot="1" noChangeAspect="1" noMove="1" noResize="1" noEditPoints="1" noAdjustHandles="1" noChangeArrowheads="1" noChangeShapeType="1" noTextEdit="1"/>
                  </p:cNvSpPr>
                  <p:nvPr/>
                </p:nvSpPr>
                <p:spPr>
                  <a:xfrm>
                    <a:off x="1446077" y="995384"/>
                    <a:ext cx="655949" cy="343518"/>
                  </a:xfrm>
                  <a:prstGeom prst="rect">
                    <a:avLst/>
                  </a:prstGeom>
                  <a:blipFill>
                    <a:blip r:embed="rId15"/>
                    <a:stretch>
                      <a:fillRect l="-185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FD4EFF52-F9B9-4649-818C-D429C4B8E799}"/>
                      </a:ext>
                    </a:extLst>
                  </p:cNvPr>
                  <p:cNvSpPr txBox="1"/>
                  <p:nvPr/>
                </p:nvSpPr>
                <p:spPr>
                  <a:xfrm>
                    <a:off x="170279" y="221384"/>
                    <a:ext cx="867545" cy="343518"/>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GB" sz="2400" b="0" i="1" dirty="0" smtClean="0">
                              <a:latin typeface="Cambria Math" panose="02040503050406030204" pitchFamily="18" charset="0"/>
                            </a:rPr>
                            <m:t>25%</m:t>
                          </m:r>
                        </m:oMath>
                      </m:oMathPara>
                    </a14:m>
                    <a:endParaRPr lang="en-GB" sz="2400" dirty="0"/>
                  </a:p>
                </p:txBody>
              </p:sp>
            </mc:Choice>
            <mc:Fallback xmlns="">
              <p:sp>
                <p:nvSpPr>
                  <p:cNvPr id="49" name="TextBox 48">
                    <a:extLst>
                      <a:ext uri="{FF2B5EF4-FFF2-40B4-BE49-F238E27FC236}">
                        <a16:creationId xmlns:a16="http://schemas.microsoft.com/office/drawing/2014/main" id="{FD4EFF52-F9B9-4649-818C-D429C4B8E799}"/>
                      </a:ext>
                    </a:extLst>
                  </p:cNvPr>
                  <p:cNvSpPr txBox="1">
                    <a:spLocks noRot="1" noChangeAspect="1" noMove="1" noResize="1" noEditPoints="1" noAdjustHandles="1" noChangeArrowheads="1" noChangeShapeType="1" noTextEdit="1"/>
                  </p:cNvSpPr>
                  <p:nvPr/>
                </p:nvSpPr>
                <p:spPr>
                  <a:xfrm>
                    <a:off x="170279" y="221384"/>
                    <a:ext cx="867545" cy="343518"/>
                  </a:xfrm>
                  <a:prstGeom prst="rect">
                    <a:avLst/>
                  </a:prstGeom>
                  <a:blipFill>
                    <a:blip r:embed="rId16"/>
                    <a:stretch>
                      <a:fillRect l="-281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C2BE199-407E-4FBB-ADD6-2E858958B3B3}"/>
                      </a:ext>
                    </a:extLst>
                  </p:cNvPr>
                  <p:cNvSpPr txBox="1"/>
                  <p:nvPr/>
                </p:nvSpPr>
                <p:spPr>
                  <a:xfrm>
                    <a:off x="307335" y="864544"/>
                    <a:ext cx="593432" cy="584983"/>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f>
                            <m:fPr>
                              <m:ctrlPr>
                                <a:rPr lang="en-GB" sz="2400" b="0" i="1" dirty="0" smtClean="0">
                                  <a:latin typeface="Cambria Math" panose="02040503050406030204" pitchFamily="18" charset="0"/>
                                </a:rPr>
                              </m:ctrlPr>
                            </m:fPr>
                            <m:num>
                              <m:r>
                                <a:rPr lang="en-GB" sz="2400" b="0" i="1" dirty="0" smtClean="0">
                                  <a:latin typeface="Cambria Math" panose="02040503050406030204" pitchFamily="18" charset="0"/>
                                </a:rPr>
                                <m:t>1</m:t>
                              </m:r>
                            </m:num>
                            <m:den>
                              <m:r>
                                <a:rPr lang="en-GB" sz="2400" b="0" i="1" dirty="0" smtClean="0">
                                  <a:latin typeface="Cambria Math" panose="02040503050406030204" pitchFamily="18" charset="0"/>
                                </a:rPr>
                                <m:t>20</m:t>
                              </m:r>
                            </m:den>
                          </m:f>
                        </m:oMath>
                      </m:oMathPara>
                    </a14:m>
                    <a:endParaRPr lang="en-GB" sz="2400" dirty="0"/>
                  </a:p>
                </p:txBody>
              </p:sp>
            </mc:Choice>
            <mc:Fallback xmlns="">
              <p:sp>
                <p:nvSpPr>
                  <p:cNvPr id="50" name="TextBox 49">
                    <a:extLst>
                      <a:ext uri="{FF2B5EF4-FFF2-40B4-BE49-F238E27FC236}">
                        <a16:creationId xmlns:a16="http://schemas.microsoft.com/office/drawing/2014/main" id="{EC2BE199-407E-4FBB-ADD6-2E858958B3B3}"/>
                      </a:ext>
                    </a:extLst>
                  </p:cNvPr>
                  <p:cNvSpPr txBox="1">
                    <a:spLocks noRot="1" noChangeAspect="1" noMove="1" noResize="1" noEditPoints="1" noAdjustHandles="1" noChangeArrowheads="1" noChangeShapeType="1" noTextEdit="1"/>
                  </p:cNvSpPr>
                  <p:nvPr/>
                </p:nvSpPr>
                <p:spPr>
                  <a:xfrm>
                    <a:off x="307335" y="864544"/>
                    <a:ext cx="593432" cy="584983"/>
                  </a:xfrm>
                  <a:prstGeom prst="rect">
                    <a:avLst/>
                  </a:prstGeom>
                  <a:blipFill>
                    <a:blip r:embed="rId17"/>
                    <a:stretch>
                      <a:fillRect/>
                    </a:stretch>
                  </a:blipFill>
                </p:spPr>
                <p:txBody>
                  <a:bodyPr/>
                  <a:lstStyle/>
                  <a:p>
                    <a:r>
                      <a:rPr lang="en-GB">
                        <a:noFill/>
                      </a:rPr>
                      <a:t> </a:t>
                    </a:r>
                  </a:p>
                </p:txBody>
              </p:sp>
            </mc:Fallback>
          </mc:AlternateContent>
        </p:grpSp>
        <p:grpSp>
          <p:nvGrpSpPr>
            <p:cNvPr id="88" name="Group 87">
              <a:extLst>
                <a:ext uri="{FF2B5EF4-FFF2-40B4-BE49-F238E27FC236}">
                  <a16:creationId xmlns:a16="http://schemas.microsoft.com/office/drawing/2014/main" id="{D9DA2F75-9EE2-47F1-A078-5F91374E2D65}"/>
                </a:ext>
              </a:extLst>
            </p:cNvPr>
            <p:cNvGrpSpPr/>
            <p:nvPr/>
          </p:nvGrpSpPr>
          <p:grpSpPr>
            <a:xfrm>
              <a:off x="170279" y="2485895"/>
              <a:ext cx="2016706" cy="1826379"/>
              <a:chOff x="170279" y="90544"/>
              <a:chExt cx="2016706" cy="1358983"/>
            </a:xfrm>
          </p:grpSpPr>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CBBA86F4-7B3D-4750-86A1-7A80464A9D9B}"/>
                      </a:ext>
                    </a:extLst>
                  </p:cNvPr>
                  <p:cNvSpPr txBox="1"/>
                  <p:nvPr/>
                </p:nvSpPr>
                <p:spPr>
                  <a:xfrm>
                    <a:off x="1562294" y="90544"/>
                    <a:ext cx="423513" cy="583171"/>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f>
                            <m:fPr>
                              <m:ctrlPr>
                                <a:rPr lang="en-GB" sz="2400" b="0" i="1" dirty="0" smtClean="0">
                                  <a:latin typeface="Cambria Math" panose="02040503050406030204" pitchFamily="18" charset="0"/>
                                </a:rPr>
                              </m:ctrlPr>
                            </m:fPr>
                            <m:num>
                              <m:r>
                                <a:rPr lang="en-GB" sz="2400" b="0" i="1" dirty="0" smtClean="0">
                                  <a:latin typeface="Cambria Math" panose="02040503050406030204" pitchFamily="18" charset="0"/>
                                </a:rPr>
                                <m:t>7</m:t>
                              </m:r>
                            </m:num>
                            <m:den>
                              <m:r>
                                <a:rPr lang="en-GB" sz="2400" b="0" i="1" dirty="0" smtClean="0">
                                  <a:latin typeface="Cambria Math" panose="02040503050406030204" pitchFamily="18" charset="0"/>
                                </a:rPr>
                                <m:t>5</m:t>
                              </m:r>
                            </m:den>
                          </m:f>
                        </m:oMath>
                      </m:oMathPara>
                    </a14:m>
                    <a:endParaRPr lang="en-GB" sz="2400" dirty="0"/>
                  </a:p>
                </p:txBody>
              </p:sp>
            </mc:Choice>
            <mc:Fallback xmlns="">
              <p:sp>
                <p:nvSpPr>
                  <p:cNvPr id="89" name="TextBox 88">
                    <a:extLst>
                      <a:ext uri="{FF2B5EF4-FFF2-40B4-BE49-F238E27FC236}">
                        <a16:creationId xmlns:a16="http://schemas.microsoft.com/office/drawing/2014/main" id="{CBBA86F4-7B3D-4750-86A1-7A80464A9D9B}"/>
                      </a:ext>
                    </a:extLst>
                  </p:cNvPr>
                  <p:cNvSpPr txBox="1">
                    <a:spLocks noRot="1" noChangeAspect="1" noMove="1" noResize="1" noEditPoints="1" noAdjustHandles="1" noChangeArrowheads="1" noChangeShapeType="1" noTextEdit="1"/>
                  </p:cNvSpPr>
                  <p:nvPr/>
                </p:nvSpPr>
                <p:spPr>
                  <a:xfrm>
                    <a:off x="1562294" y="90544"/>
                    <a:ext cx="423513" cy="583171"/>
                  </a:xfrm>
                  <a:prstGeom prst="rect">
                    <a:avLst/>
                  </a:prstGeom>
                  <a:blipFill>
                    <a:blip r:embed="rId1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4E78C5BC-D161-46D8-8108-45E2069A787D}"/>
                      </a:ext>
                    </a:extLst>
                  </p:cNvPr>
                  <p:cNvSpPr txBox="1"/>
                  <p:nvPr/>
                </p:nvSpPr>
                <p:spPr>
                  <a:xfrm>
                    <a:off x="1361118" y="995384"/>
                    <a:ext cx="825867" cy="343518"/>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GB" sz="2400" b="0" i="1" dirty="0" smtClean="0">
                              <a:latin typeface="Cambria Math" panose="02040503050406030204" pitchFamily="18" charset="0"/>
                            </a:rPr>
                            <m:t>0.55</m:t>
                          </m:r>
                        </m:oMath>
                      </m:oMathPara>
                    </a14:m>
                    <a:endParaRPr lang="en-GB" sz="2400" dirty="0"/>
                  </a:p>
                </p:txBody>
              </p:sp>
            </mc:Choice>
            <mc:Fallback xmlns="">
              <p:sp>
                <p:nvSpPr>
                  <p:cNvPr id="90" name="TextBox 89">
                    <a:extLst>
                      <a:ext uri="{FF2B5EF4-FFF2-40B4-BE49-F238E27FC236}">
                        <a16:creationId xmlns:a16="http://schemas.microsoft.com/office/drawing/2014/main" id="{4E78C5BC-D161-46D8-8108-45E2069A787D}"/>
                      </a:ext>
                    </a:extLst>
                  </p:cNvPr>
                  <p:cNvSpPr txBox="1">
                    <a:spLocks noRot="1" noChangeAspect="1" noMove="1" noResize="1" noEditPoints="1" noAdjustHandles="1" noChangeArrowheads="1" noChangeShapeType="1" noTextEdit="1"/>
                  </p:cNvSpPr>
                  <p:nvPr/>
                </p:nvSpPr>
                <p:spPr>
                  <a:xfrm>
                    <a:off x="1361118" y="995384"/>
                    <a:ext cx="825867" cy="343518"/>
                  </a:xfrm>
                  <a:prstGeom prst="rect">
                    <a:avLst/>
                  </a:prstGeom>
                  <a:blipFill>
                    <a:blip r:embed="rId19"/>
                    <a:stretch>
                      <a:fillRect l="-147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7210DE01-B21A-43B3-9BAA-9C53BD89B66F}"/>
                      </a:ext>
                    </a:extLst>
                  </p:cNvPr>
                  <p:cNvSpPr txBox="1"/>
                  <p:nvPr/>
                </p:nvSpPr>
                <p:spPr>
                  <a:xfrm>
                    <a:off x="170279" y="221384"/>
                    <a:ext cx="867545" cy="343518"/>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GB" sz="2400" b="0" i="1" dirty="0" smtClean="0">
                              <a:latin typeface="Cambria Math" panose="02040503050406030204" pitchFamily="18" charset="0"/>
                            </a:rPr>
                            <m:t>20%</m:t>
                          </m:r>
                        </m:oMath>
                      </m:oMathPara>
                    </a14:m>
                    <a:endParaRPr lang="en-GB" sz="2400" dirty="0"/>
                  </a:p>
                </p:txBody>
              </p:sp>
            </mc:Choice>
            <mc:Fallback xmlns="">
              <p:sp>
                <p:nvSpPr>
                  <p:cNvPr id="91" name="TextBox 90">
                    <a:extLst>
                      <a:ext uri="{FF2B5EF4-FFF2-40B4-BE49-F238E27FC236}">
                        <a16:creationId xmlns:a16="http://schemas.microsoft.com/office/drawing/2014/main" id="{7210DE01-B21A-43B3-9BAA-9C53BD89B66F}"/>
                      </a:ext>
                    </a:extLst>
                  </p:cNvPr>
                  <p:cNvSpPr txBox="1">
                    <a:spLocks noRot="1" noChangeAspect="1" noMove="1" noResize="1" noEditPoints="1" noAdjustHandles="1" noChangeArrowheads="1" noChangeShapeType="1" noTextEdit="1"/>
                  </p:cNvSpPr>
                  <p:nvPr/>
                </p:nvSpPr>
                <p:spPr>
                  <a:xfrm>
                    <a:off x="170279" y="221384"/>
                    <a:ext cx="867545" cy="343518"/>
                  </a:xfrm>
                  <a:prstGeom prst="rect">
                    <a:avLst/>
                  </a:prstGeom>
                  <a:blipFill>
                    <a:blip r:embed="rId20"/>
                    <a:stretch>
                      <a:fillRect l="-211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6E2FAD5B-B0A9-4D67-B2B1-D1C1B193FF23}"/>
                      </a:ext>
                    </a:extLst>
                  </p:cNvPr>
                  <p:cNvSpPr txBox="1"/>
                  <p:nvPr/>
                </p:nvSpPr>
                <p:spPr>
                  <a:xfrm>
                    <a:off x="307335" y="864544"/>
                    <a:ext cx="593432" cy="584983"/>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f>
                            <m:fPr>
                              <m:ctrlPr>
                                <a:rPr lang="en-GB" sz="2400" b="0" i="1" dirty="0" smtClean="0">
                                  <a:latin typeface="Cambria Math" panose="02040503050406030204" pitchFamily="18" charset="0"/>
                                </a:rPr>
                              </m:ctrlPr>
                            </m:fPr>
                            <m:num>
                              <m:r>
                                <a:rPr lang="en-GB" sz="2400" b="0" i="1" dirty="0" smtClean="0">
                                  <a:latin typeface="Cambria Math" panose="02040503050406030204" pitchFamily="18" charset="0"/>
                                </a:rPr>
                                <m:t>3</m:t>
                              </m:r>
                            </m:num>
                            <m:den>
                              <m:r>
                                <a:rPr lang="en-GB" sz="2400" b="0" i="1" dirty="0" smtClean="0">
                                  <a:latin typeface="Cambria Math" panose="02040503050406030204" pitchFamily="18" charset="0"/>
                                </a:rPr>
                                <m:t>20</m:t>
                              </m:r>
                            </m:den>
                          </m:f>
                        </m:oMath>
                      </m:oMathPara>
                    </a14:m>
                    <a:endParaRPr lang="en-GB" sz="2400" dirty="0"/>
                  </a:p>
                </p:txBody>
              </p:sp>
            </mc:Choice>
            <mc:Fallback xmlns="">
              <p:sp>
                <p:nvSpPr>
                  <p:cNvPr id="92" name="TextBox 91">
                    <a:extLst>
                      <a:ext uri="{FF2B5EF4-FFF2-40B4-BE49-F238E27FC236}">
                        <a16:creationId xmlns:a16="http://schemas.microsoft.com/office/drawing/2014/main" id="{6E2FAD5B-B0A9-4D67-B2B1-D1C1B193FF23}"/>
                      </a:ext>
                    </a:extLst>
                  </p:cNvPr>
                  <p:cNvSpPr txBox="1">
                    <a:spLocks noRot="1" noChangeAspect="1" noMove="1" noResize="1" noEditPoints="1" noAdjustHandles="1" noChangeArrowheads="1" noChangeShapeType="1" noTextEdit="1"/>
                  </p:cNvSpPr>
                  <p:nvPr/>
                </p:nvSpPr>
                <p:spPr>
                  <a:xfrm>
                    <a:off x="307335" y="864544"/>
                    <a:ext cx="593432" cy="584983"/>
                  </a:xfrm>
                  <a:prstGeom prst="rect">
                    <a:avLst/>
                  </a:prstGeom>
                  <a:blipFill>
                    <a:blip r:embed="rId21"/>
                    <a:stretch>
                      <a:fillRect/>
                    </a:stretch>
                  </a:blipFill>
                </p:spPr>
                <p:txBody>
                  <a:bodyPr/>
                  <a:lstStyle/>
                  <a:p>
                    <a:r>
                      <a:rPr lang="en-GB">
                        <a:noFill/>
                      </a:rPr>
                      <a:t> </a:t>
                    </a:r>
                  </a:p>
                </p:txBody>
              </p:sp>
            </mc:Fallback>
          </mc:AlternateContent>
        </p:grpSp>
        <p:grpSp>
          <p:nvGrpSpPr>
            <p:cNvPr id="79" name="Group 78">
              <a:extLst>
                <a:ext uri="{FF2B5EF4-FFF2-40B4-BE49-F238E27FC236}">
                  <a16:creationId xmlns:a16="http://schemas.microsoft.com/office/drawing/2014/main" id="{C284C23D-9845-4DDD-B93F-D57C7B622F42}"/>
                </a:ext>
              </a:extLst>
            </p:cNvPr>
            <p:cNvGrpSpPr/>
            <p:nvPr/>
          </p:nvGrpSpPr>
          <p:grpSpPr>
            <a:xfrm>
              <a:off x="2679578" y="2661735"/>
              <a:ext cx="2016706" cy="1648104"/>
              <a:chOff x="170278" y="221384"/>
              <a:chExt cx="2016706" cy="1226331"/>
            </a:xfrm>
          </p:grpSpPr>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9E53DA7C-5DFE-43A9-8E43-F104955E5512}"/>
                      </a:ext>
                    </a:extLst>
                  </p:cNvPr>
                  <p:cNvSpPr txBox="1"/>
                  <p:nvPr/>
                </p:nvSpPr>
                <p:spPr>
                  <a:xfrm>
                    <a:off x="1446077" y="221384"/>
                    <a:ext cx="655949" cy="343518"/>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GB" sz="2400" b="0" i="1" dirty="0" smtClean="0">
                              <a:latin typeface="Cambria Math" panose="02040503050406030204" pitchFamily="18" charset="0"/>
                            </a:rPr>
                            <m:t>0.2</m:t>
                          </m:r>
                        </m:oMath>
                      </m:oMathPara>
                    </a14:m>
                    <a:endParaRPr lang="en-GB" sz="2400" dirty="0"/>
                  </a:p>
                </p:txBody>
              </p:sp>
            </mc:Choice>
            <mc:Fallback xmlns="">
              <p:sp>
                <p:nvSpPr>
                  <p:cNvPr id="80" name="TextBox 79">
                    <a:extLst>
                      <a:ext uri="{FF2B5EF4-FFF2-40B4-BE49-F238E27FC236}">
                        <a16:creationId xmlns:a16="http://schemas.microsoft.com/office/drawing/2014/main" id="{9E53DA7C-5DFE-43A9-8E43-F104955E5512}"/>
                      </a:ext>
                    </a:extLst>
                  </p:cNvPr>
                  <p:cNvSpPr txBox="1">
                    <a:spLocks noRot="1" noChangeAspect="1" noMove="1" noResize="1" noEditPoints="1" noAdjustHandles="1" noChangeArrowheads="1" noChangeShapeType="1" noTextEdit="1"/>
                  </p:cNvSpPr>
                  <p:nvPr/>
                </p:nvSpPr>
                <p:spPr>
                  <a:xfrm>
                    <a:off x="1446077" y="221384"/>
                    <a:ext cx="655949" cy="343518"/>
                  </a:xfrm>
                  <a:prstGeom prst="rect">
                    <a:avLst/>
                  </a:prstGeom>
                  <a:blipFill>
                    <a:blip r:embed="rId22"/>
                    <a:stretch>
                      <a:fillRect l="-186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40674415-9B7B-4828-81B5-B0895604D17A}"/>
                      </a:ext>
                    </a:extLst>
                  </p:cNvPr>
                  <p:cNvSpPr txBox="1"/>
                  <p:nvPr/>
                </p:nvSpPr>
                <p:spPr>
                  <a:xfrm>
                    <a:off x="1361117" y="995384"/>
                    <a:ext cx="825867" cy="343518"/>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GB" sz="2400" b="0" i="1" dirty="0" smtClean="0">
                              <a:latin typeface="Cambria Math" panose="02040503050406030204" pitchFamily="18" charset="0"/>
                            </a:rPr>
                            <m:t>0.05</m:t>
                          </m:r>
                        </m:oMath>
                      </m:oMathPara>
                    </a14:m>
                    <a:endParaRPr lang="en-GB" sz="2400" dirty="0"/>
                  </a:p>
                </p:txBody>
              </p:sp>
            </mc:Choice>
            <mc:Fallback xmlns="">
              <p:sp>
                <p:nvSpPr>
                  <p:cNvPr id="81" name="TextBox 80">
                    <a:extLst>
                      <a:ext uri="{FF2B5EF4-FFF2-40B4-BE49-F238E27FC236}">
                        <a16:creationId xmlns:a16="http://schemas.microsoft.com/office/drawing/2014/main" id="{40674415-9B7B-4828-81B5-B0895604D17A}"/>
                      </a:ext>
                    </a:extLst>
                  </p:cNvPr>
                  <p:cNvSpPr txBox="1">
                    <a:spLocks noRot="1" noChangeAspect="1" noMove="1" noResize="1" noEditPoints="1" noAdjustHandles="1" noChangeArrowheads="1" noChangeShapeType="1" noTextEdit="1"/>
                  </p:cNvSpPr>
                  <p:nvPr/>
                </p:nvSpPr>
                <p:spPr>
                  <a:xfrm>
                    <a:off x="1361117" y="995384"/>
                    <a:ext cx="825867" cy="343518"/>
                  </a:xfrm>
                  <a:prstGeom prst="rect">
                    <a:avLst/>
                  </a:prstGeom>
                  <a:blipFill>
                    <a:blip r:embed="rId23"/>
                    <a:stretch>
                      <a:fillRect l="-148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09AAA128-F14D-49EC-9028-7399CCBA9074}"/>
                      </a:ext>
                    </a:extLst>
                  </p:cNvPr>
                  <p:cNvSpPr txBox="1"/>
                  <p:nvPr/>
                </p:nvSpPr>
                <p:spPr>
                  <a:xfrm>
                    <a:off x="170278" y="221384"/>
                    <a:ext cx="867545" cy="343518"/>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GB" sz="2400" b="0" i="1" dirty="0" smtClean="0">
                              <a:latin typeface="Cambria Math" panose="02040503050406030204" pitchFamily="18" charset="0"/>
                            </a:rPr>
                            <m:t>40%</m:t>
                          </m:r>
                        </m:oMath>
                      </m:oMathPara>
                    </a14:m>
                    <a:endParaRPr lang="en-GB" sz="2400" dirty="0"/>
                  </a:p>
                </p:txBody>
              </p:sp>
            </mc:Choice>
            <mc:Fallback xmlns="">
              <p:sp>
                <p:nvSpPr>
                  <p:cNvPr id="82" name="TextBox 81">
                    <a:extLst>
                      <a:ext uri="{FF2B5EF4-FFF2-40B4-BE49-F238E27FC236}">
                        <a16:creationId xmlns:a16="http://schemas.microsoft.com/office/drawing/2014/main" id="{09AAA128-F14D-49EC-9028-7399CCBA9074}"/>
                      </a:ext>
                    </a:extLst>
                  </p:cNvPr>
                  <p:cNvSpPr txBox="1">
                    <a:spLocks noRot="1" noChangeAspect="1" noMove="1" noResize="1" noEditPoints="1" noAdjustHandles="1" noChangeArrowheads="1" noChangeShapeType="1" noTextEdit="1"/>
                  </p:cNvSpPr>
                  <p:nvPr/>
                </p:nvSpPr>
                <p:spPr>
                  <a:xfrm>
                    <a:off x="170278" y="221384"/>
                    <a:ext cx="867545" cy="343518"/>
                  </a:xfrm>
                  <a:prstGeom prst="rect">
                    <a:avLst/>
                  </a:prstGeom>
                  <a:blipFill>
                    <a:blip r:embed="rId24"/>
                    <a:stretch>
                      <a:fillRect l="-211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AFE1C72B-8604-4E4A-86EB-CAEC1DC5050E}"/>
                      </a:ext>
                    </a:extLst>
                  </p:cNvPr>
                  <p:cNvSpPr txBox="1"/>
                  <p:nvPr/>
                </p:nvSpPr>
                <p:spPr>
                  <a:xfrm>
                    <a:off x="307335" y="864544"/>
                    <a:ext cx="593432" cy="583171"/>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f>
                            <m:fPr>
                              <m:ctrlPr>
                                <a:rPr lang="en-GB" sz="2400" b="0" i="1" dirty="0" smtClean="0">
                                  <a:latin typeface="Cambria Math" panose="02040503050406030204" pitchFamily="18" charset="0"/>
                                </a:rPr>
                              </m:ctrlPr>
                            </m:fPr>
                            <m:num>
                              <m:r>
                                <a:rPr lang="en-GB" sz="2400" b="0" i="1" dirty="0" smtClean="0">
                                  <a:latin typeface="Cambria Math" panose="02040503050406030204" pitchFamily="18" charset="0"/>
                                </a:rPr>
                                <m:t>7</m:t>
                              </m:r>
                            </m:num>
                            <m:den>
                              <m:r>
                                <a:rPr lang="en-GB" sz="2400" b="0" i="1" dirty="0" smtClean="0">
                                  <a:latin typeface="Cambria Math" panose="02040503050406030204" pitchFamily="18" charset="0"/>
                                </a:rPr>
                                <m:t>50</m:t>
                              </m:r>
                            </m:den>
                          </m:f>
                        </m:oMath>
                      </m:oMathPara>
                    </a14:m>
                    <a:endParaRPr lang="en-GB" sz="2400" dirty="0"/>
                  </a:p>
                </p:txBody>
              </p:sp>
            </mc:Choice>
            <mc:Fallback xmlns="">
              <p:sp>
                <p:nvSpPr>
                  <p:cNvPr id="83" name="TextBox 82">
                    <a:extLst>
                      <a:ext uri="{FF2B5EF4-FFF2-40B4-BE49-F238E27FC236}">
                        <a16:creationId xmlns:a16="http://schemas.microsoft.com/office/drawing/2014/main" id="{AFE1C72B-8604-4E4A-86EB-CAEC1DC5050E}"/>
                      </a:ext>
                    </a:extLst>
                  </p:cNvPr>
                  <p:cNvSpPr txBox="1">
                    <a:spLocks noRot="1" noChangeAspect="1" noMove="1" noResize="1" noEditPoints="1" noAdjustHandles="1" noChangeArrowheads="1" noChangeShapeType="1" noTextEdit="1"/>
                  </p:cNvSpPr>
                  <p:nvPr/>
                </p:nvSpPr>
                <p:spPr>
                  <a:xfrm>
                    <a:off x="307335" y="864544"/>
                    <a:ext cx="593432" cy="583171"/>
                  </a:xfrm>
                  <a:prstGeom prst="rect">
                    <a:avLst/>
                  </a:prstGeom>
                  <a:blipFill>
                    <a:blip r:embed="rId25"/>
                    <a:stretch>
                      <a:fillRect/>
                    </a:stretch>
                  </a:blipFill>
                </p:spPr>
                <p:txBody>
                  <a:bodyPr/>
                  <a:lstStyle/>
                  <a:p>
                    <a:r>
                      <a:rPr lang="en-GB">
                        <a:noFill/>
                      </a:rPr>
                      <a:t> </a:t>
                    </a:r>
                  </a:p>
                </p:txBody>
              </p:sp>
            </mc:Fallback>
          </mc:AlternateContent>
        </p:grpSp>
        <p:grpSp>
          <p:nvGrpSpPr>
            <p:cNvPr id="70" name="Group 69">
              <a:extLst>
                <a:ext uri="{FF2B5EF4-FFF2-40B4-BE49-F238E27FC236}">
                  <a16:creationId xmlns:a16="http://schemas.microsoft.com/office/drawing/2014/main" id="{A196147E-BACC-4951-B48A-82141D15DEAE}"/>
                </a:ext>
              </a:extLst>
            </p:cNvPr>
            <p:cNvGrpSpPr/>
            <p:nvPr/>
          </p:nvGrpSpPr>
          <p:grpSpPr>
            <a:xfrm>
              <a:off x="5209717" y="2661735"/>
              <a:ext cx="2016706" cy="1650539"/>
              <a:chOff x="191117" y="221384"/>
              <a:chExt cx="2016706" cy="1228143"/>
            </a:xfrm>
          </p:grpSpPr>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1CDA1A64-3278-45F8-9FE5-137E7ADE4425}"/>
                      </a:ext>
                    </a:extLst>
                  </p:cNvPr>
                  <p:cNvSpPr txBox="1"/>
                  <p:nvPr/>
                </p:nvSpPr>
                <p:spPr>
                  <a:xfrm>
                    <a:off x="1340278" y="221384"/>
                    <a:ext cx="867545" cy="343518"/>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GB" sz="2400" b="0" i="1" dirty="0" smtClean="0">
                              <a:latin typeface="Cambria Math" panose="02040503050406030204" pitchFamily="18" charset="0"/>
                            </a:rPr>
                            <m:t>10%</m:t>
                          </m:r>
                        </m:oMath>
                      </m:oMathPara>
                    </a14:m>
                    <a:endParaRPr lang="en-GB" sz="2400" dirty="0"/>
                  </a:p>
                </p:txBody>
              </p:sp>
            </mc:Choice>
            <mc:Fallback xmlns="">
              <p:sp>
                <p:nvSpPr>
                  <p:cNvPr id="71" name="TextBox 70">
                    <a:extLst>
                      <a:ext uri="{FF2B5EF4-FFF2-40B4-BE49-F238E27FC236}">
                        <a16:creationId xmlns:a16="http://schemas.microsoft.com/office/drawing/2014/main" id="{1CDA1A64-3278-45F8-9FE5-137E7ADE4425}"/>
                      </a:ext>
                    </a:extLst>
                  </p:cNvPr>
                  <p:cNvSpPr txBox="1">
                    <a:spLocks noRot="1" noChangeAspect="1" noMove="1" noResize="1" noEditPoints="1" noAdjustHandles="1" noChangeArrowheads="1" noChangeShapeType="1" noTextEdit="1"/>
                  </p:cNvSpPr>
                  <p:nvPr/>
                </p:nvSpPr>
                <p:spPr>
                  <a:xfrm>
                    <a:off x="1340278" y="221384"/>
                    <a:ext cx="867545" cy="343518"/>
                  </a:xfrm>
                  <a:prstGeom prst="rect">
                    <a:avLst/>
                  </a:prstGeom>
                  <a:blipFill>
                    <a:blip r:embed="rId26"/>
                    <a:stretch>
                      <a:fillRect l="-211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620CA365-B02C-4F07-8FB9-AE3C7A41297F}"/>
                      </a:ext>
                    </a:extLst>
                  </p:cNvPr>
                  <p:cNvSpPr txBox="1"/>
                  <p:nvPr/>
                </p:nvSpPr>
                <p:spPr>
                  <a:xfrm>
                    <a:off x="1562294" y="864544"/>
                    <a:ext cx="423513" cy="583217"/>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f>
                            <m:fPr>
                              <m:ctrlPr>
                                <a:rPr lang="en-GB" sz="2400" b="0" i="1" dirty="0" smtClean="0">
                                  <a:latin typeface="Cambria Math" panose="02040503050406030204" pitchFamily="18" charset="0"/>
                                </a:rPr>
                              </m:ctrlPr>
                            </m:fPr>
                            <m:num>
                              <m:r>
                                <a:rPr lang="en-GB" sz="2400" b="0" i="1" dirty="0" smtClean="0">
                                  <a:latin typeface="Cambria Math" panose="02040503050406030204" pitchFamily="18" charset="0"/>
                                </a:rPr>
                                <m:t>1</m:t>
                              </m:r>
                            </m:num>
                            <m:den>
                              <m:r>
                                <a:rPr lang="en-GB" sz="2400" b="0" i="1" dirty="0" smtClean="0">
                                  <a:latin typeface="Cambria Math" panose="02040503050406030204" pitchFamily="18" charset="0"/>
                                </a:rPr>
                                <m:t>4</m:t>
                              </m:r>
                            </m:den>
                          </m:f>
                        </m:oMath>
                      </m:oMathPara>
                    </a14:m>
                    <a:endParaRPr lang="en-GB" sz="2400" dirty="0"/>
                  </a:p>
                </p:txBody>
              </p:sp>
            </mc:Choice>
            <mc:Fallback xmlns="">
              <p:sp>
                <p:nvSpPr>
                  <p:cNvPr id="72" name="TextBox 71">
                    <a:extLst>
                      <a:ext uri="{FF2B5EF4-FFF2-40B4-BE49-F238E27FC236}">
                        <a16:creationId xmlns:a16="http://schemas.microsoft.com/office/drawing/2014/main" id="{620CA365-B02C-4F07-8FB9-AE3C7A41297F}"/>
                      </a:ext>
                    </a:extLst>
                  </p:cNvPr>
                  <p:cNvSpPr txBox="1">
                    <a:spLocks noRot="1" noChangeAspect="1" noMove="1" noResize="1" noEditPoints="1" noAdjustHandles="1" noChangeArrowheads="1" noChangeShapeType="1" noTextEdit="1"/>
                  </p:cNvSpPr>
                  <p:nvPr/>
                </p:nvSpPr>
                <p:spPr>
                  <a:xfrm>
                    <a:off x="1562294" y="864544"/>
                    <a:ext cx="423513" cy="583217"/>
                  </a:xfrm>
                  <a:prstGeom prst="rect">
                    <a:avLst/>
                  </a:prstGeom>
                  <a:blipFill>
                    <a:blip r:embed="rId2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533B6D91-503B-4EF9-9F82-609DDA08B38A}"/>
                      </a:ext>
                    </a:extLst>
                  </p:cNvPr>
                  <p:cNvSpPr txBox="1"/>
                  <p:nvPr/>
                </p:nvSpPr>
                <p:spPr>
                  <a:xfrm>
                    <a:off x="191117" y="221384"/>
                    <a:ext cx="825867" cy="343518"/>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GB" sz="2400" b="0" i="1" dirty="0" smtClean="0">
                              <a:latin typeface="Cambria Math" panose="02040503050406030204" pitchFamily="18" charset="0"/>
                            </a:rPr>
                            <m:t>0.75</m:t>
                          </m:r>
                        </m:oMath>
                      </m:oMathPara>
                    </a14:m>
                    <a:endParaRPr lang="en-GB" sz="2400" dirty="0"/>
                  </a:p>
                </p:txBody>
              </p:sp>
            </mc:Choice>
            <mc:Fallback xmlns="">
              <p:sp>
                <p:nvSpPr>
                  <p:cNvPr id="73" name="TextBox 72">
                    <a:extLst>
                      <a:ext uri="{FF2B5EF4-FFF2-40B4-BE49-F238E27FC236}">
                        <a16:creationId xmlns:a16="http://schemas.microsoft.com/office/drawing/2014/main" id="{533B6D91-503B-4EF9-9F82-609DDA08B38A}"/>
                      </a:ext>
                    </a:extLst>
                  </p:cNvPr>
                  <p:cNvSpPr txBox="1">
                    <a:spLocks noRot="1" noChangeAspect="1" noMove="1" noResize="1" noEditPoints="1" noAdjustHandles="1" noChangeArrowheads="1" noChangeShapeType="1" noTextEdit="1"/>
                  </p:cNvSpPr>
                  <p:nvPr/>
                </p:nvSpPr>
                <p:spPr>
                  <a:xfrm>
                    <a:off x="191117" y="221384"/>
                    <a:ext cx="825867" cy="343518"/>
                  </a:xfrm>
                  <a:prstGeom prst="rect">
                    <a:avLst/>
                  </a:prstGeom>
                  <a:blipFill>
                    <a:blip r:embed="rId28"/>
                    <a:stretch>
                      <a:fillRect l="-148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C9C9F3A1-A4CF-4493-A4DC-417BCA58D588}"/>
                      </a:ext>
                    </a:extLst>
                  </p:cNvPr>
                  <p:cNvSpPr txBox="1"/>
                  <p:nvPr/>
                </p:nvSpPr>
                <p:spPr>
                  <a:xfrm>
                    <a:off x="307335" y="864544"/>
                    <a:ext cx="593432" cy="584983"/>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f>
                            <m:fPr>
                              <m:ctrlPr>
                                <a:rPr lang="en-GB" sz="2400" b="0" i="1" dirty="0" smtClean="0">
                                  <a:latin typeface="Cambria Math" panose="02040503050406030204" pitchFamily="18" charset="0"/>
                                </a:rPr>
                              </m:ctrlPr>
                            </m:fPr>
                            <m:num>
                              <m:r>
                                <a:rPr lang="en-GB" sz="2400" b="0" i="1" dirty="0" smtClean="0">
                                  <a:latin typeface="Cambria Math" panose="02040503050406030204" pitchFamily="18" charset="0"/>
                                </a:rPr>
                                <m:t>2</m:t>
                              </m:r>
                            </m:num>
                            <m:den>
                              <m:r>
                                <a:rPr lang="en-GB" sz="2400" b="0" i="1" dirty="0" smtClean="0">
                                  <a:latin typeface="Cambria Math" panose="02040503050406030204" pitchFamily="18" charset="0"/>
                                </a:rPr>
                                <m:t>10</m:t>
                              </m:r>
                            </m:den>
                          </m:f>
                        </m:oMath>
                      </m:oMathPara>
                    </a14:m>
                    <a:endParaRPr lang="en-GB" sz="2400" dirty="0"/>
                  </a:p>
                </p:txBody>
              </p:sp>
            </mc:Choice>
            <mc:Fallback xmlns="">
              <p:sp>
                <p:nvSpPr>
                  <p:cNvPr id="74" name="TextBox 73">
                    <a:extLst>
                      <a:ext uri="{FF2B5EF4-FFF2-40B4-BE49-F238E27FC236}">
                        <a16:creationId xmlns:a16="http://schemas.microsoft.com/office/drawing/2014/main" id="{C9C9F3A1-A4CF-4493-A4DC-417BCA58D588}"/>
                      </a:ext>
                    </a:extLst>
                  </p:cNvPr>
                  <p:cNvSpPr txBox="1">
                    <a:spLocks noRot="1" noChangeAspect="1" noMove="1" noResize="1" noEditPoints="1" noAdjustHandles="1" noChangeArrowheads="1" noChangeShapeType="1" noTextEdit="1"/>
                  </p:cNvSpPr>
                  <p:nvPr/>
                </p:nvSpPr>
                <p:spPr>
                  <a:xfrm>
                    <a:off x="307335" y="864544"/>
                    <a:ext cx="593432" cy="584983"/>
                  </a:xfrm>
                  <a:prstGeom prst="rect">
                    <a:avLst/>
                  </a:prstGeom>
                  <a:blipFill>
                    <a:blip r:embed="rId29"/>
                    <a:stretch>
                      <a:fillRect/>
                    </a:stretch>
                  </a:blipFill>
                </p:spPr>
                <p:txBody>
                  <a:bodyPr/>
                  <a:lstStyle/>
                  <a:p>
                    <a:r>
                      <a:rPr lang="en-GB">
                        <a:noFill/>
                      </a:rPr>
                      <a:t> </a:t>
                    </a:r>
                  </a:p>
                </p:txBody>
              </p:sp>
            </mc:Fallback>
          </mc:AlternateContent>
        </p:grpSp>
        <p:grpSp>
          <p:nvGrpSpPr>
            <p:cNvPr id="61" name="Group 60">
              <a:extLst>
                <a:ext uri="{FF2B5EF4-FFF2-40B4-BE49-F238E27FC236}">
                  <a16:creationId xmlns:a16="http://schemas.microsoft.com/office/drawing/2014/main" id="{64932490-7948-4B5E-A447-B3663264C008}"/>
                </a:ext>
              </a:extLst>
            </p:cNvPr>
            <p:cNvGrpSpPr/>
            <p:nvPr/>
          </p:nvGrpSpPr>
          <p:grpSpPr>
            <a:xfrm>
              <a:off x="7803977" y="2485895"/>
              <a:ext cx="1846787" cy="1677707"/>
              <a:chOff x="276077" y="90544"/>
              <a:chExt cx="1846787" cy="1248358"/>
            </a:xfrm>
          </p:grpSpPr>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3760CE5B-9D86-4406-BA33-1968B5356724}"/>
                      </a:ext>
                    </a:extLst>
                  </p:cNvPr>
                  <p:cNvSpPr txBox="1"/>
                  <p:nvPr/>
                </p:nvSpPr>
                <p:spPr>
                  <a:xfrm>
                    <a:off x="1562293" y="90544"/>
                    <a:ext cx="423513" cy="583217"/>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f>
                            <m:fPr>
                              <m:ctrlPr>
                                <a:rPr lang="en-GB" sz="2400" b="0" i="1" dirty="0" smtClean="0">
                                  <a:latin typeface="Cambria Math" panose="02040503050406030204" pitchFamily="18" charset="0"/>
                                </a:rPr>
                              </m:ctrlPr>
                            </m:fPr>
                            <m:num>
                              <m:r>
                                <a:rPr lang="en-GB" sz="2400" b="0" i="1" dirty="0" smtClean="0">
                                  <a:latin typeface="Cambria Math" panose="02040503050406030204" pitchFamily="18" charset="0"/>
                                </a:rPr>
                                <m:t>3</m:t>
                              </m:r>
                            </m:num>
                            <m:den>
                              <m:r>
                                <a:rPr lang="en-GB" sz="2400" b="0" i="1" dirty="0" smtClean="0">
                                  <a:latin typeface="Cambria Math" panose="02040503050406030204" pitchFamily="18" charset="0"/>
                                </a:rPr>
                                <m:t>4</m:t>
                              </m:r>
                            </m:den>
                          </m:f>
                        </m:oMath>
                      </m:oMathPara>
                    </a14:m>
                    <a:endParaRPr lang="en-GB" sz="2400" dirty="0"/>
                  </a:p>
                </p:txBody>
              </p:sp>
            </mc:Choice>
            <mc:Fallback xmlns="">
              <p:sp>
                <p:nvSpPr>
                  <p:cNvPr id="62" name="TextBox 61">
                    <a:extLst>
                      <a:ext uri="{FF2B5EF4-FFF2-40B4-BE49-F238E27FC236}">
                        <a16:creationId xmlns:a16="http://schemas.microsoft.com/office/drawing/2014/main" id="{3760CE5B-9D86-4406-BA33-1968B5356724}"/>
                      </a:ext>
                    </a:extLst>
                  </p:cNvPr>
                  <p:cNvSpPr txBox="1">
                    <a:spLocks noRot="1" noChangeAspect="1" noMove="1" noResize="1" noEditPoints="1" noAdjustHandles="1" noChangeArrowheads="1" noChangeShapeType="1" noTextEdit="1"/>
                  </p:cNvSpPr>
                  <p:nvPr/>
                </p:nvSpPr>
                <p:spPr>
                  <a:xfrm>
                    <a:off x="1562293" y="90544"/>
                    <a:ext cx="423513" cy="583217"/>
                  </a:xfrm>
                  <a:prstGeom prst="rect">
                    <a:avLst/>
                  </a:prstGeom>
                  <a:blipFill>
                    <a:blip r:embed="rId3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5B60470B-0651-44E1-A43E-33D3D6584781}"/>
                      </a:ext>
                    </a:extLst>
                  </p:cNvPr>
                  <p:cNvSpPr txBox="1"/>
                  <p:nvPr/>
                </p:nvSpPr>
                <p:spPr>
                  <a:xfrm>
                    <a:off x="1425237" y="995384"/>
                    <a:ext cx="697627" cy="343518"/>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GB" sz="2400" b="0" i="1" dirty="0" smtClean="0">
                              <a:latin typeface="Cambria Math" panose="02040503050406030204" pitchFamily="18" charset="0"/>
                            </a:rPr>
                            <m:t>5%</m:t>
                          </m:r>
                        </m:oMath>
                      </m:oMathPara>
                    </a14:m>
                    <a:endParaRPr lang="en-GB" sz="2400" dirty="0"/>
                  </a:p>
                </p:txBody>
              </p:sp>
            </mc:Choice>
            <mc:Fallback xmlns="">
              <p:sp>
                <p:nvSpPr>
                  <p:cNvPr id="63" name="TextBox 62">
                    <a:extLst>
                      <a:ext uri="{FF2B5EF4-FFF2-40B4-BE49-F238E27FC236}">
                        <a16:creationId xmlns:a16="http://schemas.microsoft.com/office/drawing/2014/main" id="{5B60470B-0651-44E1-A43E-33D3D6584781}"/>
                      </a:ext>
                    </a:extLst>
                  </p:cNvPr>
                  <p:cNvSpPr txBox="1">
                    <a:spLocks noRot="1" noChangeAspect="1" noMove="1" noResize="1" noEditPoints="1" noAdjustHandles="1" noChangeArrowheads="1" noChangeShapeType="1" noTextEdit="1"/>
                  </p:cNvSpPr>
                  <p:nvPr/>
                </p:nvSpPr>
                <p:spPr>
                  <a:xfrm>
                    <a:off x="1425237" y="995384"/>
                    <a:ext cx="697627" cy="343518"/>
                  </a:xfrm>
                  <a:prstGeom prst="rect">
                    <a:avLst/>
                  </a:prstGeom>
                  <a:blipFill>
                    <a:blip r:embed="rId31"/>
                    <a:stretch>
                      <a:fillRect l="-350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64A4A5D6-6CBA-4A0F-A86E-CA0EA620A2C8}"/>
                      </a:ext>
                    </a:extLst>
                  </p:cNvPr>
                  <p:cNvSpPr txBox="1"/>
                  <p:nvPr/>
                </p:nvSpPr>
                <p:spPr>
                  <a:xfrm>
                    <a:off x="307336" y="90544"/>
                    <a:ext cx="593432" cy="584983"/>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f>
                            <m:fPr>
                              <m:ctrlPr>
                                <a:rPr lang="en-GB" sz="2400" b="0" i="1" smtClean="0">
                                  <a:latin typeface="Cambria Math" panose="02040503050406030204" pitchFamily="18" charset="0"/>
                                </a:rPr>
                              </m:ctrlPr>
                            </m:fPr>
                            <m:num>
                              <m:r>
                                <a:rPr lang="en-GB" sz="2400" b="0" i="1" smtClean="0">
                                  <a:latin typeface="Cambria Math" panose="02040503050406030204" pitchFamily="18" charset="0"/>
                                </a:rPr>
                                <m:t>7</m:t>
                              </m:r>
                            </m:num>
                            <m:den>
                              <m:r>
                                <a:rPr lang="en-GB" sz="2400" b="0" i="1" smtClean="0">
                                  <a:latin typeface="Cambria Math" panose="02040503050406030204" pitchFamily="18" charset="0"/>
                                </a:rPr>
                                <m:t>20</m:t>
                              </m:r>
                            </m:den>
                          </m:f>
                        </m:oMath>
                      </m:oMathPara>
                    </a14:m>
                    <a:endParaRPr lang="en-GB" sz="2400" dirty="0"/>
                  </a:p>
                </p:txBody>
              </p:sp>
            </mc:Choice>
            <mc:Fallback xmlns="">
              <p:sp>
                <p:nvSpPr>
                  <p:cNvPr id="64" name="TextBox 63">
                    <a:extLst>
                      <a:ext uri="{FF2B5EF4-FFF2-40B4-BE49-F238E27FC236}">
                        <a16:creationId xmlns:a16="http://schemas.microsoft.com/office/drawing/2014/main" id="{64A4A5D6-6CBA-4A0F-A86E-CA0EA620A2C8}"/>
                      </a:ext>
                    </a:extLst>
                  </p:cNvPr>
                  <p:cNvSpPr txBox="1">
                    <a:spLocks noRot="1" noChangeAspect="1" noMove="1" noResize="1" noEditPoints="1" noAdjustHandles="1" noChangeArrowheads="1" noChangeShapeType="1" noTextEdit="1"/>
                  </p:cNvSpPr>
                  <p:nvPr/>
                </p:nvSpPr>
                <p:spPr>
                  <a:xfrm>
                    <a:off x="307336" y="90544"/>
                    <a:ext cx="593432" cy="584983"/>
                  </a:xfrm>
                  <a:prstGeom prst="rect">
                    <a:avLst/>
                  </a:prstGeom>
                  <a:blipFill>
                    <a:blip r:embed="rId3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A0886B5C-4D2C-4FD5-93A7-1E8DDE5D7FE3}"/>
                      </a:ext>
                    </a:extLst>
                  </p:cNvPr>
                  <p:cNvSpPr txBox="1"/>
                  <p:nvPr/>
                </p:nvSpPr>
                <p:spPr>
                  <a:xfrm>
                    <a:off x="276077" y="995384"/>
                    <a:ext cx="655949" cy="343518"/>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GB" sz="2400" b="0" i="1" dirty="0" smtClean="0">
                              <a:latin typeface="Cambria Math" panose="02040503050406030204" pitchFamily="18" charset="0"/>
                            </a:rPr>
                            <m:t>1.4</m:t>
                          </m:r>
                        </m:oMath>
                      </m:oMathPara>
                    </a14:m>
                    <a:endParaRPr lang="en-GB" sz="2400" dirty="0"/>
                  </a:p>
                </p:txBody>
              </p:sp>
            </mc:Choice>
            <mc:Fallback xmlns="">
              <p:sp>
                <p:nvSpPr>
                  <p:cNvPr id="65" name="TextBox 64">
                    <a:extLst>
                      <a:ext uri="{FF2B5EF4-FFF2-40B4-BE49-F238E27FC236}">
                        <a16:creationId xmlns:a16="http://schemas.microsoft.com/office/drawing/2014/main" id="{A0886B5C-4D2C-4FD5-93A7-1E8DDE5D7FE3}"/>
                      </a:ext>
                    </a:extLst>
                  </p:cNvPr>
                  <p:cNvSpPr txBox="1">
                    <a:spLocks noRot="1" noChangeAspect="1" noMove="1" noResize="1" noEditPoints="1" noAdjustHandles="1" noChangeArrowheads="1" noChangeShapeType="1" noTextEdit="1"/>
                  </p:cNvSpPr>
                  <p:nvPr/>
                </p:nvSpPr>
                <p:spPr>
                  <a:xfrm>
                    <a:off x="276077" y="995384"/>
                    <a:ext cx="655949" cy="343518"/>
                  </a:xfrm>
                  <a:prstGeom prst="rect">
                    <a:avLst/>
                  </a:prstGeom>
                  <a:blipFill>
                    <a:blip r:embed="rId33"/>
                    <a:stretch>
                      <a:fillRect l="-1852"/>
                    </a:stretch>
                  </a:blipFill>
                </p:spPr>
                <p:txBody>
                  <a:bodyPr/>
                  <a:lstStyle/>
                  <a:p>
                    <a:r>
                      <a:rPr lang="en-GB">
                        <a:noFill/>
                      </a:rPr>
                      <a:t> </a:t>
                    </a:r>
                  </a:p>
                </p:txBody>
              </p:sp>
            </mc:Fallback>
          </mc:AlternateContent>
        </p:grpSp>
        <p:grpSp>
          <p:nvGrpSpPr>
            <p:cNvPr id="129" name="Group 128">
              <a:extLst>
                <a:ext uri="{FF2B5EF4-FFF2-40B4-BE49-F238E27FC236}">
                  <a16:creationId xmlns:a16="http://schemas.microsoft.com/office/drawing/2014/main" id="{23625DA5-CA91-4730-AF7E-D7FDFE8B31FA}"/>
                </a:ext>
              </a:extLst>
            </p:cNvPr>
            <p:cNvGrpSpPr/>
            <p:nvPr/>
          </p:nvGrpSpPr>
          <p:grpSpPr>
            <a:xfrm>
              <a:off x="191118" y="4817104"/>
              <a:ext cx="1995866" cy="1826379"/>
              <a:chOff x="191118" y="90544"/>
              <a:chExt cx="1995866" cy="1358983"/>
            </a:xfrm>
          </p:grpSpPr>
          <mc:AlternateContent xmlns:mc="http://schemas.openxmlformats.org/markup-compatibility/2006" xmlns:a14="http://schemas.microsoft.com/office/drawing/2010/main">
            <mc:Choice Requires="a14">
              <p:sp>
                <p:nvSpPr>
                  <p:cNvPr id="130" name="TextBox 129">
                    <a:extLst>
                      <a:ext uri="{FF2B5EF4-FFF2-40B4-BE49-F238E27FC236}">
                        <a16:creationId xmlns:a16="http://schemas.microsoft.com/office/drawing/2014/main" id="{2E8EE030-E111-4114-9083-6C6988B18677}"/>
                      </a:ext>
                    </a:extLst>
                  </p:cNvPr>
                  <p:cNvSpPr txBox="1"/>
                  <p:nvPr/>
                </p:nvSpPr>
                <p:spPr>
                  <a:xfrm>
                    <a:off x="1361117" y="221384"/>
                    <a:ext cx="825867" cy="343518"/>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GB" sz="2400" b="0" i="1" dirty="0" smtClean="0">
                              <a:latin typeface="Cambria Math" panose="02040503050406030204" pitchFamily="18" charset="0"/>
                            </a:rPr>
                            <m:t>0.35</m:t>
                          </m:r>
                        </m:oMath>
                      </m:oMathPara>
                    </a14:m>
                    <a:endParaRPr lang="en-GB" sz="2400" dirty="0"/>
                  </a:p>
                </p:txBody>
              </p:sp>
            </mc:Choice>
            <mc:Fallback xmlns="">
              <p:sp>
                <p:nvSpPr>
                  <p:cNvPr id="130" name="TextBox 129">
                    <a:extLst>
                      <a:ext uri="{FF2B5EF4-FFF2-40B4-BE49-F238E27FC236}">
                        <a16:creationId xmlns:a16="http://schemas.microsoft.com/office/drawing/2014/main" id="{2E8EE030-E111-4114-9083-6C6988B18677}"/>
                      </a:ext>
                    </a:extLst>
                  </p:cNvPr>
                  <p:cNvSpPr txBox="1">
                    <a:spLocks noRot="1" noChangeAspect="1" noMove="1" noResize="1" noEditPoints="1" noAdjustHandles="1" noChangeArrowheads="1" noChangeShapeType="1" noTextEdit="1"/>
                  </p:cNvSpPr>
                  <p:nvPr/>
                </p:nvSpPr>
                <p:spPr>
                  <a:xfrm>
                    <a:off x="1361117" y="221384"/>
                    <a:ext cx="825867" cy="343518"/>
                  </a:xfrm>
                  <a:prstGeom prst="rect">
                    <a:avLst/>
                  </a:prstGeom>
                  <a:blipFill>
                    <a:blip r:embed="rId34"/>
                    <a:stretch>
                      <a:fillRect l="-147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1" name="TextBox 130">
                    <a:extLst>
                      <a:ext uri="{FF2B5EF4-FFF2-40B4-BE49-F238E27FC236}">
                        <a16:creationId xmlns:a16="http://schemas.microsoft.com/office/drawing/2014/main" id="{3ECC6D10-9308-4B11-99F2-CB47FAD9EFC1}"/>
                      </a:ext>
                    </a:extLst>
                  </p:cNvPr>
                  <p:cNvSpPr txBox="1"/>
                  <p:nvPr/>
                </p:nvSpPr>
                <p:spPr>
                  <a:xfrm>
                    <a:off x="1562293" y="864544"/>
                    <a:ext cx="423513" cy="584983"/>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f>
                            <m:fPr>
                              <m:ctrlPr>
                                <a:rPr lang="en-GB" sz="2400" b="0" i="1" dirty="0" smtClean="0">
                                  <a:latin typeface="Cambria Math" panose="02040503050406030204" pitchFamily="18" charset="0"/>
                                </a:rPr>
                              </m:ctrlPr>
                            </m:fPr>
                            <m:num>
                              <m:r>
                                <a:rPr lang="en-GB" sz="2400" b="0" i="1" dirty="0" smtClean="0">
                                  <a:latin typeface="Cambria Math" panose="02040503050406030204" pitchFamily="18" charset="0"/>
                                </a:rPr>
                                <m:t>2</m:t>
                              </m:r>
                            </m:num>
                            <m:den>
                              <m:r>
                                <a:rPr lang="en-GB" sz="2400" b="0" i="1" dirty="0" smtClean="0">
                                  <a:latin typeface="Cambria Math" panose="02040503050406030204" pitchFamily="18" charset="0"/>
                                </a:rPr>
                                <m:t>5</m:t>
                              </m:r>
                            </m:den>
                          </m:f>
                        </m:oMath>
                      </m:oMathPara>
                    </a14:m>
                    <a:endParaRPr lang="en-GB" sz="2400" dirty="0"/>
                  </a:p>
                </p:txBody>
              </p:sp>
            </mc:Choice>
            <mc:Fallback xmlns="">
              <p:sp>
                <p:nvSpPr>
                  <p:cNvPr id="131" name="TextBox 130">
                    <a:extLst>
                      <a:ext uri="{FF2B5EF4-FFF2-40B4-BE49-F238E27FC236}">
                        <a16:creationId xmlns:a16="http://schemas.microsoft.com/office/drawing/2014/main" id="{3ECC6D10-9308-4B11-99F2-CB47FAD9EFC1}"/>
                      </a:ext>
                    </a:extLst>
                  </p:cNvPr>
                  <p:cNvSpPr txBox="1">
                    <a:spLocks noRot="1" noChangeAspect="1" noMove="1" noResize="1" noEditPoints="1" noAdjustHandles="1" noChangeArrowheads="1" noChangeShapeType="1" noTextEdit="1"/>
                  </p:cNvSpPr>
                  <p:nvPr/>
                </p:nvSpPr>
                <p:spPr>
                  <a:xfrm>
                    <a:off x="1562293" y="864544"/>
                    <a:ext cx="423513" cy="584983"/>
                  </a:xfrm>
                  <a:prstGeom prst="rect">
                    <a:avLst/>
                  </a:prstGeom>
                  <a:blipFill>
                    <a:blip r:embed="rId3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2" name="TextBox 131">
                    <a:extLst>
                      <a:ext uri="{FF2B5EF4-FFF2-40B4-BE49-F238E27FC236}">
                        <a16:creationId xmlns:a16="http://schemas.microsoft.com/office/drawing/2014/main" id="{E77BA295-CC50-4EFA-ADF4-60A4083F4EDF}"/>
                      </a:ext>
                    </a:extLst>
                  </p:cNvPr>
                  <p:cNvSpPr txBox="1"/>
                  <p:nvPr/>
                </p:nvSpPr>
                <p:spPr>
                  <a:xfrm>
                    <a:off x="307335" y="90544"/>
                    <a:ext cx="593432" cy="584983"/>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f>
                            <m:fPr>
                              <m:ctrlPr>
                                <a:rPr lang="en-GB" sz="2400" b="0" i="1" dirty="0" smtClean="0">
                                  <a:latin typeface="Cambria Math" panose="02040503050406030204" pitchFamily="18" charset="0"/>
                                </a:rPr>
                              </m:ctrlPr>
                            </m:fPr>
                            <m:num>
                              <m:r>
                                <a:rPr lang="en-GB" sz="2400" b="0" i="1" dirty="0" smtClean="0">
                                  <a:latin typeface="Cambria Math" panose="02040503050406030204" pitchFamily="18" charset="0"/>
                                </a:rPr>
                                <m:t>6</m:t>
                              </m:r>
                            </m:num>
                            <m:den>
                              <m:r>
                                <a:rPr lang="en-GB" sz="2400" b="0" i="1" dirty="0" smtClean="0">
                                  <a:latin typeface="Cambria Math" panose="02040503050406030204" pitchFamily="18" charset="0"/>
                                </a:rPr>
                                <m:t>40</m:t>
                              </m:r>
                            </m:den>
                          </m:f>
                        </m:oMath>
                      </m:oMathPara>
                    </a14:m>
                    <a:endParaRPr lang="en-GB" sz="2400" dirty="0"/>
                  </a:p>
                </p:txBody>
              </p:sp>
            </mc:Choice>
            <mc:Fallback xmlns="">
              <p:sp>
                <p:nvSpPr>
                  <p:cNvPr id="132" name="TextBox 131">
                    <a:extLst>
                      <a:ext uri="{FF2B5EF4-FFF2-40B4-BE49-F238E27FC236}">
                        <a16:creationId xmlns:a16="http://schemas.microsoft.com/office/drawing/2014/main" id="{E77BA295-CC50-4EFA-ADF4-60A4083F4EDF}"/>
                      </a:ext>
                    </a:extLst>
                  </p:cNvPr>
                  <p:cNvSpPr txBox="1">
                    <a:spLocks noRot="1" noChangeAspect="1" noMove="1" noResize="1" noEditPoints="1" noAdjustHandles="1" noChangeArrowheads="1" noChangeShapeType="1" noTextEdit="1"/>
                  </p:cNvSpPr>
                  <p:nvPr/>
                </p:nvSpPr>
                <p:spPr>
                  <a:xfrm>
                    <a:off x="307335" y="90544"/>
                    <a:ext cx="593432" cy="584983"/>
                  </a:xfrm>
                  <a:prstGeom prst="rect">
                    <a:avLst/>
                  </a:prstGeom>
                  <a:blipFill>
                    <a:blip r:embed="rId3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3" name="TextBox 132">
                    <a:extLst>
                      <a:ext uri="{FF2B5EF4-FFF2-40B4-BE49-F238E27FC236}">
                        <a16:creationId xmlns:a16="http://schemas.microsoft.com/office/drawing/2014/main" id="{0E155441-1603-425A-9EC9-C3E0C40BCCE6}"/>
                      </a:ext>
                    </a:extLst>
                  </p:cNvPr>
                  <p:cNvSpPr txBox="1"/>
                  <p:nvPr/>
                </p:nvSpPr>
                <p:spPr>
                  <a:xfrm>
                    <a:off x="191118" y="995384"/>
                    <a:ext cx="825867" cy="343518"/>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GB" sz="2400" b="0" i="1" dirty="0" smtClean="0">
                              <a:latin typeface="Cambria Math" panose="02040503050406030204" pitchFamily="18" charset="0"/>
                            </a:rPr>
                            <m:t>0.25</m:t>
                          </m:r>
                        </m:oMath>
                      </m:oMathPara>
                    </a14:m>
                    <a:endParaRPr lang="en-GB" sz="2400" dirty="0"/>
                  </a:p>
                </p:txBody>
              </p:sp>
            </mc:Choice>
            <mc:Fallback xmlns="">
              <p:sp>
                <p:nvSpPr>
                  <p:cNvPr id="133" name="TextBox 132">
                    <a:extLst>
                      <a:ext uri="{FF2B5EF4-FFF2-40B4-BE49-F238E27FC236}">
                        <a16:creationId xmlns:a16="http://schemas.microsoft.com/office/drawing/2014/main" id="{0E155441-1603-425A-9EC9-C3E0C40BCCE6}"/>
                      </a:ext>
                    </a:extLst>
                  </p:cNvPr>
                  <p:cNvSpPr txBox="1">
                    <a:spLocks noRot="1" noChangeAspect="1" noMove="1" noResize="1" noEditPoints="1" noAdjustHandles="1" noChangeArrowheads="1" noChangeShapeType="1" noTextEdit="1"/>
                  </p:cNvSpPr>
                  <p:nvPr/>
                </p:nvSpPr>
                <p:spPr>
                  <a:xfrm>
                    <a:off x="191118" y="995384"/>
                    <a:ext cx="825867" cy="343518"/>
                  </a:xfrm>
                  <a:prstGeom prst="rect">
                    <a:avLst/>
                  </a:prstGeom>
                  <a:blipFill>
                    <a:blip r:embed="rId37"/>
                    <a:stretch>
                      <a:fillRect l="-1471"/>
                    </a:stretch>
                  </a:blipFill>
                </p:spPr>
                <p:txBody>
                  <a:bodyPr/>
                  <a:lstStyle/>
                  <a:p>
                    <a:r>
                      <a:rPr lang="en-GB">
                        <a:noFill/>
                      </a:rPr>
                      <a:t> </a:t>
                    </a:r>
                  </a:p>
                </p:txBody>
              </p:sp>
            </mc:Fallback>
          </mc:AlternateContent>
        </p:grpSp>
        <p:grpSp>
          <p:nvGrpSpPr>
            <p:cNvPr id="120" name="Group 119">
              <a:extLst>
                <a:ext uri="{FF2B5EF4-FFF2-40B4-BE49-F238E27FC236}">
                  <a16:creationId xmlns:a16="http://schemas.microsoft.com/office/drawing/2014/main" id="{0B6F4915-B48D-48D7-979F-9DE58672CF76}"/>
                </a:ext>
              </a:extLst>
            </p:cNvPr>
            <p:cNvGrpSpPr/>
            <p:nvPr/>
          </p:nvGrpSpPr>
          <p:grpSpPr>
            <a:xfrm>
              <a:off x="2816634" y="4817104"/>
              <a:ext cx="1900490" cy="1826379"/>
              <a:chOff x="307334" y="90544"/>
              <a:chExt cx="1900490" cy="1358983"/>
            </a:xfrm>
          </p:grpSpPr>
          <mc:AlternateContent xmlns:mc="http://schemas.openxmlformats.org/markup-compatibility/2006" xmlns:a14="http://schemas.microsoft.com/office/drawing/2010/main">
            <mc:Choice Requires="a14">
              <p:sp>
                <p:nvSpPr>
                  <p:cNvPr id="121" name="TextBox 120">
                    <a:extLst>
                      <a:ext uri="{FF2B5EF4-FFF2-40B4-BE49-F238E27FC236}">
                        <a16:creationId xmlns:a16="http://schemas.microsoft.com/office/drawing/2014/main" id="{13AFF070-9FD1-4B57-A450-7CD5C5A5DE00}"/>
                      </a:ext>
                    </a:extLst>
                  </p:cNvPr>
                  <p:cNvSpPr txBox="1"/>
                  <p:nvPr/>
                </p:nvSpPr>
                <p:spPr>
                  <a:xfrm>
                    <a:off x="1340279" y="221384"/>
                    <a:ext cx="867545" cy="343518"/>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GB" sz="2400" b="0" i="1" dirty="0" smtClean="0">
                              <a:latin typeface="Cambria Math" panose="02040503050406030204" pitchFamily="18" charset="0"/>
                            </a:rPr>
                            <m:t>14%</m:t>
                          </m:r>
                        </m:oMath>
                      </m:oMathPara>
                    </a14:m>
                    <a:endParaRPr lang="en-GB" sz="2400" dirty="0"/>
                  </a:p>
                </p:txBody>
              </p:sp>
            </mc:Choice>
            <mc:Fallback xmlns="">
              <p:sp>
                <p:nvSpPr>
                  <p:cNvPr id="121" name="TextBox 120">
                    <a:extLst>
                      <a:ext uri="{FF2B5EF4-FFF2-40B4-BE49-F238E27FC236}">
                        <a16:creationId xmlns:a16="http://schemas.microsoft.com/office/drawing/2014/main" id="{13AFF070-9FD1-4B57-A450-7CD5C5A5DE00}"/>
                      </a:ext>
                    </a:extLst>
                  </p:cNvPr>
                  <p:cNvSpPr txBox="1">
                    <a:spLocks noRot="1" noChangeAspect="1" noMove="1" noResize="1" noEditPoints="1" noAdjustHandles="1" noChangeArrowheads="1" noChangeShapeType="1" noTextEdit="1"/>
                  </p:cNvSpPr>
                  <p:nvPr/>
                </p:nvSpPr>
                <p:spPr>
                  <a:xfrm>
                    <a:off x="1340279" y="221384"/>
                    <a:ext cx="867545" cy="343518"/>
                  </a:xfrm>
                  <a:prstGeom prst="rect">
                    <a:avLst/>
                  </a:prstGeom>
                  <a:blipFill>
                    <a:blip r:embed="rId38"/>
                    <a:stretch>
                      <a:fillRect l="-209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2" name="TextBox 121">
                    <a:extLst>
                      <a:ext uri="{FF2B5EF4-FFF2-40B4-BE49-F238E27FC236}">
                        <a16:creationId xmlns:a16="http://schemas.microsoft.com/office/drawing/2014/main" id="{80D313BC-1EE5-4693-A841-814AC70BAB93}"/>
                      </a:ext>
                    </a:extLst>
                  </p:cNvPr>
                  <p:cNvSpPr txBox="1"/>
                  <p:nvPr/>
                </p:nvSpPr>
                <p:spPr>
                  <a:xfrm>
                    <a:off x="1477336" y="864544"/>
                    <a:ext cx="593431" cy="584983"/>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f>
                            <m:fPr>
                              <m:ctrlPr>
                                <a:rPr lang="en-GB" sz="2400" b="0" i="1" dirty="0" smtClean="0">
                                  <a:latin typeface="Cambria Math" panose="02040503050406030204" pitchFamily="18" charset="0"/>
                                </a:rPr>
                              </m:ctrlPr>
                            </m:fPr>
                            <m:num>
                              <m:r>
                                <a:rPr lang="en-GB" sz="2400" b="0" i="1" dirty="0" smtClean="0">
                                  <a:latin typeface="Cambria Math" panose="02040503050406030204" pitchFamily="18" charset="0"/>
                                </a:rPr>
                                <m:t>11</m:t>
                              </m:r>
                            </m:num>
                            <m:den>
                              <m:r>
                                <a:rPr lang="en-GB" sz="2400" b="0" i="1" dirty="0" smtClean="0">
                                  <a:latin typeface="Cambria Math" panose="02040503050406030204" pitchFamily="18" charset="0"/>
                                </a:rPr>
                                <m:t>20</m:t>
                              </m:r>
                            </m:den>
                          </m:f>
                        </m:oMath>
                      </m:oMathPara>
                    </a14:m>
                    <a:endParaRPr lang="en-GB" sz="2400" dirty="0"/>
                  </a:p>
                </p:txBody>
              </p:sp>
            </mc:Choice>
            <mc:Fallback xmlns="">
              <p:sp>
                <p:nvSpPr>
                  <p:cNvPr id="122" name="TextBox 121">
                    <a:extLst>
                      <a:ext uri="{FF2B5EF4-FFF2-40B4-BE49-F238E27FC236}">
                        <a16:creationId xmlns:a16="http://schemas.microsoft.com/office/drawing/2014/main" id="{80D313BC-1EE5-4693-A841-814AC70BAB93}"/>
                      </a:ext>
                    </a:extLst>
                  </p:cNvPr>
                  <p:cNvSpPr txBox="1">
                    <a:spLocks noRot="1" noChangeAspect="1" noMove="1" noResize="1" noEditPoints="1" noAdjustHandles="1" noChangeArrowheads="1" noChangeShapeType="1" noTextEdit="1"/>
                  </p:cNvSpPr>
                  <p:nvPr/>
                </p:nvSpPr>
                <p:spPr>
                  <a:xfrm>
                    <a:off x="1477336" y="864544"/>
                    <a:ext cx="593431" cy="584983"/>
                  </a:xfrm>
                  <a:prstGeom prst="rect">
                    <a:avLst/>
                  </a:prstGeom>
                  <a:blipFill>
                    <a:blip r:embed="rId3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3" name="TextBox 122">
                    <a:extLst>
                      <a:ext uri="{FF2B5EF4-FFF2-40B4-BE49-F238E27FC236}">
                        <a16:creationId xmlns:a16="http://schemas.microsoft.com/office/drawing/2014/main" id="{6CDEF6A5-13D3-4B28-A444-EE0A79E79B59}"/>
                      </a:ext>
                    </a:extLst>
                  </p:cNvPr>
                  <p:cNvSpPr txBox="1"/>
                  <p:nvPr/>
                </p:nvSpPr>
                <p:spPr>
                  <a:xfrm>
                    <a:off x="307334" y="90544"/>
                    <a:ext cx="593432" cy="584983"/>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f>
                            <m:fPr>
                              <m:ctrlPr>
                                <a:rPr lang="en-GB" sz="2400" b="0" i="1" dirty="0" smtClean="0">
                                  <a:latin typeface="Cambria Math" panose="02040503050406030204" pitchFamily="18" charset="0"/>
                                </a:rPr>
                              </m:ctrlPr>
                            </m:fPr>
                            <m:num>
                              <m:r>
                                <a:rPr lang="en-GB" sz="2400" b="0" i="1" dirty="0" smtClean="0">
                                  <a:latin typeface="Cambria Math" panose="02040503050406030204" pitchFamily="18" charset="0"/>
                                </a:rPr>
                                <m:t>1</m:t>
                              </m:r>
                            </m:num>
                            <m:den>
                              <m:r>
                                <a:rPr lang="en-GB" sz="2400" b="0" i="1" dirty="0" smtClean="0">
                                  <a:latin typeface="Cambria Math" panose="02040503050406030204" pitchFamily="18" charset="0"/>
                                </a:rPr>
                                <m:t>10</m:t>
                              </m:r>
                            </m:den>
                          </m:f>
                        </m:oMath>
                      </m:oMathPara>
                    </a14:m>
                    <a:endParaRPr lang="en-GB" sz="2400" dirty="0"/>
                  </a:p>
                </p:txBody>
              </p:sp>
            </mc:Choice>
            <mc:Fallback xmlns="">
              <p:sp>
                <p:nvSpPr>
                  <p:cNvPr id="123" name="TextBox 122">
                    <a:extLst>
                      <a:ext uri="{FF2B5EF4-FFF2-40B4-BE49-F238E27FC236}">
                        <a16:creationId xmlns:a16="http://schemas.microsoft.com/office/drawing/2014/main" id="{6CDEF6A5-13D3-4B28-A444-EE0A79E79B59}"/>
                      </a:ext>
                    </a:extLst>
                  </p:cNvPr>
                  <p:cNvSpPr txBox="1">
                    <a:spLocks noRot="1" noChangeAspect="1" noMove="1" noResize="1" noEditPoints="1" noAdjustHandles="1" noChangeArrowheads="1" noChangeShapeType="1" noTextEdit="1"/>
                  </p:cNvSpPr>
                  <p:nvPr/>
                </p:nvSpPr>
                <p:spPr>
                  <a:xfrm>
                    <a:off x="307334" y="90544"/>
                    <a:ext cx="593432" cy="584983"/>
                  </a:xfrm>
                  <a:prstGeom prst="rect">
                    <a:avLst/>
                  </a:prstGeom>
                  <a:blipFill>
                    <a:blip r:embed="rId4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4" name="TextBox 123">
                    <a:extLst>
                      <a:ext uri="{FF2B5EF4-FFF2-40B4-BE49-F238E27FC236}">
                        <a16:creationId xmlns:a16="http://schemas.microsoft.com/office/drawing/2014/main" id="{3959F154-232A-46A1-8439-CC6974FCE2F4}"/>
                      </a:ext>
                    </a:extLst>
                  </p:cNvPr>
                  <p:cNvSpPr txBox="1"/>
                  <p:nvPr/>
                </p:nvSpPr>
                <p:spPr>
                  <a:xfrm>
                    <a:off x="307335" y="864544"/>
                    <a:ext cx="593431" cy="584983"/>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f>
                            <m:fPr>
                              <m:ctrlPr>
                                <a:rPr lang="en-GB" sz="2400" b="0" i="1" dirty="0" smtClean="0">
                                  <a:latin typeface="Cambria Math" panose="02040503050406030204" pitchFamily="18" charset="0"/>
                                </a:rPr>
                              </m:ctrlPr>
                            </m:fPr>
                            <m:num>
                              <m:r>
                                <a:rPr lang="en-GB" sz="2400" b="0" i="1" dirty="0" smtClean="0">
                                  <a:latin typeface="Cambria Math" panose="02040503050406030204" pitchFamily="18" charset="0"/>
                                </a:rPr>
                                <m:t>14</m:t>
                              </m:r>
                            </m:num>
                            <m:den>
                              <m:r>
                                <a:rPr lang="en-GB" sz="2400" b="0" i="1" dirty="0" smtClean="0">
                                  <a:latin typeface="Cambria Math" panose="02040503050406030204" pitchFamily="18" charset="0"/>
                                </a:rPr>
                                <m:t>40</m:t>
                              </m:r>
                            </m:den>
                          </m:f>
                        </m:oMath>
                      </m:oMathPara>
                    </a14:m>
                    <a:endParaRPr lang="en-GB" sz="2400" dirty="0"/>
                  </a:p>
                </p:txBody>
              </p:sp>
            </mc:Choice>
            <mc:Fallback xmlns="">
              <p:sp>
                <p:nvSpPr>
                  <p:cNvPr id="124" name="TextBox 123">
                    <a:extLst>
                      <a:ext uri="{FF2B5EF4-FFF2-40B4-BE49-F238E27FC236}">
                        <a16:creationId xmlns:a16="http://schemas.microsoft.com/office/drawing/2014/main" id="{3959F154-232A-46A1-8439-CC6974FCE2F4}"/>
                      </a:ext>
                    </a:extLst>
                  </p:cNvPr>
                  <p:cNvSpPr txBox="1">
                    <a:spLocks noRot="1" noChangeAspect="1" noMove="1" noResize="1" noEditPoints="1" noAdjustHandles="1" noChangeArrowheads="1" noChangeShapeType="1" noTextEdit="1"/>
                  </p:cNvSpPr>
                  <p:nvPr/>
                </p:nvSpPr>
                <p:spPr>
                  <a:xfrm>
                    <a:off x="307335" y="864544"/>
                    <a:ext cx="593431" cy="584983"/>
                  </a:xfrm>
                  <a:prstGeom prst="rect">
                    <a:avLst/>
                  </a:prstGeom>
                  <a:blipFill>
                    <a:blip r:embed="rId41"/>
                    <a:stretch>
                      <a:fillRect/>
                    </a:stretch>
                  </a:blipFill>
                </p:spPr>
                <p:txBody>
                  <a:bodyPr/>
                  <a:lstStyle/>
                  <a:p>
                    <a:r>
                      <a:rPr lang="en-GB">
                        <a:noFill/>
                      </a:rPr>
                      <a:t> </a:t>
                    </a:r>
                  </a:p>
                </p:txBody>
              </p:sp>
            </mc:Fallback>
          </mc:AlternateContent>
        </p:grpSp>
        <p:grpSp>
          <p:nvGrpSpPr>
            <p:cNvPr id="111" name="Group 110">
              <a:extLst>
                <a:ext uri="{FF2B5EF4-FFF2-40B4-BE49-F238E27FC236}">
                  <a16:creationId xmlns:a16="http://schemas.microsoft.com/office/drawing/2014/main" id="{3FDC8A4E-DE0F-42FE-9AD4-CA374FD4F911}"/>
                </a:ext>
              </a:extLst>
            </p:cNvPr>
            <p:cNvGrpSpPr/>
            <p:nvPr/>
          </p:nvGrpSpPr>
          <p:grpSpPr>
            <a:xfrm>
              <a:off x="5209718" y="4817104"/>
              <a:ext cx="2016705" cy="1826379"/>
              <a:chOff x="191118" y="90544"/>
              <a:chExt cx="2016705" cy="1358983"/>
            </a:xfrm>
          </p:grpSpPr>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56AA3C6C-1D1F-4E78-8FBA-D3AF16668D14}"/>
                      </a:ext>
                    </a:extLst>
                  </p:cNvPr>
                  <p:cNvSpPr txBox="1"/>
                  <p:nvPr/>
                </p:nvSpPr>
                <p:spPr>
                  <a:xfrm>
                    <a:off x="1340278" y="221384"/>
                    <a:ext cx="867545" cy="343518"/>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GB" sz="2400" b="0" i="1" dirty="0" smtClean="0">
                              <a:latin typeface="Cambria Math" panose="02040503050406030204" pitchFamily="18" charset="0"/>
                            </a:rPr>
                            <m:t>80%</m:t>
                          </m:r>
                        </m:oMath>
                      </m:oMathPara>
                    </a14:m>
                    <a:endParaRPr lang="en-GB" sz="2400" dirty="0"/>
                  </a:p>
                </p:txBody>
              </p:sp>
            </mc:Choice>
            <mc:Fallback xmlns="">
              <p:sp>
                <p:nvSpPr>
                  <p:cNvPr id="112" name="TextBox 111">
                    <a:extLst>
                      <a:ext uri="{FF2B5EF4-FFF2-40B4-BE49-F238E27FC236}">
                        <a16:creationId xmlns:a16="http://schemas.microsoft.com/office/drawing/2014/main" id="{56AA3C6C-1D1F-4E78-8FBA-D3AF16668D14}"/>
                      </a:ext>
                    </a:extLst>
                  </p:cNvPr>
                  <p:cNvSpPr txBox="1">
                    <a:spLocks noRot="1" noChangeAspect="1" noMove="1" noResize="1" noEditPoints="1" noAdjustHandles="1" noChangeArrowheads="1" noChangeShapeType="1" noTextEdit="1"/>
                  </p:cNvSpPr>
                  <p:nvPr/>
                </p:nvSpPr>
                <p:spPr>
                  <a:xfrm>
                    <a:off x="1340278" y="221384"/>
                    <a:ext cx="867545" cy="343518"/>
                  </a:xfrm>
                  <a:prstGeom prst="rect">
                    <a:avLst/>
                  </a:prstGeom>
                  <a:blipFill>
                    <a:blip r:embed="rId42"/>
                    <a:stretch>
                      <a:fillRect l="-211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D4B85929-FC0E-40CD-A366-6B5B4542CC2C}"/>
                      </a:ext>
                    </a:extLst>
                  </p:cNvPr>
                  <p:cNvSpPr txBox="1"/>
                  <p:nvPr/>
                </p:nvSpPr>
                <p:spPr>
                  <a:xfrm>
                    <a:off x="1477336" y="864544"/>
                    <a:ext cx="593431" cy="584983"/>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f>
                            <m:fPr>
                              <m:ctrlPr>
                                <a:rPr lang="en-GB" sz="2400" b="0" i="1" dirty="0" smtClean="0">
                                  <a:latin typeface="Cambria Math" panose="02040503050406030204" pitchFamily="18" charset="0"/>
                                </a:rPr>
                              </m:ctrlPr>
                            </m:fPr>
                            <m:num>
                              <m:r>
                                <a:rPr lang="en-GB" sz="2400" b="0" i="1" dirty="0" smtClean="0">
                                  <a:latin typeface="Cambria Math" panose="02040503050406030204" pitchFamily="18" charset="0"/>
                                </a:rPr>
                                <m:t>14</m:t>
                              </m:r>
                            </m:num>
                            <m:den>
                              <m:r>
                                <a:rPr lang="en-GB" sz="2400" b="0" i="1" dirty="0" smtClean="0">
                                  <a:latin typeface="Cambria Math" panose="02040503050406030204" pitchFamily="18" charset="0"/>
                                </a:rPr>
                                <m:t>10</m:t>
                              </m:r>
                            </m:den>
                          </m:f>
                        </m:oMath>
                      </m:oMathPara>
                    </a14:m>
                    <a:endParaRPr lang="en-GB" sz="2400" dirty="0"/>
                  </a:p>
                </p:txBody>
              </p:sp>
            </mc:Choice>
            <mc:Fallback xmlns="">
              <p:sp>
                <p:nvSpPr>
                  <p:cNvPr id="113" name="TextBox 112">
                    <a:extLst>
                      <a:ext uri="{FF2B5EF4-FFF2-40B4-BE49-F238E27FC236}">
                        <a16:creationId xmlns:a16="http://schemas.microsoft.com/office/drawing/2014/main" id="{D4B85929-FC0E-40CD-A366-6B5B4542CC2C}"/>
                      </a:ext>
                    </a:extLst>
                  </p:cNvPr>
                  <p:cNvSpPr txBox="1">
                    <a:spLocks noRot="1" noChangeAspect="1" noMove="1" noResize="1" noEditPoints="1" noAdjustHandles="1" noChangeArrowheads="1" noChangeShapeType="1" noTextEdit="1"/>
                  </p:cNvSpPr>
                  <p:nvPr/>
                </p:nvSpPr>
                <p:spPr>
                  <a:xfrm>
                    <a:off x="1477336" y="864544"/>
                    <a:ext cx="593431" cy="584983"/>
                  </a:xfrm>
                  <a:prstGeom prst="rect">
                    <a:avLst/>
                  </a:prstGeom>
                  <a:blipFill>
                    <a:blip r:embed="rId4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E4D4A5DB-0084-4C37-9FC0-45EB752B91C9}"/>
                      </a:ext>
                    </a:extLst>
                  </p:cNvPr>
                  <p:cNvSpPr txBox="1"/>
                  <p:nvPr/>
                </p:nvSpPr>
                <p:spPr>
                  <a:xfrm>
                    <a:off x="392294" y="90544"/>
                    <a:ext cx="423513" cy="584983"/>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f>
                            <m:fPr>
                              <m:ctrlPr>
                                <a:rPr lang="en-GB" sz="2400" b="0" i="1" dirty="0" smtClean="0">
                                  <a:latin typeface="Cambria Math" panose="02040503050406030204" pitchFamily="18" charset="0"/>
                                </a:rPr>
                              </m:ctrlPr>
                            </m:fPr>
                            <m:num>
                              <m:r>
                                <a:rPr lang="en-GB" sz="2400" b="0" i="1" dirty="0" smtClean="0">
                                  <a:latin typeface="Cambria Math" panose="02040503050406030204" pitchFamily="18" charset="0"/>
                                </a:rPr>
                                <m:t>2</m:t>
                              </m:r>
                            </m:num>
                            <m:den>
                              <m:r>
                                <a:rPr lang="en-GB" sz="2400" b="0" i="1" dirty="0" smtClean="0">
                                  <a:latin typeface="Cambria Math" panose="02040503050406030204" pitchFamily="18" charset="0"/>
                                </a:rPr>
                                <m:t>8</m:t>
                              </m:r>
                            </m:den>
                          </m:f>
                        </m:oMath>
                      </m:oMathPara>
                    </a14:m>
                    <a:endParaRPr lang="en-GB" sz="2400" dirty="0"/>
                  </a:p>
                </p:txBody>
              </p:sp>
            </mc:Choice>
            <mc:Fallback xmlns="">
              <p:sp>
                <p:nvSpPr>
                  <p:cNvPr id="114" name="TextBox 113">
                    <a:extLst>
                      <a:ext uri="{FF2B5EF4-FFF2-40B4-BE49-F238E27FC236}">
                        <a16:creationId xmlns:a16="http://schemas.microsoft.com/office/drawing/2014/main" id="{E4D4A5DB-0084-4C37-9FC0-45EB752B91C9}"/>
                      </a:ext>
                    </a:extLst>
                  </p:cNvPr>
                  <p:cNvSpPr txBox="1">
                    <a:spLocks noRot="1" noChangeAspect="1" noMove="1" noResize="1" noEditPoints="1" noAdjustHandles="1" noChangeArrowheads="1" noChangeShapeType="1" noTextEdit="1"/>
                  </p:cNvSpPr>
                  <p:nvPr/>
                </p:nvSpPr>
                <p:spPr>
                  <a:xfrm>
                    <a:off x="392294" y="90544"/>
                    <a:ext cx="423513" cy="584983"/>
                  </a:xfrm>
                  <a:prstGeom prst="rect">
                    <a:avLst/>
                  </a:prstGeom>
                  <a:blipFill>
                    <a:blip r:embed="rId4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B88A0723-9A85-43C1-987D-568BF5EDED92}"/>
                      </a:ext>
                    </a:extLst>
                  </p:cNvPr>
                  <p:cNvSpPr txBox="1"/>
                  <p:nvPr/>
                </p:nvSpPr>
                <p:spPr>
                  <a:xfrm>
                    <a:off x="191118" y="995384"/>
                    <a:ext cx="825867" cy="343518"/>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GB" sz="2400" b="0" i="1" dirty="0" smtClean="0">
                              <a:latin typeface="Cambria Math" panose="02040503050406030204" pitchFamily="18" charset="0"/>
                            </a:rPr>
                            <m:t>0.14</m:t>
                          </m:r>
                        </m:oMath>
                      </m:oMathPara>
                    </a14:m>
                    <a:endParaRPr lang="en-GB" sz="2400" dirty="0"/>
                  </a:p>
                </p:txBody>
              </p:sp>
            </mc:Choice>
            <mc:Fallback xmlns="">
              <p:sp>
                <p:nvSpPr>
                  <p:cNvPr id="115" name="TextBox 114">
                    <a:extLst>
                      <a:ext uri="{FF2B5EF4-FFF2-40B4-BE49-F238E27FC236}">
                        <a16:creationId xmlns:a16="http://schemas.microsoft.com/office/drawing/2014/main" id="{B88A0723-9A85-43C1-987D-568BF5EDED92}"/>
                      </a:ext>
                    </a:extLst>
                  </p:cNvPr>
                  <p:cNvSpPr txBox="1">
                    <a:spLocks noRot="1" noChangeAspect="1" noMove="1" noResize="1" noEditPoints="1" noAdjustHandles="1" noChangeArrowheads="1" noChangeShapeType="1" noTextEdit="1"/>
                  </p:cNvSpPr>
                  <p:nvPr/>
                </p:nvSpPr>
                <p:spPr>
                  <a:xfrm>
                    <a:off x="191118" y="995384"/>
                    <a:ext cx="825867" cy="343518"/>
                  </a:xfrm>
                  <a:prstGeom prst="rect">
                    <a:avLst/>
                  </a:prstGeom>
                  <a:blipFill>
                    <a:blip r:embed="rId45"/>
                    <a:stretch>
                      <a:fillRect l="-1481"/>
                    </a:stretch>
                  </a:blipFill>
                </p:spPr>
                <p:txBody>
                  <a:bodyPr/>
                  <a:lstStyle/>
                  <a:p>
                    <a:r>
                      <a:rPr lang="en-GB">
                        <a:noFill/>
                      </a:rPr>
                      <a:t> </a:t>
                    </a:r>
                  </a:p>
                </p:txBody>
              </p:sp>
            </mc:Fallback>
          </mc:AlternateContent>
        </p:grpSp>
        <p:grpSp>
          <p:nvGrpSpPr>
            <p:cNvPr id="102" name="Group 101">
              <a:extLst>
                <a:ext uri="{FF2B5EF4-FFF2-40B4-BE49-F238E27FC236}">
                  <a16:creationId xmlns:a16="http://schemas.microsoft.com/office/drawing/2014/main" id="{E5E47CFD-59B4-4D5E-ABAC-1546B44447A3}"/>
                </a:ext>
              </a:extLst>
            </p:cNvPr>
            <p:cNvGrpSpPr/>
            <p:nvPr/>
          </p:nvGrpSpPr>
          <p:grpSpPr>
            <a:xfrm>
              <a:off x="7920193" y="4817104"/>
              <a:ext cx="1709732" cy="1826379"/>
              <a:chOff x="392293" y="90544"/>
              <a:chExt cx="1709732" cy="1358983"/>
            </a:xfrm>
          </p:grpSpPr>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31A5E7A0-EA31-48E9-A2BE-881C04868199}"/>
                      </a:ext>
                    </a:extLst>
                  </p:cNvPr>
                  <p:cNvSpPr txBox="1"/>
                  <p:nvPr/>
                </p:nvSpPr>
                <p:spPr>
                  <a:xfrm>
                    <a:off x="1446076" y="221384"/>
                    <a:ext cx="655949" cy="343518"/>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GB" sz="2400" b="0" i="1" dirty="0" smtClean="0">
                              <a:latin typeface="Cambria Math" panose="02040503050406030204" pitchFamily="18" charset="0"/>
                            </a:rPr>
                            <m:t>0.4</m:t>
                          </m:r>
                        </m:oMath>
                      </m:oMathPara>
                    </a14:m>
                    <a:endParaRPr lang="en-GB" sz="2400" dirty="0"/>
                  </a:p>
                </p:txBody>
              </p:sp>
            </mc:Choice>
            <mc:Fallback xmlns="">
              <p:sp>
                <p:nvSpPr>
                  <p:cNvPr id="103" name="TextBox 102">
                    <a:extLst>
                      <a:ext uri="{FF2B5EF4-FFF2-40B4-BE49-F238E27FC236}">
                        <a16:creationId xmlns:a16="http://schemas.microsoft.com/office/drawing/2014/main" id="{31A5E7A0-EA31-48E9-A2BE-881C04868199}"/>
                      </a:ext>
                    </a:extLst>
                  </p:cNvPr>
                  <p:cNvSpPr txBox="1">
                    <a:spLocks noRot="1" noChangeAspect="1" noMove="1" noResize="1" noEditPoints="1" noAdjustHandles="1" noChangeArrowheads="1" noChangeShapeType="1" noTextEdit="1"/>
                  </p:cNvSpPr>
                  <p:nvPr/>
                </p:nvSpPr>
                <p:spPr>
                  <a:xfrm>
                    <a:off x="1446076" y="221384"/>
                    <a:ext cx="655949" cy="343518"/>
                  </a:xfrm>
                  <a:prstGeom prst="rect">
                    <a:avLst/>
                  </a:prstGeom>
                  <a:blipFill>
                    <a:blip r:embed="rId46"/>
                    <a:stretch>
                      <a:fillRect l="-185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DED8CB02-7C3A-4C5A-A594-2B95A9DA9F8A}"/>
                      </a:ext>
                    </a:extLst>
                  </p:cNvPr>
                  <p:cNvSpPr txBox="1"/>
                  <p:nvPr/>
                </p:nvSpPr>
                <p:spPr>
                  <a:xfrm>
                    <a:off x="1477336" y="864544"/>
                    <a:ext cx="593431" cy="584983"/>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f>
                            <m:fPr>
                              <m:ctrlPr>
                                <a:rPr lang="en-GB" sz="2400" b="0" i="1" dirty="0" smtClean="0">
                                  <a:latin typeface="Cambria Math" panose="02040503050406030204" pitchFamily="18" charset="0"/>
                                </a:rPr>
                              </m:ctrlPr>
                            </m:fPr>
                            <m:num>
                              <m:r>
                                <a:rPr lang="en-GB" sz="2400" b="0" i="1" dirty="0" smtClean="0">
                                  <a:latin typeface="Cambria Math" panose="02040503050406030204" pitchFamily="18" charset="0"/>
                                </a:rPr>
                                <m:t>22</m:t>
                              </m:r>
                            </m:num>
                            <m:den>
                              <m:r>
                                <a:rPr lang="en-GB" sz="2400" b="0" i="1" dirty="0" smtClean="0">
                                  <a:latin typeface="Cambria Math" panose="02040503050406030204" pitchFamily="18" charset="0"/>
                                </a:rPr>
                                <m:t>40</m:t>
                              </m:r>
                            </m:den>
                          </m:f>
                        </m:oMath>
                      </m:oMathPara>
                    </a14:m>
                    <a:endParaRPr lang="en-GB" sz="2400" dirty="0"/>
                  </a:p>
                </p:txBody>
              </p:sp>
            </mc:Choice>
            <mc:Fallback xmlns="">
              <p:sp>
                <p:nvSpPr>
                  <p:cNvPr id="104" name="TextBox 103">
                    <a:extLst>
                      <a:ext uri="{FF2B5EF4-FFF2-40B4-BE49-F238E27FC236}">
                        <a16:creationId xmlns:a16="http://schemas.microsoft.com/office/drawing/2014/main" id="{DED8CB02-7C3A-4C5A-A594-2B95A9DA9F8A}"/>
                      </a:ext>
                    </a:extLst>
                  </p:cNvPr>
                  <p:cNvSpPr txBox="1">
                    <a:spLocks noRot="1" noChangeAspect="1" noMove="1" noResize="1" noEditPoints="1" noAdjustHandles="1" noChangeArrowheads="1" noChangeShapeType="1" noTextEdit="1"/>
                  </p:cNvSpPr>
                  <p:nvPr/>
                </p:nvSpPr>
                <p:spPr>
                  <a:xfrm>
                    <a:off x="1477336" y="864544"/>
                    <a:ext cx="593431" cy="584983"/>
                  </a:xfrm>
                  <a:prstGeom prst="rect">
                    <a:avLst/>
                  </a:prstGeom>
                  <a:blipFill>
                    <a:blip r:embed="rId4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E614934C-4B02-49BA-806A-AB919CE424A6}"/>
                      </a:ext>
                    </a:extLst>
                  </p:cNvPr>
                  <p:cNvSpPr txBox="1"/>
                  <p:nvPr/>
                </p:nvSpPr>
                <p:spPr>
                  <a:xfrm>
                    <a:off x="392293" y="90544"/>
                    <a:ext cx="423513" cy="583981"/>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f>
                            <m:fPr>
                              <m:ctrlPr>
                                <a:rPr lang="en-GB" sz="2400" b="0" i="1" dirty="0" smtClean="0">
                                  <a:latin typeface="Cambria Math" panose="02040503050406030204" pitchFamily="18" charset="0"/>
                                </a:rPr>
                              </m:ctrlPr>
                            </m:fPr>
                            <m:num>
                              <m:r>
                                <a:rPr lang="en-GB" sz="2400" b="0" i="1" dirty="0" smtClean="0">
                                  <a:latin typeface="Cambria Math" panose="02040503050406030204" pitchFamily="18" charset="0"/>
                                </a:rPr>
                                <m:t>4</m:t>
                              </m:r>
                            </m:num>
                            <m:den>
                              <m:r>
                                <a:rPr lang="en-GB" sz="2400" b="0" i="1" dirty="0" smtClean="0">
                                  <a:latin typeface="Cambria Math" panose="02040503050406030204" pitchFamily="18" charset="0"/>
                                </a:rPr>
                                <m:t>5</m:t>
                              </m:r>
                            </m:den>
                          </m:f>
                        </m:oMath>
                      </m:oMathPara>
                    </a14:m>
                    <a:endParaRPr lang="en-GB" sz="2400" dirty="0"/>
                  </a:p>
                </p:txBody>
              </p:sp>
            </mc:Choice>
            <mc:Fallback xmlns="">
              <p:sp>
                <p:nvSpPr>
                  <p:cNvPr id="105" name="TextBox 104">
                    <a:extLst>
                      <a:ext uri="{FF2B5EF4-FFF2-40B4-BE49-F238E27FC236}">
                        <a16:creationId xmlns:a16="http://schemas.microsoft.com/office/drawing/2014/main" id="{E614934C-4B02-49BA-806A-AB919CE424A6}"/>
                      </a:ext>
                    </a:extLst>
                  </p:cNvPr>
                  <p:cNvSpPr txBox="1">
                    <a:spLocks noRot="1" noChangeAspect="1" noMove="1" noResize="1" noEditPoints="1" noAdjustHandles="1" noChangeArrowheads="1" noChangeShapeType="1" noTextEdit="1"/>
                  </p:cNvSpPr>
                  <p:nvPr/>
                </p:nvSpPr>
                <p:spPr>
                  <a:xfrm>
                    <a:off x="392293" y="90544"/>
                    <a:ext cx="423513" cy="583981"/>
                  </a:xfrm>
                  <a:prstGeom prst="rect">
                    <a:avLst/>
                  </a:prstGeom>
                  <a:blipFill>
                    <a:blip r:embed="rId4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6" name="TextBox 105">
                    <a:extLst>
                      <a:ext uri="{FF2B5EF4-FFF2-40B4-BE49-F238E27FC236}">
                        <a16:creationId xmlns:a16="http://schemas.microsoft.com/office/drawing/2014/main" id="{600E259B-D057-4154-AACE-2E280D373772}"/>
                      </a:ext>
                    </a:extLst>
                  </p:cNvPr>
                  <p:cNvSpPr txBox="1"/>
                  <p:nvPr/>
                </p:nvSpPr>
                <p:spPr>
                  <a:xfrm>
                    <a:off x="392293" y="864544"/>
                    <a:ext cx="423513" cy="584983"/>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f>
                            <m:fPr>
                              <m:ctrlPr>
                                <a:rPr lang="en-GB" sz="2400" b="0" i="1" dirty="0" smtClean="0">
                                  <a:latin typeface="Cambria Math" panose="02040503050406030204" pitchFamily="18" charset="0"/>
                                </a:rPr>
                              </m:ctrlPr>
                            </m:fPr>
                            <m:num>
                              <m:r>
                                <a:rPr lang="en-GB" sz="2400" b="0" i="1" dirty="0" smtClean="0">
                                  <a:latin typeface="Cambria Math" panose="02040503050406030204" pitchFamily="18" charset="0"/>
                                </a:rPr>
                                <m:t>6</m:t>
                              </m:r>
                            </m:num>
                            <m:den>
                              <m:r>
                                <a:rPr lang="en-GB" sz="2400" b="0" i="1" dirty="0" smtClean="0">
                                  <a:latin typeface="Cambria Math" panose="02040503050406030204" pitchFamily="18" charset="0"/>
                                </a:rPr>
                                <m:t>8</m:t>
                              </m:r>
                            </m:den>
                          </m:f>
                        </m:oMath>
                      </m:oMathPara>
                    </a14:m>
                    <a:endParaRPr lang="en-GB" sz="2400" dirty="0"/>
                  </a:p>
                </p:txBody>
              </p:sp>
            </mc:Choice>
            <mc:Fallback xmlns="">
              <p:sp>
                <p:nvSpPr>
                  <p:cNvPr id="106" name="TextBox 105">
                    <a:extLst>
                      <a:ext uri="{FF2B5EF4-FFF2-40B4-BE49-F238E27FC236}">
                        <a16:creationId xmlns:a16="http://schemas.microsoft.com/office/drawing/2014/main" id="{600E259B-D057-4154-AACE-2E280D373772}"/>
                      </a:ext>
                    </a:extLst>
                  </p:cNvPr>
                  <p:cNvSpPr txBox="1">
                    <a:spLocks noRot="1" noChangeAspect="1" noMove="1" noResize="1" noEditPoints="1" noAdjustHandles="1" noChangeArrowheads="1" noChangeShapeType="1" noTextEdit="1"/>
                  </p:cNvSpPr>
                  <p:nvPr/>
                </p:nvSpPr>
                <p:spPr>
                  <a:xfrm>
                    <a:off x="392293" y="864544"/>
                    <a:ext cx="423513" cy="584983"/>
                  </a:xfrm>
                  <a:prstGeom prst="rect">
                    <a:avLst/>
                  </a:prstGeom>
                  <a:blipFill>
                    <a:blip r:embed="rId49"/>
                    <a:stretch>
                      <a:fillRect/>
                    </a:stretch>
                  </a:blipFill>
                </p:spPr>
                <p:txBody>
                  <a:bodyPr/>
                  <a:lstStyle/>
                  <a:p>
                    <a:r>
                      <a:rPr lang="en-GB">
                        <a:noFill/>
                      </a:rPr>
                      <a:t> </a:t>
                    </a:r>
                  </a:p>
                </p:txBody>
              </p:sp>
            </mc:Fallback>
          </mc:AlternateContent>
        </p:grpSp>
      </p:grpSp>
    </p:spTree>
    <p:extLst>
      <p:ext uri="{BB962C8B-B14F-4D97-AF65-F5344CB8AC3E}">
        <p14:creationId xmlns:p14="http://schemas.microsoft.com/office/powerpoint/2010/main" val="2161103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261FC34-98DE-6278-C330-2939C14573A1}"/>
              </a:ext>
            </a:extLst>
          </p:cNvPr>
          <p:cNvPicPr>
            <a:picLocks noChangeAspect="1"/>
          </p:cNvPicPr>
          <p:nvPr/>
        </p:nvPicPr>
        <p:blipFill>
          <a:blip r:embed="rId2"/>
          <a:stretch>
            <a:fillRect/>
          </a:stretch>
        </p:blipFill>
        <p:spPr>
          <a:xfrm rot="16200000">
            <a:off x="-969020" y="1042367"/>
            <a:ext cx="6855481" cy="4714245"/>
          </a:xfrm>
          <a:prstGeom prst="rect">
            <a:avLst/>
          </a:prstGeom>
        </p:spPr>
      </p:pic>
      <p:pic>
        <p:nvPicPr>
          <p:cNvPr id="8" name="Picture 7">
            <a:extLst>
              <a:ext uri="{FF2B5EF4-FFF2-40B4-BE49-F238E27FC236}">
                <a16:creationId xmlns:a16="http://schemas.microsoft.com/office/drawing/2014/main" id="{24F69125-84FE-041A-7360-47E0A5BF33B2}"/>
              </a:ext>
            </a:extLst>
          </p:cNvPr>
          <p:cNvPicPr>
            <a:picLocks noChangeAspect="1"/>
          </p:cNvPicPr>
          <p:nvPr/>
        </p:nvPicPr>
        <p:blipFill>
          <a:blip r:embed="rId2"/>
          <a:stretch>
            <a:fillRect/>
          </a:stretch>
        </p:blipFill>
        <p:spPr>
          <a:xfrm rot="16200000">
            <a:off x="4019540" y="1042366"/>
            <a:ext cx="6855481" cy="4714245"/>
          </a:xfrm>
          <a:prstGeom prst="rect">
            <a:avLst/>
          </a:prstGeom>
        </p:spPr>
      </p:pic>
    </p:spTree>
    <p:extLst>
      <p:ext uri="{BB962C8B-B14F-4D97-AF65-F5344CB8AC3E}">
        <p14:creationId xmlns:p14="http://schemas.microsoft.com/office/powerpoint/2010/main" val="35670760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49DD828-9816-48D5-8793-DAFED5357886}"/>
              </a:ext>
            </a:extLst>
          </p:cNvPr>
          <p:cNvSpPr/>
          <p:nvPr/>
        </p:nvSpPr>
        <p:spPr>
          <a:xfrm>
            <a:off x="332558" y="351880"/>
            <a:ext cx="9240883" cy="5509200"/>
          </a:xfrm>
          <a:prstGeom prst="rect">
            <a:avLst/>
          </a:prstGeom>
        </p:spPr>
        <p:txBody>
          <a:bodyPr wrap="square">
            <a:spAutoFit/>
          </a:bodyPr>
          <a:lstStyle/>
          <a:p>
            <a:pPr marL="0" indent="0" algn="ctr">
              <a:buNone/>
            </a:pPr>
            <a:r>
              <a:rPr lang="ru-RU" sz="3200" dirty="0"/>
              <a:t>Суроолор барбы?</a:t>
            </a:r>
          </a:p>
          <a:p>
            <a:pPr marL="0" indent="0" algn="ctr">
              <a:buNone/>
            </a:pPr>
            <a:r>
              <a:rPr lang="ru-RU" sz="3200" dirty="0"/>
              <a:t>Комментарийлер?</a:t>
            </a:r>
          </a:p>
          <a:p>
            <a:pPr marL="0" indent="0" algn="ctr">
              <a:buNone/>
            </a:pPr>
            <a:r>
              <a:rPr lang="ru-RU" sz="3200" dirty="0"/>
              <a:t>Сунуштар?</a:t>
            </a:r>
          </a:p>
          <a:p>
            <a:pPr marL="0" indent="0" algn="ctr">
              <a:buNone/>
            </a:pPr>
            <a:endParaRPr lang="ru-RU" sz="3200" dirty="0"/>
          </a:p>
          <a:p>
            <a:pPr marL="0" indent="0" algn="ctr">
              <a:buNone/>
            </a:pPr>
            <a:r>
              <a:rPr lang="ru-RU" sz="3200" dirty="0"/>
              <a:t>…же ката таптыңызбы!?</a:t>
            </a:r>
          </a:p>
          <a:p>
            <a:pPr marL="0" indent="0" algn="ctr">
              <a:buNone/>
            </a:pPr>
            <a:endParaRPr lang="ru-RU" sz="3200" dirty="0"/>
          </a:p>
          <a:p>
            <a:pPr marL="0" indent="0" algn="ctr">
              <a:buNone/>
            </a:pPr>
            <a:r>
              <a:rPr lang="ru-RU" sz="3200" dirty="0"/>
              <a:t>Түрдүү пикирлер үчүн ыраазычылык билдиребиз.</a:t>
            </a:r>
          </a:p>
          <a:p>
            <a:pPr marL="0" indent="0" algn="ctr">
              <a:buNone/>
            </a:pPr>
            <a:endParaRPr lang="ru-RU" sz="3200" dirty="0"/>
          </a:p>
          <a:p>
            <a:pPr marL="0" indent="0" algn="ctr">
              <a:buNone/>
            </a:pPr>
            <a:r>
              <a:rPr lang="ru-RU" sz="3200" dirty="0"/>
              <a:t>Сураныч, электрондук кат жөнөтүңүз:</a:t>
            </a:r>
          </a:p>
          <a:p>
            <a:pPr marL="0" indent="0" algn="ctr">
              <a:buNone/>
            </a:pPr>
            <a:endParaRPr lang="ru-RU" sz="3200" dirty="0"/>
          </a:p>
          <a:p>
            <a:pPr marL="0" indent="0" algn="ctr">
              <a:buNone/>
            </a:pPr>
            <a:r>
              <a:rPr lang="en-US" sz="3200" dirty="0"/>
              <a:t>mathematicskgz@gmail.com</a:t>
            </a:r>
          </a:p>
        </p:txBody>
      </p:sp>
    </p:spTree>
    <p:extLst>
      <p:ext uri="{BB962C8B-B14F-4D97-AF65-F5344CB8AC3E}">
        <p14:creationId xmlns:p14="http://schemas.microsoft.com/office/powerpoint/2010/main" val="206234693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2700">
          <a:solidFill>
            <a:schemeClr val="tx1"/>
          </a:solidFill>
        </a:ln>
      </a:spPr>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defPPr algn="ctr">
          <a:defRPr sz="195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TM04033937[[fn=Vapor Trail]]</Template>
  <TotalTime>11273</TotalTime>
  <Words>610</Words>
  <Application>Microsoft Office PowerPoint</Application>
  <PresentationFormat>A4 Paper (210x297 mm)</PresentationFormat>
  <Paragraphs>182</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Kite</dc:creator>
  <cp:lastModifiedBy>Isa Amanov</cp:lastModifiedBy>
  <cp:revision>529</cp:revision>
  <cp:lastPrinted>2024-09-03T03:08:34Z</cp:lastPrinted>
  <dcterms:created xsi:type="dcterms:W3CDTF">2017-01-17T16:57:04Z</dcterms:created>
  <dcterms:modified xsi:type="dcterms:W3CDTF">2024-09-03T03:14:59Z</dcterms:modified>
</cp:coreProperties>
</file>