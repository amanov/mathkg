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Көбөйтүү жана бөлүү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669126" y="1057850"/>
            <a:ext cx="79496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ондуктар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менен көбөйтүү жана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AF6C3247-AA4C-4929-A36C-AA8F435514A7}"/>
              </a:ext>
            </a:extLst>
          </p:cNvPr>
          <p:cNvSpPr txBox="1"/>
          <p:nvPr/>
        </p:nvSpPr>
        <p:spPr>
          <a:xfrm>
            <a:off x="658655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 × 1,9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E9B5FC-6E77-4F8F-BD03-81738BEECA3D}"/>
              </a:ext>
            </a:extLst>
          </p:cNvPr>
          <p:cNvSpPr txBox="1"/>
          <p:nvPr/>
        </p:nvSpPr>
        <p:spPr>
          <a:xfrm>
            <a:off x="7133308" y="671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2,09 × 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E11F90-D2B8-4005-8BCD-740583E65AA5}"/>
              </a:ext>
            </a:extLst>
          </p:cNvPr>
          <p:cNvSpPr txBox="1"/>
          <p:nvPr/>
        </p:nvSpPr>
        <p:spPr>
          <a:xfrm>
            <a:off x="3741771" y="2952523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× 1,12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F58C41-A1FE-4EA0-A707-BFA952EF9E38}"/>
              </a:ext>
            </a:extLst>
          </p:cNvPr>
          <p:cNvSpPr txBox="1"/>
          <p:nvPr/>
        </p:nvSpPr>
        <p:spPr>
          <a:xfrm>
            <a:off x="483127" y="5243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 × 3,72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4E47A7-54BF-4E11-8143-384ED09082C7}"/>
              </a:ext>
            </a:extLst>
          </p:cNvPr>
          <p:cNvSpPr txBox="1"/>
          <p:nvPr/>
        </p:nvSpPr>
        <p:spPr>
          <a:xfrm>
            <a:off x="7308836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× 1,3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73D8BF-2AED-419D-A2D6-D09C5E5CBDA3}"/>
              </a:ext>
            </a:extLst>
          </p:cNvPr>
          <p:cNvSpPr txBox="1"/>
          <p:nvPr/>
        </p:nvSpPr>
        <p:spPr>
          <a:xfrm>
            <a:off x="3919094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9,2 ÷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C0FABC-087B-4642-B13C-0D5E413BE991}"/>
              </a:ext>
            </a:extLst>
          </p:cNvPr>
          <p:cNvSpPr txBox="1"/>
          <p:nvPr/>
        </p:nvSpPr>
        <p:spPr>
          <a:xfrm>
            <a:off x="3743566" y="5261619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0,56 ÷ 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9D8994-7777-41C5-9127-E169EC405C79}"/>
              </a:ext>
            </a:extLst>
          </p:cNvPr>
          <p:cNvSpPr txBox="1"/>
          <p:nvPr/>
        </p:nvSpPr>
        <p:spPr>
          <a:xfrm>
            <a:off x="575531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÷ 0,5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C30A3C-B129-4F0A-9106-1AE77EACED65}"/>
              </a:ext>
            </a:extLst>
          </p:cNvPr>
          <p:cNvSpPr txBox="1"/>
          <p:nvPr/>
        </p:nvSpPr>
        <p:spPr>
          <a:xfrm>
            <a:off x="7308840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÷ 1,2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5784E5-3076-4425-AB5E-97953BD05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30" y="0"/>
            <a:ext cx="932874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0E5CDA-3CC2-4BEE-9127-1AFB16596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88268" cy="33913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B5A555-D602-45DF-9479-763D7B588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882" y="0"/>
            <a:ext cx="4888268" cy="33913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C71303-434D-4FD8-AB9F-AB29E3D04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466619"/>
            <a:ext cx="4888268" cy="3391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DC882-4830-4FFD-A5FE-74BF210B2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882" y="3466619"/>
            <a:ext cx="4888268" cy="33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156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2024-08-28T10:35:09Z</dcterms:modified>
</cp:coreProperties>
</file>