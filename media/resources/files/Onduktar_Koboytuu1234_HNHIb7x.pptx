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  <p:sldMasterId id="2147483719" r:id="rId3"/>
  </p:sldMasterIdLst>
  <p:notesMasterIdLst>
    <p:notesMasterId r:id="rId9"/>
  </p:notesMasterIdLst>
  <p:sldIdLst>
    <p:sldId id="947" r:id="rId4"/>
    <p:sldId id="944" r:id="rId5"/>
    <p:sldId id="943" r:id="rId6"/>
    <p:sldId id="945" r:id="rId7"/>
    <p:sldId id="948" r:id="rId8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9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viewProps" Target="viewProps.xml"/><Relationship Id="rId5" Type="http://schemas.openxmlformats.org/officeDocument/2006/relationships/slide" Target="slides/slide2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07/05/2024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9461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6008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8814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19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23AB513-652E-C3BF-2C4E-383119CB0C3B}"/>
              </a:ext>
            </a:extLst>
          </p:cNvPr>
          <p:cNvSpPr txBox="1">
            <a:spLocks/>
          </p:cNvSpPr>
          <p:nvPr/>
        </p:nvSpPr>
        <p:spPr>
          <a:xfrm>
            <a:off x="74930" y="1767839"/>
            <a:ext cx="9292590" cy="40433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 орундуу ондуктар – Көбөйтүү – 1234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Проектордо чагылдырып койсо болот же принтерден чыгарып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таркатып койсо болот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02B12FE2-8A2D-1F09-EA87-1A4639F06177}"/>
              </a:ext>
            </a:extLst>
          </p:cNvPr>
          <p:cNvSpPr txBox="1">
            <a:spLocks/>
          </p:cNvSpPr>
          <p:nvPr/>
        </p:nvSpPr>
        <p:spPr>
          <a:xfrm>
            <a:off x="426720" y="26955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5818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2065855" y="620727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 × 0,3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3A10E4-1681-A434-ACB9-1EB32444C33B}"/>
              </a:ext>
            </a:extLst>
          </p:cNvPr>
          <p:cNvSpPr txBox="1"/>
          <p:nvPr/>
        </p:nvSpPr>
        <p:spPr>
          <a:xfrm>
            <a:off x="6923261" y="620727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2,4 × 0,4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E9F8E-81DC-7701-82CF-5069E031DDE8}"/>
              </a:ext>
            </a:extLst>
          </p:cNvPr>
          <p:cNvSpPr txBox="1"/>
          <p:nvPr/>
        </p:nvSpPr>
        <p:spPr>
          <a:xfrm>
            <a:off x="4965564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A2AA8-0096-28AC-9E36-282FC1F88747}"/>
              </a:ext>
            </a:extLst>
          </p:cNvPr>
          <p:cNvSpPr txBox="1"/>
          <p:nvPr/>
        </p:nvSpPr>
        <p:spPr>
          <a:xfrm>
            <a:off x="1968873" y="4053884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1,8 × 1,3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CC3A2-6139-8998-85CC-2947981955D0}"/>
              </a:ext>
            </a:extLst>
          </p:cNvPr>
          <p:cNvSpPr txBox="1"/>
          <p:nvPr/>
        </p:nvSpPr>
        <p:spPr>
          <a:xfrm>
            <a:off x="11178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B64D7C-959A-5B40-52E6-331D2E9CC644}"/>
              </a:ext>
            </a:extLst>
          </p:cNvPr>
          <p:cNvSpPr txBox="1"/>
          <p:nvPr/>
        </p:nvSpPr>
        <p:spPr>
          <a:xfrm>
            <a:off x="6858338" y="4053884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0,42 × 5,8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0D3157-7CE3-C987-C30D-9127EEEA5636}"/>
              </a:ext>
            </a:extLst>
          </p:cNvPr>
          <p:cNvSpPr txBox="1"/>
          <p:nvPr/>
        </p:nvSpPr>
        <p:spPr>
          <a:xfrm>
            <a:off x="4965564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7200894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2065855" y="620727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 × 0,3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2BB8E9-F020-4BDB-BE08-EC24F9534C91}"/>
              </a:ext>
            </a:extLst>
          </p:cNvPr>
          <p:cNvSpPr txBox="1"/>
          <p:nvPr/>
        </p:nvSpPr>
        <p:spPr>
          <a:xfrm>
            <a:off x="2252606" y="1862454"/>
            <a:ext cx="508473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1,5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3A10E4-1681-A434-ACB9-1EB32444C33B}"/>
              </a:ext>
            </a:extLst>
          </p:cNvPr>
          <p:cNvSpPr txBox="1"/>
          <p:nvPr/>
        </p:nvSpPr>
        <p:spPr>
          <a:xfrm>
            <a:off x="6923261" y="620727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2,4 × 0,4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E9F8E-81DC-7701-82CF-5069E031DDE8}"/>
              </a:ext>
            </a:extLst>
          </p:cNvPr>
          <p:cNvSpPr txBox="1"/>
          <p:nvPr/>
        </p:nvSpPr>
        <p:spPr>
          <a:xfrm>
            <a:off x="4965564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0BF887-9CF9-425D-0873-F3DE78E06164}"/>
              </a:ext>
            </a:extLst>
          </p:cNvPr>
          <p:cNvSpPr txBox="1"/>
          <p:nvPr/>
        </p:nvSpPr>
        <p:spPr>
          <a:xfrm>
            <a:off x="7142071" y="1862454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0,96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A2AA8-0096-28AC-9E36-282FC1F88747}"/>
              </a:ext>
            </a:extLst>
          </p:cNvPr>
          <p:cNvSpPr txBox="1"/>
          <p:nvPr/>
        </p:nvSpPr>
        <p:spPr>
          <a:xfrm>
            <a:off x="1968873" y="4053884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1,8 × 1,3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CC3A2-6139-8998-85CC-2947981955D0}"/>
              </a:ext>
            </a:extLst>
          </p:cNvPr>
          <p:cNvSpPr txBox="1"/>
          <p:nvPr/>
        </p:nvSpPr>
        <p:spPr>
          <a:xfrm>
            <a:off x="11178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79DBD2-BBA3-0E31-04E2-41EB16DCF4F0}"/>
              </a:ext>
            </a:extLst>
          </p:cNvPr>
          <p:cNvSpPr txBox="1"/>
          <p:nvPr/>
        </p:nvSpPr>
        <p:spPr>
          <a:xfrm>
            <a:off x="2187685" y="5295611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2,34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B64D7C-959A-5B40-52E6-331D2E9CC644}"/>
              </a:ext>
            </a:extLst>
          </p:cNvPr>
          <p:cNvSpPr txBox="1"/>
          <p:nvPr/>
        </p:nvSpPr>
        <p:spPr>
          <a:xfrm>
            <a:off x="6858338" y="4053884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0,42 × 5,8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0D3157-7CE3-C987-C30D-9127EEEA5636}"/>
              </a:ext>
            </a:extLst>
          </p:cNvPr>
          <p:cNvSpPr txBox="1"/>
          <p:nvPr/>
        </p:nvSpPr>
        <p:spPr>
          <a:xfrm>
            <a:off x="4965564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67D0D5-E98C-EA64-D13F-DC9234B98613}"/>
              </a:ext>
            </a:extLst>
          </p:cNvPr>
          <p:cNvSpPr txBox="1"/>
          <p:nvPr/>
        </p:nvSpPr>
        <p:spPr>
          <a:xfrm>
            <a:off x="7077150" y="5295611"/>
            <a:ext cx="768159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2,436</a:t>
            </a:r>
          </a:p>
        </p:txBody>
      </p:sp>
    </p:spTree>
    <p:extLst>
      <p:ext uri="{BB962C8B-B14F-4D97-AF65-F5344CB8AC3E}">
        <p14:creationId xmlns:p14="http://schemas.microsoft.com/office/powerpoint/2010/main" val="173669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5" grpId="0" animBg="1"/>
      <p:bldP spid="8" grpId="0" animBg="1"/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233506-D048-2509-04E3-960456148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46185" y="1158185"/>
            <a:ext cx="6508320" cy="45416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073440-7971-5A4A-0493-1D541EB5B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243862" y="1158182"/>
            <a:ext cx="6508324" cy="4541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3992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24600"/>
            <a:ext cx="9240883" cy="5201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02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50000"/>
            </a:schemeClr>
          </a:solidFill>
          <a:headEnd type="arrow" w="sm" len="sm"/>
          <a:tailEnd type="arrow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10541</TotalTime>
  <Words>114</Words>
  <Application>Microsoft Office PowerPoint</Application>
  <PresentationFormat>A4 Paper (210x297 mm)</PresentationFormat>
  <Paragraphs>46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Calibri</vt:lpstr>
      <vt:lpstr>Arial</vt:lpstr>
      <vt:lpstr>Calibri Light</vt:lpstr>
      <vt:lpstr>Office Theme</vt:lpstr>
      <vt:lpstr>1_Office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528</cp:revision>
  <cp:lastPrinted>2017-12-31T22:38:51Z</cp:lastPrinted>
  <dcterms:created xsi:type="dcterms:W3CDTF">2017-01-17T16:57:04Z</dcterms:created>
  <dcterms:modified xsi:type="dcterms:W3CDTF">2024-05-07T08:44:36Z</dcterms:modified>
</cp:coreProperties>
</file>