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46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00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81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1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× 0.3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61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2.4 × 0.4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68873" y="405388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1.8 × 1.3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858338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0.42 × 5.8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2008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× 0.3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252606" y="186245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61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2.4 × 0.4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142071" y="186245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0.96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68873" y="405388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1.8 × 1.3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187685" y="529561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2.34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858338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0.42 × 5.8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077150" y="5295611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2.436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233506-D048-2509-04E3-960456148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6185" y="1158185"/>
            <a:ext cx="6508320" cy="45416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073440-7971-5A4A-0493-1D541EB5B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43862" y="1158182"/>
            <a:ext cx="6508324" cy="45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9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10541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2024-05-07T08:44:36Z</dcterms:modified>
</cp:coreProperties>
</file>