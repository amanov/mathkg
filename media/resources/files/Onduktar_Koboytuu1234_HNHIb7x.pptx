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19" r:id="rId3"/>
  </p:sldMasterIdLst>
  <p:notesMasterIdLst>
    <p:notesMasterId r:id="rId9"/>
  </p:notesMasterIdLst>
  <p:sldIdLst>
    <p:sldId id="947" r:id="rId4"/>
    <p:sldId id="944" r:id="rId5"/>
    <p:sldId id="943" r:id="rId6"/>
    <p:sldId id="945" r:id="rId7"/>
    <p:sldId id="948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07/05/2024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9461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008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8814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19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орундуу ондуктар – Көбөйтүү – 1234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2065855" y="620727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 × 0.3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6923261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2.4 × 0.4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1968873" y="4053884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1.8 × 1.3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6858338" y="4053884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0.42 × 5.8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7200894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2065855" y="620727"/>
            <a:ext cx="8819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 × 0.3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2BB8E9-F020-4BDB-BE08-EC24F9534C91}"/>
              </a:ext>
            </a:extLst>
          </p:cNvPr>
          <p:cNvSpPr txBox="1"/>
          <p:nvPr/>
        </p:nvSpPr>
        <p:spPr>
          <a:xfrm>
            <a:off x="2252606" y="1862454"/>
            <a:ext cx="50847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1.5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6923261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2.4 × 0.4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0BF887-9CF9-425D-0873-F3DE78E06164}"/>
              </a:ext>
            </a:extLst>
          </p:cNvPr>
          <p:cNvSpPr txBox="1"/>
          <p:nvPr/>
        </p:nvSpPr>
        <p:spPr>
          <a:xfrm>
            <a:off x="7142071" y="186245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0.96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1968873" y="4053884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1.8 × 1.3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79DBD2-BBA3-0E31-04E2-41EB16DCF4F0}"/>
              </a:ext>
            </a:extLst>
          </p:cNvPr>
          <p:cNvSpPr txBox="1"/>
          <p:nvPr/>
        </p:nvSpPr>
        <p:spPr>
          <a:xfrm>
            <a:off x="2187685" y="5295611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2.34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6858338" y="4053884"/>
            <a:ext cx="12057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0.42 × 5.8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67D0D5-E98C-EA64-D13F-DC9234B98613}"/>
              </a:ext>
            </a:extLst>
          </p:cNvPr>
          <p:cNvSpPr txBox="1"/>
          <p:nvPr/>
        </p:nvSpPr>
        <p:spPr>
          <a:xfrm>
            <a:off x="7077150" y="5295611"/>
            <a:ext cx="768159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2.436</a:t>
            </a:r>
          </a:p>
        </p:txBody>
      </p:sp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5" grpId="0" animBg="1"/>
      <p:bldP spid="8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233506-D048-2509-04E3-960456148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46185" y="1158185"/>
            <a:ext cx="6508320" cy="45416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073440-7971-5A4A-0493-1D541EB5B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243862" y="1158182"/>
            <a:ext cx="6508324" cy="4541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399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sm" len="sm"/>
          <a:tailEnd type="arrow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10541</TotalTime>
  <Words>114</Words>
  <Application>Microsoft Office PowerPoint</Application>
  <PresentationFormat>A4 Paper (210x297 mm)</PresentationFormat>
  <Paragraphs>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</vt:lpstr>
      <vt:lpstr>Arial</vt:lpstr>
      <vt:lpstr>Calibri Light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528</cp:revision>
  <cp:lastPrinted>2017-12-31T22:38:51Z</cp:lastPrinted>
  <dcterms:created xsi:type="dcterms:W3CDTF">2017-01-17T16:57:04Z</dcterms:created>
  <dcterms:modified xsi:type="dcterms:W3CDTF">2024-05-07T08:44:36Z</dcterms:modified>
</cp:coreProperties>
</file>