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1" r:id="rId2"/>
    <p:sldId id="945" r:id="rId3"/>
    <p:sldId id="944" r:id="rId4"/>
    <p:sldId id="946" r:id="rId5"/>
    <p:sldId id="952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0C89CAEC-A8C2-4EB0-8E1C-704134C34027}">
          <p14:sldIdLst>
            <p14:sldId id="951"/>
          </p14:sldIdLst>
        </p14:section>
        <p14:section name="Көрсөтүүгө" id="{059544AC-2C27-45B1-9F95-F87DF8854DD6}">
          <p14:sldIdLst>
            <p14:sldId id="945"/>
          </p14:sldIdLst>
        </p14:section>
        <p14:section name="Жооптор" id="{1FEDB314-42DC-4694-9B04-D4A4AAE625F7}">
          <p14:sldIdLst>
            <p14:sldId id="944"/>
          </p14:sldIdLst>
        </p14:section>
        <p14:section name="Өз алдынча иштоо баракчалары" id="{A78D9305-6AAE-4715-A210-52F6908F30F7}">
          <p14:sldIdLst>
            <p14:sldId id="946"/>
          </p14:sldIdLst>
        </p14:section>
        <p14:section name="Кайтарым байоаныш" id="{C294891A-7DD8-4F33-8B92-7595612B80E5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FFFF"/>
    <a:srgbClr val="00B050"/>
    <a:srgbClr val="2E75B6"/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5.png"/><Relationship Id="rId39" Type="http://schemas.openxmlformats.org/officeDocument/2006/relationships/image" Target="../media/image22.png"/><Relationship Id="rId21" Type="http://schemas.openxmlformats.org/officeDocument/2006/relationships/image" Target="../media/image18.png"/><Relationship Id="rId42" Type="http://schemas.openxmlformats.org/officeDocument/2006/relationships/image" Target="../media/image25.png"/><Relationship Id="rId47" Type="http://schemas.openxmlformats.org/officeDocument/2006/relationships/image" Target="../media/image30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4.png"/><Relationship Id="rId38" Type="http://schemas.openxmlformats.org/officeDocument/2006/relationships/image" Target="../media/image38.png"/><Relationship Id="rId46" Type="http://schemas.openxmlformats.org/officeDocument/2006/relationships/image" Target="../media/image29.png"/><Relationship Id="rId16" Type="http://schemas.openxmlformats.org/officeDocument/2006/relationships/image" Target="../media/image10.png"/><Relationship Id="rId20" Type="http://schemas.openxmlformats.org/officeDocument/2006/relationships/image" Target="../media/image17.png"/><Relationship Id="rId41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1.png"/><Relationship Id="rId40" Type="http://schemas.openxmlformats.org/officeDocument/2006/relationships/image" Target="../media/image23.png"/><Relationship Id="rId45" Type="http://schemas.openxmlformats.org/officeDocument/2006/relationships/image" Target="../media/image28.png"/><Relationship Id="rId5" Type="http://schemas.openxmlformats.org/officeDocument/2006/relationships/image" Target="../media/image5.png"/><Relationship Id="rId15" Type="http://schemas.openxmlformats.org/officeDocument/2006/relationships/image" Target="../media/image9.png"/><Relationship Id="rId23" Type="http://schemas.openxmlformats.org/officeDocument/2006/relationships/image" Target="../media/image20.png"/><Relationship Id="rId19" Type="http://schemas.openxmlformats.org/officeDocument/2006/relationships/image" Target="../media/image16.png"/><Relationship Id="rId44" Type="http://schemas.openxmlformats.org/officeDocument/2006/relationships/image" Target="../media/image27.png"/><Relationship Id="rId14" Type="http://schemas.openxmlformats.org/officeDocument/2006/relationships/image" Target="../media/image8.png"/><Relationship Id="rId22" Type="http://schemas.openxmlformats.org/officeDocument/2006/relationships/image" Target="../media/image19.png"/><Relationship Id="rId43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32.png"/><Relationship Id="rId26" Type="http://schemas.openxmlformats.org/officeDocument/2006/relationships/image" Target="../media/image39.png"/><Relationship Id="rId21" Type="http://schemas.openxmlformats.org/officeDocument/2006/relationships/image" Target="../media/image35.png"/><Relationship Id="rId42" Type="http://schemas.openxmlformats.org/officeDocument/2006/relationships/image" Target="../media/image40.png"/><Relationship Id="rId47" Type="http://schemas.openxmlformats.org/officeDocument/2006/relationships/image" Target="../media/image46.png"/><Relationship Id="rId50" Type="http://schemas.openxmlformats.org/officeDocument/2006/relationships/image" Target="../media/image43.png"/><Relationship Id="rId55" Type="http://schemas.openxmlformats.org/officeDocument/2006/relationships/image" Target="../media/image53.png"/><Relationship Id="rId63" Type="http://schemas.openxmlformats.org/officeDocument/2006/relationships/image" Target="../media/image49.png"/><Relationship Id="rId68" Type="http://schemas.openxmlformats.org/officeDocument/2006/relationships/image" Target="../media/image56.png"/><Relationship Id="rId76" Type="http://schemas.openxmlformats.org/officeDocument/2006/relationships/image" Target="../media/image64.png"/><Relationship Id="rId84" Type="http://schemas.openxmlformats.org/officeDocument/2006/relationships/image" Target="../media/image72.png"/><Relationship Id="rId17" Type="http://schemas.openxmlformats.org/officeDocument/2006/relationships/image" Target="../media/image31.png"/><Relationship Id="rId25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2.png"/><Relationship Id="rId67" Type="http://schemas.openxmlformats.org/officeDocument/2006/relationships/image" Target="../media/image55.png"/><Relationship Id="rId71" Type="http://schemas.openxmlformats.org/officeDocument/2006/relationships/image" Target="../media/image59.png"/><Relationship Id="rId16" Type="http://schemas.openxmlformats.org/officeDocument/2006/relationships/image" Target="../media/image160.png"/><Relationship Id="rId20" Type="http://schemas.openxmlformats.org/officeDocument/2006/relationships/image" Target="../media/image34.png"/><Relationship Id="rId41" Type="http://schemas.openxmlformats.org/officeDocument/2006/relationships/image" Target="../media/image41.png"/><Relationship Id="rId62" Type="http://schemas.openxmlformats.org/officeDocument/2006/relationships/image" Target="../media/image48.png"/><Relationship Id="rId70" Type="http://schemas.openxmlformats.org/officeDocument/2006/relationships/image" Target="../media/image58.png"/><Relationship Id="rId75" Type="http://schemas.openxmlformats.org/officeDocument/2006/relationships/image" Target="../media/image63.png"/><Relationship Id="rId83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37" Type="http://schemas.openxmlformats.org/officeDocument/2006/relationships/image" Target="../media/image370.png"/><Relationship Id="rId53" Type="http://schemas.openxmlformats.org/officeDocument/2006/relationships/image" Target="../media/image51.png"/><Relationship Id="rId58" Type="http://schemas.openxmlformats.org/officeDocument/2006/relationships/image" Target="../media/image1.png"/><Relationship Id="rId66" Type="http://schemas.openxmlformats.org/officeDocument/2006/relationships/image" Target="../media/image54.png"/><Relationship Id="rId74" Type="http://schemas.openxmlformats.org/officeDocument/2006/relationships/image" Target="../media/image62.png"/><Relationship Id="rId79" Type="http://schemas.openxmlformats.org/officeDocument/2006/relationships/image" Target="../media/image67.png"/><Relationship Id="rId15" Type="http://schemas.openxmlformats.org/officeDocument/2006/relationships/image" Target="../media/image150.png"/><Relationship Id="rId36" Type="http://schemas.openxmlformats.org/officeDocument/2006/relationships/image" Target="../media/image360.png"/><Relationship Id="rId57" Type="http://schemas.openxmlformats.org/officeDocument/2006/relationships/image" Target="../media/image47.png"/><Relationship Id="rId61" Type="http://schemas.openxmlformats.org/officeDocument/2006/relationships/image" Target="../media/image4.png"/><Relationship Id="rId82" Type="http://schemas.openxmlformats.org/officeDocument/2006/relationships/image" Target="../media/image70.png"/><Relationship Id="rId10" Type="http://schemas.openxmlformats.org/officeDocument/2006/relationships/image" Target="../media/image100.png"/><Relationship Id="rId19" Type="http://schemas.openxmlformats.org/officeDocument/2006/relationships/image" Target="../media/image33.png"/><Relationship Id="rId60" Type="http://schemas.openxmlformats.org/officeDocument/2006/relationships/image" Target="../media/image3.png"/><Relationship Id="rId65" Type="http://schemas.openxmlformats.org/officeDocument/2006/relationships/image" Target="../media/image52.png"/><Relationship Id="rId73" Type="http://schemas.openxmlformats.org/officeDocument/2006/relationships/image" Target="../media/image61.png"/><Relationship Id="rId78" Type="http://schemas.openxmlformats.org/officeDocument/2006/relationships/image" Target="../media/image66.png"/><Relationship Id="rId81" Type="http://schemas.openxmlformats.org/officeDocument/2006/relationships/image" Target="../media/image69.png"/><Relationship Id="rId9" Type="http://schemas.openxmlformats.org/officeDocument/2006/relationships/image" Target="../media/image90.png"/><Relationship Id="rId14" Type="http://schemas.openxmlformats.org/officeDocument/2006/relationships/image" Target="../media/image140.png"/><Relationship Id="rId22" Type="http://schemas.openxmlformats.org/officeDocument/2006/relationships/image" Target="../media/image36.png"/><Relationship Id="rId35" Type="http://schemas.openxmlformats.org/officeDocument/2006/relationships/image" Target="../media/image350.png"/><Relationship Id="rId43" Type="http://schemas.openxmlformats.org/officeDocument/2006/relationships/image" Target="../media/image42.png"/><Relationship Id="rId64" Type="http://schemas.openxmlformats.org/officeDocument/2006/relationships/image" Target="../media/image50.png"/><Relationship Id="rId69" Type="http://schemas.openxmlformats.org/officeDocument/2006/relationships/image" Target="../media/image57.png"/><Relationship Id="rId77" Type="http://schemas.openxmlformats.org/officeDocument/2006/relationships/image" Target="../media/image65.png"/><Relationship Id="rId8" Type="http://schemas.openxmlformats.org/officeDocument/2006/relationships/image" Target="../media/image80.png"/><Relationship Id="rId51" Type="http://schemas.openxmlformats.org/officeDocument/2006/relationships/image" Target="../media/image44.png"/><Relationship Id="rId72" Type="http://schemas.openxmlformats.org/officeDocument/2006/relationships/image" Target="../media/image60.png"/><Relationship Id="rId80" Type="http://schemas.openxmlformats.org/officeDocument/2006/relationships/image" Target="../media/image6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Бөлчөктөрдү, ондуктарды жана пайыздарды ирээттөө –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9504" y="579120"/>
            <a:ext cx="3020256" cy="615696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56744" y="579120"/>
            <a:ext cx="3020256" cy="615696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73984" y="579120"/>
            <a:ext cx="3020256" cy="615696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D0A964-A68D-4A00-B9C8-5AA9F99842DE}"/>
              </a:ext>
            </a:extLst>
          </p:cNvPr>
          <p:cNvSpPr txBox="1"/>
          <p:nvPr/>
        </p:nvSpPr>
        <p:spPr>
          <a:xfrm>
            <a:off x="271839" y="635076"/>
            <a:ext cx="2663614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Б</a:t>
            </a:r>
            <a:r>
              <a:rPr lang="ky-KG" sz="2000" dirty="0"/>
              <a:t>ерилген</a:t>
            </a:r>
            <a:r>
              <a:rPr lang="ru-RU" sz="2000" dirty="0"/>
              <a:t> сандарды </a:t>
            </a:r>
          </a:p>
          <a:p>
            <a:pPr algn="ctr"/>
            <a:r>
              <a:rPr lang="ru-RU" sz="2000" b="1" dirty="0"/>
              <a:t>кичинеден чоңго </a:t>
            </a:r>
            <a:r>
              <a:rPr lang="ru-RU" sz="2000" dirty="0"/>
              <a:t>карай </a:t>
            </a:r>
          </a:p>
          <a:p>
            <a:pPr algn="ctr"/>
            <a:r>
              <a:rPr lang="ru-RU" sz="2000" dirty="0"/>
              <a:t>ирээттеңиз.</a:t>
            </a: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270866" y="17703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6465AA-DA06-4EB5-A06B-93E92066E361}"/>
                  </a:ext>
                </a:extLst>
              </p:cNvPr>
              <p:cNvSpPr txBox="1"/>
              <p:nvPr/>
            </p:nvSpPr>
            <p:spPr>
              <a:xfrm>
                <a:off x="2389588" y="1770364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08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6465AA-DA06-4EB5-A06B-93E92066E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588" y="1770364"/>
                <a:ext cx="538609" cy="307777"/>
              </a:xfrm>
              <a:prstGeom prst="rect">
                <a:avLst/>
              </a:prstGeom>
              <a:blipFill>
                <a:blip r:embed="rId5"/>
                <a:stretch>
                  <a:fillRect l="-11364" r="-10227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BA9A55-95E5-462A-91E1-7A14832BD39D}"/>
                  </a:ext>
                </a:extLst>
              </p:cNvPr>
              <p:cNvSpPr txBox="1"/>
              <p:nvPr/>
            </p:nvSpPr>
            <p:spPr>
              <a:xfrm>
                <a:off x="726122" y="17703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EBA9A55-95E5-462A-91E1-7A14832BD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22" y="1770364"/>
                <a:ext cx="570669" cy="307777"/>
              </a:xfrm>
              <a:prstGeom prst="rect">
                <a:avLst/>
              </a:prstGeom>
              <a:blipFill>
                <a:blip r:embed="rId6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55F4DB-3391-4FA0-B610-170F6C2556F5}"/>
                  </a:ext>
                </a:extLst>
              </p:cNvPr>
              <p:cNvSpPr txBox="1"/>
              <p:nvPr/>
            </p:nvSpPr>
            <p:spPr>
              <a:xfrm>
                <a:off x="1768997" y="1635135"/>
                <a:ext cx="200376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55F4DB-3391-4FA0-B610-170F6C255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997" y="1635135"/>
                <a:ext cx="200376" cy="5782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986BC234-5505-4D75-868E-0BF9F7575ABA}"/>
              </a:ext>
            </a:extLst>
          </p:cNvPr>
          <p:cNvSpPr txBox="1"/>
          <p:nvPr/>
        </p:nvSpPr>
        <p:spPr>
          <a:xfrm>
            <a:off x="270866" y="35991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3428514-702D-4B4B-9B36-312A7A22EE71}"/>
                  </a:ext>
                </a:extLst>
              </p:cNvPr>
              <p:cNvSpPr txBox="1"/>
              <p:nvPr/>
            </p:nvSpPr>
            <p:spPr>
              <a:xfrm>
                <a:off x="756811" y="3599164"/>
                <a:ext cx="3959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3428514-702D-4B4B-9B36-312A7A22E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11" y="3599164"/>
                <a:ext cx="395942" cy="307777"/>
              </a:xfrm>
              <a:prstGeom prst="rect">
                <a:avLst/>
              </a:prstGeom>
              <a:blipFill>
                <a:blip r:embed="rId11"/>
                <a:stretch>
                  <a:fillRect l="-13846" r="-15385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74B17EF-1B04-49A8-844A-93F14DB06473}"/>
                  </a:ext>
                </a:extLst>
              </p:cNvPr>
              <p:cNvSpPr txBox="1"/>
              <p:nvPr/>
            </p:nvSpPr>
            <p:spPr>
              <a:xfrm>
                <a:off x="1603646" y="35991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74B17EF-1B04-49A8-844A-93F14DB06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646" y="3599164"/>
                <a:ext cx="570669" cy="307777"/>
              </a:xfrm>
              <a:prstGeom prst="rect">
                <a:avLst/>
              </a:prstGeom>
              <a:blipFill>
                <a:blip r:embed="rId12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532A9DE-87E6-45CC-9C5D-5382F89AB264}"/>
                  </a:ext>
                </a:extLst>
              </p:cNvPr>
              <p:cNvSpPr txBox="1"/>
              <p:nvPr/>
            </p:nvSpPr>
            <p:spPr>
              <a:xfrm>
                <a:off x="2553874" y="3463935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532A9DE-87E6-45CC-9C5D-5382F89AB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874" y="3463935"/>
                <a:ext cx="343043" cy="57823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0C19F8DB-341E-493A-8226-58D0965F3FF7}"/>
              </a:ext>
            </a:extLst>
          </p:cNvPr>
          <p:cNvSpPr txBox="1"/>
          <p:nvPr/>
        </p:nvSpPr>
        <p:spPr>
          <a:xfrm>
            <a:off x="270866" y="54279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6ECCC36-2DD4-4C14-A97E-ABDB2751AA38}"/>
                  </a:ext>
                </a:extLst>
              </p:cNvPr>
              <p:cNvSpPr txBox="1"/>
              <p:nvPr/>
            </p:nvSpPr>
            <p:spPr>
              <a:xfrm>
                <a:off x="756811" y="5427964"/>
                <a:ext cx="3959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6ECCC36-2DD4-4C14-A97E-ABDB2751A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11" y="5427964"/>
                <a:ext cx="395942" cy="307777"/>
              </a:xfrm>
              <a:prstGeom prst="rect">
                <a:avLst/>
              </a:prstGeom>
              <a:blipFill>
                <a:blip r:embed="rId14"/>
                <a:stretch>
                  <a:fillRect l="-13846" r="-15385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1D2C7EC-8718-4A3F-8F21-2C2F4449AECB}"/>
                  </a:ext>
                </a:extLst>
              </p:cNvPr>
              <p:cNvSpPr txBox="1"/>
              <p:nvPr/>
            </p:nvSpPr>
            <p:spPr>
              <a:xfrm>
                <a:off x="1603646" y="54279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1D2C7EC-8718-4A3F-8F21-2C2F4449A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646" y="5427964"/>
                <a:ext cx="570669" cy="307777"/>
              </a:xfrm>
              <a:prstGeom prst="rect">
                <a:avLst/>
              </a:prstGeom>
              <a:blipFill>
                <a:blip r:embed="rId15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B134C3E-1A70-4141-BADC-A2621217562D}"/>
                  </a:ext>
                </a:extLst>
              </p:cNvPr>
              <p:cNvSpPr txBox="1"/>
              <p:nvPr/>
            </p:nvSpPr>
            <p:spPr>
              <a:xfrm>
                <a:off x="2625207" y="5292735"/>
                <a:ext cx="200376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B134C3E-1A70-4141-BADC-A26212175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207" y="5292735"/>
                <a:ext cx="200376" cy="57823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517CF9D5-E23E-409F-948E-072507AEF17A}"/>
              </a:ext>
            </a:extLst>
          </p:cNvPr>
          <p:cNvSpPr txBox="1"/>
          <p:nvPr/>
        </p:nvSpPr>
        <p:spPr>
          <a:xfrm>
            <a:off x="3595704" y="753986"/>
            <a:ext cx="2748252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Б</a:t>
            </a:r>
            <a:r>
              <a:rPr lang="ky-KG" sz="2000" dirty="0"/>
              <a:t>ерилген</a:t>
            </a:r>
            <a:r>
              <a:rPr lang="ru-RU" sz="2000" dirty="0"/>
              <a:t> сандарды </a:t>
            </a:r>
            <a:r>
              <a:rPr lang="ru-RU" sz="2000" b="1" dirty="0"/>
              <a:t>өсүү</a:t>
            </a:r>
            <a:r>
              <a:rPr lang="ru-RU" sz="2000" dirty="0"/>
              <a:t> </a:t>
            </a:r>
          </a:p>
          <a:p>
            <a:pPr algn="ctr"/>
            <a:r>
              <a:rPr lang="ru-RU" sz="2000" dirty="0"/>
              <a:t>тартибин</a:t>
            </a:r>
            <a:r>
              <a:rPr lang="ky-KG" sz="2000" dirty="0"/>
              <a:t>д</a:t>
            </a:r>
            <a:r>
              <a:rPr lang="ru-RU" sz="2000" dirty="0"/>
              <a:t>е ирээттеңиз.</a:t>
            </a:r>
            <a:endParaRPr lang="en-GB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4966B30-D341-4B4C-8A15-15140495577B}"/>
              </a:ext>
            </a:extLst>
          </p:cNvPr>
          <p:cNvSpPr txBox="1"/>
          <p:nvPr/>
        </p:nvSpPr>
        <p:spPr>
          <a:xfrm>
            <a:off x="3579331" y="17703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98F999D-65BC-4A80-B3CE-5ABB5EB533AC}"/>
                  </a:ext>
                </a:extLst>
              </p:cNvPr>
              <p:cNvSpPr txBox="1"/>
              <p:nvPr/>
            </p:nvSpPr>
            <p:spPr>
              <a:xfrm>
                <a:off x="4845386" y="1770364"/>
                <a:ext cx="3959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98F999D-65BC-4A80-B3CE-5ABB5EB53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386" y="1770364"/>
                <a:ext cx="395942" cy="307777"/>
              </a:xfrm>
              <a:prstGeom prst="rect">
                <a:avLst/>
              </a:prstGeom>
              <a:blipFill>
                <a:blip r:embed="rId17"/>
                <a:stretch>
                  <a:fillRect l="-15385" r="-13846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C7F4F45-D97C-408E-8E43-EF90DBA89011}"/>
                  </a:ext>
                </a:extLst>
              </p:cNvPr>
              <p:cNvSpPr txBox="1"/>
              <p:nvPr/>
            </p:nvSpPr>
            <p:spPr>
              <a:xfrm>
                <a:off x="5685195" y="17703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C7F4F45-D97C-408E-8E43-EF90DBA89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195" y="1770364"/>
                <a:ext cx="570669" cy="307777"/>
              </a:xfrm>
              <a:prstGeom prst="rect">
                <a:avLst/>
              </a:prstGeom>
              <a:blipFill>
                <a:blip r:embed="rId18"/>
                <a:stretch>
                  <a:fillRect l="-10753" r="-10753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FC5A9C8-C52C-467C-8487-5A2454D7EA82}"/>
                  </a:ext>
                </a:extLst>
              </p:cNvPr>
              <p:cNvSpPr txBox="1"/>
              <p:nvPr/>
            </p:nvSpPr>
            <p:spPr>
              <a:xfrm>
                <a:off x="4058477" y="1635135"/>
                <a:ext cx="343043" cy="5762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FC5A9C8-C52C-467C-8487-5A2454D7E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477" y="1635135"/>
                <a:ext cx="343043" cy="57624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8533C40C-9CFB-4612-878F-39FC12913BBB}"/>
              </a:ext>
            </a:extLst>
          </p:cNvPr>
          <p:cNvSpPr txBox="1"/>
          <p:nvPr/>
        </p:nvSpPr>
        <p:spPr>
          <a:xfrm>
            <a:off x="3579331" y="35991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FB01D1D-274D-4648-87E5-4CB09BFEEA79}"/>
                  </a:ext>
                </a:extLst>
              </p:cNvPr>
              <p:cNvSpPr txBox="1"/>
              <p:nvPr/>
            </p:nvSpPr>
            <p:spPr>
              <a:xfrm>
                <a:off x="5714678" y="3549287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FB01D1D-274D-4648-87E5-4CB09BFEE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678" y="3549287"/>
                <a:ext cx="538609" cy="307777"/>
              </a:xfrm>
              <a:prstGeom prst="rect">
                <a:avLst/>
              </a:prstGeom>
              <a:blipFill>
                <a:blip r:embed="rId20"/>
                <a:stretch>
                  <a:fillRect l="-10112" r="-10112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7376968-2313-4A0F-A4F7-C89ED0F59109}"/>
                  </a:ext>
                </a:extLst>
              </p:cNvPr>
              <p:cNvSpPr txBox="1"/>
              <p:nvPr/>
            </p:nvSpPr>
            <p:spPr>
              <a:xfrm>
                <a:off x="4894889" y="3463935"/>
                <a:ext cx="343043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7376968-2313-4A0F-A4F7-C89ED0F59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889" y="3463935"/>
                <a:ext cx="343043" cy="57817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138937FB-A822-4B60-AFBB-B847681972E4}"/>
              </a:ext>
            </a:extLst>
          </p:cNvPr>
          <p:cNvSpPr txBox="1"/>
          <p:nvPr/>
        </p:nvSpPr>
        <p:spPr>
          <a:xfrm>
            <a:off x="3579331" y="54279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0BCACB8-AE4C-44B0-8C51-847D9BE5C628}"/>
                  </a:ext>
                </a:extLst>
              </p:cNvPr>
              <p:cNvSpPr txBox="1"/>
              <p:nvPr/>
            </p:nvSpPr>
            <p:spPr>
              <a:xfrm>
                <a:off x="5676595" y="5427964"/>
                <a:ext cx="6812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145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B0BCACB8-AE4C-44B0-8C51-847D9BE5C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595" y="5427964"/>
                <a:ext cx="681277" cy="307777"/>
              </a:xfrm>
              <a:prstGeom prst="rect">
                <a:avLst/>
              </a:prstGeom>
              <a:blipFill>
                <a:blip r:embed="rId22"/>
                <a:stretch>
                  <a:fillRect l="-8036" r="-8036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242C7B2-42CD-449B-BE61-F661C5F0C69F}"/>
                  </a:ext>
                </a:extLst>
              </p:cNvPr>
              <p:cNvSpPr txBox="1"/>
              <p:nvPr/>
            </p:nvSpPr>
            <p:spPr>
              <a:xfrm>
                <a:off x="4006024" y="54279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242C7B2-42CD-449B-BE61-F661C5F0C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024" y="5427964"/>
                <a:ext cx="570669" cy="307777"/>
              </a:xfrm>
              <a:prstGeom prst="rect">
                <a:avLst/>
              </a:prstGeom>
              <a:blipFill>
                <a:blip r:embed="rId23"/>
                <a:stretch>
                  <a:fillRect l="-10638" r="-10638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C215B6A-1CD2-4DBF-892B-101CD5C5FF20}"/>
                  </a:ext>
                </a:extLst>
              </p:cNvPr>
              <p:cNvSpPr txBox="1"/>
              <p:nvPr/>
            </p:nvSpPr>
            <p:spPr>
              <a:xfrm>
                <a:off x="4883789" y="5292735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C215B6A-1CD2-4DBF-892B-101CD5C5F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3789" y="5292735"/>
                <a:ext cx="485710" cy="57823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DEAAA7E0-C3C0-458B-A023-09FF220DE798}"/>
              </a:ext>
            </a:extLst>
          </p:cNvPr>
          <p:cNvSpPr txBox="1"/>
          <p:nvPr/>
        </p:nvSpPr>
        <p:spPr>
          <a:xfrm>
            <a:off x="7170260" y="669526"/>
            <a:ext cx="2216055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Б</a:t>
            </a:r>
            <a:r>
              <a:rPr lang="ky-KG" sz="2000" dirty="0"/>
              <a:t>ерилген</a:t>
            </a:r>
            <a:r>
              <a:rPr lang="ru-RU" sz="2000" dirty="0"/>
              <a:t> сандарды </a:t>
            </a:r>
          </a:p>
          <a:p>
            <a:pPr algn="ctr"/>
            <a:r>
              <a:rPr lang="ru-RU" sz="2000" b="1" dirty="0"/>
              <a:t>кемүү</a:t>
            </a:r>
            <a:r>
              <a:rPr lang="ru-RU" sz="2000" dirty="0"/>
              <a:t> тартибинде </a:t>
            </a:r>
          </a:p>
          <a:p>
            <a:pPr algn="ctr"/>
            <a:r>
              <a:rPr lang="ru-RU" sz="2000" dirty="0"/>
              <a:t>ирээттеңиз.</a:t>
            </a:r>
            <a:endParaRPr lang="en-GB" sz="14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C695D34-1761-4A68-B836-5D28D718B1D6}"/>
              </a:ext>
            </a:extLst>
          </p:cNvPr>
          <p:cNvSpPr txBox="1"/>
          <p:nvPr/>
        </p:nvSpPr>
        <p:spPr>
          <a:xfrm>
            <a:off x="6896109" y="17703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3621C8F-72CC-46B1-8B35-14A6E4E844BE}"/>
                  </a:ext>
                </a:extLst>
              </p:cNvPr>
              <p:cNvSpPr txBox="1"/>
              <p:nvPr/>
            </p:nvSpPr>
            <p:spPr>
              <a:xfrm>
                <a:off x="7239387" y="1770364"/>
                <a:ext cx="6812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007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3621C8F-72CC-46B1-8B35-14A6E4E84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387" y="1770364"/>
                <a:ext cx="681277" cy="307777"/>
              </a:xfrm>
              <a:prstGeom prst="rect">
                <a:avLst/>
              </a:prstGeom>
              <a:blipFill>
                <a:blip r:embed="rId38"/>
                <a:stretch>
                  <a:fillRect l="-9009" r="-8108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5DB3015-3DF4-4975-BCED-75A2FE50431E}"/>
                  </a:ext>
                </a:extLst>
              </p:cNvPr>
              <p:cNvSpPr txBox="1"/>
              <p:nvPr/>
            </p:nvSpPr>
            <p:spPr>
              <a:xfrm>
                <a:off x="8300223" y="1770364"/>
                <a:ext cx="42800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5DB3015-3DF4-4975-BCED-75A2FE504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223" y="1770364"/>
                <a:ext cx="428002" cy="307777"/>
              </a:xfrm>
              <a:prstGeom prst="rect">
                <a:avLst/>
              </a:prstGeom>
              <a:blipFill>
                <a:blip r:embed="rId39"/>
                <a:stretch>
                  <a:fillRect l="-14286" r="-14286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73FB61A-06A2-4394-8AB7-42683D4E9136}"/>
                  </a:ext>
                </a:extLst>
              </p:cNvPr>
              <p:cNvSpPr txBox="1"/>
              <p:nvPr/>
            </p:nvSpPr>
            <p:spPr>
              <a:xfrm>
                <a:off x="9107784" y="1635135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73FB61A-06A2-4394-8AB7-42683D4E9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7784" y="1635135"/>
                <a:ext cx="485710" cy="578235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DAA44258-3192-4EB2-9CD0-044ADB81A72A}"/>
              </a:ext>
            </a:extLst>
          </p:cNvPr>
          <p:cNvSpPr txBox="1"/>
          <p:nvPr/>
        </p:nvSpPr>
        <p:spPr>
          <a:xfrm>
            <a:off x="6896109" y="35991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5BFFF41-E06C-4BAE-8153-58C08A9981DE}"/>
                  </a:ext>
                </a:extLst>
              </p:cNvPr>
              <p:cNvSpPr txBox="1"/>
              <p:nvPr/>
            </p:nvSpPr>
            <p:spPr>
              <a:xfrm>
                <a:off x="9161146" y="3599164"/>
                <a:ext cx="3959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5BFFF41-E06C-4BAE-8153-58C08A998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1146" y="3599164"/>
                <a:ext cx="395942" cy="307777"/>
              </a:xfrm>
              <a:prstGeom prst="rect">
                <a:avLst/>
              </a:prstGeom>
              <a:blipFill>
                <a:blip r:embed="rId41"/>
                <a:stretch>
                  <a:fillRect l="-15385" r="-15385"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222FE0E-923B-4167-9CC9-4615FB524D51}"/>
                  </a:ext>
                </a:extLst>
              </p:cNvPr>
              <p:cNvSpPr txBox="1"/>
              <p:nvPr/>
            </p:nvSpPr>
            <p:spPr>
              <a:xfrm>
                <a:off x="7391881" y="3463935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222FE0E-923B-4167-9CC9-4615FB524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881" y="3463935"/>
                <a:ext cx="343043" cy="578235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4B102EFD-CF22-4193-B68C-C87436A6D8A7}"/>
              </a:ext>
            </a:extLst>
          </p:cNvPr>
          <p:cNvSpPr txBox="1"/>
          <p:nvPr/>
        </p:nvSpPr>
        <p:spPr>
          <a:xfrm>
            <a:off x="6896109" y="54279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7E70AC9-C94F-4047-86F4-ECEEE946903D}"/>
                  </a:ext>
                </a:extLst>
              </p:cNvPr>
              <p:cNvSpPr txBox="1"/>
              <p:nvPr/>
            </p:nvSpPr>
            <p:spPr>
              <a:xfrm>
                <a:off x="8969030" y="5427964"/>
                <a:ext cx="7133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7E70AC9-C94F-4047-86F4-ECEEE9469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030" y="5427964"/>
                <a:ext cx="713337" cy="307777"/>
              </a:xfrm>
              <a:prstGeom prst="rect">
                <a:avLst/>
              </a:prstGeom>
              <a:blipFill>
                <a:blip r:embed="rId43"/>
                <a:stretch>
                  <a:fillRect l="-7692" r="-8547" b="-117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C3327A2-155D-4573-ABE5-B8AC602BF551}"/>
                  </a:ext>
                </a:extLst>
              </p:cNvPr>
              <p:cNvSpPr txBox="1"/>
              <p:nvPr/>
            </p:nvSpPr>
            <p:spPr>
              <a:xfrm>
                <a:off x="7370423" y="5292735"/>
                <a:ext cx="485710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158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C3327A2-155D-4573-ABE5-B8AC602BF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23" y="5292735"/>
                <a:ext cx="485710" cy="584519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258392BF-58D4-47B9-8EA0-86E1B0504806}"/>
                  </a:ext>
                </a:extLst>
              </p:cNvPr>
              <p:cNvSpPr txBox="1"/>
              <p:nvPr/>
            </p:nvSpPr>
            <p:spPr>
              <a:xfrm>
                <a:off x="8205180" y="3463935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267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258392BF-58D4-47B9-8EA0-86E1B0504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5180" y="3463935"/>
                <a:ext cx="485710" cy="578235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A60C01B-9303-46F0-B352-496AB104DC78}"/>
                  </a:ext>
                </a:extLst>
              </p:cNvPr>
              <p:cNvSpPr txBox="1"/>
              <p:nvPr/>
            </p:nvSpPr>
            <p:spPr>
              <a:xfrm>
                <a:off x="8098393" y="5292735"/>
                <a:ext cx="628377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4960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4000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A60C01B-9303-46F0-B352-496AB104D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393" y="5292735"/>
                <a:ext cx="628377" cy="578235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8DA036E-EC27-4568-910F-B28E0CE34975}"/>
                  </a:ext>
                </a:extLst>
              </p:cNvPr>
              <p:cNvSpPr txBox="1"/>
              <p:nvPr/>
            </p:nvSpPr>
            <p:spPr>
              <a:xfrm>
                <a:off x="4146436" y="3463935"/>
                <a:ext cx="200375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8DA036E-EC27-4568-910F-B28E0CE34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436" y="3463935"/>
                <a:ext cx="200375" cy="578172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78DE835-4E02-AE73-3871-B073D393DA44}"/>
              </a:ext>
            </a:extLst>
          </p:cNvPr>
          <p:cNvSpPr txBox="1"/>
          <p:nvPr/>
        </p:nvSpPr>
        <p:spPr>
          <a:xfrm>
            <a:off x="893413" y="15709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7D531-BBDE-A3A3-06E9-1ECC5C273010}"/>
              </a:ext>
            </a:extLst>
          </p:cNvPr>
          <p:cNvSpPr txBox="1"/>
          <p:nvPr/>
        </p:nvSpPr>
        <p:spPr>
          <a:xfrm>
            <a:off x="4409833" y="1570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EFE45F-E316-D017-C225-9273B1D6AA04}"/>
              </a:ext>
            </a:extLst>
          </p:cNvPr>
          <p:cNvSpPr txBox="1"/>
          <p:nvPr/>
        </p:nvSpPr>
        <p:spPr>
          <a:xfrm>
            <a:off x="7734924" y="31478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600" dirty="0">
                <a:solidFill>
                  <a:srgbClr val="2E75B6"/>
                </a:solidFill>
              </a:rPr>
              <a:t>ООР</a:t>
            </a:r>
            <a:endParaRPr lang="en-US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414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15952" y="119380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33192" y="180340"/>
            <a:ext cx="467360" cy="39601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50432" y="263652"/>
            <a:ext cx="467360" cy="31270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51EC6A-8218-4A67-A115-A69EEF156150}"/>
                  </a:ext>
                </a:extLst>
              </p:cNvPr>
              <p:cNvSpPr txBox="1"/>
              <p:nvPr/>
            </p:nvSpPr>
            <p:spPr>
              <a:xfrm>
                <a:off x="612776" y="2443695"/>
                <a:ext cx="684015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08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151EC6A-8218-4A67-A115-A69EEF156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76" y="2443695"/>
                <a:ext cx="684015" cy="3804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3E4C493-BA29-488A-81F0-E82EBBBF4015}"/>
                  </a:ext>
                </a:extLst>
              </p:cNvPr>
              <p:cNvSpPr txBox="1"/>
              <p:nvPr/>
            </p:nvSpPr>
            <p:spPr>
              <a:xfrm>
                <a:off x="1530944" y="2443695"/>
                <a:ext cx="716075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3E4C493-BA29-488A-81F0-E82EBBBF4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944" y="2443695"/>
                <a:ext cx="716075" cy="3804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659F6C-E1F5-401B-AEA5-AB7A2E78E3D4}"/>
                  </a:ext>
                </a:extLst>
              </p:cNvPr>
              <p:cNvSpPr txBox="1"/>
              <p:nvPr/>
            </p:nvSpPr>
            <p:spPr>
              <a:xfrm>
                <a:off x="2552505" y="2308466"/>
                <a:ext cx="345781" cy="650938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659F6C-E1F5-401B-AEA5-AB7A2E78E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505" y="2308466"/>
                <a:ext cx="345781" cy="65093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185E17F-11A4-4801-95B2-5741C7A5B139}"/>
                  </a:ext>
                </a:extLst>
              </p:cNvPr>
              <p:cNvSpPr txBox="1"/>
              <p:nvPr/>
            </p:nvSpPr>
            <p:spPr>
              <a:xfrm>
                <a:off x="2438096" y="4272495"/>
                <a:ext cx="541347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185E17F-11A4-4801-95B2-5741C7A5B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096" y="4272495"/>
                <a:ext cx="541347" cy="38048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FC01B04-1457-4532-9A2D-6DDB9DD67569}"/>
                  </a:ext>
                </a:extLst>
              </p:cNvPr>
              <p:cNvSpPr txBox="1"/>
              <p:nvPr/>
            </p:nvSpPr>
            <p:spPr>
              <a:xfrm>
                <a:off x="583293" y="4272495"/>
                <a:ext cx="716075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FC01B04-1457-4532-9A2D-6DDB9DD67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93" y="4272495"/>
                <a:ext cx="716075" cy="38048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B379EED-291E-446C-A92B-89748AADD6C8}"/>
                  </a:ext>
                </a:extLst>
              </p:cNvPr>
              <p:cNvSpPr txBox="1"/>
              <p:nvPr/>
            </p:nvSpPr>
            <p:spPr>
              <a:xfrm>
                <a:off x="1583397" y="4137266"/>
                <a:ext cx="488449" cy="648951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B379EED-291E-446C-A92B-89748AADD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397" y="4137266"/>
                <a:ext cx="488449" cy="64895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18AAFC9-D33D-469C-8B05-23E917C7C12C}"/>
                  </a:ext>
                </a:extLst>
              </p:cNvPr>
              <p:cNvSpPr txBox="1"/>
              <p:nvPr/>
            </p:nvSpPr>
            <p:spPr>
              <a:xfrm>
                <a:off x="2438094" y="6101295"/>
                <a:ext cx="541348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0.9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18AAFC9-D33D-469C-8B05-23E917C7C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094" y="6101295"/>
                <a:ext cx="541348" cy="38048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ECB9373-385D-42EF-AD28-B4E2101F351C}"/>
                  </a:ext>
                </a:extLst>
              </p:cNvPr>
              <p:cNvSpPr txBox="1"/>
              <p:nvPr/>
            </p:nvSpPr>
            <p:spPr>
              <a:xfrm>
                <a:off x="1489380" y="6101295"/>
                <a:ext cx="716075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ECB9373-385D-42EF-AD28-B4E2101F3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380" y="6101295"/>
                <a:ext cx="716075" cy="38048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2EA178F-D45D-4981-A627-5D21359D0E93}"/>
                  </a:ext>
                </a:extLst>
              </p:cNvPr>
              <p:cNvSpPr txBox="1"/>
              <p:nvPr/>
            </p:nvSpPr>
            <p:spPr>
              <a:xfrm>
                <a:off x="765269" y="5966066"/>
                <a:ext cx="345781" cy="650938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2EA178F-D45D-4981-A627-5D21359D0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69" y="5966066"/>
                <a:ext cx="345781" cy="65093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A0B0F1D-31A7-4BC2-A161-6ED4313894B0}"/>
                  </a:ext>
                </a:extLst>
              </p:cNvPr>
              <p:cNvSpPr txBox="1"/>
              <p:nvPr/>
            </p:nvSpPr>
            <p:spPr>
              <a:xfrm>
                <a:off x="5713309" y="2442701"/>
                <a:ext cx="541348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A0B0F1D-31A7-4BC2-A161-6ED431389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309" y="2442701"/>
                <a:ext cx="541348" cy="38048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391B249-1FEB-4D0B-ADEA-C9B2374AA79B}"/>
                  </a:ext>
                </a:extLst>
              </p:cNvPr>
              <p:cNvSpPr txBox="1"/>
              <p:nvPr/>
            </p:nvSpPr>
            <p:spPr>
              <a:xfrm>
                <a:off x="3933322" y="2442701"/>
                <a:ext cx="716075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4391B249-1FEB-4D0B-ADEA-C9B2374AA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3322" y="2442701"/>
                <a:ext cx="716075" cy="38048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CAFD73B-E89E-4F71-B896-296A1C27C295}"/>
                  </a:ext>
                </a:extLst>
              </p:cNvPr>
              <p:cNvSpPr txBox="1"/>
              <p:nvPr/>
            </p:nvSpPr>
            <p:spPr>
              <a:xfrm>
                <a:off x="4817049" y="2308466"/>
                <a:ext cx="488449" cy="648951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CAFD73B-E89E-4F71-B896-296A1C27C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049" y="2308466"/>
                <a:ext cx="488449" cy="6489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A4998D5-00AC-403B-A99F-345589F16C73}"/>
                  </a:ext>
                </a:extLst>
              </p:cNvPr>
              <p:cNvSpPr txBox="1"/>
              <p:nvPr/>
            </p:nvSpPr>
            <p:spPr>
              <a:xfrm>
                <a:off x="3921241" y="4272495"/>
                <a:ext cx="684015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A4998D5-00AC-403B-A99F-345589F16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241" y="4272495"/>
                <a:ext cx="684015" cy="38048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AA64DB4-DB5E-4F97-89CA-7EC2F1E6BCD9}"/>
                  </a:ext>
                </a:extLst>
              </p:cNvPr>
              <p:cNvSpPr txBox="1"/>
              <p:nvPr/>
            </p:nvSpPr>
            <p:spPr>
              <a:xfrm>
                <a:off x="4825361" y="4137266"/>
                <a:ext cx="488449" cy="650875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AA64DB4-DB5E-4F97-89CA-7EC2F1E6B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5361" y="4137266"/>
                <a:ext cx="488449" cy="65087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BFF1BE0-94B0-49CE-A61A-4F4295F532C8}"/>
                  </a:ext>
                </a:extLst>
              </p:cNvPr>
              <p:cNvSpPr txBox="1"/>
              <p:nvPr/>
            </p:nvSpPr>
            <p:spPr>
              <a:xfrm>
                <a:off x="3849907" y="6101295"/>
                <a:ext cx="826683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145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DBFF1BE0-94B0-49CE-A61A-4F4295F53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9907" y="6101295"/>
                <a:ext cx="826683" cy="38048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70CC36F-4567-4B79-B480-363FEE991E2F}"/>
                  </a:ext>
                </a:extLst>
              </p:cNvPr>
              <p:cNvSpPr txBox="1"/>
              <p:nvPr/>
            </p:nvSpPr>
            <p:spPr>
              <a:xfrm>
                <a:off x="4839409" y="6101295"/>
                <a:ext cx="716075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70CC36F-4567-4B79-B480-363FEE991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409" y="6101295"/>
                <a:ext cx="716075" cy="38048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028D93D-92D2-4247-A69D-A9FBF49279D2}"/>
                  </a:ext>
                </a:extLst>
              </p:cNvPr>
              <p:cNvSpPr txBox="1"/>
              <p:nvPr/>
            </p:nvSpPr>
            <p:spPr>
              <a:xfrm>
                <a:off x="5718303" y="5966066"/>
                <a:ext cx="631117" cy="650938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028D93D-92D2-4247-A69D-A9FBF4927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303" y="5966066"/>
                <a:ext cx="631117" cy="650938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06AA164-BA1A-41F0-B289-FBEE9A15FECB}"/>
                  </a:ext>
                </a:extLst>
              </p:cNvPr>
              <p:cNvSpPr txBox="1"/>
              <p:nvPr/>
            </p:nvSpPr>
            <p:spPr>
              <a:xfrm>
                <a:off x="7976310" y="2443695"/>
                <a:ext cx="826683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007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06AA164-BA1A-41F0-B289-FBEE9A15F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6310" y="2443695"/>
                <a:ext cx="826683" cy="38048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7CB2BDF-90C9-45EF-9416-9D4A5B9EC358}"/>
                  </a:ext>
                </a:extLst>
              </p:cNvPr>
              <p:cNvSpPr txBox="1"/>
              <p:nvPr/>
            </p:nvSpPr>
            <p:spPr>
              <a:xfrm>
                <a:off x="9056195" y="2443695"/>
                <a:ext cx="573409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7CB2BDF-90C9-45EF-9416-9D4A5B9EC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6195" y="2443695"/>
                <a:ext cx="573409" cy="38048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168C354-DA61-4CB6-BA6E-C18D060D5754}"/>
                  </a:ext>
                </a:extLst>
              </p:cNvPr>
              <p:cNvSpPr txBox="1"/>
              <p:nvPr/>
            </p:nvSpPr>
            <p:spPr>
              <a:xfrm>
                <a:off x="7177705" y="2308466"/>
                <a:ext cx="631117" cy="650938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168C354-DA61-4CB6-BA6E-C18D060D5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7705" y="2308466"/>
                <a:ext cx="631117" cy="650938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D6ED54F-B83C-4602-9043-14ADE61F455E}"/>
                  </a:ext>
                </a:extLst>
              </p:cNvPr>
              <p:cNvSpPr txBox="1"/>
              <p:nvPr/>
            </p:nvSpPr>
            <p:spPr>
              <a:xfrm>
                <a:off x="8243551" y="4272495"/>
                <a:ext cx="541348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D6ED54F-B83C-4602-9043-14ADE61F4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551" y="4272495"/>
                <a:ext cx="541348" cy="38048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7103ECFA-E550-43FE-A776-BAAC4BB0D2E1}"/>
                  </a:ext>
                </a:extLst>
              </p:cNvPr>
              <p:cNvSpPr txBox="1"/>
              <p:nvPr/>
            </p:nvSpPr>
            <p:spPr>
              <a:xfrm>
                <a:off x="9106414" y="4137266"/>
                <a:ext cx="488449" cy="650938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7103ECFA-E550-43FE-A776-BAAC4BB0D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414" y="4137266"/>
                <a:ext cx="488449" cy="650938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EA93E81-1BD2-4887-A225-89EB0BAA8362}"/>
                  </a:ext>
                </a:extLst>
              </p:cNvPr>
              <p:cNvSpPr txBox="1"/>
              <p:nvPr/>
            </p:nvSpPr>
            <p:spPr>
              <a:xfrm>
                <a:off x="7150656" y="6101295"/>
                <a:ext cx="858743" cy="380480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122%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EA93E81-1BD2-4887-A225-89EB0BAA8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0656" y="6101295"/>
                <a:ext cx="858743" cy="38048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0D449F1-B06C-40B9-AC58-B1F387F28890}"/>
                  </a:ext>
                </a:extLst>
              </p:cNvPr>
              <p:cNvSpPr txBox="1"/>
              <p:nvPr/>
            </p:nvSpPr>
            <p:spPr>
              <a:xfrm>
                <a:off x="9035080" y="5966066"/>
                <a:ext cx="631117" cy="657158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158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0D449F1-B06C-40B9-AC58-B1F387F28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5080" y="5966066"/>
                <a:ext cx="631117" cy="657158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11FD9EF4-4279-4ABC-B486-6F28DD85ED02}"/>
                  </a:ext>
                </a:extLst>
              </p:cNvPr>
              <p:cNvSpPr txBox="1"/>
              <p:nvPr/>
            </p:nvSpPr>
            <p:spPr>
              <a:xfrm>
                <a:off x="7301530" y="4137266"/>
                <a:ext cx="631117" cy="650938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267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11FD9EF4-4279-4ABC-B486-6F28DD85E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1530" y="4137266"/>
                <a:ext cx="631117" cy="650938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287C943-73E8-492C-90C4-8493983A37A6}"/>
                  </a:ext>
                </a:extLst>
              </p:cNvPr>
              <p:cNvSpPr txBox="1"/>
              <p:nvPr/>
            </p:nvSpPr>
            <p:spPr>
              <a:xfrm>
                <a:off x="8173172" y="5966066"/>
                <a:ext cx="773783" cy="650938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4960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4000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287C943-73E8-492C-90C4-8493983A3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172" y="5966066"/>
                <a:ext cx="773783" cy="650938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915B579-3E72-41AB-9EE6-2B3CA15E4B53}"/>
                  </a:ext>
                </a:extLst>
              </p:cNvPr>
              <p:cNvSpPr txBox="1"/>
              <p:nvPr/>
            </p:nvSpPr>
            <p:spPr>
              <a:xfrm>
                <a:off x="5761217" y="4137266"/>
                <a:ext cx="345781" cy="650875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none" lIns="72000" tIns="36000" rIns="72000" bIns="3600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E915B579-3E72-41AB-9EE6-2B3CA15E4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1217" y="4137266"/>
                <a:ext cx="345781" cy="650875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DB39505-2C48-6EA8-938F-30B57A645B52}"/>
              </a:ext>
            </a:extLst>
          </p:cNvPr>
          <p:cNvSpPr/>
          <p:nvPr/>
        </p:nvSpPr>
        <p:spPr>
          <a:xfrm>
            <a:off x="139504" y="579120"/>
            <a:ext cx="3020256" cy="615696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25FD70-E254-CE91-A03D-24D749172106}"/>
              </a:ext>
            </a:extLst>
          </p:cNvPr>
          <p:cNvSpPr/>
          <p:nvPr/>
        </p:nvSpPr>
        <p:spPr>
          <a:xfrm>
            <a:off x="3456744" y="579120"/>
            <a:ext cx="3020256" cy="615696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DFE81A-898A-EE0B-E1DD-AF09E3147636}"/>
              </a:ext>
            </a:extLst>
          </p:cNvPr>
          <p:cNvSpPr/>
          <p:nvPr/>
        </p:nvSpPr>
        <p:spPr>
          <a:xfrm>
            <a:off x="6773984" y="579120"/>
            <a:ext cx="3020256" cy="615696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B2020D-9313-15EC-AE91-D6D3EFC18862}"/>
              </a:ext>
            </a:extLst>
          </p:cNvPr>
          <p:cNvSpPr txBox="1"/>
          <p:nvPr/>
        </p:nvSpPr>
        <p:spPr>
          <a:xfrm>
            <a:off x="271839" y="635076"/>
            <a:ext cx="2663614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Б</a:t>
            </a:r>
            <a:r>
              <a:rPr lang="ky-KG" sz="2000" dirty="0"/>
              <a:t>ерилген</a:t>
            </a:r>
            <a:r>
              <a:rPr lang="ru-RU" sz="2000" dirty="0"/>
              <a:t> сандарды </a:t>
            </a:r>
          </a:p>
          <a:p>
            <a:pPr algn="ctr"/>
            <a:r>
              <a:rPr lang="ru-RU" sz="2000" b="1" dirty="0"/>
              <a:t>кичинеден чоңго </a:t>
            </a:r>
            <a:r>
              <a:rPr lang="ru-RU" sz="2000" dirty="0"/>
              <a:t>карай </a:t>
            </a:r>
          </a:p>
          <a:p>
            <a:pPr algn="ctr"/>
            <a:r>
              <a:rPr lang="ru-RU" sz="2000" dirty="0"/>
              <a:t>ирээттеңиз.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DE83C6-4629-6B1D-12AA-42DE140823FD}"/>
              </a:ext>
            </a:extLst>
          </p:cNvPr>
          <p:cNvSpPr txBox="1"/>
          <p:nvPr/>
        </p:nvSpPr>
        <p:spPr>
          <a:xfrm>
            <a:off x="270866" y="17703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A4223C-7B35-D4A1-D122-1A6644BEB37C}"/>
                  </a:ext>
                </a:extLst>
              </p:cNvPr>
              <p:cNvSpPr txBox="1"/>
              <p:nvPr/>
            </p:nvSpPr>
            <p:spPr>
              <a:xfrm>
                <a:off x="2389588" y="1770364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08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A4223C-7B35-D4A1-D122-1A6644BEB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588" y="1770364"/>
                <a:ext cx="538609" cy="307777"/>
              </a:xfrm>
              <a:prstGeom prst="rect">
                <a:avLst/>
              </a:prstGeom>
              <a:blipFill>
                <a:blip r:embed="rId58"/>
                <a:stretch>
                  <a:fillRect l="-11364" r="-10227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B22687-C6D7-3737-485B-8200250A77E8}"/>
                  </a:ext>
                </a:extLst>
              </p:cNvPr>
              <p:cNvSpPr txBox="1"/>
              <p:nvPr/>
            </p:nvSpPr>
            <p:spPr>
              <a:xfrm>
                <a:off x="726122" y="17703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40%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B22687-C6D7-3737-485B-8200250A7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22" y="1770364"/>
                <a:ext cx="570669" cy="307777"/>
              </a:xfrm>
              <a:prstGeom prst="rect">
                <a:avLst/>
              </a:prstGeom>
              <a:blipFill>
                <a:blip r:embed="rId59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732FCD-A939-69CC-61D2-3B355E70A6E6}"/>
                  </a:ext>
                </a:extLst>
              </p:cNvPr>
              <p:cNvSpPr txBox="1"/>
              <p:nvPr/>
            </p:nvSpPr>
            <p:spPr>
              <a:xfrm>
                <a:off x="1768997" y="1635135"/>
                <a:ext cx="200376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732FCD-A939-69CC-61D2-3B355E70A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997" y="1635135"/>
                <a:ext cx="200376" cy="578235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06E2F8A-CDC4-D503-49FA-59732CC65B8D}"/>
              </a:ext>
            </a:extLst>
          </p:cNvPr>
          <p:cNvSpPr txBox="1"/>
          <p:nvPr/>
        </p:nvSpPr>
        <p:spPr>
          <a:xfrm>
            <a:off x="270866" y="35991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E3186A-8356-0FDE-1DA5-014E325620B8}"/>
                  </a:ext>
                </a:extLst>
              </p:cNvPr>
              <p:cNvSpPr txBox="1"/>
              <p:nvPr/>
            </p:nvSpPr>
            <p:spPr>
              <a:xfrm>
                <a:off x="756811" y="3599164"/>
                <a:ext cx="3959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E3186A-8356-0FDE-1DA5-014E32562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11" y="3599164"/>
                <a:ext cx="395942" cy="307777"/>
              </a:xfrm>
              <a:prstGeom prst="rect">
                <a:avLst/>
              </a:prstGeom>
              <a:blipFill>
                <a:blip r:embed="rId61"/>
                <a:stretch>
                  <a:fillRect l="-13846" r="-15385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A5E162-A576-84B9-CFC6-133742267D90}"/>
                  </a:ext>
                </a:extLst>
              </p:cNvPr>
              <p:cNvSpPr txBox="1"/>
              <p:nvPr/>
            </p:nvSpPr>
            <p:spPr>
              <a:xfrm>
                <a:off x="1603646" y="35991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A5E162-A576-84B9-CFC6-133742267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646" y="3599164"/>
                <a:ext cx="570669" cy="307777"/>
              </a:xfrm>
              <a:prstGeom prst="rect">
                <a:avLst/>
              </a:prstGeom>
              <a:blipFill>
                <a:blip r:embed="rId62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017E55-75DD-7204-7E63-145B04049682}"/>
                  </a:ext>
                </a:extLst>
              </p:cNvPr>
              <p:cNvSpPr txBox="1"/>
              <p:nvPr/>
            </p:nvSpPr>
            <p:spPr>
              <a:xfrm>
                <a:off x="2553874" y="3463935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017E55-75DD-7204-7E63-145B04049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874" y="3463935"/>
                <a:ext cx="343043" cy="578235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3FDF08E-85C9-013E-518F-CF40C4E9875F}"/>
              </a:ext>
            </a:extLst>
          </p:cNvPr>
          <p:cNvSpPr txBox="1"/>
          <p:nvPr/>
        </p:nvSpPr>
        <p:spPr>
          <a:xfrm>
            <a:off x="270866" y="54279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8D4432-9D9E-5271-D133-D59447D6C674}"/>
                  </a:ext>
                </a:extLst>
              </p:cNvPr>
              <p:cNvSpPr txBox="1"/>
              <p:nvPr/>
            </p:nvSpPr>
            <p:spPr>
              <a:xfrm>
                <a:off x="756811" y="5427964"/>
                <a:ext cx="3959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8D4432-9D9E-5271-D133-D59447D6C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11" y="5427964"/>
                <a:ext cx="395942" cy="307777"/>
              </a:xfrm>
              <a:prstGeom prst="rect">
                <a:avLst/>
              </a:prstGeom>
              <a:blipFill>
                <a:blip r:embed="rId64"/>
                <a:stretch>
                  <a:fillRect l="-13846" r="-15385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0D9510B-F573-DE77-C3DF-D7E7A78B7EBF}"/>
                  </a:ext>
                </a:extLst>
              </p:cNvPr>
              <p:cNvSpPr txBox="1"/>
              <p:nvPr/>
            </p:nvSpPr>
            <p:spPr>
              <a:xfrm>
                <a:off x="1603646" y="54279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87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0D9510B-F573-DE77-C3DF-D7E7A78B7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646" y="5427964"/>
                <a:ext cx="570669" cy="307777"/>
              </a:xfrm>
              <a:prstGeom prst="rect">
                <a:avLst/>
              </a:prstGeom>
              <a:blipFill>
                <a:blip r:embed="rId65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B2A8A1C-3794-E9DF-0B9B-0936C3C2A30F}"/>
                  </a:ext>
                </a:extLst>
              </p:cNvPr>
              <p:cNvSpPr txBox="1"/>
              <p:nvPr/>
            </p:nvSpPr>
            <p:spPr>
              <a:xfrm>
                <a:off x="2625207" y="5292735"/>
                <a:ext cx="200376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B2A8A1C-3794-E9DF-0B9B-0936C3C2A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207" y="5292735"/>
                <a:ext cx="200376" cy="578235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C66B44B7-BF93-AF6D-D845-22075811822B}"/>
              </a:ext>
            </a:extLst>
          </p:cNvPr>
          <p:cNvSpPr txBox="1"/>
          <p:nvPr/>
        </p:nvSpPr>
        <p:spPr>
          <a:xfrm>
            <a:off x="3595704" y="753986"/>
            <a:ext cx="2748252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Б</a:t>
            </a:r>
            <a:r>
              <a:rPr lang="ky-KG" sz="2000" dirty="0"/>
              <a:t>ерилген</a:t>
            </a:r>
            <a:r>
              <a:rPr lang="ru-RU" sz="2000" dirty="0"/>
              <a:t> сандарды </a:t>
            </a:r>
            <a:r>
              <a:rPr lang="ru-RU" sz="2000" b="1" dirty="0"/>
              <a:t>өсүү</a:t>
            </a:r>
            <a:r>
              <a:rPr lang="ru-RU" sz="2000" dirty="0"/>
              <a:t> </a:t>
            </a:r>
          </a:p>
          <a:p>
            <a:pPr algn="ctr"/>
            <a:r>
              <a:rPr lang="ru-RU" sz="2000" dirty="0"/>
              <a:t>тартибинде ирээттеңиз.</a:t>
            </a:r>
            <a:endParaRPr lang="en-GB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DC87B7-24F6-9E15-C9EB-1E03F266843B}"/>
              </a:ext>
            </a:extLst>
          </p:cNvPr>
          <p:cNvSpPr txBox="1"/>
          <p:nvPr/>
        </p:nvSpPr>
        <p:spPr>
          <a:xfrm>
            <a:off x="3579331" y="17703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6D3B245-D6D9-4E6D-54D5-667A65945ACD}"/>
                  </a:ext>
                </a:extLst>
              </p:cNvPr>
              <p:cNvSpPr txBox="1"/>
              <p:nvPr/>
            </p:nvSpPr>
            <p:spPr>
              <a:xfrm>
                <a:off x="4845386" y="1770364"/>
                <a:ext cx="3959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6D3B245-D6D9-4E6D-54D5-667A65945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386" y="1770364"/>
                <a:ext cx="395942" cy="307777"/>
              </a:xfrm>
              <a:prstGeom prst="rect">
                <a:avLst/>
              </a:prstGeom>
              <a:blipFill>
                <a:blip r:embed="rId67"/>
                <a:stretch>
                  <a:fillRect l="-15385" r="-1384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DD42A0-D6FE-9D9F-B0DC-B9DFDAC19EEC}"/>
                  </a:ext>
                </a:extLst>
              </p:cNvPr>
              <p:cNvSpPr txBox="1"/>
              <p:nvPr/>
            </p:nvSpPr>
            <p:spPr>
              <a:xfrm>
                <a:off x="5685195" y="17703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DD42A0-D6FE-9D9F-B0DC-B9DFDAC19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195" y="1770364"/>
                <a:ext cx="570669" cy="307777"/>
              </a:xfrm>
              <a:prstGeom prst="rect">
                <a:avLst/>
              </a:prstGeom>
              <a:blipFill>
                <a:blip r:embed="rId68"/>
                <a:stretch>
                  <a:fillRect l="-10753" r="-10753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4ACAEAF-B33C-0832-766C-DC5C7D5BCD77}"/>
                  </a:ext>
                </a:extLst>
              </p:cNvPr>
              <p:cNvSpPr txBox="1"/>
              <p:nvPr/>
            </p:nvSpPr>
            <p:spPr>
              <a:xfrm>
                <a:off x="4058477" y="1635135"/>
                <a:ext cx="343043" cy="5762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4ACAEAF-B33C-0832-766C-DC5C7D5BC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477" y="1635135"/>
                <a:ext cx="343043" cy="576248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D21B4D27-7FC9-FB7E-EEC7-3E4259A80446}"/>
              </a:ext>
            </a:extLst>
          </p:cNvPr>
          <p:cNvSpPr txBox="1"/>
          <p:nvPr/>
        </p:nvSpPr>
        <p:spPr>
          <a:xfrm>
            <a:off x="3579331" y="35991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85AAF69-B246-06AF-D072-E1938F7AD07A}"/>
                  </a:ext>
                </a:extLst>
              </p:cNvPr>
              <p:cNvSpPr txBox="1"/>
              <p:nvPr/>
            </p:nvSpPr>
            <p:spPr>
              <a:xfrm>
                <a:off x="5714678" y="3549287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85AAF69-B246-06AF-D072-E1938F7AD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678" y="3549287"/>
                <a:ext cx="538609" cy="307777"/>
              </a:xfrm>
              <a:prstGeom prst="rect">
                <a:avLst/>
              </a:prstGeom>
              <a:blipFill>
                <a:blip r:embed="rId70"/>
                <a:stretch>
                  <a:fillRect l="-10112" r="-10112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1E92D61-2B5D-D998-B4B0-73801C0012F9}"/>
                  </a:ext>
                </a:extLst>
              </p:cNvPr>
              <p:cNvSpPr txBox="1"/>
              <p:nvPr/>
            </p:nvSpPr>
            <p:spPr>
              <a:xfrm>
                <a:off x="4894889" y="3463935"/>
                <a:ext cx="343043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1E92D61-2B5D-D998-B4B0-73801C001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889" y="3463935"/>
                <a:ext cx="343043" cy="578172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4BC86864-895B-4ADD-D076-738FA3DA873A}"/>
              </a:ext>
            </a:extLst>
          </p:cNvPr>
          <p:cNvSpPr txBox="1"/>
          <p:nvPr/>
        </p:nvSpPr>
        <p:spPr>
          <a:xfrm>
            <a:off x="3579331" y="54279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0578245-DD98-C645-A97A-D294FDAA7EF9}"/>
                  </a:ext>
                </a:extLst>
              </p:cNvPr>
              <p:cNvSpPr txBox="1"/>
              <p:nvPr/>
            </p:nvSpPr>
            <p:spPr>
              <a:xfrm>
                <a:off x="5676595" y="5427964"/>
                <a:ext cx="6812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145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0578245-DD98-C645-A97A-D294FDAA7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595" y="5427964"/>
                <a:ext cx="681277" cy="307777"/>
              </a:xfrm>
              <a:prstGeom prst="rect">
                <a:avLst/>
              </a:prstGeom>
              <a:blipFill>
                <a:blip r:embed="rId72"/>
                <a:stretch>
                  <a:fillRect l="-8036" r="-803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15F1FC3-BF21-CBEB-9013-E8F04B1FA4B5}"/>
                  </a:ext>
                </a:extLst>
              </p:cNvPr>
              <p:cNvSpPr txBox="1"/>
              <p:nvPr/>
            </p:nvSpPr>
            <p:spPr>
              <a:xfrm>
                <a:off x="4006024" y="542796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15F1FC3-BF21-CBEB-9013-E8F04B1FA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024" y="5427964"/>
                <a:ext cx="570669" cy="307777"/>
              </a:xfrm>
              <a:prstGeom prst="rect">
                <a:avLst/>
              </a:prstGeom>
              <a:blipFill>
                <a:blip r:embed="rId73"/>
                <a:stretch>
                  <a:fillRect l="-10638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D01D90C-5D71-BD80-9922-39AD3B3DF60D}"/>
                  </a:ext>
                </a:extLst>
              </p:cNvPr>
              <p:cNvSpPr txBox="1"/>
              <p:nvPr/>
            </p:nvSpPr>
            <p:spPr>
              <a:xfrm>
                <a:off x="4883789" y="5292735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D01D90C-5D71-BD80-9922-39AD3B3DF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3789" y="5292735"/>
                <a:ext cx="485710" cy="578235"/>
              </a:xfrm>
              <a:prstGeom prst="rect">
                <a:avLst/>
              </a:prstGeom>
              <a:blipFill>
                <a:blip r:embed="rId7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62D1DA65-A7B3-B6CA-4D7E-EB42F81A1E6A}"/>
              </a:ext>
            </a:extLst>
          </p:cNvPr>
          <p:cNvSpPr txBox="1"/>
          <p:nvPr/>
        </p:nvSpPr>
        <p:spPr>
          <a:xfrm>
            <a:off x="7170260" y="669526"/>
            <a:ext cx="2216055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Б</a:t>
            </a:r>
            <a:r>
              <a:rPr lang="ky-KG" sz="2000" dirty="0"/>
              <a:t>ерилген</a:t>
            </a:r>
            <a:r>
              <a:rPr lang="ru-RU" sz="2000" dirty="0"/>
              <a:t> сандарды </a:t>
            </a:r>
          </a:p>
          <a:p>
            <a:pPr algn="ctr"/>
            <a:r>
              <a:rPr lang="ru-RU" sz="2000" b="1" dirty="0"/>
              <a:t>кемүү</a:t>
            </a:r>
            <a:r>
              <a:rPr lang="ru-RU" sz="2000" dirty="0"/>
              <a:t> тартибинде </a:t>
            </a:r>
          </a:p>
          <a:p>
            <a:pPr algn="ctr"/>
            <a:r>
              <a:rPr lang="ru-RU" sz="2000" dirty="0"/>
              <a:t>ирээттеңиз.</a:t>
            </a:r>
            <a:endParaRPr lang="en-GB" sz="14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42750D-FD10-E70F-5FFD-A0FD8BDA828B}"/>
              </a:ext>
            </a:extLst>
          </p:cNvPr>
          <p:cNvSpPr txBox="1"/>
          <p:nvPr/>
        </p:nvSpPr>
        <p:spPr>
          <a:xfrm>
            <a:off x="6896109" y="17703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E1D9EE5-224D-D758-4B35-7E1E0A940FF8}"/>
                  </a:ext>
                </a:extLst>
              </p:cNvPr>
              <p:cNvSpPr txBox="1"/>
              <p:nvPr/>
            </p:nvSpPr>
            <p:spPr>
              <a:xfrm>
                <a:off x="7239387" y="1770364"/>
                <a:ext cx="6812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007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E1D9EE5-224D-D758-4B35-7E1E0A940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387" y="1770364"/>
                <a:ext cx="681277" cy="307777"/>
              </a:xfrm>
              <a:prstGeom prst="rect">
                <a:avLst/>
              </a:prstGeom>
              <a:blipFill>
                <a:blip r:embed="rId75"/>
                <a:stretch>
                  <a:fillRect l="-9009" r="-8108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36DA467-93C4-2C59-2B99-E41FD733106B}"/>
                  </a:ext>
                </a:extLst>
              </p:cNvPr>
              <p:cNvSpPr txBox="1"/>
              <p:nvPr/>
            </p:nvSpPr>
            <p:spPr>
              <a:xfrm>
                <a:off x="8300223" y="1770364"/>
                <a:ext cx="42800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36DA467-93C4-2C59-2B99-E41FD7331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223" y="1770364"/>
                <a:ext cx="428002" cy="307777"/>
              </a:xfrm>
              <a:prstGeom prst="rect">
                <a:avLst/>
              </a:prstGeom>
              <a:blipFill>
                <a:blip r:embed="rId76"/>
                <a:stretch>
                  <a:fillRect l="-14286" r="-14286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5C0BEAF-6C67-E784-117C-947CEB0E65F6}"/>
                  </a:ext>
                </a:extLst>
              </p:cNvPr>
              <p:cNvSpPr txBox="1"/>
              <p:nvPr/>
            </p:nvSpPr>
            <p:spPr>
              <a:xfrm>
                <a:off x="9107784" y="1635135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5C0BEAF-6C67-E784-117C-947CEB0E6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7784" y="1635135"/>
                <a:ext cx="485710" cy="578235"/>
              </a:xfrm>
              <a:prstGeom prst="rect">
                <a:avLst/>
              </a:prstGeom>
              <a:blipFill>
                <a:blip r:embed="rId7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899DC3E4-A54A-0A52-F3D2-D2A3D6185E04}"/>
              </a:ext>
            </a:extLst>
          </p:cNvPr>
          <p:cNvSpPr txBox="1"/>
          <p:nvPr/>
        </p:nvSpPr>
        <p:spPr>
          <a:xfrm>
            <a:off x="6896109" y="35991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E8917512-9636-5D9D-28C9-75114E1C34E0}"/>
                  </a:ext>
                </a:extLst>
              </p:cNvPr>
              <p:cNvSpPr txBox="1"/>
              <p:nvPr/>
            </p:nvSpPr>
            <p:spPr>
              <a:xfrm>
                <a:off x="9161146" y="3599164"/>
                <a:ext cx="3959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E8917512-9636-5D9D-28C9-75114E1C3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1146" y="3599164"/>
                <a:ext cx="395942" cy="307777"/>
              </a:xfrm>
              <a:prstGeom prst="rect">
                <a:avLst/>
              </a:prstGeom>
              <a:blipFill>
                <a:blip r:embed="rId78"/>
                <a:stretch>
                  <a:fillRect l="-15385" r="-15385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6955377-6A94-78F4-C77E-01B15DFE40D3}"/>
                  </a:ext>
                </a:extLst>
              </p:cNvPr>
              <p:cNvSpPr txBox="1"/>
              <p:nvPr/>
            </p:nvSpPr>
            <p:spPr>
              <a:xfrm>
                <a:off x="7391881" y="3463935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C6955377-6A94-78F4-C77E-01B15DFE4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881" y="3463935"/>
                <a:ext cx="343043" cy="578235"/>
              </a:xfrm>
              <a:prstGeom prst="rect">
                <a:avLst/>
              </a:prstGeom>
              <a:blipFill>
                <a:blip r:embed="rId7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TextBox 112">
            <a:extLst>
              <a:ext uri="{FF2B5EF4-FFF2-40B4-BE49-F238E27FC236}">
                <a16:creationId xmlns:a16="http://schemas.microsoft.com/office/drawing/2014/main" id="{919EA24B-6709-AACC-5BB2-28DC11224A7E}"/>
              </a:ext>
            </a:extLst>
          </p:cNvPr>
          <p:cNvSpPr txBox="1"/>
          <p:nvPr/>
        </p:nvSpPr>
        <p:spPr>
          <a:xfrm>
            <a:off x="6896109" y="542796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just"/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45DFFA13-F67C-F169-914F-F1DB2B4E7A01}"/>
                  </a:ext>
                </a:extLst>
              </p:cNvPr>
              <p:cNvSpPr txBox="1"/>
              <p:nvPr/>
            </p:nvSpPr>
            <p:spPr>
              <a:xfrm>
                <a:off x="8969030" y="5427964"/>
                <a:ext cx="7133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45DFFA13-F67C-F169-914F-F1DB2B4E7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030" y="5427964"/>
                <a:ext cx="713337" cy="307777"/>
              </a:xfrm>
              <a:prstGeom prst="rect">
                <a:avLst/>
              </a:prstGeom>
              <a:blipFill>
                <a:blip r:embed="rId80"/>
                <a:stretch>
                  <a:fillRect l="-7692" r="-8547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40CEAF60-0EA2-0B5F-1D23-833D238DD1AF}"/>
                  </a:ext>
                </a:extLst>
              </p:cNvPr>
              <p:cNvSpPr txBox="1"/>
              <p:nvPr/>
            </p:nvSpPr>
            <p:spPr>
              <a:xfrm>
                <a:off x="7370423" y="5292735"/>
                <a:ext cx="485710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158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40CEAF60-0EA2-0B5F-1D23-833D238DD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423" y="5292735"/>
                <a:ext cx="485710" cy="584519"/>
              </a:xfrm>
              <a:prstGeom prst="rect">
                <a:avLst/>
              </a:prstGeom>
              <a:blipFill>
                <a:blip r:embed="rId8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A083858-B51E-B10F-5534-64A77AB679CF}"/>
                  </a:ext>
                </a:extLst>
              </p:cNvPr>
              <p:cNvSpPr txBox="1"/>
              <p:nvPr/>
            </p:nvSpPr>
            <p:spPr>
              <a:xfrm>
                <a:off x="8205180" y="3463935"/>
                <a:ext cx="485710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128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267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A083858-B51E-B10F-5534-64A77AB67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5180" y="3463935"/>
                <a:ext cx="485710" cy="578235"/>
              </a:xfrm>
              <a:prstGeom prst="rect">
                <a:avLst/>
              </a:prstGeom>
              <a:blipFill>
                <a:blip r:embed="rId8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51FA264-EC93-AE8F-238A-724FFC226C15}"/>
                  </a:ext>
                </a:extLst>
              </p:cNvPr>
              <p:cNvSpPr txBox="1"/>
              <p:nvPr/>
            </p:nvSpPr>
            <p:spPr>
              <a:xfrm>
                <a:off x="8098393" y="5292735"/>
                <a:ext cx="628377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4960</m:t>
                          </m:r>
                        </m:num>
                        <m:den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4000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51FA264-EC93-AE8F-238A-724FFC22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8393" y="5292735"/>
                <a:ext cx="628377" cy="578235"/>
              </a:xfrm>
              <a:prstGeom prst="rect">
                <a:avLst/>
              </a:prstGeom>
              <a:blipFill>
                <a:blip r:embed="rId8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70724D2-6A90-8690-B36A-8DA384C355E5}"/>
                  </a:ext>
                </a:extLst>
              </p:cNvPr>
              <p:cNvSpPr txBox="1"/>
              <p:nvPr/>
            </p:nvSpPr>
            <p:spPr>
              <a:xfrm>
                <a:off x="4146436" y="3463935"/>
                <a:ext cx="200375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70724D2-6A90-8690-B36A-8DA384C35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436" y="3463935"/>
                <a:ext cx="200375" cy="578172"/>
              </a:xfrm>
              <a:prstGeom prst="rect">
                <a:avLst/>
              </a:prstGeom>
              <a:blipFill>
                <a:blip r:embed="rId8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TextBox 118">
            <a:extLst>
              <a:ext uri="{FF2B5EF4-FFF2-40B4-BE49-F238E27FC236}">
                <a16:creationId xmlns:a16="http://schemas.microsoft.com/office/drawing/2014/main" id="{47AFB423-93C2-9B57-911A-782D1D52835F}"/>
              </a:ext>
            </a:extLst>
          </p:cNvPr>
          <p:cNvSpPr txBox="1"/>
          <p:nvPr/>
        </p:nvSpPr>
        <p:spPr>
          <a:xfrm>
            <a:off x="893413" y="15709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815DC52-EF8E-4141-A872-8DDFCA1C6C9E}"/>
              </a:ext>
            </a:extLst>
          </p:cNvPr>
          <p:cNvSpPr txBox="1"/>
          <p:nvPr/>
        </p:nvSpPr>
        <p:spPr>
          <a:xfrm>
            <a:off x="4409833" y="1570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451EF82-28E6-B2FD-E286-C63F005AC42A}"/>
              </a:ext>
            </a:extLst>
          </p:cNvPr>
          <p:cNvSpPr txBox="1"/>
          <p:nvPr/>
        </p:nvSpPr>
        <p:spPr>
          <a:xfrm>
            <a:off x="7734924" y="31478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y-KG" sz="3600" dirty="0">
                <a:solidFill>
                  <a:srgbClr val="2E75B6"/>
                </a:solidFill>
              </a:rPr>
              <a:t>ООР</a:t>
            </a:r>
            <a:endParaRPr lang="en-US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68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44" grpId="0" animBg="1"/>
      <p:bldP spid="45" grpId="0" animBg="1"/>
      <p:bldP spid="46" grpId="0" animBg="1"/>
      <p:bldP spid="55" grpId="0" animBg="1"/>
      <p:bldP spid="56" grpId="0" animBg="1"/>
      <p:bldP spid="57" grpId="0" animBg="1"/>
      <p:bldP spid="64" grpId="0" animBg="1"/>
      <p:bldP spid="65" grpId="0" animBg="1"/>
      <p:bldP spid="66" grpId="0" animBg="1"/>
      <p:bldP spid="72" grpId="0" animBg="1"/>
      <p:bldP spid="74" grpId="0" animBg="1"/>
      <p:bldP spid="80" grpId="0" animBg="1"/>
      <p:bldP spid="81" grpId="0" animBg="1"/>
      <p:bldP spid="82" grpId="0" animBg="1"/>
      <p:bldP spid="89" grpId="0" animBg="1"/>
      <p:bldP spid="90" grpId="0" animBg="1"/>
      <p:bldP spid="91" grpId="0" animBg="1"/>
      <p:bldP spid="98" grpId="0" animBg="1"/>
      <p:bldP spid="99" grpId="0" animBg="1"/>
      <p:bldP spid="105" grpId="0" animBg="1"/>
      <p:bldP spid="107" grpId="0" animBg="1"/>
      <p:bldP spid="109" grpId="0" animBg="1"/>
      <p:bldP spid="111" grpId="0" animBg="1"/>
      <p:bldP spid="9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4DAF99E-81B3-299B-33C7-DDC64002B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402"/>
            <a:ext cx="4900283" cy="3349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1BF238-AEBF-6DE6-F3B1-AE3740E13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674" y="-25403"/>
            <a:ext cx="4900283" cy="33496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0361D4-4637-3DDD-E9AF-FE4A3BBDF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57" y="3508375"/>
            <a:ext cx="4900283" cy="33496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60480A-D4EF-CDB4-07E1-5754B6710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717" y="3508374"/>
            <a:ext cx="4900283" cy="334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35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10591</TotalTime>
  <Words>244</Words>
  <Application>Microsoft Office PowerPoint</Application>
  <PresentationFormat>A4 Paper (210x297 mm)</PresentationFormat>
  <Paragraphs>139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528</cp:revision>
  <cp:lastPrinted>2017-12-31T22:38:51Z</cp:lastPrinted>
  <dcterms:created xsi:type="dcterms:W3CDTF">2017-01-17T16:57:04Z</dcterms:created>
  <dcterms:modified xsi:type="dcterms:W3CDTF">2024-09-03T04:28:30Z</dcterms:modified>
</cp:coreProperties>
</file>