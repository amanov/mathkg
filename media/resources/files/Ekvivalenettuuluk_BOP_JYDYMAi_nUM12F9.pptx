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6"/>
  </p:notesMasterIdLst>
  <p:sldIdLst>
    <p:sldId id="1002" r:id="rId2"/>
    <p:sldId id="1003" r:id="rId3"/>
    <p:sldId id="1004" r:id="rId4"/>
    <p:sldId id="1005" r:id="rId5"/>
    <p:sldId id="942" r:id="rId6"/>
    <p:sldId id="1006" r:id="rId7"/>
    <p:sldId id="959" r:id="rId8"/>
    <p:sldId id="1007" r:id="rId9"/>
    <p:sldId id="944" r:id="rId10"/>
    <p:sldId id="1008" r:id="rId11"/>
    <p:sldId id="967" r:id="rId12"/>
    <p:sldId id="1009" r:id="rId13"/>
    <p:sldId id="964" r:id="rId14"/>
    <p:sldId id="1010" r:id="rId15"/>
    <p:sldId id="968" r:id="rId16"/>
    <p:sldId id="1011" r:id="rId17"/>
    <p:sldId id="969" r:id="rId18"/>
    <p:sldId id="1012" r:id="rId19"/>
    <p:sldId id="971" r:id="rId20"/>
    <p:sldId id="1013" r:id="rId21"/>
    <p:sldId id="973" r:id="rId22"/>
    <p:sldId id="1014" r:id="rId23"/>
    <p:sldId id="975" r:id="rId24"/>
    <p:sldId id="1015" r:id="rId25"/>
    <p:sldId id="978" r:id="rId26"/>
    <p:sldId id="1016" r:id="rId27"/>
    <p:sldId id="980" r:id="rId28"/>
    <p:sldId id="1017" r:id="rId29"/>
    <p:sldId id="970" r:id="rId30"/>
    <p:sldId id="1018" r:id="rId31"/>
    <p:sldId id="972" r:id="rId32"/>
    <p:sldId id="1019" r:id="rId33"/>
    <p:sldId id="974" r:id="rId34"/>
    <p:sldId id="996" r:id="rId35"/>
    <p:sldId id="981" r:id="rId36"/>
    <p:sldId id="1020" r:id="rId37"/>
    <p:sldId id="976" r:id="rId38"/>
    <p:sldId id="1021" r:id="rId39"/>
    <p:sldId id="977" r:id="rId40"/>
    <p:sldId id="1022" r:id="rId41"/>
    <p:sldId id="979" r:id="rId42"/>
    <p:sldId id="1023" r:id="rId43"/>
    <p:sldId id="982" r:id="rId44"/>
    <p:sldId id="993" r:id="rId45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7"/>
    </p:embeddedFont>
    <p:embeddedFont>
      <p:font typeface="Bernard MT Condensed" panose="02050806060905020404" pitchFamily="18" charset="0"/>
      <p:regular r:id="rId48"/>
    </p:embeddedFont>
    <p:embeddedFont>
      <p:font typeface="Cambria Math" panose="02040503050406030204" pitchFamily="18" charset="0"/>
      <p:regular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1002"/>
          </p14:sldIdLst>
        </p14:section>
        <p14:section name="Титулдук слайд" id="{942499A6-327B-410B-9EF0-9C14FB66AB89}">
          <p14:sldIdLst>
            <p14:sldId id="1003"/>
            <p14:sldId id="1004"/>
          </p14:sldIdLst>
        </p14:section>
        <p14:section name="Оюн" id="{267FD0E9-36B9-4F9E-842D-CBFE57676936}">
          <p14:sldIdLst>
            <p14:sldId id="1005"/>
            <p14:sldId id="942"/>
            <p14:sldId id="1006"/>
            <p14:sldId id="959"/>
            <p14:sldId id="1007"/>
            <p14:sldId id="944"/>
            <p14:sldId id="1008"/>
            <p14:sldId id="967"/>
            <p14:sldId id="1009"/>
            <p14:sldId id="964"/>
            <p14:sldId id="1010"/>
            <p14:sldId id="968"/>
            <p14:sldId id="1011"/>
            <p14:sldId id="969"/>
            <p14:sldId id="1012"/>
            <p14:sldId id="971"/>
            <p14:sldId id="1013"/>
            <p14:sldId id="973"/>
            <p14:sldId id="1014"/>
            <p14:sldId id="975"/>
            <p14:sldId id="1015"/>
            <p14:sldId id="978"/>
            <p14:sldId id="1016"/>
            <p14:sldId id="980"/>
            <p14:sldId id="1017"/>
            <p14:sldId id="970"/>
            <p14:sldId id="1018"/>
            <p14:sldId id="972"/>
            <p14:sldId id="1019"/>
            <p14:sldId id="974"/>
            <p14:sldId id="996"/>
            <p14:sldId id="981"/>
            <p14:sldId id="1020"/>
            <p14:sldId id="976"/>
            <p14:sldId id="1021"/>
            <p14:sldId id="977"/>
            <p14:sldId id="1022"/>
            <p14:sldId id="979"/>
            <p14:sldId id="1023"/>
            <p14:sldId id="982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8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36.pn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Бөлчөктөр, Ондуктар жана Пайыздар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761127" y="3052516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Бөлчөктөрдүн, ондуктардын жана пайыздардын ортосунда айландыруу</a:t>
            </a:r>
            <a:endParaRPr lang="en-US" sz="28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52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8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02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27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821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67" y="754572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391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17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62447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62447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567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23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3892" y="542840"/>
            <a:ext cx="6478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бөлүктү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4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118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852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9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3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568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74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4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18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64162" y="779537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76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1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977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721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3892" y="542840"/>
            <a:ext cx="6478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бөлүктү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180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986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19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315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4756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526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09936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09936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440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50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08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189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99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27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-85964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67" y="754572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9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281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140.9%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834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356</Words>
  <Application>Microsoft Office PowerPoint</Application>
  <PresentationFormat>A4 Paper (210x297 mm)</PresentationFormat>
  <Paragraphs>127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2024-09-02T19:17:40Z</dcterms:modified>
</cp:coreProperties>
</file>