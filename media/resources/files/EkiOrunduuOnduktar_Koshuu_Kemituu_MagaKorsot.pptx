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64" r:id="rId21"/>
    <p:sldId id="968" r:id="rId22"/>
    <p:sldId id="961" r:id="rId23"/>
    <p:sldId id="963" r:id="rId24"/>
    <p:sldId id="962" r:id="rId25"/>
    <p:sldId id="959" r:id="rId26"/>
    <p:sldId id="960" r:id="rId27"/>
    <p:sldId id="965" r:id="rId28"/>
    <p:sldId id="966" r:id="rId29"/>
    <p:sldId id="969" r:id="rId30"/>
    <p:sldId id="970" r:id="rId31"/>
    <p:sldId id="973" r:id="rId3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Кошуу" id="{059544AC-2C27-45B1-9F95-F87DF8854DD6}">
          <p14:sldIdLst>
            <p14:sldId id="939"/>
            <p14:sldId id="948"/>
            <p14:sldId id="947"/>
            <p14:sldId id="949"/>
            <p14:sldId id="941"/>
            <p14:sldId id="945"/>
            <p14:sldId id="946"/>
            <p14:sldId id="952"/>
            <p14:sldId id="954"/>
            <p14:sldId id="942"/>
            <p14:sldId id="950"/>
            <p14:sldId id="953"/>
            <p14:sldId id="951"/>
            <p14:sldId id="943"/>
            <p14:sldId id="957"/>
            <p14:sldId id="967"/>
            <p14:sldId id="955"/>
            <p14:sldId id="956"/>
          </p14:sldIdLst>
        </p14:section>
        <p14:section name="Кемитүү" id="{06048E46-622E-4571-BAB5-D9F3F92356DE}">
          <p14:sldIdLst>
            <p14:sldId id="964"/>
            <p14:sldId id="968"/>
            <p14:sldId id="961"/>
            <p14:sldId id="963"/>
            <p14:sldId id="962"/>
            <p14:sldId id="959"/>
            <p14:sldId id="960"/>
            <p14:sldId id="965"/>
            <p14:sldId id="966"/>
            <p14:sldId id="969"/>
            <p14:sldId id="970"/>
          </p14:sldIdLst>
        </p14:section>
        <p14:section name="MATHKGZ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жана кемитүү –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Мага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0,3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D6AAD26-E60C-EED2-4BE3-48F0B505EE7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+ 0,2 + 0,05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59A1130-BB79-2E9A-980B-94FC156006B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0,4   +   0,2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D886DBA-82F2-2370-7D91-AB90C178DBF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0,6   +   0,5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F520C3-8266-2B9C-7E9A-752287A9448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0,03   +   0,04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8EDE1-1A16-C470-2018-0839A6C9745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0,07   +   0,04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2758FC0-F0B3-C15F-48B3-6EB321820F0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A369ED-54CC-F1B6-F1B7-7CAA2745DE8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0,05   +   0,15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44423B-B1CD-00A5-69E0-CE1C472A80B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0168F5-8272-562E-0A9F-D56CA935364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0,12   +   0,14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A3883E-7613-9FCE-E624-0132DC66E1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1,25   +   0,11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02438FB-5B5C-25E3-766B-1C19D8C9FF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97A14BA-E8A4-3FFE-03E2-4F89C044657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1,03   +   0,07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BCF73-E852-8DC8-A6A1-F09D40A2B50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0,05   +   0,27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5DF24-827C-8F22-0A8E-C23DAD1654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0,18   +   0,37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75BD2-EEE5-D6D3-C496-0928C745918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0,23   +   0,19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A360D5-068D-A858-B394-132AFC387EE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0,7 + 0,46 + 0,17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CF2965-32DD-5E43-A4E7-A91BC17DF0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0,78   +   0,46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909DE31-3E03-CCB5-260F-3EF40DFFEF2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7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−   0,8   =   _________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450740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50144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55662C-4355-2629-E893-B56F2900F14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5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1,4   −   0,2   =   _________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60895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5613000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612007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667FEA-A2F1-4C36-1495-F3F1E35EFB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24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0,26   −   0,03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88AE24-EC75-31D6-6545-95F2403FC0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1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   −   0,05   =   _________</a:t>
            </a:r>
          </a:p>
        </p:txBody>
      </p:sp>
      <p:sp>
        <p:nvSpPr>
          <p:cNvPr id="347" name="Cube 346">
            <a:extLst>
              <a:ext uri="{FF2B5EF4-FFF2-40B4-BE49-F238E27FC236}">
                <a16:creationId xmlns:a16="http://schemas.microsoft.com/office/drawing/2014/main" id="{7D25AF84-9D74-4795-BF52-D22FB0479EE6}"/>
              </a:ext>
            </a:extLst>
          </p:cNvPr>
          <p:cNvSpPr/>
          <p:nvPr/>
        </p:nvSpPr>
        <p:spPr>
          <a:xfrm>
            <a:off x="534283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8" name="Cube 347">
            <a:extLst>
              <a:ext uri="{FF2B5EF4-FFF2-40B4-BE49-F238E27FC236}">
                <a16:creationId xmlns:a16="http://schemas.microsoft.com/office/drawing/2014/main" id="{0F4DAD12-AAD9-B060-8931-8CB4AAA117E9}"/>
              </a:ext>
            </a:extLst>
          </p:cNvPr>
          <p:cNvSpPr/>
          <p:nvPr/>
        </p:nvSpPr>
        <p:spPr>
          <a:xfrm>
            <a:off x="534283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9" name="Cube 348">
            <a:extLst>
              <a:ext uri="{FF2B5EF4-FFF2-40B4-BE49-F238E27FC236}">
                <a16:creationId xmlns:a16="http://schemas.microsoft.com/office/drawing/2014/main" id="{362BB55C-0F6C-8D2D-E34C-14C8E9F15959}"/>
              </a:ext>
            </a:extLst>
          </p:cNvPr>
          <p:cNvSpPr/>
          <p:nvPr/>
        </p:nvSpPr>
        <p:spPr>
          <a:xfrm>
            <a:off x="534283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0" name="Cube 349">
            <a:extLst>
              <a:ext uri="{FF2B5EF4-FFF2-40B4-BE49-F238E27FC236}">
                <a16:creationId xmlns:a16="http://schemas.microsoft.com/office/drawing/2014/main" id="{09428AD0-E518-EDD1-95AA-D65AB0A47075}"/>
              </a:ext>
            </a:extLst>
          </p:cNvPr>
          <p:cNvSpPr/>
          <p:nvPr/>
        </p:nvSpPr>
        <p:spPr>
          <a:xfrm>
            <a:off x="5342837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Cube 350">
            <a:extLst>
              <a:ext uri="{FF2B5EF4-FFF2-40B4-BE49-F238E27FC236}">
                <a16:creationId xmlns:a16="http://schemas.microsoft.com/office/drawing/2014/main" id="{9EAAE1E0-8DA2-DEB7-EFA3-85C4A203C349}"/>
              </a:ext>
            </a:extLst>
          </p:cNvPr>
          <p:cNvSpPr/>
          <p:nvPr/>
        </p:nvSpPr>
        <p:spPr>
          <a:xfrm>
            <a:off x="5342837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3991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3411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BDD311-CBD3-746B-9229-EA968611B1A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09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0" grpId="0" animBg="1"/>
      <p:bldP spid="3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1,37   −   0,21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6B6759A1-EF4D-4B04-537D-F1759FEBFFCE}"/>
              </a:ext>
            </a:extLst>
          </p:cNvPr>
          <p:cNvSpPr/>
          <p:nvPr/>
        </p:nvSpPr>
        <p:spPr>
          <a:xfrm>
            <a:off x="62717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9D95238-1BF5-036A-354E-7D4FB1542641}"/>
              </a:ext>
            </a:extLst>
          </p:cNvPr>
          <p:cNvSpPr/>
          <p:nvPr/>
        </p:nvSpPr>
        <p:spPr>
          <a:xfrm>
            <a:off x="62717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BCBA86A-BA5F-F368-4279-3116C5E9C738}"/>
              </a:ext>
            </a:extLst>
          </p:cNvPr>
          <p:cNvSpPr/>
          <p:nvPr/>
        </p:nvSpPr>
        <p:spPr>
          <a:xfrm>
            <a:off x="627170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A7D2AB1-974A-015B-EEFD-444BABAE49A0}"/>
              </a:ext>
            </a:extLst>
          </p:cNvPr>
          <p:cNvSpPr/>
          <p:nvPr/>
        </p:nvSpPr>
        <p:spPr>
          <a:xfrm>
            <a:off x="627170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5D636A-DC04-E77F-5667-435898926DF9}"/>
              </a:ext>
            </a:extLst>
          </p:cNvPr>
          <p:cNvSpPr/>
          <p:nvPr/>
        </p:nvSpPr>
        <p:spPr>
          <a:xfrm>
            <a:off x="627170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6EFEB20-0D91-104D-25EC-533388B09EED}"/>
              </a:ext>
            </a:extLst>
          </p:cNvPr>
          <p:cNvSpPr/>
          <p:nvPr/>
        </p:nvSpPr>
        <p:spPr>
          <a:xfrm>
            <a:off x="627170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33463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FFB58B8-E83A-0E4A-1C00-66537413D134}"/>
              </a:ext>
            </a:extLst>
          </p:cNvPr>
          <p:cNvGrpSpPr/>
          <p:nvPr/>
        </p:nvGrpSpPr>
        <p:grpSpPr>
          <a:xfrm>
            <a:off x="538855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BA62CB11-6290-F89A-A515-2F86B8146F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43B7B9B9-A36E-2D34-3189-CB8EDA79648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7" name="Cube 426">
              <a:extLst>
                <a:ext uri="{FF2B5EF4-FFF2-40B4-BE49-F238E27FC236}">
                  <a16:creationId xmlns:a16="http://schemas.microsoft.com/office/drawing/2014/main" id="{4A3FF871-6222-7BE1-B7E0-8CE064ED183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8" name="Cube 427">
              <a:extLst>
                <a:ext uri="{FF2B5EF4-FFF2-40B4-BE49-F238E27FC236}">
                  <a16:creationId xmlns:a16="http://schemas.microsoft.com/office/drawing/2014/main" id="{2E284ABF-CD07-6B0C-FC13-7537F75A03E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9" name="Cube 428">
              <a:extLst>
                <a:ext uri="{FF2B5EF4-FFF2-40B4-BE49-F238E27FC236}">
                  <a16:creationId xmlns:a16="http://schemas.microsoft.com/office/drawing/2014/main" id="{68721713-4AED-EAF9-3535-88EC5BA20A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0" name="Cube 429">
              <a:extLst>
                <a:ext uri="{FF2B5EF4-FFF2-40B4-BE49-F238E27FC236}">
                  <a16:creationId xmlns:a16="http://schemas.microsoft.com/office/drawing/2014/main" id="{38C08335-A90A-C91E-BBD7-78708A92ECC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1" name="Cube 430">
              <a:extLst>
                <a:ext uri="{FF2B5EF4-FFF2-40B4-BE49-F238E27FC236}">
                  <a16:creationId xmlns:a16="http://schemas.microsoft.com/office/drawing/2014/main" id="{FF46FB76-661E-DAFC-101C-1EB58600319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2" name="Cube 431">
              <a:extLst>
                <a:ext uri="{FF2B5EF4-FFF2-40B4-BE49-F238E27FC236}">
                  <a16:creationId xmlns:a16="http://schemas.microsoft.com/office/drawing/2014/main" id="{C86C1325-670E-DFF6-1C8B-870DE6322D4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3" name="Cube 432">
              <a:extLst>
                <a:ext uri="{FF2B5EF4-FFF2-40B4-BE49-F238E27FC236}">
                  <a16:creationId xmlns:a16="http://schemas.microsoft.com/office/drawing/2014/main" id="{F68D43AD-BD2F-65F4-099D-158A839B0B9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4" name="Cube 433">
              <a:extLst>
                <a:ext uri="{FF2B5EF4-FFF2-40B4-BE49-F238E27FC236}">
                  <a16:creationId xmlns:a16="http://schemas.microsoft.com/office/drawing/2014/main" id="{94C6B8F5-9EF8-C1B7-AFA3-8C39F108040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A7BC44-004D-FDBD-02D6-D96BD1E848C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3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0,32   −   0,04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B406E06-DD01-FE4B-CE40-0F55F39104BA}"/>
              </a:ext>
            </a:extLst>
          </p:cNvPr>
          <p:cNvSpPr/>
          <p:nvPr/>
        </p:nvSpPr>
        <p:spPr>
          <a:xfrm>
            <a:off x="544674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411698D-BAF7-137E-9206-BA1B866929F6}"/>
              </a:ext>
            </a:extLst>
          </p:cNvPr>
          <p:cNvSpPr/>
          <p:nvPr/>
        </p:nvSpPr>
        <p:spPr>
          <a:xfrm>
            <a:off x="544674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148E3C4-65AD-7F76-2C18-F22256DCBD5A}"/>
              </a:ext>
            </a:extLst>
          </p:cNvPr>
          <p:cNvSpPr/>
          <p:nvPr/>
        </p:nvSpPr>
        <p:spPr>
          <a:xfrm>
            <a:off x="544674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68DD421-6734-2A6A-5871-7D51533935E5}"/>
              </a:ext>
            </a:extLst>
          </p:cNvPr>
          <p:cNvSpPr/>
          <p:nvPr/>
        </p:nvSpPr>
        <p:spPr>
          <a:xfrm>
            <a:off x="544674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C33B895B-47AB-A855-E14A-E47D6521AC74}"/>
              </a:ext>
            </a:extLst>
          </p:cNvPr>
          <p:cNvSpPr/>
          <p:nvPr/>
        </p:nvSpPr>
        <p:spPr>
          <a:xfrm>
            <a:off x="544674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2E2144-AF78-C4C1-CB06-8DDF15F7D7C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33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0,12   −   0,1   =   _________</a:t>
            </a:r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4792041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4792041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D3E25-369D-C9F2-FEBB-ED19F6CF4E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30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1,04   −   0,62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8125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8125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530958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7B619-BB2B-6FFC-5EE1-FADFC1C52A48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A1DA6372-3195-B784-BBD2-7A1F40574D3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A85C713-7869-9A46-A1DF-7B8C14AF064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4841420F-B2FB-5BF6-AF5A-F1D98D07B9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87CBBA6-D0BF-F6CD-2B3E-171D1E01417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7D2F693F-509D-9C71-BB98-118A95AD58C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CFF9A765-CC7E-E989-81E0-F404D8D474E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A7F9976-B60C-C530-7E23-8E93C47A034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119C6E4-3297-58A6-6289-58483CA1747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29F261E-2BB2-1B14-DB02-B5A1320180D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BDD2200-ED7E-9D14-90C4-181FF07AD19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0DBA7B-5BBB-5026-9C0A-F4F6575A9272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E9B7AB2A-1967-C432-9A26-118CE138DFF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6DD9331-021B-3392-1041-C0201A3D93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CE8EA963-DDCF-3E9F-EA6B-2F4D70D5A07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60C9CA7D-F10C-4451-55EE-006D53289A4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B63BD24F-B43B-79D0-70B0-952CF3A85F9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812F907-F620-1699-9838-C14A4E3AD1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7E6DE49A-A36E-8ED5-80FD-B0BB7A7E125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9C2F45A-47CD-C919-9157-96EFACDEF25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C9B81A99-0A05-A7F8-471A-0912701FBB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795AD1B8-B2D1-4DAF-FF59-301C20E6E43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325AB6-C8C4-27F2-016D-44168F39E46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99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0,5   −   0,22   =   _________</a:t>
            </a:r>
          </a:p>
        </p:txBody>
      </p:sp>
      <p:sp>
        <p:nvSpPr>
          <p:cNvPr id="358" name="Cube 357">
            <a:extLst>
              <a:ext uri="{FF2B5EF4-FFF2-40B4-BE49-F238E27FC236}">
                <a16:creationId xmlns:a16="http://schemas.microsoft.com/office/drawing/2014/main" id="{51611EF2-17C9-CCC3-6190-2300EAA62B52}"/>
              </a:ext>
            </a:extLst>
          </p:cNvPr>
          <p:cNvSpPr/>
          <p:nvPr/>
        </p:nvSpPr>
        <p:spPr>
          <a:xfrm>
            <a:off x="522230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Cube 358">
            <a:extLst>
              <a:ext uri="{FF2B5EF4-FFF2-40B4-BE49-F238E27FC236}">
                <a16:creationId xmlns:a16="http://schemas.microsoft.com/office/drawing/2014/main" id="{A32AB36C-0538-1977-1E2E-3288E7F36EAF}"/>
              </a:ext>
            </a:extLst>
          </p:cNvPr>
          <p:cNvSpPr/>
          <p:nvPr/>
        </p:nvSpPr>
        <p:spPr>
          <a:xfrm>
            <a:off x="522230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0" name="Cube 359">
            <a:extLst>
              <a:ext uri="{FF2B5EF4-FFF2-40B4-BE49-F238E27FC236}">
                <a16:creationId xmlns:a16="http://schemas.microsoft.com/office/drawing/2014/main" id="{C383FDF8-D9AE-6BA9-19D7-70E759A55A66}"/>
              </a:ext>
            </a:extLst>
          </p:cNvPr>
          <p:cNvSpPr/>
          <p:nvPr/>
        </p:nvSpPr>
        <p:spPr>
          <a:xfrm>
            <a:off x="522230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1" name="Cube 360">
            <a:extLst>
              <a:ext uri="{FF2B5EF4-FFF2-40B4-BE49-F238E27FC236}">
                <a16:creationId xmlns:a16="http://schemas.microsoft.com/office/drawing/2014/main" id="{0B72844C-3EF9-86B8-C162-805E31112294}"/>
              </a:ext>
            </a:extLst>
          </p:cNvPr>
          <p:cNvSpPr/>
          <p:nvPr/>
        </p:nvSpPr>
        <p:spPr>
          <a:xfrm>
            <a:off x="522230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2" name="Cube 361">
            <a:extLst>
              <a:ext uri="{FF2B5EF4-FFF2-40B4-BE49-F238E27FC236}">
                <a16:creationId xmlns:a16="http://schemas.microsoft.com/office/drawing/2014/main" id="{5150D18C-4D3A-A851-8F7B-47D565046C11}"/>
              </a:ext>
            </a:extLst>
          </p:cNvPr>
          <p:cNvSpPr/>
          <p:nvPr/>
        </p:nvSpPr>
        <p:spPr>
          <a:xfrm>
            <a:off x="522230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3" name="Cube 362">
            <a:extLst>
              <a:ext uri="{FF2B5EF4-FFF2-40B4-BE49-F238E27FC236}">
                <a16:creationId xmlns:a16="http://schemas.microsoft.com/office/drawing/2014/main" id="{D5BA05DF-6EB5-05B7-DF10-F34EF84B490A}"/>
              </a:ext>
            </a:extLst>
          </p:cNvPr>
          <p:cNvSpPr/>
          <p:nvPr/>
        </p:nvSpPr>
        <p:spPr>
          <a:xfrm>
            <a:off x="522230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4" name="Cube 363">
            <a:extLst>
              <a:ext uri="{FF2B5EF4-FFF2-40B4-BE49-F238E27FC236}">
                <a16:creationId xmlns:a16="http://schemas.microsoft.com/office/drawing/2014/main" id="{D954C426-1883-A23E-77F0-0B733DA4D4EB}"/>
              </a:ext>
            </a:extLst>
          </p:cNvPr>
          <p:cNvSpPr/>
          <p:nvPr/>
        </p:nvSpPr>
        <p:spPr>
          <a:xfrm>
            <a:off x="522230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5" name="Cube 364">
            <a:extLst>
              <a:ext uri="{FF2B5EF4-FFF2-40B4-BE49-F238E27FC236}">
                <a16:creationId xmlns:a16="http://schemas.microsoft.com/office/drawing/2014/main" id="{6C0E68B2-520E-58AF-6ADB-A6799E1F7597}"/>
              </a:ext>
            </a:extLst>
          </p:cNvPr>
          <p:cNvSpPr/>
          <p:nvPr/>
        </p:nvSpPr>
        <p:spPr>
          <a:xfrm>
            <a:off x="5222302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72353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950517-100E-A314-0600-E9F5F54C6D57}"/>
              </a:ext>
            </a:extLst>
          </p:cNvPr>
          <p:cNvGrpSpPr/>
          <p:nvPr/>
        </p:nvGrpSpPr>
        <p:grpSpPr>
          <a:xfrm>
            <a:off x="422477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FD2B626E-261C-6740-0803-D158A775FC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DB1AB694-B779-1B33-669E-AE133A220D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29A55DF-F36A-11AF-C9B3-83FD4099331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A2E786D3-A9E6-5AA7-B050-8D1158BA03F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86A1C9E0-FC0C-4269-9BC4-15D8BDF71B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B5265513-692D-FD34-727F-E3626A465B4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2B3ACAE2-E9A4-CC9F-75BF-3F04C8B1972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A362ED39-9548-B9FF-532E-386D7BBBAFF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37DF4E4-94F2-9E42-4AB3-C5983186FFE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4937E0A1-8AB2-C502-81C2-FCFE45D0715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7FE1210-C0A0-2C08-BF4C-70B15EE9682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08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0,34   −   0,17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3F812CF-FE7F-39C5-E42F-CB039CB83989}"/>
              </a:ext>
            </a:extLst>
          </p:cNvPr>
          <p:cNvSpPr/>
          <p:nvPr/>
        </p:nvSpPr>
        <p:spPr>
          <a:xfrm>
            <a:off x="500617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076699E-0C0D-CA49-CF06-FE1ED0A89A5C}"/>
              </a:ext>
            </a:extLst>
          </p:cNvPr>
          <p:cNvSpPr/>
          <p:nvPr/>
        </p:nvSpPr>
        <p:spPr>
          <a:xfrm>
            <a:off x="500617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EDD40FA-2343-826C-2A08-76F66B984419}"/>
              </a:ext>
            </a:extLst>
          </p:cNvPr>
          <p:cNvSpPr/>
          <p:nvPr/>
        </p:nvSpPr>
        <p:spPr>
          <a:xfrm>
            <a:off x="500617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DEDE8B7E-8FC5-6236-E155-F2D48AF6AA81}"/>
              </a:ext>
            </a:extLst>
          </p:cNvPr>
          <p:cNvSpPr/>
          <p:nvPr/>
        </p:nvSpPr>
        <p:spPr>
          <a:xfrm>
            <a:off x="500617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3D03921-D46D-99C5-5E15-106ADC770E62}"/>
              </a:ext>
            </a:extLst>
          </p:cNvPr>
          <p:cNvSpPr/>
          <p:nvPr/>
        </p:nvSpPr>
        <p:spPr>
          <a:xfrm>
            <a:off x="500617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CB8D9BF6-1E4F-F9F6-5D69-2A84206806B1}"/>
              </a:ext>
            </a:extLst>
          </p:cNvPr>
          <p:cNvSpPr/>
          <p:nvPr/>
        </p:nvSpPr>
        <p:spPr>
          <a:xfrm>
            <a:off x="500617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C8AD0109-F304-B757-F1E0-44734B4611B2}"/>
              </a:ext>
            </a:extLst>
          </p:cNvPr>
          <p:cNvSpPr/>
          <p:nvPr/>
        </p:nvSpPr>
        <p:spPr>
          <a:xfrm>
            <a:off x="500617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7DE3E0-DB0F-56E2-DAE3-005E25C94561}"/>
              </a:ext>
            </a:extLst>
          </p:cNvPr>
          <p:cNvGrpSpPr/>
          <p:nvPr/>
        </p:nvGrpSpPr>
        <p:grpSpPr>
          <a:xfrm>
            <a:off x="450325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794722F-4869-C997-E702-6526E747FD2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917C27F-BB0A-AEBE-E498-D440F1A1E93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2C8AF9D5-2168-7CDE-566F-CB0877342EB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AA6B6807-9010-3A32-961E-54B9A7BC50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FC21740C-1E13-71B6-959C-1CDA60A25AB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3EA0A7A1-3615-A2EF-264E-8F7EFB7296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8E71C0D-627E-6FFD-8C34-2C2504D111A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D7765DA8-251E-7159-FC8B-4A3773406DD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A639B9F-B5A1-D1B6-FB14-E754F3D7FFF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EC36346B-98DC-510A-F89D-10F59F6D16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A700E43-027D-9B2E-0B2F-D6ACF7E250B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8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1,26   −   0,78   =   _________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FC07ED2-EB2D-803F-80B5-92BEB6C41EC2}"/>
              </a:ext>
            </a:extLst>
          </p:cNvPr>
          <p:cNvSpPr/>
          <p:nvPr/>
        </p:nvSpPr>
        <p:spPr>
          <a:xfrm>
            <a:off x="530958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FA1CF1BB-20DB-9770-5E62-2F32EE590FDD}"/>
              </a:ext>
            </a:extLst>
          </p:cNvPr>
          <p:cNvSpPr/>
          <p:nvPr/>
        </p:nvSpPr>
        <p:spPr>
          <a:xfrm>
            <a:off x="530958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B083104C-52F8-F16A-CF14-514D327D6E48}"/>
              </a:ext>
            </a:extLst>
          </p:cNvPr>
          <p:cNvSpPr/>
          <p:nvPr/>
        </p:nvSpPr>
        <p:spPr>
          <a:xfrm>
            <a:off x="530958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0ACE1C16-42EE-F7AD-CC69-EDAB2AE60E9A}"/>
              </a:ext>
            </a:extLst>
          </p:cNvPr>
          <p:cNvSpPr/>
          <p:nvPr/>
        </p:nvSpPr>
        <p:spPr>
          <a:xfrm>
            <a:off x="530958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193ED994-1ADB-0B99-1BCB-9E3C715E8689}"/>
              </a:ext>
            </a:extLst>
          </p:cNvPr>
          <p:cNvSpPr/>
          <p:nvPr/>
        </p:nvSpPr>
        <p:spPr>
          <a:xfrm>
            <a:off x="530958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E29C66F8-24AA-0219-58A1-B9542FE191AD}"/>
              </a:ext>
            </a:extLst>
          </p:cNvPr>
          <p:cNvSpPr/>
          <p:nvPr/>
        </p:nvSpPr>
        <p:spPr>
          <a:xfrm>
            <a:off x="530958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78A71E0C-35E4-16A5-6B25-E099C9F12870}"/>
              </a:ext>
            </a:extLst>
          </p:cNvPr>
          <p:cNvSpPr/>
          <p:nvPr/>
        </p:nvSpPr>
        <p:spPr>
          <a:xfrm>
            <a:off x="530958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1B9B29AF-6881-52D3-FC75-0A8B4280713A}"/>
              </a:ext>
            </a:extLst>
          </p:cNvPr>
          <p:cNvSpPr/>
          <p:nvPr/>
        </p:nvSpPr>
        <p:spPr>
          <a:xfrm>
            <a:off x="530958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2355CB-7ADF-F85C-5291-EB8FF35F92F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5C1B015B-4808-54FC-D1A1-5A1DBFBB149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ED0D885C-E70D-30FE-8D66-B3E260E9DC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7055B72-5759-A7A8-7E23-91F727AC31D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A821C1E1-E9DE-FFAD-63FD-48898866AD9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48A83F5-E9AD-9C74-F77F-6F34EEC7ECC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D5035D7D-1825-3780-55C5-62CD25D092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5F93058A-753A-C82D-DD1C-0D8B5C06BBD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A5280886-DABE-DDD8-E02A-A8F109A4F8C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50409D20-C45A-C7C8-A3F3-40F388F661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DD5DEC8D-C384-3002-74E3-195BA1B56A8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5D04DA-921B-D100-95A4-AE1131CF577A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A49CA87F-7FD7-0D11-4C09-7F90C35B3C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D3CB907-46C3-B2A9-FF3C-66E15A996C7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BCE19AEC-7F18-44FF-D33B-F51CDA15FB5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DCE68EF-74BB-0375-9569-B249C33495D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21F0B5D-E1B4-6248-1B85-5165F12148C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EABD8DF-1185-7D08-3900-C0774BA4AEF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34F8420-02EF-848C-50CC-6A616D23635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9C8F0A14-E844-F5AC-3EEA-E7C1EBD014B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B519993B-74A9-5E3E-F452-AA3AA966A48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D919366-BB40-4543-F0D3-10FC2607B73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C138B0-DE70-F21C-8367-DC38E0BD28D9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EEC7DCF-46AD-2CE9-3DD8-5725D4F4138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E6066492-A3D7-CA83-7FDB-683D63762AF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C6B8FF3-02A5-7538-276B-1C872C6BCF6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53FC3B99-D15E-4BB8-DF1A-CCF017B172D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058F9319-4B24-A71E-47DB-4AEDFF38089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148CBB2-9C03-2496-08C3-6B4249C3C37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A5D95565-BF71-30E9-4A45-BB24188786D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94A9DC7A-8C30-63D0-4E08-60F17BF9336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6A9DD19-D8B8-12F2-BE10-CFE158038FF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F962C91D-F4EE-0005-6201-715E17AB9E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2988098-2EB3-09CC-B10B-2EAAA6109918}"/>
              </a:ext>
            </a:extLst>
          </p:cNvPr>
          <p:cNvGrpSpPr/>
          <p:nvPr/>
        </p:nvGrpSpPr>
        <p:grpSpPr>
          <a:xfrm>
            <a:off x="327712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D1A10229-9AAD-2E4B-63C3-4149BDB374E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F866D22F-2593-2D10-0FE3-83C973B4820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F8CD156F-1450-A1D9-0CD5-65CC1827AE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693909C8-602D-7FBC-A1F5-6BEEB38233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00814EF-41A7-272B-13E1-E0C43C9FFFF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FFBD1155-4355-6AA6-4E8C-93C710101A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AE8C63D-8593-F920-DCCD-8DCA911571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59A004A-5617-C418-FFCD-DA640064678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17B28EB-0637-5F24-92C2-3FBAB7451B4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37160E6C-6C25-31C7-C962-D3130593DD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1ABF80-A9E3-BCA3-173E-AC14B28794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30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355</Words>
  <Application>Microsoft Office PowerPoint</Application>
  <PresentationFormat>A4 Paper (210x297 mm)</PresentationFormat>
  <Paragraphs>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2024-05-22T12:36:28Z</dcterms:modified>
</cp:coreProperties>
</file>