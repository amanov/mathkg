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3" r:id="rId1"/>
  </p:sldMasterIdLst>
  <p:sldIdLst>
    <p:sldId id="257" r:id="rId2"/>
    <p:sldId id="280" r:id="rId3"/>
    <p:sldId id="275" r:id="rId4"/>
    <p:sldId id="276" r:id="rId5"/>
    <p:sldId id="277" r:id="rId6"/>
    <p:sldId id="278" r:id="rId7"/>
    <p:sldId id="279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62967B-7F1B-412A-869B-C4BB11232D92}">
          <p14:sldIdLst>
            <p14:sldId id="257"/>
            <p14:sldId id="280"/>
            <p14:sldId id="275"/>
            <p14:sldId id="276"/>
            <p14:sldId id="277"/>
            <p14:sldId id="278"/>
            <p14:sldId id="279"/>
          </p14:sldIdLst>
        </p14:section>
        <p14:section name="Үйрөнүү үчүн баалоо" id="{0B64BAAD-0206-4895-981B-4525EFB713B8}">
          <p14:sldIdLst/>
        </p14:section>
        <p14:section name="MathKG" id="{8C12631C-7891-47BF-B61C-D4B865ED4B2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0695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976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5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4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6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8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6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50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2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54" r:id="rId13"/>
    <p:sldLayoutId id="214748401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Амалдарды аткаруу тартиби</a:t>
            </a:r>
            <a:r>
              <a:rPr lang="en-US" dirty="0"/>
              <a:t>  – </a:t>
            </a:r>
            <a:r>
              <a:rPr lang="ru-RU" dirty="0"/>
              <a:t>Сабак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sz="2800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i="0" dirty="0">
                <a:solidFill>
                  <a:srgbClr val="FF0000"/>
                </a:solidFill>
                <a:effectLst/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2438"/>
            <a:ext cx="9404350" cy="1400175"/>
          </a:xfrm>
        </p:spPr>
        <p:txBody>
          <a:bodyPr>
            <a:normAutofit/>
          </a:bodyPr>
          <a:lstStyle/>
          <a:p>
            <a:pPr algn="r"/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79B40-E4C7-0756-9CAE-4F3905B599E5}"/>
              </a:ext>
            </a:extLst>
          </p:cNvPr>
          <p:cNvSpPr txBox="1"/>
          <p:nvPr/>
        </p:nvSpPr>
        <p:spPr>
          <a:xfrm>
            <a:off x="2971800" y="3127494"/>
            <a:ext cx="61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 err="1">
                <a:solidFill>
                  <a:srgbClr val="00B0F0"/>
                </a:solidFill>
              </a:rPr>
              <a:t>MathKGZ</a:t>
            </a:r>
            <a:r>
              <a:rPr lang="en-US" sz="14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 descr="Badge 4 outline">
            <a:extLst>
              <a:ext uri="{FF2B5EF4-FFF2-40B4-BE49-F238E27FC236}">
                <a16:creationId xmlns:a16="http://schemas.microsoft.com/office/drawing/2014/main" id="{4195CBEF-CACB-DE60-2996-3711F3181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9791" y="643467"/>
            <a:ext cx="2543217" cy="2543217"/>
          </a:xfrm>
          <a:prstGeom prst="rect">
            <a:avLst/>
          </a:prstGeom>
        </p:spPr>
      </p:pic>
      <p:cxnSp>
        <p:nvCxnSpPr>
          <p:cNvPr id="41" name="Straight Connector 30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Vintage movie countdown 4">
            <a:extLst>
              <a:ext uri="{FF2B5EF4-FFF2-40B4-BE49-F238E27FC236}">
                <a16:creationId xmlns:a16="http://schemas.microsoft.com/office/drawing/2014/main" id="{C4852380-F4DB-A8F2-12D5-EAB1C0246E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308" y="643467"/>
            <a:ext cx="3390956" cy="2543217"/>
          </a:xfrm>
          <a:prstGeom prst="rect">
            <a:avLst/>
          </a:prstGeom>
        </p:spPr>
      </p:pic>
      <p:cxnSp>
        <p:nvCxnSpPr>
          <p:cNvPr id="42" name="Straight Connector 32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34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Badge 4 with solid fill">
            <a:extLst>
              <a:ext uri="{FF2B5EF4-FFF2-40B4-BE49-F238E27FC236}">
                <a16:creationId xmlns:a16="http://schemas.microsoft.com/office/drawing/2014/main" id="{930FA4AB-ABC6-85E1-CF5D-E03F489D82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18468" y="3671316"/>
            <a:ext cx="2545862" cy="2545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1F97C6-1308-76EC-81F1-AB8FC89A23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0217" y="3671316"/>
            <a:ext cx="1809137" cy="255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455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327785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4 санын төрт жолу колдонуп амалдарды аткаргыла</a:t>
            </a:r>
          </a:p>
          <a:p>
            <a:endParaRPr lang="ru-RU" dirty="0"/>
          </a:p>
          <a:p>
            <a:r>
              <a:rPr lang="ru-RU" dirty="0"/>
              <a:t>Эсептөө туура болушу үчүн, сандардын арасына туура амалдарды жайгаштыргыла</a:t>
            </a:r>
          </a:p>
          <a:p>
            <a:r>
              <a:rPr lang="ru-RU" dirty="0">
                <a:solidFill>
                  <a:srgbClr val="FF0000"/>
                </a:solidFill>
              </a:rPr>
              <a:t>Мисалы</a:t>
            </a:r>
            <a:r>
              <a:rPr lang="ru-RU" dirty="0"/>
              <a:t>, мен  </a:t>
            </a:r>
            <a:r>
              <a:rPr lang="ru-RU" sz="3200" dirty="0">
                <a:solidFill>
                  <a:srgbClr val="FF0000"/>
                </a:solidFill>
              </a:rPr>
              <a:t>4×4×4−4=60  </a:t>
            </a:r>
            <a:r>
              <a:rPr lang="ru-RU" dirty="0"/>
              <a:t>деп жазууну ойлонушум мүмкүн. </a:t>
            </a:r>
          </a:p>
          <a:p>
            <a:r>
              <a:rPr lang="ru-RU" dirty="0">
                <a:solidFill>
                  <a:srgbClr val="FF0000"/>
                </a:solidFill>
              </a:rPr>
              <a:t>Туурабы ?  </a:t>
            </a:r>
          </a:p>
          <a:p>
            <a:r>
              <a:rPr lang="ru-RU" dirty="0"/>
              <a:t>А сиз  </a:t>
            </a:r>
            <a:r>
              <a:rPr lang="ru-RU" dirty="0">
                <a:solidFill>
                  <a:srgbClr val="FF0000"/>
                </a:solidFill>
              </a:rPr>
              <a:t>4 санын төрт жолу кандай  амалдар менен </a:t>
            </a:r>
            <a:r>
              <a:rPr lang="ru-RU" dirty="0"/>
              <a:t>колдонуп жооп </a:t>
            </a:r>
            <a:r>
              <a:rPr lang="ru-RU" dirty="0">
                <a:solidFill>
                  <a:srgbClr val="FF0000"/>
                </a:solidFill>
              </a:rPr>
              <a:t>12</a:t>
            </a:r>
            <a:r>
              <a:rPr lang="ru-RU" dirty="0"/>
              <a:t> кыла аласыз?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36320" y="106998"/>
            <a:ext cx="9404350" cy="1400175"/>
          </a:xfrm>
        </p:spPr>
        <p:txBody>
          <a:bodyPr>
            <a:normAutofit/>
          </a:bodyPr>
          <a:lstStyle/>
          <a:p>
            <a:pPr algn="ctr"/>
            <a:r>
              <a:rPr lang="en-US" sz="5200" dirty="0">
                <a:solidFill>
                  <a:srgbClr val="00B0F0"/>
                </a:solidFill>
              </a:rPr>
              <a:t>4 </a:t>
            </a:r>
            <a:r>
              <a:rPr lang="ru-RU" sz="5200" dirty="0">
                <a:solidFill>
                  <a:srgbClr val="00B0F0"/>
                </a:solidFill>
              </a:rPr>
              <a:t>төрт</a:t>
            </a:r>
            <a:r>
              <a:rPr lang="en-US" sz="5200" dirty="0">
                <a:solidFill>
                  <a:srgbClr val="00B0F0"/>
                </a:solidFill>
              </a:rPr>
              <a:t> </a:t>
            </a:r>
            <a:r>
              <a:rPr lang="ru-RU" sz="5200" dirty="0">
                <a:solidFill>
                  <a:srgbClr val="00B0F0"/>
                </a:solidFill>
              </a:rPr>
              <a:t>көнүгү</a:t>
            </a:r>
            <a:r>
              <a:rPr lang="en-US" sz="5200" dirty="0">
                <a:solidFill>
                  <a:srgbClr val="00B0F0"/>
                </a:solidFill>
              </a:rPr>
              <a:t>c</a:t>
            </a:r>
            <a:r>
              <a:rPr lang="ru-RU" sz="5200" dirty="0">
                <a:solidFill>
                  <a:srgbClr val="00B0F0"/>
                </a:solidFill>
              </a:rPr>
              <a:t>ү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7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Эми, жоопторуңуз үчүн </a:t>
            </a:r>
            <a:r>
              <a:rPr lang="ru-RU" dirty="0">
                <a:solidFill>
                  <a:srgbClr val="FF0000"/>
                </a:solidFill>
              </a:rPr>
              <a:t>15, 16 жана 17 </a:t>
            </a:r>
            <a:r>
              <a:rPr lang="ru-RU" dirty="0"/>
              <a:t>алуу үчүн муну кайталай аласызбы?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182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 сен  </a:t>
            </a:r>
            <a:r>
              <a:rPr lang="ru-RU" dirty="0">
                <a:solidFill>
                  <a:srgbClr val="FF0000"/>
                </a:solidFill>
              </a:rPr>
              <a:t>0дөн 10го </a:t>
            </a:r>
            <a:r>
              <a:rPr lang="ru-RU" dirty="0"/>
              <a:t>чейин сандарды </a:t>
            </a:r>
            <a:r>
              <a:rPr lang="ru-RU" dirty="0">
                <a:solidFill>
                  <a:srgbClr val="FF0000"/>
                </a:solidFill>
              </a:rPr>
              <a:t>4 санын төрт жолу </a:t>
            </a:r>
            <a:r>
              <a:rPr lang="ru-RU" dirty="0"/>
              <a:t>колдонуп эсептей аласынбы?  </a:t>
            </a:r>
            <a:r>
              <a:rPr lang="ru-RU" dirty="0">
                <a:solidFill>
                  <a:srgbClr val="FF0000"/>
                </a:solidFill>
              </a:rPr>
              <a:t>Кана көрсөтчү 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Мисалы: 4-4 + 4-4 = 0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A9EA15E-4E2F-AE1F-33A1-E9B3A0EE72DC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ru-RU" sz="5200" dirty="0">
                <a:solidFill>
                  <a:srgbClr val="00B0F0"/>
                </a:solidFill>
              </a:rPr>
              <a:t>Ким кыйын?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471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32778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4 санын төрт жолу колдонуп амалдарды аткаргыла</a:t>
            </a:r>
          </a:p>
          <a:p>
            <a:r>
              <a:rPr lang="ru-RU" dirty="0"/>
              <a:t>Эсептөө туура болушу үчүн, сандардын арасына туура амалдарды жайгаштыргыла</a:t>
            </a:r>
          </a:p>
          <a:p>
            <a:r>
              <a:rPr lang="ru-RU" dirty="0">
                <a:solidFill>
                  <a:srgbClr val="FF0000"/>
                </a:solidFill>
              </a:rPr>
              <a:t>Мисалы</a:t>
            </a:r>
            <a:r>
              <a:rPr lang="ru-RU" dirty="0"/>
              <a:t>, мен  </a:t>
            </a:r>
            <a:r>
              <a:rPr lang="ru-RU" sz="3200" dirty="0">
                <a:solidFill>
                  <a:srgbClr val="FF0000"/>
                </a:solidFill>
              </a:rPr>
              <a:t>4×4×4−4=60  </a:t>
            </a:r>
            <a:r>
              <a:rPr lang="ru-RU" dirty="0"/>
              <a:t>деп жазууну ойлонушум мүмкүн. </a:t>
            </a:r>
          </a:p>
          <a:p>
            <a:r>
              <a:rPr lang="ru-RU" dirty="0">
                <a:solidFill>
                  <a:srgbClr val="FF0000"/>
                </a:solidFill>
              </a:rPr>
              <a:t>Туурабы ?  </a:t>
            </a:r>
          </a:p>
          <a:p>
            <a:r>
              <a:rPr lang="ru-RU" dirty="0"/>
              <a:t>А сиз  </a:t>
            </a:r>
            <a:r>
              <a:rPr lang="ru-RU" dirty="0">
                <a:solidFill>
                  <a:srgbClr val="FF0000"/>
                </a:solidFill>
              </a:rPr>
              <a:t>4 санын төрт жолу кандай  амалдар менен </a:t>
            </a:r>
            <a:r>
              <a:rPr lang="ru-RU" dirty="0"/>
              <a:t>колдонуп жооп </a:t>
            </a:r>
            <a:r>
              <a:rPr lang="ru-RU" dirty="0">
                <a:solidFill>
                  <a:srgbClr val="FF0000"/>
                </a:solidFill>
              </a:rPr>
              <a:t>12</a:t>
            </a:r>
            <a:r>
              <a:rPr lang="ru-RU" dirty="0"/>
              <a:t> кыла аласыз?</a:t>
            </a:r>
            <a:endParaRPr lang="en-US" dirty="0"/>
          </a:p>
          <a:p>
            <a:r>
              <a:rPr lang="ru-RU" dirty="0"/>
              <a:t>Эми, жоопторуңуз үчүн </a:t>
            </a:r>
            <a:r>
              <a:rPr lang="ru-RU" dirty="0">
                <a:solidFill>
                  <a:srgbClr val="FF0000"/>
                </a:solidFill>
              </a:rPr>
              <a:t>15, 16 жана 17 </a:t>
            </a:r>
            <a:r>
              <a:rPr lang="ru-RU" dirty="0"/>
              <a:t>алуу үчүн муну кайталай аласызбы? А сен  </a:t>
            </a:r>
            <a:r>
              <a:rPr lang="ru-RU" dirty="0">
                <a:solidFill>
                  <a:srgbClr val="FF0000"/>
                </a:solidFill>
              </a:rPr>
              <a:t>0дөн 10го </a:t>
            </a:r>
            <a:r>
              <a:rPr lang="ru-RU" dirty="0"/>
              <a:t>чейин сандарды </a:t>
            </a:r>
            <a:r>
              <a:rPr lang="ru-RU" dirty="0">
                <a:solidFill>
                  <a:srgbClr val="FF0000"/>
                </a:solidFill>
              </a:rPr>
              <a:t>4 санын төрт жолу </a:t>
            </a:r>
            <a:r>
              <a:rPr lang="ru-RU" dirty="0"/>
              <a:t>колдонуп эсептей аласынбы?  </a:t>
            </a:r>
            <a:r>
              <a:rPr lang="ru-RU" dirty="0">
                <a:solidFill>
                  <a:srgbClr val="FF0000"/>
                </a:solidFill>
              </a:rPr>
              <a:t>Кана көрсөтчү 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Мисалы: 4-4 + 4-4 = 0 </a:t>
            </a:r>
            <a:endParaRPr lang="en-US" b="1" dirty="0">
              <a:solidFill>
                <a:srgbClr val="FF0000"/>
              </a:solidFill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36320" y="106998"/>
            <a:ext cx="9404350" cy="1400175"/>
          </a:xfrm>
        </p:spPr>
        <p:txBody>
          <a:bodyPr>
            <a:normAutofit/>
          </a:bodyPr>
          <a:lstStyle/>
          <a:p>
            <a:pPr algn="ctr"/>
            <a:r>
              <a:rPr lang="en-US" sz="5200" dirty="0">
                <a:solidFill>
                  <a:srgbClr val="00B0F0"/>
                </a:solidFill>
              </a:rPr>
              <a:t>4 </a:t>
            </a:r>
            <a:r>
              <a:rPr lang="ru-RU" sz="5200" dirty="0">
                <a:solidFill>
                  <a:srgbClr val="00B0F0"/>
                </a:solidFill>
              </a:rPr>
              <a:t>төрт</a:t>
            </a:r>
            <a:r>
              <a:rPr lang="en-US" sz="5200" dirty="0">
                <a:solidFill>
                  <a:srgbClr val="00B0F0"/>
                </a:solidFill>
              </a:rPr>
              <a:t> </a:t>
            </a:r>
            <a:r>
              <a:rPr lang="ru-RU" sz="5200" dirty="0">
                <a:solidFill>
                  <a:srgbClr val="00B0F0"/>
                </a:solidFill>
              </a:rPr>
              <a:t>көнүгү</a:t>
            </a:r>
            <a:r>
              <a:rPr lang="en-US" sz="5200" dirty="0">
                <a:solidFill>
                  <a:srgbClr val="00B0F0"/>
                </a:solidFill>
              </a:rPr>
              <a:t>c</a:t>
            </a:r>
            <a:r>
              <a:rPr lang="ru-RU" sz="5200" dirty="0">
                <a:solidFill>
                  <a:srgbClr val="00B0F0"/>
                </a:solidFill>
              </a:rPr>
              <a:t>ү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393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327785"/>
            <a:ext cx="10515600" cy="4351338"/>
          </a:xfrm>
        </p:spPr>
        <p:txBody>
          <a:bodyPr>
            <a:normAutofit/>
          </a:bodyPr>
          <a:lstStyle/>
          <a:p>
            <a:endParaRPr lang="ru-RU" dirty="0"/>
          </a:p>
          <a:p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75850E-DA1B-062A-DEE9-3D51C4EC8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46" y="144689"/>
            <a:ext cx="4945345" cy="31264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B77138-CEA7-B708-036A-6A3BF5806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46" y="3586826"/>
            <a:ext cx="4945343" cy="31264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97A1A2-1854-462D-37AC-8857C2DC0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9383"/>
            <a:ext cx="4945345" cy="31264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976D48-2721-8D75-550C-0E5B0CD35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290" y="3518976"/>
            <a:ext cx="5050448" cy="313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90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>
              <a:solidFill>
                <a:srgbClr val="FF0000"/>
              </a:solidFill>
              <a:latin typeface="Google Sans"/>
            </a:endParaRPr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b="0" i="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Google Sans"/>
              </a:rPr>
              <a:t>mathematicskgz@gmail.com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@gmail.com</a:t>
            </a:r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FA0899-1E7B-4947-A788-9903C9DC8EAE}">
  <we:reference id="wa104380907" version="3.1.0.0" store="en-US" storeType="OMEX"/>
  <we:alternateReferences>
    <we:reference id="wa104380907" version="3.1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623</TotalTime>
  <Words>244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Google Sans</vt:lpstr>
      <vt:lpstr>Office Theme</vt:lpstr>
      <vt:lpstr>MathKGZ  -- </vt:lpstr>
      <vt:lpstr>PowerPoint Presentation</vt:lpstr>
      <vt:lpstr>4 төрт көнүгүcү</vt:lpstr>
      <vt:lpstr>PowerPoint Presentation</vt:lpstr>
      <vt:lpstr>PowerPoint Presentation</vt:lpstr>
      <vt:lpstr>4 төрт көнүгүcү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MathKG  --</dc:title>
  <dc:creator>Isa Amanov</dc:creator>
  <cp:lastModifiedBy>Isa Amanov</cp:lastModifiedBy>
  <cp:revision>12</cp:revision>
  <cp:lastPrinted>2023-09-20T16:51:44Z</cp:lastPrinted>
  <dcterms:created xsi:type="dcterms:W3CDTF">2023-06-07T11:18:56Z</dcterms:created>
  <dcterms:modified xsi:type="dcterms:W3CDTF">2023-09-20T17:11:04Z</dcterms:modified>
</cp:coreProperties>
</file>