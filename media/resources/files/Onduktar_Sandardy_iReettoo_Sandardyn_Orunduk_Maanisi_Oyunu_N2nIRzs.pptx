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1015" r:id="rId2"/>
    <p:sldId id="943" r:id="rId3"/>
    <p:sldId id="944" r:id="rId4"/>
    <p:sldId id="945" r:id="rId5"/>
    <p:sldId id="946" r:id="rId6"/>
    <p:sldId id="940" r:id="rId7"/>
    <p:sldId id="942" r:id="rId8"/>
    <p:sldId id="941" r:id="rId9"/>
    <p:sldId id="947" r:id="rId10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12"/>
    </p:embeddedFont>
    <p:embeddedFont>
      <p:font typeface="Constantia" panose="02030602050306030303" pitchFamily="18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1015"/>
          </p14:sldIdLst>
        </p14:section>
        <p14:section name="Көрсөтүү үчүн" id="{059544AC-2C27-45B1-9F95-F87DF8854DD6}">
          <p14:sldIdLst>
            <p14:sldId id="943"/>
            <p14:sldId id="944"/>
            <p14:sldId id="945"/>
            <p14:sldId id="946"/>
          </p14:sldIdLst>
        </p14:section>
        <p14:section name="Таркатма иш кагаздар" id="{A78D9305-6AAE-4715-A210-52F6908F30F7}">
          <p14:sldIdLst>
            <p14:sldId id="940"/>
            <p14:sldId id="942"/>
            <p14:sldId id="941"/>
          </p14:sldIdLst>
        </p14:section>
        <p14:section name="Кайтарым байланыш" id="{F3D720CF-F566-46A6-9361-125255B68FA6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y-KG" sz="24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 Ирээттөө – Класстык Иш А 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algn="ctr">
              <a:defRPr/>
            </a:pPr>
            <a:r>
              <a:rPr lang="ky-KG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версиясы бар: ондуктар, жүздүктөр жана миңдиктер </a:t>
            </a:r>
            <a:endParaRPr kumimoji="0" lang="en-US" sz="24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36DF16-7380-0262-2CC1-A08ECBE7EA22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BDBF18-CAA8-105B-99ED-D7C4E9418BCB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6" name="Table 11">
            <a:extLst>
              <a:ext uri="{FF2B5EF4-FFF2-40B4-BE49-F238E27FC236}">
                <a16:creationId xmlns:a16="http://schemas.microsoft.com/office/drawing/2014/main" id="{6BA50FD8-C460-AEB7-95CD-470C950C5BEE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F26B3AC-B3C2-3547-EB35-9A4904F90677}"/>
              </a:ext>
            </a:extLst>
          </p:cNvPr>
          <p:cNvSpPr txBox="1"/>
          <p:nvPr/>
        </p:nvSpPr>
        <p:spPr>
          <a:xfrm>
            <a:off x="76506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8" name="Table 11">
            <a:extLst>
              <a:ext uri="{FF2B5EF4-FFF2-40B4-BE49-F238E27FC236}">
                <a16:creationId xmlns:a16="http://schemas.microsoft.com/office/drawing/2014/main" id="{96EB5AC4-7A26-EB01-3AF8-0D8F42407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583053"/>
              </p:ext>
            </p:extLst>
          </p:nvPr>
        </p:nvGraphicFramePr>
        <p:xfrm>
          <a:off x="196878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24DAE2B5-E423-A63F-0897-1C83E7CE9C7E}"/>
              </a:ext>
            </a:extLst>
          </p:cNvPr>
          <p:cNvSpPr txBox="1"/>
          <p:nvPr/>
        </p:nvSpPr>
        <p:spPr>
          <a:xfrm>
            <a:off x="78830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30" name="Table 11">
            <a:extLst>
              <a:ext uri="{FF2B5EF4-FFF2-40B4-BE49-F238E27FC236}">
                <a16:creationId xmlns:a16="http://schemas.microsoft.com/office/drawing/2014/main" id="{0932FA36-60E6-C554-799A-19ADF6E6E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793874"/>
              </p:ext>
            </p:extLst>
          </p:nvPr>
        </p:nvGraphicFramePr>
        <p:xfrm>
          <a:off x="196878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980229FB-40B7-A6C9-27CA-2C42808E2E8B}"/>
              </a:ext>
            </a:extLst>
          </p:cNvPr>
          <p:cNvSpPr/>
          <p:nvPr/>
        </p:nvSpPr>
        <p:spPr>
          <a:xfrm>
            <a:off x="287492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D6CD626-B5F3-F031-C078-174E3033361F}"/>
              </a:ext>
            </a:extLst>
          </p:cNvPr>
          <p:cNvSpPr/>
          <p:nvPr/>
        </p:nvSpPr>
        <p:spPr>
          <a:xfrm>
            <a:off x="287492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B8C252-6524-067F-1EA9-3491D4DB2A5A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67191AC-ECA8-0407-C7B9-C16D54294F66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4657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558915"/>
              </p:ext>
            </p:extLst>
          </p:nvPr>
        </p:nvGraphicFramePr>
        <p:xfrm>
          <a:off x="1230228" y="1787973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188141"/>
              </p:ext>
            </p:extLst>
          </p:nvPr>
        </p:nvGraphicFramePr>
        <p:xfrm>
          <a:off x="1230228" y="2699245"/>
          <a:ext cx="2911377" cy="701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1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B406D-78B2-C0E8-5055-0BBA8830C45B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9205F-BC60-925B-A454-D86DF8E96130}"/>
              </a:ext>
            </a:extLst>
          </p:cNvPr>
          <p:cNvSpPr txBox="1"/>
          <p:nvPr/>
        </p:nvSpPr>
        <p:spPr>
          <a:xfrm>
            <a:off x="100193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F064B-BF88-FF89-B670-09A7B86D3E40}"/>
              </a:ext>
            </a:extLst>
          </p:cNvPr>
          <p:cNvSpPr txBox="1"/>
          <p:nvPr/>
        </p:nvSpPr>
        <p:spPr>
          <a:xfrm>
            <a:off x="197689" y="200532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8C320-4E0E-8817-2157-EB6FECF81389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3566FA-4B76-64BF-21BB-B526E878D393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416083"/>
              </p:ext>
            </p:extLst>
          </p:nvPr>
        </p:nvGraphicFramePr>
        <p:xfrm>
          <a:off x="922497" y="1787973"/>
          <a:ext cx="388183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454559"/>
              </p:ext>
            </p:extLst>
          </p:nvPr>
        </p:nvGraphicFramePr>
        <p:xfrm>
          <a:off x="922497" y="2561545"/>
          <a:ext cx="3881836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C8FE4FAC-56CB-4AC9-BFF4-9000C6E26673}"/>
              </a:ext>
            </a:extLst>
          </p:cNvPr>
          <p:cNvSpPr/>
          <p:nvPr/>
        </p:nvSpPr>
        <p:spPr>
          <a:xfrm>
            <a:off x="182947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B72920-B8E1-4920-9670-114CB42AB36C}"/>
              </a:ext>
            </a:extLst>
          </p:cNvPr>
          <p:cNvSpPr/>
          <p:nvPr/>
        </p:nvSpPr>
        <p:spPr>
          <a:xfrm>
            <a:off x="182756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466BE-1BF6-D6EF-0A75-72D96246CC3E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2D953-5302-ED38-F29C-E1C5C7E48466}"/>
              </a:ext>
            </a:extLst>
          </p:cNvPr>
          <p:cNvSpPr txBox="1"/>
          <p:nvPr/>
        </p:nvSpPr>
        <p:spPr>
          <a:xfrm>
            <a:off x="-61154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79CF1B-028A-9D58-89E4-C8BBDF96CFED}"/>
              </a:ext>
            </a:extLst>
          </p:cNvPr>
          <p:cNvSpPr txBox="1"/>
          <p:nvPr/>
        </p:nvSpPr>
        <p:spPr>
          <a:xfrm>
            <a:off x="-29682" y="188179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45F01-14D6-A4D4-BECA-933C3816CA31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C52F5C-A7D7-75B8-A261-25E246FB906C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0655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4" y="237393"/>
            <a:ext cx="3881835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8FE4FAC-56CB-4AC9-BFF4-9000C6E26673}"/>
              </a:ext>
            </a:extLst>
          </p:cNvPr>
          <p:cNvSpPr/>
          <p:nvPr/>
        </p:nvSpPr>
        <p:spPr>
          <a:xfrm>
            <a:off x="182947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B72920-B8E1-4920-9670-114CB42AB36C}"/>
              </a:ext>
            </a:extLst>
          </p:cNvPr>
          <p:cNvSpPr/>
          <p:nvPr/>
        </p:nvSpPr>
        <p:spPr>
          <a:xfrm>
            <a:off x="182756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BAD99D-6790-4507-B087-F2EEFA077616}"/>
              </a:ext>
            </a:extLst>
          </p:cNvPr>
          <p:cNvSpPr/>
          <p:nvPr/>
        </p:nvSpPr>
        <p:spPr>
          <a:xfrm>
            <a:off x="5485691" y="159376"/>
            <a:ext cx="3843503" cy="25617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ysClr val="windowText" lastClr="000000"/>
                </a:solidFill>
              </a:rPr>
              <a:t>Эрежелердин өзгөртүү мүмкүн:</a:t>
            </a:r>
          </a:p>
          <a:p>
            <a:pPr algn="ctr"/>
            <a:endParaRPr lang="ky-KG" sz="1950" b="1" dirty="0">
              <a:solidFill>
                <a:sysClr val="windowText" lastClr="000000"/>
              </a:solidFill>
            </a:endParaRPr>
          </a:p>
          <a:p>
            <a:pPr algn="ctr"/>
            <a:r>
              <a:rPr lang="ky-KG" sz="1950" b="1" dirty="0">
                <a:solidFill>
                  <a:sysClr val="windowText" lastClr="000000"/>
                </a:solidFill>
              </a:rPr>
              <a:t>Эң аз сан жеңет.</a:t>
            </a:r>
          </a:p>
          <a:p>
            <a:pPr algn="ctr"/>
            <a:endParaRPr lang="ky-KG" sz="1950" b="1" dirty="0">
              <a:solidFill>
                <a:sysClr val="windowText" lastClr="000000"/>
              </a:solidFill>
            </a:endParaRPr>
          </a:p>
          <a:p>
            <a:pPr algn="ctr"/>
            <a:r>
              <a:rPr lang="ky-KG" sz="1950" b="1" dirty="0">
                <a:solidFill>
                  <a:sysClr val="windowText" lastClr="000000"/>
                </a:solidFill>
              </a:rPr>
              <a:t>Жеңүүчү сандардын айырмасына жараша упай алат.</a:t>
            </a:r>
            <a:endParaRPr lang="en-GB" sz="195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" name="Table 11">
            <a:extLst>
              <a:ext uri="{FF2B5EF4-FFF2-40B4-BE49-F238E27FC236}">
                <a16:creationId xmlns:a16="http://schemas.microsoft.com/office/drawing/2014/main" id="{4657F975-5EC3-F86B-F8F9-529C842DF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252802"/>
              </p:ext>
            </p:extLst>
          </p:nvPr>
        </p:nvGraphicFramePr>
        <p:xfrm>
          <a:off x="922497" y="1787973"/>
          <a:ext cx="388183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640917-0CA3-76B7-E2F8-5F8A13D2D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920764"/>
              </p:ext>
            </p:extLst>
          </p:nvPr>
        </p:nvGraphicFramePr>
        <p:xfrm>
          <a:off x="922497" y="2561545"/>
          <a:ext cx="3881836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957EA3BC-3F47-BF4C-98C4-7A1B57194253}"/>
              </a:ext>
            </a:extLst>
          </p:cNvPr>
          <p:cNvSpPr/>
          <p:nvPr/>
        </p:nvSpPr>
        <p:spPr>
          <a:xfrm>
            <a:off x="182947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EE04D2-EC61-4FC4-ED62-745511994DE7}"/>
              </a:ext>
            </a:extLst>
          </p:cNvPr>
          <p:cNvSpPr/>
          <p:nvPr/>
        </p:nvSpPr>
        <p:spPr>
          <a:xfrm>
            <a:off x="182756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B0096-B207-F265-3994-CCC330B60F41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36506-1CA7-20F6-D3EC-E94868FB4E4F}"/>
              </a:ext>
            </a:extLst>
          </p:cNvPr>
          <p:cNvSpPr txBox="1"/>
          <p:nvPr/>
        </p:nvSpPr>
        <p:spPr>
          <a:xfrm>
            <a:off x="-61154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4FA70-3843-700D-5022-2A348136B5E1}"/>
              </a:ext>
            </a:extLst>
          </p:cNvPr>
          <p:cNvSpPr txBox="1"/>
          <p:nvPr/>
        </p:nvSpPr>
        <p:spPr>
          <a:xfrm>
            <a:off x="-29682" y="188179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EAF74-CC07-E6D9-8267-05D9D65D9248}"/>
              </a:ext>
            </a:extLst>
          </p:cNvPr>
          <p:cNvSpPr txBox="1"/>
          <p:nvPr/>
        </p:nvSpPr>
        <p:spPr>
          <a:xfrm>
            <a:off x="618315" y="213644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580133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DC23DC-8BE1-D553-5FAE-7073D8B290F8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3DCF5-25C1-E187-7357-747C596863E0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6412B98F-923B-AEA9-D3F8-DEEC0D1C202E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092D61-4C67-43D3-D8F7-BFDAE1C9A10D}"/>
              </a:ext>
            </a:extLst>
          </p:cNvPr>
          <p:cNvSpPr txBox="1"/>
          <p:nvPr/>
        </p:nvSpPr>
        <p:spPr>
          <a:xfrm>
            <a:off x="76506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F9C1D96F-D03D-EC56-B3F6-E2F3D1DEB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322775"/>
              </p:ext>
            </p:extLst>
          </p:nvPr>
        </p:nvGraphicFramePr>
        <p:xfrm>
          <a:off x="196878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87E5045-9B05-0FD5-76E3-2F279850D086}"/>
              </a:ext>
            </a:extLst>
          </p:cNvPr>
          <p:cNvSpPr txBox="1"/>
          <p:nvPr/>
        </p:nvSpPr>
        <p:spPr>
          <a:xfrm>
            <a:off x="78830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342B3BD3-71E6-4BCE-BD95-545F8B9A9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32868"/>
              </p:ext>
            </p:extLst>
          </p:nvPr>
        </p:nvGraphicFramePr>
        <p:xfrm>
          <a:off x="196878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2A265BC2-93C4-A85D-AB20-949C0ED6F9FA}"/>
              </a:ext>
            </a:extLst>
          </p:cNvPr>
          <p:cNvSpPr/>
          <p:nvPr/>
        </p:nvSpPr>
        <p:spPr>
          <a:xfrm>
            <a:off x="287492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F8BD42-F3B7-6AF6-B382-C6D446B5F5B1}"/>
              </a:ext>
            </a:extLst>
          </p:cNvPr>
          <p:cNvSpPr/>
          <p:nvPr/>
        </p:nvSpPr>
        <p:spPr>
          <a:xfrm>
            <a:off x="287492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F5F73C-3049-29FE-9F6E-0FE65818AA71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F7EBAEF-140D-B8DB-9C69-C0EBBC3D2953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030BEC9-65A4-5949-98F9-A30E7D3688C4}"/>
              </a:ext>
            </a:extLst>
          </p:cNvPr>
          <p:cNvSpPr/>
          <p:nvPr/>
        </p:nvSpPr>
        <p:spPr>
          <a:xfrm>
            <a:off x="495571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42E989-0E69-2AFE-FAC4-AFA53E3A6F3A}"/>
              </a:ext>
            </a:extLst>
          </p:cNvPr>
          <p:cNvSpPr txBox="1"/>
          <p:nvPr/>
        </p:nvSpPr>
        <p:spPr>
          <a:xfrm>
            <a:off x="541389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48" name="Table 11">
            <a:extLst>
              <a:ext uri="{FF2B5EF4-FFF2-40B4-BE49-F238E27FC236}">
                <a16:creationId xmlns:a16="http://schemas.microsoft.com/office/drawing/2014/main" id="{70DD460E-3CDC-EA75-B6AD-AF14F41D7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171553"/>
              </p:ext>
            </p:extLst>
          </p:nvPr>
        </p:nvGraphicFramePr>
        <p:xfrm>
          <a:off x="498130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3CBE6C7B-F1CB-F43C-866C-B884047D81E2}"/>
              </a:ext>
            </a:extLst>
          </p:cNvPr>
          <p:cNvSpPr txBox="1"/>
          <p:nvPr/>
        </p:nvSpPr>
        <p:spPr>
          <a:xfrm>
            <a:off x="571315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50" name="Table 11">
            <a:extLst>
              <a:ext uri="{FF2B5EF4-FFF2-40B4-BE49-F238E27FC236}">
                <a16:creationId xmlns:a16="http://schemas.microsoft.com/office/drawing/2014/main" id="{56ED2F6F-6F15-4720-18CC-6A8EE43D8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2009"/>
              </p:ext>
            </p:extLst>
          </p:nvPr>
        </p:nvGraphicFramePr>
        <p:xfrm>
          <a:off x="691687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72AA1F76-5953-933F-ED28-8D6F9B1417FD}"/>
              </a:ext>
            </a:extLst>
          </p:cNvPr>
          <p:cNvSpPr txBox="1"/>
          <p:nvPr/>
        </p:nvSpPr>
        <p:spPr>
          <a:xfrm>
            <a:off x="573639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52" name="Table 11">
            <a:extLst>
              <a:ext uri="{FF2B5EF4-FFF2-40B4-BE49-F238E27FC236}">
                <a16:creationId xmlns:a16="http://schemas.microsoft.com/office/drawing/2014/main" id="{A453447C-E747-BF2F-BDBE-E7425F171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214366"/>
              </p:ext>
            </p:extLst>
          </p:nvPr>
        </p:nvGraphicFramePr>
        <p:xfrm>
          <a:off x="691687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53" name="Oval 52">
            <a:extLst>
              <a:ext uri="{FF2B5EF4-FFF2-40B4-BE49-F238E27FC236}">
                <a16:creationId xmlns:a16="http://schemas.microsoft.com/office/drawing/2014/main" id="{202CC9A1-F735-A94A-54C3-83E6C98A524A}"/>
              </a:ext>
            </a:extLst>
          </p:cNvPr>
          <p:cNvSpPr/>
          <p:nvPr/>
        </p:nvSpPr>
        <p:spPr>
          <a:xfrm>
            <a:off x="782301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E20D6C0-3CCC-4EAD-4AF4-DEDE10AEFDD7}"/>
              </a:ext>
            </a:extLst>
          </p:cNvPr>
          <p:cNvSpPr/>
          <p:nvPr/>
        </p:nvSpPr>
        <p:spPr>
          <a:xfrm>
            <a:off x="782301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DC05D0-9535-B41A-D905-A7DF074BFBFA}"/>
              </a:ext>
            </a:extLst>
          </p:cNvPr>
          <p:cNvSpPr txBox="1"/>
          <p:nvPr/>
        </p:nvSpPr>
        <p:spPr>
          <a:xfrm>
            <a:off x="556313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7279A7E-18AF-2109-F28E-891A769CC189}"/>
              </a:ext>
            </a:extLst>
          </p:cNvPr>
          <p:cNvSpPr/>
          <p:nvPr/>
        </p:nvSpPr>
        <p:spPr>
          <a:xfrm>
            <a:off x="586613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7FCDF8-CC7E-9E77-29CF-29C5F5579BE6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46093BC9-E599-640B-F825-0F0BFC800AD6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83AC7819-3E6B-2187-B47C-BB884CD8A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810909"/>
              </p:ext>
            </p:extLst>
          </p:nvPr>
        </p:nvGraphicFramePr>
        <p:xfrm>
          <a:off x="1230228" y="1787973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9DC55-CF0A-4E3D-743C-9453A9787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534003"/>
              </p:ext>
            </p:extLst>
          </p:nvPr>
        </p:nvGraphicFramePr>
        <p:xfrm>
          <a:off x="1230228" y="2699245"/>
          <a:ext cx="2911377" cy="701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1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F28A3A29-06F6-05E5-D375-8AE25982E4B8}"/>
              </a:ext>
            </a:extLst>
          </p:cNvPr>
          <p:cNvSpPr/>
          <p:nvPr/>
        </p:nvSpPr>
        <p:spPr>
          <a:xfrm>
            <a:off x="213808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F3451-F295-2C64-5DB8-2DAD822741FA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2511F-26E5-BFCC-C982-FC39B3A2B48C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382DEF-32C2-5235-783A-ECD1FDFB001A}"/>
              </a:ext>
            </a:extLst>
          </p:cNvPr>
          <p:cNvSpPr txBox="1"/>
          <p:nvPr/>
        </p:nvSpPr>
        <p:spPr>
          <a:xfrm>
            <a:off x="100193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6FE90A-ECB6-F1D1-5E83-E0FDC15F8F72}"/>
              </a:ext>
            </a:extLst>
          </p:cNvPr>
          <p:cNvSpPr txBox="1"/>
          <p:nvPr/>
        </p:nvSpPr>
        <p:spPr>
          <a:xfrm>
            <a:off x="197689" y="200532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BC165D-CAAA-D280-8219-5E69B207797E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DDAFB12-5576-F804-3B59-A1ADAC0705FD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7CE7EF-1C45-B7C8-9AED-7317B0530F65}"/>
              </a:ext>
            </a:extLst>
          </p:cNvPr>
          <p:cNvSpPr/>
          <p:nvPr/>
        </p:nvSpPr>
        <p:spPr>
          <a:xfrm>
            <a:off x="497603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36" name="Table 11">
            <a:extLst>
              <a:ext uri="{FF2B5EF4-FFF2-40B4-BE49-F238E27FC236}">
                <a16:creationId xmlns:a16="http://schemas.microsoft.com/office/drawing/2014/main" id="{8AF56F1B-A260-B9B1-CF86-46571FB4C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6572"/>
              </p:ext>
            </p:extLst>
          </p:nvPr>
        </p:nvGraphicFramePr>
        <p:xfrm>
          <a:off x="500162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37" name="Table 11">
            <a:extLst>
              <a:ext uri="{FF2B5EF4-FFF2-40B4-BE49-F238E27FC236}">
                <a16:creationId xmlns:a16="http://schemas.microsoft.com/office/drawing/2014/main" id="{7521773F-66BB-9AEF-A5E9-48C3E6FFE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929221"/>
              </p:ext>
            </p:extLst>
          </p:nvPr>
        </p:nvGraphicFramePr>
        <p:xfrm>
          <a:off x="6198638" y="1787973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88EA70C-CF46-0C91-DC06-239623332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576674"/>
              </p:ext>
            </p:extLst>
          </p:nvPr>
        </p:nvGraphicFramePr>
        <p:xfrm>
          <a:off x="6198638" y="2699245"/>
          <a:ext cx="2911377" cy="701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1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9" name="Oval 38">
            <a:extLst>
              <a:ext uri="{FF2B5EF4-FFF2-40B4-BE49-F238E27FC236}">
                <a16:creationId xmlns:a16="http://schemas.microsoft.com/office/drawing/2014/main" id="{31CD9CD9-B454-B156-A34D-7C56482E2E21}"/>
              </a:ext>
            </a:extLst>
          </p:cNvPr>
          <p:cNvSpPr/>
          <p:nvPr/>
        </p:nvSpPr>
        <p:spPr>
          <a:xfrm>
            <a:off x="710649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D6B9D68-079F-901F-3DA9-9A60830CCFFF}"/>
              </a:ext>
            </a:extLst>
          </p:cNvPr>
          <p:cNvSpPr/>
          <p:nvPr/>
        </p:nvSpPr>
        <p:spPr>
          <a:xfrm>
            <a:off x="710458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337842-07F5-3811-51EE-4C8838294AF2}"/>
              </a:ext>
            </a:extLst>
          </p:cNvPr>
          <p:cNvSpPr txBox="1"/>
          <p:nvPr/>
        </p:nvSpPr>
        <p:spPr>
          <a:xfrm>
            <a:off x="543421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B0E067-16DD-B2CC-6BAA-50631530AB84}"/>
              </a:ext>
            </a:extLst>
          </p:cNvPr>
          <p:cNvSpPr txBox="1"/>
          <p:nvPr/>
        </p:nvSpPr>
        <p:spPr>
          <a:xfrm>
            <a:off x="5068603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D0D6D1-B109-3C96-F446-D106C69B11B7}"/>
              </a:ext>
            </a:extLst>
          </p:cNvPr>
          <p:cNvSpPr txBox="1"/>
          <p:nvPr/>
        </p:nvSpPr>
        <p:spPr>
          <a:xfrm>
            <a:off x="5166099" y="200532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FE14ED-5214-2251-3D07-52A747FE8407}"/>
              </a:ext>
            </a:extLst>
          </p:cNvPr>
          <p:cNvSpPr txBox="1"/>
          <p:nvPr/>
        </p:nvSpPr>
        <p:spPr>
          <a:xfrm>
            <a:off x="558345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EA588B1-AAD2-A159-5524-D91956D39690}"/>
              </a:ext>
            </a:extLst>
          </p:cNvPr>
          <p:cNvSpPr/>
          <p:nvPr/>
        </p:nvSpPr>
        <p:spPr>
          <a:xfrm>
            <a:off x="588645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76051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CAD6AB-58DD-CF5A-3069-0FED6BA33E4F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3E73787C-F2EF-8992-7B06-5B7B76CCD0E6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8375C0FA-B564-3665-36FA-2A32C977C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750760"/>
              </p:ext>
            </p:extLst>
          </p:nvPr>
        </p:nvGraphicFramePr>
        <p:xfrm>
          <a:off x="922497" y="1787973"/>
          <a:ext cx="388183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54E862-5AF7-24B3-15DF-C058CACE1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370842"/>
              </p:ext>
            </p:extLst>
          </p:nvPr>
        </p:nvGraphicFramePr>
        <p:xfrm>
          <a:off x="922497" y="2561545"/>
          <a:ext cx="3881836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B29ECF59-9FF1-B6BD-2DB4-5ED235FFF7E0}"/>
              </a:ext>
            </a:extLst>
          </p:cNvPr>
          <p:cNvSpPr/>
          <p:nvPr/>
        </p:nvSpPr>
        <p:spPr>
          <a:xfrm>
            <a:off x="182947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6048ED-970F-DEA5-06C9-A64E81D79C82}"/>
              </a:ext>
            </a:extLst>
          </p:cNvPr>
          <p:cNvSpPr/>
          <p:nvPr/>
        </p:nvSpPr>
        <p:spPr>
          <a:xfrm>
            <a:off x="182756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7A058-1FEC-E05C-AD14-6EAFD784A18D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FD0AC-BD59-3C72-5EC4-0DFA8DFE0E85}"/>
              </a:ext>
            </a:extLst>
          </p:cNvPr>
          <p:cNvSpPr txBox="1"/>
          <p:nvPr/>
        </p:nvSpPr>
        <p:spPr>
          <a:xfrm>
            <a:off x="-61154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59A6F-C928-669C-DFE5-48B5A6925FD1}"/>
              </a:ext>
            </a:extLst>
          </p:cNvPr>
          <p:cNvSpPr txBox="1"/>
          <p:nvPr/>
        </p:nvSpPr>
        <p:spPr>
          <a:xfrm>
            <a:off x="-29682" y="188179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82B944-FFB8-CD8F-A202-55995038C155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C090EFD-35E6-55BA-75E3-BE6ABE743A8E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AE34BA5-5B98-D499-E72B-5D1384D7AA74}"/>
              </a:ext>
            </a:extLst>
          </p:cNvPr>
          <p:cNvSpPr/>
          <p:nvPr/>
        </p:nvSpPr>
        <p:spPr>
          <a:xfrm>
            <a:off x="4979884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36" name="Table 11">
            <a:extLst>
              <a:ext uri="{FF2B5EF4-FFF2-40B4-BE49-F238E27FC236}">
                <a16:creationId xmlns:a16="http://schemas.microsoft.com/office/drawing/2014/main" id="{6CE4A7F0-6F1E-B642-C66F-EEBA2B606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582134"/>
              </p:ext>
            </p:extLst>
          </p:nvPr>
        </p:nvGraphicFramePr>
        <p:xfrm>
          <a:off x="5005478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37" name="Table 11">
            <a:extLst>
              <a:ext uri="{FF2B5EF4-FFF2-40B4-BE49-F238E27FC236}">
                <a16:creationId xmlns:a16="http://schemas.microsoft.com/office/drawing/2014/main" id="{18ABDFE3-1589-061E-0C91-095495BF8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36170"/>
              </p:ext>
            </p:extLst>
          </p:nvPr>
        </p:nvGraphicFramePr>
        <p:xfrm>
          <a:off x="5894761" y="1787973"/>
          <a:ext cx="388183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0AD1B3CC-1F76-374F-CAF2-7A128ECC5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034400"/>
              </p:ext>
            </p:extLst>
          </p:nvPr>
        </p:nvGraphicFramePr>
        <p:xfrm>
          <a:off x="5894761" y="2561545"/>
          <a:ext cx="3881836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9" name="Oval 38">
            <a:extLst>
              <a:ext uri="{FF2B5EF4-FFF2-40B4-BE49-F238E27FC236}">
                <a16:creationId xmlns:a16="http://schemas.microsoft.com/office/drawing/2014/main" id="{947C68B1-48DC-35BD-FCC4-772C08E18C6A}"/>
              </a:ext>
            </a:extLst>
          </p:cNvPr>
          <p:cNvSpPr/>
          <p:nvPr/>
        </p:nvSpPr>
        <p:spPr>
          <a:xfrm>
            <a:off x="6801735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5E8CA9A-6F6F-600D-1D4E-243359DBB31C}"/>
              </a:ext>
            </a:extLst>
          </p:cNvPr>
          <p:cNvSpPr/>
          <p:nvPr/>
        </p:nvSpPr>
        <p:spPr>
          <a:xfrm>
            <a:off x="6799830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021AD6-6665-D2A8-8775-72A31FAC3F46}"/>
              </a:ext>
            </a:extLst>
          </p:cNvPr>
          <p:cNvSpPr txBox="1"/>
          <p:nvPr/>
        </p:nvSpPr>
        <p:spPr>
          <a:xfrm>
            <a:off x="5438071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CB489E-9C9B-DA7A-B84D-CE5A69D49D73}"/>
              </a:ext>
            </a:extLst>
          </p:cNvPr>
          <p:cNvSpPr txBox="1"/>
          <p:nvPr/>
        </p:nvSpPr>
        <p:spPr>
          <a:xfrm>
            <a:off x="4911110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394C29-C9C2-01A0-63BA-1E3D0AF0E784}"/>
              </a:ext>
            </a:extLst>
          </p:cNvPr>
          <p:cNvSpPr txBox="1"/>
          <p:nvPr/>
        </p:nvSpPr>
        <p:spPr>
          <a:xfrm>
            <a:off x="4942582" y="188179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B86194-B62B-445B-AE5D-A8BE7BEDB55D}"/>
              </a:ext>
            </a:extLst>
          </p:cNvPr>
          <p:cNvSpPr txBox="1"/>
          <p:nvPr/>
        </p:nvSpPr>
        <p:spPr>
          <a:xfrm>
            <a:off x="5587307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98D3887-A6A3-4DE3-B0CE-19B769692121}"/>
              </a:ext>
            </a:extLst>
          </p:cNvPr>
          <p:cNvSpPr/>
          <p:nvPr/>
        </p:nvSpPr>
        <p:spPr>
          <a:xfrm>
            <a:off x="5890305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6498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10389</TotalTime>
  <Words>1090</Words>
  <Application>Microsoft Office PowerPoint</Application>
  <PresentationFormat>A4 Paper (210x297 mm)</PresentationFormat>
  <Paragraphs>399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Berlin Sans FB Demi</vt:lpstr>
      <vt:lpstr>Calibri</vt:lpstr>
      <vt:lpstr>Constantia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487</cp:revision>
  <cp:lastPrinted>2024-09-20T17:58:47Z</cp:lastPrinted>
  <dcterms:created xsi:type="dcterms:W3CDTF">2017-01-17T16:57:04Z</dcterms:created>
  <dcterms:modified xsi:type="dcterms:W3CDTF">2024-09-20T17:59:32Z</dcterms:modified>
</cp:coreProperties>
</file>