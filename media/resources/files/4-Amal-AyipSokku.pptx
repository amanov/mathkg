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8"/>
  </p:notesMasterIdLst>
  <p:sldIdLst>
    <p:sldId id="848" r:id="rId2"/>
    <p:sldId id="956" r:id="rId3"/>
    <p:sldId id="943" r:id="rId4"/>
    <p:sldId id="944" r:id="rId5"/>
    <p:sldId id="945" r:id="rId6"/>
    <p:sldId id="946" r:id="rId7"/>
    <p:sldId id="947" r:id="rId8"/>
    <p:sldId id="948" r:id="rId9"/>
    <p:sldId id="949" r:id="rId10"/>
    <p:sldId id="950" r:id="rId11"/>
    <p:sldId id="951" r:id="rId12"/>
    <p:sldId id="952" r:id="rId13"/>
    <p:sldId id="953" r:id="rId14"/>
    <p:sldId id="954" r:id="rId15"/>
    <p:sldId id="955" r:id="rId16"/>
    <p:sldId id="938" r:id="rId17"/>
  </p:sldIdLst>
  <p:sldSz cx="9906000" cy="6858000" type="A4"/>
  <p:notesSz cx="6669088" cy="9926638"/>
  <p:embeddedFontLst>
    <p:embeddedFont>
      <p:font typeface="Bahnschrift SemiBold" panose="020B0502040204020203" pitchFamily="34" charset="0"/>
      <p:bold r:id="rId19"/>
    </p:embeddedFont>
    <p:embeddedFont>
      <p:font typeface="Bauhaus 93" panose="04030905020B02020C02" pitchFamily="82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2D"/>
    <a:srgbClr val="00FF27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0064"/>
            <a:ext cx="9906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800" b="1" dirty="0"/>
              <a:t>Айып сокку</a:t>
            </a:r>
            <a:r>
              <a:rPr lang="en-US" sz="4800" b="1" dirty="0"/>
              <a:t> </a:t>
            </a:r>
            <a:endParaRPr lang="en-GB" sz="3200" u="sng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студенттерди тестирлөө үчүн тез </a:t>
            </a:r>
            <a:r>
              <a:rPr lang="en-GB" sz="20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оюну.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 берген жоопту басыңыз.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Кийинки суроону берүү үчүн "Кийинки Оюнчу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баскычын чыкылдатыңыз.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50" y="5589045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презентациянын үнү бар!</a:t>
            </a:r>
            <a:endParaRPr lang="en-GB" sz="240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EB48C2A1-A5A2-A840-6FA5-345D63A42822}"/>
              </a:ext>
            </a:extLst>
          </p:cNvPr>
          <p:cNvSpPr txBox="1">
            <a:spLocks/>
          </p:cNvSpPr>
          <p:nvPr/>
        </p:nvSpPr>
        <p:spPr>
          <a:xfrm>
            <a:off x="101600" y="499889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FED92AA1-C1C6-ABEF-4D24-877BC212713B}"/>
              </a:ext>
            </a:extLst>
          </p:cNvPr>
          <p:cNvSpPr txBox="1">
            <a:spLocks/>
          </p:cNvSpPr>
          <p:nvPr/>
        </p:nvSpPr>
        <p:spPr>
          <a:xfrm>
            <a:off x="330200" y="2103119"/>
            <a:ext cx="9230360" cy="41008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ru-RU" sz="4000" b="1" dirty="0"/>
              <a:t>Айып сокку</a:t>
            </a:r>
            <a:endParaRPr lang="en-GB" b="1" dirty="0"/>
          </a:p>
          <a:p>
            <a:endParaRPr lang="en-GB" b="1" dirty="0">
              <a:latin typeface="Bauhaus 93" panose="04030905020B02020C02" pitchFamily="82" charset="0"/>
            </a:endParaRPr>
          </a:p>
          <a:p>
            <a:endParaRPr lang="en-GB" b="1" dirty="0">
              <a:latin typeface="Bauhaus 93" panose="04030905020B02020C02" pitchFamily="82" charset="0"/>
            </a:endParaRPr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4400" b="1" dirty="0">
                <a:solidFill>
                  <a:srgbClr val="FF0000"/>
                </a:solidFill>
              </a:rPr>
              <a:t>ӨЧҮРҮ</a:t>
            </a:r>
            <a:r>
              <a:rPr lang="ky-KG" sz="4400" b="1" dirty="0">
                <a:solidFill>
                  <a:srgbClr val="FF0000"/>
                </a:solidFill>
              </a:rPr>
              <a:t>П САЛЫ</a:t>
            </a:r>
            <a:r>
              <a:rPr lang="ru-RU" sz="4400" b="1" dirty="0">
                <a:solidFill>
                  <a:srgbClr val="FF0000"/>
                </a:solidFill>
              </a:rPr>
              <a:t>ҢЫЗ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13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518" y="868979"/>
            <a:ext cx="6908482" cy="325418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 rot="695544">
            <a:off x="4646713" y="4000478"/>
            <a:ext cx="303121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 rot="19943327">
            <a:off x="-427964" y="2806612"/>
            <a:ext cx="406752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89" y="4285225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818219-1E75-46CA-A806-26BC673D6CA2}"/>
              </a:ext>
            </a:extLst>
          </p:cNvPr>
          <p:cNvSpPr txBox="1"/>
          <p:nvPr/>
        </p:nvSpPr>
        <p:spPr>
          <a:xfrm>
            <a:off x="214077" y="0"/>
            <a:ext cx="48526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7200" b="1" dirty="0"/>
              <a:t>Айып сокку</a:t>
            </a:r>
            <a:endParaRPr lang="en-GB" sz="7200" b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F311FEF-2A7E-4266-BA8B-69CBE9EBEE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054477" y="1879400"/>
            <a:ext cx="1109933" cy="218244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806DFE1-5828-4856-9580-D1D3E3676F53}"/>
              </a:ext>
            </a:extLst>
          </p:cNvPr>
          <p:cNvSpPr txBox="1"/>
          <p:nvPr/>
        </p:nvSpPr>
        <p:spPr>
          <a:xfrm>
            <a:off x="4544657" y="5180985"/>
            <a:ext cx="50337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b="1" dirty="0">
                <a:latin typeface="Bahaus 93"/>
                <a:ea typeface="BatangChe" panose="020B0503020000020004" pitchFamily="49" charset="-127"/>
              </a:rPr>
              <a:t>бөлүү көбөйтүү </a:t>
            </a:r>
            <a:endParaRPr lang="en-US" sz="5400" b="1" dirty="0">
              <a:latin typeface="Bahaus 93"/>
              <a:ea typeface="BatangChe" panose="020B0503020000020004" pitchFamily="49" charset="-127"/>
            </a:endParaRPr>
          </a:p>
          <a:p>
            <a:pPr algn="ctr"/>
            <a:r>
              <a:rPr lang="ky-KG" sz="5400" b="1" dirty="0">
                <a:latin typeface="Bahaus 93"/>
                <a:ea typeface="BatangChe" panose="020B0503020000020004" pitchFamily="49" charset="-127"/>
              </a:rPr>
              <a:t>кошуу кемитүү</a:t>
            </a:r>
            <a:endParaRPr lang="en-GB" sz="5400" b="1" dirty="0">
              <a:latin typeface="Bauhaus 93" panose="04030905020B02020C02" pitchFamily="82" charset="0"/>
              <a:ea typeface="BatangChe" panose="020B0503020000020004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2032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55" y="-9462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FA1814-DDCE-4BD9-B1FE-801D7D9242BF}"/>
              </a:ext>
            </a:extLst>
          </p:cNvPr>
          <p:cNvSpPr txBox="1"/>
          <p:nvPr/>
        </p:nvSpPr>
        <p:spPr>
          <a:xfrm>
            <a:off x="1088643" y="1445032"/>
            <a:ext cx="2510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 x 4 + 6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221014" y="2798069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cap="none" spc="0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Arrow: Striped Right 3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A33492-CA21-4DD4-B35F-E6B9725A7135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CCFE24-3BFE-4B9F-B4B9-E0024704B48D}"/>
              </a:ext>
            </a:extLst>
          </p:cNvPr>
          <p:cNvSpPr txBox="1"/>
          <p:nvPr/>
        </p:nvSpPr>
        <p:spPr>
          <a:xfrm>
            <a:off x="1160771" y="7659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b="1" spc="30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6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5883149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703949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159382-02A1-41FE-B328-B205B40CD26A}"/>
              </a:ext>
            </a:extLst>
          </p:cNvPr>
          <p:cNvSpPr txBox="1"/>
          <p:nvPr/>
        </p:nvSpPr>
        <p:spPr>
          <a:xfrm>
            <a:off x="884767" y="1417438"/>
            <a:ext cx="29065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 + 10 ÷ 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53442E-A130-42EC-8C4A-09CFAD9BE8D5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E45BFAB-F188-C557-EC10-258C8E0187BE}"/>
              </a:ext>
            </a:extLst>
          </p:cNvPr>
          <p:cNvSpPr/>
          <p:nvPr/>
        </p:nvSpPr>
        <p:spPr>
          <a:xfrm>
            <a:off x="1975932" y="5633422"/>
            <a:ext cx="2295414" cy="1130354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06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53000" y="2769816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610E64-1223-4472-9E62-1796C346E3EE}"/>
              </a:ext>
            </a:extLst>
          </p:cNvPr>
          <p:cNvSpPr txBox="1"/>
          <p:nvPr/>
        </p:nvSpPr>
        <p:spPr>
          <a:xfrm>
            <a:off x="1088643" y="1445032"/>
            <a:ext cx="23775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6 x 2 - 6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52B583-516D-401F-B4CC-9A4D0A2C86C5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9831AA5-1044-E7FB-5B45-E09D458C752B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85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91620" y="2670930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FF3324-FF2A-44E8-A35F-6ADB4B368372}"/>
              </a:ext>
            </a:extLst>
          </p:cNvPr>
          <p:cNvSpPr txBox="1"/>
          <p:nvPr/>
        </p:nvSpPr>
        <p:spPr>
          <a:xfrm>
            <a:off x="890672" y="1417438"/>
            <a:ext cx="29065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12 ÷ 4 + 9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FB481A-766D-4EA4-883F-8C703AE115F0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643420E-1087-A87C-766F-13A2F3E5A1F5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31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739379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07EBD9-26F9-4A2E-A49E-DC1D71D49846}"/>
              </a:ext>
            </a:extLst>
          </p:cNvPr>
          <p:cNvSpPr txBox="1"/>
          <p:nvPr/>
        </p:nvSpPr>
        <p:spPr>
          <a:xfrm>
            <a:off x="650222" y="1417438"/>
            <a:ext cx="33874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4 x 4 + 4 - 4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67047A-D425-4DD0-A396-6880864F89FD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54B0307-E53C-DF34-0D18-00E9F0148F9C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5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81886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F8F1F8-8E3E-4078-988C-985962195515}"/>
              </a:ext>
            </a:extLst>
          </p:cNvPr>
          <p:cNvSpPr txBox="1"/>
          <p:nvPr/>
        </p:nvSpPr>
        <p:spPr>
          <a:xfrm>
            <a:off x="650222" y="1417438"/>
            <a:ext cx="3342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 x 4 - 2 x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24DC8C-2403-420F-A96C-D917AE13F343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5DC819-2D2C-19E3-7B67-750BE2274997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4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270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06944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9936F-8E24-43A4-A271-1FBDE07E5A19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÷ 6 + 3 x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71520-9680-45D6-B9DC-1F4E59C5E292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8900714-03B1-6C13-1134-F717077B64B3}"/>
              </a:ext>
            </a:extLst>
          </p:cNvPr>
          <p:cNvSpPr/>
          <p:nvPr/>
        </p:nvSpPr>
        <p:spPr>
          <a:xfrm>
            <a:off x="1961532" y="5334000"/>
            <a:ext cx="2423810" cy="1428403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41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6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876016" y="271878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FF9404-9775-4C75-AAF9-1BC46EB187AE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+ 6 ÷ 3 x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AF7925-C3AD-4C76-B37F-4B03AF766941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A01D0CA-5522-D38F-9663-A6210ECE25E1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4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35A00B79-34E2-4AE8-A6F8-17B0E68F1035}"/>
              </a:ext>
            </a:extLst>
          </p:cNvPr>
          <p:cNvSpPr txBox="1"/>
          <p:nvPr/>
        </p:nvSpPr>
        <p:spPr>
          <a:xfrm>
            <a:off x="183219" y="1417438"/>
            <a:ext cx="42675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18 ÷ 6 + 10 ÷ 2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977787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1465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53000" y="272489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155FEE-9771-4DAB-AD00-C3B8DF8BFF7F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27E920-5B5A-E833-FF63-6DC155645EBF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5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3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5883149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6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89554" y="2703949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1EC8C8-8933-47B3-8FE7-3C2A90E3039D}"/>
              </a:ext>
            </a:extLst>
          </p:cNvPr>
          <p:cNvSpPr txBox="1"/>
          <p:nvPr/>
        </p:nvSpPr>
        <p:spPr>
          <a:xfrm>
            <a:off x="364422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24 ÷ 6 x 4 + 2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CE3B49-43EA-4C4F-92A0-F12F95E23DB2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4" name="Arrow: Striped Right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9F066CF-C372-4C7F-B448-4119AE4FADD6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39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620" y="1152235"/>
            <a:ext cx="1596621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53529">
            <a:off x="34963" y="3136372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409234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17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5877806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979783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19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5041443" y="2693688"/>
            <a:ext cx="4511556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  <a:p>
            <a:pPr algn="ctr"/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FF0000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0AF4C4-4053-4875-8F2E-8FE76FB365CD}"/>
              </a:ext>
            </a:extLst>
          </p:cNvPr>
          <p:cNvSpPr txBox="1"/>
          <p:nvPr/>
        </p:nvSpPr>
        <p:spPr>
          <a:xfrm>
            <a:off x="364422" y="1417438"/>
            <a:ext cx="37834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36 ÷ 2 + 3 - 2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0D4A51-4D3C-43C4-9F96-7150874D4472}"/>
              </a:ext>
            </a:extLst>
          </p:cNvPr>
          <p:cNvSpPr txBox="1"/>
          <p:nvPr/>
        </p:nvSpPr>
        <p:spPr>
          <a:xfrm>
            <a:off x="1033984" y="-120081"/>
            <a:ext cx="2452916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4000" dirty="0">
                <a:latin typeface="Bauhaus 93" panose="04030905020B02020C02" pitchFamily="82" charset="0"/>
              </a:rPr>
              <a:t>QUESTION</a:t>
            </a:r>
          </a:p>
        </p:txBody>
      </p:sp>
      <p:sp>
        <p:nvSpPr>
          <p:cNvPr id="2" name="Arrow: Striped Right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D63EAA5-97A3-0C37-223D-9B66926B06A8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25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5394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70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484 -0.74885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34" y="-37454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27" grpId="0"/>
      <p:bldP spid="28" grpId="0"/>
      <p:bldP spid="28" grpId="1"/>
      <p:bldP spid="30" grpId="0" animBg="1"/>
      <p:bldP spid="30" grpId="1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9FF5E807-BCB5-4E21-926D-D51D7A669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94" y="0"/>
            <a:ext cx="5179455" cy="24397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E53E1-FA80-42D6-B321-B989C9908E8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182" y="531259"/>
            <a:ext cx="1862305" cy="1561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4FDAB8-99BF-4689-90D2-F767F42E719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014" y="765354"/>
            <a:ext cx="1539721" cy="124429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17682C-5579-4761-AD78-3C71D9867AE9}"/>
              </a:ext>
            </a:extLst>
          </p:cNvPr>
          <p:cNvSpPr/>
          <p:nvPr/>
        </p:nvSpPr>
        <p:spPr>
          <a:xfrm>
            <a:off x="91866" y="237009"/>
            <a:ext cx="4504180" cy="3855334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950C-DB0E-411B-A9FB-043FE97F3F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04219" y="852318"/>
            <a:ext cx="756984" cy="1488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5EF33E-4B9A-48E6-A75D-795DC052C43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58578" y="1225559"/>
            <a:ext cx="1862305" cy="124153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AD30B18-A84A-432F-BCF5-1F19A9EDC4F8}"/>
              </a:ext>
            </a:extLst>
          </p:cNvPr>
          <p:cNvSpPr/>
          <p:nvPr/>
        </p:nvSpPr>
        <p:spPr>
          <a:xfrm rot="18694168">
            <a:off x="-8579" y="3150886"/>
            <a:ext cx="6318074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BE58-A2C5-4737-968E-3F391D6ECDCC}"/>
              </a:ext>
            </a:extLst>
          </p:cNvPr>
          <p:cNvSpPr/>
          <p:nvPr/>
        </p:nvSpPr>
        <p:spPr>
          <a:xfrm>
            <a:off x="4418079" y="5874315"/>
            <a:ext cx="5265208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6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F2A83A-1617-44B1-B5A6-7EE4394F13A8}"/>
              </a:ext>
            </a:extLst>
          </p:cNvPr>
          <p:cNvSpPr/>
          <p:nvPr/>
        </p:nvSpPr>
        <p:spPr>
          <a:xfrm>
            <a:off x="4418079" y="4976072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D07A5C-1122-48E2-A752-DF6275B9AA1A}"/>
              </a:ext>
            </a:extLst>
          </p:cNvPr>
          <p:cNvSpPr/>
          <p:nvPr/>
        </p:nvSpPr>
        <p:spPr>
          <a:xfrm>
            <a:off x="4418079" y="4094168"/>
            <a:ext cx="5259472" cy="7239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8F10E-1DF3-4095-B03E-D537067EC84E}"/>
              </a:ext>
            </a:extLst>
          </p:cNvPr>
          <p:cNvSpPr/>
          <p:nvPr/>
        </p:nvSpPr>
        <p:spPr>
          <a:xfrm>
            <a:off x="5715315" y="2755054"/>
            <a:ext cx="303121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00FF27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Гооол</a:t>
            </a:r>
            <a:endParaRPr lang="en-US" sz="8000" b="1" cap="none" spc="0" dirty="0">
              <a:ln w="0">
                <a:solidFill>
                  <a:schemeClr val="tx1"/>
                </a:solidFill>
              </a:ln>
              <a:solidFill>
                <a:srgbClr val="00FF27"/>
              </a:solidFill>
              <a:effectLst>
                <a:reflection blurRad="6350" stA="53000" endA="300" endPos="35500" dir="5400000" sy="-90000" algn="bl" rotWithShape="0"/>
              </a:effectLst>
              <a:latin typeface="Bauhaus 93" panose="04030905020B02020C02" pitchFamily="8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14678D-F0E2-47C6-8DB4-63309FE02198}"/>
              </a:ext>
            </a:extLst>
          </p:cNvPr>
          <p:cNvSpPr/>
          <p:nvPr/>
        </p:nvSpPr>
        <p:spPr>
          <a:xfrm>
            <a:off x="4900170" y="2588670"/>
            <a:ext cx="451155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Тосулду</a:t>
            </a:r>
            <a:r>
              <a:rPr lang="en-US" sz="8000" b="1" dirty="0">
                <a:ln w="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Bauhaus 93" panose="04030905020B02020C02" pitchFamily="82" charset="0"/>
              </a:rPr>
              <a:t>!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A2C350F0-AE2F-43BB-8E96-39A553F705AF}"/>
              </a:ext>
            </a:extLst>
          </p:cNvPr>
          <p:cNvSpPr/>
          <p:nvPr/>
        </p:nvSpPr>
        <p:spPr>
          <a:xfrm rot="19285799">
            <a:off x="533969" y="3038820"/>
            <a:ext cx="7925157" cy="484632"/>
          </a:xfrm>
          <a:prstGeom prst="rightArrow">
            <a:avLst/>
          </a:prstGeom>
          <a:gradFill flip="none" rotWithShape="0">
            <a:gsLst>
              <a:gs pos="0">
                <a:srgbClr val="FF0000">
                  <a:lumMod val="99000"/>
                  <a:lumOff val="1000"/>
                </a:srgbClr>
              </a:gs>
              <a:gs pos="100000">
                <a:srgbClr val="FFFF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E9EA49A-C4D7-458F-A0C4-D30201700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6" y="4814577"/>
            <a:ext cx="1980461" cy="198046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A268A6D-30E8-4C10-AB4C-91DAC786134D}"/>
              </a:ext>
            </a:extLst>
          </p:cNvPr>
          <p:cNvSpPr/>
          <p:nvPr/>
        </p:nvSpPr>
        <p:spPr>
          <a:xfrm>
            <a:off x="593090" y="51230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ED1949-EE72-41BB-A6C9-A06E13C2ED14}"/>
              </a:ext>
            </a:extLst>
          </p:cNvPr>
          <p:cNvSpPr/>
          <p:nvPr/>
        </p:nvSpPr>
        <p:spPr>
          <a:xfrm>
            <a:off x="745490" y="5275456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B4AF4-115D-4D8D-9B37-7C80F4AC253C}"/>
              </a:ext>
            </a:extLst>
          </p:cNvPr>
          <p:cNvSpPr/>
          <p:nvPr/>
        </p:nvSpPr>
        <p:spPr>
          <a:xfrm>
            <a:off x="512501" y="5600948"/>
            <a:ext cx="914400" cy="9144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E41657-FCD4-4CAF-917E-BC1789D90CEF}"/>
              </a:ext>
            </a:extLst>
          </p:cNvPr>
          <p:cNvSpPr txBox="1"/>
          <p:nvPr/>
        </p:nvSpPr>
        <p:spPr>
          <a:xfrm>
            <a:off x="408168" y="1417438"/>
            <a:ext cx="3871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12 - 3 x 4 + 2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F3AA0E-4C12-463C-BDC8-F45262C1B091}"/>
              </a:ext>
            </a:extLst>
          </p:cNvPr>
          <p:cNvSpPr txBox="1"/>
          <p:nvPr/>
        </p:nvSpPr>
        <p:spPr>
          <a:xfrm>
            <a:off x="1033984" y="-120081"/>
            <a:ext cx="2013372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ru-RU" sz="4000" b="1" spc="300" dirty="0">
                <a:latin typeface="Bauhaus 93" panose="04030905020B02020C02" pitchFamily="82" charset="0"/>
              </a:rPr>
              <a:t>СУРОО</a:t>
            </a:r>
            <a:endParaRPr lang="en-GB" sz="4000" dirty="0">
              <a:latin typeface="Bauhaus 93" panose="04030905020B02020C02" pitchFamily="82" charset="0"/>
            </a:endParaRPr>
          </a:p>
        </p:txBody>
      </p:sp>
      <p:sp>
        <p:nvSpPr>
          <p:cNvPr id="3" name="Arrow: Striped Right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AA6B175-EDC9-F8B1-1A2B-075EBF979C1B}"/>
              </a:ext>
            </a:extLst>
          </p:cNvPr>
          <p:cNvSpPr/>
          <p:nvPr/>
        </p:nvSpPr>
        <p:spPr>
          <a:xfrm>
            <a:off x="1847536" y="5602747"/>
            <a:ext cx="2640507" cy="1445032"/>
          </a:xfrm>
          <a:prstGeom prst="striped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КИЙИНКИ ОЮНЧУ</a:t>
            </a:r>
            <a:endParaRPr lang="en-GB" sz="2400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95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709 -0.72801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46" y="-3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failure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67565 -0.74885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82" y="-3745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cess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3.7037E-6 L 0.42613 -0.72361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98" y="-36181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" y="1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7" grpId="0"/>
      <p:bldP spid="28" grpId="0"/>
      <p:bldP spid="28" grpId="1"/>
      <p:bldP spid="30" grpId="0" animBg="1"/>
      <p:bldP spid="33" grpId="0" animBg="1"/>
      <p:bldP spid="34" grpId="0" animBg="1"/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8624</TotalTime>
  <Words>273</Words>
  <Application>Microsoft Office PowerPoint</Application>
  <PresentationFormat>A4 Paper (210x297 mm)</PresentationFormat>
  <Paragraphs>125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Bahnschrift SemiBold</vt:lpstr>
      <vt:lpstr>Bahaus 93</vt:lpstr>
      <vt:lpstr>Arial</vt:lpstr>
      <vt:lpstr>Calibri Light</vt:lpstr>
      <vt:lpstr>Bauhaus 93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2017-12-31T22:38:51Z</cp:lastPrinted>
  <dcterms:created xsi:type="dcterms:W3CDTF">2017-01-17T16:57:04Z</dcterms:created>
  <dcterms:modified xsi:type="dcterms:W3CDTF">2023-09-27T09:20:59Z</dcterms:modified>
</cp:coreProperties>
</file>