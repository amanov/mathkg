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56" r:id="rId2"/>
    <p:sldId id="957" r:id="rId3"/>
    <p:sldId id="951" r:id="rId4"/>
    <p:sldId id="952" r:id="rId5"/>
    <p:sldId id="948" r:id="rId6"/>
    <p:sldId id="950" r:id="rId7"/>
    <p:sldId id="949" r:id="rId8"/>
    <p:sldId id="958" r:id="rId9"/>
    <p:sldId id="954" r:id="rId10"/>
    <p:sldId id="955" r:id="rId11"/>
    <p:sldId id="959" r:id="rId1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813FF6B-ECF9-4AC0-BAD9-CCB5496E6809}">
          <p14:sldIdLst>
            <p14:sldId id="956"/>
            <p14:sldId id="957"/>
          </p14:sldIdLst>
        </p14:section>
        <p14:section name="Көрсөтүү үчүн" id="{91E5D3AE-98A5-4142-A6A0-0008D84B5D0E}">
          <p14:sldIdLst>
            <p14:sldId id="951"/>
            <p14:sldId id="952"/>
            <p14:sldId id="948"/>
            <p14:sldId id="950"/>
            <p14:sldId id="949"/>
            <p14:sldId id="958"/>
            <p14:sldId id="954"/>
            <p14:sldId id="955"/>
            <p14:sldId id="9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F91C5B6-86E6-4E9B-FDBC-B069CB15C5D5}"/>
              </a:ext>
            </a:extLst>
          </p:cNvPr>
          <p:cNvSpPr txBox="1">
            <a:spLocks/>
          </p:cNvSpPr>
          <p:nvPr/>
        </p:nvSpPr>
        <p:spPr>
          <a:xfrm>
            <a:off x="0" y="1852613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 – Бөлүүчү 1ден аз 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Чечим чыгаруу -  Туура же Ката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u-RU" dirty="0"/>
              <a:t>Бул карталарды кесип кереги жок.</a:t>
            </a:r>
          </a:p>
          <a:p>
            <a:endParaRPr lang="ru-RU" dirty="0"/>
          </a:p>
          <a:p>
            <a:r>
              <a:rPr lang="ru-RU" dirty="0"/>
              <a:t>Карталар 3 өлчөмдө болот.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430FB01-B004-E113-D659-37B4454A4AD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49579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488872-BBED-DE23-74FB-F723B68E957F}"/>
              </a:ext>
            </a:extLst>
          </p:cNvPr>
          <p:cNvSpPr txBox="1">
            <a:spLocks/>
          </p:cNvSpPr>
          <p:nvPr/>
        </p:nvSpPr>
        <p:spPr>
          <a:xfrm>
            <a:off x="198120" y="178498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24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ECC43-8B03-A82E-1C15-9830F929FB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76" r="2447" b="1"/>
          <a:stretch/>
        </p:blipFill>
        <p:spPr>
          <a:xfrm>
            <a:off x="122236" y="152400"/>
            <a:ext cx="9702484" cy="670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6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0,1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44876" y="54799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46476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÷ 0,2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2079812" y="3846100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0,6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80727" y="167430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0,9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0,25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0,01 = 150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0,2 = 25</a:t>
            </a:r>
          </a:p>
        </p:txBody>
      </p:sp>
    </p:spTree>
    <p:extLst>
      <p:ext uri="{BB962C8B-B14F-4D97-AF65-F5344CB8AC3E}">
        <p14:creationId xmlns:p14="http://schemas.microsoft.com/office/powerpoint/2010/main" val="287337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31515"/>
              </p:ext>
            </p:extLst>
          </p:nvPr>
        </p:nvGraphicFramePr>
        <p:xfrm>
          <a:off x="35168" y="198120"/>
          <a:ext cx="9803424" cy="330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0,1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54167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65891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0,6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44506" y="1702405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0,5 = 400 ÷ 5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0,2 = 25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694170" y="5540449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</a:t>
            </a:r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7314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0,1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21871" y="526826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83388" y="592803"/>
            <a:ext cx="10745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  <a:p>
            <a:pPr algn="ctr"/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÷ 0,2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2013651" y="3816712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0,6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95828" y="1682935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0,9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0,25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0,01 = 150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69822" y="4168046"/>
            <a:ext cx="408033" cy="4080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5234846"/>
            <a:ext cx="408033" cy="40803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6342619"/>
            <a:ext cx="408033" cy="4080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6332459"/>
            <a:ext cx="408033" cy="40803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0,2 = 25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5245339"/>
            <a:ext cx="408033" cy="408033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4178539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34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069723"/>
              </p:ext>
            </p:extLst>
          </p:nvPr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0,1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21871" y="54799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09607" y="541390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÷ 0,2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53824" y="3856492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0,6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80158" y="1681792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0,9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0,25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0,01 = 150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69822" y="4168046"/>
            <a:ext cx="408033" cy="4080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5234846"/>
            <a:ext cx="408033" cy="40803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6342619"/>
            <a:ext cx="408033" cy="4080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6332459"/>
            <a:ext cx="408033" cy="40803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0,02 = 200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442444" y="1382749"/>
            <a:ext cx="393056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0,2 = 25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611049" y="3130269"/>
            <a:ext cx="601447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5245339"/>
            <a:ext cx="408033" cy="408033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613014" y="4644109"/>
            <a:ext cx="809838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300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875860" y="5761709"/>
            <a:ext cx="1018228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1500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656250" y="5782029"/>
            <a:ext cx="601447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4178539"/>
            <a:ext cx="408033" cy="408033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25687" y="4186909"/>
            <a:ext cx="1200970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 ÷ 2</a:t>
            </a:r>
          </a:p>
        </p:txBody>
      </p:sp>
    </p:spTree>
    <p:extLst>
      <p:ext uri="{BB962C8B-B14F-4D97-AF65-F5344CB8AC3E}">
        <p14:creationId xmlns:p14="http://schemas.microsoft.com/office/powerpoint/2010/main" val="2143142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0,1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44876" y="54799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же Ката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0,2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46476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2,4 ÷ 0,2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2079812" y="3846100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 ÷ 0,6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80727" y="167430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0,5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0,8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36 ÷ 0,9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0,25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 ÷ 0,01 = 150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0,02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0,2 = 25</a:t>
            </a:r>
          </a:p>
        </p:txBody>
      </p:sp>
    </p:spTree>
    <p:extLst>
      <p:ext uri="{BB962C8B-B14F-4D97-AF65-F5344CB8AC3E}">
        <p14:creationId xmlns:p14="http://schemas.microsoft.com/office/powerpoint/2010/main" val="189186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6BB3D4-F180-B004-622C-FC994E5E7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49482" y="1031078"/>
            <a:ext cx="6876403" cy="4777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B1055F-CCE6-B846-1F91-FC0333044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9081" y="1031077"/>
            <a:ext cx="6876403" cy="47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48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C70D9C-8F1C-0759-BD5E-19A3F478F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82" y="0"/>
            <a:ext cx="4825850" cy="3352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288C29-C87C-53D1-A213-075953FAF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107" y="0"/>
            <a:ext cx="4825850" cy="3352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5289B8-A853-5336-3EC6-296A1C7AA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82" y="3429000"/>
            <a:ext cx="4825850" cy="3352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EF76B8-C7BC-BE47-FE10-873EAE433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662" y="3429000"/>
            <a:ext cx="482585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76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6244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10464</TotalTime>
  <Words>579</Words>
  <Application>Microsoft Office PowerPoint</Application>
  <PresentationFormat>A4 Paper (210x297 mm)</PresentationFormat>
  <Paragraphs>178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504</cp:revision>
  <cp:lastPrinted>2021-03-01T03:48:28Z</cp:lastPrinted>
  <dcterms:created xsi:type="dcterms:W3CDTF">2017-01-17T16:57:04Z</dcterms:created>
  <dcterms:modified xsi:type="dcterms:W3CDTF">2024-09-20T17:37:32Z</dcterms:modified>
</cp:coreProperties>
</file>