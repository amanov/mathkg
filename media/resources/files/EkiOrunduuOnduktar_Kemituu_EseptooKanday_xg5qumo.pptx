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1"/>
  </p:notesMasterIdLst>
  <p:sldIdLst>
    <p:sldId id="257" r:id="rId3"/>
    <p:sldId id="971" r:id="rId4"/>
    <p:sldId id="973" r:id="rId5"/>
    <p:sldId id="969" r:id="rId6"/>
    <p:sldId id="979" r:id="rId7"/>
    <p:sldId id="975" r:id="rId8"/>
    <p:sldId id="978" r:id="rId9"/>
    <p:sldId id="274" r:id="rId10"/>
  </p:sldIdLst>
  <p:sldSz cx="9906000" cy="6858000" type="A4"/>
  <p:notesSz cx="7104063" cy="10234613"/>
  <p:embeddedFontLst>
    <p:embeddedFont>
      <p:font typeface="Gill Sans Ultra Bold" panose="020B0A02020104020203" pitchFamily="34" charset="0"/>
      <p:regular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5/18/2024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814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521156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4498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245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5/18/2024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9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5/18/2024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49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5/18/2024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118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717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0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360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9870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967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308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67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5/18/2024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594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270000"/>
            <a:ext cx="8513763" cy="4402316"/>
          </a:xfrm>
        </p:spPr>
        <p:txBody>
          <a:bodyPr>
            <a:normAutofit/>
          </a:bodyPr>
          <a:lstStyle/>
          <a:p>
            <a:r>
              <a:rPr lang="ru-RU"/>
              <a:t>2 Орундуу Ондуктар </a:t>
            </a:r>
            <a:r>
              <a:rPr lang="ru-RU" dirty="0"/>
              <a:t>–</a:t>
            </a:r>
            <a:r>
              <a:rPr lang="en-US" dirty="0"/>
              <a:t> </a:t>
            </a:r>
            <a:r>
              <a:rPr lang="ru-RU" dirty="0"/>
              <a:t>Кемит</a:t>
            </a:r>
            <a:r>
              <a:rPr lang="ky-KG" dirty="0"/>
              <a:t>үү</a:t>
            </a:r>
            <a:r>
              <a:rPr lang="ru-RU" dirty="0"/>
              <a:t> – Көнүгүү Б</a:t>
            </a:r>
          </a:p>
          <a:p>
            <a:endParaRPr lang="ru-RU" dirty="0"/>
          </a:p>
          <a:p>
            <a:r>
              <a:rPr lang="ru-RU" dirty="0"/>
              <a:t>Иш барагы 2 өлчөмдө.</a:t>
            </a:r>
            <a:endParaRPr lang="en-US" dirty="0"/>
          </a:p>
          <a:p>
            <a:endParaRPr lang="en-US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2720" y="18333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F8CA5B-97E9-577B-39A9-B91014437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59" y="191147"/>
            <a:ext cx="8278467" cy="6475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69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105904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850216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921933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20621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20621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138575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138575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13857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9627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606799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199576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20674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21391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149374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4278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0,4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0,31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98758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94688B6A-88B7-40D4-506B-3961ED353553}"/>
              </a:ext>
            </a:extLst>
          </p:cNvPr>
          <p:cNvSpPr/>
          <p:nvPr/>
        </p:nvSpPr>
        <p:spPr>
          <a:xfrm>
            <a:off x="1679906" y="97155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" name="Minus Sign 9">
            <a:extLst>
              <a:ext uri="{FF2B5EF4-FFF2-40B4-BE49-F238E27FC236}">
                <a16:creationId xmlns:a16="http://schemas.microsoft.com/office/drawing/2014/main" id="{AE00138E-AACE-07B3-A08E-E532A67A6EF1}"/>
              </a:ext>
            </a:extLst>
          </p:cNvPr>
          <p:cNvSpPr/>
          <p:nvPr/>
        </p:nvSpPr>
        <p:spPr>
          <a:xfrm>
            <a:off x="1679906" y="26022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" name="Minus Sign 10">
            <a:extLst>
              <a:ext uri="{FF2B5EF4-FFF2-40B4-BE49-F238E27FC236}">
                <a16:creationId xmlns:a16="http://schemas.microsoft.com/office/drawing/2014/main" id="{88CF577B-EE3E-358D-A735-0EC203D474C8}"/>
              </a:ext>
            </a:extLst>
          </p:cNvPr>
          <p:cNvSpPr/>
          <p:nvPr/>
        </p:nvSpPr>
        <p:spPr>
          <a:xfrm>
            <a:off x="1679906" y="42405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Minus Sign 11">
            <a:extLst>
              <a:ext uri="{FF2B5EF4-FFF2-40B4-BE49-F238E27FC236}">
                <a16:creationId xmlns:a16="http://schemas.microsoft.com/office/drawing/2014/main" id="{4983445F-6AE1-826F-06D9-97853DAEE324}"/>
              </a:ext>
            </a:extLst>
          </p:cNvPr>
          <p:cNvSpPr/>
          <p:nvPr/>
        </p:nvSpPr>
        <p:spPr>
          <a:xfrm>
            <a:off x="1679906" y="58788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" name="Minus Sign 18">
            <a:extLst>
              <a:ext uri="{FF2B5EF4-FFF2-40B4-BE49-F238E27FC236}">
                <a16:creationId xmlns:a16="http://schemas.microsoft.com/office/drawing/2014/main" id="{0E70485E-392D-6364-D84C-D3C1AEA02AD5}"/>
              </a:ext>
            </a:extLst>
          </p:cNvPr>
          <p:cNvSpPr/>
          <p:nvPr/>
        </p:nvSpPr>
        <p:spPr>
          <a:xfrm>
            <a:off x="6709806" y="1694149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Minus Sign 19">
            <a:extLst>
              <a:ext uri="{FF2B5EF4-FFF2-40B4-BE49-F238E27FC236}">
                <a16:creationId xmlns:a16="http://schemas.microsoft.com/office/drawing/2014/main" id="{00D7E527-72AA-42DA-3BC1-36849AB9ABD6}"/>
              </a:ext>
            </a:extLst>
          </p:cNvPr>
          <p:cNvSpPr/>
          <p:nvPr/>
        </p:nvSpPr>
        <p:spPr>
          <a:xfrm>
            <a:off x="6709806" y="3090687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Minus Sign 22">
            <a:extLst>
              <a:ext uri="{FF2B5EF4-FFF2-40B4-BE49-F238E27FC236}">
                <a16:creationId xmlns:a16="http://schemas.microsoft.com/office/drawing/2014/main" id="{E8B4DEEA-A618-5E93-F07D-315D89CD0B82}"/>
              </a:ext>
            </a:extLst>
          </p:cNvPr>
          <p:cNvSpPr/>
          <p:nvPr/>
        </p:nvSpPr>
        <p:spPr>
          <a:xfrm>
            <a:off x="6709806" y="4487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121D6D-DDD0-6E6A-7BAD-A5E27832A179}"/>
              </a:ext>
            </a:extLst>
          </p:cNvPr>
          <p:cNvSpPr/>
          <p:nvPr/>
        </p:nvSpPr>
        <p:spPr>
          <a:xfrm>
            <a:off x="106175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117ED3-E351-D9BD-D48C-87A8A4350E7B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513957-5BD8-FA1F-17B7-278AA8A0354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9E8EDE-6D74-B5B7-73E4-522511B8EE4C}"/>
              </a:ext>
            </a:extLst>
          </p:cNvPr>
          <p:cNvSpPr/>
          <p:nvPr/>
        </p:nvSpPr>
        <p:spPr>
          <a:xfrm>
            <a:off x="98948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1C63FF-0A1E-DC68-F79A-F9FE1624EBFA}"/>
              </a:ext>
            </a:extLst>
          </p:cNvPr>
          <p:cNvSpPr/>
          <p:nvPr/>
        </p:nvSpPr>
        <p:spPr>
          <a:xfrm>
            <a:off x="98948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A2B02A-033A-A822-4C10-66E2B5331E94}"/>
              </a:ext>
            </a:extLst>
          </p:cNvPr>
          <p:cNvSpPr/>
          <p:nvPr/>
        </p:nvSpPr>
        <p:spPr>
          <a:xfrm>
            <a:off x="98948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6DE810-8EC4-BD77-1453-0FAC2804459A}"/>
              </a:ext>
            </a:extLst>
          </p:cNvPr>
          <p:cNvSpPr/>
          <p:nvPr/>
        </p:nvSpPr>
        <p:spPr>
          <a:xfrm>
            <a:off x="98948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CF667A-72C1-20FB-0798-E62C410C887F}"/>
              </a:ext>
            </a:extLst>
          </p:cNvPr>
          <p:cNvSpPr/>
          <p:nvPr/>
        </p:nvSpPr>
        <p:spPr>
          <a:xfrm>
            <a:off x="98948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2202624-F892-EC82-CE1B-260B0EF3A010}"/>
              </a:ext>
            </a:extLst>
          </p:cNvPr>
          <p:cNvSpPr/>
          <p:nvPr/>
        </p:nvSpPr>
        <p:spPr>
          <a:xfrm>
            <a:off x="1133621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4EA596C-F0EB-FEA9-3159-DAAF5C9AB14C}"/>
              </a:ext>
            </a:extLst>
          </p:cNvPr>
          <p:cNvSpPr/>
          <p:nvPr/>
        </p:nvSpPr>
        <p:spPr>
          <a:xfrm>
            <a:off x="1133621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8C6CD5-0F02-360C-0FD2-1DC892199CB6}"/>
              </a:ext>
            </a:extLst>
          </p:cNvPr>
          <p:cNvSpPr/>
          <p:nvPr/>
        </p:nvSpPr>
        <p:spPr>
          <a:xfrm>
            <a:off x="1133621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47D753-A79D-B4B2-9598-E0EF1CDDBED1}"/>
              </a:ext>
            </a:extLst>
          </p:cNvPr>
          <p:cNvSpPr/>
          <p:nvPr/>
        </p:nvSpPr>
        <p:spPr>
          <a:xfrm>
            <a:off x="1133621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4C4DC7A-405C-857C-7F34-3C877A59CFE2}"/>
              </a:ext>
            </a:extLst>
          </p:cNvPr>
          <p:cNvSpPr/>
          <p:nvPr/>
        </p:nvSpPr>
        <p:spPr>
          <a:xfrm>
            <a:off x="1133621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6A54CE4-D06C-5B1D-2BBC-F7DD74C07B0A}"/>
              </a:ext>
            </a:extLst>
          </p:cNvPr>
          <p:cNvSpPr/>
          <p:nvPr/>
        </p:nvSpPr>
        <p:spPr>
          <a:xfrm>
            <a:off x="1133621" y="602774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468A25F-98E8-BD06-2D4B-C7B1B35E8D0D}"/>
              </a:ext>
            </a:extLst>
          </p:cNvPr>
          <p:cNvSpPr/>
          <p:nvPr/>
        </p:nvSpPr>
        <p:spPr>
          <a:xfrm>
            <a:off x="1133621" y="60994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F68A7D-626C-DD30-9395-CCA6CE006882}"/>
              </a:ext>
            </a:extLst>
          </p:cNvPr>
          <p:cNvSpPr/>
          <p:nvPr/>
        </p:nvSpPr>
        <p:spPr>
          <a:xfrm>
            <a:off x="1133621" y="61711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227B885-ECC7-DC07-D560-6D670793D5B8}"/>
              </a:ext>
            </a:extLst>
          </p:cNvPr>
          <p:cNvSpPr/>
          <p:nvPr/>
        </p:nvSpPr>
        <p:spPr>
          <a:xfrm>
            <a:off x="99161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590307C-2647-21D8-78A9-54936BC95F0F}"/>
              </a:ext>
            </a:extLst>
          </p:cNvPr>
          <p:cNvSpPr/>
          <p:nvPr/>
        </p:nvSpPr>
        <p:spPr>
          <a:xfrm>
            <a:off x="106333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87F3955-0044-8CC4-8465-4FB341DD24EC}"/>
              </a:ext>
            </a:extLst>
          </p:cNvPr>
          <p:cNvSpPr/>
          <p:nvPr/>
        </p:nvSpPr>
        <p:spPr>
          <a:xfrm>
            <a:off x="24227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1B38CF4-14A0-CF28-F4AA-A481EAC8F240}"/>
              </a:ext>
            </a:extLst>
          </p:cNvPr>
          <p:cNvSpPr/>
          <p:nvPr/>
        </p:nvSpPr>
        <p:spPr>
          <a:xfrm>
            <a:off x="249446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07F4980-08DD-63D1-8DA8-00CE264E64FB}"/>
              </a:ext>
            </a:extLst>
          </p:cNvPr>
          <p:cNvSpPr/>
          <p:nvPr/>
        </p:nvSpPr>
        <p:spPr>
          <a:xfrm>
            <a:off x="2563165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882DA13-B7F5-DB1D-16AE-8570CCE51C4E}"/>
              </a:ext>
            </a:extLst>
          </p:cNvPr>
          <p:cNvSpPr/>
          <p:nvPr/>
        </p:nvSpPr>
        <p:spPr>
          <a:xfrm>
            <a:off x="2563165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81C7E64-8ED7-8A0C-4931-62E6A50D8E99}"/>
              </a:ext>
            </a:extLst>
          </p:cNvPr>
          <p:cNvSpPr/>
          <p:nvPr/>
        </p:nvSpPr>
        <p:spPr>
          <a:xfrm>
            <a:off x="2563165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F4B53D0-9BFB-E8B7-260D-7240C9F4AD48}"/>
              </a:ext>
            </a:extLst>
          </p:cNvPr>
          <p:cNvSpPr txBox="1"/>
          <p:nvPr/>
        </p:nvSpPr>
        <p:spPr>
          <a:xfrm>
            <a:off x="5098991" y="31261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165" name="Equals 164">
            <a:extLst>
              <a:ext uri="{FF2B5EF4-FFF2-40B4-BE49-F238E27FC236}">
                <a16:creationId xmlns:a16="http://schemas.microsoft.com/office/drawing/2014/main" id="{48F884CA-FF99-D622-B3E5-7EBAA6ACCD48}"/>
              </a:ext>
            </a:extLst>
          </p:cNvPr>
          <p:cNvSpPr/>
          <p:nvPr/>
        </p:nvSpPr>
        <p:spPr>
          <a:xfrm>
            <a:off x="8272936" y="25316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04D69FCC-4330-05C2-9B0F-652029ACD79F}"/>
              </a:ext>
            </a:extLst>
          </p:cNvPr>
          <p:cNvCxnSpPr>
            <a:cxnSpLocks/>
          </p:cNvCxnSpPr>
          <p:nvPr/>
        </p:nvCxnSpPr>
        <p:spPr>
          <a:xfrm>
            <a:off x="558800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6AA01318-5150-6AF8-8881-4490301E530C}"/>
              </a:ext>
            </a:extLst>
          </p:cNvPr>
          <p:cNvSpPr/>
          <p:nvPr/>
        </p:nvSpPr>
        <p:spPr>
          <a:xfrm>
            <a:off x="580032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9" name="Picture 168">
            <a:extLst>
              <a:ext uri="{FF2B5EF4-FFF2-40B4-BE49-F238E27FC236}">
                <a16:creationId xmlns:a16="http://schemas.microsoft.com/office/drawing/2014/main" id="{9F24C985-8662-A19F-211A-1C178073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8" y="95461"/>
            <a:ext cx="728704" cy="728704"/>
          </a:xfrm>
          <a:prstGeom prst="rect">
            <a:avLst/>
          </a:prstGeom>
        </p:spPr>
      </p:pic>
      <p:sp>
        <p:nvSpPr>
          <p:cNvPr id="170" name="Rectangle 169">
            <a:extLst>
              <a:ext uri="{FF2B5EF4-FFF2-40B4-BE49-F238E27FC236}">
                <a16:creationId xmlns:a16="http://schemas.microsoft.com/office/drawing/2014/main" id="{DC4E8658-46A8-5917-DAEF-2E4719F0838C}"/>
              </a:ext>
            </a:extLst>
          </p:cNvPr>
          <p:cNvSpPr/>
          <p:nvPr/>
        </p:nvSpPr>
        <p:spPr>
          <a:xfrm>
            <a:off x="5919739" y="9862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13C98F5-4C1C-0894-D614-9D1804A49C77}"/>
              </a:ext>
            </a:extLst>
          </p:cNvPr>
          <p:cNvSpPr txBox="1"/>
          <p:nvPr/>
        </p:nvSpPr>
        <p:spPr>
          <a:xfrm>
            <a:off x="548004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AFC4D3B8-242D-36CE-0F81-9CDC919711B1}"/>
              </a:ext>
            </a:extLst>
          </p:cNvPr>
          <p:cNvCxnSpPr>
            <a:cxnSpLocks/>
          </p:cNvCxnSpPr>
          <p:nvPr/>
        </p:nvCxnSpPr>
        <p:spPr>
          <a:xfrm>
            <a:off x="7162164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Oval 174">
            <a:extLst>
              <a:ext uri="{FF2B5EF4-FFF2-40B4-BE49-F238E27FC236}">
                <a16:creationId xmlns:a16="http://schemas.microsoft.com/office/drawing/2014/main" id="{2ABEB764-0817-9101-3363-44446703998E}"/>
              </a:ext>
            </a:extLst>
          </p:cNvPr>
          <p:cNvSpPr/>
          <p:nvPr/>
        </p:nvSpPr>
        <p:spPr>
          <a:xfrm>
            <a:off x="7374484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76" name="Picture 175">
            <a:extLst>
              <a:ext uri="{FF2B5EF4-FFF2-40B4-BE49-F238E27FC236}">
                <a16:creationId xmlns:a16="http://schemas.microsoft.com/office/drawing/2014/main" id="{A313533E-216A-5D89-E092-0ED7F8D73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2" y="95461"/>
            <a:ext cx="728704" cy="728704"/>
          </a:xfrm>
          <a:prstGeom prst="rect">
            <a:avLst/>
          </a:prstGeom>
        </p:spPr>
      </p:pic>
      <p:sp>
        <p:nvSpPr>
          <p:cNvPr id="177" name="Rectangle 176">
            <a:extLst>
              <a:ext uri="{FF2B5EF4-FFF2-40B4-BE49-F238E27FC236}">
                <a16:creationId xmlns:a16="http://schemas.microsoft.com/office/drawing/2014/main" id="{0B588A17-90A8-5C7A-815A-F77B1B7711EF}"/>
              </a:ext>
            </a:extLst>
          </p:cNvPr>
          <p:cNvSpPr/>
          <p:nvPr/>
        </p:nvSpPr>
        <p:spPr>
          <a:xfrm>
            <a:off x="7494315" y="9862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F3D4E7A-2B06-A1E6-034B-B7954C9F847C}"/>
              </a:ext>
            </a:extLst>
          </p:cNvPr>
          <p:cNvSpPr txBox="1"/>
          <p:nvPr/>
        </p:nvSpPr>
        <p:spPr>
          <a:xfrm>
            <a:off x="7054213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EC54ADA-C156-936A-D0FA-9FF9F6EB3494}"/>
              </a:ext>
            </a:extLst>
          </p:cNvPr>
          <p:cNvCxnSpPr>
            <a:cxnSpLocks/>
          </p:cNvCxnSpPr>
          <p:nvPr/>
        </p:nvCxnSpPr>
        <p:spPr>
          <a:xfrm>
            <a:off x="871855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Oval 180">
            <a:extLst>
              <a:ext uri="{FF2B5EF4-FFF2-40B4-BE49-F238E27FC236}">
                <a16:creationId xmlns:a16="http://schemas.microsoft.com/office/drawing/2014/main" id="{05279B9C-7E01-F596-636F-A334FADC5D69}"/>
              </a:ext>
            </a:extLst>
          </p:cNvPr>
          <p:cNvSpPr/>
          <p:nvPr/>
        </p:nvSpPr>
        <p:spPr>
          <a:xfrm>
            <a:off x="893087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87" name="Picture 186">
            <a:extLst>
              <a:ext uri="{FF2B5EF4-FFF2-40B4-BE49-F238E27FC236}">
                <a16:creationId xmlns:a16="http://schemas.microsoft.com/office/drawing/2014/main" id="{BD392F84-AE7C-0312-92FB-0C3496A13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08" y="95461"/>
            <a:ext cx="728704" cy="728704"/>
          </a:xfrm>
          <a:prstGeom prst="rect">
            <a:avLst/>
          </a:prstGeom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EE57E980-B7F0-DE82-FE86-A0218EAF7596}"/>
              </a:ext>
            </a:extLst>
          </p:cNvPr>
          <p:cNvSpPr txBox="1"/>
          <p:nvPr/>
        </p:nvSpPr>
        <p:spPr>
          <a:xfrm>
            <a:off x="861059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204" name="Minus Sign 203">
            <a:extLst>
              <a:ext uri="{FF2B5EF4-FFF2-40B4-BE49-F238E27FC236}">
                <a16:creationId xmlns:a16="http://schemas.microsoft.com/office/drawing/2014/main" id="{22B50ADE-ACB4-95D0-7982-D1D127ED1E6B}"/>
              </a:ext>
            </a:extLst>
          </p:cNvPr>
          <p:cNvSpPr/>
          <p:nvPr/>
        </p:nvSpPr>
        <p:spPr>
          <a:xfrm>
            <a:off x="6751968" y="308294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CDB2F33-3D59-AA2E-BE2C-86BC6CF439A5}"/>
              </a:ext>
            </a:extLst>
          </p:cNvPr>
          <p:cNvSpPr/>
          <p:nvPr/>
        </p:nvSpPr>
        <p:spPr>
          <a:xfrm>
            <a:off x="6068128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041196B-5132-4C7E-3D3E-9FB6120539CA}"/>
              </a:ext>
            </a:extLst>
          </p:cNvPr>
          <p:cNvSpPr/>
          <p:nvPr/>
        </p:nvSpPr>
        <p:spPr>
          <a:xfrm>
            <a:off x="6139845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CCA1F00A-8043-00DD-21DD-DBB64395D7BF}"/>
              </a:ext>
            </a:extLst>
          </p:cNvPr>
          <p:cNvSpPr/>
          <p:nvPr/>
        </p:nvSpPr>
        <p:spPr>
          <a:xfrm>
            <a:off x="6208857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4E1FE2C-3AB0-6C47-5C29-2071826B7300}"/>
              </a:ext>
            </a:extLst>
          </p:cNvPr>
          <p:cNvSpPr/>
          <p:nvPr/>
        </p:nvSpPr>
        <p:spPr>
          <a:xfrm>
            <a:off x="6280574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AE908AB3-78BD-B5DD-03DC-BCD9EDECDD1B}"/>
              </a:ext>
            </a:extLst>
          </p:cNvPr>
          <p:cNvSpPr/>
          <p:nvPr/>
        </p:nvSpPr>
        <p:spPr>
          <a:xfrm>
            <a:off x="592913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5D68086C-F269-BA96-7D93-EA7D271C38CD}"/>
              </a:ext>
            </a:extLst>
          </p:cNvPr>
          <p:cNvSpPr/>
          <p:nvPr/>
        </p:nvSpPr>
        <p:spPr>
          <a:xfrm>
            <a:off x="7573786" y="28839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B2DC5AEE-6E4F-3AF4-35F5-C787A5CAE108}"/>
              </a:ext>
            </a:extLst>
          </p:cNvPr>
          <p:cNvSpPr/>
          <p:nvPr/>
        </p:nvSpPr>
        <p:spPr>
          <a:xfrm>
            <a:off x="7573786" y="29556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33EAB6C-3E51-21D1-DF0C-DF61D9DDB8F5}"/>
              </a:ext>
            </a:extLst>
          </p:cNvPr>
          <p:cNvSpPr/>
          <p:nvPr/>
        </p:nvSpPr>
        <p:spPr>
          <a:xfrm>
            <a:off x="7573786" y="30273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0C41DC24-E75A-45C9-4A31-4BEBEAED8507}"/>
              </a:ext>
            </a:extLst>
          </p:cNvPr>
          <p:cNvSpPr/>
          <p:nvPr/>
        </p:nvSpPr>
        <p:spPr>
          <a:xfrm>
            <a:off x="7573786" y="30990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E64C4E2C-D41E-A1E8-E61F-502BEBA40418}"/>
              </a:ext>
            </a:extLst>
          </p:cNvPr>
          <p:cNvSpPr/>
          <p:nvPr/>
        </p:nvSpPr>
        <p:spPr>
          <a:xfrm>
            <a:off x="7573786" y="317077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0374C85-219C-7317-F03A-4D45FDBD96E2}"/>
              </a:ext>
            </a:extLst>
          </p:cNvPr>
          <p:cNvSpPr/>
          <p:nvPr/>
        </p:nvSpPr>
        <p:spPr>
          <a:xfrm>
            <a:off x="7573786" y="324249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B99A57C6-B855-7225-4C07-2C2D483F50DF}"/>
              </a:ext>
            </a:extLst>
          </p:cNvPr>
          <p:cNvSpPr/>
          <p:nvPr/>
        </p:nvSpPr>
        <p:spPr>
          <a:xfrm>
            <a:off x="7645488" y="4281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DE926638-E9BF-BBD9-C8E4-068DCD10A4F0}"/>
              </a:ext>
            </a:extLst>
          </p:cNvPr>
          <p:cNvSpPr/>
          <p:nvPr/>
        </p:nvSpPr>
        <p:spPr>
          <a:xfrm>
            <a:off x="764548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921D7101-6A76-5C22-B31B-713D271D63A1}"/>
              </a:ext>
            </a:extLst>
          </p:cNvPr>
          <p:cNvSpPr/>
          <p:nvPr/>
        </p:nvSpPr>
        <p:spPr>
          <a:xfrm>
            <a:off x="764548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E31505DE-03F4-B501-6C78-49E54E1B6FF5}"/>
              </a:ext>
            </a:extLst>
          </p:cNvPr>
          <p:cNvSpPr txBox="1"/>
          <p:nvPr/>
        </p:nvSpPr>
        <p:spPr>
          <a:xfrm>
            <a:off x="3936078" y="-59713"/>
            <a:ext cx="9189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1600" b="1" dirty="0">
                <a:latin typeface="Gill Sans Ultra Bold" panose="020B0A02020104020203" pitchFamily="34" charset="0"/>
              </a:rPr>
              <a:t>кемитүү</a:t>
            </a:r>
            <a:endParaRPr lang="en-GB" sz="1200" b="1" dirty="0">
              <a:latin typeface="Gill Sans Ultra Bold" panose="020B0A02020104020203" pitchFamily="34" charset="0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1E555A5-2337-65C5-C6CB-0EB6038A5873}"/>
              </a:ext>
            </a:extLst>
          </p:cNvPr>
          <p:cNvSpPr/>
          <p:nvPr/>
        </p:nvSpPr>
        <p:spPr>
          <a:xfrm>
            <a:off x="7502301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A4B3E96A-64D1-02E7-5038-A82E0CA418B6}"/>
              </a:ext>
            </a:extLst>
          </p:cNvPr>
          <p:cNvSpPr txBox="1"/>
          <p:nvPr/>
        </p:nvSpPr>
        <p:spPr>
          <a:xfrm>
            <a:off x="5124439" y="588777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406" name="Equals 405">
            <a:extLst>
              <a:ext uri="{FF2B5EF4-FFF2-40B4-BE49-F238E27FC236}">
                <a16:creationId xmlns:a16="http://schemas.microsoft.com/office/drawing/2014/main" id="{5B5AA970-AE6E-5CC7-A69E-402DC1F2BAEF}"/>
              </a:ext>
            </a:extLst>
          </p:cNvPr>
          <p:cNvSpPr/>
          <p:nvPr/>
        </p:nvSpPr>
        <p:spPr>
          <a:xfrm>
            <a:off x="8279950" y="5828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90E92239-6B97-7744-8F1B-008A8F9CF23F}"/>
              </a:ext>
            </a:extLst>
          </p:cNvPr>
          <p:cNvCxnSpPr>
            <a:cxnSpLocks/>
          </p:cNvCxnSpPr>
          <p:nvPr/>
        </p:nvCxnSpPr>
        <p:spPr>
          <a:xfrm>
            <a:off x="559501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9" name="Oval 408">
            <a:extLst>
              <a:ext uri="{FF2B5EF4-FFF2-40B4-BE49-F238E27FC236}">
                <a16:creationId xmlns:a16="http://schemas.microsoft.com/office/drawing/2014/main" id="{0C9C71DE-5DFE-B78A-32FA-E016F976A11B}"/>
              </a:ext>
            </a:extLst>
          </p:cNvPr>
          <p:cNvSpPr/>
          <p:nvPr/>
        </p:nvSpPr>
        <p:spPr>
          <a:xfrm>
            <a:off x="580733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10" name="Picture 409">
            <a:extLst>
              <a:ext uri="{FF2B5EF4-FFF2-40B4-BE49-F238E27FC236}">
                <a16:creationId xmlns:a16="http://schemas.microsoft.com/office/drawing/2014/main" id="{E0D696D9-40C0-3968-B932-F0F8B8D38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70617"/>
            <a:ext cx="728704" cy="728704"/>
          </a:xfrm>
          <a:prstGeom prst="rect">
            <a:avLst/>
          </a:prstGeom>
        </p:spPr>
      </p:pic>
      <p:sp>
        <p:nvSpPr>
          <p:cNvPr id="412" name="TextBox 411">
            <a:extLst>
              <a:ext uri="{FF2B5EF4-FFF2-40B4-BE49-F238E27FC236}">
                <a16:creationId xmlns:a16="http://schemas.microsoft.com/office/drawing/2014/main" id="{AABF8000-AB7D-0ACF-BA32-EDD892B43481}"/>
              </a:ext>
            </a:extLst>
          </p:cNvPr>
          <p:cNvSpPr txBox="1"/>
          <p:nvPr/>
        </p:nvSpPr>
        <p:spPr>
          <a:xfrm>
            <a:off x="5487063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1</a:t>
            </a: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725506DB-2FDD-75F9-16DD-5CB31CAD4641}"/>
              </a:ext>
            </a:extLst>
          </p:cNvPr>
          <p:cNvCxnSpPr>
            <a:cxnSpLocks/>
          </p:cNvCxnSpPr>
          <p:nvPr/>
        </p:nvCxnSpPr>
        <p:spPr>
          <a:xfrm>
            <a:off x="7169178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8" name="Oval 417">
            <a:extLst>
              <a:ext uri="{FF2B5EF4-FFF2-40B4-BE49-F238E27FC236}">
                <a16:creationId xmlns:a16="http://schemas.microsoft.com/office/drawing/2014/main" id="{478DBF4D-7CE9-DF51-F83A-B04F1D2A44AD}"/>
              </a:ext>
            </a:extLst>
          </p:cNvPr>
          <p:cNvSpPr/>
          <p:nvPr/>
        </p:nvSpPr>
        <p:spPr>
          <a:xfrm>
            <a:off x="7381498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7" name="Picture 426">
            <a:extLst>
              <a:ext uri="{FF2B5EF4-FFF2-40B4-BE49-F238E27FC236}">
                <a16:creationId xmlns:a16="http://schemas.microsoft.com/office/drawing/2014/main" id="{1C668737-55E4-77F7-1BC5-85778CE71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70617"/>
            <a:ext cx="728704" cy="728704"/>
          </a:xfrm>
          <a:prstGeom prst="rect">
            <a:avLst/>
          </a:prstGeom>
        </p:spPr>
      </p:pic>
      <p:sp>
        <p:nvSpPr>
          <p:cNvPr id="429" name="TextBox 428">
            <a:extLst>
              <a:ext uri="{FF2B5EF4-FFF2-40B4-BE49-F238E27FC236}">
                <a16:creationId xmlns:a16="http://schemas.microsoft.com/office/drawing/2014/main" id="{F6AC71D5-DCA5-E8B9-3886-A82CB7EBDC20}"/>
              </a:ext>
            </a:extLst>
          </p:cNvPr>
          <p:cNvSpPr txBox="1"/>
          <p:nvPr/>
        </p:nvSpPr>
        <p:spPr>
          <a:xfrm>
            <a:off x="7061227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338C13E8-97F6-D7E4-8842-095E0F5C17A8}"/>
              </a:ext>
            </a:extLst>
          </p:cNvPr>
          <p:cNvCxnSpPr>
            <a:cxnSpLocks/>
          </p:cNvCxnSpPr>
          <p:nvPr/>
        </p:nvCxnSpPr>
        <p:spPr>
          <a:xfrm>
            <a:off x="872556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5" name="Oval 434">
            <a:extLst>
              <a:ext uri="{FF2B5EF4-FFF2-40B4-BE49-F238E27FC236}">
                <a16:creationId xmlns:a16="http://schemas.microsoft.com/office/drawing/2014/main" id="{DB4A5476-EBE3-E469-3255-4E8514CA2410}"/>
              </a:ext>
            </a:extLst>
          </p:cNvPr>
          <p:cNvSpPr/>
          <p:nvPr/>
        </p:nvSpPr>
        <p:spPr>
          <a:xfrm>
            <a:off x="893788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37" name="Picture 436">
            <a:extLst>
              <a:ext uri="{FF2B5EF4-FFF2-40B4-BE49-F238E27FC236}">
                <a16:creationId xmlns:a16="http://schemas.microsoft.com/office/drawing/2014/main" id="{1431B69B-3BA3-D338-0922-DF240FE9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70617"/>
            <a:ext cx="728704" cy="728704"/>
          </a:xfrm>
          <a:prstGeom prst="rect">
            <a:avLst/>
          </a:prstGeom>
        </p:spPr>
      </p:pic>
      <p:sp>
        <p:nvSpPr>
          <p:cNvPr id="457" name="Rectangle 456">
            <a:extLst>
              <a:ext uri="{FF2B5EF4-FFF2-40B4-BE49-F238E27FC236}">
                <a16:creationId xmlns:a16="http://schemas.microsoft.com/office/drawing/2014/main" id="{2B978556-A1EC-160B-D74B-E07AA530DF61}"/>
              </a:ext>
            </a:extLst>
          </p:cNvPr>
          <p:cNvSpPr/>
          <p:nvPr/>
        </p:nvSpPr>
        <p:spPr>
          <a:xfrm>
            <a:off x="7646174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DFEE7843-D6D9-30C1-3C3B-B4F8DCEDA421}"/>
              </a:ext>
            </a:extLst>
          </p:cNvPr>
          <p:cNvSpPr/>
          <p:nvPr/>
        </p:nvSpPr>
        <p:spPr>
          <a:xfrm>
            <a:off x="7717891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A191D9D7-FB7B-0DE7-1511-10DEA4D9C98C}"/>
              </a:ext>
            </a:extLst>
          </p:cNvPr>
          <p:cNvSpPr/>
          <p:nvPr/>
        </p:nvSpPr>
        <p:spPr>
          <a:xfrm>
            <a:off x="6073122" y="5673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F6D454EA-D5BF-9121-AD98-6F9B64978F98}"/>
              </a:ext>
            </a:extLst>
          </p:cNvPr>
          <p:cNvSpPr/>
          <p:nvPr/>
        </p:nvSpPr>
        <p:spPr>
          <a:xfrm>
            <a:off x="6073122" y="5745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2" name="Minus Sign 461">
            <a:extLst>
              <a:ext uri="{FF2B5EF4-FFF2-40B4-BE49-F238E27FC236}">
                <a16:creationId xmlns:a16="http://schemas.microsoft.com/office/drawing/2014/main" id="{192EA053-DAF6-BEF6-442C-D5BA75136DB3}"/>
              </a:ext>
            </a:extLst>
          </p:cNvPr>
          <p:cNvSpPr/>
          <p:nvPr/>
        </p:nvSpPr>
        <p:spPr>
          <a:xfrm>
            <a:off x="6709806" y="5884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512DB0E1-8E62-3D71-2804-5282EF6BC075}"/>
              </a:ext>
            </a:extLst>
          </p:cNvPr>
          <p:cNvSpPr/>
          <p:nvPr/>
        </p:nvSpPr>
        <p:spPr>
          <a:xfrm>
            <a:off x="7788364" y="56734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09949964-933D-8BF7-E6F0-501F22138F41}"/>
              </a:ext>
            </a:extLst>
          </p:cNvPr>
          <p:cNvSpPr/>
          <p:nvPr/>
        </p:nvSpPr>
        <p:spPr>
          <a:xfrm>
            <a:off x="7788364" y="574521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6611C1B6-8C29-DD3D-FCD2-FA92448C9F87}"/>
              </a:ext>
            </a:extLst>
          </p:cNvPr>
          <p:cNvSpPr/>
          <p:nvPr/>
        </p:nvSpPr>
        <p:spPr>
          <a:xfrm>
            <a:off x="7788364" y="58169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CDE543EB-010A-014D-DFCF-966D72117039}"/>
              </a:ext>
            </a:extLst>
          </p:cNvPr>
          <p:cNvSpPr txBox="1"/>
          <p:nvPr/>
        </p:nvSpPr>
        <p:spPr>
          <a:xfrm>
            <a:off x="8617613" y="441129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9A5C5AE4-72DA-D620-F483-4ED78D94E0D6}"/>
              </a:ext>
            </a:extLst>
          </p:cNvPr>
          <p:cNvSpPr/>
          <p:nvPr/>
        </p:nvSpPr>
        <p:spPr>
          <a:xfrm>
            <a:off x="6002370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DC9D65-1536-6463-5F82-58513BF08CFB}"/>
              </a:ext>
            </a:extLst>
          </p:cNvPr>
          <p:cNvSpPr/>
          <p:nvPr/>
        </p:nvSpPr>
        <p:spPr>
          <a:xfrm>
            <a:off x="6500846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F1160E8-A454-6897-56F2-A31DA337F285}"/>
              </a:ext>
            </a:extLst>
          </p:cNvPr>
          <p:cNvSpPr/>
          <p:nvPr/>
        </p:nvSpPr>
        <p:spPr>
          <a:xfrm>
            <a:off x="6429129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941700C0-DF05-4C2F-D18B-1ABBC5962357}"/>
              </a:ext>
            </a:extLst>
          </p:cNvPr>
          <p:cNvSpPr/>
          <p:nvPr/>
        </p:nvSpPr>
        <p:spPr>
          <a:xfrm>
            <a:off x="6074520" y="47118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D1F34050-0549-8F91-2CFE-E8DDEB3EC40E}"/>
              </a:ext>
            </a:extLst>
          </p:cNvPr>
          <p:cNvSpPr/>
          <p:nvPr/>
        </p:nvSpPr>
        <p:spPr>
          <a:xfrm>
            <a:off x="6074520" y="47835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29F050EC-34C3-E5CB-B2CB-75D67D01E8C9}"/>
              </a:ext>
            </a:extLst>
          </p:cNvPr>
          <p:cNvSpPr/>
          <p:nvPr/>
        </p:nvSpPr>
        <p:spPr>
          <a:xfrm>
            <a:off x="6074520" y="48552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CC8CB13-81E7-C516-648A-D8E96EBF91DF}"/>
              </a:ext>
            </a:extLst>
          </p:cNvPr>
          <p:cNvSpPr/>
          <p:nvPr/>
        </p:nvSpPr>
        <p:spPr>
          <a:xfrm>
            <a:off x="6074520" y="49269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B47C8DC7-C7EC-F119-D7B0-B6EB404C4E9C}"/>
              </a:ext>
            </a:extLst>
          </p:cNvPr>
          <p:cNvSpPr/>
          <p:nvPr/>
        </p:nvSpPr>
        <p:spPr>
          <a:xfrm>
            <a:off x="6281648" y="42812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F4270E03-9997-1BD4-EC5E-3940261C423E}"/>
              </a:ext>
            </a:extLst>
          </p:cNvPr>
          <p:cNvSpPr/>
          <p:nvPr/>
        </p:nvSpPr>
        <p:spPr>
          <a:xfrm>
            <a:off x="628164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2" name="Rectangle 511">
            <a:extLst>
              <a:ext uri="{FF2B5EF4-FFF2-40B4-BE49-F238E27FC236}">
                <a16:creationId xmlns:a16="http://schemas.microsoft.com/office/drawing/2014/main" id="{F60910E0-6A2F-CB9B-C88E-5ED11CAA1DCF}"/>
              </a:ext>
            </a:extLst>
          </p:cNvPr>
          <p:cNvSpPr/>
          <p:nvPr/>
        </p:nvSpPr>
        <p:spPr>
          <a:xfrm>
            <a:off x="628164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083948B5-53E2-96DC-6ABF-9C778CC5BD5E}"/>
              </a:ext>
            </a:extLst>
          </p:cNvPr>
          <p:cNvSpPr/>
          <p:nvPr/>
        </p:nvSpPr>
        <p:spPr>
          <a:xfrm>
            <a:off x="6281648" y="44964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2EDB1DA-55B2-6078-E367-760BCA3E1353}"/>
              </a:ext>
            </a:extLst>
          </p:cNvPr>
          <p:cNvSpPr/>
          <p:nvPr/>
        </p:nvSpPr>
        <p:spPr>
          <a:xfrm>
            <a:off x="6281648" y="45636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4A56321B-86A4-0144-9611-233EE860ABCE}"/>
              </a:ext>
            </a:extLst>
          </p:cNvPr>
          <p:cNvSpPr/>
          <p:nvPr/>
        </p:nvSpPr>
        <p:spPr>
          <a:xfrm>
            <a:off x="6281648" y="46353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0" name="Rectangle 519">
            <a:extLst>
              <a:ext uri="{FF2B5EF4-FFF2-40B4-BE49-F238E27FC236}">
                <a16:creationId xmlns:a16="http://schemas.microsoft.com/office/drawing/2014/main" id="{EC3CC38E-4A78-755E-D394-49B4079FAEA8}"/>
              </a:ext>
            </a:extLst>
          </p:cNvPr>
          <p:cNvSpPr/>
          <p:nvPr/>
        </p:nvSpPr>
        <p:spPr>
          <a:xfrm>
            <a:off x="6281648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256DD5D9-BBE7-76D6-5ACF-44BBCF67FAB2}"/>
              </a:ext>
            </a:extLst>
          </p:cNvPr>
          <p:cNvSpPr/>
          <p:nvPr/>
        </p:nvSpPr>
        <p:spPr>
          <a:xfrm>
            <a:off x="6570532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8BE80588-CFB8-7BF5-AA73-20719E3D8D21}"/>
              </a:ext>
            </a:extLst>
          </p:cNvPr>
          <p:cNvSpPr/>
          <p:nvPr/>
        </p:nvSpPr>
        <p:spPr>
          <a:xfrm>
            <a:off x="8074771" y="44170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486FA604-B1C4-F1CB-6205-EF2D850DBFBB}"/>
              </a:ext>
            </a:extLst>
          </p:cNvPr>
          <p:cNvSpPr/>
          <p:nvPr/>
        </p:nvSpPr>
        <p:spPr>
          <a:xfrm>
            <a:off x="8074771" y="44887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A6B62C4B-706B-7BD0-2665-076861B4D249}"/>
              </a:ext>
            </a:extLst>
          </p:cNvPr>
          <p:cNvSpPr/>
          <p:nvPr/>
        </p:nvSpPr>
        <p:spPr>
          <a:xfrm>
            <a:off x="8074771" y="45604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ADB9CFF8-10E3-CCA6-C5A6-0A0C6F5CEAC4}"/>
              </a:ext>
            </a:extLst>
          </p:cNvPr>
          <p:cNvSpPr/>
          <p:nvPr/>
        </p:nvSpPr>
        <p:spPr>
          <a:xfrm>
            <a:off x="8074771" y="463218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8A270B89-0897-A9F4-B16D-89020034940B}"/>
              </a:ext>
            </a:extLst>
          </p:cNvPr>
          <p:cNvSpPr/>
          <p:nvPr/>
        </p:nvSpPr>
        <p:spPr>
          <a:xfrm>
            <a:off x="8074771" y="47039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CA2771CD-9B2D-15E8-B17E-2FE16B6A3D9C}"/>
              </a:ext>
            </a:extLst>
          </p:cNvPr>
          <p:cNvSpPr/>
          <p:nvPr/>
        </p:nvSpPr>
        <p:spPr>
          <a:xfrm>
            <a:off x="8074771" y="477562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4706448F-7361-8589-2D2A-9087A025A2A9}"/>
              </a:ext>
            </a:extLst>
          </p:cNvPr>
          <p:cNvSpPr/>
          <p:nvPr/>
        </p:nvSpPr>
        <p:spPr>
          <a:xfrm>
            <a:off x="8074771" y="48473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05BDD7D-09F7-DF84-26CC-2E19E3FAD72B}"/>
              </a:ext>
            </a:extLst>
          </p:cNvPr>
          <p:cNvSpPr/>
          <p:nvPr/>
        </p:nvSpPr>
        <p:spPr>
          <a:xfrm>
            <a:off x="8074771" y="49190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5F45D022-19E5-CF26-02B6-19DF620FBEC0}"/>
              </a:ext>
            </a:extLst>
          </p:cNvPr>
          <p:cNvSpPr/>
          <p:nvPr/>
        </p:nvSpPr>
        <p:spPr>
          <a:xfrm>
            <a:off x="8074771" y="43520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99931296-AE5D-A478-7824-33C6020DE907}"/>
              </a:ext>
            </a:extLst>
          </p:cNvPr>
          <p:cNvSpPr/>
          <p:nvPr/>
        </p:nvSpPr>
        <p:spPr>
          <a:xfrm>
            <a:off x="8148617" y="4278512"/>
            <a:ext cx="71717" cy="71226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40196953-EB68-C068-14FF-AFC8617E79ED}"/>
              </a:ext>
            </a:extLst>
          </p:cNvPr>
          <p:cNvSpPr/>
          <p:nvPr/>
        </p:nvSpPr>
        <p:spPr>
          <a:xfrm>
            <a:off x="7645488" y="44963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C494DDD4-BB01-EA10-6387-100D25B6AD36}"/>
              </a:ext>
            </a:extLst>
          </p:cNvPr>
          <p:cNvSpPr/>
          <p:nvPr/>
        </p:nvSpPr>
        <p:spPr>
          <a:xfrm>
            <a:off x="7645488" y="456808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DE552666-072D-8544-EFDA-64DCD3582FAE}"/>
              </a:ext>
            </a:extLst>
          </p:cNvPr>
          <p:cNvSpPr/>
          <p:nvPr/>
        </p:nvSpPr>
        <p:spPr>
          <a:xfrm>
            <a:off x="5930653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16EDFE9F-439F-3626-C92A-C7D4D3FA02D2}"/>
              </a:ext>
            </a:extLst>
          </p:cNvPr>
          <p:cNvSpPr/>
          <p:nvPr/>
        </p:nvSpPr>
        <p:spPr>
          <a:xfrm>
            <a:off x="7645488" y="463672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779188F6-0CEB-3EE1-B510-519298E17C47}"/>
              </a:ext>
            </a:extLst>
          </p:cNvPr>
          <p:cNvSpPr/>
          <p:nvPr/>
        </p:nvSpPr>
        <p:spPr>
          <a:xfrm>
            <a:off x="750568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C42783AA-E50E-033F-0CF7-881753FB466E}"/>
              </a:ext>
            </a:extLst>
          </p:cNvPr>
          <p:cNvSpPr/>
          <p:nvPr/>
        </p:nvSpPr>
        <p:spPr>
          <a:xfrm>
            <a:off x="7577397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5B25761C-A9E5-C639-83DA-8C880D3CC63C}"/>
              </a:ext>
            </a:extLst>
          </p:cNvPr>
          <p:cNvSpPr/>
          <p:nvPr/>
        </p:nvSpPr>
        <p:spPr>
          <a:xfrm>
            <a:off x="5929293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BF6B2700-C67A-FAB5-3FB2-B19FA4B89DAE}"/>
              </a:ext>
            </a:extLst>
          </p:cNvPr>
          <p:cNvSpPr/>
          <p:nvPr/>
        </p:nvSpPr>
        <p:spPr>
          <a:xfrm>
            <a:off x="600101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CA64FBF-C5D0-705B-A1DC-064B19FB43E1}"/>
              </a:ext>
            </a:extLst>
          </p:cNvPr>
          <p:cNvSpPr/>
          <p:nvPr/>
        </p:nvSpPr>
        <p:spPr>
          <a:xfrm>
            <a:off x="7788364" y="58878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09279B48-A5CF-3D39-6BA0-151544D6DD07}"/>
              </a:ext>
            </a:extLst>
          </p:cNvPr>
          <p:cNvSpPr/>
          <p:nvPr/>
        </p:nvSpPr>
        <p:spPr>
          <a:xfrm>
            <a:off x="7788364" y="59595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E5526494-2D22-C42D-2889-6D2C411192CE}"/>
              </a:ext>
            </a:extLst>
          </p:cNvPr>
          <p:cNvSpPr/>
          <p:nvPr/>
        </p:nvSpPr>
        <p:spPr>
          <a:xfrm>
            <a:off x="7788364" y="60312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1D615A-341A-35E1-8E33-77071BD0FC6A}"/>
              </a:ext>
            </a:extLst>
          </p:cNvPr>
          <p:cNvSpPr txBox="1"/>
          <p:nvPr/>
        </p:nvSpPr>
        <p:spPr>
          <a:xfrm>
            <a:off x="170529" y="-69730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rgbClr val="FF0000"/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rgbClr val="FF0000"/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A3B1F3-4F92-67E0-71E1-7AC36D048875}"/>
              </a:ext>
            </a:extLst>
          </p:cNvPr>
          <p:cNvSpPr txBox="1"/>
          <p:nvPr/>
        </p:nvSpPr>
        <p:spPr>
          <a:xfrm>
            <a:off x="-30573" y="139985"/>
            <a:ext cx="50683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539857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E20D05FE-CDDB-1672-E0D1-CF75B0DA77A2}"/>
              </a:ext>
            </a:extLst>
          </p:cNvPr>
          <p:cNvSpPr txBox="1"/>
          <p:nvPr/>
        </p:nvSpPr>
        <p:spPr>
          <a:xfrm>
            <a:off x="2252634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C1EE2B31-10FD-D852-3DF0-136003EFF9C5}"/>
              </a:ext>
            </a:extLst>
          </p:cNvPr>
          <p:cNvSpPr txBox="1"/>
          <p:nvPr/>
        </p:nvSpPr>
        <p:spPr>
          <a:xfrm>
            <a:off x="3809020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2" name="Rectangle 211">
            <a:extLst>
              <a:ext uri="{FF2B5EF4-FFF2-40B4-BE49-F238E27FC236}">
                <a16:creationId xmlns:a16="http://schemas.microsoft.com/office/drawing/2014/main" id="{DF04E0DC-F85E-717D-3CB7-4039041037F9}"/>
              </a:ext>
            </a:extLst>
          </p:cNvPr>
          <p:cNvSpPr/>
          <p:nvPr/>
        </p:nvSpPr>
        <p:spPr>
          <a:xfrm>
            <a:off x="39782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C5348DF-4A15-E0FE-9906-C2C50062CA85}"/>
              </a:ext>
            </a:extLst>
          </p:cNvPr>
          <p:cNvSpPr/>
          <p:nvPr/>
        </p:nvSpPr>
        <p:spPr>
          <a:xfrm>
            <a:off x="404994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3EABD465-2DC4-FED4-0691-913ECA175C27}"/>
              </a:ext>
            </a:extLst>
          </p:cNvPr>
          <p:cNvSpPr/>
          <p:nvPr/>
        </p:nvSpPr>
        <p:spPr>
          <a:xfrm>
            <a:off x="412166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105904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TextBox 260">
            <a:extLst>
              <a:ext uri="{FF2B5EF4-FFF2-40B4-BE49-F238E27FC236}">
                <a16:creationId xmlns:a16="http://schemas.microsoft.com/office/drawing/2014/main" id="{1A97851B-FC49-4A6F-C5B3-4C21BDCCDFA2}"/>
              </a:ext>
            </a:extLst>
          </p:cNvPr>
          <p:cNvSpPr txBox="1"/>
          <p:nvPr/>
        </p:nvSpPr>
        <p:spPr>
          <a:xfrm>
            <a:off x="2252634" y="3190064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</a:t>
            </a: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850216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921933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42B23034-4596-87F5-10A9-894AA2EFD720}"/>
              </a:ext>
            </a:extLst>
          </p:cNvPr>
          <p:cNvSpPr txBox="1"/>
          <p:nvPr/>
        </p:nvSpPr>
        <p:spPr>
          <a:xfrm>
            <a:off x="3731274" y="3190064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0,11</a:t>
            </a: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35" name="Rectangle 234">
            <a:extLst>
              <a:ext uri="{FF2B5EF4-FFF2-40B4-BE49-F238E27FC236}">
                <a16:creationId xmlns:a16="http://schemas.microsoft.com/office/drawing/2014/main" id="{28F7566D-5375-D83D-3312-F41E2434EB64}"/>
              </a:ext>
            </a:extLst>
          </p:cNvPr>
          <p:cNvSpPr/>
          <p:nvPr/>
        </p:nvSpPr>
        <p:spPr>
          <a:xfrm>
            <a:off x="4045142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6BBE3E9-BF33-00B1-14B5-73306087418A}"/>
              </a:ext>
            </a:extLst>
          </p:cNvPr>
          <p:cNvSpPr/>
          <p:nvPr/>
        </p:nvSpPr>
        <p:spPr>
          <a:xfrm>
            <a:off x="397822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43DB105A-BF44-9AD8-91D2-47C845CB0F38}"/>
              </a:ext>
            </a:extLst>
          </p:cNvPr>
          <p:cNvSpPr txBox="1"/>
          <p:nvPr/>
        </p:nvSpPr>
        <p:spPr>
          <a:xfrm>
            <a:off x="600724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0,25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5" name="TextBox 354">
            <a:extLst>
              <a:ext uri="{FF2B5EF4-FFF2-40B4-BE49-F238E27FC236}">
                <a16:creationId xmlns:a16="http://schemas.microsoft.com/office/drawing/2014/main" id="{8EB5EB23-C4DC-DEFB-F951-175383A3A408}"/>
              </a:ext>
            </a:extLst>
          </p:cNvPr>
          <p:cNvSpPr txBox="1"/>
          <p:nvPr/>
        </p:nvSpPr>
        <p:spPr>
          <a:xfrm>
            <a:off x="2174888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0,02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20621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20621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B98ADAC1-22D9-DAB5-06AD-C998929EC371}"/>
              </a:ext>
            </a:extLst>
          </p:cNvPr>
          <p:cNvSpPr txBox="1"/>
          <p:nvPr/>
        </p:nvSpPr>
        <p:spPr>
          <a:xfrm>
            <a:off x="3731275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0,23</a:t>
            </a: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29" name="Rectangle 328">
            <a:extLst>
              <a:ext uri="{FF2B5EF4-FFF2-40B4-BE49-F238E27FC236}">
                <a16:creationId xmlns:a16="http://schemas.microsoft.com/office/drawing/2014/main" id="{673E1F96-6EB4-DE83-13E0-D1C7F46EE911}"/>
              </a:ext>
            </a:extLst>
          </p:cNvPr>
          <p:cNvSpPr/>
          <p:nvPr/>
        </p:nvSpPr>
        <p:spPr>
          <a:xfrm>
            <a:off x="4122262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EF53D287-69CE-3A86-5E4B-0AB309DFF798}"/>
              </a:ext>
            </a:extLst>
          </p:cNvPr>
          <p:cNvSpPr/>
          <p:nvPr/>
        </p:nvSpPr>
        <p:spPr>
          <a:xfrm>
            <a:off x="4122262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2403C892-23F9-07CD-B15D-F15A61C38F30}"/>
              </a:ext>
            </a:extLst>
          </p:cNvPr>
          <p:cNvSpPr/>
          <p:nvPr/>
        </p:nvSpPr>
        <p:spPr>
          <a:xfrm>
            <a:off x="4122262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5C516DD3-BCC6-459C-3C1B-364E4B4591F0}"/>
              </a:ext>
            </a:extLst>
          </p:cNvPr>
          <p:cNvSpPr/>
          <p:nvPr/>
        </p:nvSpPr>
        <p:spPr>
          <a:xfrm>
            <a:off x="398088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6BEFD2A3-4542-5D13-BC2C-DD25829DEEF9}"/>
              </a:ext>
            </a:extLst>
          </p:cNvPr>
          <p:cNvSpPr/>
          <p:nvPr/>
        </p:nvSpPr>
        <p:spPr>
          <a:xfrm>
            <a:off x="4052603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8" name="TextBox 477">
            <a:extLst>
              <a:ext uri="{FF2B5EF4-FFF2-40B4-BE49-F238E27FC236}">
                <a16:creationId xmlns:a16="http://schemas.microsoft.com/office/drawing/2014/main" id="{B339C67D-3F26-BC76-3120-BDE56EF11B86}"/>
              </a:ext>
            </a:extLst>
          </p:cNvPr>
          <p:cNvSpPr txBox="1"/>
          <p:nvPr/>
        </p:nvSpPr>
        <p:spPr>
          <a:xfrm>
            <a:off x="60072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0,48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9" name="TextBox 448">
            <a:extLst>
              <a:ext uri="{FF2B5EF4-FFF2-40B4-BE49-F238E27FC236}">
                <a16:creationId xmlns:a16="http://schemas.microsoft.com/office/drawing/2014/main" id="{6BAEA490-28A4-FD53-1639-37A9B134B079}"/>
              </a:ext>
            </a:extLst>
          </p:cNvPr>
          <p:cNvSpPr txBox="1"/>
          <p:nvPr/>
        </p:nvSpPr>
        <p:spPr>
          <a:xfrm>
            <a:off x="2174888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0,23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DF7262DB-4DFC-CB14-540D-278F4BF812CE}"/>
              </a:ext>
            </a:extLst>
          </p:cNvPr>
          <p:cNvSpPr txBox="1"/>
          <p:nvPr/>
        </p:nvSpPr>
        <p:spPr>
          <a:xfrm>
            <a:off x="373127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0,25</a:t>
            </a:r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0,4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0,31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98758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94688B6A-88B7-40D4-506B-3961ED353553}"/>
              </a:ext>
            </a:extLst>
          </p:cNvPr>
          <p:cNvSpPr/>
          <p:nvPr/>
        </p:nvSpPr>
        <p:spPr>
          <a:xfrm>
            <a:off x="1679906" y="97155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" name="Minus Sign 9">
            <a:extLst>
              <a:ext uri="{FF2B5EF4-FFF2-40B4-BE49-F238E27FC236}">
                <a16:creationId xmlns:a16="http://schemas.microsoft.com/office/drawing/2014/main" id="{AE00138E-AACE-07B3-A08E-E532A67A6EF1}"/>
              </a:ext>
            </a:extLst>
          </p:cNvPr>
          <p:cNvSpPr/>
          <p:nvPr/>
        </p:nvSpPr>
        <p:spPr>
          <a:xfrm>
            <a:off x="1679906" y="26022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" name="Minus Sign 10">
            <a:extLst>
              <a:ext uri="{FF2B5EF4-FFF2-40B4-BE49-F238E27FC236}">
                <a16:creationId xmlns:a16="http://schemas.microsoft.com/office/drawing/2014/main" id="{88CF577B-EE3E-358D-A735-0EC203D474C8}"/>
              </a:ext>
            </a:extLst>
          </p:cNvPr>
          <p:cNvSpPr/>
          <p:nvPr/>
        </p:nvSpPr>
        <p:spPr>
          <a:xfrm>
            <a:off x="1679906" y="42405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Minus Sign 11">
            <a:extLst>
              <a:ext uri="{FF2B5EF4-FFF2-40B4-BE49-F238E27FC236}">
                <a16:creationId xmlns:a16="http://schemas.microsoft.com/office/drawing/2014/main" id="{4983445F-6AE1-826F-06D9-97853DAEE324}"/>
              </a:ext>
            </a:extLst>
          </p:cNvPr>
          <p:cNvSpPr/>
          <p:nvPr/>
        </p:nvSpPr>
        <p:spPr>
          <a:xfrm>
            <a:off x="1679906" y="58788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121D6D-DDD0-6E6A-7BAD-A5E27832A179}"/>
              </a:ext>
            </a:extLst>
          </p:cNvPr>
          <p:cNvSpPr/>
          <p:nvPr/>
        </p:nvSpPr>
        <p:spPr>
          <a:xfrm>
            <a:off x="106175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117ED3-E351-D9BD-D48C-87A8A4350E7B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513957-5BD8-FA1F-17B7-278AA8A0354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9E8EDE-6D74-B5B7-73E4-522511B8EE4C}"/>
              </a:ext>
            </a:extLst>
          </p:cNvPr>
          <p:cNvSpPr/>
          <p:nvPr/>
        </p:nvSpPr>
        <p:spPr>
          <a:xfrm>
            <a:off x="98948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1C63FF-0A1E-DC68-F79A-F9FE1624EBFA}"/>
              </a:ext>
            </a:extLst>
          </p:cNvPr>
          <p:cNvSpPr/>
          <p:nvPr/>
        </p:nvSpPr>
        <p:spPr>
          <a:xfrm>
            <a:off x="98948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A2B02A-033A-A822-4C10-66E2B5331E94}"/>
              </a:ext>
            </a:extLst>
          </p:cNvPr>
          <p:cNvSpPr/>
          <p:nvPr/>
        </p:nvSpPr>
        <p:spPr>
          <a:xfrm>
            <a:off x="98948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6DE810-8EC4-BD77-1453-0FAC2804459A}"/>
              </a:ext>
            </a:extLst>
          </p:cNvPr>
          <p:cNvSpPr/>
          <p:nvPr/>
        </p:nvSpPr>
        <p:spPr>
          <a:xfrm>
            <a:off x="98948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CF667A-72C1-20FB-0798-E62C410C887F}"/>
              </a:ext>
            </a:extLst>
          </p:cNvPr>
          <p:cNvSpPr/>
          <p:nvPr/>
        </p:nvSpPr>
        <p:spPr>
          <a:xfrm>
            <a:off x="98948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2202624-F892-EC82-CE1B-260B0EF3A010}"/>
              </a:ext>
            </a:extLst>
          </p:cNvPr>
          <p:cNvSpPr/>
          <p:nvPr/>
        </p:nvSpPr>
        <p:spPr>
          <a:xfrm>
            <a:off x="1133621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4EA596C-F0EB-FEA9-3159-DAAF5C9AB14C}"/>
              </a:ext>
            </a:extLst>
          </p:cNvPr>
          <p:cNvSpPr/>
          <p:nvPr/>
        </p:nvSpPr>
        <p:spPr>
          <a:xfrm>
            <a:off x="1133621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8C6CD5-0F02-360C-0FD2-1DC892199CB6}"/>
              </a:ext>
            </a:extLst>
          </p:cNvPr>
          <p:cNvSpPr/>
          <p:nvPr/>
        </p:nvSpPr>
        <p:spPr>
          <a:xfrm>
            <a:off x="1133621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47D753-A79D-B4B2-9598-E0EF1CDDBED1}"/>
              </a:ext>
            </a:extLst>
          </p:cNvPr>
          <p:cNvSpPr/>
          <p:nvPr/>
        </p:nvSpPr>
        <p:spPr>
          <a:xfrm>
            <a:off x="1133621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4C4DC7A-405C-857C-7F34-3C877A59CFE2}"/>
              </a:ext>
            </a:extLst>
          </p:cNvPr>
          <p:cNvSpPr/>
          <p:nvPr/>
        </p:nvSpPr>
        <p:spPr>
          <a:xfrm>
            <a:off x="1133621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6A54CE4-D06C-5B1D-2BBC-F7DD74C07B0A}"/>
              </a:ext>
            </a:extLst>
          </p:cNvPr>
          <p:cNvSpPr/>
          <p:nvPr/>
        </p:nvSpPr>
        <p:spPr>
          <a:xfrm>
            <a:off x="1133621" y="602774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468A25F-98E8-BD06-2D4B-C7B1B35E8D0D}"/>
              </a:ext>
            </a:extLst>
          </p:cNvPr>
          <p:cNvSpPr/>
          <p:nvPr/>
        </p:nvSpPr>
        <p:spPr>
          <a:xfrm>
            <a:off x="1133621" y="60994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F68A7D-626C-DD30-9395-CCA6CE006882}"/>
              </a:ext>
            </a:extLst>
          </p:cNvPr>
          <p:cNvSpPr/>
          <p:nvPr/>
        </p:nvSpPr>
        <p:spPr>
          <a:xfrm>
            <a:off x="1133621" y="61711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227B885-ECC7-DC07-D560-6D670793D5B8}"/>
              </a:ext>
            </a:extLst>
          </p:cNvPr>
          <p:cNvSpPr/>
          <p:nvPr/>
        </p:nvSpPr>
        <p:spPr>
          <a:xfrm>
            <a:off x="99161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590307C-2647-21D8-78A9-54936BC95F0F}"/>
              </a:ext>
            </a:extLst>
          </p:cNvPr>
          <p:cNvSpPr/>
          <p:nvPr/>
        </p:nvSpPr>
        <p:spPr>
          <a:xfrm>
            <a:off x="106333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87F3955-0044-8CC4-8465-4FB341DD24EC}"/>
              </a:ext>
            </a:extLst>
          </p:cNvPr>
          <p:cNvSpPr/>
          <p:nvPr/>
        </p:nvSpPr>
        <p:spPr>
          <a:xfrm>
            <a:off x="24227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1B38CF4-14A0-CF28-F4AA-A481EAC8F240}"/>
              </a:ext>
            </a:extLst>
          </p:cNvPr>
          <p:cNvSpPr/>
          <p:nvPr/>
        </p:nvSpPr>
        <p:spPr>
          <a:xfrm>
            <a:off x="249446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07F4980-08DD-63D1-8DA8-00CE264E64FB}"/>
              </a:ext>
            </a:extLst>
          </p:cNvPr>
          <p:cNvSpPr/>
          <p:nvPr/>
        </p:nvSpPr>
        <p:spPr>
          <a:xfrm>
            <a:off x="2563165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882DA13-B7F5-DB1D-16AE-8570CCE51C4E}"/>
              </a:ext>
            </a:extLst>
          </p:cNvPr>
          <p:cNvSpPr/>
          <p:nvPr/>
        </p:nvSpPr>
        <p:spPr>
          <a:xfrm>
            <a:off x="2563165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81C7E64-8ED7-8A0C-4931-62E6A50D8E99}"/>
              </a:ext>
            </a:extLst>
          </p:cNvPr>
          <p:cNvSpPr/>
          <p:nvPr/>
        </p:nvSpPr>
        <p:spPr>
          <a:xfrm>
            <a:off x="2563165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9C0BF4-A7EC-CD31-DFEF-B7BEDD30544E}"/>
              </a:ext>
            </a:extLst>
          </p:cNvPr>
          <p:cNvSpPr/>
          <p:nvPr/>
        </p:nvSpPr>
        <p:spPr>
          <a:xfrm>
            <a:off x="398246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03A3AD2F-256E-32B9-0799-C7F0529D4F8E}"/>
              </a:ext>
            </a:extLst>
          </p:cNvPr>
          <p:cNvSpPr/>
          <p:nvPr/>
        </p:nvSpPr>
        <p:spPr>
          <a:xfrm>
            <a:off x="405418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8192386-20F8-253D-929A-BE888FF21FFF}"/>
              </a:ext>
            </a:extLst>
          </p:cNvPr>
          <p:cNvSpPr/>
          <p:nvPr/>
        </p:nvSpPr>
        <p:spPr>
          <a:xfrm>
            <a:off x="4126059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683F8924-CC2E-CE9A-538E-2746262E6374}"/>
              </a:ext>
            </a:extLst>
          </p:cNvPr>
          <p:cNvSpPr/>
          <p:nvPr/>
        </p:nvSpPr>
        <p:spPr>
          <a:xfrm>
            <a:off x="4126059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7D4413-25EE-2D12-9369-D007FD0B6CFD}"/>
              </a:ext>
            </a:extLst>
          </p:cNvPr>
          <p:cNvSpPr/>
          <p:nvPr/>
        </p:nvSpPr>
        <p:spPr>
          <a:xfrm>
            <a:off x="4126059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5ECE55C-185A-EE63-E8AE-85DB33299276}"/>
              </a:ext>
            </a:extLst>
          </p:cNvPr>
          <p:cNvSpPr/>
          <p:nvPr/>
        </p:nvSpPr>
        <p:spPr>
          <a:xfrm>
            <a:off x="4126059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91903D8-2670-6712-5938-A86466C3F82F}"/>
              </a:ext>
            </a:extLst>
          </p:cNvPr>
          <p:cNvSpPr/>
          <p:nvPr/>
        </p:nvSpPr>
        <p:spPr>
          <a:xfrm>
            <a:off x="4126059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712" name="Straight Connector 711">
            <a:extLst>
              <a:ext uri="{FF2B5EF4-FFF2-40B4-BE49-F238E27FC236}">
                <a16:creationId xmlns:a16="http://schemas.microsoft.com/office/drawing/2014/main" id="{10E2CF79-3D70-A3A4-ED92-4B84EC85BA32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TextBox 713">
            <a:extLst>
              <a:ext uri="{FF2B5EF4-FFF2-40B4-BE49-F238E27FC236}">
                <a16:creationId xmlns:a16="http://schemas.microsoft.com/office/drawing/2014/main" id="{E2EFD7D0-62A9-DF60-590C-F11CB94A71FA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716" name="Equals 715">
            <a:extLst>
              <a:ext uri="{FF2B5EF4-FFF2-40B4-BE49-F238E27FC236}">
                <a16:creationId xmlns:a16="http://schemas.microsoft.com/office/drawing/2014/main" id="{7DE0655B-138F-8059-C525-32C3488686FE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18" name="Straight Connector 717">
            <a:extLst>
              <a:ext uri="{FF2B5EF4-FFF2-40B4-BE49-F238E27FC236}">
                <a16:creationId xmlns:a16="http://schemas.microsoft.com/office/drawing/2014/main" id="{3C0E5701-7D10-5F14-76AC-DBD85B155D7E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0" name="Oval 719">
            <a:extLst>
              <a:ext uri="{FF2B5EF4-FFF2-40B4-BE49-F238E27FC236}">
                <a16:creationId xmlns:a16="http://schemas.microsoft.com/office/drawing/2014/main" id="{61C83FF0-EAC7-2EE6-F72D-FAEA75A3981C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4" name="Picture 733">
            <a:extLst>
              <a:ext uri="{FF2B5EF4-FFF2-40B4-BE49-F238E27FC236}">
                <a16:creationId xmlns:a16="http://schemas.microsoft.com/office/drawing/2014/main" id="{A9FA4001-1459-47C9-2BDE-E7EC0AD66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738" name="Rectangle 737">
            <a:extLst>
              <a:ext uri="{FF2B5EF4-FFF2-40B4-BE49-F238E27FC236}">
                <a16:creationId xmlns:a16="http://schemas.microsoft.com/office/drawing/2014/main" id="{78E0BA16-F6D3-C543-1ED0-B7ACE6D98B1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9CB548B2-74D4-92FB-D635-8681658C85F3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42" name="TextBox 741">
            <a:extLst>
              <a:ext uri="{FF2B5EF4-FFF2-40B4-BE49-F238E27FC236}">
                <a16:creationId xmlns:a16="http://schemas.microsoft.com/office/drawing/2014/main" id="{68902956-D633-A540-E1A0-3EFDF0C3163B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44" name="Straight Connector 743">
            <a:extLst>
              <a:ext uri="{FF2B5EF4-FFF2-40B4-BE49-F238E27FC236}">
                <a16:creationId xmlns:a16="http://schemas.microsoft.com/office/drawing/2014/main" id="{ED770C9E-BF7A-B8F6-F3FD-C54EE0537335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6" name="Oval 745">
            <a:extLst>
              <a:ext uri="{FF2B5EF4-FFF2-40B4-BE49-F238E27FC236}">
                <a16:creationId xmlns:a16="http://schemas.microsoft.com/office/drawing/2014/main" id="{90A27F2F-062A-D731-9D6E-42D39AEF4B9C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48" name="Picture 747">
            <a:extLst>
              <a:ext uri="{FF2B5EF4-FFF2-40B4-BE49-F238E27FC236}">
                <a16:creationId xmlns:a16="http://schemas.microsoft.com/office/drawing/2014/main" id="{7DE44A24-F10F-0FB7-CB32-27C5C20FA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750" name="TextBox 749">
            <a:extLst>
              <a:ext uri="{FF2B5EF4-FFF2-40B4-BE49-F238E27FC236}">
                <a16:creationId xmlns:a16="http://schemas.microsoft.com/office/drawing/2014/main" id="{4728ADBC-0318-3BE1-3F5B-DD6E314BBA59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51" name="Straight Connector 750">
            <a:extLst>
              <a:ext uri="{FF2B5EF4-FFF2-40B4-BE49-F238E27FC236}">
                <a16:creationId xmlns:a16="http://schemas.microsoft.com/office/drawing/2014/main" id="{94BB3940-1265-90DE-EA60-1BA1D06E751E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2" name="Oval 751">
            <a:extLst>
              <a:ext uri="{FF2B5EF4-FFF2-40B4-BE49-F238E27FC236}">
                <a16:creationId xmlns:a16="http://schemas.microsoft.com/office/drawing/2014/main" id="{488D71B4-2A09-8BD3-9C48-A973ABA87A50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53" name="Picture 752">
            <a:extLst>
              <a:ext uri="{FF2B5EF4-FFF2-40B4-BE49-F238E27FC236}">
                <a16:creationId xmlns:a16="http://schemas.microsoft.com/office/drawing/2014/main" id="{14B4A94B-9051-31E5-3571-2A2356071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754" name="TextBox 753">
            <a:extLst>
              <a:ext uri="{FF2B5EF4-FFF2-40B4-BE49-F238E27FC236}">
                <a16:creationId xmlns:a16="http://schemas.microsoft.com/office/drawing/2014/main" id="{B4FB7135-49C0-76E5-00A9-74660ACDE24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755" name="TextBox 754">
            <a:extLst>
              <a:ext uri="{FF2B5EF4-FFF2-40B4-BE49-F238E27FC236}">
                <a16:creationId xmlns:a16="http://schemas.microsoft.com/office/drawing/2014/main" id="{E4AEAE71-36A5-EAF1-B87F-F84E88D2DF0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767" name="Equals 766">
            <a:extLst>
              <a:ext uri="{FF2B5EF4-FFF2-40B4-BE49-F238E27FC236}">
                <a16:creationId xmlns:a16="http://schemas.microsoft.com/office/drawing/2014/main" id="{C24BBB0D-3B5E-D2E9-A1E7-77448D35F525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80" name="Straight Connector 779">
            <a:extLst>
              <a:ext uri="{FF2B5EF4-FFF2-40B4-BE49-F238E27FC236}">
                <a16:creationId xmlns:a16="http://schemas.microsoft.com/office/drawing/2014/main" id="{DB810A4A-A52F-0400-D2E8-D9CE2ED8F7E7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1" name="Oval 780">
            <a:extLst>
              <a:ext uri="{FF2B5EF4-FFF2-40B4-BE49-F238E27FC236}">
                <a16:creationId xmlns:a16="http://schemas.microsoft.com/office/drawing/2014/main" id="{C27CC459-EC0F-D9AA-8B30-F806DF05CB58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82" name="Picture 781">
            <a:extLst>
              <a:ext uri="{FF2B5EF4-FFF2-40B4-BE49-F238E27FC236}">
                <a16:creationId xmlns:a16="http://schemas.microsoft.com/office/drawing/2014/main" id="{6CC07EB9-C696-CB28-A7B8-2075EBA04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783" name="Rectangle 782">
            <a:extLst>
              <a:ext uri="{FF2B5EF4-FFF2-40B4-BE49-F238E27FC236}">
                <a16:creationId xmlns:a16="http://schemas.microsoft.com/office/drawing/2014/main" id="{40A6F09C-4D28-D25A-33E6-1C4A88396ECE}"/>
              </a:ext>
            </a:extLst>
          </p:cNvPr>
          <p:cNvSpPr/>
          <p:nvPr/>
        </p:nvSpPr>
        <p:spPr>
          <a:xfrm>
            <a:off x="6138575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4" name="Rectangle 783">
            <a:extLst>
              <a:ext uri="{FF2B5EF4-FFF2-40B4-BE49-F238E27FC236}">
                <a16:creationId xmlns:a16="http://schemas.microsoft.com/office/drawing/2014/main" id="{E3A316F6-8C25-0103-E800-B37C5ED9FE69}"/>
              </a:ext>
            </a:extLst>
          </p:cNvPr>
          <p:cNvSpPr/>
          <p:nvPr/>
        </p:nvSpPr>
        <p:spPr>
          <a:xfrm>
            <a:off x="6138575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5" name="Rectangle 784">
            <a:extLst>
              <a:ext uri="{FF2B5EF4-FFF2-40B4-BE49-F238E27FC236}">
                <a16:creationId xmlns:a16="http://schemas.microsoft.com/office/drawing/2014/main" id="{CA63DC60-B87E-11D0-A491-9A2AF033E58A}"/>
              </a:ext>
            </a:extLst>
          </p:cNvPr>
          <p:cNvSpPr/>
          <p:nvPr/>
        </p:nvSpPr>
        <p:spPr>
          <a:xfrm>
            <a:off x="613857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6" name="Rectangle 785">
            <a:extLst>
              <a:ext uri="{FF2B5EF4-FFF2-40B4-BE49-F238E27FC236}">
                <a16:creationId xmlns:a16="http://schemas.microsoft.com/office/drawing/2014/main" id="{483EB1DA-044E-23B6-68DE-D2B395D5D05F}"/>
              </a:ext>
            </a:extLst>
          </p:cNvPr>
          <p:cNvSpPr/>
          <p:nvPr/>
        </p:nvSpPr>
        <p:spPr>
          <a:xfrm>
            <a:off x="599627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8" name="Rectangle 787">
            <a:extLst>
              <a:ext uri="{FF2B5EF4-FFF2-40B4-BE49-F238E27FC236}">
                <a16:creationId xmlns:a16="http://schemas.microsoft.com/office/drawing/2014/main" id="{D8CC3C58-35A0-2B59-643C-4A6238D2F103}"/>
              </a:ext>
            </a:extLst>
          </p:cNvPr>
          <p:cNvSpPr/>
          <p:nvPr/>
        </p:nvSpPr>
        <p:spPr>
          <a:xfrm>
            <a:off x="606799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92" name="TextBox 791">
            <a:extLst>
              <a:ext uri="{FF2B5EF4-FFF2-40B4-BE49-F238E27FC236}">
                <a16:creationId xmlns:a16="http://schemas.microsoft.com/office/drawing/2014/main" id="{5B43B5A1-DA90-806E-A0AC-BAB9D9F8506C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93" name="Straight Connector 792">
            <a:extLst>
              <a:ext uri="{FF2B5EF4-FFF2-40B4-BE49-F238E27FC236}">
                <a16:creationId xmlns:a16="http://schemas.microsoft.com/office/drawing/2014/main" id="{5C0A65F9-8B47-F3CC-25DC-9141A97E27A3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4" name="Oval 793">
            <a:extLst>
              <a:ext uri="{FF2B5EF4-FFF2-40B4-BE49-F238E27FC236}">
                <a16:creationId xmlns:a16="http://schemas.microsoft.com/office/drawing/2014/main" id="{00587144-2188-5549-A428-339B72C54DA5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99" name="Picture 798">
            <a:extLst>
              <a:ext uri="{FF2B5EF4-FFF2-40B4-BE49-F238E27FC236}">
                <a16:creationId xmlns:a16="http://schemas.microsoft.com/office/drawing/2014/main" id="{D392A1DC-78A7-C480-2954-7EA1FE031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800" name="Rectangle 799">
            <a:extLst>
              <a:ext uri="{FF2B5EF4-FFF2-40B4-BE49-F238E27FC236}">
                <a16:creationId xmlns:a16="http://schemas.microsoft.com/office/drawing/2014/main" id="{1303D4A5-3C5F-9D3B-2638-198D62E50498}"/>
              </a:ext>
            </a:extLst>
          </p:cNvPr>
          <p:cNvSpPr/>
          <p:nvPr/>
        </p:nvSpPr>
        <p:spPr>
          <a:xfrm>
            <a:off x="7572295" y="199576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1" name="Rectangle 800">
            <a:extLst>
              <a:ext uri="{FF2B5EF4-FFF2-40B4-BE49-F238E27FC236}">
                <a16:creationId xmlns:a16="http://schemas.microsoft.com/office/drawing/2014/main" id="{E2C76F50-294E-C81F-FA8B-5657CBA8D707}"/>
              </a:ext>
            </a:extLst>
          </p:cNvPr>
          <p:cNvSpPr/>
          <p:nvPr/>
        </p:nvSpPr>
        <p:spPr>
          <a:xfrm>
            <a:off x="7572295" y="20674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2" name="Rectangle 801">
            <a:extLst>
              <a:ext uri="{FF2B5EF4-FFF2-40B4-BE49-F238E27FC236}">
                <a16:creationId xmlns:a16="http://schemas.microsoft.com/office/drawing/2014/main" id="{593EA3ED-97A9-96BE-5F9B-B59C07CFB521}"/>
              </a:ext>
            </a:extLst>
          </p:cNvPr>
          <p:cNvSpPr/>
          <p:nvPr/>
        </p:nvSpPr>
        <p:spPr>
          <a:xfrm>
            <a:off x="7572295" y="21391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3" name="Rectangle 802">
            <a:extLst>
              <a:ext uri="{FF2B5EF4-FFF2-40B4-BE49-F238E27FC236}">
                <a16:creationId xmlns:a16="http://schemas.microsoft.com/office/drawing/2014/main" id="{60FB7CBB-B29D-9C63-D91E-988A890D1CA3}"/>
              </a:ext>
            </a:extLst>
          </p:cNvPr>
          <p:cNvSpPr/>
          <p:nvPr/>
        </p:nvSpPr>
        <p:spPr>
          <a:xfrm>
            <a:off x="7500917" y="149374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4" name="TextBox 803">
            <a:extLst>
              <a:ext uri="{FF2B5EF4-FFF2-40B4-BE49-F238E27FC236}">
                <a16:creationId xmlns:a16="http://schemas.microsoft.com/office/drawing/2014/main" id="{78BE7C6F-F47A-BA9F-CC81-FCAE644BC19D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05" name="Straight Connector 804">
            <a:extLst>
              <a:ext uri="{FF2B5EF4-FFF2-40B4-BE49-F238E27FC236}">
                <a16:creationId xmlns:a16="http://schemas.microsoft.com/office/drawing/2014/main" id="{C1CD1D0B-904D-6055-E0C6-ED50F7FF6D9F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07" name="Oval 806">
            <a:extLst>
              <a:ext uri="{FF2B5EF4-FFF2-40B4-BE49-F238E27FC236}">
                <a16:creationId xmlns:a16="http://schemas.microsoft.com/office/drawing/2014/main" id="{21759D2F-4CE1-478A-82C7-FA7AC643EBCC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09" name="Picture 808">
            <a:extLst>
              <a:ext uri="{FF2B5EF4-FFF2-40B4-BE49-F238E27FC236}">
                <a16:creationId xmlns:a16="http://schemas.microsoft.com/office/drawing/2014/main" id="{8518FD0A-BC09-8F83-0416-438A3294E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811" name="TextBox 810">
            <a:extLst>
              <a:ext uri="{FF2B5EF4-FFF2-40B4-BE49-F238E27FC236}">
                <a16:creationId xmlns:a16="http://schemas.microsoft.com/office/drawing/2014/main" id="{07FF64EF-2C86-A2E7-584B-0B850333A0C2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813" name="TextBox 812">
            <a:extLst>
              <a:ext uri="{FF2B5EF4-FFF2-40B4-BE49-F238E27FC236}">
                <a16:creationId xmlns:a16="http://schemas.microsoft.com/office/drawing/2014/main" id="{F7FF72AA-C486-937A-D612-A5812E1EB263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815" name="Equals 814">
            <a:extLst>
              <a:ext uri="{FF2B5EF4-FFF2-40B4-BE49-F238E27FC236}">
                <a16:creationId xmlns:a16="http://schemas.microsoft.com/office/drawing/2014/main" id="{052DE8DA-774C-C208-B3FA-8A888DF52D1B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2F67ACC6-EA1E-2D55-9BDE-37445028E2BF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19" name="Oval 818">
            <a:extLst>
              <a:ext uri="{FF2B5EF4-FFF2-40B4-BE49-F238E27FC236}">
                <a16:creationId xmlns:a16="http://schemas.microsoft.com/office/drawing/2014/main" id="{9894EBBF-D778-87BB-9469-5950CECF5BFE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0" name="Picture 819">
            <a:extLst>
              <a:ext uri="{FF2B5EF4-FFF2-40B4-BE49-F238E27FC236}">
                <a16:creationId xmlns:a16="http://schemas.microsoft.com/office/drawing/2014/main" id="{492C434F-3810-A04E-E2A0-026211E08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821" name="TextBox 820">
            <a:extLst>
              <a:ext uri="{FF2B5EF4-FFF2-40B4-BE49-F238E27FC236}">
                <a16:creationId xmlns:a16="http://schemas.microsoft.com/office/drawing/2014/main" id="{AB48247B-EE93-722E-422B-E42B073EA0EE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22" name="Straight Connector 821">
            <a:extLst>
              <a:ext uri="{FF2B5EF4-FFF2-40B4-BE49-F238E27FC236}">
                <a16:creationId xmlns:a16="http://schemas.microsoft.com/office/drawing/2014/main" id="{01A66E55-7ACE-6AFF-910C-8BF07BB70D09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3" name="Oval 822">
            <a:extLst>
              <a:ext uri="{FF2B5EF4-FFF2-40B4-BE49-F238E27FC236}">
                <a16:creationId xmlns:a16="http://schemas.microsoft.com/office/drawing/2014/main" id="{1B8DD6FD-6A0B-6377-E004-B0B923AFC4B1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8" name="Picture 827">
            <a:extLst>
              <a:ext uri="{FF2B5EF4-FFF2-40B4-BE49-F238E27FC236}">
                <a16:creationId xmlns:a16="http://schemas.microsoft.com/office/drawing/2014/main" id="{5ED4B6FE-E209-34F6-6184-0EC66558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sp>
        <p:nvSpPr>
          <p:cNvPr id="829" name="TextBox 828">
            <a:extLst>
              <a:ext uri="{FF2B5EF4-FFF2-40B4-BE49-F238E27FC236}">
                <a16:creationId xmlns:a16="http://schemas.microsoft.com/office/drawing/2014/main" id="{732D0829-47E1-7C54-E255-F3BE1A43D3BF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F83D0E9F-B47C-37E5-1BCE-B9ACCC1CEE42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1" name="Oval 830">
            <a:extLst>
              <a:ext uri="{FF2B5EF4-FFF2-40B4-BE49-F238E27FC236}">
                <a16:creationId xmlns:a16="http://schemas.microsoft.com/office/drawing/2014/main" id="{00A05000-F6A1-B632-1EF9-9A64A4DA3F3D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32" name="Picture 831">
            <a:extLst>
              <a:ext uri="{FF2B5EF4-FFF2-40B4-BE49-F238E27FC236}">
                <a16:creationId xmlns:a16="http://schemas.microsoft.com/office/drawing/2014/main" id="{8EFE0B0E-FECB-A307-838D-CC6E7480A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833" name="Rectangle 832">
            <a:extLst>
              <a:ext uri="{FF2B5EF4-FFF2-40B4-BE49-F238E27FC236}">
                <a16:creationId xmlns:a16="http://schemas.microsoft.com/office/drawing/2014/main" id="{DC43A0F6-78A5-6A10-D04C-5FBC0EB84600}"/>
              </a:ext>
            </a:extLst>
          </p:cNvPr>
          <p:cNvSpPr/>
          <p:nvPr/>
        </p:nvSpPr>
        <p:spPr>
          <a:xfrm>
            <a:off x="7500917" y="4278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34" name="Minus Sign 833">
            <a:extLst>
              <a:ext uri="{FF2B5EF4-FFF2-40B4-BE49-F238E27FC236}">
                <a16:creationId xmlns:a16="http://schemas.microsoft.com/office/drawing/2014/main" id="{F893DA04-4748-8F1E-F525-8FAB379DB5B9}"/>
              </a:ext>
            </a:extLst>
          </p:cNvPr>
          <p:cNvSpPr/>
          <p:nvPr/>
        </p:nvSpPr>
        <p:spPr>
          <a:xfrm>
            <a:off x="6709806" y="1694149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35" name="Minus Sign 834">
            <a:extLst>
              <a:ext uri="{FF2B5EF4-FFF2-40B4-BE49-F238E27FC236}">
                <a16:creationId xmlns:a16="http://schemas.microsoft.com/office/drawing/2014/main" id="{D9B4C294-024D-7C0D-8559-BCF23D3D3F34}"/>
              </a:ext>
            </a:extLst>
          </p:cNvPr>
          <p:cNvSpPr/>
          <p:nvPr/>
        </p:nvSpPr>
        <p:spPr>
          <a:xfrm>
            <a:off x="6709806" y="3090687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36" name="Minus Sign 835">
            <a:extLst>
              <a:ext uri="{FF2B5EF4-FFF2-40B4-BE49-F238E27FC236}">
                <a16:creationId xmlns:a16="http://schemas.microsoft.com/office/drawing/2014/main" id="{AA26B467-1D42-E1EA-E070-5E108A1A9F7F}"/>
              </a:ext>
            </a:extLst>
          </p:cNvPr>
          <p:cNvSpPr/>
          <p:nvPr/>
        </p:nvSpPr>
        <p:spPr>
          <a:xfrm>
            <a:off x="6709806" y="4487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37" name="TextBox 836">
            <a:extLst>
              <a:ext uri="{FF2B5EF4-FFF2-40B4-BE49-F238E27FC236}">
                <a16:creationId xmlns:a16="http://schemas.microsoft.com/office/drawing/2014/main" id="{3039BA55-7F29-A7B4-CDE8-1C71D14E7F04}"/>
              </a:ext>
            </a:extLst>
          </p:cNvPr>
          <p:cNvSpPr txBox="1"/>
          <p:nvPr/>
        </p:nvSpPr>
        <p:spPr>
          <a:xfrm>
            <a:off x="5098991" y="31261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838" name="Equals 837">
            <a:extLst>
              <a:ext uri="{FF2B5EF4-FFF2-40B4-BE49-F238E27FC236}">
                <a16:creationId xmlns:a16="http://schemas.microsoft.com/office/drawing/2014/main" id="{EDE2D4CA-334E-96FE-047D-EEBA0B8983B5}"/>
              </a:ext>
            </a:extLst>
          </p:cNvPr>
          <p:cNvSpPr/>
          <p:nvPr/>
        </p:nvSpPr>
        <p:spPr>
          <a:xfrm>
            <a:off x="8272936" y="25316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39" name="Straight Connector 838">
            <a:extLst>
              <a:ext uri="{FF2B5EF4-FFF2-40B4-BE49-F238E27FC236}">
                <a16:creationId xmlns:a16="http://schemas.microsoft.com/office/drawing/2014/main" id="{C1622851-C509-DC52-A3C3-1836C0E4AC8E}"/>
              </a:ext>
            </a:extLst>
          </p:cNvPr>
          <p:cNvCxnSpPr>
            <a:cxnSpLocks/>
          </p:cNvCxnSpPr>
          <p:nvPr/>
        </p:nvCxnSpPr>
        <p:spPr>
          <a:xfrm>
            <a:off x="558800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0" name="Oval 839">
            <a:extLst>
              <a:ext uri="{FF2B5EF4-FFF2-40B4-BE49-F238E27FC236}">
                <a16:creationId xmlns:a16="http://schemas.microsoft.com/office/drawing/2014/main" id="{0CA5D00E-0C1F-944E-8C79-0A8E85C2106C}"/>
              </a:ext>
            </a:extLst>
          </p:cNvPr>
          <p:cNvSpPr/>
          <p:nvPr/>
        </p:nvSpPr>
        <p:spPr>
          <a:xfrm>
            <a:off x="580032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41" name="Picture 840">
            <a:extLst>
              <a:ext uri="{FF2B5EF4-FFF2-40B4-BE49-F238E27FC236}">
                <a16:creationId xmlns:a16="http://schemas.microsoft.com/office/drawing/2014/main" id="{AEC32549-21BD-A287-0549-1A198369C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8" y="95461"/>
            <a:ext cx="728704" cy="728704"/>
          </a:xfrm>
          <a:prstGeom prst="rect">
            <a:avLst/>
          </a:prstGeom>
        </p:spPr>
      </p:pic>
      <p:sp>
        <p:nvSpPr>
          <p:cNvPr id="842" name="Rectangle 841">
            <a:extLst>
              <a:ext uri="{FF2B5EF4-FFF2-40B4-BE49-F238E27FC236}">
                <a16:creationId xmlns:a16="http://schemas.microsoft.com/office/drawing/2014/main" id="{43C3BC85-A5A3-C3B7-2E90-C1573568F41A}"/>
              </a:ext>
            </a:extLst>
          </p:cNvPr>
          <p:cNvSpPr/>
          <p:nvPr/>
        </p:nvSpPr>
        <p:spPr>
          <a:xfrm>
            <a:off x="5919739" y="9862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3" name="TextBox 842">
            <a:extLst>
              <a:ext uri="{FF2B5EF4-FFF2-40B4-BE49-F238E27FC236}">
                <a16:creationId xmlns:a16="http://schemas.microsoft.com/office/drawing/2014/main" id="{9FAAEED4-7FB4-385F-FA96-42C507C127CF}"/>
              </a:ext>
            </a:extLst>
          </p:cNvPr>
          <p:cNvSpPr txBox="1"/>
          <p:nvPr/>
        </p:nvSpPr>
        <p:spPr>
          <a:xfrm>
            <a:off x="548004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44" name="Straight Connector 843">
            <a:extLst>
              <a:ext uri="{FF2B5EF4-FFF2-40B4-BE49-F238E27FC236}">
                <a16:creationId xmlns:a16="http://schemas.microsoft.com/office/drawing/2014/main" id="{9A9D4DF1-0217-7F47-E634-057ACDB5D601}"/>
              </a:ext>
            </a:extLst>
          </p:cNvPr>
          <p:cNvCxnSpPr>
            <a:cxnSpLocks/>
          </p:cNvCxnSpPr>
          <p:nvPr/>
        </p:nvCxnSpPr>
        <p:spPr>
          <a:xfrm>
            <a:off x="7162164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8" name="Oval 847">
            <a:extLst>
              <a:ext uri="{FF2B5EF4-FFF2-40B4-BE49-F238E27FC236}">
                <a16:creationId xmlns:a16="http://schemas.microsoft.com/office/drawing/2014/main" id="{FC3C3D0A-4C0F-0223-6EC8-9AF485B5A48E}"/>
              </a:ext>
            </a:extLst>
          </p:cNvPr>
          <p:cNvSpPr/>
          <p:nvPr/>
        </p:nvSpPr>
        <p:spPr>
          <a:xfrm>
            <a:off x="7374484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49" name="Picture 848">
            <a:extLst>
              <a:ext uri="{FF2B5EF4-FFF2-40B4-BE49-F238E27FC236}">
                <a16:creationId xmlns:a16="http://schemas.microsoft.com/office/drawing/2014/main" id="{5E3FEC4F-D806-1ACE-E3FA-E86F41567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2" y="95461"/>
            <a:ext cx="728704" cy="728704"/>
          </a:xfrm>
          <a:prstGeom prst="rect">
            <a:avLst/>
          </a:prstGeom>
        </p:spPr>
      </p:pic>
      <p:sp>
        <p:nvSpPr>
          <p:cNvPr id="857" name="Rectangle 856">
            <a:extLst>
              <a:ext uri="{FF2B5EF4-FFF2-40B4-BE49-F238E27FC236}">
                <a16:creationId xmlns:a16="http://schemas.microsoft.com/office/drawing/2014/main" id="{9140518D-FABE-CD31-6D24-494F6E85C937}"/>
              </a:ext>
            </a:extLst>
          </p:cNvPr>
          <p:cNvSpPr/>
          <p:nvPr/>
        </p:nvSpPr>
        <p:spPr>
          <a:xfrm>
            <a:off x="7494315" y="9862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8" name="TextBox 857">
            <a:extLst>
              <a:ext uri="{FF2B5EF4-FFF2-40B4-BE49-F238E27FC236}">
                <a16:creationId xmlns:a16="http://schemas.microsoft.com/office/drawing/2014/main" id="{353EBDC5-AECC-43CB-266F-A51C517AF927}"/>
              </a:ext>
            </a:extLst>
          </p:cNvPr>
          <p:cNvSpPr txBox="1"/>
          <p:nvPr/>
        </p:nvSpPr>
        <p:spPr>
          <a:xfrm>
            <a:off x="7054213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59" name="Straight Connector 858">
            <a:extLst>
              <a:ext uri="{FF2B5EF4-FFF2-40B4-BE49-F238E27FC236}">
                <a16:creationId xmlns:a16="http://schemas.microsoft.com/office/drawing/2014/main" id="{F0445CA0-681E-FA88-6777-B7222B7BEDA1}"/>
              </a:ext>
            </a:extLst>
          </p:cNvPr>
          <p:cNvCxnSpPr>
            <a:cxnSpLocks/>
          </p:cNvCxnSpPr>
          <p:nvPr/>
        </p:nvCxnSpPr>
        <p:spPr>
          <a:xfrm>
            <a:off x="871855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0" name="Oval 859">
            <a:extLst>
              <a:ext uri="{FF2B5EF4-FFF2-40B4-BE49-F238E27FC236}">
                <a16:creationId xmlns:a16="http://schemas.microsoft.com/office/drawing/2014/main" id="{309F42D0-806E-BD20-FC1F-BA851B2641E3}"/>
              </a:ext>
            </a:extLst>
          </p:cNvPr>
          <p:cNvSpPr/>
          <p:nvPr/>
        </p:nvSpPr>
        <p:spPr>
          <a:xfrm>
            <a:off x="893087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61" name="Picture 860">
            <a:extLst>
              <a:ext uri="{FF2B5EF4-FFF2-40B4-BE49-F238E27FC236}">
                <a16:creationId xmlns:a16="http://schemas.microsoft.com/office/drawing/2014/main" id="{F76E8C2C-ECA6-6C0D-2426-249EDB572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08" y="95461"/>
            <a:ext cx="728704" cy="728704"/>
          </a:xfrm>
          <a:prstGeom prst="rect">
            <a:avLst/>
          </a:prstGeom>
        </p:spPr>
      </p:pic>
      <p:sp>
        <p:nvSpPr>
          <p:cNvPr id="862" name="TextBox 861">
            <a:extLst>
              <a:ext uri="{FF2B5EF4-FFF2-40B4-BE49-F238E27FC236}">
                <a16:creationId xmlns:a16="http://schemas.microsoft.com/office/drawing/2014/main" id="{534AFEE0-AEB8-86A5-AA58-161231590848}"/>
              </a:ext>
            </a:extLst>
          </p:cNvPr>
          <p:cNvSpPr txBox="1"/>
          <p:nvPr/>
        </p:nvSpPr>
        <p:spPr>
          <a:xfrm>
            <a:off x="861059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863" name="Minus Sign 862">
            <a:extLst>
              <a:ext uri="{FF2B5EF4-FFF2-40B4-BE49-F238E27FC236}">
                <a16:creationId xmlns:a16="http://schemas.microsoft.com/office/drawing/2014/main" id="{ACF37155-73BF-57AF-992F-A52BCB7E265E}"/>
              </a:ext>
            </a:extLst>
          </p:cNvPr>
          <p:cNvSpPr/>
          <p:nvPr/>
        </p:nvSpPr>
        <p:spPr>
          <a:xfrm>
            <a:off x="6751968" y="308294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64" name="Rectangle 863">
            <a:extLst>
              <a:ext uri="{FF2B5EF4-FFF2-40B4-BE49-F238E27FC236}">
                <a16:creationId xmlns:a16="http://schemas.microsoft.com/office/drawing/2014/main" id="{CCCDCCFC-F427-1844-6B54-BAB264E00763}"/>
              </a:ext>
            </a:extLst>
          </p:cNvPr>
          <p:cNvSpPr/>
          <p:nvPr/>
        </p:nvSpPr>
        <p:spPr>
          <a:xfrm>
            <a:off x="6068128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5" name="Rectangle 864">
            <a:extLst>
              <a:ext uri="{FF2B5EF4-FFF2-40B4-BE49-F238E27FC236}">
                <a16:creationId xmlns:a16="http://schemas.microsoft.com/office/drawing/2014/main" id="{8F8195B0-E0CB-2132-3B1D-4F14F8389886}"/>
              </a:ext>
            </a:extLst>
          </p:cNvPr>
          <p:cNvSpPr/>
          <p:nvPr/>
        </p:nvSpPr>
        <p:spPr>
          <a:xfrm>
            <a:off x="6139845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6" name="Rectangle 865">
            <a:extLst>
              <a:ext uri="{FF2B5EF4-FFF2-40B4-BE49-F238E27FC236}">
                <a16:creationId xmlns:a16="http://schemas.microsoft.com/office/drawing/2014/main" id="{0BD8ED33-ACE0-B322-17A2-6271D967489B}"/>
              </a:ext>
            </a:extLst>
          </p:cNvPr>
          <p:cNvSpPr/>
          <p:nvPr/>
        </p:nvSpPr>
        <p:spPr>
          <a:xfrm>
            <a:off x="6208857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0" name="Rectangle 879">
            <a:extLst>
              <a:ext uri="{FF2B5EF4-FFF2-40B4-BE49-F238E27FC236}">
                <a16:creationId xmlns:a16="http://schemas.microsoft.com/office/drawing/2014/main" id="{5B2E7855-C9B8-C804-52B8-9D6DEF0AC2D0}"/>
              </a:ext>
            </a:extLst>
          </p:cNvPr>
          <p:cNvSpPr/>
          <p:nvPr/>
        </p:nvSpPr>
        <p:spPr>
          <a:xfrm>
            <a:off x="6280574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2" name="Rectangle 881">
            <a:extLst>
              <a:ext uri="{FF2B5EF4-FFF2-40B4-BE49-F238E27FC236}">
                <a16:creationId xmlns:a16="http://schemas.microsoft.com/office/drawing/2014/main" id="{88554379-FDED-D66C-839D-105D18B5B02F}"/>
              </a:ext>
            </a:extLst>
          </p:cNvPr>
          <p:cNvSpPr/>
          <p:nvPr/>
        </p:nvSpPr>
        <p:spPr>
          <a:xfrm>
            <a:off x="592913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6" name="Rectangle 885">
            <a:extLst>
              <a:ext uri="{FF2B5EF4-FFF2-40B4-BE49-F238E27FC236}">
                <a16:creationId xmlns:a16="http://schemas.microsoft.com/office/drawing/2014/main" id="{35F0807E-2300-B9A9-5A11-70F0791D50B7}"/>
              </a:ext>
            </a:extLst>
          </p:cNvPr>
          <p:cNvSpPr/>
          <p:nvPr/>
        </p:nvSpPr>
        <p:spPr>
          <a:xfrm>
            <a:off x="7573786" y="28839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8229A88E-9CEC-DA24-BBB9-F96CCC2416B3}"/>
              </a:ext>
            </a:extLst>
          </p:cNvPr>
          <p:cNvSpPr/>
          <p:nvPr/>
        </p:nvSpPr>
        <p:spPr>
          <a:xfrm>
            <a:off x="7573786" y="29556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33BBF59F-981C-CA05-59FE-03ABA997F889}"/>
              </a:ext>
            </a:extLst>
          </p:cNvPr>
          <p:cNvSpPr/>
          <p:nvPr/>
        </p:nvSpPr>
        <p:spPr>
          <a:xfrm>
            <a:off x="7573786" y="30273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4" name="Rectangle 893">
            <a:extLst>
              <a:ext uri="{FF2B5EF4-FFF2-40B4-BE49-F238E27FC236}">
                <a16:creationId xmlns:a16="http://schemas.microsoft.com/office/drawing/2014/main" id="{8526AE98-9CAF-BB1E-2C09-DB08D3FF7507}"/>
              </a:ext>
            </a:extLst>
          </p:cNvPr>
          <p:cNvSpPr/>
          <p:nvPr/>
        </p:nvSpPr>
        <p:spPr>
          <a:xfrm>
            <a:off x="7573786" y="30990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5" name="Rectangle 894">
            <a:extLst>
              <a:ext uri="{FF2B5EF4-FFF2-40B4-BE49-F238E27FC236}">
                <a16:creationId xmlns:a16="http://schemas.microsoft.com/office/drawing/2014/main" id="{B0B99B7F-8759-BEEA-B991-9DED97CEFA34}"/>
              </a:ext>
            </a:extLst>
          </p:cNvPr>
          <p:cNvSpPr/>
          <p:nvPr/>
        </p:nvSpPr>
        <p:spPr>
          <a:xfrm>
            <a:off x="7573786" y="317077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6" name="Rectangle 895">
            <a:extLst>
              <a:ext uri="{FF2B5EF4-FFF2-40B4-BE49-F238E27FC236}">
                <a16:creationId xmlns:a16="http://schemas.microsoft.com/office/drawing/2014/main" id="{7D38E4FA-E0AF-5C8A-7493-FCFCE6398A1A}"/>
              </a:ext>
            </a:extLst>
          </p:cNvPr>
          <p:cNvSpPr/>
          <p:nvPr/>
        </p:nvSpPr>
        <p:spPr>
          <a:xfrm>
            <a:off x="7573786" y="324249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7" name="Rectangle 896">
            <a:extLst>
              <a:ext uri="{FF2B5EF4-FFF2-40B4-BE49-F238E27FC236}">
                <a16:creationId xmlns:a16="http://schemas.microsoft.com/office/drawing/2014/main" id="{BAE9818C-E5A1-25E0-3444-625A5B9CB699}"/>
              </a:ext>
            </a:extLst>
          </p:cNvPr>
          <p:cNvSpPr/>
          <p:nvPr/>
        </p:nvSpPr>
        <p:spPr>
          <a:xfrm>
            <a:off x="7645488" y="4281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8" name="Rectangle 897">
            <a:extLst>
              <a:ext uri="{FF2B5EF4-FFF2-40B4-BE49-F238E27FC236}">
                <a16:creationId xmlns:a16="http://schemas.microsoft.com/office/drawing/2014/main" id="{C03681D5-50C3-1BF2-04CB-26FEF8FF92B4}"/>
              </a:ext>
            </a:extLst>
          </p:cNvPr>
          <p:cNvSpPr/>
          <p:nvPr/>
        </p:nvSpPr>
        <p:spPr>
          <a:xfrm>
            <a:off x="764548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95A2853C-14E3-7ACD-82F6-447C89217AB8}"/>
              </a:ext>
            </a:extLst>
          </p:cNvPr>
          <p:cNvSpPr/>
          <p:nvPr/>
        </p:nvSpPr>
        <p:spPr>
          <a:xfrm>
            <a:off x="764548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0A9E9CCB-29CB-DA6C-119D-E87971D7895F}"/>
              </a:ext>
            </a:extLst>
          </p:cNvPr>
          <p:cNvSpPr/>
          <p:nvPr/>
        </p:nvSpPr>
        <p:spPr>
          <a:xfrm>
            <a:off x="7502301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AB62915B-AF9B-6A94-78D3-622B3EA2B72C}"/>
              </a:ext>
            </a:extLst>
          </p:cNvPr>
          <p:cNvSpPr txBox="1"/>
          <p:nvPr/>
        </p:nvSpPr>
        <p:spPr>
          <a:xfrm>
            <a:off x="5124439" y="588777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902" name="Equals 901">
            <a:extLst>
              <a:ext uri="{FF2B5EF4-FFF2-40B4-BE49-F238E27FC236}">
                <a16:creationId xmlns:a16="http://schemas.microsoft.com/office/drawing/2014/main" id="{4B558DB2-6F7E-8292-615C-7B637A4FA45F}"/>
              </a:ext>
            </a:extLst>
          </p:cNvPr>
          <p:cNvSpPr/>
          <p:nvPr/>
        </p:nvSpPr>
        <p:spPr>
          <a:xfrm>
            <a:off x="8279950" y="5828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03" name="Straight Connector 902">
            <a:extLst>
              <a:ext uri="{FF2B5EF4-FFF2-40B4-BE49-F238E27FC236}">
                <a16:creationId xmlns:a16="http://schemas.microsoft.com/office/drawing/2014/main" id="{4D09479D-7319-5C26-D43F-4BA65F8AECF3}"/>
              </a:ext>
            </a:extLst>
          </p:cNvPr>
          <p:cNvCxnSpPr>
            <a:cxnSpLocks/>
          </p:cNvCxnSpPr>
          <p:nvPr/>
        </p:nvCxnSpPr>
        <p:spPr>
          <a:xfrm>
            <a:off x="559501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4" name="Oval 903">
            <a:extLst>
              <a:ext uri="{FF2B5EF4-FFF2-40B4-BE49-F238E27FC236}">
                <a16:creationId xmlns:a16="http://schemas.microsoft.com/office/drawing/2014/main" id="{59140A1D-DDBA-D60E-F165-AA2516F27518}"/>
              </a:ext>
            </a:extLst>
          </p:cNvPr>
          <p:cNvSpPr/>
          <p:nvPr/>
        </p:nvSpPr>
        <p:spPr>
          <a:xfrm>
            <a:off x="580733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05" name="Picture 904">
            <a:extLst>
              <a:ext uri="{FF2B5EF4-FFF2-40B4-BE49-F238E27FC236}">
                <a16:creationId xmlns:a16="http://schemas.microsoft.com/office/drawing/2014/main" id="{4122B91A-7573-B84A-92F6-936E286C1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70617"/>
            <a:ext cx="728704" cy="728704"/>
          </a:xfrm>
          <a:prstGeom prst="rect">
            <a:avLst/>
          </a:prstGeom>
        </p:spPr>
      </p:pic>
      <p:sp>
        <p:nvSpPr>
          <p:cNvPr id="906" name="TextBox 905">
            <a:extLst>
              <a:ext uri="{FF2B5EF4-FFF2-40B4-BE49-F238E27FC236}">
                <a16:creationId xmlns:a16="http://schemas.microsoft.com/office/drawing/2014/main" id="{300C3799-0D94-E4EA-E4E9-72BA88B8C5C1}"/>
              </a:ext>
            </a:extLst>
          </p:cNvPr>
          <p:cNvSpPr txBox="1"/>
          <p:nvPr/>
        </p:nvSpPr>
        <p:spPr>
          <a:xfrm>
            <a:off x="5487063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1</a:t>
            </a:r>
          </a:p>
        </p:txBody>
      </p:sp>
      <p:cxnSp>
        <p:nvCxnSpPr>
          <p:cNvPr id="907" name="Straight Connector 906">
            <a:extLst>
              <a:ext uri="{FF2B5EF4-FFF2-40B4-BE49-F238E27FC236}">
                <a16:creationId xmlns:a16="http://schemas.microsoft.com/office/drawing/2014/main" id="{D52004D4-C30F-A259-4D46-74DF4AF9FE2E}"/>
              </a:ext>
            </a:extLst>
          </p:cNvPr>
          <p:cNvCxnSpPr>
            <a:cxnSpLocks/>
          </p:cNvCxnSpPr>
          <p:nvPr/>
        </p:nvCxnSpPr>
        <p:spPr>
          <a:xfrm>
            <a:off x="7169178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8" name="Oval 907">
            <a:extLst>
              <a:ext uri="{FF2B5EF4-FFF2-40B4-BE49-F238E27FC236}">
                <a16:creationId xmlns:a16="http://schemas.microsoft.com/office/drawing/2014/main" id="{90513811-DA7A-8EE0-19EA-A23AE43D84AC}"/>
              </a:ext>
            </a:extLst>
          </p:cNvPr>
          <p:cNvSpPr/>
          <p:nvPr/>
        </p:nvSpPr>
        <p:spPr>
          <a:xfrm>
            <a:off x="7381498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09" name="Picture 908">
            <a:extLst>
              <a:ext uri="{FF2B5EF4-FFF2-40B4-BE49-F238E27FC236}">
                <a16:creationId xmlns:a16="http://schemas.microsoft.com/office/drawing/2014/main" id="{CCA74E4F-C58C-FC28-4519-989598E4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70617"/>
            <a:ext cx="728704" cy="728704"/>
          </a:xfrm>
          <a:prstGeom prst="rect">
            <a:avLst/>
          </a:prstGeom>
        </p:spPr>
      </p:pic>
      <p:sp>
        <p:nvSpPr>
          <p:cNvPr id="911" name="TextBox 910">
            <a:extLst>
              <a:ext uri="{FF2B5EF4-FFF2-40B4-BE49-F238E27FC236}">
                <a16:creationId xmlns:a16="http://schemas.microsoft.com/office/drawing/2014/main" id="{8092FC22-D20F-D1DC-0C57-A7AC4D59CB63}"/>
              </a:ext>
            </a:extLst>
          </p:cNvPr>
          <p:cNvSpPr txBox="1"/>
          <p:nvPr/>
        </p:nvSpPr>
        <p:spPr>
          <a:xfrm>
            <a:off x="7061227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912" name="Straight Connector 911">
            <a:extLst>
              <a:ext uri="{FF2B5EF4-FFF2-40B4-BE49-F238E27FC236}">
                <a16:creationId xmlns:a16="http://schemas.microsoft.com/office/drawing/2014/main" id="{034F28F2-6ABB-96F9-ED70-DEAB93EB86E7}"/>
              </a:ext>
            </a:extLst>
          </p:cNvPr>
          <p:cNvCxnSpPr>
            <a:cxnSpLocks/>
          </p:cNvCxnSpPr>
          <p:nvPr/>
        </p:nvCxnSpPr>
        <p:spPr>
          <a:xfrm>
            <a:off x="872556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3" name="Oval 912">
            <a:extLst>
              <a:ext uri="{FF2B5EF4-FFF2-40B4-BE49-F238E27FC236}">
                <a16:creationId xmlns:a16="http://schemas.microsoft.com/office/drawing/2014/main" id="{326156C0-620B-A8EB-4511-1502939C9196}"/>
              </a:ext>
            </a:extLst>
          </p:cNvPr>
          <p:cNvSpPr/>
          <p:nvPr/>
        </p:nvSpPr>
        <p:spPr>
          <a:xfrm>
            <a:off x="893788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14" name="Picture 913">
            <a:extLst>
              <a:ext uri="{FF2B5EF4-FFF2-40B4-BE49-F238E27FC236}">
                <a16:creationId xmlns:a16="http://schemas.microsoft.com/office/drawing/2014/main" id="{D7C7C1AA-DE72-3C2B-A2B1-DB26D95F4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70617"/>
            <a:ext cx="728704" cy="728704"/>
          </a:xfrm>
          <a:prstGeom prst="rect">
            <a:avLst/>
          </a:prstGeom>
        </p:spPr>
      </p:pic>
      <p:sp>
        <p:nvSpPr>
          <p:cNvPr id="915" name="Rectangle 914">
            <a:extLst>
              <a:ext uri="{FF2B5EF4-FFF2-40B4-BE49-F238E27FC236}">
                <a16:creationId xmlns:a16="http://schemas.microsoft.com/office/drawing/2014/main" id="{60C39CCB-E89F-AEFA-518B-F840CC5DF2EC}"/>
              </a:ext>
            </a:extLst>
          </p:cNvPr>
          <p:cNvSpPr/>
          <p:nvPr/>
        </p:nvSpPr>
        <p:spPr>
          <a:xfrm>
            <a:off x="7646174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6" name="Rectangle 915">
            <a:extLst>
              <a:ext uri="{FF2B5EF4-FFF2-40B4-BE49-F238E27FC236}">
                <a16:creationId xmlns:a16="http://schemas.microsoft.com/office/drawing/2014/main" id="{03D7687B-2CFB-3A19-9DB2-F0491903778A}"/>
              </a:ext>
            </a:extLst>
          </p:cNvPr>
          <p:cNvSpPr/>
          <p:nvPr/>
        </p:nvSpPr>
        <p:spPr>
          <a:xfrm>
            <a:off x="7717891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6" name="Rectangle 925">
            <a:extLst>
              <a:ext uri="{FF2B5EF4-FFF2-40B4-BE49-F238E27FC236}">
                <a16:creationId xmlns:a16="http://schemas.microsoft.com/office/drawing/2014/main" id="{01AE88CD-6BA0-D5EE-85D0-F0A8B6D10A5D}"/>
              </a:ext>
            </a:extLst>
          </p:cNvPr>
          <p:cNvSpPr/>
          <p:nvPr/>
        </p:nvSpPr>
        <p:spPr>
          <a:xfrm>
            <a:off x="6073122" y="5673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7" name="Rectangle 926">
            <a:extLst>
              <a:ext uri="{FF2B5EF4-FFF2-40B4-BE49-F238E27FC236}">
                <a16:creationId xmlns:a16="http://schemas.microsoft.com/office/drawing/2014/main" id="{DA3E74AC-F15A-C4C7-1937-120CCA9D2CA9}"/>
              </a:ext>
            </a:extLst>
          </p:cNvPr>
          <p:cNvSpPr/>
          <p:nvPr/>
        </p:nvSpPr>
        <p:spPr>
          <a:xfrm>
            <a:off x="6073122" y="5745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8" name="Minus Sign 927">
            <a:extLst>
              <a:ext uri="{FF2B5EF4-FFF2-40B4-BE49-F238E27FC236}">
                <a16:creationId xmlns:a16="http://schemas.microsoft.com/office/drawing/2014/main" id="{379D654A-AAD0-5E5A-0C29-98AA7481CB2B}"/>
              </a:ext>
            </a:extLst>
          </p:cNvPr>
          <p:cNvSpPr/>
          <p:nvPr/>
        </p:nvSpPr>
        <p:spPr>
          <a:xfrm>
            <a:off x="6709806" y="5884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29" name="Rectangle 928">
            <a:extLst>
              <a:ext uri="{FF2B5EF4-FFF2-40B4-BE49-F238E27FC236}">
                <a16:creationId xmlns:a16="http://schemas.microsoft.com/office/drawing/2014/main" id="{DDA485F3-E64E-0A8C-6D54-80F2475B7148}"/>
              </a:ext>
            </a:extLst>
          </p:cNvPr>
          <p:cNvSpPr/>
          <p:nvPr/>
        </p:nvSpPr>
        <p:spPr>
          <a:xfrm>
            <a:off x="7788364" y="56734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0" name="Rectangle 929">
            <a:extLst>
              <a:ext uri="{FF2B5EF4-FFF2-40B4-BE49-F238E27FC236}">
                <a16:creationId xmlns:a16="http://schemas.microsoft.com/office/drawing/2014/main" id="{63CE4AAF-35A9-7314-E26C-19009134C4E3}"/>
              </a:ext>
            </a:extLst>
          </p:cNvPr>
          <p:cNvSpPr/>
          <p:nvPr/>
        </p:nvSpPr>
        <p:spPr>
          <a:xfrm>
            <a:off x="7788364" y="574521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1" name="Rectangle 930">
            <a:extLst>
              <a:ext uri="{FF2B5EF4-FFF2-40B4-BE49-F238E27FC236}">
                <a16:creationId xmlns:a16="http://schemas.microsoft.com/office/drawing/2014/main" id="{42550640-5CFF-BA04-88F8-286584EE36EF}"/>
              </a:ext>
            </a:extLst>
          </p:cNvPr>
          <p:cNvSpPr/>
          <p:nvPr/>
        </p:nvSpPr>
        <p:spPr>
          <a:xfrm>
            <a:off x="7788364" y="58169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2" name="TextBox 931">
            <a:extLst>
              <a:ext uri="{FF2B5EF4-FFF2-40B4-BE49-F238E27FC236}">
                <a16:creationId xmlns:a16="http://schemas.microsoft.com/office/drawing/2014/main" id="{3D1F3C63-D183-1B5F-4C1A-331ACF540B0C}"/>
              </a:ext>
            </a:extLst>
          </p:cNvPr>
          <p:cNvSpPr txBox="1"/>
          <p:nvPr/>
        </p:nvSpPr>
        <p:spPr>
          <a:xfrm>
            <a:off x="8617613" y="441129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33" name="Rectangle 932">
            <a:extLst>
              <a:ext uri="{FF2B5EF4-FFF2-40B4-BE49-F238E27FC236}">
                <a16:creationId xmlns:a16="http://schemas.microsoft.com/office/drawing/2014/main" id="{4D97FF24-F7CF-9549-FED6-8D528A082ED8}"/>
              </a:ext>
            </a:extLst>
          </p:cNvPr>
          <p:cNvSpPr/>
          <p:nvPr/>
        </p:nvSpPr>
        <p:spPr>
          <a:xfrm>
            <a:off x="6002370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4" name="Rectangle 933">
            <a:extLst>
              <a:ext uri="{FF2B5EF4-FFF2-40B4-BE49-F238E27FC236}">
                <a16:creationId xmlns:a16="http://schemas.microsoft.com/office/drawing/2014/main" id="{31928B24-476C-7457-2826-B37DC12C5651}"/>
              </a:ext>
            </a:extLst>
          </p:cNvPr>
          <p:cNvSpPr/>
          <p:nvPr/>
        </p:nvSpPr>
        <p:spPr>
          <a:xfrm>
            <a:off x="6500846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5" name="Rectangle 934">
            <a:extLst>
              <a:ext uri="{FF2B5EF4-FFF2-40B4-BE49-F238E27FC236}">
                <a16:creationId xmlns:a16="http://schemas.microsoft.com/office/drawing/2014/main" id="{AF1DDCBE-98D8-9C04-08B9-924FCE1447ED}"/>
              </a:ext>
            </a:extLst>
          </p:cNvPr>
          <p:cNvSpPr/>
          <p:nvPr/>
        </p:nvSpPr>
        <p:spPr>
          <a:xfrm>
            <a:off x="6429129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6" name="Rectangle 935">
            <a:extLst>
              <a:ext uri="{FF2B5EF4-FFF2-40B4-BE49-F238E27FC236}">
                <a16:creationId xmlns:a16="http://schemas.microsoft.com/office/drawing/2014/main" id="{D22DB492-8398-4924-9D3C-AF1057662EC6}"/>
              </a:ext>
            </a:extLst>
          </p:cNvPr>
          <p:cNvSpPr/>
          <p:nvPr/>
        </p:nvSpPr>
        <p:spPr>
          <a:xfrm>
            <a:off x="6074520" y="47118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7" name="Rectangle 936">
            <a:extLst>
              <a:ext uri="{FF2B5EF4-FFF2-40B4-BE49-F238E27FC236}">
                <a16:creationId xmlns:a16="http://schemas.microsoft.com/office/drawing/2014/main" id="{BDF44906-B62B-3B38-92F8-D64FD38D2659}"/>
              </a:ext>
            </a:extLst>
          </p:cNvPr>
          <p:cNvSpPr/>
          <p:nvPr/>
        </p:nvSpPr>
        <p:spPr>
          <a:xfrm>
            <a:off x="6074520" y="47835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8" name="Rectangle 937">
            <a:extLst>
              <a:ext uri="{FF2B5EF4-FFF2-40B4-BE49-F238E27FC236}">
                <a16:creationId xmlns:a16="http://schemas.microsoft.com/office/drawing/2014/main" id="{776D5AE3-73AC-8A77-B3D6-3E7F5432D344}"/>
              </a:ext>
            </a:extLst>
          </p:cNvPr>
          <p:cNvSpPr/>
          <p:nvPr/>
        </p:nvSpPr>
        <p:spPr>
          <a:xfrm>
            <a:off x="6074520" y="48552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9" name="Rectangle 938">
            <a:extLst>
              <a:ext uri="{FF2B5EF4-FFF2-40B4-BE49-F238E27FC236}">
                <a16:creationId xmlns:a16="http://schemas.microsoft.com/office/drawing/2014/main" id="{5A534994-4C80-E110-A28D-4B7FF94442B9}"/>
              </a:ext>
            </a:extLst>
          </p:cNvPr>
          <p:cNvSpPr/>
          <p:nvPr/>
        </p:nvSpPr>
        <p:spPr>
          <a:xfrm>
            <a:off x="6074520" y="49269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772E0127-82D5-CCEB-09E2-A62D902D30BD}"/>
              </a:ext>
            </a:extLst>
          </p:cNvPr>
          <p:cNvSpPr/>
          <p:nvPr/>
        </p:nvSpPr>
        <p:spPr>
          <a:xfrm>
            <a:off x="6281648" y="42812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C24FF15F-73B8-9330-614A-385CFD5AD4CA}"/>
              </a:ext>
            </a:extLst>
          </p:cNvPr>
          <p:cNvSpPr/>
          <p:nvPr/>
        </p:nvSpPr>
        <p:spPr>
          <a:xfrm>
            <a:off x="628164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2" name="Rectangle 941">
            <a:extLst>
              <a:ext uri="{FF2B5EF4-FFF2-40B4-BE49-F238E27FC236}">
                <a16:creationId xmlns:a16="http://schemas.microsoft.com/office/drawing/2014/main" id="{6C45A5C0-03D8-4230-915E-B5CB85FAA6C8}"/>
              </a:ext>
            </a:extLst>
          </p:cNvPr>
          <p:cNvSpPr/>
          <p:nvPr/>
        </p:nvSpPr>
        <p:spPr>
          <a:xfrm>
            <a:off x="628164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3" name="Rectangle 942">
            <a:extLst>
              <a:ext uri="{FF2B5EF4-FFF2-40B4-BE49-F238E27FC236}">
                <a16:creationId xmlns:a16="http://schemas.microsoft.com/office/drawing/2014/main" id="{98D40EA7-EAE6-1D86-12C6-FD3844CAF6E1}"/>
              </a:ext>
            </a:extLst>
          </p:cNvPr>
          <p:cNvSpPr/>
          <p:nvPr/>
        </p:nvSpPr>
        <p:spPr>
          <a:xfrm>
            <a:off x="6281648" y="44964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4" name="Rectangle 943">
            <a:extLst>
              <a:ext uri="{FF2B5EF4-FFF2-40B4-BE49-F238E27FC236}">
                <a16:creationId xmlns:a16="http://schemas.microsoft.com/office/drawing/2014/main" id="{C3C80ECD-C644-F8B7-85FC-B46C31D565CD}"/>
              </a:ext>
            </a:extLst>
          </p:cNvPr>
          <p:cNvSpPr/>
          <p:nvPr/>
        </p:nvSpPr>
        <p:spPr>
          <a:xfrm>
            <a:off x="6281648" y="45636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5" name="Rectangle 944">
            <a:extLst>
              <a:ext uri="{FF2B5EF4-FFF2-40B4-BE49-F238E27FC236}">
                <a16:creationId xmlns:a16="http://schemas.microsoft.com/office/drawing/2014/main" id="{CD1697B9-C3BE-8552-18FA-E53A14BFE1AC}"/>
              </a:ext>
            </a:extLst>
          </p:cNvPr>
          <p:cNvSpPr/>
          <p:nvPr/>
        </p:nvSpPr>
        <p:spPr>
          <a:xfrm>
            <a:off x="6281648" y="46353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1" name="Rectangle 950">
            <a:extLst>
              <a:ext uri="{FF2B5EF4-FFF2-40B4-BE49-F238E27FC236}">
                <a16:creationId xmlns:a16="http://schemas.microsoft.com/office/drawing/2014/main" id="{A8D60745-38C0-04F4-231E-045BA411372D}"/>
              </a:ext>
            </a:extLst>
          </p:cNvPr>
          <p:cNvSpPr/>
          <p:nvPr/>
        </p:nvSpPr>
        <p:spPr>
          <a:xfrm>
            <a:off x="6281648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2" name="Rectangle 951">
            <a:extLst>
              <a:ext uri="{FF2B5EF4-FFF2-40B4-BE49-F238E27FC236}">
                <a16:creationId xmlns:a16="http://schemas.microsoft.com/office/drawing/2014/main" id="{66E73854-EABC-6526-2C02-BB0755623C5B}"/>
              </a:ext>
            </a:extLst>
          </p:cNvPr>
          <p:cNvSpPr/>
          <p:nvPr/>
        </p:nvSpPr>
        <p:spPr>
          <a:xfrm>
            <a:off x="6570532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3" name="Rectangle 952">
            <a:extLst>
              <a:ext uri="{FF2B5EF4-FFF2-40B4-BE49-F238E27FC236}">
                <a16:creationId xmlns:a16="http://schemas.microsoft.com/office/drawing/2014/main" id="{2A021D7D-80BB-1AC0-4AB8-86CD9F46BDB1}"/>
              </a:ext>
            </a:extLst>
          </p:cNvPr>
          <p:cNvSpPr/>
          <p:nvPr/>
        </p:nvSpPr>
        <p:spPr>
          <a:xfrm>
            <a:off x="8074771" y="44170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4" name="Rectangle 953">
            <a:extLst>
              <a:ext uri="{FF2B5EF4-FFF2-40B4-BE49-F238E27FC236}">
                <a16:creationId xmlns:a16="http://schemas.microsoft.com/office/drawing/2014/main" id="{742C852B-A1F4-0F00-9147-449D61D44EA2}"/>
              </a:ext>
            </a:extLst>
          </p:cNvPr>
          <p:cNvSpPr/>
          <p:nvPr/>
        </p:nvSpPr>
        <p:spPr>
          <a:xfrm>
            <a:off x="8074771" y="44887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6" name="Rectangle 955">
            <a:extLst>
              <a:ext uri="{FF2B5EF4-FFF2-40B4-BE49-F238E27FC236}">
                <a16:creationId xmlns:a16="http://schemas.microsoft.com/office/drawing/2014/main" id="{187E24F6-49BD-4B8D-0E48-FB177E0273FE}"/>
              </a:ext>
            </a:extLst>
          </p:cNvPr>
          <p:cNvSpPr/>
          <p:nvPr/>
        </p:nvSpPr>
        <p:spPr>
          <a:xfrm>
            <a:off x="8074771" y="45604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8" name="Rectangle 957">
            <a:extLst>
              <a:ext uri="{FF2B5EF4-FFF2-40B4-BE49-F238E27FC236}">
                <a16:creationId xmlns:a16="http://schemas.microsoft.com/office/drawing/2014/main" id="{6FE3F751-45D7-990E-F61D-04E3A6BAC6E8}"/>
              </a:ext>
            </a:extLst>
          </p:cNvPr>
          <p:cNvSpPr/>
          <p:nvPr/>
        </p:nvSpPr>
        <p:spPr>
          <a:xfrm>
            <a:off x="8074771" y="463218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0" name="Rectangle 959">
            <a:extLst>
              <a:ext uri="{FF2B5EF4-FFF2-40B4-BE49-F238E27FC236}">
                <a16:creationId xmlns:a16="http://schemas.microsoft.com/office/drawing/2014/main" id="{9F32CB23-EFA0-1E75-A8C7-E55F2498F05F}"/>
              </a:ext>
            </a:extLst>
          </p:cNvPr>
          <p:cNvSpPr/>
          <p:nvPr/>
        </p:nvSpPr>
        <p:spPr>
          <a:xfrm>
            <a:off x="8074771" y="47039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2" name="Rectangle 961">
            <a:extLst>
              <a:ext uri="{FF2B5EF4-FFF2-40B4-BE49-F238E27FC236}">
                <a16:creationId xmlns:a16="http://schemas.microsoft.com/office/drawing/2014/main" id="{38A50713-FB38-01E2-51D9-F94668297270}"/>
              </a:ext>
            </a:extLst>
          </p:cNvPr>
          <p:cNvSpPr/>
          <p:nvPr/>
        </p:nvSpPr>
        <p:spPr>
          <a:xfrm>
            <a:off x="8074771" y="477562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4" name="Rectangle 963">
            <a:extLst>
              <a:ext uri="{FF2B5EF4-FFF2-40B4-BE49-F238E27FC236}">
                <a16:creationId xmlns:a16="http://schemas.microsoft.com/office/drawing/2014/main" id="{56E55482-D030-B21B-8765-AB354A17ADC4}"/>
              </a:ext>
            </a:extLst>
          </p:cNvPr>
          <p:cNvSpPr/>
          <p:nvPr/>
        </p:nvSpPr>
        <p:spPr>
          <a:xfrm>
            <a:off x="8074771" y="48473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6" name="Rectangle 965">
            <a:extLst>
              <a:ext uri="{FF2B5EF4-FFF2-40B4-BE49-F238E27FC236}">
                <a16:creationId xmlns:a16="http://schemas.microsoft.com/office/drawing/2014/main" id="{702ED238-BE1C-AC66-D8B9-A36DB57AA878}"/>
              </a:ext>
            </a:extLst>
          </p:cNvPr>
          <p:cNvSpPr/>
          <p:nvPr/>
        </p:nvSpPr>
        <p:spPr>
          <a:xfrm>
            <a:off x="8074771" y="49190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8" name="Rectangle 967">
            <a:extLst>
              <a:ext uri="{FF2B5EF4-FFF2-40B4-BE49-F238E27FC236}">
                <a16:creationId xmlns:a16="http://schemas.microsoft.com/office/drawing/2014/main" id="{2A6E2BD7-DD84-2AA7-4305-D392E44A3FAF}"/>
              </a:ext>
            </a:extLst>
          </p:cNvPr>
          <p:cNvSpPr/>
          <p:nvPr/>
        </p:nvSpPr>
        <p:spPr>
          <a:xfrm>
            <a:off x="8074771" y="43520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9" name="Rectangle 968">
            <a:extLst>
              <a:ext uri="{FF2B5EF4-FFF2-40B4-BE49-F238E27FC236}">
                <a16:creationId xmlns:a16="http://schemas.microsoft.com/office/drawing/2014/main" id="{C0EFD03A-6EF2-A86D-D5D5-22E5246C200A}"/>
              </a:ext>
            </a:extLst>
          </p:cNvPr>
          <p:cNvSpPr/>
          <p:nvPr/>
        </p:nvSpPr>
        <p:spPr>
          <a:xfrm>
            <a:off x="8148617" y="4278512"/>
            <a:ext cx="71717" cy="71226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0" name="Rectangle 969">
            <a:extLst>
              <a:ext uri="{FF2B5EF4-FFF2-40B4-BE49-F238E27FC236}">
                <a16:creationId xmlns:a16="http://schemas.microsoft.com/office/drawing/2014/main" id="{BBA33AC2-04D7-3DE4-5BA1-75CF808AEBA0}"/>
              </a:ext>
            </a:extLst>
          </p:cNvPr>
          <p:cNvSpPr/>
          <p:nvPr/>
        </p:nvSpPr>
        <p:spPr>
          <a:xfrm>
            <a:off x="7645488" y="44963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1" name="Rectangle 970">
            <a:extLst>
              <a:ext uri="{FF2B5EF4-FFF2-40B4-BE49-F238E27FC236}">
                <a16:creationId xmlns:a16="http://schemas.microsoft.com/office/drawing/2014/main" id="{5A0FAA52-FCEB-05BD-5521-38560087A37C}"/>
              </a:ext>
            </a:extLst>
          </p:cNvPr>
          <p:cNvSpPr/>
          <p:nvPr/>
        </p:nvSpPr>
        <p:spPr>
          <a:xfrm>
            <a:off x="7645488" y="456808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2" name="Rectangle 971">
            <a:extLst>
              <a:ext uri="{FF2B5EF4-FFF2-40B4-BE49-F238E27FC236}">
                <a16:creationId xmlns:a16="http://schemas.microsoft.com/office/drawing/2014/main" id="{059D75DB-E170-AF8C-A596-253BF3ADC1CB}"/>
              </a:ext>
            </a:extLst>
          </p:cNvPr>
          <p:cNvSpPr/>
          <p:nvPr/>
        </p:nvSpPr>
        <p:spPr>
          <a:xfrm>
            <a:off x="5930653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3" name="Rectangle 972">
            <a:extLst>
              <a:ext uri="{FF2B5EF4-FFF2-40B4-BE49-F238E27FC236}">
                <a16:creationId xmlns:a16="http://schemas.microsoft.com/office/drawing/2014/main" id="{37CDE062-ACCA-2585-A5DB-E6E25272DBF6}"/>
              </a:ext>
            </a:extLst>
          </p:cNvPr>
          <p:cNvSpPr/>
          <p:nvPr/>
        </p:nvSpPr>
        <p:spPr>
          <a:xfrm>
            <a:off x="7645488" y="463672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4" name="Rectangle 973">
            <a:extLst>
              <a:ext uri="{FF2B5EF4-FFF2-40B4-BE49-F238E27FC236}">
                <a16:creationId xmlns:a16="http://schemas.microsoft.com/office/drawing/2014/main" id="{537F4A61-2362-BB20-16A8-840C2DD39906}"/>
              </a:ext>
            </a:extLst>
          </p:cNvPr>
          <p:cNvSpPr/>
          <p:nvPr/>
        </p:nvSpPr>
        <p:spPr>
          <a:xfrm>
            <a:off x="750568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D5C73D49-7227-D0E1-E32E-293CFA37C126}"/>
              </a:ext>
            </a:extLst>
          </p:cNvPr>
          <p:cNvSpPr/>
          <p:nvPr/>
        </p:nvSpPr>
        <p:spPr>
          <a:xfrm>
            <a:off x="7577397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79100EC2-03F2-611E-089A-F6A3ACC7AA64}"/>
              </a:ext>
            </a:extLst>
          </p:cNvPr>
          <p:cNvSpPr/>
          <p:nvPr/>
        </p:nvSpPr>
        <p:spPr>
          <a:xfrm>
            <a:off x="5929293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159D01AC-2B36-9FC0-A38B-4E6BF44C775F}"/>
              </a:ext>
            </a:extLst>
          </p:cNvPr>
          <p:cNvSpPr/>
          <p:nvPr/>
        </p:nvSpPr>
        <p:spPr>
          <a:xfrm>
            <a:off x="600101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C29ED30-5C76-28E1-3B42-FBDD191A24E7}"/>
              </a:ext>
            </a:extLst>
          </p:cNvPr>
          <p:cNvSpPr/>
          <p:nvPr/>
        </p:nvSpPr>
        <p:spPr>
          <a:xfrm>
            <a:off x="7788364" y="58878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A6D28982-7D17-BA69-B591-F7CF71E5CCE6}"/>
              </a:ext>
            </a:extLst>
          </p:cNvPr>
          <p:cNvSpPr/>
          <p:nvPr/>
        </p:nvSpPr>
        <p:spPr>
          <a:xfrm>
            <a:off x="7788364" y="59595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F0BB2F37-E5E7-06B5-FED5-7B67649F2378}"/>
              </a:ext>
            </a:extLst>
          </p:cNvPr>
          <p:cNvSpPr/>
          <p:nvPr/>
        </p:nvSpPr>
        <p:spPr>
          <a:xfrm>
            <a:off x="7788364" y="60312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2A856-95B3-BAF0-082B-80D6A36BBBF6}"/>
              </a:ext>
            </a:extLst>
          </p:cNvPr>
          <p:cNvSpPr txBox="1"/>
          <p:nvPr/>
        </p:nvSpPr>
        <p:spPr>
          <a:xfrm>
            <a:off x="3936078" y="-59713"/>
            <a:ext cx="9189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1600" b="1" dirty="0">
                <a:latin typeface="Gill Sans Ultra Bold" panose="020B0A02020104020203" pitchFamily="34" charset="0"/>
              </a:rPr>
              <a:t>кемитүү</a:t>
            </a:r>
            <a:endParaRPr lang="en-GB" sz="1200" b="1" dirty="0">
              <a:latin typeface="Gill Sans Ultra Bold" panose="020B0A020201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A772BB-3253-3220-A909-60B2BEE5BEB0}"/>
              </a:ext>
            </a:extLst>
          </p:cNvPr>
          <p:cNvSpPr txBox="1"/>
          <p:nvPr/>
        </p:nvSpPr>
        <p:spPr>
          <a:xfrm>
            <a:off x="30288" y="-69730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rgbClr val="FF0000"/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rgbClr val="FF0000"/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FB66D1-F9F7-6713-AE24-9AAA68E2593A}"/>
              </a:ext>
            </a:extLst>
          </p:cNvPr>
          <p:cNvSpPr txBox="1"/>
          <p:nvPr/>
        </p:nvSpPr>
        <p:spPr>
          <a:xfrm>
            <a:off x="-30573" y="139985"/>
            <a:ext cx="50683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828298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E20D05FE-CDDB-1672-E0D1-CF75B0DA77A2}"/>
              </a:ext>
            </a:extLst>
          </p:cNvPr>
          <p:cNvSpPr txBox="1"/>
          <p:nvPr/>
        </p:nvSpPr>
        <p:spPr>
          <a:xfrm>
            <a:off x="2252634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C1EE2B31-10FD-D852-3DF0-136003EFF9C5}"/>
              </a:ext>
            </a:extLst>
          </p:cNvPr>
          <p:cNvSpPr txBox="1"/>
          <p:nvPr/>
        </p:nvSpPr>
        <p:spPr>
          <a:xfrm>
            <a:off x="3809020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2" name="Rectangle 211">
            <a:extLst>
              <a:ext uri="{FF2B5EF4-FFF2-40B4-BE49-F238E27FC236}">
                <a16:creationId xmlns:a16="http://schemas.microsoft.com/office/drawing/2014/main" id="{DF04E0DC-F85E-717D-3CB7-4039041037F9}"/>
              </a:ext>
            </a:extLst>
          </p:cNvPr>
          <p:cNvSpPr/>
          <p:nvPr/>
        </p:nvSpPr>
        <p:spPr>
          <a:xfrm>
            <a:off x="39782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C5348DF-4A15-E0FE-9906-C2C50062CA85}"/>
              </a:ext>
            </a:extLst>
          </p:cNvPr>
          <p:cNvSpPr/>
          <p:nvPr/>
        </p:nvSpPr>
        <p:spPr>
          <a:xfrm>
            <a:off x="404994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3EABD465-2DC4-FED4-0691-913ECA175C27}"/>
              </a:ext>
            </a:extLst>
          </p:cNvPr>
          <p:cNvSpPr/>
          <p:nvPr/>
        </p:nvSpPr>
        <p:spPr>
          <a:xfrm>
            <a:off x="412166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105904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TextBox 260">
            <a:extLst>
              <a:ext uri="{FF2B5EF4-FFF2-40B4-BE49-F238E27FC236}">
                <a16:creationId xmlns:a16="http://schemas.microsoft.com/office/drawing/2014/main" id="{1A97851B-FC49-4A6F-C5B3-4C21BDCCDFA2}"/>
              </a:ext>
            </a:extLst>
          </p:cNvPr>
          <p:cNvSpPr txBox="1"/>
          <p:nvPr/>
        </p:nvSpPr>
        <p:spPr>
          <a:xfrm>
            <a:off x="2252634" y="3190064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</a:t>
            </a: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850216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921933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42B23034-4596-87F5-10A9-894AA2EFD720}"/>
              </a:ext>
            </a:extLst>
          </p:cNvPr>
          <p:cNvSpPr txBox="1"/>
          <p:nvPr/>
        </p:nvSpPr>
        <p:spPr>
          <a:xfrm>
            <a:off x="3731274" y="3190064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0,11</a:t>
            </a: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35" name="Rectangle 234">
            <a:extLst>
              <a:ext uri="{FF2B5EF4-FFF2-40B4-BE49-F238E27FC236}">
                <a16:creationId xmlns:a16="http://schemas.microsoft.com/office/drawing/2014/main" id="{28F7566D-5375-D83D-3312-F41E2434EB64}"/>
              </a:ext>
            </a:extLst>
          </p:cNvPr>
          <p:cNvSpPr/>
          <p:nvPr/>
        </p:nvSpPr>
        <p:spPr>
          <a:xfrm>
            <a:off x="4045142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6BBE3E9-BF33-00B1-14B5-73306087418A}"/>
              </a:ext>
            </a:extLst>
          </p:cNvPr>
          <p:cNvSpPr/>
          <p:nvPr/>
        </p:nvSpPr>
        <p:spPr>
          <a:xfrm>
            <a:off x="397822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43DB105A-BF44-9AD8-91D2-47C845CB0F38}"/>
              </a:ext>
            </a:extLst>
          </p:cNvPr>
          <p:cNvSpPr txBox="1"/>
          <p:nvPr/>
        </p:nvSpPr>
        <p:spPr>
          <a:xfrm>
            <a:off x="600724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0,25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5" name="TextBox 354">
            <a:extLst>
              <a:ext uri="{FF2B5EF4-FFF2-40B4-BE49-F238E27FC236}">
                <a16:creationId xmlns:a16="http://schemas.microsoft.com/office/drawing/2014/main" id="{8EB5EB23-C4DC-DEFB-F951-175383A3A408}"/>
              </a:ext>
            </a:extLst>
          </p:cNvPr>
          <p:cNvSpPr txBox="1"/>
          <p:nvPr/>
        </p:nvSpPr>
        <p:spPr>
          <a:xfrm>
            <a:off x="2174888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0,02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20621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20621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B98ADAC1-22D9-DAB5-06AD-C998929EC371}"/>
              </a:ext>
            </a:extLst>
          </p:cNvPr>
          <p:cNvSpPr txBox="1"/>
          <p:nvPr/>
        </p:nvSpPr>
        <p:spPr>
          <a:xfrm>
            <a:off x="3731275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0,23</a:t>
            </a: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29" name="Rectangle 328">
            <a:extLst>
              <a:ext uri="{FF2B5EF4-FFF2-40B4-BE49-F238E27FC236}">
                <a16:creationId xmlns:a16="http://schemas.microsoft.com/office/drawing/2014/main" id="{673E1F96-6EB4-DE83-13E0-D1C7F46EE911}"/>
              </a:ext>
            </a:extLst>
          </p:cNvPr>
          <p:cNvSpPr/>
          <p:nvPr/>
        </p:nvSpPr>
        <p:spPr>
          <a:xfrm>
            <a:off x="4122262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EF53D287-69CE-3A86-5E4B-0AB309DFF798}"/>
              </a:ext>
            </a:extLst>
          </p:cNvPr>
          <p:cNvSpPr/>
          <p:nvPr/>
        </p:nvSpPr>
        <p:spPr>
          <a:xfrm>
            <a:off x="4122262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2403C892-23F9-07CD-B15D-F15A61C38F30}"/>
              </a:ext>
            </a:extLst>
          </p:cNvPr>
          <p:cNvSpPr/>
          <p:nvPr/>
        </p:nvSpPr>
        <p:spPr>
          <a:xfrm>
            <a:off x="4122262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5C516DD3-BCC6-459C-3C1B-364E4B4591F0}"/>
              </a:ext>
            </a:extLst>
          </p:cNvPr>
          <p:cNvSpPr/>
          <p:nvPr/>
        </p:nvSpPr>
        <p:spPr>
          <a:xfrm>
            <a:off x="398088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6BEFD2A3-4542-5D13-BC2C-DD25829DEEF9}"/>
              </a:ext>
            </a:extLst>
          </p:cNvPr>
          <p:cNvSpPr/>
          <p:nvPr/>
        </p:nvSpPr>
        <p:spPr>
          <a:xfrm>
            <a:off x="4052603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8" name="TextBox 477">
            <a:extLst>
              <a:ext uri="{FF2B5EF4-FFF2-40B4-BE49-F238E27FC236}">
                <a16:creationId xmlns:a16="http://schemas.microsoft.com/office/drawing/2014/main" id="{B339C67D-3F26-BC76-3120-BDE56EF11B86}"/>
              </a:ext>
            </a:extLst>
          </p:cNvPr>
          <p:cNvSpPr txBox="1"/>
          <p:nvPr/>
        </p:nvSpPr>
        <p:spPr>
          <a:xfrm>
            <a:off x="60072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0,48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9" name="TextBox 448">
            <a:extLst>
              <a:ext uri="{FF2B5EF4-FFF2-40B4-BE49-F238E27FC236}">
                <a16:creationId xmlns:a16="http://schemas.microsoft.com/office/drawing/2014/main" id="{6BAEA490-28A4-FD53-1639-37A9B134B079}"/>
              </a:ext>
            </a:extLst>
          </p:cNvPr>
          <p:cNvSpPr txBox="1"/>
          <p:nvPr/>
        </p:nvSpPr>
        <p:spPr>
          <a:xfrm>
            <a:off x="2174888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0,23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DF7262DB-4DFC-CB14-540D-278F4BF812CE}"/>
              </a:ext>
            </a:extLst>
          </p:cNvPr>
          <p:cNvSpPr txBox="1"/>
          <p:nvPr/>
        </p:nvSpPr>
        <p:spPr>
          <a:xfrm>
            <a:off x="373127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0,25</a:t>
            </a:r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2" name="TextBox 571">
            <a:extLst>
              <a:ext uri="{FF2B5EF4-FFF2-40B4-BE49-F238E27FC236}">
                <a16:creationId xmlns:a16="http://schemas.microsoft.com/office/drawing/2014/main" id="{9935D0A3-5F8B-2B56-AA2D-994323576033}"/>
              </a:ext>
            </a:extLst>
          </p:cNvPr>
          <p:cNvSpPr txBox="1"/>
          <p:nvPr/>
        </p:nvSpPr>
        <p:spPr>
          <a:xfrm>
            <a:off x="5757546" y="2282591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0,6</a:t>
            </a:r>
          </a:p>
        </p:txBody>
      </p: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3" name="TextBox 542">
            <a:extLst>
              <a:ext uri="{FF2B5EF4-FFF2-40B4-BE49-F238E27FC236}">
                <a16:creationId xmlns:a16="http://schemas.microsoft.com/office/drawing/2014/main" id="{BFAA5086-971C-278C-88D6-1CE79BC103BB}"/>
              </a:ext>
            </a:extLst>
          </p:cNvPr>
          <p:cNvSpPr txBox="1"/>
          <p:nvPr/>
        </p:nvSpPr>
        <p:spPr>
          <a:xfrm>
            <a:off x="7253964" y="228259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0,13</a:t>
            </a:r>
          </a:p>
        </p:txBody>
      </p: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4" name="TextBox 513">
            <a:extLst>
              <a:ext uri="{FF2B5EF4-FFF2-40B4-BE49-F238E27FC236}">
                <a16:creationId xmlns:a16="http://schemas.microsoft.com/office/drawing/2014/main" id="{4A04475D-674C-6617-20EB-CBCA6EB24DD0}"/>
              </a:ext>
            </a:extLst>
          </p:cNvPr>
          <p:cNvSpPr txBox="1"/>
          <p:nvPr/>
        </p:nvSpPr>
        <p:spPr>
          <a:xfrm>
            <a:off x="8810350" y="228259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0,47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6" name="TextBox 665">
            <a:extLst>
              <a:ext uri="{FF2B5EF4-FFF2-40B4-BE49-F238E27FC236}">
                <a16:creationId xmlns:a16="http://schemas.microsoft.com/office/drawing/2014/main" id="{88B95A6E-2943-E184-9515-4CD85CB69C0A}"/>
              </a:ext>
            </a:extLst>
          </p:cNvPr>
          <p:cNvSpPr txBox="1"/>
          <p:nvPr/>
        </p:nvSpPr>
        <p:spPr>
          <a:xfrm>
            <a:off x="5679800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0,33</a:t>
            </a:r>
          </a:p>
        </p:txBody>
      </p: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138575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138575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13857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9627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606799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7" name="TextBox 636">
            <a:extLst>
              <a:ext uri="{FF2B5EF4-FFF2-40B4-BE49-F238E27FC236}">
                <a16:creationId xmlns:a16="http://schemas.microsoft.com/office/drawing/2014/main" id="{D258A318-88D0-1CA2-3829-08071101CB43}"/>
              </a:ext>
            </a:extLst>
          </p:cNvPr>
          <p:cNvSpPr txBox="1"/>
          <p:nvPr/>
        </p:nvSpPr>
        <p:spPr>
          <a:xfrm>
            <a:off x="7253965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0,16</a:t>
            </a:r>
          </a:p>
        </p:txBody>
      </p: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199576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20674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21391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149374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8" name="TextBox 607">
            <a:extLst>
              <a:ext uri="{FF2B5EF4-FFF2-40B4-BE49-F238E27FC236}">
                <a16:creationId xmlns:a16="http://schemas.microsoft.com/office/drawing/2014/main" id="{AC69A1BC-4E6E-ED35-4201-2B986BD71ED5}"/>
              </a:ext>
            </a:extLst>
          </p:cNvPr>
          <p:cNvSpPr txBox="1"/>
          <p:nvPr/>
        </p:nvSpPr>
        <p:spPr>
          <a:xfrm>
            <a:off x="8810350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0,17</a:t>
            </a:r>
          </a:p>
        </p:txBody>
      </p: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29" name="Rectangle 628">
            <a:extLst>
              <a:ext uri="{FF2B5EF4-FFF2-40B4-BE49-F238E27FC236}">
                <a16:creationId xmlns:a16="http://schemas.microsoft.com/office/drawing/2014/main" id="{8C4E4A12-4490-9C32-C914-45C525CCAAF4}"/>
              </a:ext>
            </a:extLst>
          </p:cNvPr>
          <p:cNvSpPr/>
          <p:nvPr/>
        </p:nvSpPr>
        <p:spPr>
          <a:xfrm>
            <a:off x="905996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0" name="TextBox 759">
            <a:extLst>
              <a:ext uri="{FF2B5EF4-FFF2-40B4-BE49-F238E27FC236}">
                <a16:creationId xmlns:a16="http://schemas.microsoft.com/office/drawing/2014/main" id="{975FB052-06CC-E3E3-25DB-76B37DDA5435}"/>
              </a:ext>
            </a:extLst>
          </p:cNvPr>
          <p:cNvSpPr txBox="1"/>
          <p:nvPr/>
        </p:nvSpPr>
        <p:spPr>
          <a:xfrm>
            <a:off x="5679800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0,61</a:t>
            </a:r>
          </a:p>
        </p:txBody>
      </p: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1" name="TextBox 730">
            <a:extLst>
              <a:ext uri="{FF2B5EF4-FFF2-40B4-BE49-F238E27FC236}">
                <a16:creationId xmlns:a16="http://schemas.microsoft.com/office/drawing/2014/main" id="{D1325A40-5040-079E-E0C7-907F919400C3}"/>
              </a:ext>
            </a:extLst>
          </p:cNvPr>
          <p:cNvSpPr txBox="1"/>
          <p:nvPr/>
        </p:nvSpPr>
        <p:spPr>
          <a:xfrm>
            <a:off x="7253964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0,35</a:t>
            </a:r>
          </a:p>
        </p:txBody>
      </p: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2" name="TextBox 701">
            <a:extLst>
              <a:ext uri="{FF2B5EF4-FFF2-40B4-BE49-F238E27FC236}">
                <a16:creationId xmlns:a16="http://schemas.microsoft.com/office/drawing/2014/main" id="{47D69766-193E-1295-3D77-2ACD8336CE45}"/>
              </a:ext>
            </a:extLst>
          </p:cNvPr>
          <p:cNvSpPr txBox="1"/>
          <p:nvPr/>
        </p:nvSpPr>
        <p:spPr>
          <a:xfrm>
            <a:off x="8810350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0,26</a:t>
            </a:r>
          </a:p>
        </p:txBody>
      </p: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724" name="Rectangle 723">
            <a:extLst>
              <a:ext uri="{FF2B5EF4-FFF2-40B4-BE49-F238E27FC236}">
                <a16:creationId xmlns:a16="http://schemas.microsoft.com/office/drawing/2014/main" id="{EDEAB634-DF2A-5B9E-AFF8-229F8405849E}"/>
              </a:ext>
            </a:extLst>
          </p:cNvPr>
          <p:cNvSpPr/>
          <p:nvPr/>
        </p:nvSpPr>
        <p:spPr>
          <a:xfrm>
            <a:off x="9061036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5" name="Rectangle 724">
            <a:extLst>
              <a:ext uri="{FF2B5EF4-FFF2-40B4-BE49-F238E27FC236}">
                <a16:creationId xmlns:a16="http://schemas.microsoft.com/office/drawing/2014/main" id="{F7629753-7003-E429-396D-653F53B9D7A2}"/>
              </a:ext>
            </a:extLst>
          </p:cNvPr>
          <p:cNvSpPr/>
          <p:nvPr/>
        </p:nvSpPr>
        <p:spPr>
          <a:xfrm>
            <a:off x="9132753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4278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0,4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0,31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98758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94688B6A-88B7-40D4-506B-3961ED353553}"/>
              </a:ext>
            </a:extLst>
          </p:cNvPr>
          <p:cNvSpPr/>
          <p:nvPr/>
        </p:nvSpPr>
        <p:spPr>
          <a:xfrm>
            <a:off x="1679906" y="97155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" name="Minus Sign 9">
            <a:extLst>
              <a:ext uri="{FF2B5EF4-FFF2-40B4-BE49-F238E27FC236}">
                <a16:creationId xmlns:a16="http://schemas.microsoft.com/office/drawing/2014/main" id="{AE00138E-AACE-07B3-A08E-E532A67A6EF1}"/>
              </a:ext>
            </a:extLst>
          </p:cNvPr>
          <p:cNvSpPr/>
          <p:nvPr/>
        </p:nvSpPr>
        <p:spPr>
          <a:xfrm>
            <a:off x="1679906" y="26022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" name="Minus Sign 10">
            <a:extLst>
              <a:ext uri="{FF2B5EF4-FFF2-40B4-BE49-F238E27FC236}">
                <a16:creationId xmlns:a16="http://schemas.microsoft.com/office/drawing/2014/main" id="{88CF577B-EE3E-358D-A735-0EC203D474C8}"/>
              </a:ext>
            </a:extLst>
          </p:cNvPr>
          <p:cNvSpPr/>
          <p:nvPr/>
        </p:nvSpPr>
        <p:spPr>
          <a:xfrm>
            <a:off x="1679906" y="42405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Minus Sign 11">
            <a:extLst>
              <a:ext uri="{FF2B5EF4-FFF2-40B4-BE49-F238E27FC236}">
                <a16:creationId xmlns:a16="http://schemas.microsoft.com/office/drawing/2014/main" id="{4983445F-6AE1-826F-06D9-97853DAEE324}"/>
              </a:ext>
            </a:extLst>
          </p:cNvPr>
          <p:cNvSpPr/>
          <p:nvPr/>
        </p:nvSpPr>
        <p:spPr>
          <a:xfrm>
            <a:off x="1679906" y="58788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" name="Minus Sign 18">
            <a:extLst>
              <a:ext uri="{FF2B5EF4-FFF2-40B4-BE49-F238E27FC236}">
                <a16:creationId xmlns:a16="http://schemas.microsoft.com/office/drawing/2014/main" id="{0E70485E-392D-6364-D84C-D3C1AEA02AD5}"/>
              </a:ext>
            </a:extLst>
          </p:cNvPr>
          <p:cNvSpPr/>
          <p:nvPr/>
        </p:nvSpPr>
        <p:spPr>
          <a:xfrm>
            <a:off x="6709806" y="1694149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Minus Sign 19">
            <a:extLst>
              <a:ext uri="{FF2B5EF4-FFF2-40B4-BE49-F238E27FC236}">
                <a16:creationId xmlns:a16="http://schemas.microsoft.com/office/drawing/2014/main" id="{00D7E527-72AA-42DA-3BC1-36849AB9ABD6}"/>
              </a:ext>
            </a:extLst>
          </p:cNvPr>
          <p:cNvSpPr/>
          <p:nvPr/>
        </p:nvSpPr>
        <p:spPr>
          <a:xfrm>
            <a:off x="6709806" y="3090687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Minus Sign 22">
            <a:extLst>
              <a:ext uri="{FF2B5EF4-FFF2-40B4-BE49-F238E27FC236}">
                <a16:creationId xmlns:a16="http://schemas.microsoft.com/office/drawing/2014/main" id="{E8B4DEEA-A618-5E93-F07D-315D89CD0B82}"/>
              </a:ext>
            </a:extLst>
          </p:cNvPr>
          <p:cNvSpPr/>
          <p:nvPr/>
        </p:nvSpPr>
        <p:spPr>
          <a:xfrm>
            <a:off x="6709806" y="4487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121D6D-DDD0-6E6A-7BAD-A5E27832A179}"/>
              </a:ext>
            </a:extLst>
          </p:cNvPr>
          <p:cNvSpPr/>
          <p:nvPr/>
        </p:nvSpPr>
        <p:spPr>
          <a:xfrm>
            <a:off x="106175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117ED3-E351-D9BD-D48C-87A8A4350E7B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513957-5BD8-FA1F-17B7-278AA8A0354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9E8EDE-6D74-B5B7-73E4-522511B8EE4C}"/>
              </a:ext>
            </a:extLst>
          </p:cNvPr>
          <p:cNvSpPr/>
          <p:nvPr/>
        </p:nvSpPr>
        <p:spPr>
          <a:xfrm>
            <a:off x="98948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1C63FF-0A1E-DC68-F79A-F9FE1624EBFA}"/>
              </a:ext>
            </a:extLst>
          </p:cNvPr>
          <p:cNvSpPr/>
          <p:nvPr/>
        </p:nvSpPr>
        <p:spPr>
          <a:xfrm>
            <a:off x="98948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A2B02A-033A-A822-4C10-66E2B5331E94}"/>
              </a:ext>
            </a:extLst>
          </p:cNvPr>
          <p:cNvSpPr/>
          <p:nvPr/>
        </p:nvSpPr>
        <p:spPr>
          <a:xfrm>
            <a:off x="98948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6DE810-8EC4-BD77-1453-0FAC2804459A}"/>
              </a:ext>
            </a:extLst>
          </p:cNvPr>
          <p:cNvSpPr/>
          <p:nvPr/>
        </p:nvSpPr>
        <p:spPr>
          <a:xfrm>
            <a:off x="98948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CF667A-72C1-20FB-0798-E62C410C887F}"/>
              </a:ext>
            </a:extLst>
          </p:cNvPr>
          <p:cNvSpPr/>
          <p:nvPr/>
        </p:nvSpPr>
        <p:spPr>
          <a:xfrm>
            <a:off x="98948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2202624-F892-EC82-CE1B-260B0EF3A010}"/>
              </a:ext>
            </a:extLst>
          </p:cNvPr>
          <p:cNvSpPr/>
          <p:nvPr/>
        </p:nvSpPr>
        <p:spPr>
          <a:xfrm>
            <a:off x="1133621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4EA596C-F0EB-FEA9-3159-DAAF5C9AB14C}"/>
              </a:ext>
            </a:extLst>
          </p:cNvPr>
          <p:cNvSpPr/>
          <p:nvPr/>
        </p:nvSpPr>
        <p:spPr>
          <a:xfrm>
            <a:off x="1133621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8C6CD5-0F02-360C-0FD2-1DC892199CB6}"/>
              </a:ext>
            </a:extLst>
          </p:cNvPr>
          <p:cNvSpPr/>
          <p:nvPr/>
        </p:nvSpPr>
        <p:spPr>
          <a:xfrm>
            <a:off x="1133621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47D753-A79D-B4B2-9598-E0EF1CDDBED1}"/>
              </a:ext>
            </a:extLst>
          </p:cNvPr>
          <p:cNvSpPr/>
          <p:nvPr/>
        </p:nvSpPr>
        <p:spPr>
          <a:xfrm>
            <a:off x="1133621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4C4DC7A-405C-857C-7F34-3C877A59CFE2}"/>
              </a:ext>
            </a:extLst>
          </p:cNvPr>
          <p:cNvSpPr/>
          <p:nvPr/>
        </p:nvSpPr>
        <p:spPr>
          <a:xfrm>
            <a:off x="1133621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6A54CE4-D06C-5B1D-2BBC-F7DD74C07B0A}"/>
              </a:ext>
            </a:extLst>
          </p:cNvPr>
          <p:cNvSpPr/>
          <p:nvPr/>
        </p:nvSpPr>
        <p:spPr>
          <a:xfrm>
            <a:off x="1133621" y="602774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468A25F-98E8-BD06-2D4B-C7B1B35E8D0D}"/>
              </a:ext>
            </a:extLst>
          </p:cNvPr>
          <p:cNvSpPr/>
          <p:nvPr/>
        </p:nvSpPr>
        <p:spPr>
          <a:xfrm>
            <a:off x="1133621" y="60994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F68A7D-626C-DD30-9395-CCA6CE006882}"/>
              </a:ext>
            </a:extLst>
          </p:cNvPr>
          <p:cNvSpPr/>
          <p:nvPr/>
        </p:nvSpPr>
        <p:spPr>
          <a:xfrm>
            <a:off x="1133621" y="61711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227B885-ECC7-DC07-D560-6D670793D5B8}"/>
              </a:ext>
            </a:extLst>
          </p:cNvPr>
          <p:cNvSpPr/>
          <p:nvPr/>
        </p:nvSpPr>
        <p:spPr>
          <a:xfrm>
            <a:off x="99161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590307C-2647-21D8-78A9-54936BC95F0F}"/>
              </a:ext>
            </a:extLst>
          </p:cNvPr>
          <p:cNvSpPr/>
          <p:nvPr/>
        </p:nvSpPr>
        <p:spPr>
          <a:xfrm>
            <a:off x="106333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87F3955-0044-8CC4-8465-4FB341DD24EC}"/>
              </a:ext>
            </a:extLst>
          </p:cNvPr>
          <p:cNvSpPr/>
          <p:nvPr/>
        </p:nvSpPr>
        <p:spPr>
          <a:xfrm>
            <a:off x="24227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1B38CF4-14A0-CF28-F4AA-A481EAC8F240}"/>
              </a:ext>
            </a:extLst>
          </p:cNvPr>
          <p:cNvSpPr/>
          <p:nvPr/>
        </p:nvSpPr>
        <p:spPr>
          <a:xfrm>
            <a:off x="249446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07F4980-08DD-63D1-8DA8-00CE264E64FB}"/>
              </a:ext>
            </a:extLst>
          </p:cNvPr>
          <p:cNvSpPr/>
          <p:nvPr/>
        </p:nvSpPr>
        <p:spPr>
          <a:xfrm>
            <a:off x="2563165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882DA13-B7F5-DB1D-16AE-8570CCE51C4E}"/>
              </a:ext>
            </a:extLst>
          </p:cNvPr>
          <p:cNvSpPr/>
          <p:nvPr/>
        </p:nvSpPr>
        <p:spPr>
          <a:xfrm>
            <a:off x="2563165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81C7E64-8ED7-8A0C-4931-62E6A50D8E99}"/>
              </a:ext>
            </a:extLst>
          </p:cNvPr>
          <p:cNvSpPr/>
          <p:nvPr/>
        </p:nvSpPr>
        <p:spPr>
          <a:xfrm>
            <a:off x="2563165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9C0BF4-A7EC-CD31-DFEF-B7BEDD30544E}"/>
              </a:ext>
            </a:extLst>
          </p:cNvPr>
          <p:cNvSpPr/>
          <p:nvPr/>
        </p:nvSpPr>
        <p:spPr>
          <a:xfrm>
            <a:off x="398246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03A3AD2F-256E-32B9-0799-C7F0529D4F8E}"/>
              </a:ext>
            </a:extLst>
          </p:cNvPr>
          <p:cNvSpPr/>
          <p:nvPr/>
        </p:nvSpPr>
        <p:spPr>
          <a:xfrm>
            <a:off x="405418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8192386-20F8-253D-929A-BE888FF21FFF}"/>
              </a:ext>
            </a:extLst>
          </p:cNvPr>
          <p:cNvSpPr/>
          <p:nvPr/>
        </p:nvSpPr>
        <p:spPr>
          <a:xfrm>
            <a:off x="4126059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683F8924-CC2E-CE9A-538E-2746262E6374}"/>
              </a:ext>
            </a:extLst>
          </p:cNvPr>
          <p:cNvSpPr/>
          <p:nvPr/>
        </p:nvSpPr>
        <p:spPr>
          <a:xfrm>
            <a:off x="4126059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7D4413-25EE-2D12-9369-D007FD0B6CFD}"/>
              </a:ext>
            </a:extLst>
          </p:cNvPr>
          <p:cNvSpPr/>
          <p:nvPr/>
        </p:nvSpPr>
        <p:spPr>
          <a:xfrm>
            <a:off x="4126059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5ECE55C-185A-EE63-E8AE-85DB33299276}"/>
              </a:ext>
            </a:extLst>
          </p:cNvPr>
          <p:cNvSpPr/>
          <p:nvPr/>
        </p:nvSpPr>
        <p:spPr>
          <a:xfrm>
            <a:off x="4126059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91903D8-2670-6712-5938-A86466C3F82F}"/>
              </a:ext>
            </a:extLst>
          </p:cNvPr>
          <p:cNvSpPr/>
          <p:nvPr/>
        </p:nvSpPr>
        <p:spPr>
          <a:xfrm>
            <a:off x="4126059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F4B53D0-9BFB-E8B7-260D-7240C9F4AD48}"/>
              </a:ext>
            </a:extLst>
          </p:cNvPr>
          <p:cNvSpPr txBox="1"/>
          <p:nvPr/>
        </p:nvSpPr>
        <p:spPr>
          <a:xfrm>
            <a:off x="5098991" y="31261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165" name="Equals 164">
            <a:extLst>
              <a:ext uri="{FF2B5EF4-FFF2-40B4-BE49-F238E27FC236}">
                <a16:creationId xmlns:a16="http://schemas.microsoft.com/office/drawing/2014/main" id="{48F884CA-FF99-D622-B3E5-7EBAA6ACCD48}"/>
              </a:ext>
            </a:extLst>
          </p:cNvPr>
          <p:cNvSpPr/>
          <p:nvPr/>
        </p:nvSpPr>
        <p:spPr>
          <a:xfrm>
            <a:off x="8272936" y="25316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04D69FCC-4330-05C2-9B0F-652029ACD79F}"/>
              </a:ext>
            </a:extLst>
          </p:cNvPr>
          <p:cNvCxnSpPr>
            <a:cxnSpLocks/>
          </p:cNvCxnSpPr>
          <p:nvPr/>
        </p:nvCxnSpPr>
        <p:spPr>
          <a:xfrm>
            <a:off x="558800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CAE0FE4D-F585-686F-BE6B-9028AF88901F}"/>
              </a:ext>
            </a:extLst>
          </p:cNvPr>
          <p:cNvSpPr txBox="1"/>
          <p:nvPr/>
        </p:nvSpPr>
        <p:spPr>
          <a:xfrm>
            <a:off x="5750532" y="889199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</a:t>
            </a: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6AA01318-5150-6AF8-8881-4490301E530C}"/>
              </a:ext>
            </a:extLst>
          </p:cNvPr>
          <p:cNvSpPr/>
          <p:nvPr/>
        </p:nvSpPr>
        <p:spPr>
          <a:xfrm>
            <a:off x="580032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9" name="Picture 168">
            <a:extLst>
              <a:ext uri="{FF2B5EF4-FFF2-40B4-BE49-F238E27FC236}">
                <a16:creationId xmlns:a16="http://schemas.microsoft.com/office/drawing/2014/main" id="{9F24C985-8662-A19F-211A-1C178073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8" y="95461"/>
            <a:ext cx="728704" cy="728704"/>
          </a:xfrm>
          <a:prstGeom prst="rect">
            <a:avLst/>
          </a:prstGeom>
        </p:spPr>
      </p:pic>
      <p:sp>
        <p:nvSpPr>
          <p:cNvPr id="170" name="Rectangle 169">
            <a:extLst>
              <a:ext uri="{FF2B5EF4-FFF2-40B4-BE49-F238E27FC236}">
                <a16:creationId xmlns:a16="http://schemas.microsoft.com/office/drawing/2014/main" id="{DC4E8658-46A8-5917-DAEF-2E4719F0838C}"/>
              </a:ext>
            </a:extLst>
          </p:cNvPr>
          <p:cNvSpPr/>
          <p:nvPr/>
        </p:nvSpPr>
        <p:spPr>
          <a:xfrm>
            <a:off x="5919739" y="9862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13C98F5-4C1C-0894-D614-9D1804A49C77}"/>
              </a:ext>
            </a:extLst>
          </p:cNvPr>
          <p:cNvSpPr txBox="1"/>
          <p:nvPr/>
        </p:nvSpPr>
        <p:spPr>
          <a:xfrm>
            <a:off x="548004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AFC4D3B8-242D-36CE-0F81-9CDC919711B1}"/>
              </a:ext>
            </a:extLst>
          </p:cNvPr>
          <p:cNvCxnSpPr>
            <a:cxnSpLocks/>
          </p:cNvCxnSpPr>
          <p:nvPr/>
        </p:nvCxnSpPr>
        <p:spPr>
          <a:xfrm>
            <a:off x="7162164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137E96CD-0B66-F814-91B1-EA1E4D8AC4BF}"/>
              </a:ext>
            </a:extLst>
          </p:cNvPr>
          <p:cNvSpPr txBox="1"/>
          <p:nvPr/>
        </p:nvSpPr>
        <p:spPr>
          <a:xfrm>
            <a:off x="7246950" y="889199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0,01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2ABEB764-0817-9101-3363-44446703998E}"/>
              </a:ext>
            </a:extLst>
          </p:cNvPr>
          <p:cNvSpPr/>
          <p:nvPr/>
        </p:nvSpPr>
        <p:spPr>
          <a:xfrm>
            <a:off x="7374484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76" name="Picture 175">
            <a:extLst>
              <a:ext uri="{FF2B5EF4-FFF2-40B4-BE49-F238E27FC236}">
                <a16:creationId xmlns:a16="http://schemas.microsoft.com/office/drawing/2014/main" id="{A313533E-216A-5D89-E092-0ED7F8D73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2" y="95461"/>
            <a:ext cx="728704" cy="728704"/>
          </a:xfrm>
          <a:prstGeom prst="rect">
            <a:avLst/>
          </a:prstGeom>
        </p:spPr>
      </p:pic>
      <p:sp>
        <p:nvSpPr>
          <p:cNvPr id="177" name="Rectangle 176">
            <a:extLst>
              <a:ext uri="{FF2B5EF4-FFF2-40B4-BE49-F238E27FC236}">
                <a16:creationId xmlns:a16="http://schemas.microsoft.com/office/drawing/2014/main" id="{0B588A17-90A8-5C7A-815A-F77B1B7711EF}"/>
              </a:ext>
            </a:extLst>
          </p:cNvPr>
          <p:cNvSpPr/>
          <p:nvPr/>
        </p:nvSpPr>
        <p:spPr>
          <a:xfrm>
            <a:off x="7494315" y="9862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F3D4E7A-2B06-A1E6-034B-B7954C9F847C}"/>
              </a:ext>
            </a:extLst>
          </p:cNvPr>
          <p:cNvSpPr txBox="1"/>
          <p:nvPr/>
        </p:nvSpPr>
        <p:spPr>
          <a:xfrm>
            <a:off x="7054213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EC54ADA-C156-936A-D0FA-9FF9F6EB3494}"/>
              </a:ext>
            </a:extLst>
          </p:cNvPr>
          <p:cNvCxnSpPr>
            <a:cxnSpLocks/>
          </p:cNvCxnSpPr>
          <p:nvPr/>
        </p:nvCxnSpPr>
        <p:spPr>
          <a:xfrm>
            <a:off x="871855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9D18354-7CA3-D858-83DC-27590AF5DD5C}"/>
              </a:ext>
            </a:extLst>
          </p:cNvPr>
          <p:cNvSpPr txBox="1"/>
          <p:nvPr/>
        </p:nvSpPr>
        <p:spPr>
          <a:xfrm>
            <a:off x="8803336" y="889199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0,09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05279B9C-7E01-F596-636F-A334FADC5D69}"/>
              </a:ext>
            </a:extLst>
          </p:cNvPr>
          <p:cNvSpPr/>
          <p:nvPr/>
        </p:nvSpPr>
        <p:spPr>
          <a:xfrm>
            <a:off x="893087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87" name="Picture 186">
            <a:extLst>
              <a:ext uri="{FF2B5EF4-FFF2-40B4-BE49-F238E27FC236}">
                <a16:creationId xmlns:a16="http://schemas.microsoft.com/office/drawing/2014/main" id="{BD392F84-AE7C-0312-92FB-0C3496A13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08" y="95461"/>
            <a:ext cx="728704" cy="728704"/>
          </a:xfrm>
          <a:prstGeom prst="rect">
            <a:avLst/>
          </a:prstGeom>
        </p:spPr>
      </p:pic>
      <p:sp>
        <p:nvSpPr>
          <p:cNvPr id="188" name="Rectangle 187">
            <a:extLst>
              <a:ext uri="{FF2B5EF4-FFF2-40B4-BE49-F238E27FC236}">
                <a16:creationId xmlns:a16="http://schemas.microsoft.com/office/drawing/2014/main" id="{B6784607-96D8-69DA-C49F-FA56ED08791B}"/>
              </a:ext>
            </a:extLst>
          </p:cNvPr>
          <p:cNvSpPr/>
          <p:nvPr/>
        </p:nvSpPr>
        <p:spPr>
          <a:xfrm>
            <a:off x="9051690" y="1679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317A96A1-8207-60B2-E545-F6ECDCE43AA7}"/>
              </a:ext>
            </a:extLst>
          </p:cNvPr>
          <p:cNvSpPr/>
          <p:nvPr/>
        </p:nvSpPr>
        <p:spPr>
          <a:xfrm>
            <a:off x="9051690" y="23967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B4464422-6653-F15C-0231-1E99EAB9E5FF}"/>
              </a:ext>
            </a:extLst>
          </p:cNvPr>
          <p:cNvSpPr/>
          <p:nvPr/>
        </p:nvSpPr>
        <p:spPr>
          <a:xfrm>
            <a:off x="9051690" y="3113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BFA7389-38B5-7AAA-1D45-0AFBA6343FAA}"/>
              </a:ext>
            </a:extLst>
          </p:cNvPr>
          <p:cNvSpPr/>
          <p:nvPr/>
        </p:nvSpPr>
        <p:spPr>
          <a:xfrm>
            <a:off x="9051690" y="3831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BA072842-853F-6A6C-7461-6F405913320E}"/>
              </a:ext>
            </a:extLst>
          </p:cNvPr>
          <p:cNvSpPr/>
          <p:nvPr/>
        </p:nvSpPr>
        <p:spPr>
          <a:xfrm>
            <a:off x="9051690" y="4548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1D074CBB-0761-21F6-1044-95138FBEC8EB}"/>
              </a:ext>
            </a:extLst>
          </p:cNvPr>
          <p:cNvSpPr/>
          <p:nvPr/>
        </p:nvSpPr>
        <p:spPr>
          <a:xfrm>
            <a:off x="9051690" y="5265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F9E75BE-DE4A-BAFF-C9F8-2461EB38C90D}"/>
              </a:ext>
            </a:extLst>
          </p:cNvPr>
          <p:cNvSpPr/>
          <p:nvPr/>
        </p:nvSpPr>
        <p:spPr>
          <a:xfrm>
            <a:off x="9051690" y="598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C4AA243-AFB6-2B74-AA27-40A71FFC01ED}"/>
              </a:ext>
            </a:extLst>
          </p:cNvPr>
          <p:cNvSpPr/>
          <p:nvPr/>
        </p:nvSpPr>
        <p:spPr>
          <a:xfrm>
            <a:off x="9051690" y="66997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B91CBA0C-BED0-81EF-31A0-225CBF7E1434}"/>
              </a:ext>
            </a:extLst>
          </p:cNvPr>
          <p:cNvSpPr/>
          <p:nvPr/>
        </p:nvSpPr>
        <p:spPr>
          <a:xfrm>
            <a:off x="9051690" y="741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E57E980-B7F0-DE82-FE86-A0218EAF7596}"/>
              </a:ext>
            </a:extLst>
          </p:cNvPr>
          <p:cNvSpPr txBox="1"/>
          <p:nvPr/>
        </p:nvSpPr>
        <p:spPr>
          <a:xfrm>
            <a:off x="861059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204" name="Minus Sign 203">
            <a:extLst>
              <a:ext uri="{FF2B5EF4-FFF2-40B4-BE49-F238E27FC236}">
                <a16:creationId xmlns:a16="http://schemas.microsoft.com/office/drawing/2014/main" id="{22B50ADE-ACB4-95D0-7982-D1D127ED1E6B}"/>
              </a:ext>
            </a:extLst>
          </p:cNvPr>
          <p:cNvSpPr/>
          <p:nvPr/>
        </p:nvSpPr>
        <p:spPr>
          <a:xfrm>
            <a:off x="6751968" y="308294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CDB2F33-3D59-AA2E-BE2C-86BC6CF439A5}"/>
              </a:ext>
            </a:extLst>
          </p:cNvPr>
          <p:cNvSpPr/>
          <p:nvPr/>
        </p:nvSpPr>
        <p:spPr>
          <a:xfrm>
            <a:off x="6068128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041196B-5132-4C7E-3D3E-9FB6120539CA}"/>
              </a:ext>
            </a:extLst>
          </p:cNvPr>
          <p:cNvSpPr/>
          <p:nvPr/>
        </p:nvSpPr>
        <p:spPr>
          <a:xfrm>
            <a:off x="6139845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CCA1F00A-8043-00DD-21DD-DBB64395D7BF}"/>
              </a:ext>
            </a:extLst>
          </p:cNvPr>
          <p:cNvSpPr/>
          <p:nvPr/>
        </p:nvSpPr>
        <p:spPr>
          <a:xfrm>
            <a:off x="6208857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4E1FE2C-3AB0-6C47-5C29-2071826B7300}"/>
              </a:ext>
            </a:extLst>
          </p:cNvPr>
          <p:cNvSpPr/>
          <p:nvPr/>
        </p:nvSpPr>
        <p:spPr>
          <a:xfrm>
            <a:off x="6280574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8700D2B9-477A-8546-0586-A51C5F9ABB7D}"/>
              </a:ext>
            </a:extLst>
          </p:cNvPr>
          <p:cNvSpPr/>
          <p:nvPr/>
        </p:nvSpPr>
        <p:spPr>
          <a:xfrm>
            <a:off x="9057275" y="1495306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A8E27071-461E-92DF-5AA1-1682EA19E816}"/>
              </a:ext>
            </a:extLst>
          </p:cNvPr>
          <p:cNvSpPr/>
          <p:nvPr/>
        </p:nvSpPr>
        <p:spPr>
          <a:xfrm>
            <a:off x="9128992" y="1495306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CDE9A2C0-23C0-C33C-6F6F-0BB4C7BAA040}"/>
              </a:ext>
            </a:extLst>
          </p:cNvPr>
          <p:cNvSpPr/>
          <p:nvPr/>
        </p:nvSpPr>
        <p:spPr>
          <a:xfrm>
            <a:off x="9343219" y="14953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0E67EAF7-4042-913E-35B1-7E01904D7920}"/>
              </a:ext>
            </a:extLst>
          </p:cNvPr>
          <p:cNvSpPr/>
          <p:nvPr/>
        </p:nvSpPr>
        <p:spPr>
          <a:xfrm>
            <a:off x="9343219" y="156702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BE10007-909A-969D-7384-C0E53FBA3E3A}"/>
              </a:ext>
            </a:extLst>
          </p:cNvPr>
          <p:cNvSpPr/>
          <p:nvPr/>
        </p:nvSpPr>
        <p:spPr>
          <a:xfrm>
            <a:off x="9343219" y="163873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C3C4BBE3-9250-C1D7-B89D-4259DDC52244}"/>
              </a:ext>
            </a:extLst>
          </p:cNvPr>
          <p:cNvSpPr/>
          <p:nvPr/>
        </p:nvSpPr>
        <p:spPr>
          <a:xfrm>
            <a:off x="9343219" y="171045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E253D67-0428-B5C8-CF7E-74DF1FC48F83}"/>
              </a:ext>
            </a:extLst>
          </p:cNvPr>
          <p:cNvSpPr/>
          <p:nvPr/>
        </p:nvSpPr>
        <p:spPr>
          <a:xfrm>
            <a:off x="9343219" y="178217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DDE66D24-E131-D61E-8951-5A5E23255B5C}"/>
              </a:ext>
            </a:extLst>
          </p:cNvPr>
          <p:cNvSpPr/>
          <p:nvPr/>
        </p:nvSpPr>
        <p:spPr>
          <a:xfrm>
            <a:off x="9343219" y="18538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FA2B25F4-B405-64AD-B30B-9B7522F04D83}"/>
              </a:ext>
            </a:extLst>
          </p:cNvPr>
          <p:cNvSpPr/>
          <p:nvPr/>
        </p:nvSpPr>
        <p:spPr>
          <a:xfrm>
            <a:off x="9343219" y="19256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CFB25E3B-8DB4-0539-5DE7-01F63AFECF46}"/>
              </a:ext>
            </a:extLst>
          </p:cNvPr>
          <p:cNvSpPr/>
          <p:nvPr/>
        </p:nvSpPr>
        <p:spPr>
          <a:xfrm>
            <a:off x="9201214" y="1495306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55F2957-D390-1715-02A2-FA8C1DDA8D42}"/>
              </a:ext>
            </a:extLst>
          </p:cNvPr>
          <p:cNvSpPr/>
          <p:nvPr/>
        </p:nvSpPr>
        <p:spPr>
          <a:xfrm>
            <a:off x="9272931" y="1495306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AE908AB3-78BD-B5DD-03DC-BCD9EDECDD1B}"/>
              </a:ext>
            </a:extLst>
          </p:cNvPr>
          <p:cNvSpPr/>
          <p:nvPr/>
        </p:nvSpPr>
        <p:spPr>
          <a:xfrm>
            <a:off x="592913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5D68086C-F269-BA96-7D93-EA7D271C38CD}"/>
              </a:ext>
            </a:extLst>
          </p:cNvPr>
          <p:cNvSpPr/>
          <p:nvPr/>
        </p:nvSpPr>
        <p:spPr>
          <a:xfrm>
            <a:off x="7573786" y="28839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B2DC5AEE-6E4F-3AF4-35F5-C787A5CAE108}"/>
              </a:ext>
            </a:extLst>
          </p:cNvPr>
          <p:cNvSpPr/>
          <p:nvPr/>
        </p:nvSpPr>
        <p:spPr>
          <a:xfrm>
            <a:off x="7573786" y="29556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33EAB6C-3E51-21D1-DF0C-DF61D9DDB8F5}"/>
              </a:ext>
            </a:extLst>
          </p:cNvPr>
          <p:cNvSpPr/>
          <p:nvPr/>
        </p:nvSpPr>
        <p:spPr>
          <a:xfrm>
            <a:off x="7573786" y="30273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0C41DC24-E75A-45C9-4A31-4BEBEAED8507}"/>
              </a:ext>
            </a:extLst>
          </p:cNvPr>
          <p:cNvSpPr/>
          <p:nvPr/>
        </p:nvSpPr>
        <p:spPr>
          <a:xfrm>
            <a:off x="7573786" y="30990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E64C4E2C-D41E-A1E8-E61F-502BEBA40418}"/>
              </a:ext>
            </a:extLst>
          </p:cNvPr>
          <p:cNvSpPr/>
          <p:nvPr/>
        </p:nvSpPr>
        <p:spPr>
          <a:xfrm>
            <a:off x="7573786" y="317077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0374C85-219C-7317-F03A-4D45FDBD96E2}"/>
              </a:ext>
            </a:extLst>
          </p:cNvPr>
          <p:cNvSpPr/>
          <p:nvPr/>
        </p:nvSpPr>
        <p:spPr>
          <a:xfrm>
            <a:off x="7573786" y="324249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3BD33BA8-EBEE-B836-ED30-6360FB9499A6}"/>
              </a:ext>
            </a:extLst>
          </p:cNvPr>
          <p:cNvSpPr/>
          <p:nvPr/>
        </p:nvSpPr>
        <p:spPr>
          <a:xfrm>
            <a:off x="9131680" y="28838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9249913-6690-4F2A-8127-0DF299E5B440}"/>
              </a:ext>
            </a:extLst>
          </p:cNvPr>
          <p:cNvSpPr/>
          <p:nvPr/>
        </p:nvSpPr>
        <p:spPr>
          <a:xfrm>
            <a:off x="9131680" y="29555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AD0636D3-F896-9D59-0919-787774582922}"/>
              </a:ext>
            </a:extLst>
          </p:cNvPr>
          <p:cNvSpPr/>
          <p:nvPr/>
        </p:nvSpPr>
        <p:spPr>
          <a:xfrm>
            <a:off x="9131680" y="30273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3AC7EEE8-E442-6F55-38EF-AE735591C4CB}"/>
              </a:ext>
            </a:extLst>
          </p:cNvPr>
          <p:cNvSpPr/>
          <p:nvPr/>
        </p:nvSpPr>
        <p:spPr>
          <a:xfrm>
            <a:off x="9131680" y="30990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98D52EC6-E392-3460-65B8-5C09D790285C}"/>
              </a:ext>
            </a:extLst>
          </p:cNvPr>
          <p:cNvSpPr/>
          <p:nvPr/>
        </p:nvSpPr>
        <p:spPr>
          <a:xfrm>
            <a:off x="9131680" y="31707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A9303C6A-76D4-B330-FA41-6D4C6A93876A}"/>
              </a:ext>
            </a:extLst>
          </p:cNvPr>
          <p:cNvSpPr/>
          <p:nvPr/>
        </p:nvSpPr>
        <p:spPr>
          <a:xfrm>
            <a:off x="9131680" y="32424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6FEA1AC8-E00A-1AEF-B30B-BBF8689967F9}"/>
              </a:ext>
            </a:extLst>
          </p:cNvPr>
          <p:cNvSpPr/>
          <p:nvPr/>
        </p:nvSpPr>
        <p:spPr>
          <a:xfrm>
            <a:off x="9131680" y="33141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B99A57C6-B855-7225-4C07-2C2D483F50DF}"/>
              </a:ext>
            </a:extLst>
          </p:cNvPr>
          <p:cNvSpPr/>
          <p:nvPr/>
        </p:nvSpPr>
        <p:spPr>
          <a:xfrm>
            <a:off x="7645488" y="4281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DE926638-E9BF-BBD9-C8E4-068DCD10A4F0}"/>
              </a:ext>
            </a:extLst>
          </p:cNvPr>
          <p:cNvSpPr/>
          <p:nvPr/>
        </p:nvSpPr>
        <p:spPr>
          <a:xfrm>
            <a:off x="764548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921D7101-6A76-5C22-B31B-713D271D63A1}"/>
              </a:ext>
            </a:extLst>
          </p:cNvPr>
          <p:cNvSpPr/>
          <p:nvPr/>
        </p:nvSpPr>
        <p:spPr>
          <a:xfrm>
            <a:off x="764548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DEAB0A68-426A-E9B2-75C9-909F2242CC8F}"/>
              </a:ext>
            </a:extLst>
          </p:cNvPr>
          <p:cNvSpPr/>
          <p:nvPr/>
        </p:nvSpPr>
        <p:spPr>
          <a:xfrm>
            <a:off x="9204277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150E45E-432F-C7B7-48B0-28E3E7FF30C1}"/>
              </a:ext>
            </a:extLst>
          </p:cNvPr>
          <p:cNvSpPr/>
          <p:nvPr/>
        </p:nvSpPr>
        <p:spPr>
          <a:xfrm>
            <a:off x="9204277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F24A2DA0-E3AF-5813-4A73-9A9C78591E58}"/>
              </a:ext>
            </a:extLst>
          </p:cNvPr>
          <p:cNvSpPr/>
          <p:nvPr/>
        </p:nvSpPr>
        <p:spPr>
          <a:xfrm>
            <a:off x="9204277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23D05EB8-C141-9CA4-0A18-CBE6AD948345}"/>
              </a:ext>
            </a:extLst>
          </p:cNvPr>
          <p:cNvSpPr/>
          <p:nvPr/>
        </p:nvSpPr>
        <p:spPr>
          <a:xfrm>
            <a:off x="9204277" y="477879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9353FE59-F0E2-3189-D253-A927E8756234}"/>
              </a:ext>
            </a:extLst>
          </p:cNvPr>
          <p:cNvSpPr/>
          <p:nvPr/>
        </p:nvSpPr>
        <p:spPr>
          <a:xfrm>
            <a:off x="9204277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87B31E1-B295-AD04-E051-E09BB4F70823}"/>
              </a:ext>
            </a:extLst>
          </p:cNvPr>
          <p:cNvSpPr/>
          <p:nvPr/>
        </p:nvSpPr>
        <p:spPr>
          <a:xfrm>
            <a:off x="9204277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1E555A5-2337-65C5-C6CB-0EB6038A5873}"/>
              </a:ext>
            </a:extLst>
          </p:cNvPr>
          <p:cNvSpPr/>
          <p:nvPr/>
        </p:nvSpPr>
        <p:spPr>
          <a:xfrm>
            <a:off x="7502301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A4B3E96A-64D1-02E7-5038-A82E0CA418B6}"/>
              </a:ext>
            </a:extLst>
          </p:cNvPr>
          <p:cNvSpPr txBox="1"/>
          <p:nvPr/>
        </p:nvSpPr>
        <p:spPr>
          <a:xfrm>
            <a:off x="5124439" y="588777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406" name="Equals 405">
            <a:extLst>
              <a:ext uri="{FF2B5EF4-FFF2-40B4-BE49-F238E27FC236}">
                <a16:creationId xmlns:a16="http://schemas.microsoft.com/office/drawing/2014/main" id="{5B5AA970-AE6E-5CC7-A69E-402DC1F2BAEF}"/>
              </a:ext>
            </a:extLst>
          </p:cNvPr>
          <p:cNvSpPr/>
          <p:nvPr/>
        </p:nvSpPr>
        <p:spPr>
          <a:xfrm>
            <a:off x="8279950" y="5828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90E92239-6B97-7744-8F1B-008A8F9CF23F}"/>
              </a:ext>
            </a:extLst>
          </p:cNvPr>
          <p:cNvCxnSpPr>
            <a:cxnSpLocks/>
          </p:cNvCxnSpPr>
          <p:nvPr/>
        </p:nvCxnSpPr>
        <p:spPr>
          <a:xfrm>
            <a:off x="559501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8" name="TextBox 407">
            <a:extLst>
              <a:ext uri="{FF2B5EF4-FFF2-40B4-BE49-F238E27FC236}">
                <a16:creationId xmlns:a16="http://schemas.microsoft.com/office/drawing/2014/main" id="{E7017E14-5D41-B2E2-52C3-7E71349BC6DC}"/>
              </a:ext>
            </a:extLst>
          </p:cNvPr>
          <p:cNvSpPr txBox="1"/>
          <p:nvPr/>
        </p:nvSpPr>
        <p:spPr>
          <a:xfrm>
            <a:off x="5679800" y="6464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1,22</a:t>
            </a:r>
          </a:p>
        </p:txBody>
      </p:sp>
      <p:sp>
        <p:nvSpPr>
          <p:cNvPr id="409" name="Oval 408">
            <a:extLst>
              <a:ext uri="{FF2B5EF4-FFF2-40B4-BE49-F238E27FC236}">
                <a16:creationId xmlns:a16="http://schemas.microsoft.com/office/drawing/2014/main" id="{0C9C71DE-5DFE-B78A-32FA-E016F976A11B}"/>
              </a:ext>
            </a:extLst>
          </p:cNvPr>
          <p:cNvSpPr/>
          <p:nvPr/>
        </p:nvSpPr>
        <p:spPr>
          <a:xfrm>
            <a:off x="580733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10" name="Picture 409">
            <a:extLst>
              <a:ext uri="{FF2B5EF4-FFF2-40B4-BE49-F238E27FC236}">
                <a16:creationId xmlns:a16="http://schemas.microsoft.com/office/drawing/2014/main" id="{E0D696D9-40C0-3968-B932-F0F8B8D38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70617"/>
            <a:ext cx="728704" cy="728704"/>
          </a:xfrm>
          <a:prstGeom prst="rect">
            <a:avLst/>
          </a:prstGeom>
        </p:spPr>
      </p:pic>
      <p:sp>
        <p:nvSpPr>
          <p:cNvPr id="412" name="TextBox 411">
            <a:extLst>
              <a:ext uri="{FF2B5EF4-FFF2-40B4-BE49-F238E27FC236}">
                <a16:creationId xmlns:a16="http://schemas.microsoft.com/office/drawing/2014/main" id="{AABF8000-AB7D-0ACF-BA32-EDD892B43481}"/>
              </a:ext>
            </a:extLst>
          </p:cNvPr>
          <p:cNvSpPr txBox="1"/>
          <p:nvPr/>
        </p:nvSpPr>
        <p:spPr>
          <a:xfrm>
            <a:off x="5487063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1</a:t>
            </a: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725506DB-2FDD-75F9-16DD-5CB31CAD4641}"/>
              </a:ext>
            </a:extLst>
          </p:cNvPr>
          <p:cNvCxnSpPr>
            <a:cxnSpLocks/>
          </p:cNvCxnSpPr>
          <p:nvPr/>
        </p:nvCxnSpPr>
        <p:spPr>
          <a:xfrm>
            <a:off x="7169178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B2CD88AB-F2EC-6ABD-C100-EE34BDBA31A0}"/>
              </a:ext>
            </a:extLst>
          </p:cNvPr>
          <p:cNvSpPr txBox="1"/>
          <p:nvPr/>
        </p:nvSpPr>
        <p:spPr>
          <a:xfrm>
            <a:off x="7253964" y="6464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0,46</a:t>
            </a:r>
          </a:p>
        </p:txBody>
      </p:sp>
      <p:sp>
        <p:nvSpPr>
          <p:cNvPr id="418" name="Oval 417">
            <a:extLst>
              <a:ext uri="{FF2B5EF4-FFF2-40B4-BE49-F238E27FC236}">
                <a16:creationId xmlns:a16="http://schemas.microsoft.com/office/drawing/2014/main" id="{478DBF4D-7CE9-DF51-F83A-B04F1D2A44AD}"/>
              </a:ext>
            </a:extLst>
          </p:cNvPr>
          <p:cNvSpPr/>
          <p:nvPr/>
        </p:nvSpPr>
        <p:spPr>
          <a:xfrm>
            <a:off x="7381498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7" name="Picture 426">
            <a:extLst>
              <a:ext uri="{FF2B5EF4-FFF2-40B4-BE49-F238E27FC236}">
                <a16:creationId xmlns:a16="http://schemas.microsoft.com/office/drawing/2014/main" id="{1C668737-55E4-77F7-1BC5-85778CE71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70617"/>
            <a:ext cx="728704" cy="728704"/>
          </a:xfrm>
          <a:prstGeom prst="rect">
            <a:avLst/>
          </a:prstGeom>
        </p:spPr>
      </p:pic>
      <p:sp>
        <p:nvSpPr>
          <p:cNvPr id="429" name="TextBox 428">
            <a:extLst>
              <a:ext uri="{FF2B5EF4-FFF2-40B4-BE49-F238E27FC236}">
                <a16:creationId xmlns:a16="http://schemas.microsoft.com/office/drawing/2014/main" id="{F6AC71D5-DCA5-E8B9-3886-A82CB7EBDC20}"/>
              </a:ext>
            </a:extLst>
          </p:cNvPr>
          <p:cNvSpPr txBox="1"/>
          <p:nvPr/>
        </p:nvSpPr>
        <p:spPr>
          <a:xfrm>
            <a:off x="7061227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338C13E8-97F6-D7E4-8842-095E0F5C17A8}"/>
              </a:ext>
            </a:extLst>
          </p:cNvPr>
          <p:cNvCxnSpPr>
            <a:cxnSpLocks/>
          </p:cNvCxnSpPr>
          <p:nvPr/>
        </p:nvCxnSpPr>
        <p:spPr>
          <a:xfrm>
            <a:off x="872556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3" name="TextBox 432">
            <a:extLst>
              <a:ext uri="{FF2B5EF4-FFF2-40B4-BE49-F238E27FC236}">
                <a16:creationId xmlns:a16="http://schemas.microsoft.com/office/drawing/2014/main" id="{530160B5-F5CB-9250-ABA4-52D8AC279776}"/>
              </a:ext>
            </a:extLst>
          </p:cNvPr>
          <p:cNvSpPr txBox="1"/>
          <p:nvPr/>
        </p:nvSpPr>
        <p:spPr>
          <a:xfrm>
            <a:off x="8810350" y="6464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0,76</a:t>
            </a:r>
          </a:p>
        </p:txBody>
      </p:sp>
      <p:sp>
        <p:nvSpPr>
          <p:cNvPr id="435" name="Oval 434">
            <a:extLst>
              <a:ext uri="{FF2B5EF4-FFF2-40B4-BE49-F238E27FC236}">
                <a16:creationId xmlns:a16="http://schemas.microsoft.com/office/drawing/2014/main" id="{DB4A5476-EBE3-E469-3255-4E8514CA2410}"/>
              </a:ext>
            </a:extLst>
          </p:cNvPr>
          <p:cNvSpPr/>
          <p:nvPr/>
        </p:nvSpPr>
        <p:spPr>
          <a:xfrm>
            <a:off x="893788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37" name="Picture 436">
            <a:extLst>
              <a:ext uri="{FF2B5EF4-FFF2-40B4-BE49-F238E27FC236}">
                <a16:creationId xmlns:a16="http://schemas.microsoft.com/office/drawing/2014/main" id="{1431B69B-3BA3-D338-0922-DF240FE9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70617"/>
            <a:ext cx="728704" cy="728704"/>
          </a:xfrm>
          <a:prstGeom prst="rect">
            <a:avLst/>
          </a:prstGeom>
        </p:spPr>
      </p:pic>
      <p:sp>
        <p:nvSpPr>
          <p:cNvPr id="438" name="Rectangle 437">
            <a:extLst>
              <a:ext uri="{FF2B5EF4-FFF2-40B4-BE49-F238E27FC236}">
                <a16:creationId xmlns:a16="http://schemas.microsoft.com/office/drawing/2014/main" id="{E528347D-E8B3-1A2F-C759-43CD6A956AE7}"/>
              </a:ext>
            </a:extLst>
          </p:cNvPr>
          <p:cNvSpPr/>
          <p:nvPr/>
        </p:nvSpPr>
        <p:spPr>
          <a:xfrm>
            <a:off x="9061036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B9F847C0-225C-6D39-0957-6303BD5E7D92}"/>
              </a:ext>
            </a:extLst>
          </p:cNvPr>
          <p:cNvSpPr/>
          <p:nvPr/>
        </p:nvSpPr>
        <p:spPr>
          <a:xfrm>
            <a:off x="9132753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E7247EF8-A004-E85A-16E3-D89A53A2A003}"/>
              </a:ext>
            </a:extLst>
          </p:cNvPr>
          <p:cNvSpPr/>
          <p:nvPr/>
        </p:nvSpPr>
        <p:spPr>
          <a:xfrm>
            <a:off x="9204470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22DAD7B-4829-C340-75AB-99A1619B3206}"/>
              </a:ext>
            </a:extLst>
          </p:cNvPr>
          <p:cNvSpPr/>
          <p:nvPr/>
        </p:nvSpPr>
        <p:spPr>
          <a:xfrm>
            <a:off x="9276186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C3BAD50C-E590-129A-8B79-11559C2006DC}"/>
              </a:ext>
            </a:extLst>
          </p:cNvPr>
          <p:cNvSpPr/>
          <p:nvPr/>
        </p:nvSpPr>
        <p:spPr>
          <a:xfrm>
            <a:off x="9347903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2B978556-A1EC-160B-D74B-E07AA530DF61}"/>
              </a:ext>
            </a:extLst>
          </p:cNvPr>
          <p:cNvSpPr/>
          <p:nvPr/>
        </p:nvSpPr>
        <p:spPr>
          <a:xfrm>
            <a:off x="7646174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DFEE7843-D6D9-30C1-3C3B-B4F8DCEDA421}"/>
              </a:ext>
            </a:extLst>
          </p:cNvPr>
          <p:cNvSpPr/>
          <p:nvPr/>
        </p:nvSpPr>
        <p:spPr>
          <a:xfrm>
            <a:off x="7717891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A191D9D7-FB7B-0DE7-1511-10DEA4D9C98C}"/>
              </a:ext>
            </a:extLst>
          </p:cNvPr>
          <p:cNvSpPr/>
          <p:nvPr/>
        </p:nvSpPr>
        <p:spPr>
          <a:xfrm>
            <a:off x="6073122" y="5673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F6D454EA-D5BF-9121-AD98-6F9B64978F98}"/>
              </a:ext>
            </a:extLst>
          </p:cNvPr>
          <p:cNvSpPr/>
          <p:nvPr/>
        </p:nvSpPr>
        <p:spPr>
          <a:xfrm>
            <a:off x="6073122" y="5745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3F0C83E8-4A25-1987-424C-84405D1A65D6}"/>
              </a:ext>
            </a:extLst>
          </p:cNvPr>
          <p:cNvSpPr/>
          <p:nvPr/>
        </p:nvSpPr>
        <p:spPr>
          <a:xfrm>
            <a:off x="9419619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2" name="Minus Sign 461">
            <a:extLst>
              <a:ext uri="{FF2B5EF4-FFF2-40B4-BE49-F238E27FC236}">
                <a16:creationId xmlns:a16="http://schemas.microsoft.com/office/drawing/2014/main" id="{192EA053-DAF6-BEF6-442C-D5BA75136DB3}"/>
              </a:ext>
            </a:extLst>
          </p:cNvPr>
          <p:cNvSpPr/>
          <p:nvPr/>
        </p:nvSpPr>
        <p:spPr>
          <a:xfrm>
            <a:off x="6709806" y="5884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512DB0E1-8E62-3D71-2804-5282EF6BC075}"/>
              </a:ext>
            </a:extLst>
          </p:cNvPr>
          <p:cNvSpPr/>
          <p:nvPr/>
        </p:nvSpPr>
        <p:spPr>
          <a:xfrm>
            <a:off x="7788364" y="56734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09949964-933D-8BF7-E6F0-501F22138F41}"/>
              </a:ext>
            </a:extLst>
          </p:cNvPr>
          <p:cNvSpPr/>
          <p:nvPr/>
        </p:nvSpPr>
        <p:spPr>
          <a:xfrm>
            <a:off x="7788364" y="574521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6611C1B6-8C29-DD3D-FCD2-FA92448C9F87}"/>
              </a:ext>
            </a:extLst>
          </p:cNvPr>
          <p:cNvSpPr/>
          <p:nvPr/>
        </p:nvSpPr>
        <p:spPr>
          <a:xfrm>
            <a:off x="7788364" y="58169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6" name="Rectangle 465">
            <a:extLst>
              <a:ext uri="{FF2B5EF4-FFF2-40B4-BE49-F238E27FC236}">
                <a16:creationId xmlns:a16="http://schemas.microsoft.com/office/drawing/2014/main" id="{8DDFE749-7528-2FEE-85FC-B6C1790B06FB}"/>
              </a:ext>
            </a:extLst>
          </p:cNvPr>
          <p:cNvSpPr/>
          <p:nvPr/>
        </p:nvSpPr>
        <p:spPr>
          <a:xfrm>
            <a:off x="9491336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B287843-907E-A1FD-2FB9-17B28CB28DE9}"/>
              </a:ext>
            </a:extLst>
          </p:cNvPr>
          <p:cNvSpPr/>
          <p:nvPr/>
        </p:nvSpPr>
        <p:spPr>
          <a:xfrm>
            <a:off x="9563052" y="5960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E1DEE4C7-6726-4D20-F8A3-2C2C5C97DAC0}"/>
              </a:ext>
            </a:extLst>
          </p:cNvPr>
          <p:cNvSpPr/>
          <p:nvPr/>
        </p:nvSpPr>
        <p:spPr>
          <a:xfrm>
            <a:off x="9563052" y="6032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29EA552C-4AC1-4E14-5089-93C0F55E11B8}"/>
              </a:ext>
            </a:extLst>
          </p:cNvPr>
          <p:cNvSpPr/>
          <p:nvPr/>
        </p:nvSpPr>
        <p:spPr>
          <a:xfrm>
            <a:off x="9563052" y="6104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F8B6EE83-70ED-514E-47FE-8AA92E5FF3C1}"/>
              </a:ext>
            </a:extLst>
          </p:cNvPr>
          <p:cNvSpPr/>
          <p:nvPr/>
        </p:nvSpPr>
        <p:spPr>
          <a:xfrm>
            <a:off x="9563052" y="617579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3E338DFC-BFE8-D903-E122-093E51790F4C}"/>
              </a:ext>
            </a:extLst>
          </p:cNvPr>
          <p:cNvSpPr/>
          <p:nvPr/>
        </p:nvSpPr>
        <p:spPr>
          <a:xfrm>
            <a:off x="9563052" y="6247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0DE89FC4-1EF7-7F64-CED0-2F1E6E661932}"/>
              </a:ext>
            </a:extLst>
          </p:cNvPr>
          <p:cNvSpPr/>
          <p:nvPr/>
        </p:nvSpPr>
        <p:spPr>
          <a:xfrm>
            <a:off x="9563052" y="6319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5" name="TextBox 484">
            <a:extLst>
              <a:ext uri="{FF2B5EF4-FFF2-40B4-BE49-F238E27FC236}">
                <a16:creationId xmlns:a16="http://schemas.microsoft.com/office/drawing/2014/main" id="{1A9B9BEA-3D16-1100-9865-E439778A64CC}"/>
              </a:ext>
            </a:extLst>
          </p:cNvPr>
          <p:cNvSpPr txBox="1"/>
          <p:nvPr/>
        </p:nvSpPr>
        <p:spPr>
          <a:xfrm>
            <a:off x="8639982" y="5856964"/>
            <a:ext cx="228195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CDE543EB-010A-014D-DFCF-966D72117039}"/>
              </a:ext>
            </a:extLst>
          </p:cNvPr>
          <p:cNvSpPr txBox="1"/>
          <p:nvPr/>
        </p:nvSpPr>
        <p:spPr>
          <a:xfrm>
            <a:off x="8617613" y="441129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9A5C5AE4-72DA-D620-F483-4ED78D94E0D6}"/>
              </a:ext>
            </a:extLst>
          </p:cNvPr>
          <p:cNvSpPr/>
          <p:nvPr/>
        </p:nvSpPr>
        <p:spPr>
          <a:xfrm>
            <a:off x="6002370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DC9D65-1536-6463-5F82-58513BF08CFB}"/>
              </a:ext>
            </a:extLst>
          </p:cNvPr>
          <p:cNvSpPr/>
          <p:nvPr/>
        </p:nvSpPr>
        <p:spPr>
          <a:xfrm>
            <a:off x="6500846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F1160E8-A454-6897-56F2-A31DA337F285}"/>
              </a:ext>
            </a:extLst>
          </p:cNvPr>
          <p:cNvSpPr/>
          <p:nvPr/>
        </p:nvSpPr>
        <p:spPr>
          <a:xfrm>
            <a:off x="6429129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941700C0-DF05-4C2F-D18B-1ABBC5962357}"/>
              </a:ext>
            </a:extLst>
          </p:cNvPr>
          <p:cNvSpPr/>
          <p:nvPr/>
        </p:nvSpPr>
        <p:spPr>
          <a:xfrm>
            <a:off x="6074520" y="47118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D1F34050-0549-8F91-2CFE-E8DDEB3EC40E}"/>
              </a:ext>
            </a:extLst>
          </p:cNvPr>
          <p:cNvSpPr/>
          <p:nvPr/>
        </p:nvSpPr>
        <p:spPr>
          <a:xfrm>
            <a:off x="6074520" y="47835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29F050EC-34C3-E5CB-B2CB-75D67D01E8C9}"/>
              </a:ext>
            </a:extLst>
          </p:cNvPr>
          <p:cNvSpPr/>
          <p:nvPr/>
        </p:nvSpPr>
        <p:spPr>
          <a:xfrm>
            <a:off x="6074520" y="48552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CC8CB13-81E7-C516-648A-D8E96EBF91DF}"/>
              </a:ext>
            </a:extLst>
          </p:cNvPr>
          <p:cNvSpPr/>
          <p:nvPr/>
        </p:nvSpPr>
        <p:spPr>
          <a:xfrm>
            <a:off x="6074520" y="49269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B47C8DC7-C7EC-F119-D7B0-B6EB404C4E9C}"/>
              </a:ext>
            </a:extLst>
          </p:cNvPr>
          <p:cNvSpPr/>
          <p:nvPr/>
        </p:nvSpPr>
        <p:spPr>
          <a:xfrm>
            <a:off x="6281648" y="42812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F4270E03-9997-1BD4-EC5E-3940261C423E}"/>
              </a:ext>
            </a:extLst>
          </p:cNvPr>
          <p:cNvSpPr/>
          <p:nvPr/>
        </p:nvSpPr>
        <p:spPr>
          <a:xfrm>
            <a:off x="628164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2" name="Rectangle 511">
            <a:extLst>
              <a:ext uri="{FF2B5EF4-FFF2-40B4-BE49-F238E27FC236}">
                <a16:creationId xmlns:a16="http://schemas.microsoft.com/office/drawing/2014/main" id="{F60910E0-6A2F-CB9B-C88E-5ED11CAA1DCF}"/>
              </a:ext>
            </a:extLst>
          </p:cNvPr>
          <p:cNvSpPr/>
          <p:nvPr/>
        </p:nvSpPr>
        <p:spPr>
          <a:xfrm>
            <a:off x="628164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083948B5-53E2-96DC-6ABF-9C778CC5BD5E}"/>
              </a:ext>
            </a:extLst>
          </p:cNvPr>
          <p:cNvSpPr/>
          <p:nvPr/>
        </p:nvSpPr>
        <p:spPr>
          <a:xfrm>
            <a:off x="6281648" y="44964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2EDB1DA-55B2-6078-E367-760BCA3E1353}"/>
              </a:ext>
            </a:extLst>
          </p:cNvPr>
          <p:cNvSpPr/>
          <p:nvPr/>
        </p:nvSpPr>
        <p:spPr>
          <a:xfrm>
            <a:off x="6281648" y="45636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4A56321B-86A4-0144-9611-233EE860ABCE}"/>
              </a:ext>
            </a:extLst>
          </p:cNvPr>
          <p:cNvSpPr/>
          <p:nvPr/>
        </p:nvSpPr>
        <p:spPr>
          <a:xfrm>
            <a:off x="6281648" y="46353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0" name="Rectangle 519">
            <a:extLst>
              <a:ext uri="{FF2B5EF4-FFF2-40B4-BE49-F238E27FC236}">
                <a16:creationId xmlns:a16="http://schemas.microsoft.com/office/drawing/2014/main" id="{EC3CC38E-4A78-755E-D394-49B4079FAEA8}"/>
              </a:ext>
            </a:extLst>
          </p:cNvPr>
          <p:cNvSpPr/>
          <p:nvPr/>
        </p:nvSpPr>
        <p:spPr>
          <a:xfrm>
            <a:off x="6281648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256DD5D9-BBE7-76D6-5ACF-44BBCF67FAB2}"/>
              </a:ext>
            </a:extLst>
          </p:cNvPr>
          <p:cNvSpPr/>
          <p:nvPr/>
        </p:nvSpPr>
        <p:spPr>
          <a:xfrm>
            <a:off x="6570532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8BE80588-CFB8-7BF5-AA73-20719E3D8D21}"/>
              </a:ext>
            </a:extLst>
          </p:cNvPr>
          <p:cNvSpPr/>
          <p:nvPr/>
        </p:nvSpPr>
        <p:spPr>
          <a:xfrm>
            <a:off x="8074771" y="44170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486FA604-B1C4-F1CB-6205-EF2D850DBFBB}"/>
              </a:ext>
            </a:extLst>
          </p:cNvPr>
          <p:cNvSpPr/>
          <p:nvPr/>
        </p:nvSpPr>
        <p:spPr>
          <a:xfrm>
            <a:off x="8074771" y="44887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A6B62C4B-706B-7BD0-2665-076861B4D249}"/>
              </a:ext>
            </a:extLst>
          </p:cNvPr>
          <p:cNvSpPr/>
          <p:nvPr/>
        </p:nvSpPr>
        <p:spPr>
          <a:xfrm>
            <a:off x="8074771" y="45604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ADB9CFF8-10E3-CCA6-C5A6-0A0C6F5CEAC4}"/>
              </a:ext>
            </a:extLst>
          </p:cNvPr>
          <p:cNvSpPr/>
          <p:nvPr/>
        </p:nvSpPr>
        <p:spPr>
          <a:xfrm>
            <a:off x="8074771" y="463218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8A270B89-0897-A9F4-B16D-89020034940B}"/>
              </a:ext>
            </a:extLst>
          </p:cNvPr>
          <p:cNvSpPr/>
          <p:nvPr/>
        </p:nvSpPr>
        <p:spPr>
          <a:xfrm>
            <a:off x="8074771" y="47039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CA2771CD-9B2D-15E8-B17E-2FE16B6A3D9C}"/>
              </a:ext>
            </a:extLst>
          </p:cNvPr>
          <p:cNvSpPr/>
          <p:nvPr/>
        </p:nvSpPr>
        <p:spPr>
          <a:xfrm>
            <a:off x="8074771" y="477562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4706448F-7361-8589-2D2A-9087A025A2A9}"/>
              </a:ext>
            </a:extLst>
          </p:cNvPr>
          <p:cNvSpPr/>
          <p:nvPr/>
        </p:nvSpPr>
        <p:spPr>
          <a:xfrm>
            <a:off x="8074771" y="48473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05BDD7D-09F7-DF84-26CC-2E19E3FAD72B}"/>
              </a:ext>
            </a:extLst>
          </p:cNvPr>
          <p:cNvSpPr/>
          <p:nvPr/>
        </p:nvSpPr>
        <p:spPr>
          <a:xfrm>
            <a:off x="8074771" y="49190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5F45D022-19E5-CF26-02B6-19DF620FBEC0}"/>
              </a:ext>
            </a:extLst>
          </p:cNvPr>
          <p:cNvSpPr/>
          <p:nvPr/>
        </p:nvSpPr>
        <p:spPr>
          <a:xfrm>
            <a:off x="8074771" y="43520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99931296-AE5D-A478-7824-33C6020DE907}"/>
              </a:ext>
            </a:extLst>
          </p:cNvPr>
          <p:cNvSpPr/>
          <p:nvPr/>
        </p:nvSpPr>
        <p:spPr>
          <a:xfrm>
            <a:off x="8148617" y="4278512"/>
            <a:ext cx="71717" cy="71226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40196953-EB68-C068-14FF-AFC8617E79ED}"/>
              </a:ext>
            </a:extLst>
          </p:cNvPr>
          <p:cNvSpPr/>
          <p:nvPr/>
        </p:nvSpPr>
        <p:spPr>
          <a:xfrm>
            <a:off x="7645488" y="44963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C494DDD4-BB01-EA10-6387-100D25B6AD36}"/>
              </a:ext>
            </a:extLst>
          </p:cNvPr>
          <p:cNvSpPr/>
          <p:nvPr/>
        </p:nvSpPr>
        <p:spPr>
          <a:xfrm>
            <a:off x="7645488" y="456808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DE552666-072D-8544-EFDA-64DCD3582FAE}"/>
              </a:ext>
            </a:extLst>
          </p:cNvPr>
          <p:cNvSpPr/>
          <p:nvPr/>
        </p:nvSpPr>
        <p:spPr>
          <a:xfrm>
            <a:off x="5930653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16EDFE9F-439F-3626-C92A-C7D4D3FA02D2}"/>
              </a:ext>
            </a:extLst>
          </p:cNvPr>
          <p:cNvSpPr/>
          <p:nvPr/>
        </p:nvSpPr>
        <p:spPr>
          <a:xfrm>
            <a:off x="7645488" y="463672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779188F6-0CEB-3EE1-B510-519298E17C47}"/>
              </a:ext>
            </a:extLst>
          </p:cNvPr>
          <p:cNvSpPr/>
          <p:nvPr/>
        </p:nvSpPr>
        <p:spPr>
          <a:xfrm>
            <a:off x="750568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C42783AA-E50E-033F-0CF7-881753FB466E}"/>
              </a:ext>
            </a:extLst>
          </p:cNvPr>
          <p:cNvSpPr/>
          <p:nvPr/>
        </p:nvSpPr>
        <p:spPr>
          <a:xfrm>
            <a:off x="7577397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5B25761C-A9E5-C639-83DA-8C880D3CC63C}"/>
              </a:ext>
            </a:extLst>
          </p:cNvPr>
          <p:cNvSpPr/>
          <p:nvPr/>
        </p:nvSpPr>
        <p:spPr>
          <a:xfrm>
            <a:off x="5929293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BF6B2700-C67A-FAB5-3FB2-B19FA4B89DAE}"/>
              </a:ext>
            </a:extLst>
          </p:cNvPr>
          <p:cNvSpPr/>
          <p:nvPr/>
        </p:nvSpPr>
        <p:spPr>
          <a:xfrm>
            <a:off x="600101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CA64FBF-C5D0-705B-A1DC-064B19FB43E1}"/>
              </a:ext>
            </a:extLst>
          </p:cNvPr>
          <p:cNvSpPr/>
          <p:nvPr/>
        </p:nvSpPr>
        <p:spPr>
          <a:xfrm>
            <a:off x="7788364" y="58878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09279B48-A5CF-3D39-6BA0-151544D6DD07}"/>
              </a:ext>
            </a:extLst>
          </p:cNvPr>
          <p:cNvSpPr/>
          <p:nvPr/>
        </p:nvSpPr>
        <p:spPr>
          <a:xfrm>
            <a:off x="7788364" y="59595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E5526494-2D22-C42D-2889-6D2C411192CE}"/>
              </a:ext>
            </a:extLst>
          </p:cNvPr>
          <p:cNvSpPr/>
          <p:nvPr/>
        </p:nvSpPr>
        <p:spPr>
          <a:xfrm>
            <a:off x="7788364" y="60312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58ABF9-7C35-3483-18DC-5BBE13472D6D}"/>
              </a:ext>
            </a:extLst>
          </p:cNvPr>
          <p:cNvSpPr txBox="1"/>
          <p:nvPr/>
        </p:nvSpPr>
        <p:spPr>
          <a:xfrm>
            <a:off x="3936078" y="-59713"/>
            <a:ext cx="9189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1600" b="1" dirty="0">
                <a:latin typeface="Gill Sans Ultra Bold" panose="020B0A02020104020203" pitchFamily="34" charset="0"/>
              </a:rPr>
              <a:t>кемитүү</a:t>
            </a:r>
            <a:endParaRPr lang="en-GB" sz="1200" b="1" dirty="0">
              <a:latin typeface="Gill Sans Ultra Bold" panose="020B0A020201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23AFC0-193A-1A90-20A3-62807B0241AB}"/>
              </a:ext>
            </a:extLst>
          </p:cNvPr>
          <p:cNvSpPr txBox="1"/>
          <p:nvPr/>
        </p:nvSpPr>
        <p:spPr>
          <a:xfrm>
            <a:off x="55538" y="-55287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rgbClr val="FF0000"/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rgbClr val="FF0000"/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43081C-013B-89B3-B4D0-43E1C89F8816}"/>
              </a:ext>
            </a:extLst>
          </p:cNvPr>
          <p:cNvSpPr txBox="1"/>
          <p:nvPr/>
        </p:nvSpPr>
        <p:spPr>
          <a:xfrm>
            <a:off x="-30573" y="139985"/>
            <a:ext cx="50683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4233002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105904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850216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921933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20621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20621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138575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138575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13857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9627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606799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199576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20674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21391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149374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4278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0,4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0,31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98758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94688B6A-88B7-40D4-506B-3961ED353553}"/>
              </a:ext>
            </a:extLst>
          </p:cNvPr>
          <p:cNvSpPr/>
          <p:nvPr/>
        </p:nvSpPr>
        <p:spPr>
          <a:xfrm>
            <a:off x="1679906" y="97155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" name="Minus Sign 9">
            <a:extLst>
              <a:ext uri="{FF2B5EF4-FFF2-40B4-BE49-F238E27FC236}">
                <a16:creationId xmlns:a16="http://schemas.microsoft.com/office/drawing/2014/main" id="{AE00138E-AACE-07B3-A08E-E532A67A6EF1}"/>
              </a:ext>
            </a:extLst>
          </p:cNvPr>
          <p:cNvSpPr/>
          <p:nvPr/>
        </p:nvSpPr>
        <p:spPr>
          <a:xfrm>
            <a:off x="1679906" y="26022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" name="Minus Sign 10">
            <a:extLst>
              <a:ext uri="{FF2B5EF4-FFF2-40B4-BE49-F238E27FC236}">
                <a16:creationId xmlns:a16="http://schemas.microsoft.com/office/drawing/2014/main" id="{88CF577B-EE3E-358D-A735-0EC203D474C8}"/>
              </a:ext>
            </a:extLst>
          </p:cNvPr>
          <p:cNvSpPr/>
          <p:nvPr/>
        </p:nvSpPr>
        <p:spPr>
          <a:xfrm>
            <a:off x="1679906" y="42405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Minus Sign 11">
            <a:extLst>
              <a:ext uri="{FF2B5EF4-FFF2-40B4-BE49-F238E27FC236}">
                <a16:creationId xmlns:a16="http://schemas.microsoft.com/office/drawing/2014/main" id="{4983445F-6AE1-826F-06D9-97853DAEE324}"/>
              </a:ext>
            </a:extLst>
          </p:cNvPr>
          <p:cNvSpPr/>
          <p:nvPr/>
        </p:nvSpPr>
        <p:spPr>
          <a:xfrm>
            <a:off x="1679906" y="58788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" name="Minus Sign 18">
            <a:extLst>
              <a:ext uri="{FF2B5EF4-FFF2-40B4-BE49-F238E27FC236}">
                <a16:creationId xmlns:a16="http://schemas.microsoft.com/office/drawing/2014/main" id="{0E70485E-392D-6364-D84C-D3C1AEA02AD5}"/>
              </a:ext>
            </a:extLst>
          </p:cNvPr>
          <p:cNvSpPr/>
          <p:nvPr/>
        </p:nvSpPr>
        <p:spPr>
          <a:xfrm>
            <a:off x="6709806" y="1694149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Minus Sign 19">
            <a:extLst>
              <a:ext uri="{FF2B5EF4-FFF2-40B4-BE49-F238E27FC236}">
                <a16:creationId xmlns:a16="http://schemas.microsoft.com/office/drawing/2014/main" id="{00D7E527-72AA-42DA-3BC1-36849AB9ABD6}"/>
              </a:ext>
            </a:extLst>
          </p:cNvPr>
          <p:cNvSpPr/>
          <p:nvPr/>
        </p:nvSpPr>
        <p:spPr>
          <a:xfrm>
            <a:off x="6709806" y="3090687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Minus Sign 22">
            <a:extLst>
              <a:ext uri="{FF2B5EF4-FFF2-40B4-BE49-F238E27FC236}">
                <a16:creationId xmlns:a16="http://schemas.microsoft.com/office/drawing/2014/main" id="{E8B4DEEA-A618-5E93-F07D-315D89CD0B82}"/>
              </a:ext>
            </a:extLst>
          </p:cNvPr>
          <p:cNvSpPr/>
          <p:nvPr/>
        </p:nvSpPr>
        <p:spPr>
          <a:xfrm>
            <a:off x="6709806" y="4487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121D6D-DDD0-6E6A-7BAD-A5E27832A179}"/>
              </a:ext>
            </a:extLst>
          </p:cNvPr>
          <p:cNvSpPr/>
          <p:nvPr/>
        </p:nvSpPr>
        <p:spPr>
          <a:xfrm>
            <a:off x="106175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117ED3-E351-D9BD-D48C-87A8A4350E7B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513957-5BD8-FA1F-17B7-278AA8A0354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9E8EDE-6D74-B5B7-73E4-522511B8EE4C}"/>
              </a:ext>
            </a:extLst>
          </p:cNvPr>
          <p:cNvSpPr/>
          <p:nvPr/>
        </p:nvSpPr>
        <p:spPr>
          <a:xfrm>
            <a:off x="98948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1C63FF-0A1E-DC68-F79A-F9FE1624EBFA}"/>
              </a:ext>
            </a:extLst>
          </p:cNvPr>
          <p:cNvSpPr/>
          <p:nvPr/>
        </p:nvSpPr>
        <p:spPr>
          <a:xfrm>
            <a:off x="98948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A2B02A-033A-A822-4C10-66E2B5331E94}"/>
              </a:ext>
            </a:extLst>
          </p:cNvPr>
          <p:cNvSpPr/>
          <p:nvPr/>
        </p:nvSpPr>
        <p:spPr>
          <a:xfrm>
            <a:off x="98948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6DE810-8EC4-BD77-1453-0FAC2804459A}"/>
              </a:ext>
            </a:extLst>
          </p:cNvPr>
          <p:cNvSpPr/>
          <p:nvPr/>
        </p:nvSpPr>
        <p:spPr>
          <a:xfrm>
            <a:off x="98948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CF667A-72C1-20FB-0798-E62C410C887F}"/>
              </a:ext>
            </a:extLst>
          </p:cNvPr>
          <p:cNvSpPr/>
          <p:nvPr/>
        </p:nvSpPr>
        <p:spPr>
          <a:xfrm>
            <a:off x="98948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2202624-F892-EC82-CE1B-260B0EF3A010}"/>
              </a:ext>
            </a:extLst>
          </p:cNvPr>
          <p:cNvSpPr/>
          <p:nvPr/>
        </p:nvSpPr>
        <p:spPr>
          <a:xfrm>
            <a:off x="1133621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4EA596C-F0EB-FEA9-3159-DAAF5C9AB14C}"/>
              </a:ext>
            </a:extLst>
          </p:cNvPr>
          <p:cNvSpPr/>
          <p:nvPr/>
        </p:nvSpPr>
        <p:spPr>
          <a:xfrm>
            <a:off x="1133621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8C6CD5-0F02-360C-0FD2-1DC892199CB6}"/>
              </a:ext>
            </a:extLst>
          </p:cNvPr>
          <p:cNvSpPr/>
          <p:nvPr/>
        </p:nvSpPr>
        <p:spPr>
          <a:xfrm>
            <a:off x="1133621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47D753-A79D-B4B2-9598-E0EF1CDDBED1}"/>
              </a:ext>
            </a:extLst>
          </p:cNvPr>
          <p:cNvSpPr/>
          <p:nvPr/>
        </p:nvSpPr>
        <p:spPr>
          <a:xfrm>
            <a:off x="1133621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4C4DC7A-405C-857C-7F34-3C877A59CFE2}"/>
              </a:ext>
            </a:extLst>
          </p:cNvPr>
          <p:cNvSpPr/>
          <p:nvPr/>
        </p:nvSpPr>
        <p:spPr>
          <a:xfrm>
            <a:off x="1133621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6A54CE4-D06C-5B1D-2BBC-F7DD74C07B0A}"/>
              </a:ext>
            </a:extLst>
          </p:cNvPr>
          <p:cNvSpPr/>
          <p:nvPr/>
        </p:nvSpPr>
        <p:spPr>
          <a:xfrm>
            <a:off x="1133621" y="602774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468A25F-98E8-BD06-2D4B-C7B1B35E8D0D}"/>
              </a:ext>
            </a:extLst>
          </p:cNvPr>
          <p:cNvSpPr/>
          <p:nvPr/>
        </p:nvSpPr>
        <p:spPr>
          <a:xfrm>
            <a:off x="1133621" y="60994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F68A7D-626C-DD30-9395-CCA6CE006882}"/>
              </a:ext>
            </a:extLst>
          </p:cNvPr>
          <p:cNvSpPr/>
          <p:nvPr/>
        </p:nvSpPr>
        <p:spPr>
          <a:xfrm>
            <a:off x="1133621" y="61711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227B885-ECC7-DC07-D560-6D670793D5B8}"/>
              </a:ext>
            </a:extLst>
          </p:cNvPr>
          <p:cNvSpPr/>
          <p:nvPr/>
        </p:nvSpPr>
        <p:spPr>
          <a:xfrm>
            <a:off x="99161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590307C-2647-21D8-78A9-54936BC95F0F}"/>
              </a:ext>
            </a:extLst>
          </p:cNvPr>
          <p:cNvSpPr/>
          <p:nvPr/>
        </p:nvSpPr>
        <p:spPr>
          <a:xfrm>
            <a:off x="106333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87F3955-0044-8CC4-8465-4FB341DD24EC}"/>
              </a:ext>
            </a:extLst>
          </p:cNvPr>
          <p:cNvSpPr/>
          <p:nvPr/>
        </p:nvSpPr>
        <p:spPr>
          <a:xfrm>
            <a:off x="24227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1B38CF4-14A0-CF28-F4AA-A481EAC8F240}"/>
              </a:ext>
            </a:extLst>
          </p:cNvPr>
          <p:cNvSpPr/>
          <p:nvPr/>
        </p:nvSpPr>
        <p:spPr>
          <a:xfrm>
            <a:off x="249446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07F4980-08DD-63D1-8DA8-00CE264E64FB}"/>
              </a:ext>
            </a:extLst>
          </p:cNvPr>
          <p:cNvSpPr/>
          <p:nvPr/>
        </p:nvSpPr>
        <p:spPr>
          <a:xfrm>
            <a:off x="2563165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882DA13-B7F5-DB1D-16AE-8570CCE51C4E}"/>
              </a:ext>
            </a:extLst>
          </p:cNvPr>
          <p:cNvSpPr/>
          <p:nvPr/>
        </p:nvSpPr>
        <p:spPr>
          <a:xfrm>
            <a:off x="2563165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81C7E64-8ED7-8A0C-4931-62E6A50D8E99}"/>
              </a:ext>
            </a:extLst>
          </p:cNvPr>
          <p:cNvSpPr/>
          <p:nvPr/>
        </p:nvSpPr>
        <p:spPr>
          <a:xfrm>
            <a:off x="2563165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F4B53D0-9BFB-E8B7-260D-7240C9F4AD48}"/>
              </a:ext>
            </a:extLst>
          </p:cNvPr>
          <p:cNvSpPr txBox="1"/>
          <p:nvPr/>
        </p:nvSpPr>
        <p:spPr>
          <a:xfrm>
            <a:off x="5098991" y="31261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165" name="Equals 164">
            <a:extLst>
              <a:ext uri="{FF2B5EF4-FFF2-40B4-BE49-F238E27FC236}">
                <a16:creationId xmlns:a16="http://schemas.microsoft.com/office/drawing/2014/main" id="{48F884CA-FF99-D622-B3E5-7EBAA6ACCD48}"/>
              </a:ext>
            </a:extLst>
          </p:cNvPr>
          <p:cNvSpPr/>
          <p:nvPr/>
        </p:nvSpPr>
        <p:spPr>
          <a:xfrm>
            <a:off x="8272936" y="25316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04D69FCC-4330-05C2-9B0F-652029ACD79F}"/>
              </a:ext>
            </a:extLst>
          </p:cNvPr>
          <p:cNvCxnSpPr>
            <a:cxnSpLocks/>
          </p:cNvCxnSpPr>
          <p:nvPr/>
        </p:nvCxnSpPr>
        <p:spPr>
          <a:xfrm>
            <a:off x="558800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6AA01318-5150-6AF8-8881-4490301E530C}"/>
              </a:ext>
            </a:extLst>
          </p:cNvPr>
          <p:cNvSpPr/>
          <p:nvPr/>
        </p:nvSpPr>
        <p:spPr>
          <a:xfrm>
            <a:off x="580032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9" name="Picture 168">
            <a:extLst>
              <a:ext uri="{FF2B5EF4-FFF2-40B4-BE49-F238E27FC236}">
                <a16:creationId xmlns:a16="http://schemas.microsoft.com/office/drawing/2014/main" id="{9F24C985-8662-A19F-211A-1C178073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8" y="95461"/>
            <a:ext cx="728704" cy="728704"/>
          </a:xfrm>
          <a:prstGeom prst="rect">
            <a:avLst/>
          </a:prstGeom>
        </p:spPr>
      </p:pic>
      <p:sp>
        <p:nvSpPr>
          <p:cNvPr id="170" name="Rectangle 169">
            <a:extLst>
              <a:ext uri="{FF2B5EF4-FFF2-40B4-BE49-F238E27FC236}">
                <a16:creationId xmlns:a16="http://schemas.microsoft.com/office/drawing/2014/main" id="{DC4E8658-46A8-5917-DAEF-2E4719F0838C}"/>
              </a:ext>
            </a:extLst>
          </p:cNvPr>
          <p:cNvSpPr/>
          <p:nvPr/>
        </p:nvSpPr>
        <p:spPr>
          <a:xfrm>
            <a:off x="5919739" y="9862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13C98F5-4C1C-0894-D614-9D1804A49C77}"/>
              </a:ext>
            </a:extLst>
          </p:cNvPr>
          <p:cNvSpPr txBox="1"/>
          <p:nvPr/>
        </p:nvSpPr>
        <p:spPr>
          <a:xfrm>
            <a:off x="548004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AFC4D3B8-242D-36CE-0F81-9CDC919711B1}"/>
              </a:ext>
            </a:extLst>
          </p:cNvPr>
          <p:cNvCxnSpPr>
            <a:cxnSpLocks/>
          </p:cNvCxnSpPr>
          <p:nvPr/>
        </p:nvCxnSpPr>
        <p:spPr>
          <a:xfrm>
            <a:off x="7162164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Oval 174">
            <a:extLst>
              <a:ext uri="{FF2B5EF4-FFF2-40B4-BE49-F238E27FC236}">
                <a16:creationId xmlns:a16="http://schemas.microsoft.com/office/drawing/2014/main" id="{2ABEB764-0817-9101-3363-44446703998E}"/>
              </a:ext>
            </a:extLst>
          </p:cNvPr>
          <p:cNvSpPr/>
          <p:nvPr/>
        </p:nvSpPr>
        <p:spPr>
          <a:xfrm>
            <a:off x="7374484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76" name="Picture 175">
            <a:extLst>
              <a:ext uri="{FF2B5EF4-FFF2-40B4-BE49-F238E27FC236}">
                <a16:creationId xmlns:a16="http://schemas.microsoft.com/office/drawing/2014/main" id="{A313533E-216A-5D89-E092-0ED7F8D73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2" y="95461"/>
            <a:ext cx="728704" cy="728704"/>
          </a:xfrm>
          <a:prstGeom prst="rect">
            <a:avLst/>
          </a:prstGeom>
        </p:spPr>
      </p:pic>
      <p:sp>
        <p:nvSpPr>
          <p:cNvPr id="177" name="Rectangle 176">
            <a:extLst>
              <a:ext uri="{FF2B5EF4-FFF2-40B4-BE49-F238E27FC236}">
                <a16:creationId xmlns:a16="http://schemas.microsoft.com/office/drawing/2014/main" id="{0B588A17-90A8-5C7A-815A-F77B1B7711EF}"/>
              </a:ext>
            </a:extLst>
          </p:cNvPr>
          <p:cNvSpPr/>
          <p:nvPr/>
        </p:nvSpPr>
        <p:spPr>
          <a:xfrm>
            <a:off x="7494315" y="9862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F3D4E7A-2B06-A1E6-034B-B7954C9F847C}"/>
              </a:ext>
            </a:extLst>
          </p:cNvPr>
          <p:cNvSpPr txBox="1"/>
          <p:nvPr/>
        </p:nvSpPr>
        <p:spPr>
          <a:xfrm>
            <a:off x="7054213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EC54ADA-C156-936A-D0FA-9FF9F6EB3494}"/>
              </a:ext>
            </a:extLst>
          </p:cNvPr>
          <p:cNvCxnSpPr>
            <a:cxnSpLocks/>
          </p:cNvCxnSpPr>
          <p:nvPr/>
        </p:nvCxnSpPr>
        <p:spPr>
          <a:xfrm>
            <a:off x="871855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Oval 180">
            <a:extLst>
              <a:ext uri="{FF2B5EF4-FFF2-40B4-BE49-F238E27FC236}">
                <a16:creationId xmlns:a16="http://schemas.microsoft.com/office/drawing/2014/main" id="{05279B9C-7E01-F596-636F-A334FADC5D69}"/>
              </a:ext>
            </a:extLst>
          </p:cNvPr>
          <p:cNvSpPr/>
          <p:nvPr/>
        </p:nvSpPr>
        <p:spPr>
          <a:xfrm>
            <a:off x="893087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87" name="Picture 186">
            <a:extLst>
              <a:ext uri="{FF2B5EF4-FFF2-40B4-BE49-F238E27FC236}">
                <a16:creationId xmlns:a16="http://schemas.microsoft.com/office/drawing/2014/main" id="{BD392F84-AE7C-0312-92FB-0C3496A13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08" y="95461"/>
            <a:ext cx="728704" cy="728704"/>
          </a:xfrm>
          <a:prstGeom prst="rect">
            <a:avLst/>
          </a:prstGeom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EE57E980-B7F0-DE82-FE86-A0218EAF7596}"/>
              </a:ext>
            </a:extLst>
          </p:cNvPr>
          <p:cNvSpPr txBox="1"/>
          <p:nvPr/>
        </p:nvSpPr>
        <p:spPr>
          <a:xfrm>
            <a:off x="861059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204" name="Minus Sign 203">
            <a:extLst>
              <a:ext uri="{FF2B5EF4-FFF2-40B4-BE49-F238E27FC236}">
                <a16:creationId xmlns:a16="http://schemas.microsoft.com/office/drawing/2014/main" id="{22B50ADE-ACB4-95D0-7982-D1D127ED1E6B}"/>
              </a:ext>
            </a:extLst>
          </p:cNvPr>
          <p:cNvSpPr/>
          <p:nvPr/>
        </p:nvSpPr>
        <p:spPr>
          <a:xfrm>
            <a:off x="6751968" y="308294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CDB2F33-3D59-AA2E-BE2C-86BC6CF439A5}"/>
              </a:ext>
            </a:extLst>
          </p:cNvPr>
          <p:cNvSpPr/>
          <p:nvPr/>
        </p:nvSpPr>
        <p:spPr>
          <a:xfrm>
            <a:off x="6068128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041196B-5132-4C7E-3D3E-9FB6120539CA}"/>
              </a:ext>
            </a:extLst>
          </p:cNvPr>
          <p:cNvSpPr/>
          <p:nvPr/>
        </p:nvSpPr>
        <p:spPr>
          <a:xfrm>
            <a:off x="6139845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CCA1F00A-8043-00DD-21DD-DBB64395D7BF}"/>
              </a:ext>
            </a:extLst>
          </p:cNvPr>
          <p:cNvSpPr/>
          <p:nvPr/>
        </p:nvSpPr>
        <p:spPr>
          <a:xfrm>
            <a:off x="6208857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4E1FE2C-3AB0-6C47-5C29-2071826B7300}"/>
              </a:ext>
            </a:extLst>
          </p:cNvPr>
          <p:cNvSpPr/>
          <p:nvPr/>
        </p:nvSpPr>
        <p:spPr>
          <a:xfrm>
            <a:off x="6280574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AE908AB3-78BD-B5DD-03DC-BCD9EDECDD1B}"/>
              </a:ext>
            </a:extLst>
          </p:cNvPr>
          <p:cNvSpPr/>
          <p:nvPr/>
        </p:nvSpPr>
        <p:spPr>
          <a:xfrm>
            <a:off x="592913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5D68086C-F269-BA96-7D93-EA7D271C38CD}"/>
              </a:ext>
            </a:extLst>
          </p:cNvPr>
          <p:cNvSpPr/>
          <p:nvPr/>
        </p:nvSpPr>
        <p:spPr>
          <a:xfrm>
            <a:off x="7573786" y="28839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B2DC5AEE-6E4F-3AF4-35F5-C787A5CAE108}"/>
              </a:ext>
            </a:extLst>
          </p:cNvPr>
          <p:cNvSpPr/>
          <p:nvPr/>
        </p:nvSpPr>
        <p:spPr>
          <a:xfrm>
            <a:off x="7573786" y="29556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33EAB6C-3E51-21D1-DF0C-DF61D9DDB8F5}"/>
              </a:ext>
            </a:extLst>
          </p:cNvPr>
          <p:cNvSpPr/>
          <p:nvPr/>
        </p:nvSpPr>
        <p:spPr>
          <a:xfrm>
            <a:off x="7573786" y="30273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0C41DC24-E75A-45C9-4A31-4BEBEAED8507}"/>
              </a:ext>
            </a:extLst>
          </p:cNvPr>
          <p:cNvSpPr/>
          <p:nvPr/>
        </p:nvSpPr>
        <p:spPr>
          <a:xfrm>
            <a:off x="7573786" y="30990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E64C4E2C-D41E-A1E8-E61F-502BEBA40418}"/>
              </a:ext>
            </a:extLst>
          </p:cNvPr>
          <p:cNvSpPr/>
          <p:nvPr/>
        </p:nvSpPr>
        <p:spPr>
          <a:xfrm>
            <a:off x="7573786" y="317077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0374C85-219C-7317-F03A-4D45FDBD96E2}"/>
              </a:ext>
            </a:extLst>
          </p:cNvPr>
          <p:cNvSpPr/>
          <p:nvPr/>
        </p:nvSpPr>
        <p:spPr>
          <a:xfrm>
            <a:off x="7573786" y="324249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B99A57C6-B855-7225-4C07-2C2D483F50DF}"/>
              </a:ext>
            </a:extLst>
          </p:cNvPr>
          <p:cNvSpPr/>
          <p:nvPr/>
        </p:nvSpPr>
        <p:spPr>
          <a:xfrm>
            <a:off x="7645488" y="4281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DE926638-E9BF-BBD9-C8E4-068DCD10A4F0}"/>
              </a:ext>
            </a:extLst>
          </p:cNvPr>
          <p:cNvSpPr/>
          <p:nvPr/>
        </p:nvSpPr>
        <p:spPr>
          <a:xfrm>
            <a:off x="764548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921D7101-6A76-5C22-B31B-713D271D63A1}"/>
              </a:ext>
            </a:extLst>
          </p:cNvPr>
          <p:cNvSpPr/>
          <p:nvPr/>
        </p:nvSpPr>
        <p:spPr>
          <a:xfrm>
            <a:off x="764548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1E555A5-2337-65C5-C6CB-0EB6038A5873}"/>
              </a:ext>
            </a:extLst>
          </p:cNvPr>
          <p:cNvSpPr/>
          <p:nvPr/>
        </p:nvSpPr>
        <p:spPr>
          <a:xfrm>
            <a:off x="7502301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A4B3E96A-64D1-02E7-5038-A82E0CA418B6}"/>
              </a:ext>
            </a:extLst>
          </p:cNvPr>
          <p:cNvSpPr txBox="1"/>
          <p:nvPr/>
        </p:nvSpPr>
        <p:spPr>
          <a:xfrm>
            <a:off x="5124439" y="588777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406" name="Equals 405">
            <a:extLst>
              <a:ext uri="{FF2B5EF4-FFF2-40B4-BE49-F238E27FC236}">
                <a16:creationId xmlns:a16="http://schemas.microsoft.com/office/drawing/2014/main" id="{5B5AA970-AE6E-5CC7-A69E-402DC1F2BAEF}"/>
              </a:ext>
            </a:extLst>
          </p:cNvPr>
          <p:cNvSpPr/>
          <p:nvPr/>
        </p:nvSpPr>
        <p:spPr>
          <a:xfrm>
            <a:off x="8279950" y="5828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90E92239-6B97-7744-8F1B-008A8F9CF23F}"/>
              </a:ext>
            </a:extLst>
          </p:cNvPr>
          <p:cNvCxnSpPr>
            <a:cxnSpLocks/>
          </p:cNvCxnSpPr>
          <p:nvPr/>
        </p:nvCxnSpPr>
        <p:spPr>
          <a:xfrm>
            <a:off x="559501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9" name="Oval 408">
            <a:extLst>
              <a:ext uri="{FF2B5EF4-FFF2-40B4-BE49-F238E27FC236}">
                <a16:creationId xmlns:a16="http://schemas.microsoft.com/office/drawing/2014/main" id="{0C9C71DE-5DFE-B78A-32FA-E016F976A11B}"/>
              </a:ext>
            </a:extLst>
          </p:cNvPr>
          <p:cNvSpPr/>
          <p:nvPr/>
        </p:nvSpPr>
        <p:spPr>
          <a:xfrm>
            <a:off x="580733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10" name="Picture 409">
            <a:extLst>
              <a:ext uri="{FF2B5EF4-FFF2-40B4-BE49-F238E27FC236}">
                <a16:creationId xmlns:a16="http://schemas.microsoft.com/office/drawing/2014/main" id="{E0D696D9-40C0-3968-B932-F0F8B8D38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70617"/>
            <a:ext cx="728704" cy="728704"/>
          </a:xfrm>
          <a:prstGeom prst="rect">
            <a:avLst/>
          </a:prstGeom>
        </p:spPr>
      </p:pic>
      <p:sp>
        <p:nvSpPr>
          <p:cNvPr id="412" name="TextBox 411">
            <a:extLst>
              <a:ext uri="{FF2B5EF4-FFF2-40B4-BE49-F238E27FC236}">
                <a16:creationId xmlns:a16="http://schemas.microsoft.com/office/drawing/2014/main" id="{AABF8000-AB7D-0ACF-BA32-EDD892B43481}"/>
              </a:ext>
            </a:extLst>
          </p:cNvPr>
          <p:cNvSpPr txBox="1"/>
          <p:nvPr/>
        </p:nvSpPr>
        <p:spPr>
          <a:xfrm>
            <a:off x="5487063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1</a:t>
            </a: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725506DB-2FDD-75F9-16DD-5CB31CAD4641}"/>
              </a:ext>
            </a:extLst>
          </p:cNvPr>
          <p:cNvCxnSpPr>
            <a:cxnSpLocks/>
          </p:cNvCxnSpPr>
          <p:nvPr/>
        </p:nvCxnSpPr>
        <p:spPr>
          <a:xfrm>
            <a:off x="7169178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8" name="Oval 417">
            <a:extLst>
              <a:ext uri="{FF2B5EF4-FFF2-40B4-BE49-F238E27FC236}">
                <a16:creationId xmlns:a16="http://schemas.microsoft.com/office/drawing/2014/main" id="{478DBF4D-7CE9-DF51-F83A-B04F1D2A44AD}"/>
              </a:ext>
            </a:extLst>
          </p:cNvPr>
          <p:cNvSpPr/>
          <p:nvPr/>
        </p:nvSpPr>
        <p:spPr>
          <a:xfrm>
            <a:off x="7381498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7" name="Picture 426">
            <a:extLst>
              <a:ext uri="{FF2B5EF4-FFF2-40B4-BE49-F238E27FC236}">
                <a16:creationId xmlns:a16="http://schemas.microsoft.com/office/drawing/2014/main" id="{1C668737-55E4-77F7-1BC5-85778CE71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70617"/>
            <a:ext cx="728704" cy="728704"/>
          </a:xfrm>
          <a:prstGeom prst="rect">
            <a:avLst/>
          </a:prstGeom>
        </p:spPr>
      </p:pic>
      <p:sp>
        <p:nvSpPr>
          <p:cNvPr id="429" name="TextBox 428">
            <a:extLst>
              <a:ext uri="{FF2B5EF4-FFF2-40B4-BE49-F238E27FC236}">
                <a16:creationId xmlns:a16="http://schemas.microsoft.com/office/drawing/2014/main" id="{F6AC71D5-DCA5-E8B9-3886-A82CB7EBDC20}"/>
              </a:ext>
            </a:extLst>
          </p:cNvPr>
          <p:cNvSpPr txBox="1"/>
          <p:nvPr/>
        </p:nvSpPr>
        <p:spPr>
          <a:xfrm>
            <a:off x="7061227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338C13E8-97F6-D7E4-8842-095E0F5C17A8}"/>
              </a:ext>
            </a:extLst>
          </p:cNvPr>
          <p:cNvCxnSpPr>
            <a:cxnSpLocks/>
          </p:cNvCxnSpPr>
          <p:nvPr/>
        </p:nvCxnSpPr>
        <p:spPr>
          <a:xfrm>
            <a:off x="872556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5" name="Oval 434">
            <a:extLst>
              <a:ext uri="{FF2B5EF4-FFF2-40B4-BE49-F238E27FC236}">
                <a16:creationId xmlns:a16="http://schemas.microsoft.com/office/drawing/2014/main" id="{DB4A5476-EBE3-E469-3255-4E8514CA2410}"/>
              </a:ext>
            </a:extLst>
          </p:cNvPr>
          <p:cNvSpPr/>
          <p:nvPr/>
        </p:nvSpPr>
        <p:spPr>
          <a:xfrm>
            <a:off x="893788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37" name="Picture 436">
            <a:extLst>
              <a:ext uri="{FF2B5EF4-FFF2-40B4-BE49-F238E27FC236}">
                <a16:creationId xmlns:a16="http://schemas.microsoft.com/office/drawing/2014/main" id="{1431B69B-3BA3-D338-0922-DF240FE9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70617"/>
            <a:ext cx="728704" cy="728704"/>
          </a:xfrm>
          <a:prstGeom prst="rect">
            <a:avLst/>
          </a:prstGeom>
        </p:spPr>
      </p:pic>
      <p:sp>
        <p:nvSpPr>
          <p:cNvPr id="457" name="Rectangle 456">
            <a:extLst>
              <a:ext uri="{FF2B5EF4-FFF2-40B4-BE49-F238E27FC236}">
                <a16:creationId xmlns:a16="http://schemas.microsoft.com/office/drawing/2014/main" id="{2B978556-A1EC-160B-D74B-E07AA530DF61}"/>
              </a:ext>
            </a:extLst>
          </p:cNvPr>
          <p:cNvSpPr/>
          <p:nvPr/>
        </p:nvSpPr>
        <p:spPr>
          <a:xfrm>
            <a:off x="7646174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DFEE7843-D6D9-30C1-3C3B-B4F8DCEDA421}"/>
              </a:ext>
            </a:extLst>
          </p:cNvPr>
          <p:cNvSpPr/>
          <p:nvPr/>
        </p:nvSpPr>
        <p:spPr>
          <a:xfrm>
            <a:off x="7717891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A191D9D7-FB7B-0DE7-1511-10DEA4D9C98C}"/>
              </a:ext>
            </a:extLst>
          </p:cNvPr>
          <p:cNvSpPr/>
          <p:nvPr/>
        </p:nvSpPr>
        <p:spPr>
          <a:xfrm>
            <a:off x="6073122" y="5673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F6D454EA-D5BF-9121-AD98-6F9B64978F98}"/>
              </a:ext>
            </a:extLst>
          </p:cNvPr>
          <p:cNvSpPr/>
          <p:nvPr/>
        </p:nvSpPr>
        <p:spPr>
          <a:xfrm>
            <a:off x="6073122" y="5745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2" name="Minus Sign 461">
            <a:extLst>
              <a:ext uri="{FF2B5EF4-FFF2-40B4-BE49-F238E27FC236}">
                <a16:creationId xmlns:a16="http://schemas.microsoft.com/office/drawing/2014/main" id="{192EA053-DAF6-BEF6-442C-D5BA75136DB3}"/>
              </a:ext>
            </a:extLst>
          </p:cNvPr>
          <p:cNvSpPr/>
          <p:nvPr/>
        </p:nvSpPr>
        <p:spPr>
          <a:xfrm>
            <a:off x="6709806" y="5884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512DB0E1-8E62-3D71-2804-5282EF6BC075}"/>
              </a:ext>
            </a:extLst>
          </p:cNvPr>
          <p:cNvSpPr/>
          <p:nvPr/>
        </p:nvSpPr>
        <p:spPr>
          <a:xfrm>
            <a:off x="7788364" y="56734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09949964-933D-8BF7-E6F0-501F22138F41}"/>
              </a:ext>
            </a:extLst>
          </p:cNvPr>
          <p:cNvSpPr/>
          <p:nvPr/>
        </p:nvSpPr>
        <p:spPr>
          <a:xfrm>
            <a:off x="7788364" y="574521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6611C1B6-8C29-DD3D-FCD2-FA92448C9F87}"/>
              </a:ext>
            </a:extLst>
          </p:cNvPr>
          <p:cNvSpPr/>
          <p:nvPr/>
        </p:nvSpPr>
        <p:spPr>
          <a:xfrm>
            <a:off x="7788364" y="58169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CDE543EB-010A-014D-DFCF-966D72117039}"/>
              </a:ext>
            </a:extLst>
          </p:cNvPr>
          <p:cNvSpPr txBox="1"/>
          <p:nvPr/>
        </p:nvSpPr>
        <p:spPr>
          <a:xfrm>
            <a:off x="8617613" y="441129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9A5C5AE4-72DA-D620-F483-4ED78D94E0D6}"/>
              </a:ext>
            </a:extLst>
          </p:cNvPr>
          <p:cNvSpPr/>
          <p:nvPr/>
        </p:nvSpPr>
        <p:spPr>
          <a:xfrm>
            <a:off x="6002370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DC9D65-1536-6463-5F82-58513BF08CFB}"/>
              </a:ext>
            </a:extLst>
          </p:cNvPr>
          <p:cNvSpPr/>
          <p:nvPr/>
        </p:nvSpPr>
        <p:spPr>
          <a:xfrm>
            <a:off x="6500846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F1160E8-A454-6897-56F2-A31DA337F285}"/>
              </a:ext>
            </a:extLst>
          </p:cNvPr>
          <p:cNvSpPr/>
          <p:nvPr/>
        </p:nvSpPr>
        <p:spPr>
          <a:xfrm>
            <a:off x="6429129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941700C0-DF05-4C2F-D18B-1ABBC5962357}"/>
              </a:ext>
            </a:extLst>
          </p:cNvPr>
          <p:cNvSpPr/>
          <p:nvPr/>
        </p:nvSpPr>
        <p:spPr>
          <a:xfrm>
            <a:off x="6074520" y="47118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D1F34050-0549-8F91-2CFE-E8DDEB3EC40E}"/>
              </a:ext>
            </a:extLst>
          </p:cNvPr>
          <p:cNvSpPr/>
          <p:nvPr/>
        </p:nvSpPr>
        <p:spPr>
          <a:xfrm>
            <a:off x="6074520" y="47835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29F050EC-34C3-E5CB-B2CB-75D67D01E8C9}"/>
              </a:ext>
            </a:extLst>
          </p:cNvPr>
          <p:cNvSpPr/>
          <p:nvPr/>
        </p:nvSpPr>
        <p:spPr>
          <a:xfrm>
            <a:off x="6074520" y="48552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CC8CB13-81E7-C516-648A-D8E96EBF91DF}"/>
              </a:ext>
            </a:extLst>
          </p:cNvPr>
          <p:cNvSpPr/>
          <p:nvPr/>
        </p:nvSpPr>
        <p:spPr>
          <a:xfrm>
            <a:off x="6074520" y="49269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B47C8DC7-C7EC-F119-D7B0-B6EB404C4E9C}"/>
              </a:ext>
            </a:extLst>
          </p:cNvPr>
          <p:cNvSpPr/>
          <p:nvPr/>
        </p:nvSpPr>
        <p:spPr>
          <a:xfrm>
            <a:off x="6281648" y="42812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F4270E03-9997-1BD4-EC5E-3940261C423E}"/>
              </a:ext>
            </a:extLst>
          </p:cNvPr>
          <p:cNvSpPr/>
          <p:nvPr/>
        </p:nvSpPr>
        <p:spPr>
          <a:xfrm>
            <a:off x="628164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2" name="Rectangle 511">
            <a:extLst>
              <a:ext uri="{FF2B5EF4-FFF2-40B4-BE49-F238E27FC236}">
                <a16:creationId xmlns:a16="http://schemas.microsoft.com/office/drawing/2014/main" id="{F60910E0-6A2F-CB9B-C88E-5ED11CAA1DCF}"/>
              </a:ext>
            </a:extLst>
          </p:cNvPr>
          <p:cNvSpPr/>
          <p:nvPr/>
        </p:nvSpPr>
        <p:spPr>
          <a:xfrm>
            <a:off x="628164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083948B5-53E2-96DC-6ABF-9C778CC5BD5E}"/>
              </a:ext>
            </a:extLst>
          </p:cNvPr>
          <p:cNvSpPr/>
          <p:nvPr/>
        </p:nvSpPr>
        <p:spPr>
          <a:xfrm>
            <a:off x="6281648" y="44964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2EDB1DA-55B2-6078-E367-760BCA3E1353}"/>
              </a:ext>
            </a:extLst>
          </p:cNvPr>
          <p:cNvSpPr/>
          <p:nvPr/>
        </p:nvSpPr>
        <p:spPr>
          <a:xfrm>
            <a:off x="6281648" y="45636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4A56321B-86A4-0144-9611-233EE860ABCE}"/>
              </a:ext>
            </a:extLst>
          </p:cNvPr>
          <p:cNvSpPr/>
          <p:nvPr/>
        </p:nvSpPr>
        <p:spPr>
          <a:xfrm>
            <a:off x="6281648" y="46353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0" name="Rectangle 519">
            <a:extLst>
              <a:ext uri="{FF2B5EF4-FFF2-40B4-BE49-F238E27FC236}">
                <a16:creationId xmlns:a16="http://schemas.microsoft.com/office/drawing/2014/main" id="{EC3CC38E-4A78-755E-D394-49B4079FAEA8}"/>
              </a:ext>
            </a:extLst>
          </p:cNvPr>
          <p:cNvSpPr/>
          <p:nvPr/>
        </p:nvSpPr>
        <p:spPr>
          <a:xfrm>
            <a:off x="6281648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256DD5D9-BBE7-76D6-5ACF-44BBCF67FAB2}"/>
              </a:ext>
            </a:extLst>
          </p:cNvPr>
          <p:cNvSpPr/>
          <p:nvPr/>
        </p:nvSpPr>
        <p:spPr>
          <a:xfrm>
            <a:off x="6570532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8BE80588-CFB8-7BF5-AA73-20719E3D8D21}"/>
              </a:ext>
            </a:extLst>
          </p:cNvPr>
          <p:cNvSpPr/>
          <p:nvPr/>
        </p:nvSpPr>
        <p:spPr>
          <a:xfrm>
            <a:off x="8074771" y="44170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486FA604-B1C4-F1CB-6205-EF2D850DBFBB}"/>
              </a:ext>
            </a:extLst>
          </p:cNvPr>
          <p:cNvSpPr/>
          <p:nvPr/>
        </p:nvSpPr>
        <p:spPr>
          <a:xfrm>
            <a:off x="8074771" y="44887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A6B62C4B-706B-7BD0-2665-076861B4D249}"/>
              </a:ext>
            </a:extLst>
          </p:cNvPr>
          <p:cNvSpPr/>
          <p:nvPr/>
        </p:nvSpPr>
        <p:spPr>
          <a:xfrm>
            <a:off x="8074771" y="45604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ADB9CFF8-10E3-CCA6-C5A6-0A0C6F5CEAC4}"/>
              </a:ext>
            </a:extLst>
          </p:cNvPr>
          <p:cNvSpPr/>
          <p:nvPr/>
        </p:nvSpPr>
        <p:spPr>
          <a:xfrm>
            <a:off x="8074771" y="463218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8A270B89-0897-A9F4-B16D-89020034940B}"/>
              </a:ext>
            </a:extLst>
          </p:cNvPr>
          <p:cNvSpPr/>
          <p:nvPr/>
        </p:nvSpPr>
        <p:spPr>
          <a:xfrm>
            <a:off x="8074771" y="47039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CA2771CD-9B2D-15E8-B17E-2FE16B6A3D9C}"/>
              </a:ext>
            </a:extLst>
          </p:cNvPr>
          <p:cNvSpPr/>
          <p:nvPr/>
        </p:nvSpPr>
        <p:spPr>
          <a:xfrm>
            <a:off x="8074771" y="477562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4706448F-7361-8589-2D2A-9087A025A2A9}"/>
              </a:ext>
            </a:extLst>
          </p:cNvPr>
          <p:cNvSpPr/>
          <p:nvPr/>
        </p:nvSpPr>
        <p:spPr>
          <a:xfrm>
            <a:off x="8074771" y="48473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05BDD7D-09F7-DF84-26CC-2E19E3FAD72B}"/>
              </a:ext>
            </a:extLst>
          </p:cNvPr>
          <p:cNvSpPr/>
          <p:nvPr/>
        </p:nvSpPr>
        <p:spPr>
          <a:xfrm>
            <a:off x="8074771" y="49190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5F45D022-19E5-CF26-02B6-19DF620FBEC0}"/>
              </a:ext>
            </a:extLst>
          </p:cNvPr>
          <p:cNvSpPr/>
          <p:nvPr/>
        </p:nvSpPr>
        <p:spPr>
          <a:xfrm>
            <a:off x="8074771" y="43520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99931296-AE5D-A478-7824-33C6020DE907}"/>
              </a:ext>
            </a:extLst>
          </p:cNvPr>
          <p:cNvSpPr/>
          <p:nvPr/>
        </p:nvSpPr>
        <p:spPr>
          <a:xfrm>
            <a:off x="8148617" y="4278512"/>
            <a:ext cx="71717" cy="71226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40196953-EB68-C068-14FF-AFC8617E79ED}"/>
              </a:ext>
            </a:extLst>
          </p:cNvPr>
          <p:cNvSpPr/>
          <p:nvPr/>
        </p:nvSpPr>
        <p:spPr>
          <a:xfrm>
            <a:off x="7645488" y="44963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C494DDD4-BB01-EA10-6387-100D25B6AD36}"/>
              </a:ext>
            </a:extLst>
          </p:cNvPr>
          <p:cNvSpPr/>
          <p:nvPr/>
        </p:nvSpPr>
        <p:spPr>
          <a:xfrm>
            <a:off x="7645488" y="456808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DE552666-072D-8544-EFDA-64DCD3582FAE}"/>
              </a:ext>
            </a:extLst>
          </p:cNvPr>
          <p:cNvSpPr/>
          <p:nvPr/>
        </p:nvSpPr>
        <p:spPr>
          <a:xfrm>
            <a:off x="5930653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16EDFE9F-439F-3626-C92A-C7D4D3FA02D2}"/>
              </a:ext>
            </a:extLst>
          </p:cNvPr>
          <p:cNvSpPr/>
          <p:nvPr/>
        </p:nvSpPr>
        <p:spPr>
          <a:xfrm>
            <a:off x="7645488" y="463672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779188F6-0CEB-3EE1-B510-519298E17C47}"/>
              </a:ext>
            </a:extLst>
          </p:cNvPr>
          <p:cNvSpPr/>
          <p:nvPr/>
        </p:nvSpPr>
        <p:spPr>
          <a:xfrm>
            <a:off x="750568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C42783AA-E50E-033F-0CF7-881753FB466E}"/>
              </a:ext>
            </a:extLst>
          </p:cNvPr>
          <p:cNvSpPr/>
          <p:nvPr/>
        </p:nvSpPr>
        <p:spPr>
          <a:xfrm>
            <a:off x="7577397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5B25761C-A9E5-C639-83DA-8C880D3CC63C}"/>
              </a:ext>
            </a:extLst>
          </p:cNvPr>
          <p:cNvSpPr/>
          <p:nvPr/>
        </p:nvSpPr>
        <p:spPr>
          <a:xfrm>
            <a:off x="5929293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BF6B2700-C67A-FAB5-3FB2-B19FA4B89DAE}"/>
              </a:ext>
            </a:extLst>
          </p:cNvPr>
          <p:cNvSpPr/>
          <p:nvPr/>
        </p:nvSpPr>
        <p:spPr>
          <a:xfrm>
            <a:off x="600101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CA64FBF-C5D0-705B-A1DC-064B19FB43E1}"/>
              </a:ext>
            </a:extLst>
          </p:cNvPr>
          <p:cNvSpPr/>
          <p:nvPr/>
        </p:nvSpPr>
        <p:spPr>
          <a:xfrm>
            <a:off x="7788364" y="58878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09279B48-A5CF-3D39-6BA0-151544D6DD07}"/>
              </a:ext>
            </a:extLst>
          </p:cNvPr>
          <p:cNvSpPr/>
          <p:nvPr/>
        </p:nvSpPr>
        <p:spPr>
          <a:xfrm>
            <a:off x="7788364" y="59595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E5526494-2D22-C42D-2889-6D2C411192CE}"/>
              </a:ext>
            </a:extLst>
          </p:cNvPr>
          <p:cNvSpPr/>
          <p:nvPr/>
        </p:nvSpPr>
        <p:spPr>
          <a:xfrm>
            <a:off x="7788364" y="60312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3AD03E-B2E0-74DE-1603-500280D7F90C}"/>
              </a:ext>
            </a:extLst>
          </p:cNvPr>
          <p:cNvSpPr txBox="1"/>
          <p:nvPr/>
        </p:nvSpPr>
        <p:spPr>
          <a:xfrm>
            <a:off x="3936078" y="-59713"/>
            <a:ext cx="9189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1600" b="1" dirty="0">
                <a:latin typeface="Gill Sans Ultra Bold" panose="020B0A02020104020203" pitchFamily="34" charset="0"/>
              </a:rPr>
              <a:t>кемитүү</a:t>
            </a:r>
            <a:endParaRPr lang="en-GB" sz="1200" b="1" dirty="0">
              <a:latin typeface="Gill Sans Ultra Bold" panose="020B0A020201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A1D09F-49A6-39A2-278B-321ADEC07320}"/>
              </a:ext>
            </a:extLst>
          </p:cNvPr>
          <p:cNvSpPr txBox="1"/>
          <p:nvPr/>
        </p:nvSpPr>
        <p:spPr>
          <a:xfrm>
            <a:off x="59400" y="-55287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rgbClr val="FF0000"/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rgbClr val="FF0000"/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FDB3D-3390-CB96-3E87-89FF6C1BD14F}"/>
              </a:ext>
            </a:extLst>
          </p:cNvPr>
          <p:cNvSpPr txBox="1"/>
          <p:nvPr/>
        </p:nvSpPr>
        <p:spPr>
          <a:xfrm>
            <a:off x="-30573" y="139985"/>
            <a:ext cx="50683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32609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68FB90A-A4B2-EB22-5DFE-211AED063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20300" y="1044562"/>
            <a:ext cx="6875275" cy="47516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BE77C6-56A8-B95C-F662-D782BEC71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51026" y="1044561"/>
            <a:ext cx="6875275" cy="4751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012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467360"/>
            <a:ext cx="9256849" cy="585216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 defTabSz="371475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50000"/>
          </a:schemeClr>
        </a:solidFill>
        <a:ln w="12700">
          <a:noFill/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10704</TotalTime>
  <Words>371</Words>
  <Application>Microsoft Office PowerPoint</Application>
  <PresentationFormat>A4 Paper (210x297 mm)</PresentationFormat>
  <Paragraphs>218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Calibri</vt:lpstr>
      <vt:lpstr>Arial</vt:lpstr>
      <vt:lpstr>Calibri Light</vt:lpstr>
      <vt:lpstr>Gill Sans Ultra Bold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541</cp:revision>
  <cp:lastPrinted>2022-10-11T09:35:43Z</cp:lastPrinted>
  <dcterms:created xsi:type="dcterms:W3CDTF">2017-01-17T16:57:04Z</dcterms:created>
  <dcterms:modified xsi:type="dcterms:W3CDTF">2024-05-18T07:56:33Z</dcterms:modified>
</cp:coreProperties>
</file>