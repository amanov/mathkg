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73" r:id="rId2"/>
    <p:sldId id="974" r:id="rId3"/>
    <p:sldId id="851" r:id="rId4"/>
    <p:sldId id="948" r:id="rId5"/>
    <p:sldId id="956" r:id="rId6"/>
    <p:sldId id="962" r:id="rId7"/>
    <p:sldId id="951" r:id="rId8"/>
    <p:sldId id="949" r:id="rId9"/>
    <p:sldId id="963" r:id="rId10"/>
    <p:sldId id="953" r:id="rId11"/>
    <p:sldId id="964" r:id="rId12"/>
    <p:sldId id="950" r:id="rId13"/>
    <p:sldId id="967" r:id="rId14"/>
    <p:sldId id="954" r:id="rId15"/>
    <p:sldId id="955" r:id="rId16"/>
    <p:sldId id="965" r:id="rId17"/>
    <p:sldId id="968" r:id="rId18"/>
    <p:sldId id="961" r:id="rId19"/>
    <p:sldId id="966" r:id="rId20"/>
    <p:sldId id="940" r:id="rId21"/>
    <p:sldId id="274" r:id="rId22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3"/>
          </p14:sldIdLst>
        </p14:section>
        <p14:section name="Титулдук слайд" id="{195A40EB-42C5-4819-BF1F-D64913D96EEB}">
          <p14:sldIdLst>
            <p14:sldId id="974"/>
          </p14:sldIdLst>
        </p14:section>
        <p14:section name="Сандарды тандаңыз…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948"/>
            <p14:sldId id="956"/>
            <p14:sldId id="962"/>
            <p14:sldId id="951"/>
            <p14:sldId id="949"/>
            <p14:sldId id="963"/>
            <p14:sldId id="953"/>
            <p14:sldId id="964"/>
            <p14:sldId id="950"/>
            <p14:sldId id="967"/>
            <p14:sldId id="954"/>
            <p14:sldId id="955"/>
            <p14:sldId id="965"/>
            <p14:sldId id="968"/>
            <p14:sldId id="961"/>
            <p14:sldId id="966"/>
          </p14:sldIdLst>
        </p14:section>
        <p14:section name="Бош торчолор" id="{6E755883-6069-420B-9780-208DEDF6E016}">
          <p14:sldIdLst>
            <p14:sldId id="940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366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17/09/2024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886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жарага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атып алуу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/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Бөлүп төлөө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Бинго</a:t>
            </a: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,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жооптору менен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285453" y="4443803"/>
            <a:ext cx="9811954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Бөлүп төлөө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343347"/>
              </p:ext>
            </p:extLst>
          </p:nvPr>
        </p:nvGraphicFramePr>
        <p:xfrm>
          <a:off x="292100" y="1544873"/>
          <a:ext cx="932180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68</a:t>
                      </a:r>
                      <a:r>
                        <a:rPr lang="en-US" sz="4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758</a:t>
                      </a:r>
                      <a:r>
                        <a:rPr lang="en-US" sz="4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6708.94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60827.73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41483.68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13976.97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8,945.25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2571.76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36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10063.42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1677.24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2012.68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36675.59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1341.79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444752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52645" y="3619360"/>
            <a:ext cx="6200736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68</a:t>
            </a:r>
            <a:r>
              <a:rPr lang="en-US" sz="2800" dirty="0"/>
              <a:t> </a:t>
            </a:r>
            <a:r>
              <a:rPr lang="ky-KG" sz="2800" dirty="0"/>
              <a:t>758</a:t>
            </a:r>
            <a:r>
              <a:rPr lang="en-US" sz="2800" dirty="0"/>
              <a:t> </a:t>
            </a:r>
            <a:r>
              <a:rPr lang="ky-KG" sz="2800" dirty="0"/>
              <a:t>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8386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12 айлык бөлүп төлөө, айына 5031</a:t>
            </a:r>
            <a:r>
              <a:rPr lang="en-US" sz="2800" dirty="0"/>
              <a:t> </a:t>
            </a:r>
            <a:r>
              <a:rPr lang="ky-KG" sz="2800" dirty="0"/>
              <a:t>сом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298279" y="3759096"/>
            <a:ext cx="1088263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F734ABF-2C33-4C75-BB8D-C51A5F98F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161" y="196770"/>
            <a:ext cx="5149128" cy="3435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43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313395" y="3619360"/>
            <a:ext cx="7279237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34,664.8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7827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20 айлык бөлүп төлөө , айына 1341.79 сомдон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6083242" y="5684019"/>
            <a:ext cx="1150677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94F4E5-DC4A-4FF6-990D-EADDA5B9F1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208" b="6424"/>
          <a:stretch/>
        </p:blipFill>
        <p:spPr>
          <a:xfrm>
            <a:off x="3390565" y="194086"/>
            <a:ext cx="3124869" cy="364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77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738834" y="3619360"/>
            <a:ext cx="6428363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16,772.38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6708.94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18 айлык бөлүп төлөө 559.08 сом 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4824526" y="4391576"/>
            <a:ext cx="1198880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144C5D-8185-49FC-BECE-9482D76C4A0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88" b="9872"/>
          <a:stretch/>
        </p:blipFill>
        <p:spPr>
          <a:xfrm>
            <a:off x="2761493" y="149469"/>
            <a:ext cx="4383014" cy="353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183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A883E1-4C75-43C3-B4C9-B5EC15C38E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53" r="21129"/>
          <a:stretch/>
        </p:blipFill>
        <p:spPr>
          <a:xfrm>
            <a:off x="2372811" y="171088"/>
            <a:ext cx="5021102" cy="3428638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06585" y="3619360"/>
            <a:ext cx="6692859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39135.58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8945.26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18 айлык бөлүп төлөө 1677.24  сом айына 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169376" y="5696998"/>
            <a:ext cx="1200944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8310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47463" y="3619360"/>
            <a:ext cx="6611105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47521.67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13976.97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10 айлык бөлүп төлөө 3354.47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4766437" y="4425417"/>
            <a:ext cx="138371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08722-53F3-49ED-A701-92BF542FE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999" y="164915"/>
            <a:ext cx="4035285" cy="3522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057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88340" y="3619360"/>
            <a:ext cx="6529352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76929.11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4472.63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36 айлык бөлүп төлөө 2012.68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1381089" y="5696998"/>
            <a:ext cx="84406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C6E935-B724-4A69-B02A-85C5C419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092" y="254976"/>
            <a:ext cx="3563815" cy="356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264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C69C39-91F8-4318-BFCD-51D387119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098" y="69669"/>
            <a:ext cx="5393803" cy="3594762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28227" y="3619360"/>
            <a:ext cx="6649577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60827.73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11181.57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12 Айлык Бөлүп төлөө 4137.18 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138818" y="3769025"/>
            <a:ext cx="141438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27080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88338" y="3619360"/>
            <a:ext cx="6529352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102758.51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6149.87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48 айлык бөлүп төлөө 2012.68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174416" y="5716648"/>
            <a:ext cx="1246704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28CEB6-F3BE-49BB-B9EC-AC6D7EA1B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757" y="210875"/>
            <a:ext cx="3408485" cy="3408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705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73C6F7-7700-4910-954D-03F33DFB1C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4831" y="29186"/>
            <a:ext cx="4256337" cy="377537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06581" y="3619360"/>
            <a:ext cx="6692859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72680.15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5590.79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24 айлык бөлүп төлөө 2795.39  сом айына 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1267485" y="5696998"/>
            <a:ext cx="84406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595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02579" y="3619360"/>
            <a:ext cx="6700873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90570.73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12299.73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20 айлык бөлүп төлөө, 3913.55 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1275203" y="5696998"/>
            <a:ext cx="84406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7F1645-01DE-4FDC-AF52-C08E68DA7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622" y="198729"/>
            <a:ext cx="3590756" cy="3590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07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6BBDA65-7D31-4D63-B6C6-A0A3265ED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972" y="69669"/>
            <a:ext cx="5674819" cy="376354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779710" y="3619360"/>
            <a:ext cx="6346609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26388.51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8,945.25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6 айлык бөлүп төлөө 2907.21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4786208" y="4391576"/>
            <a:ext cx="128776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83185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53073" y="3619360"/>
            <a:ext cx="6599884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40253.79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13417.89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30 айлык бөлүп төлөө , 894.53 сом 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1312292" y="5696998"/>
            <a:ext cx="84406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AFB298-9ECE-43B9-A0B0-2947EC2785C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349" r="33787"/>
          <a:stretch/>
        </p:blipFill>
        <p:spPr>
          <a:xfrm>
            <a:off x="4060518" y="140208"/>
            <a:ext cx="1784963" cy="371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0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43453" y="3619360"/>
            <a:ext cx="6619120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41483.68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7268.02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18 айлык бөлүп төлөө, 1900.87 сом айына</a:t>
            </a:r>
            <a:endParaRPr lang="en-GB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F81FA7-E8E9-4D0A-BDA3-C9C3B6B29FB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39" r="37569"/>
          <a:stretch/>
        </p:blipFill>
        <p:spPr>
          <a:xfrm>
            <a:off x="4163095" y="186593"/>
            <a:ext cx="1579809" cy="3664438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111679" y="3779715"/>
            <a:ext cx="1407219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83878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5F9A6-B889-472C-AB1F-FD90CB0E06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832" r="29239"/>
          <a:stretch/>
        </p:blipFill>
        <p:spPr>
          <a:xfrm>
            <a:off x="3991708" y="105508"/>
            <a:ext cx="1661746" cy="3698631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29026" y="3619360"/>
            <a:ext cx="6647975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97615.07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5031.71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36 айлык бөлүп төлөө, 2571.76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221262" y="5696998"/>
            <a:ext cx="1250657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61945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2409BFF-8A8D-4660-8157-64112BC06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8600" y="260526"/>
            <a:ext cx="3508800" cy="35088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02578" y="3619360"/>
            <a:ext cx="6700873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36675.59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4472.63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плюс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12 айлык бөлүп төлөө, 2683.58 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132600" y="3769326"/>
            <a:ext cx="136679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80705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88C8F25-9940-415E-BB69-B5157F377B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846" t="11282" r="27131" b="12051"/>
          <a:stretch/>
        </p:blipFill>
        <p:spPr>
          <a:xfrm>
            <a:off x="4136278" y="87923"/>
            <a:ext cx="1633443" cy="3631223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02578" y="3619360"/>
            <a:ext cx="6700873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44949.93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10063.42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12 айлык бөлүп төлөө, 2907.21 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4695859" y="4391576"/>
            <a:ext cx="1443483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57880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838" y="975360"/>
            <a:ext cx="9052242" cy="4754563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8842</TotalTime>
  <Words>437</Words>
  <Application>Microsoft Office PowerPoint</Application>
  <PresentationFormat>A4 Paper (210x297 mm)</PresentationFormat>
  <Paragraphs>131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403</cp:revision>
  <cp:lastPrinted>2017-12-31T22:38:51Z</cp:lastPrinted>
  <dcterms:created xsi:type="dcterms:W3CDTF">2017-01-17T16:57:04Z</dcterms:created>
  <dcterms:modified xsi:type="dcterms:W3CDTF">2024-09-17T04:27:59Z</dcterms:modified>
</cp:coreProperties>
</file>