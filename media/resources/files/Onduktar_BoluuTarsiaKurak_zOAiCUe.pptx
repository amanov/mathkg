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10"/>
  </p:notesMasterIdLst>
  <p:sldIdLst>
    <p:sldId id="940" r:id="rId3"/>
    <p:sldId id="281" r:id="rId4"/>
    <p:sldId id="941" r:id="rId5"/>
    <p:sldId id="939" r:id="rId6"/>
    <p:sldId id="833" r:id="rId7"/>
    <p:sldId id="834" r:id="rId8"/>
    <p:sldId id="942" r:id="rId9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3" d="100"/>
          <a:sy n="63" d="100"/>
        </p:scale>
        <p:origin x="1380" y="32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11/05/2024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8863" y="1281113"/>
            <a:ext cx="4986337" cy="3452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6" tIns="47318" rIns="94636" bIns="47318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9"/>
            <a:ext cx="5683250" cy="4029878"/>
          </a:xfrm>
          <a:prstGeom prst="rect">
            <a:avLst/>
          </a:prstGeom>
        </p:spPr>
        <p:txBody>
          <a:bodyPr vert="horz" lIns="94636" tIns="47318" rIns="94636" bIns="47318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892078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37815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52693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11609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007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70685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583333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63191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731257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743763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676081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890410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158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1682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 Сандуу Ондуктар – Бөлүү – Тарсиа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Курак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куракты туура чогулткандан кийин гана клей менен чапташсын.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үч бурчтуктарды кесип алуунун ордуна, окуучулар жөн гана тамгаларды  колдонуу менен суроолор менен жоопторду дал келтирип чыгышса болот, (кайчы жана клей жок болгон учурда)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Тарсиа Курак  2 өлчөмдө даярдалган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411701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339941" y="1025854"/>
            <a:ext cx="427339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1.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Үч бурчтуктарды бөлүп кесип алгыла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Verdana" panose="020B0604030504040204" pitchFamily="34" charset="0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586293" y="2222097"/>
            <a:ext cx="436670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2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 Көнүгүүлөр топтомун чыгаргыла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endParaRPr kumimoji="0" lang="en-US" sz="22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2" y="3319454"/>
            <a:ext cx="377920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3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 Ар бир  үч бурчтуктун четиндеги суроо туура жоопко  дал келгидей, бири-бирине карама-каршы тургандай үч бурчтук түзүңүз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Verdana" panose="020B060403050404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8F903B-F968-442F-BC72-D2CA66F33A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"/>
          <a:stretch/>
        </p:blipFill>
        <p:spPr>
          <a:xfrm>
            <a:off x="3558077" y="1114697"/>
            <a:ext cx="6347923" cy="57433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B92090-0D6F-43A1-89C7-FCDBDDBA19A6}"/>
              </a:ext>
            </a:extLst>
          </p:cNvPr>
          <p:cNvSpPr txBox="1"/>
          <p:nvPr/>
        </p:nvSpPr>
        <p:spPr>
          <a:xfrm>
            <a:off x="-23532" y="3113031"/>
            <a:ext cx="501528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Сиз баш катырманы аягына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чыгара аласызбы?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B2A22C0-678C-6EC5-6ACF-F914426D1E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57" y="180691"/>
            <a:ext cx="6210424" cy="1625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7029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EDBCB01-F9E4-434C-BC69-3AB9B6CF4901}"/>
              </a:ext>
            </a:extLst>
          </p:cNvPr>
          <p:cNvGrpSpPr/>
          <p:nvPr/>
        </p:nvGrpSpPr>
        <p:grpSpPr>
          <a:xfrm>
            <a:off x="0" y="0"/>
            <a:ext cx="9906000" cy="6858000"/>
            <a:chOff x="0" y="0"/>
            <a:chExt cx="9906000" cy="685800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10B32CA3-E7AC-4A7D-B399-B27732DBD5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4943772" cy="68580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6ED9A1F-ADE5-4638-9524-60AC95971E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36320" y="0"/>
              <a:ext cx="4969680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01ACD8F-ECB2-43B9-9A76-1D3EB3B223C4}"/>
              </a:ext>
            </a:extLst>
          </p:cNvPr>
          <p:cNvGrpSpPr/>
          <p:nvPr/>
        </p:nvGrpSpPr>
        <p:grpSpPr>
          <a:xfrm rot="16200000">
            <a:off x="-1053124" y="1053123"/>
            <a:ext cx="6845301" cy="4739054"/>
            <a:chOff x="0" y="0"/>
            <a:chExt cx="9906000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9D77493-5B64-4201-BACB-9672A9B766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43772" cy="68580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941BDE7-A0C0-4279-9ADF-6D0958952F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36320" y="0"/>
              <a:ext cx="4969680" cy="68580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EA84CC0-3BFD-4F54-A898-D370E2804BE4}"/>
              </a:ext>
            </a:extLst>
          </p:cNvPr>
          <p:cNvGrpSpPr/>
          <p:nvPr/>
        </p:nvGrpSpPr>
        <p:grpSpPr>
          <a:xfrm rot="16200000">
            <a:off x="4113823" y="1056225"/>
            <a:ext cx="6845301" cy="4739054"/>
            <a:chOff x="0" y="0"/>
            <a:chExt cx="9906000" cy="68580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C222570-5368-481E-A62F-ACF11440A8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43772" cy="68580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222870F-8781-4434-A2EE-3FDE3A2358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36320" y="0"/>
              <a:ext cx="4969680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4B5603-3382-4201-9ABA-A15341979C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250" y="9525"/>
            <a:ext cx="7905750" cy="68484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9AA9EB9-71F0-BAE1-F84F-93E5D1807E36}"/>
              </a:ext>
            </a:extLst>
          </p:cNvPr>
          <p:cNvSpPr/>
          <p:nvPr/>
        </p:nvSpPr>
        <p:spPr>
          <a:xfrm>
            <a:off x="198324" y="213975"/>
            <a:ext cx="4150155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y-KG" sz="8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8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471730B6-64B7-8CEA-CD01-BDDF76B2CE53}"/>
              </a:ext>
            </a:extLst>
          </p:cNvPr>
          <p:cNvSpPr txBox="1">
            <a:spLocks/>
          </p:cNvSpPr>
          <p:nvPr/>
        </p:nvSpPr>
        <p:spPr>
          <a:xfrm>
            <a:off x="91440" y="5689600"/>
            <a:ext cx="2101944" cy="116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8896575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8365</TotalTime>
  <Words>152</Words>
  <Application>Microsoft Office PowerPoint</Application>
  <PresentationFormat>A4 Paper (210x297 mm)</PresentationFormat>
  <Paragraphs>35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 Light</vt:lpstr>
      <vt:lpstr>Calibri</vt:lpstr>
      <vt:lpstr>Office Theme</vt:lpstr>
      <vt:lpstr>1_Office Theme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359</cp:revision>
  <cp:lastPrinted>2024-05-11T04:56:03Z</cp:lastPrinted>
  <dcterms:created xsi:type="dcterms:W3CDTF">2017-01-17T16:57:04Z</dcterms:created>
  <dcterms:modified xsi:type="dcterms:W3CDTF">2024-05-11T04:57:18Z</dcterms:modified>
</cp:coreProperties>
</file>