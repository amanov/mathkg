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73" r:id="rId2"/>
    <p:sldId id="943" r:id="rId3"/>
    <p:sldId id="944" r:id="rId4"/>
    <p:sldId id="945" r:id="rId5"/>
    <p:sldId id="975" r:id="rId6"/>
  </p:sldIdLst>
  <p:sldSz cx="9906000" cy="6858000" type="A4"/>
  <p:notesSz cx="7104063" cy="10234613"/>
  <p:embeddedFontLst>
    <p:embeddedFont>
      <p:font typeface="Cooper Black" panose="0208090404030B0204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Көрсөтүү үчүн" id="{059544AC-2C27-45B1-9F95-F87DF8854DD6}">
          <p14:sldIdLst>
            <p14:sldId id="943"/>
          </p14:sldIdLst>
        </p14:section>
        <p14:section name="таркатма материалдар" id="{A78D9305-6AAE-4715-A210-52F6908F30F7}">
          <p14:sldIdLst>
            <p14:sldId id="944"/>
            <p14:sldId id="945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4E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ky-KG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А</a:t>
            </a: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</a:t>
            </a:r>
            <a:r>
              <a:rPr lang="ky-KG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2A9AA3-AA2F-6153-61C1-D01FF12AEB5F}"/>
              </a:ext>
            </a:extLst>
          </p:cNvPr>
          <p:cNvSpPr txBox="1"/>
          <p:nvPr/>
        </p:nvSpPr>
        <p:spPr>
          <a:xfrm>
            <a:off x="152501" y="216409"/>
            <a:ext cx="1594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Кутучаларды</a:t>
            </a:r>
          </a:p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Туташтыруу 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373AEC41-E114-F1F5-9342-5F79D60C6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918111"/>
              </p:ext>
            </p:extLst>
          </p:nvPr>
        </p:nvGraphicFramePr>
        <p:xfrm>
          <a:off x="5239789" y="19113"/>
          <a:ext cx="4617720" cy="332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0,0073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10800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0,000108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77501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6D8942AC-84C8-8128-5C88-D65D9068A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605472"/>
              </p:ext>
            </p:extLst>
          </p:nvPr>
        </p:nvGraphicFramePr>
        <p:xfrm>
          <a:off x="1911001" y="19113"/>
          <a:ext cx="3312162" cy="199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65608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8686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64925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7742E30C-036A-278D-BE90-C376C0EB533B}"/>
              </a:ext>
            </a:extLst>
          </p:cNvPr>
          <p:cNvSpPr/>
          <p:nvPr/>
        </p:nvSpPr>
        <p:spPr>
          <a:xfrm>
            <a:off x="3124201" y="1766929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D2C35D-C2EB-32CF-3333-B2DC9DBF05ED}"/>
              </a:ext>
            </a:extLst>
          </p:cNvPr>
          <p:cNvSpPr/>
          <p:nvPr/>
        </p:nvSpPr>
        <p:spPr>
          <a:xfrm>
            <a:off x="2081213" y="1808191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86811C0-BB31-CF3D-3D46-36289F73953A}"/>
              </a:ext>
            </a:extLst>
          </p:cNvPr>
          <p:cNvSpPr/>
          <p:nvPr/>
        </p:nvSpPr>
        <p:spPr>
          <a:xfrm>
            <a:off x="3124201" y="1435936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1722F-7EF2-C2CA-D02C-41D29EC8982B}"/>
              </a:ext>
            </a:extLst>
          </p:cNvPr>
          <p:cNvSpPr/>
          <p:nvPr/>
        </p:nvSpPr>
        <p:spPr>
          <a:xfrm>
            <a:off x="2081213" y="1477198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0EDA3D0-B645-6D75-9B65-E81C0ADDF1A6}"/>
              </a:ext>
            </a:extLst>
          </p:cNvPr>
          <p:cNvSpPr/>
          <p:nvPr/>
        </p:nvSpPr>
        <p:spPr>
          <a:xfrm>
            <a:off x="3064669" y="1104942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F24DC4-43C7-3973-7AC1-D41EB936788B}"/>
              </a:ext>
            </a:extLst>
          </p:cNvPr>
          <p:cNvSpPr/>
          <p:nvPr/>
        </p:nvSpPr>
        <p:spPr>
          <a:xfrm>
            <a:off x="2081213" y="1146204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E281A47-43FD-E8B0-5E74-77924442113C}"/>
              </a:ext>
            </a:extLst>
          </p:cNvPr>
          <p:cNvSpPr/>
          <p:nvPr/>
        </p:nvSpPr>
        <p:spPr>
          <a:xfrm>
            <a:off x="3064669" y="776329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63E1F-974C-5638-0131-FD449B8294CE}"/>
              </a:ext>
            </a:extLst>
          </p:cNvPr>
          <p:cNvSpPr/>
          <p:nvPr/>
        </p:nvSpPr>
        <p:spPr>
          <a:xfrm>
            <a:off x="2081213" y="817591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BEF6C25-105F-7BA0-763E-0C78F3A67E18}"/>
              </a:ext>
            </a:extLst>
          </p:cNvPr>
          <p:cNvSpPr/>
          <p:nvPr/>
        </p:nvSpPr>
        <p:spPr>
          <a:xfrm>
            <a:off x="3019427" y="440573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7373DE-4FB5-5E1D-3508-B53D09B4A898}"/>
              </a:ext>
            </a:extLst>
          </p:cNvPr>
          <p:cNvSpPr/>
          <p:nvPr/>
        </p:nvSpPr>
        <p:spPr>
          <a:xfrm>
            <a:off x="2081213" y="481835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3C41BC0-82AE-51F4-1613-109F3B941EC1}"/>
              </a:ext>
            </a:extLst>
          </p:cNvPr>
          <p:cNvSpPr/>
          <p:nvPr/>
        </p:nvSpPr>
        <p:spPr>
          <a:xfrm>
            <a:off x="3019427" y="114341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1F21F7-40B9-D772-4288-0FB8CE7D74CF}"/>
              </a:ext>
            </a:extLst>
          </p:cNvPr>
          <p:cNvSpPr/>
          <p:nvPr/>
        </p:nvSpPr>
        <p:spPr>
          <a:xfrm>
            <a:off x="2081213" y="155603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75A7B25-77AF-F13F-3DD8-32966163B53E}"/>
              </a:ext>
            </a:extLst>
          </p:cNvPr>
          <p:cNvSpPr/>
          <p:nvPr/>
        </p:nvSpPr>
        <p:spPr>
          <a:xfrm>
            <a:off x="4786313" y="1766929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63E202-5992-9E38-5360-79EEAE24C433}"/>
              </a:ext>
            </a:extLst>
          </p:cNvPr>
          <p:cNvSpPr/>
          <p:nvPr/>
        </p:nvSpPr>
        <p:spPr>
          <a:xfrm>
            <a:off x="3743325" y="1808191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3E8EE147-2DE0-0341-C9FF-D724BD1644C5}"/>
              </a:ext>
            </a:extLst>
          </p:cNvPr>
          <p:cNvSpPr/>
          <p:nvPr/>
        </p:nvSpPr>
        <p:spPr>
          <a:xfrm>
            <a:off x="4786313" y="1435936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E1A33C-0A3B-2D54-8BD6-5A9E05BD1F88}"/>
              </a:ext>
            </a:extLst>
          </p:cNvPr>
          <p:cNvSpPr/>
          <p:nvPr/>
        </p:nvSpPr>
        <p:spPr>
          <a:xfrm>
            <a:off x="3743325" y="1477198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D19D7BC-608D-E208-99D0-D970DD63FD31}"/>
              </a:ext>
            </a:extLst>
          </p:cNvPr>
          <p:cNvSpPr/>
          <p:nvPr/>
        </p:nvSpPr>
        <p:spPr>
          <a:xfrm>
            <a:off x="4726781" y="1104942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801998-CB5E-B7A2-B7B8-53116955FA4A}"/>
              </a:ext>
            </a:extLst>
          </p:cNvPr>
          <p:cNvSpPr/>
          <p:nvPr/>
        </p:nvSpPr>
        <p:spPr>
          <a:xfrm>
            <a:off x="3743325" y="1146204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F1B761E-20B2-02DB-8243-88CE063180E7}"/>
              </a:ext>
            </a:extLst>
          </p:cNvPr>
          <p:cNvSpPr/>
          <p:nvPr/>
        </p:nvSpPr>
        <p:spPr>
          <a:xfrm>
            <a:off x="4726781" y="776329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B418C7-9CD6-C8AD-3AC6-98DBE661D3B9}"/>
              </a:ext>
            </a:extLst>
          </p:cNvPr>
          <p:cNvSpPr/>
          <p:nvPr/>
        </p:nvSpPr>
        <p:spPr>
          <a:xfrm>
            <a:off x="3743325" y="817591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0014740-A229-5BEE-4F58-E153D90D68DE}"/>
              </a:ext>
            </a:extLst>
          </p:cNvPr>
          <p:cNvSpPr/>
          <p:nvPr/>
        </p:nvSpPr>
        <p:spPr>
          <a:xfrm>
            <a:off x="4681539" y="440573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8CE1FD-0867-B41F-89D4-AE6F2D1B5F16}"/>
              </a:ext>
            </a:extLst>
          </p:cNvPr>
          <p:cNvSpPr/>
          <p:nvPr/>
        </p:nvSpPr>
        <p:spPr>
          <a:xfrm>
            <a:off x="3743325" y="481835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13028DD6-2368-2EC2-3075-A0EC3A09CFA7}"/>
              </a:ext>
            </a:extLst>
          </p:cNvPr>
          <p:cNvSpPr/>
          <p:nvPr/>
        </p:nvSpPr>
        <p:spPr>
          <a:xfrm>
            <a:off x="4681539" y="114341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3AB4F4-7CAE-640E-96C8-F303F6B1898D}"/>
              </a:ext>
            </a:extLst>
          </p:cNvPr>
          <p:cNvSpPr/>
          <p:nvPr/>
        </p:nvSpPr>
        <p:spPr>
          <a:xfrm>
            <a:off x="3743325" y="155603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F7FEF0-A68B-FD8E-349B-EED58BD5BF00}"/>
              </a:ext>
            </a:extLst>
          </p:cNvPr>
          <p:cNvSpPr txBox="1"/>
          <p:nvPr/>
        </p:nvSpPr>
        <p:spPr>
          <a:xfrm>
            <a:off x="48491" y="805481"/>
            <a:ext cx="1978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Сандык карталарды кесип, </a:t>
            </a:r>
            <a:endParaRPr lang="en-US" sz="1200" dirty="0"/>
          </a:p>
          <a:p>
            <a:pPr algn="ctr"/>
            <a:r>
              <a:rPr lang="ru-RU" sz="1200" dirty="0"/>
              <a:t>анан карталарды </a:t>
            </a:r>
            <a:endParaRPr lang="en-US" sz="1200" dirty="0"/>
          </a:p>
          <a:p>
            <a:pPr algn="ctr"/>
            <a:r>
              <a:rPr lang="ru-RU" sz="1200" dirty="0"/>
              <a:t>туташтырыңыз</a:t>
            </a:r>
            <a:endParaRPr lang="en-GB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19D2345-3854-4B9F-4CD2-8C3BF1B3A87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8026" y="1538937"/>
            <a:ext cx="363440" cy="36344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93FDC7B-08AA-477C-E9C8-193A46D26570}"/>
              </a:ext>
            </a:extLst>
          </p:cNvPr>
          <p:cNvSpPr txBox="1"/>
          <p:nvPr/>
        </p:nvSpPr>
        <p:spPr>
          <a:xfrm>
            <a:off x="1191420" y="2080823"/>
            <a:ext cx="262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</a:t>
            </a:r>
            <a:r>
              <a:rPr lang="ru-RU" sz="1200" dirty="0"/>
              <a:t>андай байланыштарды түзө алдың?</a:t>
            </a:r>
            <a:endParaRPr lang="en-GB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42C094-EE8C-1A87-81B8-8756A56E8DD7}"/>
              </a:ext>
            </a:extLst>
          </p:cNvPr>
          <p:cNvSpPr txBox="1"/>
          <p:nvPr/>
        </p:nvSpPr>
        <p:spPr>
          <a:xfrm>
            <a:off x="495972" y="2911403"/>
            <a:ext cx="402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2ден ашык санды колдоно алдыңбы?</a:t>
            </a:r>
          </a:p>
          <a:p>
            <a:pPr algn="ctr"/>
            <a:r>
              <a:rPr lang="ky-KG" sz="1200" dirty="0"/>
              <a:t>Канча узундукка чейин байланыш чынжырын түзө алдың?</a:t>
            </a:r>
            <a:endParaRPr lang="en-GB" sz="12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691FB37-8460-342F-BAFE-E134E4F6307D}"/>
              </a:ext>
            </a:extLst>
          </p:cNvPr>
          <p:cNvGrpSpPr/>
          <p:nvPr/>
        </p:nvGrpSpPr>
        <p:grpSpPr>
          <a:xfrm>
            <a:off x="383383" y="2428823"/>
            <a:ext cx="4245767" cy="411579"/>
            <a:chOff x="147163" y="3774613"/>
            <a:chExt cx="6953248" cy="674038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5BCBAA0-9776-031D-CDD9-666EA9ACB4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640" t="16538" r="837" b="67216"/>
            <a:stretch/>
          </p:blipFill>
          <p:spPr>
            <a:xfrm>
              <a:off x="3718768" y="3941770"/>
              <a:ext cx="1660525" cy="3397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8C53925-1DA1-02CD-F849-B50A351BC2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171" r="33605" b="79968"/>
            <a:stretch/>
          </p:blipFill>
          <p:spPr>
            <a:xfrm>
              <a:off x="5554980" y="3775804"/>
              <a:ext cx="1545431" cy="6716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6BCA07FB-2EA8-DF7A-3B4A-0E4C59D5F7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8421" r="50265" b="35333"/>
            <a:stretch/>
          </p:blipFill>
          <p:spPr>
            <a:xfrm>
              <a:off x="1875424" y="3941769"/>
              <a:ext cx="1667656" cy="33972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FB559C8-539C-9E8E-FE4E-34B8E57096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" r="66623" b="79898"/>
            <a:stretch/>
          </p:blipFill>
          <p:spPr>
            <a:xfrm>
              <a:off x="147163" y="3774613"/>
              <a:ext cx="1552573" cy="6740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24151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>
            <a:extLst>
              <a:ext uri="{FF2B5EF4-FFF2-40B4-BE49-F238E27FC236}">
                <a16:creationId xmlns:a16="http://schemas.microsoft.com/office/drawing/2014/main" id="{C1730B5C-1A44-F1D7-340D-AECC5DE16AB9}"/>
              </a:ext>
            </a:extLst>
          </p:cNvPr>
          <p:cNvSpPr txBox="1"/>
          <p:nvPr/>
        </p:nvSpPr>
        <p:spPr>
          <a:xfrm>
            <a:off x="152501" y="216409"/>
            <a:ext cx="1594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Кутучаларды</a:t>
            </a:r>
          </a:p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Туташтыруу </a:t>
            </a:r>
          </a:p>
        </p:txBody>
      </p:sp>
      <p:graphicFrame>
        <p:nvGraphicFramePr>
          <p:cNvPr id="75" name="Table 5">
            <a:extLst>
              <a:ext uri="{FF2B5EF4-FFF2-40B4-BE49-F238E27FC236}">
                <a16:creationId xmlns:a16="http://schemas.microsoft.com/office/drawing/2014/main" id="{791EB221-F9B8-953E-C87B-1704F934B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00392"/>
              </p:ext>
            </p:extLst>
          </p:nvPr>
        </p:nvGraphicFramePr>
        <p:xfrm>
          <a:off x="5239789" y="19113"/>
          <a:ext cx="4617720" cy="332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0,0073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10800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0,000108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77501"/>
                  </a:ext>
                </a:extLst>
              </a:tr>
            </a:tbl>
          </a:graphicData>
        </a:graphic>
      </p:graphicFrame>
      <p:graphicFrame>
        <p:nvGraphicFramePr>
          <p:cNvPr id="76" name="Table 5">
            <a:extLst>
              <a:ext uri="{FF2B5EF4-FFF2-40B4-BE49-F238E27FC236}">
                <a16:creationId xmlns:a16="http://schemas.microsoft.com/office/drawing/2014/main" id="{EBA8581C-06DB-E49E-7BC7-F3F293564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592930"/>
              </p:ext>
            </p:extLst>
          </p:nvPr>
        </p:nvGraphicFramePr>
        <p:xfrm>
          <a:off x="1911001" y="19113"/>
          <a:ext cx="3312162" cy="199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65608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8686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64925"/>
                  </a:ext>
                </a:extLst>
              </a:tr>
            </a:tbl>
          </a:graphicData>
        </a:graphic>
      </p:graphicFrame>
      <p:sp>
        <p:nvSpPr>
          <p:cNvPr id="77" name="Arrow: Right 76">
            <a:extLst>
              <a:ext uri="{FF2B5EF4-FFF2-40B4-BE49-F238E27FC236}">
                <a16:creationId xmlns:a16="http://schemas.microsoft.com/office/drawing/2014/main" id="{1FC43F23-E432-3D2B-43E3-09DC003703D8}"/>
              </a:ext>
            </a:extLst>
          </p:cNvPr>
          <p:cNvSpPr/>
          <p:nvPr/>
        </p:nvSpPr>
        <p:spPr>
          <a:xfrm>
            <a:off x="3124201" y="1766929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175025B-31A2-BCFB-D2C7-FAE875154F99}"/>
              </a:ext>
            </a:extLst>
          </p:cNvPr>
          <p:cNvSpPr/>
          <p:nvPr/>
        </p:nvSpPr>
        <p:spPr>
          <a:xfrm>
            <a:off x="2081213" y="1808191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FC7FB8CC-FB27-487F-9800-AB7BFDB2D47A}"/>
              </a:ext>
            </a:extLst>
          </p:cNvPr>
          <p:cNvSpPr/>
          <p:nvPr/>
        </p:nvSpPr>
        <p:spPr>
          <a:xfrm>
            <a:off x="3124201" y="1435936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8B3443E-3A8E-F60F-30BE-7C05AADC5A9C}"/>
              </a:ext>
            </a:extLst>
          </p:cNvPr>
          <p:cNvSpPr/>
          <p:nvPr/>
        </p:nvSpPr>
        <p:spPr>
          <a:xfrm>
            <a:off x="2081213" y="1477198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83FB8AB8-A249-E12B-C1E1-479D3631022C}"/>
              </a:ext>
            </a:extLst>
          </p:cNvPr>
          <p:cNvSpPr/>
          <p:nvPr/>
        </p:nvSpPr>
        <p:spPr>
          <a:xfrm>
            <a:off x="3064669" y="1104942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56A6BCA-57B4-3CD2-AD36-D36094201B97}"/>
              </a:ext>
            </a:extLst>
          </p:cNvPr>
          <p:cNvSpPr/>
          <p:nvPr/>
        </p:nvSpPr>
        <p:spPr>
          <a:xfrm>
            <a:off x="2081213" y="1146204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C74E31FE-2FEF-1377-1E6E-DC874E383949}"/>
              </a:ext>
            </a:extLst>
          </p:cNvPr>
          <p:cNvSpPr/>
          <p:nvPr/>
        </p:nvSpPr>
        <p:spPr>
          <a:xfrm>
            <a:off x="3064669" y="776329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818BC1-2AC4-D7D4-B342-D738DA2852ED}"/>
              </a:ext>
            </a:extLst>
          </p:cNvPr>
          <p:cNvSpPr/>
          <p:nvPr/>
        </p:nvSpPr>
        <p:spPr>
          <a:xfrm>
            <a:off x="2081213" y="817591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0DD5B0D6-5BA9-74A9-E4C1-D6DF7641F314}"/>
              </a:ext>
            </a:extLst>
          </p:cNvPr>
          <p:cNvSpPr/>
          <p:nvPr/>
        </p:nvSpPr>
        <p:spPr>
          <a:xfrm>
            <a:off x="3019427" y="440573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C1626F-738A-2088-1303-04275708E0D9}"/>
              </a:ext>
            </a:extLst>
          </p:cNvPr>
          <p:cNvSpPr/>
          <p:nvPr/>
        </p:nvSpPr>
        <p:spPr>
          <a:xfrm>
            <a:off x="2081213" y="481835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8460DD84-A14D-C12A-A0BC-3C61592ADBB0}"/>
              </a:ext>
            </a:extLst>
          </p:cNvPr>
          <p:cNvSpPr/>
          <p:nvPr/>
        </p:nvSpPr>
        <p:spPr>
          <a:xfrm>
            <a:off x="3019427" y="114341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AA66E5-2DC7-CE04-A0D8-844E321B3078}"/>
              </a:ext>
            </a:extLst>
          </p:cNvPr>
          <p:cNvSpPr/>
          <p:nvPr/>
        </p:nvSpPr>
        <p:spPr>
          <a:xfrm>
            <a:off x="2081213" y="155603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F6931139-0B1B-29DC-B821-CC9B61F95C67}"/>
              </a:ext>
            </a:extLst>
          </p:cNvPr>
          <p:cNvSpPr/>
          <p:nvPr/>
        </p:nvSpPr>
        <p:spPr>
          <a:xfrm>
            <a:off x="4786313" y="1766929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032DAD9-3265-D713-4C7B-6EBB46A639AD}"/>
              </a:ext>
            </a:extLst>
          </p:cNvPr>
          <p:cNvSpPr/>
          <p:nvPr/>
        </p:nvSpPr>
        <p:spPr>
          <a:xfrm>
            <a:off x="3743325" y="1808191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A0239614-DFDB-E8C2-BD9D-FBEF1F9507D9}"/>
              </a:ext>
            </a:extLst>
          </p:cNvPr>
          <p:cNvSpPr/>
          <p:nvPr/>
        </p:nvSpPr>
        <p:spPr>
          <a:xfrm>
            <a:off x="4786313" y="1435936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A57CD72-38A6-7608-EB80-714F0C24A990}"/>
              </a:ext>
            </a:extLst>
          </p:cNvPr>
          <p:cNvSpPr/>
          <p:nvPr/>
        </p:nvSpPr>
        <p:spPr>
          <a:xfrm>
            <a:off x="3743325" y="1477198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E9F1ABC3-37E6-73B9-6499-BC526B1DCAC0}"/>
              </a:ext>
            </a:extLst>
          </p:cNvPr>
          <p:cNvSpPr/>
          <p:nvPr/>
        </p:nvSpPr>
        <p:spPr>
          <a:xfrm>
            <a:off x="4726781" y="1104942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BBE864E-E69C-05C6-3146-814FAC436BB3}"/>
              </a:ext>
            </a:extLst>
          </p:cNvPr>
          <p:cNvSpPr/>
          <p:nvPr/>
        </p:nvSpPr>
        <p:spPr>
          <a:xfrm>
            <a:off x="3743325" y="1146204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9B886CFB-0DCB-B25C-5980-B4C7DBA4915D}"/>
              </a:ext>
            </a:extLst>
          </p:cNvPr>
          <p:cNvSpPr/>
          <p:nvPr/>
        </p:nvSpPr>
        <p:spPr>
          <a:xfrm>
            <a:off x="4726781" y="776329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7579523-2BAE-00C9-0B82-5FCC5F52EA67}"/>
              </a:ext>
            </a:extLst>
          </p:cNvPr>
          <p:cNvSpPr/>
          <p:nvPr/>
        </p:nvSpPr>
        <p:spPr>
          <a:xfrm>
            <a:off x="3743325" y="817591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60C89550-7F29-CE22-D9C1-7560E3C4EF3E}"/>
              </a:ext>
            </a:extLst>
          </p:cNvPr>
          <p:cNvSpPr/>
          <p:nvPr/>
        </p:nvSpPr>
        <p:spPr>
          <a:xfrm>
            <a:off x="4681539" y="440573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C433C52-7C62-C5AD-BA35-ED770569191E}"/>
              </a:ext>
            </a:extLst>
          </p:cNvPr>
          <p:cNvSpPr/>
          <p:nvPr/>
        </p:nvSpPr>
        <p:spPr>
          <a:xfrm>
            <a:off x="3743325" y="481835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143F8AF0-AD7F-6DB3-B9D0-82C92AD750F9}"/>
              </a:ext>
            </a:extLst>
          </p:cNvPr>
          <p:cNvSpPr/>
          <p:nvPr/>
        </p:nvSpPr>
        <p:spPr>
          <a:xfrm>
            <a:off x="4681539" y="114341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3D96184-D11E-455F-72A7-763900F5E19A}"/>
              </a:ext>
            </a:extLst>
          </p:cNvPr>
          <p:cNvSpPr/>
          <p:nvPr/>
        </p:nvSpPr>
        <p:spPr>
          <a:xfrm>
            <a:off x="3743325" y="155603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7059A5-F662-0D74-D764-A22DCFFD7891}"/>
              </a:ext>
            </a:extLst>
          </p:cNvPr>
          <p:cNvSpPr txBox="1"/>
          <p:nvPr/>
        </p:nvSpPr>
        <p:spPr>
          <a:xfrm>
            <a:off x="48491" y="805481"/>
            <a:ext cx="1978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Сандык карталарды кесип, </a:t>
            </a:r>
            <a:endParaRPr lang="en-US" sz="1200" dirty="0"/>
          </a:p>
          <a:p>
            <a:pPr algn="ctr"/>
            <a:r>
              <a:rPr lang="ru-RU" sz="1200" dirty="0"/>
              <a:t>анан карталарды </a:t>
            </a:r>
            <a:endParaRPr lang="en-US" sz="1200" dirty="0"/>
          </a:p>
          <a:p>
            <a:pPr algn="ctr"/>
            <a:r>
              <a:rPr lang="ru-RU" sz="1200" dirty="0"/>
              <a:t>туташтырыңыз</a:t>
            </a:r>
            <a:endParaRPr lang="en-GB" sz="12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897433B9-47E2-CB88-4678-23D48955462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8026" y="1538937"/>
            <a:ext cx="363440" cy="363440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D88A67B4-BEE9-AA5E-AE5D-B556DC88BFDC}"/>
              </a:ext>
            </a:extLst>
          </p:cNvPr>
          <p:cNvSpPr txBox="1"/>
          <p:nvPr/>
        </p:nvSpPr>
        <p:spPr>
          <a:xfrm>
            <a:off x="1191420" y="2080823"/>
            <a:ext cx="262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</a:t>
            </a:r>
            <a:r>
              <a:rPr lang="ru-RU" sz="1200" dirty="0"/>
              <a:t>андай байланыштарды түзө алдың?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E4DAE0C-B185-037A-AC57-2F30C10C5B75}"/>
              </a:ext>
            </a:extLst>
          </p:cNvPr>
          <p:cNvSpPr txBox="1"/>
          <p:nvPr/>
        </p:nvSpPr>
        <p:spPr>
          <a:xfrm>
            <a:off x="495972" y="2911403"/>
            <a:ext cx="402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2ден ашык санды колдоно алдыңбы?</a:t>
            </a:r>
          </a:p>
          <a:p>
            <a:pPr algn="ctr"/>
            <a:r>
              <a:rPr lang="ky-KG" sz="1200" dirty="0"/>
              <a:t>Канча узундукка чейин байланыш чынжырын түзө алдың?</a:t>
            </a:r>
            <a:endParaRPr lang="en-GB" sz="1200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1BD1A74-64DE-3175-5CFB-D4E62D952DA5}"/>
              </a:ext>
            </a:extLst>
          </p:cNvPr>
          <p:cNvGrpSpPr/>
          <p:nvPr/>
        </p:nvGrpSpPr>
        <p:grpSpPr>
          <a:xfrm>
            <a:off x="383383" y="2428823"/>
            <a:ext cx="4245767" cy="411579"/>
            <a:chOff x="147163" y="3774613"/>
            <a:chExt cx="6953248" cy="674038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14AE1ADD-D40F-824D-DDAF-BD2223811B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640" t="16538" r="837" b="67216"/>
            <a:stretch/>
          </p:blipFill>
          <p:spPr>
            <a:xfrm>
              <a:off x="3718768" y="3941770"/>
              <a:ext cx="1660525" cy="3397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5B7D0449-A340-D0C2-0BAE-A5A8451C30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171" r="33605" b="79968"/>
            <a:stretch/>
          </p:blipFill>
          <p:spPr>
            <a:xfrm>
              <a:off x="5554980" y="3775804"/>
              <a:ext cx="1545431" cy="6716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FDB7C5DF-011F-8A79-5005-0A1EAA5B2E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8421" r="50265" b="35333"/>
            <a:stretch/>
          </p:blipFill>
          <p:spPr>
            <a:xfrm>
              <a:off x="1875424" y="3941769"/>
              <a:ext cx="1667656" cy="33972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016706F-B585-0370-B86D-B1E44727E6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" r="66623" b="79898"/>
            <a:stretch/>
          </p:blipFill>
          <p:spPr>
            <a:xfrm>
              <a:off x="147163" y="3774613"/>
              <a:ext cx="1552573" cy="6740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96CA5D62-6AD6-1527-CA34-A382C641A126}"/>
              </a:ext>
            </a:extLst>
          </p:cNvPr>
          <p:cNvSpPr txBox="1"/>
          <p:nvPr/>
        </p:nvSpPr>
        <p:spPr>
          <a:xfrm>
            <a:off x="163626" y="3695438"/>
            <a:ext cx="1594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Кутучаларды</a:t>
            </a:r>
          </a:p>
          <a:p>
            <a:pPr algn="ctr"/>
            <a:r>
              <a:rPr lang="ky-KG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Туташтыруу </a:t>
            </a:r>
          </a:p>
        </p:txBody>
      </p:sp>
      <p:graphicFrame>
        <p:nvGraphicFramePr>
          <p:cNvPr id="111" name="Table 5">
            <a:extLst>
              <a:ext uri="{FF2B5EF4-FFF2-40B4-BE49-F238E27FC236}">
                <a16:creationId xmlns:a16="http://schemas.microsoft.com/office/drawing/2014/main" id="{6F8ED0FC-A090-87A3-A35A-5A6408B17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127105"/>
              </p:ext>
            </p:extLst>
          </p:nvPr>
        </p:nvGraphicFramePr>
        <p:xfrm>
          <a:off x="5250914" y="3498142"/>
          <a:ext cx="4617720" cy="332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52000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0,0073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6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10800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ooper Black" panose="0208090404030B020404" pitchFamily="18" charset="0"/>
                          <a:ea typeface="+mn-ea"/>
                          <a:cs typeface="+mn-cs"/>
                        </a:rPr>
                        <a:t>0,000108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77501"/>
                  </a:ext>
                </a:extLst>
              </a:tr>
            </a:tbl>
          </a:graphicData>
        </a:graphic>
      </p:graphicFrame>
      <p:graphicFrame>
        <p:nvGraphicFramePr>
          <p:cNvPr id="112" name="Table 5">
            <a:extLst>
              <a:ext uri="{FF2B5EF4-FFF2-40B4-BE49-F238E27FC236}">
                <a16:creationId xmlns:a16="http://schemas.microsoft.com/office/drawing/2014/main" id="{774B2A14-07A8-4991-9067-DE190BADD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624024"/>
              </p:ext>
            </p:extLst>
          </p:nvPr>
        </p:nvGraphicFramePr>
        <p:xfrm>
          <a:off x="1922126" y="3498142"/>
          <a:ext cx="3312162" cy="199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65608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2952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68860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86869"/>
                  </a:ext>
                </a:extLst>
              </a:tr>
              <a:tr h="332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64925"/>
                  </a:ext>
                </a:extLst>
              </a:tr>
            </a:tbl>
          </a:graphicData>
        </a:graphic>
      </p:graphicFrame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CA06062F-5B81-FD8F-E6F9-BEFA3F2312BE}"/>
              </a:ext>
            </a:extLst>
          </p:cNvPr>
          <p:cNvSpPr/>
          <p:nvPr/>
        </p:nvSpPr>
        <p:spPr>
          <a:xfrm>
            <a:off x="3135326" y="5245958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F34EE65-0CD0-42ED-7B10-C105810A496B}"/>
              </a:ext>
            </a:extLst>
          </p:cNvPr>
          <p:cNvSpPr/>
          <p:nvPr/>
        </p:nvSpPr>
        <p:spPr>
          <a:xfrm>
            <a:off x="2092338" y="5287220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3B4AB118-5D73-6354-0AE5-0B7E312A3BA4}"/>
              </a:ext>
            </a:extLst>
          </p:cNvPr>
          <p:cNvSpPr/>
          <p:nvPr/>
        </p:nvSpPr>
        <p:spPr>
          <a:xfrm>
            <a:off x="3135326" y="4914965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AB393E2-3DD2-89BC-02E7-C7EBF062300D}"/>
              </a:ext>
            </a:extLst>
          </p:cNvPr>
          <p:cNvSpPr/>
          <p:nvPr/>
        </p:nvSpPr>
        <p:spPr>
          <a:xfrm>
            <a:off x="2092338" y="4956227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C6389112-3468-64DB-5CDB-A4E4BD0C2C17}"/>
              </a:ext>
            </a:extLst>
          </p:cNvPr>
          <p:cNvSpPr/>
          <p:nvPr/>
        </p:nvSpPr>
        <p:spPr>
          <a:xfrm>
            <a:off x="3075794" y="4583971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2D9EEC4-1111-5CA6-C481-BF96AF2B0FE3}"/>
              </a:ext>
            </a:extLst>
          </p:cNvPr>
          <p:cNvSpPr/>
          <p:nvPr/>
        </p:nvSpPr>
        <p:spPr>
          <a:xfrm>
            <a:off x="2092338" y="4625233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9" name="Arrow: Right 118">
            <a:extLst>
              <a:ext uri="{FF2B5EF4-FFF2-40B4-BE49-F238E27FC236}">
                <a16:creationId xmlns:a16="http://schemas.microsoft.com/office/drawing/2014/main" id="{5AFFE2E3-1850-125E-DA29-942081446971}"/>
              </a:ext>
            </a:extLst>
          </p:cNvPr>
          <p:cNvSpPr/>
          <p:nvPr/>
        </p:nvSpPr>
        <p:spPr>
          <a:xfrm>
            <a:off x="3075794" y="4255358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6C095E3-6413-5BF1-AA4A-7366C6CCA30A}"/>
              </a:ext>
            </a:extLst>
          </p:cNvPr>
          <p:cNvSpPr/>
          <p:nvPr/>
        </p:nvSpPr>
        <p:spPr>
          <a:xfrm>
            <a:off x="2092338" y="4296620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1" name="Arrow: Right 120">
            <a:extLst>
              <a:ext uri="{FF2B5EF4-FFF2-40B4-BE49-F238E27FC236}">
                <a16:creationId xmlns:a16="http://schemas.microsoft.com/office/drawing/2014/main" id="{43DE5241-B844-96B2-5667-E83A9956202B}"/>
              </a:ext>
            </a:extLst>
          </p:cNvPr>
          <p:cNvSpPr/>
          <p:nvPr/>
        </p:nvSpPr>
        <p:spPr>
          <a:xfrm>
            <a:off x="3030552" y="3919602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D3EA65C-28A5-FE6E-5F38-AE8707659102}"/>
              </a:ext>
            </a:extLst>
          </p:cNvPr>
          <p:cNvSpPr/>
          <p:nvPr/>
        </p:nvSpPr>
        <p:spPr>
          <a:xfrm>
            <a:off x="2092338" y="3960864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3" name="Arrow: Right 122">
            <a:extLst>
              <a:ext uri="{FF2B5EF4-FFF2-40B4-BE49-F238E27FC236}">
                <a16:creationId xmlns:a16="http://schemas.microsoft.com/office/drawing/2014/main" id="{B575E7B5-615F-BB9D-EB77-5990968C8B45}"/>
              </a:ext>
            </a:extLst>
          </p:cNvPr>
          <p:cNvSpPr/>
          <p:nvPr/>
        </p:nvSpPr>
        <p:spPr>
          <a:xfrm>
            <a:off x="3030552" y="3593370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8E87463-4397-0891-EEE1-A8664E688F65}"/>
              </a:ext>
            </a:extLst>
          </p:cNvPr>
          <p:cNvSpPr/>
          <p:nvPr/>
        </p:nvSpPr>
        <p:spPr>
          <a:xfrm>
            <a:off x="2092338" y="3634632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1CBD23E8-934D-7812-1C68-93BDA57D1591}"/>
              </a:ext>
            </a:extLst>
          </p:cNvPr>
          <p:cNvSpPr/>
          <p:nvPr/>
        </p:nvSpPr>
        <p:spPr>
          <a:xfrm>
            <a:off x="4797438" y="5245958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34157FD-7C48-1BFD-A83F-F6B427C0D099}"/>
              </a:ext>
            </a:extLst>
          </p:cNvPr>
          <p:cNvSpPr/>
          <p:nvPr/>
        </p:nvSpPr>
        <p:spPr>
          <a:xfrm>
            <a:off x="3754450" y="5287220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Arrow: Right 126">
            <a:extLst>
              <a:ext uri="{FF2B5EF4-FFF2-40B4-BE49-F238E27FC236}">
                <a16:creationId xmlns:a16="http://schemas.microsoft.com/office/drawing/2014/main" id="{7FCF72F8-012E-04CC-FC78-69F20C420459}"/>
              </a:ext>
            </a:extLst>
          </p:cNvPr>
          <p:cNvSpPr/>
          <p:nvPr/>
        </p:nvSpPr>
        <p:spPr>
          <a:xfrm>
            <a:off x="4797438" y="4914965"/>
            <a:ext cx="269349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D8B3339-669C-D879-9F60-8DD39A71939A}"/>
              </a:ext>
            </a:extLst>
          </p:cNvPr>
          <p:cNvSpPr/>
          <p:nvPr/>
        </p:nvSpPr>
        <p:spPr>
          <a:xfrm>
            <a:off x="3754450" y="4956227"/>
            <a:ext cx="271463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605D1119-BFC7-BF89-4102-B2449ECEB472}"/>
              </a:ext>
            </a:extLst>
          </p:cNvPr>
          <p:cNvSpPr/>
          <p:nvPr/>
        </p:nvSpPr>
        <p:spPr>
          <a:xfrm>
            <a:off x="4737906" y="4583971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BDC83EC-9237-E3C9-B1A8-0D27FC38E537}"/>
              </a:ext>
            </a:extLst>
          </p:cNvPr>
          <p:cNvSpPr/>
          <p:nvPr/>
        </p:nvSpPr>
        <p:spPr>
          <a:xfrm>
            <a:off x="3754450" y="4625233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3ED11442-B5CA-B6DC-E937-87C95D53183E}"/>
              </a:ext>
            </a:extLst>
          </p:cNvPr>
          <p:cNvSpPr/>
          <p:nvPr/>
        </p:nvSpPr>
        <p:spPr>
          <a:xfrm>
            <a:off x="4737906" y="4255358"/>
            <a:ext cx="328881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4581B6B-8101-34FA-5A97-F0F24C0BA911}"/>
              </a:ext>
            </a:extLst>
          </p:cNvPr>
          <p:cNvSpPr/>
          <p:nvPr/>
        </p:nvSpPr>
        <p:spPr>
          <a:xfrm>
            <a:off x="3754450" y="4296620"/>
            <a:ext cx="345281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Arrow: Right 132">
            <a:extLst>
              <a:ext uri="{FF2B5EF4-FFF2-40B4-BE49-F238E27FC236}">
                <a16:creationId xmlns:a16="http://schemas.microsoft.com/office/drawing/2014/main" id="{9AC0067C-6786-651F-6D6E-7CADF8853DD3}"/>
              </a:ext>
            </a:extLst>
          </p:cNvPr>
          <p:cNvSpPr/>
          <p:nvPr/>
        </p:nvSpPr>
        <p:spPr>
          <a:xfrm>
            <a:off x="4692664" y="3919602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EA46C2-75FB-04A5-73B0-C3EC6CF714D5}"/>
              </a:ext>
            </a:extLst>
          </p:cNvPr>
          <p:cNvSpPr/>
          <p:nvPr/>
        </p:nvSpPr>
        <p:spPr>
          <a:xfrm>
            <a:off x="3754450" y="3960864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5" name="Arrow: Right 134">
            <a:extLst>
              <a:ext uri="{FF2B5EF4-FFF2-40B4-BE49-F238E27FC236}">
                <a16:creationId xmlns:a16="http://schemas.microsoft.com/office/drawing/2014/main" id="{8D36AC16-3DD0-9653-B2B1-41B832D56758}"/>
              </a:ext>
            </a:extLst>
          </p:cNvPr>
          <p:cNvSpPr/>
          <p:nvPr/>
        </p:nvSpPr>
        <p:spPr>
          <a:xfrm>
            <a:off x="4692664" y="3593370"/>
            <a:ext cx="374124" cy="15731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A2AE9D9-6EA7-111F-6DF0-65C7CBA54159}"/>
              </a:ext>
            </a:extLst>
          </p:cNvPr>
          <p:cNvSpPr/>
          <p:nvPr/>
        </p:nvSpPr>
        <p:spPr>
          <a:xfrm>
            <a:off x="3754450" y="3634632"/>
            <a:ext cx="390525" cy="777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0F1784B-F157-5ABB-6726-C36B08460956}"/>
              </a:ext>
            </a:extLst>
          </p:cNvPr>
          <p:cNvSpPr txBox="1"/>
          <p:nvPr/>
        </p:nvSpPr>
        <p:spPr>
          <a:xfrm>
            <a:off x="59616" y="4284510"/>
            <a:ext cx="1978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Сандык карталарды кесип, </a:t>
            </a:r>
            <a:endParaRPr lang="en-US" sz="1200" dirty="0"/>
          </a:p>
          <a:p>
            <a:pPr algn="ctr"/>
            <a:r>
              <a:rPr lang="ru-RU" sz="1200" dirty="0"/>
              <a:t>анан карталарды </a:t>
            </a:r>
            <a:endParaRPr lang="en-US" sz="1200" dirty="0"/>
          </a:p>
          <a:p>
            <a:pPr algn="ctr"/>
            <a:r>
              <a:rPr lang="ru-RU" sz="1200" dirty="0"/>
              <a:t>туташтырыңыз</a:t>
            </a:r>
            <a:endParaRPr lang="en-GB" sz="1200" dirty="0"/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65DECBC5-333C-32B0-9185-6C5D0297F9A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9151" y="5017966"/>
            <a:ext cx="363440" cy="363440"/>
          </a:xfrm>
          <a:prstGeom prst="rect">
            <a:avLst/>
          </a:prstGeom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AFBD0F65-846F-E181-A3B0-BEFCF680F3A9}"/>
              </a:ext>
            </a:extLst>
          </p:cNvPr>
          <p:cNvSpPr txBox="1"/>
          <p:nvPr/>
        </p:nvSpPr>
        <p:spPr>
          <a:xfrm>
            <a:off x="1202545" y="5559852"/>
            <a:ext cx="262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</a:t>
            </a:r>
            <a:r>
              <a:rPr lang="ru-RU" sz="1200" dirty="0"/>
              <a:t>андай байланыштарды түзө алдың?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0A4BA82-5E83-0DC3-DA16-64FF3EABA5D5}"/>
              </a:ext>
            </a:extLst>
          </p:cNvPr>
          <p:cNvSpPr txBox="1"/>
          <p:nvPr/>
        </p:nvSpPr>
        <p:spPr>
          <a:xfrm>
            <a:off x="507097" y="6390432"/>
            <a:ext cx="402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2ден ашык санды колдоно алдыңбы?</a:t>
            </a:r>
          </a:p>
          <a:p>
            <a:pPr algn="ctr"/>
            <a:r>
              <a:rPr lang="ky-KG" sz="1200" dirty="0"/>
              <a:t>Канча узундукка чейин байланыш чынжырын түзө алдың?</a:t>
            </a:r>
            <a:endParaRPr lang="en-GB" sz="1200" dirty="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B97C7A3-AAF5-2182-80CF-6C37DB5B280C}"/>
              </a:ext>
            </a:extLst>
          </p:cNvPr>
          <p:cNvGrpSpPr/>
          <p:nvPr/>
        </p:nvGrpSpPr>
        <p:grpSpPr>
          <a:xfrm>
            <a:off x="394508" y="5907852"/>
            <a:ext cx="4245767" cy="411579"/>
            <a:chOff x="147163" y="3774613"/>
            <a:chExt cx="6953248" cy="674038"/>
          </a:xfrm>
        </p:grpSpPr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87564AA7-70A1-A208-0135-8B4DF0038C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640" t="16538" r="837" b="67216"/>
            <a:stretch/>
          </p:blipFill>
          <p:spPr>
            <a:xfrm>
              <a:off x="3718768" y="3941770"/>
              <a:ext cx="1660525" cy="3397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D7EA9111-75BF-59EC-5560-DCE09F04AD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171" r="33605" b="79968"/>
            <a:stretch/>
          </p:blipFill>
          <p:spPr>
            <a:xfrm>
              <a:off x="5554980" y="3775804"/>
              <a:ext cx="1545431" cy="6716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AF0FB019-A68C-DCAC-A08C-8D86848411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8421" r="50265" b="35333"/>
            <a:stretch/>
          </p:blipFill>
          <p:spPr>
            <a:xfrm>
              <a:off x="1875424" y="3941769"/>
              <a:ext cx="1667656" cy="33972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4C452DB2-C4ED-7876-09BB-EEFA49B8D7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" r="66623" b="79898"/>
            <a:stretch/>
          </p:blipFill>
          <p:spPr>
            <a:xfrm>
              <a:off x="147163" y="3774613"/>
              <a:ext cx="1552573" cy="6740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8668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05912-0313-860F-F624-A8FF54E44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87541" y="2219292"/>
            <a:ext cx="6816026" cy="23774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3281AD-BC6F-04CA-5553-9AC68AD87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57210" y="2183733"/>
            <a:ext cx="6816026" cy="2448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2C6D6E-FB7B-9BE2-A7FE-9F0ED94D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65457" y="2183731"/>
            <a:ext cx="6816026" cy="2448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0B0D61-AFF5-F469-1AB3-F845D49EF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273706" y="2183733"/>
            <a:ext cx="6816026" cy="24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2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10446</TotalTime>
  <Words>256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Cooper Black</vt:lpstr>
      <vt:lpstr>system-ui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2024-08-24T06:15:12Z</cp:lastPrinted>
  <dcterms:created xsi:type="dcterms:W3CDTF">2017-01-17T16:57:04Z</dcterms:created>
  <dcterms:modified xsi:type="dcterms:W3CDTF">2024-08-24T06:44:48Z</dcterms:modified>
</cp:coreProperties>
</file>