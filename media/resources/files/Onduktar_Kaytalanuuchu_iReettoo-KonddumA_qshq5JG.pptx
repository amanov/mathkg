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5" r:id="rId2"/>
    <p:sldId id="941" r:id="rId3"/>
    <p:sldId id="940" r:id="rId4"/>
    <p:sldId id="944" r:id="rId5"/>
    <p:sldId id="948" r:id="rId6"/>
    <p:sldId id="943" r:id="rId7"/>
    <p:sldId id="947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41"/>
          </p14:sldIdLst>
        </p14:section>
        <p14:section name="Жооптор" id="{1FEDB314-42DC-4694-9B04-D4A4AAE625F7}">
          <p14:sldIdLst>
            <p14:sldId id="940"/>
            <p14:sldId id="944"/>
          </p14:sldIdLst>
        </p14:section>
        <p14:section name="Таркатма иш кагаздар" id="{A78D9305-6AAE-4715-A210-52F6908F30F7}">
          <p14:sldIdLst>
            <p14:sldId id="948"/>
            <p14:sldId id="943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05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3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Кайталануучу ондуктар –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Иш барагы А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Right 21">
            <a:extLst>
              <a:ext uri="{FF2B5EF4-FFF2-40B4-BE49-F238E27FC236}">
                <a16:creationId xmlns:a16="http://schemas.microsoft.com/office/drawing/2014/main" id="{8CCBFA1F-FD5B-47D9-8E4D-2620473AC37C}"/>
              </a:ext>
            </a:extLst>
          </p:cNvPr>
          <p:cNvSpPr/>
          <p:nvPr/>
        </p:nvSpPr>
        <p:spPr>
          <a:xfrm>
            <a:off x="1576378" y="1928028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19"/>
            <a:ext cx="4877888" cy="6824003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190008" y="-26377"/>
            <a:ext cx="251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Кайталануучу ондуктарды иреттөө</a:t>
            </a:r>
            <a:endParaRPr lang="en-GB" sz="1200" b="1" u="sng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1BE8681-C450-468E-9CCA-9439D520F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944954"/>
              </p:ext>
            </p:extLst>
          </p:nvPr>
        </p:nvGraphicFramePr>
        <p:xfrm>
          <a:off x="2567354" y="1061804"/>
          <a:ext cx="2198300" cy="219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75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BC1C1A-45E3-460D-A270-4015D3CBA171}"/>
              </a:ext>
            </a:extLst>
          </p:cNvPr>
          <p:cNvSpPr txBox="1"/>
          <p:nvPr/>
        </p:nvSpPr>
        <p:spPr>
          <a:xfrm>
            <a:off x="64815" y="243254"/>
            <a:ext cx="4763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кайталануучу ондуктарды торчого ар бир тилке жана </a:t>
            </a:r>
          </a:p>
          <a:p>
            <a:pPr algn="ctr"/>
            <a:r>
              <a:rPr lang="ky-KG" sz="1200" dirty="0"/>
              <a:t>ар бир катар кылып  өсүү тартибинде (кичинеден чоңго) жайгаштыр.</a:t>
            </a:r>
            <a:endParaRPr lang="en-GB" sz="1200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FAC3606-AC81-4060-8A8E-46DC81231BD6}"/>
              </a:ext>
            </a:extLst>
          </p:cNvPr>
          <p:cNvGraphicFramePr>
            <a:graphicFrameLocks noGrp="1"/>
          </p:cNvGraphicFramePr>
          <p:nvPr/>
        </p:nvGraphicFramePr>
        <p:xfrm>
          <a:off x="149053" y="905568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0.67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0.455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0.34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DDD730-8066-424F-9FAA-6075C30E4BC7}"/>
              </a:ext>
            </a:extLst>
          </p:cNvPr>
          <p:cNvCxnSpPr>
            <a:cxnSpLocks/>
          </p:cNvCxnSpPr>
          <p:nvPr/>
        </p:nvCxnSpPr>
        <p:spPr>
          <a:xfrm>
            <a:off x="2611120" y="968327"/>
            <a:ext cx="223012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E20B72-5D73-44D2-A19D-8AB99BD16EF1}"/>
              </a:ext>
            </a:extLst>
          </p:cNvPr>
          <p:cNvSpPr txBox="1"/>
          <p:nvPr/>
        </p:nvSpPr>
        <p:spPr>
          <a:xfrm>
            <a:off x="2438460" y="693030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57F50C-5A06-4578-9A1B-93B9CC0A481B}"/>
              </a:ext>
            </a:extLst>
          </p:cNvPr>
          <p:cNvSpPr txBox="1"/>
          <p:nvPr/>
        </p:nvSpPr>
        <p:spPr>
          <a:xfrm>
            <a:off x="4130553" y="693030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EE1EA9-556D-41D7-B623-EDE12E352D1A}"/>
              </a:ext>
            </a:extLst>
          </p:cNvPr>
          <p:cNvCxnSpPr>
            <a:cxnSpLocks/>
          </p:cNvCxnSpPr>
          <p:nvPr/>
        </p:nvCxnSpPr>
        <p:spPr>
          <a:xfrm>
            <a:off x="2466446" y="1078164"/>
            <a:ext cx="0" cy="22492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B9117D-A4AD-425F-846B-062B5F2DC68D}"/>
              </a:ext>
            </a:extLst>
          </p:cNvPr>
          <p:cNvSpPr txBox="1"/>
          <p:nvPr/>
        </p:nvSpPr>
        <p:spPr>
          <a:xfrm>
            <a:off x="1652838" y="1056054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8F13D0-8CAF-47AB-8380-619C7876F253}"/>
              </a:ext>
            </a:extLst>
          </p:cNvPr>
          <p:cNvSpPr txBox="1"/>
          <p:nvPr/>
        </p:nvSpPr>
        <p:spPr>
          <a:xfrm>
            <a:off x="1808993" y="3103294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84C4012-A5C0-4A8C-8FD0-B091CEEC9895}"/>
              </a:ext>
            </a:extLst>
          </p:cNvPr>
          <p:cNvSpPr/>
          <p:nvPr/>
        </p:nvSpPr>
        <p:spPr>
          <a:xfrm>
            <a:off x="127134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113273-1E3F-4FFE-8106-F7D85D750108}"/>
              </a:ext>
            </a:extLst>
          </p:cNvPr>
          <p:cNvSpPr/>
          <p:nvPr/>
        </p:nvSpPr>
        <p:spPr>
          <a:xfrm>
            <a:off x="599652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DD5BCF-681B-4914-AC31-060C79D44AC3}"/>
              </a:ext>
            </a:extLst>
          </p:cNvPr>
          <p:cNvSpPr/>
          <p:nvPr/>
        </p:nvSpPr>
        <p:spPr>
          <a:xfrm>
            <a:off x="1220541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FD1326-54B5-4616-B90F-129EEB73EE58}"/>
              </a:ext>
            </a:extLst>
          </p:cNvPr>
          <p:cNvSpPr/>
          <p:nvPr/>
        </p:nvSpPr>
        <p:spPr>
          <a:xfrm>
            <a:off x="1313674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6206747-6C59-412C-9BC4-9DA54AD5112D}"/>
              </a:ext>
            </a:extLst>
          </p:cNvPr>
          <p:cNvSpPr/>
          <p:nvPr/>
        </p:nvSpPr>
        <p:spPr>
          <a:xfrm>
            <a:off x="1272399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310DC9F-4A0E-4459-85CF-F60847FCDF19}"/>
              </a:ext>
            </a:extLst>
          </p:cNvPr>
          <p:cNvSpPr/>
          <p:nvPr/>
        </p:nvSpPr>
        <p:spPr>
          <a:xfrm>
            <a:off x="636623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7F2D56-C8EC-4F62-8DDD-353BFA814E14}"/>
              </a:ext>
            </a:extLst>
          </p:cNvPr>
          <p:cNvSpPr/>
          <p:nvPr/>
        </p:nvSpPr>
        <p:spPr>
          <a:xfrm>
            <a:off x="1273932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EE4CEA-19E2-4118-8D7C-E16442CDABC9}"/>
              </a:ext>
            </a:extLst>
          </p:cNvPr>
          <p:cNvSpPr/>
          <p:nvPr/>
        </p:nvSpPr>
        <p:spPr>
          <a:xfrm>
            <a:off x="1323891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F396C79-F86A-42CB-9AF4-89AFE1AB6524}"/>
              </a:ext>
            </a:extLst>
          </p:cNvPr>
          <p:cNvSpPr/>
          <p:nvPr/>
        </p:nvSpPr>
        <p:spPr>
          <a:xfrm>
            <a:off x="600857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044DBCB-C850-4177-91EF-4FAD73C8B247}"/>
              </a:ext>
            </a:extLst>
          </p:cNvPr>
          <p:cNvSpPr/>
          <p:nvPr/>
        </p:nvSpPr>
        <p:spPr>
          <a:xfrm>
            <a:off x="123816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AD86FD-C4A8-437A-9BEF-7DDA451257BE}"/>
              </a:ext>
            </a:extLst>
          </p:cNvPr>
          <p:cNvSpPr/>
          <p:nvPr/>
        </p:nvSpPr>
        <p:spPr>
          <a:xfrm>
            <a:off x="132579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DCBD915-BDC9-47CB-9DC4-3439A6A7C339}"/>
              </a:ext>
            </a:extLst>
          </p:cNvPr>
          <p:cNvSpPr/>
          <p:nvPr/>
        </p:nvSpPr>
        <p:spPr>
          <a:xfrm>
            <a:off x="1226185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3F745D0-2113-459A-97C0-A7C5A8119465}"/>
              </a:ext>
            </a:extLst>
          </p:cNvPr>
          <p:cNvSpPr/>
          <p:nvPr/>
        </p:nvSpPr>
        <p:spPr>
          <a:xfrm>
            <a:off x="1319318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5276B55-EC11-4523-BE57-445A051FCC93}"/>
              </a:ext>
            </a:extLst>
          </p:cNvPr>
          <p:cNvSpPr/>
          <p:nvPr/>
        </p:nvSpPr>
        <p:spPr>
          <a:xfrm>
            <a:off x="551674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4E5856B-85C0-41B3-BB7D-CCDE7BB8066D}"/>
              </a:ext>
            </a:extLst>
          </p:cNvPr>
          <p:cNvSpPr/>
          <p:nvPr/>
        </p:nvSpPr>
        <p:spPr>
          <a:xfrm>
            <a:off x="1226185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90C35F9-4CFB-4A60-A8A1-E598D19165F4}"/>
              </a:ext>
            </a:extLst>
          </p:cNvPr>
          <p:cNvSpPr/>
          <p:nvPr/>
        </p:nvSpPr>
        <p:spPr>
          <a:xfrm>
            <a:off x="1316496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8463D14-FE4B-4FDC-9F06-69C78CC76FAF}"/>
              </a:ext>
            </a:extLst>
          </p:cNvPr>
          <p:cNvSpPr/>
          <p:nvPr/>
        </p:nvSpPr>
        <p:spPr>
          <a:xfrm>
            <a:off x="54885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913C9FE-0813-4645-9E13-B56CB0FE358D}"/>
              </a:ext>
            </a:extLst>
          </p:cNvPr>
          <p:cNvSpPr/>
          <p:nvPr/>
        </p:nvSpPr>
        <p:spPr>
          <a:xfrm>
            <a:off x="554566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3907944-D038-42A2-B7D6-BE051E746F34}"/>
              </a:ext>
            </a:extLst>
          </p:cNvPr>
          <p:cNvSpPr/>
          <p:nvPr/>
        </p:nvSpPr>
        <p:spPr>
          <a:xfrm>
            <a:off x="606354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953555B-BE69-42FE-8BA4-4E8BB2B1F19B}"/>
              </a:ext>
            </a:extLst>
          </p:cNvPr>
          <p:cNvSpPr/>
          <p:nvPr/>
        </p:nvSpPr>
        <p:spPr>
          <a:xfrm>
            <a:off x="506095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E434EDE-661D-47DC-81EA-D5A92E8CEFAD}"/>
              </a:ext>
            </a:extLst>
          </p:cNvPr>
          <p:cNvSpPr/>
          <p:nvPr/>
        </p:nvSpPr>
        <p:spPr>
          <a:xfrm>
            <a:off x="599228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Arrow: Right 113">
            <a:extLst>
              <a:ext uri="{FF2B5EF4-FFF2-40B4-BE49-F238E27FC236}">
                <a16:creationId xmlns:a16="http://schemas.microsoft.com/office/drawing/2014/main" id="{E6E2C7C4-9EBD-4195-8D03-30715215351C}"/>
              </a:ext>
            </a:extLst>
          </p:cNvPr>
          <p:cNvSpPr/>
          <p:nvPr/>
        </p:nvSpPr>
        <p:spPr>
          <a:xfrm>
            <a:off x="1576378" y="5075674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15" name="Table 5">
            <a:extLst>
              <a:ext uri="{FF2B5EF4-FFF2-40B4-BE49-F238E27FC236}">
                <a16:creationId xmlns:a16="http://schemas.microsoft.com/office/drawing/2014/main" id="{1DB08462-DA3E-4B2B-8C48-39B63DC46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488858"/>
              </p:ext>
            </p:extLst>
          </p:nvPr>
        </p:nvGraphicFramePr>
        <p:xfrm>
          <a:off x="2408857" y="4002185"/>
          <a:ext cx="2442692" cy="244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673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116" name="Table 8">
            <a:extLst>
              <a:ext uri="{FF2B5EF4-FFF2-40B4-BE49-F238E27FC236}">
                <a16:creationId xmlns:a16="http://schemas.microsoft.com/office/drawing/2014/main" id="{9399CC7B-853B-4656-B195-1B147D5EE0BD}"/>
              </a:ext>
            </a:extLst>
          </p:cNvPr>
          <p:cNvGraphicFramePr>
            <a:graphicFrameLocks noGrp="1"/>
          </p:cNvGraphicFramePr>
          <p:nvPr/>
        </p:nvGraphicFramePr>
        <p:xfrm>
          <a:off x="149053" y="4053214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0.20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0.303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006E8CF-122B-4E4A-8026-1CA429941550}"/>
              </a:ext>
            </a:extLst>
          </p:cNvPr>
          <p:cNvCxnSpPr>
            <a:cxnSpLocks/>
          </p:cNvCxnSpPr>
          <p:nvPr/>
        </p:nvCxnSpPr>
        <p:spPr>
          <a:xfrm>
            <a:off x="2452624" y="3908709"/>
            <a:ext cx="235102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F69CAF4-38A3-4C70-9F30-53A208041E6C}"/>
              </a:ext>
            </a:extLst>
          </p:cNvPr>
          <p:cNvSpPr txBox="1"/>
          <p:nvPr/>
        </p:nvSpPr>
        <p:spPr>
          <a:xfrm>
            <a:off x="2279965" y="3633412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BE4E3AB-8815-446A-AC5B-E73B975355CE}"/>
              </a:ext>
            </a:extLst>
          </p:cNvPr>
          <p:cNvSpPr txBox="1"/>
          <p:nvPr/>
        </p:nvSpPr>
        <p:spPr>
          <a:xfrm>
            <a:off x="3972057" y="3633412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E05F854-460C-4A13-9CDF-9F9A83C23E6C}"/>
              </a:ext>
            </a:extLst>
          </p:cNvPr>
          <p:cNvCxnSpPr>
            <a:cxnSpLocks/>
          </p:cNvCxnSpPr>
          <p:nvPr/>
        </p:nvCxnSpPr>
        <p:spPr>
          <a:xfrm>
            <a:off x="2307950" y="4018546"/>
            <a:ext cx="0" cy="24263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3F17CF04-FBF0-45C8-AFC7-0BA7C1EC7E45}"/>
              </a:ext>
            </a:extLst>
          </p:cNvPr>
          <p:cNvSpPr txBox="1"/>
          <p:nvPr/>
        </p:nvSpPr>
        <p:spPr>
          <a:xfrm>
            <a:off x="1515367" y="4003238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6608403-3E9E-42B1-AFB3-6C967EAFA9E0}"/>
              </a:ext>
            </a:extLst>
          </p:cNvPr>
          <p:cNvSpPr txBox="1"/>
          <p:nvPr/>
        </p:nvSpPr>
        <p:spPr>
          <a:xfrm>
            <a:off x="1650497" y="6043676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B2BFA01F-8E36-44D8-97CF-0F031607D6A3}"/>
              </a:ext>
            </a:extLst>
          </p:cNvPr>
          <p:cNvSpPr/>
          <p:nvPr/>
        </p:nvSpPr>
        <p:spPr>
          <a:xfrm>
            <a:off x="1332895" y="472739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7DC26BFF-CA7A-4CF1-8196-CC35C2E6CDC9}"/>
              </a:ext>
            </a:extLst>
          </p:cNvPr>
          <p:cNvSpPr/>
          <p:nvPr/>
        </p:nvSpPr>
        <p:spPr>
          <a:xfrm>
            <a:off x="508302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AC4F8FAD-F531-4F0C-A413-CB278BB41AB1}"/>
              </a:ext>
            </a:extLst>
          </p:cNvPr>
          <p:cNvSpPr/>
          <p:nvPr/>
        </p:nvSpPr>
        <p:spPr>
          <a:xfrm>
            <a:off x="592666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B32E1805-129C-4E85-87AE-7D9891C7CC79}"/>
              </a:ext>
            </a:extLst>
          </p:cNvPr>
          <p:cNvSpPr/>
          <p:nvPr/>
        </p:nvSpPr>
        <p:spPr>
          <a:xfrm>
            <a:off x="1177773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01D5C40-F8FC-46F2-A895-EED70E138EAF}"/>
              </a:ext>
            </a:extLst>
          </p:cNvPr>
          <p:cNvSpPr/>
          <p:nvPr/>
        </p:nvSpPr>
        <p:spPr>
          <a:xfrm>
            <a:off x="1354665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B9665417-B406-40D6-870C-70096434E092}"/>
              </a:ext>
            </a:extLst>
          </p:cNvPr>
          <p:cNvSpPr/>
          <p:nvPr/>
        </p:nvSpPr>
        <p:spPr>
          <a:xfrm>
            <a:off x="459315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92C93373-057C-43C5-B343-9D344FD8B085}"/>
              </a:ext>
            </a:extLst>
          </p:cNvPr>
          <p:cNvSpPr/>
          <p:nvPr/>
        </p:nvSpPr>
        <p:spPr>
          <a:xfrm>
            <a:off x="638930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6756AB69-DE6B-426A-A033-40480AB9AC3F}"/>
              </a:ext>
            </a:extLst>
          </p:cNvPr>
          <p:cNvSpPr/>
          <p:nvPr/>
        </p:nvSpPr>
        <p:spPr>
          <a:xfrm>
            <a:off x="1313843" y="410690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D769499-5B74-431F-A02E-4B8690BA79DB}"/>
              </a:ext>
            </a:extLst>
          </p:cNvPr>
          <p:cNvSpPr/>
          <p:nvPr/>
        </p:nvSpPr>
        <p:spPr>
          <a:xfrm>
            <a:off x="546400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7F3D683-91A6-4D4E-862A-5AAEC70B53DE}"/>
              </a:ext>
            </a:extLst>
          </p:cNvPr>
          <p:cNvSpPr/>
          <p:nvPr/>
        </p:nvSpPr>
        <p:spPr>
          <a:xfrm>
            <a:off x="636207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829348E9-2731-4886-B613-6FD25274131B}"/>
              </a:ext>
            </a:extLst>
          </p:cNvPr>
          <p:cNvSpPr/>
          <p:nvPr/>
        </p:nvSpPr>
        <p:spPr>
          <a:xfrm>
            <a:off x="131384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7850BF-CD69-4824-B72C-CE4D319A60DF}"/>
              </a:ext>
            </a:extLst>
          </p:cNvPr>
          <p:cNvSpPr/>
          <p:nvPr/>
        </p:nvSpPr>
        <p:spPr>
          <a:xfrm>
            <a:off x="1164164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3F13C5C7-B6A2-4578-B0C7-E44D5200CCA3}"/>
              </a:ext>
            </a:extLst>
          </p:cNvPr>
          <p:cNvSpPr/>
          <p:nvPr/>
        </p:nvSpPr>
        <p:spPr>
          <a:xfrm>
            <a:off x="1360107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E07271C3-E418-4364-8860-815BF7C5F34B}"/>
              </a:ext>
            </a:extLst>
          </p:cNvPr>
          <p:cNvSpPr/>
          <p:nvPr/>
        </p:nvSpPr>
        <p:spPr>
          <a:xfrm>
            <a:off x="459314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FFA249F2-2943-4516-B0C9-CA980301A312}"/>
              </a:ext>
            </a:extLst>
          </p:cNvPr>
          <p:cNvSpPr/>
          <p:nvPr/>
        </p:nvSpPr>
        <p:spPr>
          <a:xfrm>
            <a:off x="638928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08FBB8EB-9B7B-4F66-AE06-4B609D306180}"/>
              </a:ext>
            </a:extLst>
          </p:cNvPr>
          <p:cNvSpPr/>
          <p:nvPr/>
        </p:nvSpPr>
        <p:spPr>
          <a:xfrm>
            <a:off x="459314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A3BD7F9-6771-417C-91C6-70B98906D491}"/>
              </a:ext>
            </a:extLst>
          </p:cNvPr>
          <p:cNvSpPr/>
          <p:nvPr/>
        </p:nvSpPr>
        <p:spPr>
          <a:xfrm>
            <a:off x="641650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BB02DE62-9451-4085-AA98-CFD9BC9D2A69}"/>
              </a:ext>
            </a:extLst>
          </p:cNvPr>
          <p:cNvSpPr/>
          <p:nvPr/>
        </p:nvSpPr>
        <p:spPr>
          <a:xfrm>
            <a:off x="1308400" y="561457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E51F033A-458B-4249-9198-E88C7E7EEC31}"/>
              </a:ext>
            </a:extLst>
          </p:cNvPr>
          <p:cNvSpPr/>
          <p:nvPr/>
        </p:nvSpPr>
        <p:spPr>
          <a:xfrm>
            <a:off x="49741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A485B6D-C08F-445A-99B4-AC87BF1D14B6}"/>
              </a:ext>
            </a:extLst>
          </p:cNvPr>
          <p:cNvSpPr/>
          <p:nvPr/>
        </p:nvSpPr>
        <p:spPr>
          <a:xfrm>
            <a:off x="59266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306627A9-8263-4C1D-8407-E01548D42244}"/>
              </a:ext>
            </a:extLst>
          </p:cNvPr>
          <p:cNvSpPr/>
          <p:nvPr/>
        </p:nvSpPr>
        <p:spPr>
          <a:xfrm>
            <a:off x="1319286" y="622145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C6A4B067-C1FE-432C-898C-F5855FED65F8}"/>
              </a:ext>
            </a:extLst>
          </p:cNvPr>
          <p:cNvSpPr/>
          <p:nvPr/>
        </p:nvSpPr>
        <p:spPr>
          <a:xfrm>
            <a:off x="459315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9F7B5A73-CB5D-4B71-905D-368E70B9BC29}"/>
              </a:ext>
            </a:extLst>
          </p:cNvPr>
          <p:cNvSpPr/>
          <p:nvPr/>
        </p:nvSpPr>
        <p:spPr>
          <a:xfrm>
            <a:off x="644372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B80E17A6-AD85-4395-98EF-3EA13AC53873}"/>
              </a:ext>
            </a:extLst>
          </p:cNvPr>
          <p:cNvSpPr/>
          <p:nvPr/>
        </p:nvSpPr>
        <p:spPr>
          <a:xfrm>
            <a:off x="500136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DF0BEA7-73CB-4D48-9371-D0549F7C8438}"/>
              </a:ext>
            </a:extLst>
          </p:cNvPr>
          <p:cNvSpPr/>
          <p:nvPr/>
        </p:nvSpPr>
        <p:spPr>
          <a:xfrm>
            <a:off x="598108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BAD669EF-2CCA-46B2-95C3-5F0401E36C8E}"/>
              </a:ext>
            </a:extLst>
          </p:cNvPr>
          <p:cNvSpPr/>
          <p:nvPr/>
        </p:nvSpPr>
        <p:spPr>
          <a:xfrm>
            <a:off x="1264858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E5B62DC9-863A-4F6A-95A2-341792DDDA02}"/>
              </a:ext>
            </a:extLst>
          </p:cNvPr>
          <p:cNvSpPr/>
          <p:nvPr/>
        </p:nvSpPr>
        <p:spPr>
          <a:xfrm>
            <a:off x="1357387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D8A43C-5418-47F0-9C82-B884D1B1DF9A}"/>
              </a:ext>
            </a:extLst>
          </p:cNvPr>
          <p:cNvCxnSpPr>
            <a:cxnSpLocks/>
          </p:cNvCxnSpPr>
          <p:nvPr/>
        </p:nvCxnSpPr>
        <p:spPr>
          <a:xfrm flipV="1">
            <a:off x="175847" y="3508130"/>
            <a:ext cx="4583097" cy="14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37B267D3-A0C2-49E9-9FC9-28C367F7A73B}"/>
              </a:ext>
            </a:extLst>
          </p:cNvPr>
          <p:cNvSpPr/>
          <p:nvPr/>
        </p:nvSpPr>
        <p:spPr>
          <a:xfrm>
            <a:off x="122240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785007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Right 21">
            <a:extLst>
              <a:ext uri="{FF2B5EF4-FFF2-40B4-BE49-F238E27FC236}">
                <a16:creationId xmlns:a16="http://schemas.microsoft.com/office/drawing/2014/main" id="{8CCBFA1F-FD5B-47D9-8E4D-2620473AC37C}"/>
              </a:ext>
            </a:extLst>
          </p:cNvPr>
          <p:cNvSpPr/>
          <p:nvPr/>
        </p:nvSpPr>
        <p:spPr>
          <a:xfrm>
            <a:off x="1576378" y="1928028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19"/>
            <a:ext cx="4877888" cy="6824003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1BE8681-C450-468E-9CCA-9439D520F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823416"/>
              </p:ext>
            </p:extLst>
          </p:nvPr>
        </p:nvGraphicFramePr>
        <p:xfrm>
          <a:off x="2567354" y="1061804"/>
          <a:ext cx="2198300" cy="219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75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0.12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0.45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0.455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0.67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0.76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0.76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0.81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0.8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0.89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0.9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FAC3606-AC81-4060-8A8E-46DC81231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980934"/>
              </p:ext>
            </p:extLst>
          </p:nvPr>
        </p:nvGraphicFramePr>
        <p:xfrm>
          <a:off x="149053" y="905568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0.67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0.455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0.34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DDD730-8066-424F-9FAA-6075C30E4BC7}"/>
              </a:ext>
            </a:extLst>
          </p:cNvPr>
          <p:cNvCxnSpPr>
            <a:cxnSpLocks/>
          </p:cNvCxnSpPr>
          <p:nvPr/>
        </p:nvCxnSpPr>
        <p:spPr>
          <a:xfrm>
            <a:off x="2611120" y="968327"/>
            <a:ext cx="223012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EE1EA9-556D-41D7-B623-EDE12E352D1A}"/>
              </a:ext>
            </a:extLst>
          </p:cNvPr>
          <p:cNvCxnSpPr>
            <a:cxnSpLocks/>
          </p:cNvCxnSpPr>
          <p:nvPr/>
        </p:nvCxnSpPr>
        <p:spPr>
          <a:xfrm>
            <a:off x="2466446" y="1078164"/>
            <a:ext cx="0" cy="22492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032F0E88-13ED-4AE6-BA1B-742A0202BE0B}"/>
              </a:ext>
            </a:extLst>
          </p:cNvPr>
          <p:cNvSpPr/>
          <p:nvPr/>
        </p:nvSpPr>
        <p:spPr>
          <a:xfrm>
            <a:off x="2898140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D5457B-47D3-40E7-854C-78AA4C3E5E5C}"/>
              </a:ext>
            </a:extLst>
          </p:cNvPr>
          <p:cNvSpPr/>
          <p:nvPr/>
        </p:nvSpPr>
        <p:spPr>
          <a:xfrm>
            <a:off x="3507740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5EF496D-68FE-4A5D-B904-D6480B9A4F19}"/>
              </a:ext>
            </a:extLst>
          </p:cNvPr>
          <p:cNvSpPr/>
          <p:nvPr/>
        </p:nvSpPr>
        <p:spPr>
          <a:xfrm>
            <a:off x="4060824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18779F-214C-4208-B63B-32B1D3D3FE74}"/>
              </a:ext>
            </a:extLst>
          </p:cNvPr>
          <p:cNvSpPr/>
          <p:nvPr/>
        </p:nvSpPr>
        <p:spPr>
          <a:xfrm>
            <a:off x="4551680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85964E-39A9-460F-BA51-7BD7AE942A90}"/>
              </a:ext>
            </a:extLst>
          </p:cNvPr>
          <p:cNvSpPr/>
          <p:nvPr/>
        </p:nvSpPr>
        <p:spPr>
          <a:xfrm>
            <a:off x="2972435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E5A866F-0599-4927-AE36-F28A0D0C041F}"/>
              </a:ext>
            </a:extLst>
          </p:cNvPr>
          <p:cNvSpPr/>
          <p:nvPr/>
        </p:nvSpPr>
        <p:spPr>
          <a:xfrm>
            <a:off x="3458210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4B3DB54-F75F-4F90-A36C-C22FD980DB4F}"/>
              </a:ext>
            </a:extLst>
          </p:cNvPr>
          <p:cNvSpPr/>
          <p:nvPr/>
        </p:nvSpPr>
        <p:spPr>
          <a:xfrm>
            <a:off x="3959225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4119075-48F3-4710-B8C6-2DA308EEB1BA}"/>
              </a:ext>
            </a:extLst>
          </p:cNvPr>
          <p:cNvSpPr/>
          <p:nvPr/>
        </p:nvSpPr>
        <p:spPr>
          <a:xfrm>
            <a:off x="4065905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4CFA6A5-359A-4519-87D2-1E40146A3526}"/>
              </a:ext>
            </a:extLst>
          </p:cNvPr>
          <p:cNvSpPr/>
          <p:nvPr/>
        </p:nvSpPr>
        <p:spPr>
          <a:xfrm>
            <a:off x="4669790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32265C7-120B-459B-9AA2-AE425C276637}"/>
              </a:ext>
            </a:extLst>
          </p:cNvPr>
          <p:cNvSpPr/>
          <p:nvPr/>
        </p:nvSpPr>
        <p:spPr>
          <a:xfrm>
            <a:off x="3938904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CDF1314-78DA-43B8-B2A2-AC2E47FD8F05}"/>
              </a:ext>
            </a:extLst>
          </p:cNvPr>
          <p:cNvSpPr/>
          <p:nvPr/>
        </p:nvSpPr>
        <p:spPr>
          <a:xfrm>
            <a:off x="290766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1D917B-9652-431B-8B7D-1467C3D1F3EB}"/>
              </a:ext>
            </a:extLst>
          </p:cNvPr>
          <p:cNvSpPr/>
          <p:nvPr/>
        </p:nvSpPr>
        <p:spPr>
          <a:xfrm>
            <a:off x="351726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D4D05C7-199E-4A16-AB67-576D44FC571B}"/>
              </a:ext>
            </a:extLst>
          </p:cNvPr>
          <p:cNvSpPr/>
          <p:nvPr/>
        </p:nvSpPr>
        <p:spPr>
          <a:xfrm>
            <a:off x="4071620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C1BDFE2-68C0-42D3-8E70-0AC5CA93EE28}"/>
              </a:ext>
            </a:extLst>
          </p:cNvPr>
          <p:cNvSpPr/>
          <p:nvPr/>
        </p:nvSpPr>
        <p:spPr>
          <a:xfrm>
            <a:off x="450024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A9AFE18-66D6-4287-89B7-75DCE3AD80CC}"/>
              </a:ext>
            </a:extLst>
          </p:cNvPr>
          <p:cNvSpPr/>
          <p:nvPr/>
        </p:nvSpPr>
        <p:spPr>
          <a:xfrm>
            <a:off x="462597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905E774-D0E9-48B8-B530-2BF435FA911D}"/>
              </a:ext>
            </a:extLst>
          </p:cNvPr>
          <p:cNvSpPr/>
          <p:nvPr/>
        </p:nvSpPr>
        <p:spPr>
          <a:xfrm>
            <a:off x="2852421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8B4EA90-20BB-4B4C-9B73-A51AE799823B}"/>
              </a:ext>
            </a:extLst>
          </p:cNvPr>
          <p:cNvSpPr/>
          <p:nvPr/>
        </p:nvSpPr>
        <p:spPr>
          <a:xfrm>
            <a:off x="4547870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CC6EFCB-A14D-40CB-A330-2FB162AF9007}"/>
              </a:ext>
            </a:extLst>
          </p:cNvPr>
          <p:cNvSpPr/>
          <p:nvPr/>
        </p:nvSpPr>
        <p:spPr>
          <a:xfrm>
            <a:off x="2968626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675A6E6-8612-4994-BFF1-BB60A499D2AB}"/>
              </a:ext>
            </a:extLst>
          </p:cNvPr>
          <p:cNvSpPr/>
          <p:nvPr/>
        </p:nvSpPr>
        <p:spPr>
          <a:xfrm>
            <a:off x="3458211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6E2668F-E36D-42B9-9538-8E08D9D242EC}"/>
              </a:ext>
            </a:extLst>
          </p:cNvPr>
          <p:cNvSpPr/>
          <p:nvPr/>
        </p:nvSpPr>
        <p:spPr>
          <a:xfrm>
            <a:off x="3945891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EDC41FC-53C0-40E2-BF2A-54351041CFCC}"/>
              </a:ext>
            </a:extLst>
          </p:cNvPr>
          <p:cNvSpPr/>
          <p:nvPr/>
        </p:nvSpPr>
        <p:spPr>
          <a:xfrm>
            <a:off x="4058286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84C4012-A5C0-4A8C-8FD0-B091CEEC9895}"/>
              </a:ext>
            </a:extLst>
          </p:cNvPr>
          <p:cNvSpPr/>
          <p:nvPr/>
        </p:nvSpPr>
        <p:spPr>
          <a:xfrm>
            <a:off x="127134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113273-1E3F-4FFE-8106-F7D85D750108}"/>
              </a:ext>
            </a:extLst>
          </p:cNvPr>
          <p:cNvSpPr/>
          <p:nvPr/>
        </p:nvSpPr>
        <p:spPr>
          <a:xfrm>
            <a:off x="599652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DD5BCF-681B-4914-AC31-060C79D44AC3}"/>
              </a:ext>
            </a:extLst>
          </p:cNvPr>
          <p:cNvSpPr/>
          <p:nvPr/>
        </p:nvSpPr>
        <p:spPr>
          <a:xfrm>
            <a:off x="1220541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FD1326-54B5-4616-B90F-129EEB73EE58}"/>
              </a:ext>
            </a:extLst>
          </p:cNvPr>
          <p:cNvSpPr/>
          <p:nvPr/>
        </p:nvSpPr>
        <p:spPr>
          <a:xfrm>
            <a:off x="1313674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6206747-6C59-412C-9BC4-9DA54AD5112D}"/>
              </a:ext>
            </a:extLst>
          </p:cNvPr>
          <p:cNvSpPr/>
          <p:nvPr/>
        </p:nvSpPr>
        <p:spPr>
          <a:xfrm>
            <a:off x="1272399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310DC9F-4A0E-4459-85CF-F60847FCDF19}"/>
              </a:ext>
            </a:extLst>
          </p:cNvPr>
          <p:cNvSpPr/>
          <p:nvPr/>
        </p:nvSpPr>
        <p:spPr>
          <a:xfrm>
            <a:off x="636623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7F2D56-C8EC-4F62-8DDD-353BFA814E14}"/>
              </a:ext>
            </a:extLst>
          </p:cNvPr>
          <p:cNvSpPr/>
          <p:nvPr/>
        </p:nvSpPr>
        <p:spPr>
          <a:xfrm>
            <a:off x="1273932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EE4CEA-19E2-4118-8D7C-E16442CDABC9}"/>
              </a:ext>
            </a:extLst>
          </p:cNvPr>
          <p:cNvSpPr/>
          <p:nvPr/>
        </p:nvSpPr>
        <p:spPr>
          <a:xfrm>
            <a:off x="1323891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F396C79-F86A-42CB-9AF4-89AFE1AB6524}"/>
              </a:ext>
            </a:extLst>
          </p:cNvPr>
          <p:cNvSpPr/>
          <p:nvPr/>
        </p:nvSpPr>
        <p:spPr>
          <a:xfrm>
            <a:off x="600857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044DBCB-C850-4177-91EF-4FAD73C8B247}"/>
              </a:ext>
            </a:extLst>
          </p:cNvPr>
          <p:cNvSpPr/>
          <p:nvPr/>
        </p:nvSpPr>
        <p:spPr>
          <a:xfrm>
            <a:off x="123816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AD86FD-C4A8-437A-9BEF-7DDA451257BE}"/>
              </a:ext>
            </a:extLst>
          </p:cNvPr>
          <p:cNvSpPr/>
          <p:nvPr/>
        </p:nvSpPr>
        <p:spPr>
          <a:xfrm>
            <a:off x="132579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DCBD915-BDC9-47CB-9DC4-3439A6A7C339}"/>
              </a:ext>
            </a:extLst>
          </p:cNvPr>
          <p:cNvSpPr/>
          <p:nvPr/>
        </p:nvSpPr>
        <p:spPr>
          <a:xfrm>
            <a:off x="1226185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3F745D0-2113-459A-97C0-A7C5A8119465}"/>
              </a:ext>
            </a:extLst>
          </p:cNvPr>
          <p:cNvSpPr/>
          <p:nvPr/>
        </p:nvSpPr>
        <p:spPr>
          <a:xfrm>
            <a:off x="1319318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5276B55-EC11-4523-BE57-445A051FCC93}"/>
              </a:ext>
            </a:extLst>
          </p:cNvPr>
          <p:cNvSpPr/>
          <p:nvPr/>
        </p:nvSpPr>
        <p:spPr>
          <a:xfrm>
            <a:off x="551674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4E5856B-85C0-41B3-BB7D-CCDE7BB8066D}"/>
              </a:ext>
            </a:extLst>
          </p:cNvPr>
          <p:cNvSpPr/>
          <p:nvPr/>
        </p:nvSpPr>
        <p:spPr>
          <a:xfrm>
            <a:off x="1226185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90C35F9-4CFB-4A60-A8A1-E598D19165F4}"/>
              </a:ext>
            </a:extLst>
          </p:cNvPr>
          <p:cNvSpPr/>
          <p:nvPr/>
        </p:nvSpPr>
        <p:spPr>
          <a:xfrm>
            <a:off x="1316496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8463D14-FE4B-4FDC-9F06-69C78CC76FAF}"/>
              </a:ext>
            </a:extLst>
          </p:cNvPr>
          <p:cNvSpPr/>
          <p:nvPr/>
        </p:nvSpPr>
        <p:spPr>
          <a:xfrm>
            <a:off x="54885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913C9FE-0813-4645-9E13-B56CB0FE358D}"/>
              </a:ext>
            </a:extLst>
          </p:cNvPr>
          <p:cNvSpPr/>
          <p:nvPr/>
        </p:nvSpPr>
        <p:spPr>
          <a:xfrm>
            <a:off x="554566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3907944-D038-42A2-B7D6-BE051E746F34}"/>
              </a:ext>
            </a:extLst>
          </p:cNvPr>
          <p:cNvSpPr/>
          <p:nvPr/>
        </p:nvSpPr>
        <p:spPr>
          <a:xfrm>
            <a:off x="606354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953555B-BE69-42FE-8BA4-4E8BB2B1F19B}"/>
              </a:ext>
            </a:extLst>
          </p:cNvPr>
          <p:cNvSpPr/>
          <p:nvPr/>
        </p:nvSpPr>
        <p:spPr>
          <a:xfrm>
            <a:off x="506095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E434EDE-661D-47DC-81EA-D5A92E8CEFAD}"/>
              </a:ext>
            </a:extLst>
          </p:cNvPr>
          <p:cNvSpPr/>
          <p:nvPr/>
        </p:nvSpPr>
        <p:spPr>
          <a:xfrm>
            <a:off x="599228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Arrow: Right 113">
            <a:extLst>
              <a:ext uri="{FF2B5EF4-FFF2-40B4-BE49-F238E27FC236}">
                <a16:creationId xmlns:a16="http://schemas.microsoft.com/office/drawing/2014/main" id="{E6E2C7C4-9EBD-4195-8D03-30715215351C}"/>
              </a:ext>
            </a:extLst>
          </p:cNvPr>
          <p:cNvSpPr/>
          <p:nvPr/>
        </p:nvSpPr>
        <p:spPr>
          <a:xfrm>
            <a:off x="1576378" y="5075674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15" name="Table 5">
            <a:extLst>
              <a:ext uri="{FF2B5EF4-FFF2-40B4-BE49-F238E27FC236}">
                <a16:creationId xmlns:a16="http://schemas.microsoft.com/office/drawing/2014/main" id="{1DB08462-DA3E-4B2B-8C48-39B63DC46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592533"/>
              </p:ext>
            </p:extLst>
          </p:nvPr>
        </p:nvGraphicFramePr>
        <p:xfrm>
          <a:off x="2408857" y="4002185"/>
          <a:ext cx="2442692" cy="244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673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116" name="Table 8">
            <a:extLst>
              <a:ext uri="{FF2B5EF4-FFF2-40B4-BE49-F238E27FC236}">
                <a16:creationId xmlns:a16="http://schemas.microsoft.com/office/drawing/2014/main" id="{9399CC7B-853B-4656-B195-1B147D5EE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98553"/>
              </p:ext>
            </p:extLst>
          </p:nvPr>
        </p:nvGraphicFramePr>
        <p:xfrm>
          <a:off x="149053" y="4053214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0.20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0.303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006E8CF-122B-4E4A-8026-1CA429941550}"/>
              </a:ext>
            </a:extLst>
          </p:cNvPr>
          <p:cNvCxnSpPr>
            <a:cxnSpLocks/>
          </p:cNvCxnSpPr>
          <p:nvPr/>
        </p:nvCxnSpPr>
        <p:spPr>
          <a:xfrm>
            <a:off x="2452624" y="3908709"/>
            <a:ext cx="235102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E05F854-460C-4A13-9CDF-9F9A83C23E6C}"/>
              </a:ext>
            </a:extLst>
          </p:cNvPr>
          <p:cNvCxnSpPr>
            <a:cxnSpLocks/>
          </p:cNvCxnSpPr>
          <p:nvPr/>
        </p:nvCxnSpPr>
        <p:spPr>
          <a:xfrm>
            <a:off x="2307950" y="4018546"/>
            <a:ext cx="0" cy="24263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B2BFA01F-8E36-44D8-97CF-0F031607D6A3}"/>
              </a:ext>
            </a:extLst>
          </p:cNvPr>
          <p:cNvSpPr/>
          <p:nvPr/>
        </p:nvSpPr>
        <p:spPr>
          <a:xfrm>
            <a:off x="1332895" y="472739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7DC26BFF-CA7A-4CF1-8196-CC35C2E6CDC9}"/>
              </a:ext>
            </a:extLst>
          </p:cNvPr>
          <p:cNvSpPr/>
          <p:nvPr/>
        </p:nvSpPr>
        <p:spPr>
          <a:xfrm>
            <a:off x="508302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AC4F8FAD-F531-4F0C-A413-CB278BB41AB1}"/>
              </a:ext>
            </a:extLst>
          </p:cNvPr>
          <p:cNvSpPr/>
          <p:nvPr/>
        </p:nvSpPr>
        <p:spPr>
          <a:xfrm>
            <a:off x="592666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B32E1805-129C-4E85-87AE-7D9891C7CC79}"/>
              </a:ext>
            </a:extLst>
          </p:cNvPr>
          <p:cNvSpPr/>
          <p:nvPr/>
        </p:nvSpPr>
        <p:spPr>
          <a:xfrm>
            <a:off x="1177773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01D5C40-F8FC-46F2-A895-EED70E138EAF}"/>
              </a:ext>
            </a:extLst>
          </p:cNvPr>
          <p:cNvSpPr/>
          <p:nvPr/>
        </p:nvSpPr>
        <p:spPr>
          <a:xfrm>
            <a:off x="1354665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B9665417-B406-40D6-870C-70096434E092}"/>
              </a:ext>
            </a:extLst>
          </p:cNvPr>
          <p:cNvSpPr/>
          <p:nvPr/>
        </p:nvSpPr>
        <p:spPr>
          <a:xfrm>
            <a:off x="459315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92C93373-057C-43C5-B343-9D344FD8B085}"/>
              </a:ext>
            </a:extLst>
          </p:cNvPr>
          <p:cNvSpPr/>
          <p:nvPr/>
        </p:nvSpPr>
        <p:spPr>
          <a:xfrm>
            <a:off x="638930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6756AB69-DE6B-426A-A033-40480AB9AC3F}"/>
              </a:ext>
            </a:extLst>
          </p:cNvPr>
          <p:cNvSpPr/>
          <p:nvPr/>
        </p:nvSpPr>
        <p:spPr>
          <a:xfrm>
            <a:off x="1313843" y="410690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D769499-5B74-431F-A02E-4B8690BA79DB}"/>
              </a:ext>
            </a:extLst>
          </p:cNvPr>
          <p:cNvSpPr/>
          <p:nvPr/>
        </p:nvSpPr>
        <p:spPr>
          <a:xfrm>
            <a:off x="546400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7F3D683-91A6-4D4E-862A-5AAEC70B53DE}"/>
              </a:ext>
            </a:extLst>
          </p:cNvPr>
          <p:cNvSpPr/>
          <p:nvPr/>
        </p:nvSpPr>
        <p:spPr>
          <a:xfrm>
            <a:off x="636207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829348E9-2731-4886-B613-6FD25274131B}"/>
              </a:ext>
            </a:extLst>
          </p:cNvPr>
          <p:cNvSpPr/>
          <p:nvPr/>
        </p:nvSpPr>
        <p:spPr>
          <a:xfrm>
            <a:off x="131384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7850BF-CD69-4824-B72C-CE4D319A60DF}"/>
              </a:ext>
            </a:extLst>
          </p:cNvPr>
          <p:cNvSpPr/>
          <p:nvPr/>
        </p:nvSpPr>
        <p:spPr>
          <a:xfrm>
            <a:off x="1164164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3F13C5C7-B6A2-4578-B0C7-E44D5200CCA3}"/>
              </a:ext>
            </a:extLst>
          </p:cNvPr>
          <p:cNvSpPr/>
          <p:nvPr/>
        </p:nvSpPr>
        <p:spPr>
          <a:xfrm>
            <a:off x="1360107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E07271C3-E418-4364-8860-815BF7C5F34B}"/>
              </a:ext>
            </a:extLst>
          </p:cNvPr>
          <p:cNvSpPr/>
          <p:nvPr/>
        </p:nvSpPr>
        <p:spPr>
          <a:xfrm>
            <a:off x="459314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FFA249F2-2943-4516-B0C9-CA980301A312}"/>
              </a:ext>
            </a:extLst>
          </p:cNvPr>
          <p:cNvSpPr/>
          <p:nvPr/>
        </p:nvSpPr>
        <p:spPr>
          <a:xfrm>
            <a:off x="638928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08FBB8EB-9B7B-4F66-AE06-4B609D306180}"/>
              </a:ext>
            </a:extLst>
          </p:cNvPr>
          <p:cNvSpPr/>
          <p:nvPr/>
        </p:nvSpPr>
        <p:spPr>
          <a:xfrm>
            <a:off x="459314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A3BD7F9-6771-417C-91C6-70B98906D491}"/>
              </a:ext>
            </a:extLst>
          </p:cNvPr>
          <p:cNvSpPr/>
          <p:nvPr/>
        </p:nvSpPr>
        <p:spPr>
          <a:xfrm>
            <a:off x="641650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BB02DE62-9451-4085-AA98-CFD9BC9D2A69}"/>
              </a:ext>
            </a:extLst>
          </p:cNvPr>
          <p:cNvSpPr/>
          <p:nvPr/>
        </p:nvSpPr>
        <p:spPr>
          <a:xfrm>
            <a:off x="1308400" y="561457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E51F033A-458B-4249-9198-E88C7E7EEC31}"/>
              </a:ext>
            </a:extLst>
          </p:cNvPr>
          <p:cNvSpPr/>
          <p:nvPr/>
        </p:nvSpPr>
        <p:spPr>
          <a:xfrm>
            <a:off x="49741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A485B6D-C08F-445A-99B4-AC87BF1D14B6}"/>
              </a:ext>
            </a:extLst>
          </p:cNvPr>
          <p:cNvSpPr/>
          <p:nvPr/>
        </p:nvSpPr>
        <p:spPr>
          <a:xfrm>
            <a:off x="59266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306627A9-8263-4C1D-8407-E01548D42244}"/>
              </a:ext>
            </a:extLst>
          </p:cNvPr>
          <p:cNvSpPr/>
          <p:nvPr/>
        </p:nvSpPr>
        <p:spPr>
          <a:xfrm>
            <a:off x="1319286" y="622145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C6A4B067-C1FE-432C-898C-F5855FED65F8}"/>
              </a:ext>
            </a:extLst>
          </p:cNvPr>
          <p:cNvSpPr/>
          <p:nvPr/>
        </p:nvSpPr>
        <p:spPr>
          <a:xfrm>
            <a:off x="459315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9F7B5A73-CB5D-4B71-905D-368E70B9BC29}"/>
              </a:ext>
            </a:extLst>
          </p:cNvPr>
          <p:cNvSpPr/>
          <p:nvPr/>
        </p:nvSpPr>
        <p:spPr>
          <a:xfrm>
            <a:off x="644372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B80E17A6-AD85-4395-98EF-3EA13AC53873}"/>
              </a:ext>
            </a:extLst>
          </p:cNvPr>
          <p:cNvSpPr/>
          <p:nvPr/>
        </p:nvSpPr>
        <p:spPr>
          <a:xfrm>
            <a:off x="500136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DF0BEA7-73CB-4D48-9371-D0549F7C8438}"/>
              </a:ext>
            </a:extLst>
          </p:cNvPr>
          <p:cNvSpPr/>
          <p:nvPr/>
        </p:nvSpPr>
        <p:spPr>
          <a:xfrm>
            <a:off x="598108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BAD669EF-2CCA-46B2-95C3-5F0401E36C8E}"/>
              </a:ext>
            </a:extLst>
          </p:cNvPr>
          <p:cNvSpPr/>
          <p:nvPr/>
        </p:nvSpPr>
        <p:spPr>
          <a:xfrm>
            <a:off x="1264858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E5B62DC9-863A-4F6A-95A2-341792DDDA02}"/>
              </a:ext>
            </a:extLst>
          </p:cNvPr>
          <p:cNvSpPr/>
          <p:nvPr/>
        </p:nvSpPr>
        <p:spPr>
          <a:xfrm>
            <a:off x="1357387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D8A43C-5418-47F0-9C82-B884D1B1DF9A}"/>
              </a:ext>
            </a:extLst>
          </p:cNvPr>
          <p:cNvCxnSpPr>
            <a:cxnSpLocks/>
          </p:cNvCxnSpPr>
          <p:nvPr/>
        </p:nvCxnSpPr>
        <p:spPr>
          <a:xfrm flipV="1">
            <a:off x="175847" y="3508130"/>
            <a:ext cx="4583097" cy="14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37B267D3-A0C2-49E9-9FC9-28C367F7A73B}"/>
              </a:ext>
            </a:extLst>
          </p:cNvPr>
          <p:cNvSpPr/>
          <p:nvPr/>
        </p:nvSpPr>
        <p:spPr>
          <a:xfrm>
            <a:off x="122240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65C7BA-EB60-42F8-9105-9F02DE7D42B9}"/>
              </a:ext>
            </a:extLst>
          </p:cNvPr>
          <p:cNvSpPr/>
          <p:nvPr/>
        </p:nvSpPr>
        <p:spPr>
          <a:xfrm>
            <a:off x="4813930" y="2630967"/>
            <a:ext cx="530786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Биринчи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үмкүн </a:t>
            </a:r>
          </a:p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болгон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519B1-3D6C-2D10-B845-49C15DC5292E}"/>
              </a:ext>
            </a:extLst>
          </p:cNvPr>
          <p:cNvSpPr txBox="1"/>
          <p:nvPr/>
        </p:nvSpPr>
        <p:spPr>
          <a:xfrm>
            <a:off x="2438460" y="693030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7DB21D-F546-AFA8-8E4C-B681916D6704}"/>
              </a:ext>
            </a:extLst>
          </p:cNvPr>
          <p:cNvSpPr txBox="1"/>
          <p:nvPr/>
        </p:nvSpPr>
        <p:spPr>
          <a:xfrm>
            <a:off x="4130553" y="693030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827C37-6C31-A2FD-2635-813D76526C1B}"/>
              </a:ext>
            </a:extLst>
          </p:cNvPr>
          <p:cNvSpPr txBox="1"/>
          <p:nvPr/>
        </p:nvSpPr>
        <p:spPr>
          <a:xfrm>
            <a:off x="1652838" y="1056054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FEA7A4-0BF1-37CA-2E31-A4DD68AAA321}"/>
              </a:ext>
            </a:extLst>
          </p:cNvPr>
          <p:cNvSpPr txBox="1"/>
          <p:nvPr/>
        </p:nvSpPr>
        <p:spPr>
          <a:xfrm>
            <a:off x="1808993" y="3103294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3953DE-B39E-05DA-E26E-2D554C8D6A4C}"/>
              </a:ext>
            </a:extLst>
          </p:cNvPr>
          <p:cNvSpPr txBox="1"/>
          <p:nvPr/>
        </p:nvSpPr>
        <p:spPr>
          <a:xfrm>
            <a:off x="2279965" y="3633412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1F7494-4B78-6FB5-8A0D-F7E814A1A182}"/>
              </a:ext>
            </a:extLst>
          </p:cNvPr>
          <p:cNvSpPr txBox="1"/>
          <p:nvPr/>
        </p:nvSpPr>
        <p:spPr>
          <a:xfrm>
            <a:off x="3972057" y="3633412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D993025-F9A4-F936-A7A0-5F7232CB17A7}"/>
              </a:ext>
            </a:extLst>
          </p:cNvPr>
          <p:cNvSpPr txBox="1"/>
          <p:nvPr/>
        </p:nvSpPr>
        <p:spPr>
          <a:xfrm>
            <a:off x="1515367" y="4003238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6C262A6-78F3-7F3B-8BF0-08B7BE4E5403}"/>
              </a:ext>
            </a:extLst>
          </p:cNvPr>
          <p:cNvSpPr txBox="1"/>
          <p:nvPr/>
        </p:nvSpPr>
        <p:spPr>
          <a:xfrm>
            <a:off x="1650497" y="6043676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A0736EC-390F-3D75-FE9E-9BFE8C0F4D5B}"/>
              </a:ext>
            </a:extLst>
          </p:cNvPr>
          <p:cNvSpPr txBox="1"/>
          <p:nvPr/>
        </p:nvSpPr>
        <p:spPr>
          <a:xfrm>
            <a:off x="1190008" y="-26377"/>
            <a:ext cx="251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Кайталануучу ондуктарды иреттөө</a:t>
            </a:r>
            <a:endParaRPr lang="en-GB" sz="1200" b="1" u="sng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ABCE399-6619-783F-530C-2B430C40842F}"/>
              </a:ext>
            </a:extLst>
          </p:cNvPr>
          <p:cNvSpPr txBox="1"/>
          <p:nvPr/>
        </p:nvSpPr>
        <p:spPr>
          <a:xfrm>
            <a:off x="64815" y="243254"/>
            <a:ext cx="4763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кайталануучу ондуктарды торчого ар бир тилке жана </a:t>
            </a:r>
          </a:p>
          <a:p>
            <a:pPr algn="ctr"/>
            <a:r>
              <a:rPr lang="ky-KG" sz="1200" dirty="0"/>
              <a:t>ар бир катар кылып  өсүү тартибинде (кичинеден чоңго) жайгаштыр.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38064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Right 21">
            <a:extLst>
              <a:ext uri="{FF2B5EF4-FFF2-40B4-BE49-F238E27FC236}">
                <a16:creationId xmlns:a16="http://schemas.microsoft.com/office/drawing/2014/main" id="{8CCBFA1F-FD5B-47D9-8E4D-2620473AC37C}"/>
              </a:ext>
            </a:extLst>
          </p:cNvPr>
          <p:cNvSpPr/>
          <p:nvPr/>
        </p:nvSpPr>
        <p:spPr>
          <a:xfrm>
            <a:off x="1576378" y="1928028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19"/>
            <a:ext cx="4877888" cy="6824003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1BE8681-C450-468E-9CCA-9439D520F9FD}"/>
              </a:ext>
            </a:extLst>
          </p:cNvPr>
          <p:cNvGraphicFramePr>
            <a:graphicFrameLocks noGrp="1"/>
          </p:cNvGraphicFramePr>
          <p:nvPr/>
        </p:nvGraphicFramePr>
        <p:xfrm>
          <a:off x="2567354" y="1061804"/>
          <a:ext cx="2198300" cy="219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75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0.12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0.45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0.455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0.67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0.76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0.76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0.81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0.8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0.89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0.9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FAC3606-AC81-4060-8A8E-46DC81231BD6}"/>
              </a:ext>
            </a:extLst>
          </p:cNvPr>
          <p:cNvGraphicFramePr>
            <a:graphicFrameLocks noGrp="1"/>
          </p:cNvGraphicFramePr>
          <p:nvPr/>
        </p:nvGraphicFramePr>
        <p:xfrm>
          <a:off x="149053" y="905568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0.67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0.455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0.34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DDD730-8066-424F-9FAA-6075C30E4BC7}"/>
              </a:ext>
            </a:extLst>
          </p:cNvPr>
          <p:cNvCxnSpPr>
            <a:cxnSpLocks/>
          </p:cNvCxnSpPr>
          <p:nvPr/>
        </p:nvCxnSpPr>
        <p:spPr>
          <a:xfrm>
            <a:off x="2611120" y="968327"/>
            <a:ext cx="223012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EE1EA9-556D-41D7-B623-EDE12E352D1A}"/>
              </a:ext>
            </a:extLst>
          </p:cNvPr>
          <p:cNvCxnSpPr>
            <a:cxnSpLocks/>
          </p:cNvCxnSpPr>
          <p:nvPr/>
        </p:nvCxnSpPr>
        <p:spPr>
          <a:xfrm>
            <a:off x="2466446" y="1078164"/>
            <a:ext cx="0" cy="22492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032F0E88-13ED-4AE6-BA1B-742A0202BE0B}"/>
              </a:ext>
            </a:extLst>
          </p:cNvPr>
          <p:cNvSpPr/>
          <p:nvPr/>
        </p:nvSpPr>
        <p:spPr>
          <a:xfrm>
            <a:off x="2898140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D5457B-47D3-40E7-854C-78AA4C3E5E5C}"/>
              </a:ext>
            </a:extLst>
          </p:cNvPr>
          <p:cNvSpPr/>
          <p:nvPr/>
        </p:nvSpPr>
        <p:spPr>
          <a:xfrm>
            <a:off x="3507740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5EF496D-68FE-4A5D-B904-D6480B9A4F19}"/>
              </a:ext>
            </a:extLst>
          </p:cNvPr>
          <p:cNvSpPr/>
          <p:nvPr/>
        </p:nvSpPr>
        <p:spPr>
          <a:xfrm>
            <a:off x="4060824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18779F-214C-4208-B63B-32B1D3D3FE74}"/>
              </a:ext>
            </a:extLst>
          </p:cNvPr>
          <p:cNvSpPr/>
          <p:nvPr/>
        </p:nvSpPr>
        <p:spPr>
          <a:xfrm>
            <a:off x="4551680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85964E-39A9-460F-BA51-7BD7AE942A90}"/>
              </a:ext>
            </a:extLst>
          </p:cNvPr>
          <p:cNvSpPr/>
          <p:nvPr/>
        </p:nvSpPr>
        <p:spPr>
          <a:xfrm>
            <a:off x="2972435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E5A866F-0599-4927-AE36-F28A0D0C041F}"/>
              </a:ext>
            </a:extLst>
          </p:cNvPr>
          <p:cNvSpPr/>
          <p:nvPr/>
        </p:nvSpPr>
        <p:spPr>
          <a:xfrm>
            <a:off x="3458210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4B3DB54-F75F-4F90-A36C-C22FD980DB4F}"/>
              </a:ext>
            </a:extLst>
          </p:cNvPr>
          <p:cNvSpPr/>
          <p:nvPr/>
        </p:nvSpPr>
        <p:spPr>
          <a:xfrm>
            <a:off x="3959225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4119075-48F3-4710-B8C6-2DA308EEB1BA}"/>
              </a:ext>
            </a:extLst>
          </p:cNvPr>
          <p:cNvSpPr/>
          <p:nvPr/>
        </p:nvSpPr>
        <p:spPr>
          <a:xfrm>
            <a:off x="4065905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4CFA6A5-359A-4519-87D2-1E40146A3526}"/>
              </a:ext>
            </a:extLst>
          </p:cNvPr>
          <p:cNvSpPr/>
          <p:nvPr/>
        </p:nvSpPr>
        <p:spPr>
          <a:xfrm>
            <a:off x="4669790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32265C7-120B-459B-9AA2-AE425C276637}"/>
              </a:ext>
            </a:extLst>
          </p:cNvPr>
          <p:cNvSpPr/>
          <p:nvPr/>
        </p:nvSpPr>
        <p:spPr>
          <a:xfrm>
            <a:off x="3938904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CDF1314-78DA-43B8-B2A2-AC2E47FD8F05}"/>
              </a:ext>
            </a:extLst>
          </p:cNvPr>
          <p:cNvSpPr/>
          <p:nvPr/>
        </p:nvSpPr>
        <p:spPr>
          <a:xfrm>
            <a:off x="290766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1D917B-9652-431B-8B7D-1467C3D1F3EB}"/>
              </a:ext>
            </a:extLst>
          </p:cNvPr>
          <p:cNvSpPr/>
          <p:nvPr/>
        </p:nvSpPr>
        <p:spPr>
          <a:xfrm>
            <a:off x="351726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D4D05C7-199E-4A16-AB67-576D44FC571B}"/>
              </a:ext>
            </a:extLst>
          </p:cNvPr>
          <p:cNvSpPr/>
          <p:nvPr/>
        </p:nvSpPr>
        <p:spPr>
          <a:xfrm>
            <a:off x="4071620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C1BDFE2-68C0-42D3-8E70-0AC5CA93EE28}"/>
              </a:ext>
            </a:extLst>
          </p:cNvPr>
          <p:cNvSpPr/>
          <p:nvPr/>
        </p:nvSpPr>
        <p:spPr>
          <a:xfrm>
            <a:off x="450024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A9AFE18-66D6-4287-89B7-75DCE3AD80CC}"/>
              </a:ext>
            </a:extLst>
          </p:cNvPr>
          <p:cNvSpPr/>
          <p:nvPr/>
        </p:nvSpPr>
        <p:spPr>
          <a:xfrm>
            <a:off x="462597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905E774-D0E9-48B8-B530-2BF435FA911D}"/>
              </a:ext>
            </a:extLst>
          </p:cNvPr>
          <p:cNvSpPr/>
          <p:nvPr/>
        </p:nvSpPr>
        <p:spPr>
          <a:xfrm>
            <a:off x="2852421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8B4EA90-20BB-4B4C-9B73-A51AE799823B}"/>
              </a:ext>
            </a:extLst>
          </p:cNvPr>
          <p:cNvSpPr/>
          <p:nvPr/>
        </p:nvSpPr>
        <p:spPr>
          <a:xfrm>
            <a:off x="4547870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CC6EFCB-A14D-40CB-A330-2FB162AF9007}"/>
              </a:ext>
            </a:extLst>
          </p:cNvPr>
          <p:cNvSpPr/>
          <p:nvPr/>
        </p:nvSpPr>
        <p:spPr>
          <a:xfrm>
            <a:off x="2968626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675A6E6-8612-4994-BFF1-BB60A499D2AB}"/>
              </a:ext>
            </a:extLst>
          </p:cNvPr>
          <p:cNvSpPr/>
          <p:nvPr/>
        </p:nvSpPr>
        <p:spPr>
          <a:xfrm>
            <a:off x="3458211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6E2668F-E36D-42B9-9538-8E08D9D242EC}"/>
              </a:ext>
            </a:extLst>
          </p:cNvPr>
          <p:cNvSpPr/>
          <p:nvPr/>
        </p:nvSpPr>
        <p:spPr>
          <a:xfrm>
            <a:off x="3945891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EDC41FC-53C0-40E2-BF2A-54351041CFCC}"/>
              </a:ext>
            </a:extLst>
          </p:cNvPr>
          <p:cNvSpPr/>
          <p:nvPr/>
        </p:nvSpPr>
        <p:spPr>
          <a:xfrm>
            <a:off x="4058286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84C4012-A5C0-4A8C-8FD0-B091CEEC9895}"/>
              </a:ext>
            </a:extLst>
          </p:cNvPr>
          <p:cNvSpPr/>
          <p:nvPr/>
        </p:nvSpPr>
        <p:spPr>
          <a:xfrm>
            <a:off x="127134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113273-1E3F-4FFE-8106-F7D85D750108}"/>
              </a:ext>
            </a:extLst>
          </p:cNvPr>
          <p:cNvSpPr/>
          <p:nvPr/>
        </p:nvSpPr>
        <p:spPr>
          <a:xfrm>
            <a:off x="599652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DD5BCF-681B-4914-AC31-060C79D44AC3}"/>
              </a:ext>
            </a:extLst>
          </p:cNvPr>
          <p:cNvSpPr/>
          <p:nvPr/>
        </p:nvSpPr>
        <p:spPr>
          <a:xfrm>
            <a:off x="1220541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FD1326-54B5-4616-B90F-129EEB73EE58}"/>
              </a:ext>
            </a:extLst>
          </p:cNvPr>
          <p:cNvSpPr/>
          <p:nvPr/>
        </p:nvSpPr>
        <p:spPr>
          <a:xfrm>
            <a:off x="1313674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6206747-6C59-412C-9BC4-9DA54AD5112D}"/>
              </a:ext>
            </a:extLst>
          </p:cNvPr>
          <p:cNvSpPr/>
          <p:nvPr/>
        </p:nvSpPr>
        <p:spPr>
          <a:xfrm>
            <a:off x="1272399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310DC9F-4A0E-4459-85CF-F60847FCDF19}"/>
              </a:ext>
            </a:extLst>
          </p:cNvPr>
          <p:cNvSpPr/>
          <p:nvPr/>
        </p:nvSpPr>
        <p:spPr>
          <a:xfrm>
            <a:off x="636623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7F2D56-C8EC-4F62-8DDD-353BFA814E14}"/>
              </a:ext>
            </a:extLst>
          </p:cNvPr>
          <p:cNvSpPr/>
          <p:nvPr/>
        </p:nvSpPr>
        <p:spPr>
          <a:xfrm>
            <a:off x="1273932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EE4CEA-19E2-4118-8D7C-E16442CDABC9}"/>
              </a:ext>
            </a:extLst>
          </p:cNvPr>
          <p:cNvSpPr/>
          <p:nvPr/>
        </p:nvSpPr>
        <p:spPr>
          <a:xfrm>
            <a:off x="1323891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F396C79-F86A-42CB-9AF4-89AFE1AB6524}"/>
              </a:ext>
            </a:extLst>
          </p:cNvPr>
          <p:cNvSpPr/>
          <p:nvPr/>
        </p:nvSpPr>
        <p:spPr>
          <a:xfrm>
            <a:off x="600857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044DBCB-C850-4177-91EF-4FAD73C8B247}"/>
              </a:ext>
            </a:extLst>
          </p:cNvPr>
          <p:cNvSpPr/>
          <p:nvPr/>
        </p:nvSpPr>
        <p:spPr>
          <a:xfrm>
            <a:off x="123816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AD86FD-C4A8-437A-9BEF-7DDA451257BE}"/>
              </a:ext>
            </a:extLst>
          </p:cNvPr>
          <p:cNvSpPr/>
          <p:nvPr/>
        </p:nvSpPr>
        <p:spPr>
          <a:xfrm>
            <a:off x="132579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DCBD915-BDC9-47CB-9DC4-3439A6A7C339}"/>
              </a:ext>
            </a:extLst>
          </p:cNvPr>
          <p:cNvSpPr/>
          <p:nvPr/>
        </p:nvSpPr>
        <p:spPr>
          <a:xfrm>
            <a:off x="1226185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3F745D0-2113-459A-97C0-A7C5A8119465}"/>
              </a:ext>
            </a:extLst>
          </p:cNvPr>
          <p:cNvSpPr/>
          <p:nvPr/>
        </p:nvSpPr>
        <p:spPr>
          <a:xfrm>
            <a:off x="1319318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5276B55-EC11-4523-BE57-445A051FCC93}"/>
              </a:ext>
            </a:extLst>
          </p:cNvPr>
          <p:cNvSpPr/>
          <p:nvPr/>
        </p:nvSpPr>
        <p:spPr>
          <a:xfrm>
            <a:off x="551674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4E5856B-85C0-41B3-BB7D-CCDE7BB8066D}"/>
              </a:ext>
            </a:extLst>
          </p:cNvPr>
          <p:cNvSpPr/>
          <p:nvPr/>
        </p:nvSpPr>
        <p:spPr>
          <a:xfrm>
            <a:off x="1226185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90C35F9-4CFB-4A60-A8A1-E598D19165F4}"/>
              </a:ext>
            </a:extLst>
          </p:cNvPr>
          <p:cNvSpPr/>
          <p:nvPr/>
        </p:nvSpPr>
        <p:spPr>
          <a:xfrm>
            <a:off x="1316496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8463D14-FE4B-4FDC-9F06-69C78CC76FAF}"/>
              </a:ext>
            </a:extLst>
          </p:cNvPr>
          <p:cNvSpPr/>
          <p:nvPr/>
        </p:nvSpPr>
        <p:spPr>
          <a:xfrm>
            <a:off x="54885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913C9FE-0813-4645-9E13-B56CB0FE358D}"/>
              </a:ext>
            </a:extLst>
          </p:cNvPr>
          <p:cNvSpPr/>
          <p:nvPr/>
        </p:nvSpPr>
        <p:spPr>
          <a:xfrm>
            <a:off x="554566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3907944-D038-42A2-B7D6-BE051E746F34}"/>
              </a:ext>
            </a:extLst>
          </p:cNvPr>
          <p:cNvSpPr/>
          <p:nvPr/>
        </p:nvSpPr>
        <p:spPr>
          <a:xfrm>
            <a:off x="606354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953555B-BE69-42FE-8BA4-4E8BB2B1F19B}"/>
              </a:ext>
            </a:extLst>
          </p:cNvPr>
          <p:cNvSpPr/>
          <p:nvPr/>
        </p:nvSpPr>
        <p:spPr>
          <a:xfrm>
            <a:off x="506095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E434EDE-661D-47DC-81EA-D5A92E8CEFAD}"/>
              </a:ext>
            </a:extLst>
          </p:cNvPr>
          <p:cNvSpPr/>
          <p:nvPr/>
        </p:nvSpPr>
        <p:spPr>
          <a:xfrm>
            <a:off x="599228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Arrow: Right 113">
            <a:extLst>
              <a:ext uri="{FF2B5EF4-FFF2-40B4-BE49-F238E27FC236}">
                <a16:creationId xmlns:a16="http://schemas.microsoft.com/office/drawing/2014/main" id="{E6E2C7C4-9EBD-4195-8D03-30715215351C}"/>
              </a:ext>
            </a:extLst>
          </p:cNvPr>
          <p:cNvSpPr/>
          <p:nvPr/>
        </p:nvSpPr>
        <p:spPr>
          <a:xfrm>
            <a:off x="1576378" y="5075674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15" name="Table 5">
            <a:extLst>
              <a:ext uri="{FF2B5EF4-FFF2-40B4-BE49-F238E27FC236}">
                <a16:creationId xmlns:a16="http://schemas.microsoft.com/office/drawing/2014/main" id="{1DB08462-DA3E-4B2B-8C48-39B63DC46F83}"/>
              </a:ext>
            </a:extLst>
          </p:cNvPr>
          <p:cNvGraphicFramePr>
            <a:graphicFrameLocks noGrp="1"/>
          </p:cNvGraphicFramePr>
          <p:nvPr/>
        </p:nvGraphicFramePr>
        <p:xfrm>
          <a:off x="2408857" y="4002185"/>
          <a:ext cx="2442692" cy="244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673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0.02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0.20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0.231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0.303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0.21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0.231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0.23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0.321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0.212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0.233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0.322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116" name="Table 8">
            <a:extLst>
              <a:ext uri="{FF2B5EF4-FFF2-40B4-BE49-F238E27FC236}">
                <a16:creationId xmlns:a16="http://schemas.microsoft.com/office/drawing/2014/main" id="{9399CC7B-853B-4656-B195-1B147D5EE0BD}"/>
              </a:ext>
            </a:extLst>
          </p:cNvPr>
          <p:cNvGraphicFramePr>
            <a:graphicFrameLocks noGrp="1"/>
          </p:cNvGraphicFramePr>
          <p:nvPr/>
        </p:nvGraphicFramePr>
        <p:xfrm>
          <a:off x="149053" y="4053214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0.20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0.303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006E8CF-122B-4E4A-8026-1CA429941550}"/>
              </a:ext>
            </a:extLst>
          </p:cNvPr>
          <p:cNvCxnSpPr>
            <a:cxnSpLocks/>
          </p:cNvCxnSpPr>
          <p:nvPr/>
        </p:nvCxnSpPr>
        <p:spPr>
          <a:xfrm>
            <a:off x="2452624" y="3908709"/>
            <a:ext cx="235102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E05F854-460C-4A13-9CDF-9F9A83C23E6C}"/>
              </a:ext>
            </a:extLst>
          </p:cNvPr>
          <p:cNvCxnSpPr>
            <a:cxnSpLocks/>
          </p:cNvCxnSpPr>
          <p:nvPr/>
        </p:nvCxnSpPr>
        <p:spPr>
          <a:xfrm>
            <a:off x="2307950" y="4018546"/>
            <a:ext cx="0" cy="24263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B2BFA01F-8E36-44D8-97CF-0F031607D6A3}"/>
              </a:ext>
            </a:extLst>
          </p:cNvPr>
          <p:cNvSpPr/>
          <p:nvPr/>
        </p:nvSpPr>
        <p:spPr>
          <a:xfrm>
            <a:off x="1332895" y="472739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67D49A6A-AEF1-4DC4-8723-6F2AE7172AAB}"/>
              </a:ext>
            </a:extLst>
          </p:cNvPr>
          <p:cNvSpPr/>
          <p:nvPr/>
        </p:nvSpPr>
        <p:spPr>
          <a:xfrm>
            <a:off x="2831085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BA07C507-EA31-400D-9772-2597F3E38186}"/>
              </a:ext>
            </a:extLst>
          </p:cNvPr>
          <p:cNvSpPr/>
          <p:nvPr/>
        </p:nvSpPr>
        <p:spPr>
          <a:xfrm>
            <a:off x="3328290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E8FAAC03-3297-4B9C-A360-BFF006587AC4}"/>
              </a:ext>
            </a:extLst>
          </p:cNvPr>
          <p:cNvSpPr/>
          <p:nvPr/>
        </p:nvSpPr>
        <p:spPr>
          <a:xfrm>
            <a:off x="3452115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A75496CB-BA0C-44B2-AABA-4B688AC6C361}"/>
              </a:ext>
            </a:extLst>
          </p:cNvPr>
          <p:cNvSpPr/>
          <p:nvPr/>
        </p:nvSpPr>
        <p:spPr>
          <a:xfrm>
            <a:off x="4109340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52780761-FFE7-48AA-9C91-E986F388E913}"/>
              </a:ext>
            </a:extLst>
          </p:cNvPr>
          <p:cNvSpPr/>
          <p:nvPr/>
        </p:nvSpPr>
        <p:spPr>
          <a:xfrm>
            <a:off x="4482720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E84B7253-921B-4CA7-9E06-D2398447EDA1}"/>
              </a:ext>
            </a:extLst>
          </p:cNvPr>
          <p:cNvSpPr/>
          <p:nvPr/>
        </p:nvSpPr>
        <p:spPr>
          <a:xfrm>
            <a:off x="4726560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FE3BBB12-38F2-44FC-81D6-1DBF51EB8E4D}"/>
              </a:ext>
            </a:extLst>
          </p:cNvPr>
          <p:cNvSpPr/>
          <p:nvPr/>
        </p:nvSpPr>
        <p:spPr>
          <a:xfrm>
            <a:off x="4492245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7CB6A6D0-DD87-43E0-9C3B-21199BE00F9D}"/>
              </a:ext>
            </a:extLst>
          </p:cNvPr>
          <p:cNvSpPr/>
          <p:nvPr/>
        </p:nvSpPr>
        <p:spPr>
          <a:xfrm>
            <a:off x="4713225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2989C2F0-D509-46FC-AE7F-D80C3CC248A1}"/>
              </a:ext>
            </a:extLst>
          </p:cNvPr>
          <p:cNvSpPr/>
          <p:nvPr/>
        </p:nvSpPr>
        <p:spPr>
          <a:xfrm>
            <a:off x="3941700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303E67A5-AAD4-46EB-B3BF-9A547F7AE74B}"/>
              </a:ext>
            </a:extLst>
          </p:cNvPr>
          <p:cNvSpPr/>
          <p:nvPr/>
        </p:nvSpPr>
        <p:spPr>
          <a:xfrm>
            <a:off x="4057905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8F6126D9-A2E1-4FF4-8DB3-E2E598B0B394}"/>
              </a:ext>
            </a:extLst>
          </p:cNvPr>
          <p:cNvSpPr/>
          <p:nvPr/>
        </p:nvSpPr>
        <p:spPr>
          <a:xfrm>
            <a:off x="3873120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964A10D8-38FA-4F6A-A6B3-2356A37D3787}"/>
              </a:ext>
            </a:extLst>
          </p:cNvPr>
          <p:cNvSpPr/>
          <p:nvPr/>
        </p:nvSpPr>
        <p:spPr>
          <a:xfrm>
            <a:off x="3387345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441CA761-1A4E-4263-B40C-D4926E6658FA}"/>
              </a:ext>
            </a:extLst>
          </p:cNvPr>
          <p:cNvSpPr/>
          <p:nvPr/>
        </p:nvSpPr>
        <p:spPr>
          <a:xfrm>
            <a:off x="3505455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0A016F6-0C67-4769-A4F4-EA43C386CDC5}"/>
              </a:ext>
            </a:extLst>
          </p:cNvPr>
          <p:cNvSpPr/>
          <p:nvPr/>
        </p:nvSpPr>
        <p:spPr>
          <a:xfrm>
            <a:off x="2838705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823DE650-CC2C-4BCD-B8D1-8460E64670CB}"/>
              </a:ext>
            </a:extLst>
          </p:cNvPr>
          <p:cNvSpPr/>
          <p:nvPr/>
        </p:nvSpPr>
        <p:spPr>
          <a:xfrm>
            <a:off x="2657730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43693F10-CFC8-4F38-9F10-F55151E767BB}"/>
              </a:ext>
            </a:extLst>
          </p:cNvPr>
          <p:cNvSpPr/>
          <p:nvPr/>
        </p:nvSpPr>
        <p:spPr>
          <a:xfrm>
            <a:off x="2884425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B58868B8-A411-4BCA-8CEC-4268C225D697}"/>
              </a:ext>
            </a:extLst>
          </p:cNvPr>
          <p:cNvSpPr/>
          <p:nvPr/>
        </p:nvSpPr>
        <p:spPr>
          <a:xfrm>
            <a:off x="3507360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2D6B8465-ED11-450C-827F-908411DF968F}"/>
              </a:ext>
            </a:extLst>
          </p:cNvPr>
          <p:cNvSpPr/>
          <p:nvPr/>
        </p:nvSpPr>
        <p:spPr>
          <a:xfrm>
            <a:off x="3273045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07E84D51-96E0-4AB6-A6D9-9F0987C9A806}"/>
              </a:ext>
            </a:extLst>
          </p:cNvPr>
          <p:cNvSpPr/>
          <p:nvPr/>
        </p:nvSpPr>
        <p:spPr>
          <a:xfrm>
            <a:off x="4054095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B9F08EAD-F248-4623-8AAA-B63273F28A28}"/>
              </a:ext>
            </a:extLst>
          </p:cNvPr>
          <p:cNvSpPr/>
          <p:nvPr/>
        </p:nvSpPr>
        <p:spPr>
          <a:xfrm>
            <a:off x="4671315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63F1A666-C2F4-4CB4-95A9-7DFA566EF329}"/>
              </a:ext>
            </a:extLst>
          </p:cNvPr>
          <p:cNvSpPr/>
          <p:nvPr/>
        </p:nvSpPr>
        <p:spPr>
          <a:xfrm>
            <a:off x="4536060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46C6B2E5-0FBD-446C-B690-907586E0FD23}"/>
              </a:ext>
            </a:extLst>
          </p:cNvPr>
          <p:cNvSpPr/>
          <p:nvPr/>
        </p:nvSpPr>
        <p:spPr>
          <a:xfrm>
            <a:off x="2827275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B121E4C4-5A50-4FEA-88DA-675DB36474CD}"/>
              </a:ext>
            </a:extLst>
          </p:cNvPr>
          <p:cNvSpPr/>
          <p:nvPr/>
        </p:nvSpPr>
        <p:spPr>
          <a:xfrm>
            <a:off x="3265425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A94783A7-F0C8-4A60-99C3-5251C70E5675}"/>
              </a:ext>
            </a:extLst>
          </p:cNvPr>
          <p:cNvSpPr/>
          <p:nvPr/>
        </p:nvSpPr>
        <p:spPr>
          <a:xfrm>
            <a:off x="3501645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91B21921-29C7-413C-BE58-BC2D9407CFB9}"/>
              </a:ext>
            </a:extLst>
          </p:cNvPr>
          <p:cNvSpPr/>
          <p:nvPr/>
        </p:nvSpPr>
        <p:spPr>
          <a:xfrm>
            <a:off x="4050285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0FBBE6EE-DBFF-4032-ACEF-3CF832EBCFAB}"/>
              </a:ext>
            </a:extLst>
          </p:cNvPr>
          <p:cNvSpPr/>
          <p:nvPr/>
        </p:nvSpPr>
        <p:spPr>
          <a:xfrm>
            <a:off x="4737990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2FACD7D6-C7F4-4DFF-9D15-B53D7B1758D4}"/>
              </a:ext>
            </a:extLst>
          </p:cNvPr>
          <p:cNvSpPr/>
          <p:nvPr/>
        </p:nvSpPr>
        <p:spPr>
          <a:xfrm>
            <a:off x="4595115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0BA0FE7E-8B09-402B-8AC4-C75EBB35852D}"/>
              </a:ext>
            </a:extLst>
          </p:cNvPr>
          <p:cNvSpPr/>
          <p:nvPr/>
        </p:nvSpPr>
        <p:spPr>
          <a:xfrm>
            <a:off x="3932175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7DC26BFF-CA7A-4CF1-8196-CC35C2E6CDC9}"/>
              </a:ext>
            </a:extLst>
          </p:cNvPr>
          <p:cNvSpPr/>
          <p:nvPr/>
        </p:nvSpPr>
        <p:spPr>
          <a:xfrm>
            <a:off x="508302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AC4F8FAD-F531-4F0C-A413-CB278BB41AB1}"/>
              </a:ext>
            </a:extLst>
          </p:cNvPr>
          <p:cNvSpPr/>
          <p:nvPr/>
        </p:nvSpPr>
        <p:spPr>
          <a:xfrm>
            <a:off x="592666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B32E1805-129C-4E85-87AE-7D9891C7CC79}"/>
              </a:ext>
            </a:extLst>
          </p:cNvPr>
          <p:cNvSpPr/>
          <p:nvPr/>
        </p:nvSpPr>
        <p:spPr>
          <a:xfrm>
            <a:off x="1177773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01D5C40-F8FC-46F2-A895-EED70E138EAF}"/>
              </a:ext>
            </a:extLst>
          </p:cNvPr>
          <p:cNvSpPr/>
          <p:nvPr/>
        </p:nvSpPr>
        <p:spPr>
          <a:xfrm>
            <a:off x="1354665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B9665417-B406-40D6-870C-70096434E092}"/>
              </a:ext>
            </a:extLst>
          </p:cNvPr>
          <p:cNvSpPr/>
          <p:nvPr/>
        </p:nvSpPr>
        <p:spPr>
          <a:xfrm>
            <a:off x="459315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92C93373-057C-43C5-B343-9D344FD8B085}"/>
              </a:ext>
            </a:extLst>
          </p:cNvPr>
          <p:cNvSpPr/>
          <p:nvPr/>
        </p:nvSpPr>
        <p:spPr>
          <a:xfrm>
            <a:off x="638930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6756AB69-DE6B-426A-A033-40480AB9AC3F}"/>
              </a:ext>
            </a:extLst>
          </p:cNvPr>
          <p:cNvSpPr/>
          <p:nvPr/>
        </p:nvSpPr>
        <p:spPr>
          <a:xfrm>
            <a:off x="1313843" y="410690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D769499-5B74-431F-A02E-4B8690BA79DB}"/>
              </a:ext>
            </a:extLst>
          </p:cNvPr>
          <p:cNvSpPr/>
          <p:nvPr/>
        </p:nvSpPr>
        <p:spPr>
          <a:xfrm>
            <a:off x="546400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7F3D683-91A6-4D4E-862A-5AAEC70B53DE}"/>
              </a:ext>
            </a:extLst>
          </p:cNvPr>
          <p:cNvSpPr/>
          <p:nvPr/>
        </p:nvSpPr>
        <p:spPr>
          <a:xfrm>
            <a:off x="636207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829348E9-2731-4886-B613-6FD25274131B}"/>
              </a:ext>
            </a:extLst>
          </p:cNvPr>
          <p:cNvSpPr/>
          <p:nvPr/>
        </p:nvSpPr>
        <p:spPr>
          <a:xfrm>
            <a:off x="131384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7850BF-CD69-4824-B72C-CE4D319A60DF}"/>
              </a:ext>
            </a:extLst>
          </p:cNvPr>
          <p:cNvSpPr/>
          <p:nvPr/>
        </p:nvSpPr>
        <p:spPr>
          <a:xfrm>
            <a:off x="1164164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3F13C5C7-B6A2-4578-B0C7-E44D5200CCA3}"/>
              </a:ext>
            </a:extLst>
          </p:cNvPr>
          <p:cNvSpPr/>
          <p:nvPr/>
        </p:nvSpPr>
        <p:spPr>
          <a:xfrm>
            <a:off x="1360107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E07271C3-E418-4364-8860-815BF7C5F34B}"/>
              </a:ext>
            </a:extLst>
          </p:cNvPr>
          <p:cNvSpPr/>
          <p:nvPr/>
        </p:nvSpPr>
        <p:spPr>
          <a:xfrm>
            <a:off x="459314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FFA249F2-2943-4516-B0C9-CA980301A312}"/>
              </a:ext>
            </a:extLst>
          </p:cNvPr>
          <p:cNvSpPr/>
          <p:nvPr/>
        </p:nvSpPr>
        <p:spPr>
          <a:xfrm>
            <a:off x="638928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08FBB8EB-9B7B-4F66-AE06-4B609D306180}"/>
              </a:ext>
            </a:extLst>
          </p:cNvPr>
          <p:cNvSpPr/>
          <p:nvPr/>
        </p:nvSpPr>
        <p:spPr>
          <a:xfrm>
            <a:off x="459314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A3BD7F9-6771-417C-91C6-70B98906D491}"/>
              </a:ext>
            </a:extLst>
          </p:cNvPr>
          <p:cNvSpPr/>
          <p:nvPr/>
        </p:nvSpPr>
        <p:spPr>
          <a:xfrm>
            <a:off x="641650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BB02DE62-9451-4085-AA98-CFD9BC9D2A69}"/>
              </a:ext>
            </a:extLst>
          </p:cNvPr>
          <p:cNvSpPr/>
          <p:nvPr/>
        </p:nvSpPr>
        <p:spPr>
          <a:xfrm>
            <a:off x="1308400" y="561457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E51F033A-458B-4249-9198-E88C7E7EEC31}"/>
              </a:ext>
            </a:extLst>
          </p:cNvPr>
          <p:cNvSpPr/>
          <p:nvPr/>
        </p:nvSpPr>
        <p:spPr>
          <a:xfrm>
            <a:off x="49741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A485B6D-C08F-445A-99B4-AC87BF1D14B6}"/>
              </a:ext>
            </a:extLst>
          </p:cNvPr>
          <p:cNvSpPr/>
          <p:nvPr/>
        </p:nvSpPr>
        <p:spPr>
          <a:xfrm>
            <a:off x="59266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306627A9-8263-4C1D-8407-E01548D42244}"/>
              </a:ext>
            </a:extLst>
          </p:cNvPr>
          <p:cNvSpPr/>
          <p:nvPr/>
        </p:nvSpPr>
        <p:spPr>
          <a:xfrm>
            <a:off x="1319286" y="622145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C6A4B067-C1FE-432C-898C-F5855FED65F8}"/>
              </a:ext>
            </a:extLst>
          </p:cNvPr>
          <p:cNvSpPr/>
          <p:nvPr/>
        </p:nvSpPr>
        <p:spPr>
          <a:xfrm>
            <a:off x="459315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9F7B5A73-CB5D-4B71-905D-368E70B9BC29}"/>
              </a:ext>
            </a:extLst>
          </p:cNvPr>
          <p:cNvSpPr/>
          <p:nvPr/>
        </p:nvSpPr>
        <p:spPr>
          <a:xfrm>
            <a:off x="644372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B80E17A6-AD85-4395-98EF-3EA13AC53873}"/>
              </a:ext>
            </a:extLst>
          </p:cNvPr>
          <p:cNvSpPr/>
          <p:nvPr/>
        </p:nvSpPr>
        <p:spPr>
          <a:xfrm>
            <a:off x="500136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DF0BEA7-73CB-4D48-9371-D0549F7C8438}"/>
              </a:ext>
            </a:extLst>
          </p:cNvPr>
          <p:cNvSpPr/>
          <p:nvPr/>
        </p:nvSpPr>
        <p:spPr>
          <a:xfrm>
            <a:off x="598108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BAD669EF-2CCA-46B2-95C3-5F0401E36C8E}"/>
              </a:ext>
            </a:extLst>
          </p:cNvPr>
          <p:cNvSpPr/>
          <p:nvPr/>
        </p:nvSpPr>
        <p:spPr>
          <a:xfrm>
            <a:off x="1264858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E5B62DC9-863A-4F6A-95A2-341792DDDA02}"/>
              </a:ext>
            </a:extLst>
          </p:cNvPr>
          <p:cNvSpPr/>
          <p:nvPr/>
        </p:nvSpPr>
        <p:spPr>
          <a:xfrm>
            <a:off x="1357387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D8A43C-5418-47F0-9C82-B884D1B1DF9A}"/>
              </a:ext>
            </a:extLst>
          </p:cNvPr>
          <p:cNvCxnSpPr>
            <a:cxnSpLocks/>
          </p:cNvCxnSpPr>
          <p:nvPr/>
        </p:nvCxnSpPr>
        <p:spPr>
          <a:xfrm flipV="1">
            <a:off x="175847" y="3508130"/>
            <a:ext cx="4583097" cy="14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37B267D3-A0C2-49E9-9FC9-28C367F7A73B}"/>
              </a:ext>
            </a:extLst>
          </p:cNvPr>
          <p:cNvSpPr/>
          <p:nvPr/>
        </p:nvSpPr>
        <p:spPr>
          <a:xfrm>
            <a:off x="122240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EBD1B4-0049-3B01-A20A-1F5062007BB5}"/>
              </a:ext>
            </a:extLst>
          </p:cNvPr>
          <p:cNvSpPr/>
          <p:nvPr/>
        </p:nvSpPr>
        <p:spPr>
          <a:xfrm>
            <a:off x="5002122" y="2630967"/>
            <a:ext cx="493147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Экинчи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үмкүн </a:t>
            </a:r>
          </a:p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болгон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483F7C-F1FD-5A01-4FAC-83F78E8963B6}"/>
              </a:ext>
            </a:extLst>
          </p:cNvPr>
          <p:cNvSpPr txBox="1"/>
          <p:nvPr/>
        </p:nvSpPr>
        <p:spPr>
          <a:xfrm>
            <a:off x="2438460" y="693030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36886A-70F0-7181-653A-D1E8D3AA9054}"/>
              </a:ext>
            </a:extLst>
          </p:cNvPr>
          <p:cNvSpPr txBox="1"/>
          <p:nvPr/>
        </p:nvSpPr>
        <p:spPr>
          <a:xfrm>
            <a:off x="4130553" y="693030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512289-7CD3-55C1-749C-ECFCAB386A5D}"/>
              </a:ext>
            </a:extLst>
          </p:cNvPr>
          <p:cNvSpPr txBox="1"/>
          <p:nvPr/>
        </p:nvSpPr>
        <p:spPr>
          <a:xfrm>
            <a:off x="1652838" y="1056054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D8A746-9810-5846-F013-C70E14097CAE}"/>
              </a:ext>
            </a:extLst>
          </p:cNvPr>
          <p:cNvSpPr txBox="1"/>
          <p:nvPr/>
        </p:nvSpPr>
        <p:spPr>
          <a:xfrm>
            <a:off x="1808993" y="3103294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52F09B-4401-20F7-43C6-9639B60A2AA2}"/>
              </a:ext>
            </a:extLst>
          </p:cNvPr>
          <p:cNvSpPr txBox="1"/>
          <p:nvPr/>
        </p:nvSpPr>
        <p:spPr>
          <a:xfrm>
            <a:off x="2279965" y="3633412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63249A7-F431-213D-C092-8735626B01CD}"/>
              </a:ext>
            </a:extLst>
          </p:cNvPr>
          <p:cNvSpPr txBox="1"/>
          <p:nvPr/>
        </p:nvSpPr>
        <p:spPr>
          <a:xfrm>
            <a:off x="3972057" y="3633412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C5F80A3-3808-2573-7ADF-EA4551463F0B}"/>
              </a:ext>
            </a:extLst>
          </p:cNvPr>
          <p:cNvSpPr txBox="1"/>
          <p:nvPr/>
        </p:nvSpPr>
        <p:spPr>
          <a:xfrm>
            <a:off x="1515367" y="4003238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BAB0798-BD51-F63E-3C92-57DC5F8BCCA8}"/>
              </a:ext>
            </a:extLst>
          </p:cNvPr>
          <p:cNvSpPr txBox="1"/>
          <p:nvPr/>
        </p:nvSpPr>
        <p:spPr>
          <a:xfrm>
            <a:off x="1650497" y="6043676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C5017A4-B524-4A29-EA7A-915BDF6B8122}"/>
              </a:ext>
            </a:extLst>
          </p:cNvPr>
          <p:cNvSpPr txBox="1"/>
          <p:nvPr/>
        </p:nvSpPr>
        <p:spPr>
          <a:xfrm>
            <a:off x="1190008" y="-26377"/>
            <a:ext cx="251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Кайталануучу ондуктарды иреттөө</a:t>
            </a:r>
            <a:endParaRPr lang="en-GB" sz="1200" b="1" u="sng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F4CA511-8BE5-92F7-5A07-83D0D2832BFE}"/>
              </a:ext>
            </a:extLst>
          </p:cNvPr>
          <p:cNvSpPr txBox="1"/>
          <p:nvPr/>
        </p:nvSpPr>
        <p:spPr>
          <a:xfrm>
            <a:off x="64815" y="243254"/>
            <a:ext cx="4763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кайталануучу ондуктарды торчого ар бир тилке жана </a:t>
            </a:r>
          </a:p>
          <a:p>
            <a:pPr algn="ctr"/>
            <a:r>
              <a:rPr lang="ky-KG" sz="1200" dirty="0"/>
              <a:t>ар бир катар кылып  өсүү тартибинде (кичинеден чоңго) жайгаштыр.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85097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Right 21">
            <a:extLst>
              <a:ext uri="{FF2B5EF4-FFF2-40B4-BE49-F238E27FC236}">
                <a16:creationId xmlns:a16="http://schemas.microsoft.com/office/drawing/2014/main" id="{8CCBFA1F-FD5B-47D9-8E4D-2620473AC37C}"/>
              </a:ext>
            </a:extLst>
          </p:cNvPr>
          <p:cNvSpPr/>
          <p:nvPr/>
        </p:nvSpPr>
        <p:spPr>
          <a:xfrm>
            <a:off x="1576378" y="1928028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19"/>
            <a:ext cx="4877888" cy="6824003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190008" y="-26377"/>
            <a:ext cx="251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Кайталануучу ондуктарды иреттөө</a:t>
            </a:r>
            <a:endParaRPr lang="en-GB" sz="1200" b="1" u="sng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1BE8681-C450-468E-9CCA-9439D520F9FD}"/>
              </a:ext>
            </a:extLst>
          </p:cNvPr>
          <p:cNvGraphicFramePr>
            <a:graphicFrameLocks noGrp="1"/>
          </p:cNvGraphicFramePr>
          <p:nvPr/>
        </p:nvGraphicFramePr>
        <p:xfrm>
          <a:off x="2567354" y="1061804"/>
          <a:ext cx="2198300" cy="219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75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BC1C1A-45E3-460D-A270-4015D3CBA171}"/>
              </a:ext>
            </a:extLst>
          </p:cNvPr>
          <p:cNvSpPr txBox="1"/>
          <p:nvPr/>
        </p:nvSpPr>
        <p:spPr>
          <a:xfrm>
            <a:off x="64815" y="243254"/>
            <a:ext cx="4763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кайталануучу ондуктарды торчого ар бир тилке жана </a:t>
            </a:r>
          </a:p>
          <a:p>
            <a:pPr algn="ctr"/>
            <a:r>
              <a:rPr lang="ky-KG" sz="1200" dirty="0"/>
              <a:t>ар бир катар кылып  өсүү тартибинде (кичинеден чоңго) жайгаштыр.</a:t>
            </a:r>
            <a:endParaRPr lang="en-GB" sz="1200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FAC3606-AC81-4060-8A8E-46DC81231BD6}"/>
              </a:ext>
            </a:extLst>
          </p:cNvPr>
          <p:cNvGraphicFramePr>
            <a:graphicFrameLocks noGrp="1"/>
          </p:cNvGraphicFramePr>
          <p:nvPr/>
        </p:nvGraphicFramePr>
        <p:xfrm>
          <a:off x="149053" y="905568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0.67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0.455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0.34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DDD730-8066-424F-9FAA-6075C30E4BC7}"/>
              </a:ext>
            </a:extLst>
          </p:cNvPr>
          <p:cNvCxnSpPr>
            <a:cxnSpLocks/>
          </p:cNvCxnSpPr>
          <p:nvPr/>
        </p:nvCxnSpPr>
        <p:spPr>
          <a:xfrm>
            <a:off x="2611120" y="968327"/>
            <a:ext cx="223012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E20B72-5D73-44D2-A19D-8AB99BD16EF1}"/>
              </a:ext>
            </a:extLst>
          </p:cNvPr>
          <p:cNvSpPr txBox="1"/>
          <p:nvPr/>
        </p:nvSpPr>
        <p:spPr>
          <a:xfrm>
            <a:off x="2438460" y="693030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57F50C-5A06-4578-9A1B-93B9CC0A481B}"/>
              </a:ext>
            </a:extLst>
          </p:cNvPr>
          <p:cNvSpPr txBox="1"/>
          <p:nvPr/>
        </p:nvSpPr>
        <p:spPr>
          <a:xfrm>
            <a:off x="4130553" y="693030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EE1EA9-556D-41D7-B623-EDE12E352D1A}"/>
              </a:ext>
            </a:extLst>
          </p:cNvPr>
          <p:cNvCxnSpPr>
            <a:cxnSpLocks/>
          </p:cNvCxnSpPr>
          <p:nvPr/>
        </p:nvCxnSpPr>
        <p:spPr>
          <a:xfrm>
            <a:off x="2466446" y="1078164"/>
            <a:ext cx="0" cy="22492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B9117D-A4AD-425F-846B-062B5F2DC68D}"/>
              </a:ext>
            </a:extLst>
          </p:cNvPr>
          <p:cNvSpPr txBox="1"/>
          <p:nvPr/>
        </p:nvSpPr>
        <p:spPr>
          <a:xfrm>
            <a:off x="1652838" y="1056054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8F13D0-8CAF-47AB-8380-619C7876F253}"/>
              </a:ext>
            </a:extLst>
          </p:cNvPr>
          <p:cNvSpPr txBox="1"/>
          <p:nvPr/>
        </p:nvSpPr>
        <p:spPr>
          <a:xfrm>
            <a:off x="1808993" y="3103294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84C4012-A5C0-4A8C-8FD0-B091CEEC9895}"/>
              </a:ext>
            </a:extLst>
          </p:cNvPr>
          <p:cNvSpPr/>
          <p:nvPr/>
        </p:nvSpPr>
        <p:spPr>
          <a:xfrm>
            <a:off x="127134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113273-1E3F-4FFE-8106-F7D85D750108}"/>
              </a:ext>
            </a:extLst>
          </p:cNvPr>
          <p:cNvSpPr/>
          <p:nvPr/>
        </p:nvSpPr>
        <p:spPr>
          <a:xfrm>
            <a:off x="599652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DD5BCF-681B-4914-AC31-060C79D44AC3}"/>
              </a:ext>
            </a:extLst>
          </p:cNvPr>
          <p:cNvSpPr/>
          <p:nvPr/>
        </p:nvSpPr>
        <p:spPr>
          <a:xfrm>
            <a:off x="1220541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FD1326-54B5-4616-B90F-129EEB73EE58}"/>
              </a:ext>
            </a:extLst>
          </p:cNvPr>
          <p:cNvSpPr/>
          <p:nvPr/>
        </p:nvSpPr>
        <p:spPr>
          <a:xfrm>
            <a:off x="1313674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6206747-6C59-412C-9BC4-9DA54AD5112D}"/>
              </a:ext>
            </a:extLst>
          </p:cNvPr>
          <p:cNvSpPr/>
          <p:nvPr/>
        </p:nvSpPr>
        <p:spPr>
          <a:xfrm>
            <a:off x="1272399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310DC9F-4A0E-4459-85CF-F60847FCDF19}"/>
              </a:ext>
            </a:extLst>
          </p:cNvPr>
          <p:cNvSpPr/>
          <p:nvPr/>
        </p:nvSpPr>
        <p:spPr>
          <a:xfrm>
            <a:off x="636623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7F2D56-C8EC-4F62-8DDD-353BFA814E14}"/>
              </a:ext>
            </a:extLst>
          </p:cNvPr>
          <p:cNvSpPr/>
          <p:nvPr/>
        </p:nvSpPr>
        <p:spPr>
          <a:xfrm>
            <a:off x="1273932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EE4CEA-19E2-4118-8D7C-E16442CDABC9}"/>
              </a:ext>
            </a:extLst>
          </p:cNvPr>
          <p:cNvSpPr/>
          <p:nvPr/>
        </p:nvSpPr>
        <p:spPr>
          <a:xfrm>
            <a:off x="1323891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F396C79-F86A-42CB-9AF4-89AFE1AB6524}"/>
              </a:ext>
            </a:extLst>
          </p:cNvPr>
          <p:cNvSpPr/>
          <p:nvPr/>
        </p:nvSpPr>
        <p:spPr>
          <a:xfrm>
            <a:off x="600857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044DBCB-C850-4177-91EF-4FAD73C8B247}"/>
              </a:ext>
            </a:extLst>
          </p:cNvPr>
          <p:cNvSpPr/>
          <p:nvPr/>
        </p:nvSpPr>
        <p:spPr>
          <a:xfrm>
            <a:off x="123816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AD86FD-C4A8-437A-9BEF-7DDA451257BE}"/>
              </a:ext>
            </a:extLst>
          </p:cNvPr>
          <p:cNvSpPr/>
          <p:nvPr/>
        </p:nvSpPr>
        <p:spPr>
          <a:xfrm>
            <a:off x="132579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DCBD915-BDC9-47CB-9DC4-3439A6A7C339}"/>
              </a:ext>
            </a:extLst>
          </p:cNvPr>
          <p:cNvSpPr/>
          <p:nvPr/>
        </p:nvSpPr>
        <p:spPr>
          <a:xfrm>
            <a:off x="1226185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3F745D0-2113-459A-97C0-A7C5A8119465}"/>
              </a:ext>
            </a:extLst>
          </p:cNvPr>
          <p:cNvSpPr/>
          <p:nvPr/>
        </p:nvSpPr>
        <p:spPr>
          <a:xfrm>
            <a:off x="1319318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5276B55-EC11-4523-BE57-445A051FCC93}"/>
              </a:ext>
            </a:extLst>
          </p:cNvPr>
          <p:cNvSpPr/>
          <p:nvPr/>
        </p:nvSpPr>
        <p:spPr>
          <a:xfrm>
            <a:off x="551674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4E5856B-85C0-41B3-BB7D-CCDE7BB8066D}"/>
              </a:ext>
            </a:extLst>
          </p:cNvPr>
          <p:cNvSpPr/>
          <p:nvPr/>
        </p:nvSpPr>
        <p:spPr>
          <a:xfrm>
            <a:off x="1226185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90C35F9-4CFB-4A60-A8A1-E598D19165F4}"/>
              </a:ext>
            </a:extLst>
          </p:cNvPr>
          <p:cNvSpPr/>
          <p:nvPr/>
        </p:nvSpPr>
        <p:spPr>
          <a:xfrm>
            <a:off x="1316496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8463D14-FE4B-4FDC-9F06-69C78CC76FAF}"/>
              </a:ext>
            </a:extLst>
          </p:cNvPr>
          <p:cNvSpPr/>
          <p:nvPr/>
        </p:nvSpPr>
        <p:spPr>
          <a:xfrm>
            <a:off x="54885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913C9FE-0813-4645-9E13-B56CB0FE358D}"/>
              </a:ext>
            </a:extLst>
          </p:cNvPr>
          <p:cNvSpPr/>
          <p:nvPr/>
        </p:nvSpPr>
        <p:spPr>
          <a:xfrm>
            <a:off x="554566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3907944-D038-42A2-B7D6-BE051E746F34}"/>
              </a:ext>
            </a:extLst>
          </p:cNvPr>
          <p:cNvSpPr/>
          <p:nvPr/>
        </p:nvSpPr>
        <p:spPr>
          <a:xfrm>
            <a:off x="606354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953555B-BE69-42FE-8BA4-4E8BB2B1F19B}"/>
              </a:ext>
            </a:extLst>
          </p:cNvPr>
          <p:cNvSpPr/>
          <p:nvPr/>
        </p:nvSpPr>
        <p:spPr>
          <a:xfrm>
            <a:off x="506095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E434EDE-661D-47DC-81EA-D5A92E8CEFAD}"/>
              </a:ext>
            </a:extLst>
          </p:cNvPr>
          <p:cNvSpPr/>
          <p:nvPr/>
        </p:nvSpPr>
        <p:spPr>
          <a:xfrm>
            <a:off x="599228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Arrow: Right 113">
            <a:extLst>
              <a:ext uri="{FF2B5EF4-FFF2-40B4-BE49-F238E27FC236}">
                <a16:creationId xmlns:a16="http://schemas.microsoft.com/office/drawing/2014/main" id="{E6E2C7C4-9EBD-4195-8D03-30715215351C}"/>
              </a:ext>
            </a:extLst>
          </p:cNvPr>
          <p:cNvSpPr/>
          <p:nvPr/>
        </p:nvSpPr>
        <p:spPr>
          <a:xfrm>
            <a:off x="1576378" y="5075674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15" name="Table 5">
            <a:extLst>
              <a:ext uri="{FF2B5EF4-FFF2-40B4-BE49-F238E27FC236}">
                <a16:creationId xmlns:a16="http://schemas.microsoft.com/office/drawing/2014/main" id="{1DB08462-DA3E-4B2B-8C48-39B63DC46F83}"/>
              </a:ext>
            </a:extLst>
          </p:cNvPr>
          <p:cNvGraphicFramePr>
            <a:graphicFrameLocks noGrp="1"/>
          </p:cNvGraphicFramePr>
          <p:nvPr/>
        </p:nvGraphicFramePr>
        <p:xfrm>
          <a:off x="2408857" y="4002185"/>
          <a:ext cx="2442692" cy="244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673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116" name="Table 8">
            <a:extLst>
              <a:ext uri="{FF2B5EF4-FFF2-40B4-BE49-F238E27FC236}">
                <a16:creationId xmlns:a16="http://schemas.microsoft.com/office/drawing/2014/main" id="{9399CC7B-853B-4656-B195-1B147D5EE0BD}"/>
              </a:ext>
            </a:extLst>
          </p:cNvPr>
          <p:cNvGraphicFramePr>
            <a:graphicFrameLocks noGrp="1"/>
          </p:cNvGraphicFramePr>
          <p:nvPr/>
        </p:nvGraphicFramePr>
        <p:xfrm>
          <a:off x="149053" y="4053214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0.20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0.303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006E8CF-122B-4E4A-8026-1CA429941550}"/>
              </a:ext>
            </a:extLst>
          </p:cNvPr>
          <p:cNvCxnSpPr>
            <a:cxnSpLocks/>
          </p:cNvCxnSpPr>
          <p:nvPr/>
        </p:nvCxnSpPr>
        <p:spPr>
          <a:xfrm>
            <a:off x="2452624" y="3908709"/>
            <a:ext cx="235102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F69CAF4-38A3-4C70-9F30-53A208041E6C}"/>
              </a:ext>
            </a:extLst>
          </p:cNvPr>
          <p:cNvSpPr txBox="1"/>
          <p:nvPr/>
        </p:nvSpPr>
        <p:spPr>
          <a:xfrm>
            <a:off x="2279965" y="3633412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BE4E3AB-8815-446A-AC5B-E73B975355CE}"/>
              </a:ext>
            </a:extLst>
          </p:cNvPr>
          <p:cNvSpPr txBox="1"/>
          <p:nvPr/>
        </p:nvSpPr>
        <p:spPr>
          <a:xfrm>
            <a:off x="3972057" y="3633412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E05F854-460C-4A13-9CDF-9F9A83C23E6C}"/>
              </a:ext>
            </a:extLst>
          </p:cNvPr>
          <p:cNvCxnSpPr>
            <a:cxnSpLocks/>
          </p:cNvCxnSpPr>
          <p:nvPr/>
        </p:nvCxnSpPr>
        <p:spPr>
          <a:xfrm>
            <a:off x="2307950" y="4018546"/>
            <a:ext cx="0" cy="24263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3F17CF04-FBF0-45C8-AFC7-0BA7C1EC7E45}"/>
              </a:ext>
            </a:extLst>
          </p:cNvPr>
          <p:cNvSpPr txBox="1"/>
          <p:nvPr/>
        </p:nvSpPr>
        <p:spPr>
          <a:xfrm>
            <a:off x="1515367" y="4003238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6608403-3E9E-42B1-AFB3-6C967EAFA9E0}"/>
              </a:ext>
            </a:extLst>
          </p:cNvPr>
          <p:cNvSpPr txBox="1"/>
          <p:nvPr/>
        </p:nvSpPr>
        <p:spPr>
          <a:xfrm>
            <a:off x="1650497" y="6043676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B2BFA01F-8E36-44D8-97CF-0F031607D6A3}"/>
              </a:ext>
            </a:extLst>
          </p:cNvPr>
          <p:cNvSpPr/>
          <p:nvPr/>
        </p:nvSpPr>
        <p:spPr>
          <a:xfrm>
            <a:off x="1332895" y="472739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7DC26BFF-CA7A-4CF1-8196-CC35C2E6CDC9}"/>
              </a:ext>
            </a:extLst>
          </p:cNvPr>
          <p:cNvSpPr/>
          <p:nvPr/>
        </p:nvSpPr>
        <p:spPr>
          <a:xfrm>
            <a:off x="508302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AC4F8FAD-F531-4F0C-A413-CB278BB41AB1}"/>
              </a:ext>
            </a:extLst>
          </p:cNvPr>
          <p:cNvSpPr/>
          <p:nvPr/>
        </p:nvSpPr>
        <p:spPr>
          <a:xfrm>
            <a:off x="592666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B32E1805-129C-4E85-87AE-7D9891C7CC79}"/>
              </a:ext>
            </a:extLst>
          </p:cNvPr>
          <p:cNvSpPr/>
          <p:nvPr/>
        </p:nvSpPr>
        <p:spPr>
          <a:xfrm>
            <a:off x="1177773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01D5C40-F8FC-46F2-A895-EED70E138EAF}"/>
              </a:ext>
            </a:extLst>
          </p:cNvPr>
          <p:cNvSpPr/>
          <p:nvPr/>
        </p:nvSpPr>
        <p:spPr>
          <a:xfrm>
            <a:off x="1354665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B9665417-B406-40D6-870C-70096434E092}"/>
              </a:ext>
            </a:extLst>
          </p:cNvPr>
          <p:cNvSpPr/>
          <p:nvPr/>
        </p:nvSpPr>
        <p:spPr>
          <a:xfrm>
            <a:off x="459315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92C93373-057C-43C5-B343-9D344FD8B085}"/>
              </a:ext>
            </a:extLst>
          </p:cNvPr>
          <p:cNvSpPr/>
          <p:nvPr/>
        </p:nvSpPr>
        <p:spPr>
          <a:xfrm>
            <a:off x="638930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6756AB69-DE6B-426A-A033-40480AB9AC3F}"/>
              </a:ext>
            </a:extLst>
          </p:cNvPr>
          <p:cNvSpPr/>
          <p:nvPr/>
        </p:nvSpPr>
        <p:spPr>
          <a:xfrm>
            <a:off x="1313843" y="410690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D769499-5B74-431F-A02E-4B8690BA79DB}"/>
              </a:ext>
            </a:extLst>
          </p:cNvPr>
          <p:cNvSpPr/>
          <p:nvPr/>
        </p:nvSpPr>
        <p:spPr>
          <a:xfrm>
            <a:off x="546400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7F3D683-91A6-4D4E-862A-5AAEC70B53DE}"/>
              </a:ext>
            </a:extLst>
          </p:cNvPr>
          <p:cNvSpPr/>
          <p:nvPr/>
        </p:nvSpPr>
        <p:spPr>
          <a:xfrm>
            <a:off x="636207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829348E9-2731-4886-B613-6FD25274131B}"/>
              </a:ext>
            </a:extLst>
          </p:cNvPr>
          <p:cNvSpPr/>
          <p:nvPr/>
        </p:nvSpPr>
        <p:spPr>
          <a:xfrm>
            <a:off x="131384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7850BF-CD69-4824-B72C-CE4D319A60DF}"/>
              </a:ext>
            </a:extLst>
          </p:cNvPr>
          <p:cNvSpPr/>
          <p:nvPr/>
        </p:nvSpPr>
        <p:spPr>
          <a:xfrm>
            <a:off x="1164164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3F13C5C7-B6A2-4578-B0C7-E44D5200CCA3}"/>
              </a:ext>
            </a:extLst>
          </p:cNvPr>
          <p:cNvSpPr/>
          <p:nvPr/>
        </p:nvSpPr>
        <p:spPr>
          <a:xfrm>
            <a:off x="1360107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E07271C3-E418-4364-8860-815BF7C5F34B}"/>
              </a:ext>
            </a:extLst>
          </p:cNvPr>
          <p:cNvSpPr/>
          <p:nvPr/>
        </p:nvSpPr>
        <p:spPr>
          <a:xfrm>
            <a:off x="459314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FFA249F2-2943-4516-B0C9-CA980301A312}"/>
              </a:ext>
            </a:extLst>
          </p:cNvPr>
          <p:cNvSpPr/>
          <p:nvPr/>
        </p:nvSpPr>
        <p:spPr>
          <a:xfrm>
            <a:off x="638928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08FBB8EB-9B7B-4F66-AE06-4B609D306180}"/>
              </a:ext>
            </a:extLst>
          </p:cNvPr>
          <p:cNvSpPr/>
          <p:nvPr/>
        </p:nvSpPr>
        <p:spPr>
          <a:xfrm>
            <a:off x="459314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A3BD7F9-6771-417C-91C6-70B98906D491}"/>
              </a:ext>
            </a:extLst>
          </p:cNvPr>
          <p:cNvSpPr/>
          <p:nvPr/>
        </p:nvSpPr>
        <p:spPr>
          <a:xfrm>
            <a:off x="641650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BB02DE62-9451-4085-AA98-CFD9BC9D2A69}"/>
              </a:ext>
            </a:extLst>
          </p:cNvPr>
          <p:cNvSpPr/>
          <p:nvPr/>
        </p:nvSpPr>
        <p:spPr>
          <a:xfrm>
            <a:off x="1308400" y="561457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E51F033A-458B-4249-9198-E88C7E7EEC31}"/>
              </a:ext>
            </a:extLst>
          </p:cNvPr>
          <p:cNvSpPr/>
          <p:nvPr/>
        </p:nvSpPr>
        <p:spPr>
          <a:xfrm>
            <a:off x="49741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A485B6D-C08F-445A-99B4-AC87BF1D14B6}"/>
              </a:ext>
            </a:extLst>
          </p:cNvPr>
          <p:cNvSpPr/>
          <p:nvPr/>
        </p:nvSpPr>
        <p:spPr>
          <a:xfrm>
            <a:off x="59266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306627A9-8263-4C1D-8407-E01548D42244}"/>
              </a:ext>
            </a:extLst>
          </p:cNvPr>
          <p:cNvSpPr/>
          <p:nvPr/>
        </p:nvSpPr>
        <p:spPr>
          <a:xfrm>
            <a:off x="1319286" y="622145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C6A4B067-C1FE-432C-898C-F5855FED65F8}"/>
              </a:ext>
            </a:extLst>
          </p:cNvPr>
          <p:cNvSpPr/>
          <p:nvPr/>
        </p:nvSpPr>
        <p:spPr>
          <a:xfrm>
            <a:off x="459315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9F7B5A73-CB5D-4B71-905D-368E70B9BC29}"/>
              </a:ext>
            </a:extLst>
          </p:cNvPr>
          <p:cNvSpPr/>
          <p:nvPr/>
        </p:nvSpPr>
        <p:spPr>
          <a:xfrm>
            <a:off x="644372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B80E17A6-AD85-4395-98EF-3EA13AC53873}"/>
              </a:ext>
            </a:extLst>
          </p:cNvPr>
          <p:cNvSpPr/>
          <p:nvPr/>
        </p:nvSpPr>
        <p:spPr>
          <a:xfrm>
            <a:off x="500136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DF0BEA7-73CB-4D48-9371-D0549F7C8438}"/>
              </a:ext>
            </a:extLst>
          </p:cNvPr>
          <p:cNvSpPr/>
          <p:nvPr/>
        </p:nvSpPr>
        <p:spPr>
          <a:xfrm>
            <a:off x="598108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BAD669EF-2CCA-46B2-95C3-5F0401E36C8E}"/>
              </a:ext>
            </a:extLst>
          </p:cNvPr>
          <p:cNvSpPr/>
          <p:nvPr/>
        </p:nvSpPr>
        <p:spPr>
          <a:xfrm>
            <a:off x="1264858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E5B62DC9-863A-4F6A-95A2-341792DDDA02}"/>
              </a:ext>
            </a:extLst>
          </p:cNvPr>
          <p:cNvSpPr/>
          <p:nvPr/>
        </p:nvSpPr>
        <p:spPr>
          <a:xfrm>
            <a:off x="1357387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D8A43C-5418-47F0-9C82-B884D1B1DF9A}"/>
              </a:ext>
            </a:extLst>
          </p:cNvPr>
          <p:cNvCxnSpPr>
            <a:cxnSpLocks/>
          </p:cNvCxnSpPr>
          <p:nvPr/>
        </p:nvCxnSpPr>
        <p:spPr>
          <a:xfrm flipV="1">
            <a:off x="175847" y="3508130"/>
            <a:ext cx="4583097" cy="14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37B267D3-A0C2-49E9-9FC9-28C367F7A73B}"/>
              </a:ext>
            </a:extLst>
          </p:cNvPr>
          <p:cNvSpPr/>
          <p:nvPr/>
        </p:nvSpPr>
        <p:spPr>
          <a:xfrm>
            <a:off x="122240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54C7897-217A-7944-30A1-8AA1E9BDB425}"/>
              </a:ext>
            </a:extLst>
          </p:cNvPr>
          <p:cNvSpPr/>
          <p:nvPr/>
        </p:nvSpPr>
        <p:spPr>
          <a:xfrm>
            <a:off x="6545063" y="1937407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5FED82-189E-E0AF-FC61-68FC6DC5D8EE}"/>
              </a:ext>
            </a:extLst>
          </p:cNvPr>
          <p:cNvSpPr/>
          <p:nvPr/>
        </p:nvSpPr>
        <p:spPr>
          <a:xfrm>
            <a:off x="4976305" y="16998"/>
            <a:ext cx="4877888" cy="6824003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F44D8C-EE27-DF14-7223-F14388628816}"/>
              </a:ext>
            </a:extLst>
          </p:cNvPr>
          <p:cNvSpPr txBox="1"/>
          <p:nvPr/>
        </p:nvSpPr>
        <p:spPr>
          <a:xfrm>
            <a:off x="6158693" y="-16998"/>
            <a:ext cx="251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Кайталануучу ондуктарды иреттөө</a:t>
            </a:r>
            <a:endParaRPr lang="en-GB" sz="1200" b="1" u="sng" dirty="0"/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DB97BB0A-4335-3A41-C0B0-0C8E24E5F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534822"/>
              </p:ext>
            </p:extLst>
          </p:nvPr>
        </p:nvGraphicFramePr>
        <p:xfrm>
          <a:off x="7536039" y="1071183"/>
          <a:ext cx="2198300" cy="219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75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F7714B-7ACE-1969-1A76-6BA94A77F851}"/>
              </a:ext>
            </a:extLst>
          </p:cNvPr>
          <p:cNvSpPr txBox="1"/>
          <p:nvPr/>
        </p:nvSpPr>
        <p:spPr>
          <a:xfrm>
            <a:off x="5033500" y="252633"/>
            <a:ext cx="4763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кайталануучу ондуктарды торчого ар бир тилке жана </a:t>
            </a:r>
          </a:p>
          <a:p>
            <a:pPr algn="ctr"/>
            <a:r>
              <a:rPr lang="ky-KG" sz="1200" dirty="0"/>
              <a:t>ар бир катар кылып  өсүү тартибинде (кичинеден чоңго) жайгаштыр.</a:t>
            </a:r>
            <a:endParaRPr lang="en-GB" sz="1200" dirty="0"/>
          </a:p>
        </p:txBody>
      </p:sp>
      <p:graphicFrame>
        <p:nvGraphicFramePr>
          <p:cNvPr id="14" name="Table 8">
            <a:extLst>
              <a:ext uri="{FF2B5EF4-FFF2-40B4-BE49-F238E27FC236}">
                <a16:creationId xmlns:a16="http://schemas.microsoft.com/office/drawing/2014/main" id="{3D8231D3-750F-CE38-7ABF-7D86A58E2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893767"/>
              </p:ext>
            </p:extLst>
          </p:nvPr>
        </p:nvGraphicFramePr>
        <p:xfrm>
          <a:off x="5117738" y="914947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0.67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0.455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0.34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0051D8-1945-66F0-BA14-4BC840877CC1}"/>
              </a:ext>
            </a:extLst>
          </p:cNvPr>
          <p:cNvCxnSpPr>
            <a:cxnSpLocks/>
          </p:cNvCxnSpPr>
          <p:nvPr/>
        </p:nvCxnSpPr>
        <p:spPr>
          <a:xfrm>
            <a:off x="7579805" y="977706"/>
            <a:ext cx="223012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8668614-578B-778E-EB5A-4FA1DC95477C}"/>
              </a:ext>
            </a:extLst>
          </p:cNvPr>
          <p:cNvSpPr txBox="1"/>
          <p:nvPr/>
        </p:nvSpPr>
        <p:spPr>
          <a:xfrm>
            <a:off x="7407145" y="702409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AE616E-C217-29D6-6EBF-80B31AC2ADB2}"/>
              </a:ext>
            </a:extLst>
          </p:cNvPr>
          <p:cNvSpPr txBox="1"/>
          <p:nvPr/>
        </p:nvSpPr>
        <p:spPr>
          <a:xfrm>
            <a:off x="9099238" y="702409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CA1553-56D2-89FE-29E1-4542670201C6}"/>
              </a:ext>
            </a:extLst>
          </p:cNvPr>
          <p:cNvCxnSpPr>
            <a:cxnSpLocks/>
          </p:cNvCxnSpPr>
          <p:nvPr/>
        </p:nvCxnSpPr>
        <p:spPr>
          <a:xfrm>
            <a:off x="7435131" y="1087543"/>
            <a:ext cx="0" cy="22492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573ADB-D917-02C1-8D34-7BB401C28665}"/>
              </a:ext>
            </a:extLst>
          </p:cNvPr>
          <p:cNvSpPr txBox="1"/>
          <p:nvPr/>
        </p:nvSpPr>
        <p:spPr>
          <a:xfrm>
            <a:off x="6621523" y="1065433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2D0D49-EA61-948B-75AC-EAE46527ADFE}"/>
              </a:ext>
            </a:extLst>
          </p:cNvPr>
          <p:cNvSpPr txBox="1"/>
          <p:nvPr/>
        </p:nvSpPr>
        <p:spPr>
          <a:xfrm>
            <a:off x="6777678" y="3112673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FBDF718-E91C-0040-C827-A5265FAFF19A}"/>
              </a:ext>
            </a:extLst>
          </p:cNvPr>
          <p:cNvSpPr/>
          <p:nvPr/>
        </p:nvSpPr>
        <p:spPr>
          <a:xfrm>
            <a:off x="6240026" y="129246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15D6434-62DC-98BF-CEB1-DD4DAD500C8D}"/>
              </a:ext>
            </a:extLst>
          </p:cNvPr>
          <p:cNvSpPr/>
          <p:nvPr/>
        </p:nvSpPr>
        <p:spPr>
          <a:xfrm>
            <a:off x="5568337" y="15934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78355FB-89E4-20AD-CE15-03B0314266B1}"/>
              </a:ext>
            </a:extLst>
          </p:cNvPr>
          <p:cNvSpPr/>
          <p:nvPr/>
        </p:nvSpPr>
        <p:spPr>
          <a:xfrm>
            <a:off x="6189226" y="28089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7E30575-DBC7-8A6D-5260-6C01DEF8711B}"/>
              </a:ext>
            </a:extLst>
          </p:cNvPr>
          <p:cNvSpPr/>
          <p:nvPr/>
        </p:nvSpPr>
        <p:spPr>
          <a:xfrm>
            <a:off x="6282359" y="28089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12B6C11-3407-DDD2-F6E3-15199B4AEEFB}"/>
              </a:ext>
            </a:extLst>
          </p:cNvPr>
          <p:cNvSpPr/>
          <p:nvPr/>
        </p:nvSpPr>
        <p:spPr>
          <a:xfrm>
            <a:off x="6241084" y="25078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D6AEA27-0886-057C-456C-87E588179300}"/>
              </a:ext>
            </a:extLst>
          </p:cNvPr>
          <p:cNvSpPr/>
          <p:nvPr/>
        </p:nvSpPr>
        <p:spPr>
          <a:xfrm>
            <a:off x="5605308" y="28089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9C0DAAF-E191-948A-37B9-E6E8460215CC}"/>
              </a:ext>
            </a:extLst>
          </p:cNvPr>
          <p:cNvSpPr/>
          <p:nvPr/>
        </p:nvSpPr>
        <p:spPr>
          <a:xfrm>
            <a:off x="6242617" y="18982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8F20738-9149-2521-03DC-BE86AD2E2A42}"/>
              </a:ext>
            </a:extLst>
          </p:cNvPr>
          <p:cNvSpPr/>
          <p:nvPr/>
        </p:nvSpPr>
        <p:spPr>
          <a:xfrm>
            <a:off x="6292576" y="99041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F79CD3B-A4C8-31C4-EC96-B4C9C78363D4}"/>
              </a:ext>
            </a:extLst>
          </p:cNvPr>
          <p:cNvSpPr/>
          <p:nvPr/>
        </p:nvSpPr>
        <p:spPr>
          <a:xfrm>
            <a:off x="5569542" y="220587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A311AFC-9A8B-672B-6578-ED5151B416D8}"/>
              </a:ext>
            </a:extLst>
          </p:cNvPr>
          <p:cNvSpPr/>
          <p:nvPr/>
        </p:nvSpPr>
        <p:spPr>
          <a:xfrm>
            <a:off x="6206851" y="31184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1FD0A4-AAFA-6DE8-C7D3-A1FFDEF3F6CD}"/>
              </a:ext>
            </a:extLst>
          </p:cNvPr>
          <p:cNvSpPr/>
          <p:nvPr/>
        </p:nvSpPr>
        <p:spPr>
          <a:xfrm>
            <a:off x="6294481" y="31184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36E5920-A501-F561-EA58-92DF59270B39}"/>
              </a:ext>
            </a:extLst>
          </p:cNvPr>
          <p:cNvSpPr/>
          <p:nvPr/>
        </p:nvSpPr>
        <p:spPr>
          <a:xfrm>
            <a:off x="6194870" y="15934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C094F02-E50B-B6E7-1A66-DF1A9DBFA8C5}"/>
              </a:ext>
            </a:extLst>
          </p:cNvPr>
          <p:cNvSpPr/>
          <p:nvPr/>
        </p:nvSpPr>
        <p:spPr>
          <a:xfrm>
            <a:off x="6288003" y="15934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390A91A-24C2-3E73-2863-AD1BCAD139A3}"/>
              </a:ext>
            </a:extLst>
          </p:cNvPr>
          <p:cNvSpPr/>
          <p:nvPr/>
        </p:nvSpPr>
        <p:spPr>
          <a:xfrm>
            <a:off x="5520359" y="25078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F26498B-2426-E1A7-5B4C-EA0F4A9F8BC5}"/>
              </a:ext>
            </a:extLst>
          </p:cNvPr>
          <p:cNvSpPr/>
          <p:nvPr/>
        </p:nvSpPr>
        <p:spPr>
          <a:xfrm>
            <a:off x="6194870" y="220587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ECB0B5D-EA40-BBDE-0EC8-916613B3D238}"/>
              </a:ext>
            </a:extLst>
          </p:cNvPr>
          <p:cNvSpPr/>
          <p:nvPr/>
        </p:nvSpPr>
        <p:spPr>
          <a:xfrm>
            <a:off x="6285181" y="220587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714E475-8A28-0640-50BD-74F1937D7729}"/>
              </a:ext>
            </a:extLst>
          </p:cNvPr>
          <p:cNvSpPr/>
          <p:nvPr/>
        </p:nvSpPr>
        <p:spPr>
          <a:xfrm>
            <a:off x="5517536" y="129246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59800CE-79A4-E400-8759-70191A1D0C70}"/>
              </a:ext>
            </a:extLst>
          </p:cNvPr>
          <p:cNvSpPr/>
          <p:nvPr/>
        </p:nvSpPr>
        <p:spPr>
          <a:xfrm>
            <a:off x="5523251" y="99041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09DFA003-1E20-DEF5-565B-C7515DC075E1}"/>
              </a:ext>
            </a:extLst>
          </p:cNvPr>
          <p:cNvSpPr/>
          <p:nvPr/>
        </p:nvSpPr>
        <p:spPr>
          <a:xfrm>
            <a:off x="5575039" y="31184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CD607C8-5BAB-7E31-804C-18E04AC94E0A}"/>
              </a:ext>
            </a:extLst>
          </p:cNvPr>
          <p:cNvSpPr/>
          <p:nvPr/>
        </p:nvSpPr>
        <p:spPr>
          <a:xfrm>
            <a:off x="5474780" y="18982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743B141-B676-F705-EF70-4D403CF2DE8D}"/>
              </a:ext>
            </a:extLst>
          </p:cNvPr>
          <p:cNvSpPr/>
          <p:nvPr/>
        </p:nvSpPr>
        <p:spPr>
          <a:xfrm>
            <a:off x="5567913" y="18982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Arrow: Right 100">
            <a:extLst>
              <a:ext uri="{FF2B5EF4-FFF2-40B4-BE49-F238E27FC236}">
                <a16:creationId xmlns:a16="http://schemas.microsoft.com/office/drawing/2014/main" id="{F5D82FDF-0331-AAB3-BDA6-384576B0C41E}"/>
              </a:ext>
            </a:extLst>
          </p:cNvPr>
          <p:cNvSpPr/>
          <p:nvPr/>
        </p:nvSpPr>
        <p:spPr>
          <a:xfrm>
            <a:off x="6545063" y="5085053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02" name="Table 5">
            <a:extLst>
              <a:ext uri="{FF2B5EF4-FFF2-40B4-BE49-F238E27FC236}">
                <a16:creationId xmlns:a16="http://schemas.microsoft.com/office/drawing/2014/main" id="{400A89F7-5BA2-153F-680A-3209C4EF5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227331"/>
              </p:ext>
            </p:extLst>
          </p:nvPr>
        </p:nvGraphicFramePr>
        <p:xfrm>
          <a:off x="7377542" y="4011564"/>
          <a:ext cx="2442692" cy="244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673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103" name="Table 8">
            <a:extLst>
              <a:ext uri="{FF2B5EF4-FFF2-40B4-BE49-F238E27FC236}">
                <a16:creationId xmlns:a16="http://schemas.microsoft.com/office/drawing/2014/main" id="{77A6BDB9-D005-54BF-F382-8423C1F49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917059"/>
              </p:ext>
            </p:extLst>
          </p:nvPr>
        </p:nvGraphicFramePr>
        <p:xfrm>
          <a:off x="5117738" y="4062593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0.20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0.303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C6282EE-35B5-137B-5972-5CD5FAD4E265}"/>
              </a:ext>
            </a:extLst>
          </p:cNvPr>
          <p:cNvCxnSpPr>
            <a:cxnSpLocks/>
          </p:cNvCxnSpPr>
          <p:nvPr/>
        </p:nvCxnSpPr>
        <p:spPr>
          <a:xfrm>
            <a:off x="7421309" y="3918088"/>
            <a:ext cx="235102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205C502F-8620-8C9E-C59B-ED2F0AF1FFAA}"/>
              </a:ext>
            </a:extLst>
          </p:cNvPr>
          <p:cNvSpPr txBox="1"/>
          <p:nvPr/>
        </p:nvSpPr>
        <p:spPr>
          <a:xfrm>
            <a:off x="7248650" y="3642791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E12E767-68FE-0F42-9B56-D8782D4083FD}"/>
              </a:ext>
            </a:extLst>
          </p:cNvPr>
          <p:cNvSpPr txBox="1"/>
          <p:nvPr/>
        </p:nvSpPr>
        <p:spPr>
          <a:xfrm>
            <a:off x="8940742" y="3642791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9A430EF-D4E4-3698-2178-F230C2140189}"/>
              </a:ext>
            </a:extLst>
          </p:cNvPr>
          <p:cNvCxnSpPr>
            <a:cxnSpLocks/>
          </p:cNvCxnSpPr>
          <p:nvPr/>
        </p:nvCxnSpPr>
        <p:spPr>
          <a:xfrm>
            <a:off x="7276635" y="4027925"/>
            <a:ext cx="0" cy="24263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484A043C-034A-B76E-6B57-64CB202A96E4}"/>
              </a:ext>
            </a:extLst>
          </p:cNvPr>
          <p:cNvSpPr txBox="1"/>
          <p:nvPr/>
        </p:nvSpPr>
        <p:spPr>
          <a:xfrm>
            <a:off x="6484052" y="4012617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66C3F16-5374-0BA5-BACA-2F74206E5E90}"/>
              </a:ext>
            </a:extLst>
          </p:cNvPr>
          <p:cNvSpPr txBox="1"/>
          <p:nvPr/>
        </p:nvSpPr>
        <p:spPr>
          <a:xfrm>
            <a:off x="6619182" y="6053055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4414C13-4A3C-90EC-7A70-EDAA93F96AF4}"/>
              </a:ext>
            </a:extLst>
          </p:cNvPr>
          <p:cNvSpPr/>
          <p:nvPr/>
        </p:nvSpPr>
        <p:spPr>
          <a:xfrm>
            <a:off x="6301580" y="47367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D2E7878-0781-6893-A885-6CDBBCFD7C57}"/>
              </a:ext>
            </a:extLst>
          </p:cNvPr>
          <p:cNvSpPr/>
          <p:nvPr/>
        </p:nvSpPr>
        <p:spPr>
          <a:xfrm>
            <a:off x="5476987" y="533548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9F8DE5D-89B2-7812-EFBB-289EED3A979A}"/>
              </a:ext>
            </a:extLst>
          </p:cNvPr>
          <p:cNvSpPr/>
          <p:nvPr/>
        </p:nvSpPr>
        <p:spPr>
          <a:xfrm>
            <a:off x="5561351" y="533548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9B9D327-FA9D-5C1B-2E9E-667388EC4475}"/>
              </a:ext>
            </a:extLst>
          </p:cNvPr>
          <p:cNvSpPr/>
          <p:nvPr/>
        </p:nvSpPr>
        <p:spPr>
          <a:xfrm>
            <a:off x="6146458" y="594508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94DB4ACB-2859-0DB4-B404-2EEAF31A98C6}"/>
              </a:ext>
            </a:extLst>
          </p:cNvPr>
          <p:cNvSpPr/>
          <p:nvPr/>
        </p:nvSpPr>
        <p:spPr>
          <a:xfrm>
            <a:off x="6323350" y="594508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8BB998CB-10B6-8B24-5332-701E870529AA}"/>
              </a:ext>
            </a:extLst>
          </p:cNvPr>
          <p:cNvSpPr/>
          <p:nvPr/>
        </p:nvSpPr>
        <p:spPr>
          <a:xfrm>
            <a:off x="5428000" y="623899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FA29C445-2745-AB02-320A-1542A650AE35}"/>
              </a:ext>
            </a:extLst>
          </p:cNvPr>
          <p:cNvSpPr/>
          <p:nvPr/>
        </p:nvSpPr>
        <p:spPr>
          <a:xfrm>
            <a:off x="5607615" y="623899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34524346-70E3-FDB9-4396-8501B09BD433}"/>
              </a:ext>
            </a:extLst>
          </p:cNvPr>
          <p:cNvSpPr/>
          <p:nvPr/>
        </p:nvSpPr>
        <p:spPr>
          <a:xfrm>
            <a:off x="6282528" y="4116284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8381EB5C-6C52-884B-6912-9927C381C740}"/>
              </a:ext>
            </a:extLst>
          </p:cNvPr>
          <p:cNvSpPr/>
          <p:nvPr/>
        </p:nvSpPr>
        <p:spPr>
          <a:xfrm>
            <a:off x="5515085" y="503612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30443216-81DE-8F1D-2D6E-1CF18A5FEBA5}"/>
              </a:ext>
            </a:extLst>
          </p:cNvPr>
          <p:cNvSpPr/>
          <p:nvPr/>
        </p:nvSpPr>
        <p:spPr>
          <a:xfrm>
            <a:off x="5604892" y="503612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EF60301F-90E4-A7A6-0E4D-257C365A695F}"/>
              </a:ext>
            </a:extLst>
          </p:cNvPr>
          <p:cNvSpPr/>
          <p:nvPr/>
        </p:nvSpPr>
        <p:spPr>
          <a:xfrm>
            <a:off x="6282528" y="53273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3B47B186-7EAB-D32A-A305-E8CC78853806}"/>
              </a:ext>
            </a:extLst>
          </p:cNvPr>
          <p:cNvSpPr/>
          <p:nvPr/>
        </p:nvSpPr>
        <p:spPr>
          <a:xfrm>
            <a:off x="6132849" y="442652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67DAE4AD-CF54-52CF-B3A9-B20CCD9A991B}"/>
              </a:ext>
            </a:extLst>
          </p:cNvPr>
          <p:cNvSpPr/>
          <p:nvPr/>
        </p:nvSpPr>
        <p:spPr>
          <a:xfrm>
            <a:off x="6328792" y="442652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29F8FE1C-FBE4-31F2-21EA-4E7CC277F4AA}"/>
              </a:ext>
            </a:extLst>
          </p:cNvPr>
          <p:cNvSpPr/>
          <p:nvPr/>
        </p:nvSpPr>
        <p:spPr>
          <a:xfrm>
            <a:off x="5427999" y="472860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A57FC77-112B-DCAF-79C2-C8DAED6F582C}"/>
              </a:ext>
            </a:extLst>
          </p:cNvPr>
          <p:cNvSpPr/>
          <p:nvPr/>
        </p:nvSpPr>
        <p:spPr>
          <a:xfrm>
            <a:off x="5607613" y="472860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9C732E6A-3239-67B9-B83F-2B2674D5D867}"/>
              </a:ext>
            </a:extLst>
          </p:cNvPr>
          <p:cNvSpPr/>
          <p:nvPr/>
        </p:nvSpPr>
        <p:spPr>
          <a:xfrm>
            <a:off x="5427999" y="562939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25A2D22B-98F3-6191-FEEB-1DD0CD779BDE}"/>
              </a:ext>
            </a:extLst>
          </p:cNvPr>
          <p:cNvSpPr/>
          <p:nvPr/>
        </p:nvSpPr>
        <p:spPr>
          <a:xfrm>
            <a:off x="5610335" y="562939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02FDCB52-250C-49EB-B8D2-19B710663773}"/>
              </a:ext>
            </a:extLst>
          </p:cNvPr>
          <p:cNvSpPr/>
          <p:nvPr/>
        </p:nvSpPr>
        <p:spPr>
          <a:xfrm>
            <a:off x="6277085" y="562395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A5E0129F-65A2-ABBE-D572-B0171E51E59A}"/>
              </a:ext>
            </a:extLst>
          </p:cNvPr>
          <p:cNvSpPr/>
          <p:nvPr/>
        </p:nvSpPr>
        <p:spPr>
          <a:xfrm>
            <a:off x="5466099" y="59369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747D39EA-C56B-7EDC-8EE5-0F66A5A742D1}"/>
              </a:ext>
            </a:extLst>
          </p:cNvPr>
          <p:cNvSpPr/>
          <p:nvPr/>
        </p:nvSpPr>
        <p:spPr>
          <a:xfrm>
            <a:off x="5561349" y="59369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E6BC2A46-B03E-4BE1-1CF7-C28F23B53FA7}"/>
              </a:ext>
            </a:extLst>
          </p:cNvPr>
          <p:cNvSpPr/>
          <p:nvPr/>
        </p:nvSpPr>
        <p:spPr>
          <a:xfrm>
            <a:off x="6287971" y="6230834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AE395967-9780-1A1D-022F-02B2424B0AF7}"/>
              </a:ext>
            </a:extLst>
          </p:cNvPr>
          <p:cNvSpPr/>
          <p:nvPr/>
        </p:nvSpPr>
        <p:spPr>
          <a:xfrm>
            <a:off x="5428000" y="410539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7E27E13B-BE76-5DB2-6AB8-6F273084510C}"/>
              </a:ext>
            </a:extLst>
          </p:cNvPr>
          <p:cNvSpPr/>
          <p:nvPr/>
        </p:nvSpPr>
        <p:spPr>
          <a:xfrm>
            <a:off x="5613057" y="410539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27821694-3CF5-B9E7-0F45-340AAE8E45AD}"/>
              </a:ext>
            </a:extLst>
          </p:cNvPr>
          <p:cNvSpPr/>
          <p:nvPr/>
        </p:nvSpPr>
        <p:spPr>
          <a:xfrm>
            <a:off x="5468821" y="440747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847626BB-7F6D-E0FA-89C5-F761C59561A5}"/>
              </a:ext>
            </a:extLst>
          </p:cNvPr>
          <p:cNvSpPr/>
          <p:nvPr/>
        </p:nvSpPr>
        <p:spPr>
          <a:xfrm>
            <a:off x="5566793" y="440747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7C8CCB03-0CD9-AF04-3C2D-7D95220FF1B0}"/>
              </a:ext>
            </a:extLst>
          </p:cNvPr>
          <p:cNvSpPr/>
          <p:nvPr/>
        </p:nvSpPr>
        <p:spPr>
          <a:xfrm>
            <a:off x="6233543" y="501979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E5954FCF-DF76-2A04-3F38-2C501D824EBD}"/>
              </a:ext>
            </a:extLst>
          </p:cNvPr>
          <p:cNvSpPr/>
          <p:nvPr/>
        </p:nvSpPr>
        <p:spPr>
          <a:xfrm>
            <a:off x="6326072" y="501979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C699F44-254F-5653-B515-3EEFC203BDAC}"/>
              </a:ext>
            </a:extLst>
          </p:cNvPr>
          <p:cNvCxnSpPr>
            <a:cxnSpLocks/>
          </p:cNvCxnSpPr>
          <p:nvPr/>
        </p:nvCxnSpPr>
        <p:spPr>
          <a:xfrm flipV="1">
            <a:off x="5144532" y="3517509"/>
            <a:ext cx="4583097" cy="14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BEA6FC99-F41B-6D0C-1A80-8D655E5991D0}"/>
              </a:ext>
            </a:extLst>
          </p:cNvPr>
          <p:cNvSpPr/>
          <p:nvPr/>
        </p:nvSpPr>
        <p:spPr>
          <a:xfrm>
            <a:off x="6191088" y="53273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949412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49FEF-AD3C-C436-8A4C-BACB85823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2690" y="1005708"/>
            <a:ext cx="6822502" cy="4815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D04353-B4E1-0F49-AD73-0FA26CA44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46189" y="1003329"/>
            <a:ext cx="6822502" cy="481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4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10372</TotalTime>
  <Words>475</Words>
  <Application>Microsoft Office PowerPoint</Application>
  <PresentationFormat>A4 Paper (210x297 mm)</PresentationFormat>
  <Paragraphs>285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478</cp:revision>
  <cp:lastPrinted>2024-10-19T07:50:11Z</cp:lastPrinted>
  <dcterms:created xsi:type="dcterms:W3CDTF">2017-01-17T16:57:04Z</dcterms:created>
  <dcterms:modified xsi:type="dcterms:W3CDTF">2024-10-19T07:50:57Z</dcterms:modified>
</cp:coreProperties>
</file>