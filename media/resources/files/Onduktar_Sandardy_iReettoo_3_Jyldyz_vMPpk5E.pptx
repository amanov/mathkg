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5"/>
  </p:notesMasterIdLst>
  <p:sldIdLst>
    <p:sldId id="974" r:id="rId3"/>
    <p:sldId id="992" r:id="rId4"/>
    <p:sldId id="941" r:id="rId5"/>
    <p:sldId id="946" r:id="rId6"/>
    <p:sldId id="944" r:id="rId7"/>
    <p:sldId id="945" r:id="rId8"/>
    <p:sldId id="947" r:id="rId9"/>
    <p:sldId id="948" r:id="rId10"/>
    <p:sldId id="949" r:id="rId11"/>
    <p:sldId id="950" r:id="rId12"/>
    <p:sldId id="951" r:id="rId13"/>
    <p:sldId id="952" r:id="rId14"/>
    <p:sldId id="953" r:id="rId15"/>
    <p:sldId id="954" r:id="rId16"/>
    <p:sldId id="955" r:id="rId17"/>
    <p:sldId id="956" r:id="rId18"/>
    <p:sldId id="957" r:id="rId19"/>
    <p:sldId id="958" r:id="rId20"/>
    <p:sldId id="959" r:id="rId21"/>
    <p:sldId id="960" r:id="rId22"/>
    <p:sldId id="961" r:id="rId23"/>
    <p:sldId id="991" r:id="rId24"/>
  </p:sldIdLst>
  <p:sldSz cx="9906000" cy="6858000" type="A4"/>
  <p:notesSz cx="7104063" cy="10234613"/>
  <p:embeddedFontLst>
    <p:embeddedFont>
      <p:font typeface="Impact" panose="020B0806030902050204" pitchFamily="34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4"/>
            <p14:sldId id="992"/>
          </p14:sldIdLst>
        </p14:section>
        <p14:section name="Титулдук слайд" id="{059544AC-2C27-45B1-9F95-F87DF8854DD6}">
          <p14:sldIdLst>
            <p14:sldId id="941"/>
            <p14:sldId id="946"/>
          </p14:sldIdLst>
        </p14:section>
        <p14:section name="Оюн тактасы" id="{D281CBD9-7B92-4FCC-AFB8-1C2B3F21FC7F}">
          <p14:sldIdLst>
            <p14:sldId id="944"/>
          </p14:sldIdLst>
        </p14:section>
        <p14:section name="Суроолор" id="{64787FE5-435B-45FB-9E3C-3E7B3B7FD75A}">
          <p14:sldIdLst>
            <p14:sldId id="945"/>
            <p14:sldId id="947"/>
            <p14:sldId id="948"/>
            <p14:sldId id="949"/>
            <p14:sldId id="950"/>
            <p14:sldId id="951"/>
            <p14:sldId id="952"/>
            <p14:sldId id="953"/>
            <p14:sldId id="954"/>
            <p14:sldId id="955"/>
            <p14:sldId id="956"/>
            <p14:sldId id="957"/>
            <p14:sldId id="958"/>
            <p14:sldId id="959"/>
            <p14:sldId id="960"/>
            <p14:sldId id="961"/>
          </p14:sldIdLst>
        </p14:section>
        <p14:section name="Кайтарым байланыш" id="{F3D720CF-F566-46A6-9361-125255B68FA6}">
          <p14:sldIdLst>
            <p14:sldId id="9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FFFFFF"/>
    <a:srgbClr val="00B0F0"/>
    <a:srgbClr val="00FF00"/>
    <a:srgbClr val="0000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89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02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0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3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0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93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45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43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92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426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9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38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3" Type="http://schemas.openxmlformats.org/officeDocument/2006/relationships/audio" Target="../media/audio2.wav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" Type="http://schemas.openxmlformats.org/officeDocument/2006/relationships/audio" Target="../media/audio1.wav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image" Target="../media/image8.png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image" Target="../media/image7.jpeg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ндуктар –Ирээттөө – 3 жылдыз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иш-чарада 2 команда оюн тактасына катары менен 3 жылдызды коюу үчүн ат салышат.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Суроого өтүү үчүн тордогу чакмакты басыңыз.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«Жооп» кутучасын басып, оюн тактасына кайтыңыз.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чарчыга жылдыз коюу үчүн команданын түсүн басыңыз..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225689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 ийкемдүү жана ар кандай жолдор менен иштетилиши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Командалар суроолорду өз алдынча тандай алышат, эгерде алардын жообу туура эмес болсо, башка командага упайын «өздөрүнө» чегерип алуу мүмкүнчүлүгү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Бардык команда мүчөлөрү бир суроону чыгарууга мүмкүндүгү бар  жана жооп берүү үчүн бир окуучу тандалат.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 бир команданын жеке окуучулары бир эле учурда эң тез жооп берүү үчүн ат салышат.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Кызыл / Көк команданын окуучлары жупталышы мүмкүн. Андан кийин мугалим же команданын кайсынысы жоопту тезирээк туура тапканын баалай алат (мини-такталарды колдонуу менен) же ар бир жупта канча кызыл/көк команданын мүчөсү утуп алганы боюнча класстан сурамжылоо жүргүзүп, жалпы жеңүүчү команданы аныктасак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17457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166887" y="1656444"/>
            <a:ext cx="5046561" cy="4977434"/>
          </a:xfrm>
          <a:prstGeom prst="rect">
            <a:avLst/>
          </a:prstGeom>
        </p:spPr>
      </p:pic>
      <p:sp>
        <p:nvSpPr>
          <p:cNvPr id="2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95807" y="1050048"/>
            <a:ext cx="6686673" cy="3111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3 Жылдыз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0" y="1540696"/>
            <a:ext cx="3177688" cy="291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5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01240" y="395320"/>
            <a:ext cx="6355080" cy="1636680"/>
          </a:xfrm>
          <a:prstGeom prst="rect">
            <a:avLst/>
          </a:prstGeom>
          <a:noFill/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Биринчи 3 жылдыз алган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4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71111" y="5471569"/>
            <a:ext cx="6692098" cy="99111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топ жеңет 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1633970" y="3261109"/>
            <a:ext cx="1938749" cy="1912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997135" y="3261109"/>
            <a:ext cx="1938749" cy="1912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360300" y="3261109"/>
            <a:ext cx="1938749" cy="19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4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91366" y="1146794"/>
            <a:ext cx="1440000" cy="1321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34497" y="1139814"/>
            <a:ext cx="1353739" cy="1335196"/>
          </a:xfrm>
          <a:prstGeom prst="rect">
            <a:avLst/>
          </a:prstGeom>
        </p:spPr>
      </p:pic>
      <p:sp>
        <p:nvSpPr>
          <p:cNvPr id="3" name="Text Box 163">
            <a:extLst>
              <a:ext uri="{FF2B5EF4-FFF2-40B4-BE49-F238E27FC236}">
                <a16:creationId xmlns:a16="http://schemas.microsoft.com/office/drawing/2014/main" id="{3ECA8849-9ECA-4B7C-915E-2BF9ABAD8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8130" y="0"/>
            <a:ext cx="1440000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А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1080742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Text Box 163">
            <a:extLst>
              <a:ext uri="{FF2B5EF4-FFF2-40B4-BE49-F238E27FC236}">
                <a16:creationId xmlns:a16="http://schemas.microsoft.com/office/drawing/2014/main" id="{3A28D92D-0F51-4EC3-AA76-5CD564277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622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Б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Text Box 163">
            <a:extLst>
              <a:ext uri="{FF2B5EF4-FFF2-40B4-BE49-F238E27FC236}">
                <a16:creationId xmlns:a16="http://schemas.microsoft.com/office/drawing/2014/main" id="{7C17E817-BCEB-41DF-938B-C2C428576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245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В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Text Box 163">
            <a:extLst>
              <a:ext uri="{FF2B5EF4-FFF2-40B4-BE49-F238E27FC236}">
                <a16:creationId xmlns:a16="http://schemas.microsoft.com/office/drawing/2014/main" id="{5C1E009B-5F5E-4C8E-90D3-C053480CE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869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Г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7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624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8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496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20" name="Rectangle 19">
            <a:hlinkClick r:id="rId6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85158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23800" y="1146794"/>
            <a:ext cx="1440000" cy="132123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66931" y="1139814"/>
            <a:ext cx="1353739" cy="1335196"/>
          </a:xfrm>
          <a:prstGeom prst="rect">
            <a:avLst/>
          </a:prstGeom>
        </p:spPr>
      </p:pic>
      <p:sp>
        <p:nvSpPr>
          <p:cNvPr id="4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058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8930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2" name="Rectangle 41">
            <a:hlinkClick r:id="rId7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17592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9208" y="1149220"/>
            <a:ext cx="1440000" cy="13212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5002339" y="1142240"/>
            <a:ext cx="1353739" cy="1335196"/>
          </a:xfrm>
          <a:prstGeom prst="rect">
            <a:avLst/>
          </a:prstGeom>
        </p:spPr>
      </p:pic>
      <p:sp>
        <p:nvSpPr>
          <p:cNvPr id="4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466" y="108926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338" y="108926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7" name="Rectangle 46">
            <a:hlinkClick r:id="rId8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53000" y="108926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400824" y="1146794"/>
            <a:ext cx="1440000" cy="132123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43955" y="1139814"/>
            <a:ext cx="1353739" cy="1335196"/>
          </a:xfrm>
          <a:prstGeom prst="rect">
            <a:avLst/>
          </a:prstGeom>
        </p:spPr>
      </p:pic>
      <p:sp>
        <p:nvSpPr>
          <p:cNvPr id="5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1082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5954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2" name="Rectangle 51">
            <a:hlinkClick r:id="rId9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94616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87832" y="2582480"/>
            <a:ext cx="1440000" cy="13212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30963" y="2575500"/>
            <a:ext cx="1353739" cy="1335196"/>
          </a:xfrm>
          <a:prstGeom prst="rect">
            <a:avLst/>
          </a:prstGeom>
        </p:spPr>
      </p:pic>
      <p:sp>
        <p:nvSpPr>
          <p:cNvPr id="5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090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962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7" name="Rectangle 56">
            <a:hlinkClick r:id="rId10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81624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20266" y="2582480"/>
            <a:ext cx="1440000" cy="132123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63397" y="2575500"/>
            <a:ext cx="1353739" cy="1335196"/>
          </a:xfrm>
          <a:prstGeom prst="rect">
            <a:avLst/>
          </a:prstGeom>
        </p:spPr>
      </p:pic>
      <p:sp>
        <p:nvSpPr>
          <p:cNvPr id="6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524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396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2" name="Rectangle 61">
            <a:hlinkClick r:id="rId11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14058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5674" y="2584906"/>
            <a:ext cx="1440000" cy="132123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8805" y="2577926"/>
            <a:ext cx="1353739" cy="1335196"/>
          </a:xfrm>
          <a:prstGeom prst="rect">
            <a:avLst/>
          </a:prstGeom>
        </p:spPr>
      </p:pic>
      <p:sp>
        <p:nvSpPr>
          <p:cNvPr id="6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932" y="2524950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0804" y="2524950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7" name="Rectangle 66">
            <a:hlinkClick r:id="rId12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9466" y="2524950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97290" y="2582480"/>
            <a:ext cx="1440000" cy="132123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40421" y="2575500"/>
            <a:ext cx="1353739" cy="1335196"/>
          </a:xfrm>
          <a:prstGeom prst="rect">
            <a:avLst/>
          </a:prstGeom>
        </p:spPr>
      </p:pic>
      <p:sp>
        <p:nvSpPr>
          <p:cNvPr id="7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548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420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2" name="Rectangle 71">
            <a:hlinkClick r:id="rId13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91082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82964" y="4021203"/>
            <a:ext cx="1440000" cy="132123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26095" y="4014223"/>
            <a:ext cx="1353739" cy="1335196"/>
          </a:xfrm>
          <a:prstGeom prst="rect">
            <a:avLst/>
          </a:prstGeom>
        </p:spPr>
      </p:pic>
      <p:sp>
        <p:nvSpPr>
          <p:cNvPr id="7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222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094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7" name="Rectangle 76">
            <a:hlinkClick r:id="rId14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76756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15398" y="4021203"/>
            <a:ext cx="1440000" cy="132123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58529" y="4014223"/>
            <a:ext cx="1353739" cy="1335196"/>
          </a:xfrm>
          <a:prstGeom prst="rect">
            <a:avLst/>
          </a:prstGeom>
        </p:spPr>
      </p:pic>
      <p:sp>
        <p:nvSpPr>
          <p:cNvPr id="8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656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528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2" name="Rectangle 81">
            <a:hlinkClick r:id="rId15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09190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0806" y="4023629"/>
            <a:ext cx="1440000" cy="132123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3937" y="4016649"/>
            <a:ext cx="1353739" cy="1335196"/>
          </a:xfrm>
          <a:prstGeom prst="rect">
            <a:avLst/>
          </a:prstGeom>
        </p:spPr>
      </p:pic>
      <p:sp>
        <p:nvSpPr>
          <p:cNvPr id="8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064" y="3963673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936" y="3963673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7" name="Rectangle 86">
            <a:hlinkClick r:id="rId16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4598" y="3963673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92422" y="4021203"/>
            <a:ext cx="1440000" cy="132123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35553" y="4014223"/>
            <a:ext cx="1353739" cy="1335196"/>
          </a:xfrm>
          <a:prstGeom prst="rect">
            <a:avLst/>
          </a:prstGeom>
        </p:spPr>
      </p:pic>
      <p:sp>
        <p:nvSpPr>
          <p:cNvPr id="9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680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52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2" name="Rectangle 91">
            <a:hlinkClick r:id="rId17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86214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79430" y="5462985"/>
            <a:ext cx="1440000" cy="132123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22561" y="5456005"/>
            <a:ext cx="1353739" cy="1335196"/>
          </a:xfrm>
          <a:prstGeom prst="rect">
            <a:avLst/>
          </a:prstGeom>
        </p:spPr>
      </p:pic>
      <p:sp>
        <p:nvSpPr>
          <p:cNvPr id="9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688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560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7" name="Rectangle 96">
            <a:hlinkClick r:id="rId18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73222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11864" y="5462985"/>
            <a:ext cx="1440000" cy="1321237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54995" y="5456005"/>
            <a:ext cx="1353739" cy="1335196"/>
          </a:xfrm>
          <a:prstGeom prst="rect">
            <a:avLst/>
          </a:prstGeom>
        </p:spPr>
      </p:pic>
      <p:sp>
        <p:nvSpPr>
          <p:cNvPr id="10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122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994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2" name="Rectangle 101">
            <a:hlinkClick r:id="rId19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05656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47272" y="5465411"/>
            <a:ext cx="1440000" cy="132123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0403" y="5458431"/>
            <a:ext cx="1353739" cy="1335196"/>
          </a:xfrm>
          <a:prstGeom prst="rect">
            <a:avLst/>
          </a:prstGeom>
        </p:spPr>
      </p:pic>
      <p:sp>
        <p:nvSpPr>
          <p:cNvPr id="10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530" y="5405455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402" y="5405455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7" name="Rectangle 106">
            <a:hlinkClick r:id="rId20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1064" y="5405455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88888" y="5462985"/>
            <a:ext cx="1440000" cy="1321237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32019" y="5456005"/>
            <a:ext cx="1353739" cy="1335196"/>
          </a:xfrm>
          <a:prstGeom prst="rect">
            <a:avLst/>
          </a:prstGeom>
        </p:spPr>
      </p:pic>
      <p:sp>
        <p:nvSpPr>
          <p:cNvPr id="11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146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1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018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12" name="Rectangle 111">
            <a:hlinkClick r:id="rId21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82680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grpSp>
        <p:nvGrpSpPr>
          <p:cNvPr id="5" name="Group 4"/>
          <p:cNvGrpSpPr/>
          <p:nvPr/>
        </p:nvGrpSpPr>
        <p:grpSpPr>
          <a:xfrm>
            <a:off x="3509776" y="5545390"/>
            <a:ext cx="2872740" cy="1134000"/>
            <a:chOff x="3509776" y="5337040"/>
            <a:chExt cx="2872740" cy="1134000"/>
          </a:xfrm>
        </p:grpSpPr>
        <p:sp>
          <p:nvSpPr>
            <p:cNvPr id="122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277520" y="5389180"/>
            <a:ext cx="5440006" cy="11430"/>
            <a:chOff x="2277520" y="5180830"/>
            <a:chExt cx="5440006" cy="11430"/>
          </a:xfrm>
        </p:grpSpPr>
        <p:sp>
          <p:nvSpPr>
            <p:cNvPr id="11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6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7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3518561" y="4079920"/>
            <a:ext cx="2872740" cy="1134000"/>
            <a:chOff x="3509776" y="5337040"/>
            <a:chExt cx="2872740" cy="1134000"/>
          </a:xfrm>
        </p:grpSpPr>
        <p:sp>
          <p:nvSpPr>
            <p:cNvPr id="12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0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1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2277520" y="3945190"/>
            <a:ext cx="5440006" cy="11430"/>
            <a:chOff x="2277520" y="5180830"/>
            <a:chExt cx="5440006" cy="11430"/>
          </a:xfrm>
        </p:grpSpPr>
        <p:sp>
          <p:nvSpPr>
            <p:cNvPr id="13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6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2277520" y="2512630"/>
            <a:ext cx="5440006" cy="11430"/>
            <a:chOff x="2277520" y="5180830"/>
            <a:chExt cx="5440006" cy="11430"/>
          </a:xfrm>
        </p:grpSpPr>
        <p:sp>
          <p:nvSpPr>
            <p:cNvPr id="138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0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1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518561" y="2609260"/>
            <a:ext cx="2872740" cy="1134000"/>
            <a:chOff x="3509776" y="5337040"/>
            <a:chExt cx="2872740" cy="1134000"/>
          </a:xfrm>
        </p:grpSpPr>
        <p:sp>
          <p:nvSpPr>
            <p:cNvPr id="14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520440" y="1192912"/>
            <a:ext cx="2872740" cy="1134000"/>
            <a:chOff x="3509776" y="5337040"/>
            <a:chExt cx="2872740" cy="1134000"/>
          </a:xfrm>
        </p:grpSpPr>
        <p:sp>
          <p:nvSpPr>
            <p:cNvPr id="147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8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sp>
        <p:nvSpPr>
          <p:cNvPr id="150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2521504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1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3962266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2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5403029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7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1080742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8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2521504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9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3962266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60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5403029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6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2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69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" fill="hold">
                      <p:stCondLst>
                        <p:cond delay="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0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3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9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3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4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9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8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2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4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6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7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364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5" fill="hold">
                      <p:stCondLst>
                        <p:cond delay="0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6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8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0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5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9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1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3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4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8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6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8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9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495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0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3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0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2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3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2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>
                      <p:stCondLst>
                        <p:cond delay="0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4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5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6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8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7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8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9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1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8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5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3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4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5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1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612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3" fill="hold">
                      <p:stCondLst>
                        <p:cond delay="0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7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8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9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0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2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4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20" grpId="0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  <p:bldP spid="47" grpId="0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2" grpId="0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62" grpId="0" animBg="1"/>
      <p:bldP spid="65" grpId="0" animBg="1"/>
      <p:bldP spid="65" grpId="1" animBg="1"/>
      <p:bldP spid="65" grpId="2" animBg="1"/>
      <p:bldP spid="66" grpId="0" animBg="1"/>
      <p:bldP spid="66" grpId="1" animBg="1"/>
      <p:bldP spid="66" grpId="2" animBg="1"/>
      <p:bldP spid="67" grpId="0" animBg="1"/>
      <p:bldP spid="70" grpId="0" animBg="1"/>
      <p:bldP spid="70" grpId="1" animBg="1"/>
      <p:bldP spid="70" grpId="2" animBg="1"/>
      <p:bldP spid="71" grpId="0" animBg="1"/>
      <p:bldP spid="71" grpId="1" animBg="1"/>
      <p:bldP spid="71" grpId="2" animBg="1"/>
      <p:bldP spid="72" grpId="0" animBg="1"/>
      <p:bldP spid="75" grpId="0" animBg="1"/>
      <p:bldP spid="75" grpId="1" animBg="1"/>
      <p:bldP spid="75" grpId="2" animBg="1"/>
      <p:bldP spid="76" grpId="0" animBg="1"/>
      <p:bldP spid="76" grpId="1" animBg="1"/>
      <p:bldP spid="76" grpId="2" animBg="1"/>
      <p:bldP spid="77" grpId="0" animBg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82" grpId="0" animBg="1"/>
      <p:bldP spid="85" grpId="0" animBg="1"/>
      <p:bldP spid="85" grpId="1" animBg="1"/>
      <p:bldP spid="85" grpId="2" animBg="1"/>
      <p:bldP spid="86" grpId="0" animBg="1"/>
      <p:bldP spid="86" grpId="1" animBg="1"/>
      <p:bldP spid="86" grpId="2" animBg="1"/>
      <p:bldP spid="87" grpId="0" animBg="1"/>
      <p:bldP spid="90" grpId="0" animBg="1"/>
      <p:bldP spid="90" grpId="1" animBg="1"/>
      <p:bldP spid="90" grpId="2" animBg="1"/>
      <p:bldP spid="91" grpId="0" animBg="1"/>
      <p:bldP spid="91" grpId="1" animBg="1"/>
      <p:bldP spid="91" grpId="2" animBg="1"/>
      <p:bldP spid="92" grpId="0" animBg="1"/>
      <p:bldP spid="95" grpId="0" animBg="1"/>
      <p:bldP spid="95" grpId="1" animBg="1"/>
      <p:bldP spid="95" grpId="2" animBg="1"/>
      <p:bldP spid="96" grpId="0" animBg="1"/>
      <p:bldP spid="96" grpId="1" animBg="1"/>
      <p:bldP spid="96" grpId="2" animBg="1"/>
      <p:bldP spid="97" grpId="0" animBg="1"/>
      <p:bldP spid="100" grpId="0" animBg="1"/>
      <p:bldP spid="100" grpId="1" animBg="1"/>
      <p:bldP spid="100" grpId="2" animBg="1"/>
      <p:bldP spid="101" grpId="0" animBg="1"/>
      <p:bldP spid="101" grpId="1" animBg="1"/>
      <p:bldP spid="101" grpId="2" animBg="1"/>
      <p:bldP spid="102" grpId="0" animBg="1"/>
      <p:bldP spid="105" grpId="0" animBg="1"/>
      <p:bldP spid="105" grpId="1" animBg="1"/>
      <p:bldP spid="105" grpId="2" animBg="1"/>
      <p:bldP spid="106" grpId="0" animBg="1"/>
      <p:bldP spid="106" grpId="1" animBg="1"/>
      <p:bldP spid="106" grpId="2" animBg="1"/>
      <p:bldP spid="107" grpId="0" animBg="1"/>
      <p:bldP spid="110" grpId="0" animBg="1"/>
      <p:bldP spid="110" grpId="1" animBg="1"/>
      <p:bldP spid="110" grpId="2" animBg="1"/>
      <p:bldP spid="111" grpId="0" animBg="1"/>
      <p:bldP spid="111" grpId="1" animBg="1"/>
      <p:bldP spid="111" grpId="2" animBg="1"/>
      <p:bldP spid="1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hlinkClick r:id="" action="ppaction://hlinkshowjump?jump=previousslide"/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2020744" y="5543030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6,055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4F11A3-6BDF-4576-8F10-5746C52DEFBD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7E414-D6D6-4AA7-985B-BD86C4FF451C}"/>
              </a:ext>
            </a:extLst>
          </p:cNvPr>
          <p:cNvSpPr txBox="1"/>
          <p:nvPr/>
        </p:nvSpPr>
        <p:spPr>
          <a:xfrm>
            <a:off x="824071" y="388590"/>
            <a:ext cx="8248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0FE9F0-DB71-4BF2-A239-10B0A984E956}"/>
              </a:ext>
            </a:extLst>
          </p:cNvPr>
          <p:cNvSpPr txBox="1"/>
          <p:nvPr/>
        </p:nvSpPr>
        <p:spPr>
          <a:xfrm>
            <a:off x="1985667" y="2103977"/>
            <a:ext cx="592502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6,54, 6,45, 6,055</a:t>
            </a:r>
          </a:p>
        </p:txBody>
      </p:sp>
    </p:spTree>
    <p:extLst>
      <p:ext uri="{BB962C8B-B14F-4D97-AF65-F5344CB8AC3E}">
        <p14:creationId xmlns:p14="http://schemas.microsoft.com/office/powerpoint/2010/main" val="263042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A6EBB8-F2CD-4B66-A110-E54349B05A2F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12EA2-2917-4909-B6C9-85D4C33B1536}"/>
              </a:ext>
            </a:extLst>
          </p:cNvPr>
          <p:cNvSpPr txBox="1"/>
          <p:nvPr/>
        </p:nvSpPr>
        <p:spPr>
          <a:xfrm>
            <a:off x="869885" y="404748"/>
            <a:ext cx="7722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чоң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A4B38-7161-4D04-B903-38641EB792F3}"/>
              </a:ext>
            </a:extLst>
          </p:cNvPr>
          <p:cNvSpPr txBox="1"/>
          <p:nvPr/>
        </p:nvSpPr>
        <p:spPr>
          <a:xfrm>
            <a:off x="1770869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7,67, 7,767, 6,767</a:t>
            </a:r>
          </a:p>
        </p:txBody>
      </p:sp>
      <p:sp>
        <p:nvSpPr>
          <p:cNvPr id="6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C3FF620-E3A6-4E0A-B5DF-BB3CAE83A17B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1DB7D4-4363-4AFB-BD56-7D595B3534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5FFE78EE-7B76-43B3-8585-274DFF6FC00F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07BF7D7-E711-4A6C-B967-DCA0C5464CA2}"/>
              </a:ext>
            </a:extLst>
          </p:cNvPr>
          <p:cNvSpPr/>
          <p:nvPr/>
        </p:nvSpPr>
        <p:spPr>
          <a:xfrm>
            <a:off x="2035216" y="5573099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7,767</a:t>
            </a:r>
          </a:p>
        </p:txBody>
      </p:sp>
    </p:spTree>
    <p:extLst>
      <p:ext uri="{BB962C8B-B14F-4D97-AF65-F5344CB8AC3E}">
        <p14:creationId xmlns:p14="http://schemas.microsoft.com/office/powerpoint/2010/main" val="258641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DBDA771-0EAA-4169-BE66-CA2A59B4A8AF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3E0E9C-89B5-4FEC-BF78-A3A093AE08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E753F688-B483-42CF-A99A-840099EFE19E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18832F07-E31C-44D3-BDDD-E79449FB5062}"/>
              </a:ext>
            </a:extLst>
          </p:cNvPr>
          <p:cNvSpPr/>
          <p:nvPr/>
        </p:nvSpPr>
        <p:spPr>
          <a:xfrm>
            <a:off x="2035216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0,066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9618AE-E88D-46EE-9414-5459B88BAFD8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C0C81-58F2-4FEC-9F87-D88FB1B370A6}"/>
              </a:ext>
            </a:extLst>
          </p:cNvPr>
          <p:cNvSpPr txBox="1"/>
          <p:nvPr/>
        </p:nvSpPr>
        <p:spPr>
          <a:xfrm>
            <a:off x="803227" y="404748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86802-7876-4E86-984F-A937515C99A6}"/>
              </a:ext>
            </a:extLst>
          </p:cNvPr>
          <p:cNvSpPr txBox="1"/>
          <p:nvPr/>
        </p:nvSpPr>
        <p:spPr>
          <a:xfrm>
            <a:off x="1770869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0,506, 0,65, 0,066</a:t>
            </a:r>
          </a:p>
        </p:txBody>
      </p:sp>
    </p:spTree>
    <p:extLst>
      <p:ext uri="{BB962C8B-B14F-4D97-AF65-F5344CB8AC3E}">
        <p14:creationId xmlns:p14="http://schemas.microsoft.com/office/powerpoint/2010/main" val="35445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3B276E-DD40-4B5B-87AB-87535A4E168B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86629-8F78-4252-9292-48C36E9CF64B}"/>
              </a:ext>
            </a:extLst>
          </p:cNvPr>
          <p:cNvSpPr txBox="1"/>
          <p:nvPr/>
        </p:nvSpPr>
        <p:spPr>
          <a:xfrm>
            <a:off x="1770869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6,7, 6,7808, 6,078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9A63C00-B54E-460F-B9F2-BED46A81E1F9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52CEB6-C4ED-42E8-9F49-3C9A99BAB8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20B174-04E8-4FC7-B7F2-704131DB39D6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4A450873-38D8-42F8-ADA0-CDD9D7FEBFB2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6,7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DB0D1-7C54-FAD3-5DC4-318398D25CDE}"/>
              </a:ext>
            </a:extLst>
          </p:cNvPr>
          <p:cNvSpPr txBox="1"/>
          <p:nvPr/>
        </p:nvSpPr>
        <p:spPr>
          <a:xfrm>
            <a:off x="1425583" y="388590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20709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FDEF36F-F066-40AA-BF32-083F9A639DB9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56D06F-CC40-49BF-85D3-D5ED9F0560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53D178F-7F00-4916-AD28-6E23D1AB0D0B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30543FF4-5F8F-49DE-9451-A380A816A5E5}"/>
              </a:ext>
            </a:extLst>
          </p:cNvPr>
          <p:cNvSpPr/>
          <p:nvPr/>
        </p:nvSpPr>
        <p:spPr>
          <a:xfrm>
            <a:off x="2035216" y="55541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4,3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BE722A-BB43-48A4-A8A3-1DA46935B2E5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491D7-0E33-40D4-B6A4-7BAE2048B4AB}"/>
              </a:ext>
            </a:extLst>
          </p:cNvPr>
          <p:cNvSpPr txBox="1"/>
          <p:nvPr/>
        </p:nvSpPr>
        <p:spPr>
          <a:xfrm>
            <a:off x="1248291" y="2103977"/>
            <a:ext cx="739978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4,304, 4,3, 4,43, 4,34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D0FEE-4553-19BA-A186-57FF2288E14F}"/>
              </a:ext>
            </a:extLst>
          </p:cNvPr>
          <p:cNvSpPr txBox="1"/>
          <p:nvPr/>
        </p:nvSpPr>
        <p:spPr>
          <a:xfrm>
            <a:off x="812875" y="500350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837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FF57B4-805C-470D-825E-3CA9038DDF90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A4E37-B237-4C01-8B74-A67B3323FCFC}"/>
              </a:ext>
            </a:extLst>
          </p:cNvPr>
          <p:cNvSpPr txBox="1"/>
          <p:nvPr/>
        </p:nvSpPr>
        <p:spPr>
          <a:xfrm>
            <a:off x="1770870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6,02, 6,204, 6,226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0D77090-AEFE-457D-A576-AC31507D3F1E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6F1C2-8E94-4832-A6DB-EC5180DBBC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FAADC7-3640-4049-97F2-B254D53BC1AA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391BF0E5-EDD6-45DC-8F61-EB2D88896A02}"/>
              </a:ext>
            </a:extLst>
          </p:cNvPr>
          <p:cNvSpPr/>
          <p:nvPr/>
        </p:nvSpPr>
        <p:spPr>
          <a:xfrm>
            <a:off x="2035216" y="5586691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6,204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38359-07D0-4C4E-9D12-C9F3920558EF}"/>
              </a:ext>
            </a:extLst>
          </p:cNvPr>
          <p:cNvSpPr txBox="1"/>
          <p:nvPr/>
        </p:nvSpPr>
        <p:spPr>
          <a:xfrm>
            <a:off x="1425584" y="358968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6624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4422AC-9B72-4706-AD4A-1586B7D12334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D1DEB-92F8-41D5-B42E-AE3AA3513924}"/>
              </a:ext>
            </a:extLst>
          </p:cNvPr>
          <p:cNvSpPr txBox="1"/>
          <p:nvPr/>
        </p:nvSpPr>
        <p:spPr>
          <a:xfrm>
            <a:off x="814932" y="388590"/>
            <a:ext cx="7732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чоң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74759-E0EB-43BE-819D-DDAABCC4ED4C}"/>
              </a:ext>
            </a:extLst>
          </p:cNvPr>
          <p:cNvSpPr txBox="1"/>
          <p:nvPr/>
        </p:nvSpPr>
        <p:spPr>
          <a:xfrm>
            <a:off x="1556069" y="2103977"/>
            <a:ext cx="678422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8,788, 8,787, 8,778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56313D7-EB2D-4C4B-AA2A-250D6BFA2A0E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0124F-8817-4F31-AAF9-6E68256F2B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DD139A-90E6-4CB5-AD07-DDA46C50DAA2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2B1C0C92-27BA-4471-B4C8-DEDED009CA27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8,788</a:t>
            </a:r>
          </a:p>
        </p:txBody>
      </p:sp>
    </p:spTree>
    <p:extLst>
      <p:ext uri="{BB962C8B-B14F-4D97-AF65-F5344CB8AC3E}">
        <p14:creationId xmlns:p14="http://schemas.microsoft.com/office/powerpoint/2010/main" val="16523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979656F-7B41-43BA-BBB1-F0FF8E603A8F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C2E2C-5C54-446A-846A-43A96B5D1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7B679EF7-A127-4761-9F9C-4CFF69F0D1A3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257AD593-A2B2-44B2-BE5E-193770DD4B3A}"/>
              </a:ext>
            </a:extLst>
          </p:cNvPr>
          <p:cNvSpPr/>
          <p:nvPr/>
        </p:nvSpPr>
        <p:spPr>
          <a:xfrm>
            <a:off x="2035216" y="557757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0,6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7CD234-B696-463B-8944-C1FB6D7E950B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14544-D4AB-48CE-9111-F36B09692982}"/>
              </a:ext>
            </a:extLst>
          </p:cNvPr>
          <p:cNvSpPr txBox="1"/>
          <p:nvPr/>
        </p:nvSpPr>
        <p:spPr>
          <a:xfrm>
            <a:off x="803227" y="404748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95249-DB39-41BC-89C0-3A5D7D2A558A}"/>
              </a:ext>
            </a:extLst>
          </p:cNvPr>
          <p:cNvSpPr txBox="1"/>
          <p:nvPr/>
        </p:nvSpPr>
        <p:spPr>
          <a:xfrm>
            <a:off x="1248292" y="2103977"/>
            <a:ext cx="739978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0,607, 0,706, 0,7, 0,6</a:t>
            </a:r>
          </a:p>
        </p:txBody>
      </p:sp>
    </p:spTree>
    <p:extLst>
      <p:ext uri="{BB962C8B-B14F-4D97-AF65-F5344CB8AC3E}">
        <p14:creationId xmlns:p14="http://schemas.microsoft.com/office/powerpoint/2010/main" val="110396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6CAA3A-8753-4522-BB05-7A30E9A32873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76DDD-CE49-4DAA-867D-0F531F07D93D}"/>
              </a:ext>
            </a:extLst>
          </p:cNvPr>
          <p:cNvSpPr txBox="1"/>
          <p:nvPr/>
        </p:nvSpPr>
        <p:spPr>
          <a:xfrm>
            <a:off x="1770869" y="2103977"/>
            <a:ext cx="635462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2,21, 2,122, 2,112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754A5C4-BF82-4B08-ADAE-3778E86BCD13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0679E-972B-4941-8E11-CFDD06F2F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357906-4D26-4CD2-94BD-CEB035EED621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324BBF2E-D905-4F2E-8776-A2C64244A302}"/>
              </a:ext>
            </a:extLst>
          </p:cNvPr>
          <p:cNvSpPr/>
          <p:nvPr/>
        </p:nvSpPr>
        <p:spPr>
          <a:xfrm>
            <a:off x="2035216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2,122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341C0-6F3D-4F36-8E2A-864F55B7FAB6}"/>
              </a:ext>
            </a:extLst>
          </p:cNvPr>
          <p:cNvSpPr txBox="1"/>
          <p:nvPr/>
        </p:nvSpPr>
        <p:spPr>
          <a:xfrm>
            <a:off x="1598220" y="275177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13036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706FA34-AEDE-408C-89E8-67BC36705D61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36517-DB13-4212-84DA-BFD4DFF888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8CEA7A27-3678-47F9-8C83-1F1674644D9E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66D1556-9D7F-40B2-ABEA-D45AD3FD8FB5}"/>
              </a:ext>
            </a:extLst>
          </p:cNvPr>
          <p:cNvSpPr/>
          <p:nvPr/>
        </p:nvSpPr>
        <p:spPr>
          <a:xfrm>
            <a:off x="2035216" y="5567379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6,708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6C5F50-B9FC-4E80-9610-96DFFDED8785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B5EEDE-4E27-41D5-8072-ECCAA4D7DC78}"/>
              </a:ext>
            </a:extLst>
          </p:cNvPr>
          <p:cNvSpPr txBox="1"/>
          <p:nvPr/>
        </p:nvSpPr>
        <p:spPr>
          <a:xfrm>
            <a:off x="586154" y="275177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DAE91-F434-4F2F-B7F4-019C25984E8F}"/>
              </a:ext>
            </a:extLst>
          </p:cNvPr>
          <p:cNvSpPr txBox="1"/>
          <p:nvPr/>
        </p:nvSpPr>
        <p:spPr>
          <a:xfrm>
            <a:off x="1556067" y="2103977"/>
            <a:ext cx="678423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6,708, 6,807, 6,870</a:t>
            </a:r>
          </a:p>
        </p:txBody>
      </p:sp>
    </p:spTree>
    <p:extLst>
      <p:ext uri="{BB962C8B-B14F-4D97-AF65-F5344CB8AC3E}">
        <p14:creationId xmlns:p14="http://schemas.microsoft.com/office/powerpoint/2010/main" val="141914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FA09FB9-666B-468B-B699-0A9D904452CE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50A468-6A9C-483D-858E-CD86C6FA9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95EEE89-F4FB-4AF4-A987-018E2BA9B29E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133B7913-4B44-4EAF-8776-1BEB96B68BA2}"/>
              </a:ext>
            </a:extLst>
          </p:cNvPr>
          <p:cNvSpPr/>
          <p:nvPr/>
        </p:nvSpPr>
        <p:spPr>
          <a:xfrm>
            <a:off x="2035216" y="56057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5,05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6AC952-272A-49F7-8606-9B5757DDC8D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84464-9786-4DE6-BEE2-4C3A2ED5912A}"/>
              </a:ext>
            </a:extLst>
          </p:cNvPr>
          <p:cNvSpPr txBox="1"/>
          <p:nvPr/>
        </p:nvSpPr>
        <p:spPr>
          <a:xfrm>
            <a:off x="803227" y="342292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BBB3A-CB29-4B8B-AA73-C916418F50BA}"/>
              </a:ext>
            </a:extLst>
          </p:cNvPr>
          <p:cNvSpPr txBox="1"/>
          <p:nvPr/>
        </p:nvSpPr>
        <p:spPr>
          <a:xfrm>
            <a:off x="1248291" y="2103977"/>
            <a:ext cx="739978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5,505, 5,5, 5,05, 55,5</a:t>
            </a:r>
          </a:p>
        </p:txBody>
      </p:sp>
    </p:spTree>
    <p:extLst>
      <p:ext uri="{BB962C8B-B14F-4D97-AF65-F5344CB8AC3E}">
        <p14:creationId xmlns:p14="http://schemas.microsoft.com/office/powerpoint/2010/main" val="93529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9B82B8-C2BD-46F8-8A8E-9A758A4E64CF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2E816-7538-439D-92D6-DF8ADF3B4F96}"/>
              </a:ext>
            </a:extLst>
          </p:cNvPr>
          <p:cNvSpPr txBox="1"/>
          <p:nvPr/>
        </p:nvSpPr>
        <p:spPr>
          <a:xfrm>
            <a:off x="1598220" y="235470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72DD5-58E9-43FF-897D-84C6002EC71B}"/>
              </a:ext>
            </a:extLst>
          </p:cNvPr>
          <p:cNvSpPr txBox="1"/>
          <p:nvPr/>
        </p:nvSpPr>
        <p:spPr>
          <a:xfrm>
            <a:off x="2200474" y="2103977"/>
            <a:ext cx="54954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3,3, 3,333, 3,33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1A3613E-F161-4288-BACE-8189E11D6235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D33A2-6514-4762-B956-BE8DA6EC03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20D7FC-ED91-4076-9F72-D75661CAFE77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CA0D9DE-6D7A-43BE-8B20-05D10D1DC058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3,33</a:t>
            </a:r>
          </a:p>
        </p:txBody>
      </p:sp>
    </p:spTree>
    <p:extLst>
      <p:ext uri="{BB962C8B-B14F-4D97-AF65-F5344CB8AC3E}">
        <p14:creationId xmlns:p14="http://schemas.microsoft.com/office/powerpoint/2010/main" val="123023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E1D3E8-2E4C-4B82-B4B9-C6FBD77157EB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E3D8C-8001-43A9-9D4B-4E57F474E0C3}"/>
              </a:ext>
            </a:extLst>
          </p:cNvPr>
          <p:cNvSpPr txBox="1"/>
          <p:nvPr/>
        </p:nvSpPr>
        <p:spPr>
          <a:xfrm>
            <a:off x="1082149" y="275177"/>
            <a:ext cx="7732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чоң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7C127-4B44-4842-9E51-F55969303581}"/>
              </a:ext>
            </a:extLst>
          </p:cNvPr>
          <p:cNvSpPr txBox="1"/>
          <p:nvPr/>
        </p:nvSpPr>
        <p:spPr>
          <a:xfrm>
            <a:off x="603886" y="2103977"/>
            <a:ext cx="868859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4,404, 4,4, 4,004, 4,4004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0E99D55-580C-4035-B25C-9D07AD173BB1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76A80-5759-4FFA-A98D-A7BAF2EC5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F968E4D-CD69-4E14-8304-686ED0B383B3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C6F0095-009F-4500-ACFB-37E1C4C9CFDF}"/>
              </a:ext>
            </a:extLst>
          </p:cNvPr>
          <p:cNvSpPr/>
          <p:nvPr/>
        </p:nvSpPr>
        <p:spPr>
          <a:xfrm>
            <a:off x="2035216" y="5567379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4,404</a:t>
            </a:r>
          </a:p>
        </p:txBody>
      </p:sp>
    </p:spTree>
    <p:extLst>
      <p:ext uri="{BB962C8B-B14F-4D97-AF65-F5344CB8AC3E}">
        <p14:creationId xmlns:p14="http://schemas.microsoft.com/office/powerpoint/2010/main" val="153114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37C2E31-0210-49E9-B37B-42B182F5A099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A43AFD-4E40-4D21-B95E-C3D6BB3B0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FDD3BB2-2B11-4C5C-B390-2656B9B38225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BD293BFD-220E-4C99-AE59-B4DD03391136}"/>
              </a:ext>
            </a:extLst>
          </p:cNvPr>
          <p:cNvSpPr/>
          <p:nvPr/>
        </p:nvSpPr>
        <p:spPr>
          <a:xfrm>
            <a:off x="2035216" y="5555953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2,02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17CA9B-CE63-4068-995A-D826D438BB96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8F0ED-4330-49D4-B78A-72C561B6652D}"/>
              </a:ext>
            </a:extLst>
          </p:cNvPr>
          <p:cNvSpPr txBox="1"/>
          <p:nvPr/>
        </p:nvSpPr>
        <p:spPr>
          <a:xfrm>
            <a:off x="586154" y="407105"/>
            <a:ext cx="8289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E1E8F-6541-4DBA-A056-9FE138FA5E15}"/>
              </a:ext>
            </a:extLst>
          </p:cNvPr>
          <p:cNvSpPr txBox="1"/>
          <p:nvPr/>
        </p:nvSpPr>
        <p:spPr>
          <a:xfrm>
            <a:off x="497286" y="2103977"/>
            <a:ext cx="890179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2,02, 2,202, 2,22, 2,0202</a:t>
            </a:r>
          </a:p>
        </p:txBody>
      </p:sp>
    </p:spTree>
    <p:extLst>
      <p:ext uri="{BB962C8B-B14F-4D97-AF65-F5344CB8AC3E}">
        <p14:creationId xmlns:p14="http://schemas.microsoft.com/office/powerpoint/2010/main" val="387624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348A9A-7058-42D3-9582-498A3944A236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CBE64-E812-4427-98B0-9412D98082D8}"/>
              </a:ext>
            </a:extLst>
          </p:cNvPr>
          <p:cNvSpPr txBox="1"/>
          <p:nvPr/>
        </p:nvSpPr>
        <p:spPr>
          <a:xfrm>
            <a:off x="865076" y="388590"/>
            <a:ext cx="7732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чоң </a:t>
            </a:r>
            <a:r>
              <a:rPr lang="ky-KG" sz="2800" dirty="0"/>
              <a:t>ондук кайсынысы?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5B53C-F181-4F64-89DE-1F25EDDBDB15}"/>
              </a:ext>
            </a:extLst>
          </p:cNvPr>
          <p:cNvSpPr txBox="1"/>
          <p:nvPr/>
        </p:nvSpPr>
        <p:spPr>
          <a:xfrm>
            <a:off x="1033489" y="2103977"/>
            <a:ext cx="78293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7,7, 7,17, 7,071, 7,710</a:t>
            </a:r>
          </a:p>
        </p:txBody>
      </p:sp>
      <p:sp>
        <p:nvSpPr>
          <p:cNvPr id="5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83A390B-374C-4A55-B096-F2B3C0BB9F7D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79E9B-2DCC-4588-93E6-1F99AD0884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8C3188-57A9-4A9F-8FDB-CA69E476359C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6C061020-9F39-42B5-B746-370B287764D9}"/>
              </a:ext>
            </a:extLst>
          </p:cNvPr>
          <p:cNvSpPr/>
          <p:nvPr/>
        </p:nvSpPr>
        <p:spPr>
          <a:xfrm>
            <a:off x="2035216" y="56057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7,710</a:t>
            </a:r>
          </a:p>
        </p:txBody>
      </p:sp>
    </p:spTree>
    <p:extLst>
      <p:ext uri="{BB962C8B-B14F-4D97-AF65-F5344CB8AC3E}">
        <p14:creationId xmlns:p14="http://schemas.microsoft.com/office/powerpoint/2010/main" val="291470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9B73BC1-26A3-4257-8C60-5447DEABEE69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EF7F6-B287-4870-BE1C-5CD1BB3EFF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B585C59-5E83-422A-ACD6-1257BFD6C59F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8737385D-99E3-4CB2-8DB5-30CAECBF1D65}"/>
              </a:ext>
            </a:extLst>
          </p:cNvPr>
          <p:cNvSpPr/>
          <p:nvPr/>
        </p:nvSpPr>
        <p:spPr>
          <a:xfrm>
            <a:off x="2011168" y="5544830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0,676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4EE014-9710-4DED-82A5-A0C21FA4C51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CF960-C57F-4EE9-A0E5-E4B90C943DA6}"/>
              </a:ext>
            </a:extLst>
          </p:cNvPr>
          <p:cNvSpPr txBox="1"/>
          <p:nvPr/>
        </p:nvSpPr>
        <p:spPr>
          <a:xfrm>
            <a:off x="1556071" y="2103977"/>
            <a:ext cx="678422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/>
              <a:t>0,677, 0,607, 0,676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6DB80-F087-490B-B2B2-1BFD7450EFA0}"/>
              </a:ext>
            </a:extLst>
          </p:cNvPr>
          <p:cNvSpPr txBox="1"/>
          <p:nvPr/>
        </p:nvSpPr>
        <p:spPr>
          <a:xfrm>
            <a:off x="1598220" y="275177"/>
            <a:ext cx="6699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ондуктардан </a:t>
            </a:r>
            <a:r>
              <a:rPr lang="ky-KG" sz="2800" b="1" dirty="0"/>
              <a:t>эң кичине да эмес,</a:t>
            </a:r>
          </a:p>
          <a:p>
            <a:pPr algn="ctr"/>
            <a:r>
              <a:rPr lang="ky-KG" sz="2800" b="1" dirty="0"/>
              <a:t> эң чоң да эмес </a:t>
            </a:r>
            <a:r>
              <a:rPr lang="ky-KG" sz="2800" dirty="0"/>
              <a:t>ондук кайсы?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47426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10473</TotalTime>
  <Words>504</Words>
  <Application>Microsoft Office PowerPoint</Application>
  <PresentationFormat>A4 Paper (210x297 mm)</PresentationFormat>
  <Paragraphs>116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Impact</vt:lpstr>
      <vt:lpstr>Arial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482</cp:revision>
  <cp:lastPrinted>2017-12-31T22:38:51Z</cp:lastPrinted>
  <dcterms:created xsi:type="dcterms:W3CDTF">2017-01-17T16:57:04Z</dcterms:created>
  <dcterms:modified xsi:type="dcterms:W3CDTF">2024-09-21T15:35:13Z</dcterms:modified>
</cp:coreProperties>
</file>