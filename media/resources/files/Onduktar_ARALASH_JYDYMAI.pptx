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9"/>
  </p:notesMasterIdLst>
  <p:sldIdLst>
    <p:sldId id="974" r:id="rId2"/>
    <p:sldId id="975" r:id="rId3"/>
    <p:sldId id="976" r:id="rId4"/>
    <p:sldId id="977" r:id="rId5"/>
    <p:sldId id="843" r:id="rId6"/>
    <p:sldId id="978" r:id="rId7"/>
    <p:sldId id="942" r:id="rId8"/>
    <p:sldId id="979" r:id="rId9"/>
    <p:sldId id="950" r:id="rId10"/>
    <p:sldId id="980" r:id="rId11"/>
    <p:sldId id="943" r:id="rId12"/>
    <p:sldId id="981" r:id="rId13"/>
    <p:sldId id="952" r:id="rId14"/>
    <p:sldId id="982" r:id="rId15"/>
    <p:sldId id="944" r:id="rId16"/>
    <p:sldId id="983" r:id="rId17"/>
    <p:sldId id="954" r:id="rId18"/>
    <p:sldId id="984" r:id="rId19"/>
    <p:sldId id="955" r:id="rId20"/>
    <p:sldId id="985" r:id="rId21"/>
    <p:sldId id="946" r:id="rId22"/>
    <p:sldId id="986" r:id="rId23"/>
    <p:sldId id="956" r:id="rId24"/>
    <p:sldId id="987" r:id="rId25"/>
    <p:sldId id="947" r:id="rId26"/>
    <p:sldId id="988" r:id="rId27"/>
    <p:sldId id="945" r:id="rId28"/>
    <p:sldId id="989" r:id="rId29"/>
    <p:sldId id="949" r:id="rId30"/>
    <p:sldId id="990" r:id="rId31"/>
    <p:sldId id="951" r:id="rId32"/>
    <p:sldId id="991" r:id="rId33"/>
    <p:sldId id="953" r:id="rId34"/>
    <p:sldId id="992" r:id="rId35"/>
    <p:sldId id="958" r:id="rId36"/>
    <p:sldId id="833" r:id="rId37"/>
    <p:sldId id="993" r:id="rId3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0"/>
    </p:embeddedFont>
    <p:embeddedFont>
      <p:font typeface="Bernard MT Condensed" panose="02050806060905020404" pitchFamily="18" charset="0"/>
      <p:regular r:id="rId41"/>
    </p:embeddedFont>
    <p:embeddedFont>
      <p:font typeface="Cambria Math" panose="02040503050406030204" pitchFamily="18" charset="0"/>
      <p:regular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13/05/2024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5/13/2024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Бир орундуу ондуктар - аралаш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дептерине жазып көрсөтө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 үчүн каалаган жерди басыңыз. Суроо үчүн «Өттү» дегенди, жооп үчүн дагы бир жолу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71760" y="3780675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 арифметика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851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3,8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2.3+1.5=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759668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95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6,8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2.2+4.6=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0170120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6905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5672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1,3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4.8−3.5=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260292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8021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29617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6,1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7.5−1.4=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6062673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76139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7712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0,18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46284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843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82937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0,06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37479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478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6066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611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590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7576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95559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197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8507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2.3−1.8=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2715062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8863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9393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10660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698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9334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5,2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0.7+4.5=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9813541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986114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616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0,45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35510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853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68787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9,5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5.8+3.7=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4228798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8018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7764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1,5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955095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4.3−2.8=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9955095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678424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89314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1,2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45875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536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71565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1619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8344</TotalTime>
  <Words>228</Words>
  <Application>Microsoft Office PowerPoint</Application>
  <PresentationFormat>A4 Paper (210x297 mm)</PresentationFormat>
  <Paragraphs>91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Calibri</vt:lpstr>
      <vt:lpstr>Berlin Sans FB Demi</vt:lpstr>
      <vt:lpstr>Arial</vt:lpstr>
      <vt:lpstr>Calibri Light</vt:lpstr>
      <vt:lpstr>Cambria Math</vt:lpstr>
      <vt:lpstr>Bernard MT Condensed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361</cp:revision>
  <cp:lastPrinted>2017-12-31T22:38:51Z</cp:lastPrinted>
  <dcterms:created xsi:type="dcterms:W3CDTF">2017-01-17T16:57:04Z</dcterms:created>
  <dcterms:modified xsi:type="dcterms:W3CDTF">2024-05-13T15:35:34Z</dcterms:modified>
</cp:coreProperties>
</file>