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1"/>
    <p:sldMasterId id="2147483717" r:id="rId2"/>
  </p:sldMasterIdLst>
  <p:notesMasterIdLst>
    <p:notesMasterId r:id="rId10"/>
  </p:notesMasterIdLst>
  <p:sldIdLst>
    <p:sldId id="972" r:id="rId3"/>
    <p:sldId id="881" r:id="rId4"/>
    <p:sldId id="941" r:id="rId5"/>
    <p:sldId id="942" r:id="rId6"/>
    <p:sldId id="943" r:id="rId7"/>
    <p:sldId id="885" r:id="rId8"/>
    <p:sldId id="973" r:id="rId9"/>
  </p:sldIdLst>
  <p:sldSz cx="9906000" cy="6858000" type="A4"/>
  <p:notesSz cx="6669088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73ED9E53-81EE-4FEF-8CBB-28518A9A10EE}">
          <p14:sldIdLst>
            <p14:sldId id="972"/>
          </p14:sldIdLst>
        </p14:section>
        <p14:section name="Титулдук слайд" id="{7CAF17B1-16D8-46A6-8111-763A44B64D97}">
          <p14:sldIdLst>
            <p14:sldId id="881"/>
          </p14:sldIdLst>
        </p14:section>
        <p14:section name="Оюн карталары" id="{52BC5FBC-52CF-4F3D-812D-3045EECE43F0}">
          <p14:sldIdLst>
            <p14:sldId id="941"/>
            <p14:sldId id="942"/>
            <p14:sldId id="943"/>
          </p14:sldIdLst>
        </p14:section>
        <p14:section name="Багыт баракчасы" id="{3EBB38D4-6FE9-47A2-AB7C-4F2B27437A25}">
          <p14:sldIdLst>
            <p14:sldId id="885"/>
          </p14:sldIdLst>
        </p14:section>
        <p14:section name="Кайтарым байланыш" id="{F3D720CF-F566-46A6-9361-125255B68FA6}">
          <p14:sldIdLst>
            <p14:sldId id="9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D18E"/>
    <a:srgbClr val="FF3300"/>
    <a:srgbClr val="FF00FF"/>
    <a:srgbClr val="00FF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343" autoAdjust="0"/>
  </p:normalViewPr>
  <p:slideViewPr>
    <p:cSldViewPr snapToGrid="0" showGuides="1">
      <p:cViewPr varScale="1">
        <p:scale>
          <a:sx n="59" d="100"/>
          <a:sy n="59" d="100"/>
        </p:scale>
        <p:origin x="1360" y="5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18/10/2024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0050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10/18/2024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5344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191181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266337" y="891268"/>
            <a:ext cx="9743440" cy="59708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Бүтүн жана ондук сандар – 10, 100, 1000гө көбөйтүү жана бөлүү –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Тарс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Бул оюнда окуучулардын түгөйлөрү тактада 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“ </a:t>
            </a:r>
            <a:r>
              <a:rPr lang="ky-KG" sz="2400" dirty="0">
                <a:solidFill>
                  <a:prstClr val="black"/>
                </a:solidFill>
                <a:latin typeface="Calibri" panose="020F0502020204030204"/>
              </a:rPr>
              <a:t>Тарс</a:t>
            </a: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“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жооп берүү үчүн жарышат.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Окуучуларга багыттар берилиши мүмкүн (мугалим же башка студенттер тарабынан) жана жоопту биринчи көрсөткөн окуучу өз командасына упай алат.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Башка слайдга өтүү үчүн "Кийинки" баскычын басыңыз.</a:t>
            </a: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(Тактаңызга зыян келтирбөө үчүн түрмөк кагазды колдонуңуз!)</a:t>
            </a: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85750" marR="0" lvl="0" indent="-28575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4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79974A13-E84A-4DE6-904A-647FA79B393E}"/>
              </a:ext>
            </a:extLst>
          </p:cNvPr>
          <p:cNvGrpSpPr/>
          <p:nvPr/>
        </p:nvGrpSpPr>
        <p:grpSpPr>
          <a:xfrm>
            <a:off x="159328" y="69275"/>
            <a:ext cx="9587343" cy="6733309"/>
            <a:chOff x="159328" y="124691"/>
            <a:chExt cx="9587343" cy="6733309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B3AF67-CCB8-4955-A350-B17E192103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328" y="124691"/>
              <a:ext cx="9587343" cy="6733309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7A06DF5F-5C40-4A50-810B-32F0B9F40C98}"/>
                </a:ext>
              </a:extLst>
            </p:cNvPr>
            <p:cNvSpPr/>
            <p:nvPr/>
          </p:nvSpPr>
          <p:spPr>
            <a:xfrm>
              <a:off x="2237277" y="1706572"/>
              <a:ext cx="5930214" cy="264687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ky-KG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ТАРС</a:t>
              </a:r>
              <a:r>
                <a:rPr lang="en-US" sz="16600" b="0" cap="none" spc="0" dirty="0">
                  <a:ln w="0"/>
                  <a:solidFill>
                    <a:schemeClr val="bg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  <a:latin typeface="Bauhaus 93" panose="04030905020B02020C02" pitchFamily="82" charset="0"/>
                </a:rPr>
                <a:t>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49309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285412" y="76182"/>
            <a:ext cx="34722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991490" y="10986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3866278" y="471236"/>
            <a:ext cx="2195833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1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1146-04EA-4433-A2E4-4098C1142383}"/>
              </a:ext>
            </a:extLst>
          </p:cNvPr>
          <p:cNvSpPr txBox="1"/>
          <p:nvPr/>
        </p:nvSpPr>
        <p:spPr>
          <a:xfrm rot="264469">
            <a:off x="3738927" y="910003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</a:t>
            </a:r>
            <a:endParaRPr lang="en-GB" sz="48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DB7A311-CF08-F864-99D6-CEDD7E9BEE90}"/>
              </a:ext>
            </a:extLst>
          </p:cNvPr>
          <p:cNvSpPr txBox="1"/>
          <p:nvPr/>
        </p:nvSpPr>
        <p:spPr>
          <a:xfrm rot="20846863">
            <a:off x="319454" y="2967403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</a:t>
            </a:r>
            <a:endParaRPr lang="en-GB" sz="40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FA98E7F2-8455-A22E-7F92-A23A4A722DD9}"/>
              </a:ext>
            </a:extLst>
          </p:cNvPr>
          <p:cNvSpPr txBox="1"/>
          <p:nvPr/>
        </p:nvSpPr>
        <p:spPr>
          <a:xfrm rot="19458281">
            <a:off x="167053" y="1310055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200</a:t>
            </a:r>
            <a:endParaRPr lang="en-GB" sz="4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9E593922-71A9-B0CA-822C-67AB045C7FC5}"/>
              </a:ext>
            </a:extLst>
          </p:cNvPr>
          <p:cNvSpPr txBox="1"/>
          <p:nvPr/>
        </p:nvSpPr>
        <p:spPr>
          <a:xfrm rot="732219">
            <a:off x="2976929" y="4386629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2000</a:t>
            </a:r>
            <a:endParaRPr lang="en-GB" sz="40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A7E0C3-F807-13EB-EA05-4B301F349EEC}"/>
              </a:ext>
            </a:extLst>
          </p:cNvPr>
          <p:cNvSpPr txBox="1"/>
          <p:nvPr/>
        </p:nvSpPr>
        <p:spPr>
          <a:xfrm rot="20501390">
            <a:off x="5606053" y="1073930"/>
            <a:ext cx="614271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</a:t>
            </a:r>
            <a:endParaRPr lang="en-GB" sz="48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6D95281-66F4-6B8F-289D-E1EBD07A9E5B}"/>
              </a:ext>
            </a:extLst>
          </p:cNvPr>
          <p:cNvSpPr txBox="1"/>
          <p:nvPr/>
        </p:nvSpPr>
        <p:spPr>
          <a:xfrm rot="20699855">
            <a:off x="8406178" y="1052878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20</a:t>
            </a:r>
            <a:endParaRPr lang="en-GB" sz="3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1049A88-4121-ED62-DCD2-E1C17473FCBE}"/>
              </a:ext>
            </a:extLst>
          </p:cNvPr>
          <p:cNvSpPr txBox="1"/>
          <p:nvPr/>
        </p:nvSpPr>
        <p:spPr>
          <a:xfrm rot="20575790">
            <a:off x="6739303" y="2948354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200</a:t>
            </a:r>
            <a:endParaRPr lang="en-GB" sz="40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38AA562-F6AE-6258-9534-F39D2EACDCA7}"/>
              </a:ext>
            </a:extLst>
          </p:cNvPr>
          <p:cNvSpPr txBox="1"/>
          <p:nvPr/>
        </p:nvSpPr>
        <p:spPr>
          <a:xfrm rot="392890">
            <a:off x="7853730" y="1948229"/>
            <a:ext cx="1903085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2000</a:t>
            </a:r>
            <a:endParaRPr lang="en-GB" sz="4800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56648B2-0388-BE99-378B-E632995B661A}"/>
              </a:ext>
            </a:extLst>
          </p:cNvPr>
          <p:cNvSpPr txBox="1"/>
          <p:nvPr/>
        </p:nvSpPr>
        <p:spPr>
          <a:xfrm rot="20815337">
            <a:off x="405177" y="4348530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</a:t>
            </a:r>
            <a:endParaRPr lang="en-GB" sz="40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3A3660-2CA6-7AF3-F095-4857644F4923}"/>
              </a:ext>
            </a:extLst>
          </p:cNvPr>
          <p:cNvSpPr txBox="1"/>
          <p:nvPr/>
        </p:nvSpPr>
        <p:spPr>
          <a:xfrm rot="350659">
            <a:off x="3863403" y="3375882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70</a:t>
            </a:r>
            <a:endParaRPr lang="en-GB" sz="32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4F4C408-6EBB-FC92-1930-90F5676F9549}"/>
              </a:ext>
            </a:extLst>
          </p:cNvPr>
          <p:cNvSpPr txBox="1"/>
          <p:nvPr/>
        </p:nvSpPr>
        <p:spPr>
          <a:xfrm rot="495203">
            <a:off x="252779" y="5520103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700</a:t>
            </a:r>
            <a:endParaRPr lang="en-GB" sz="48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E1C325A-64FA-56FB-0F1C-0ED99C7E348D}"/>
              </a:ext>
            </a:extLst>
          </p:cNvPr>
          <p:cNvSpPr txBox="1"/>
          <p:nvPr/>
        </p:nvSpPr>
        <p:spPr>
          <a:xfrm rot="21062911">
            <a:off x="2662603" y="5739180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7000</a:t>
            </a:r>
            <a:endParaRPr lang="en-GB" sz="40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4303E7B-2080-4A9A-B114-F7993512A894}"/>
              </a:ext>
            </a:extLst>
          </p:cNvPr>
          <p:cNvSpPr txBox="1"/>
          <p:nvPr/>
        </p:nvSpPr>
        <p:spPr>
          <a:xfrm rot="20863001">
            <a:off x="5377227" y="3634154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</a:t>
            </a:r>
            <a:endParaRPr lang="en-GB" sz="40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098E779C-0FF7-4B99-6CB7-EA6A268BF1F9}"/>
              </a:ext>
            </a:extLst>
          </p:cNvPr>
          <p:cNvSpPr txBox="1"/>
          <p:nvPr/>
        </p:nvSpPr>
        <p:spPr>
          <a:xfrm rot="598734">
            <a:off x="6748827" y="1195753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70</a:t>
            </a:r>
            <a:endParaRPr lang="en-GB" sz="48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72021A91-EC35-0BA8-0FDB-86B35B647161}"/>
              </a:ext>
            </a:extLst>
          </p:cNvPr>
          <p:cNvSpPr txBox="1"/>
          <p:nvPr/>
        </p:nvSpPr>
        <p:spPr>
          <a:xfrm rot="629891">
            <a:off x="6196378" y="3938954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700</a:t>
            </a:r>
            <a:endParaRPr lang="en-GB" sz="40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D32AF71-FEF6-D5E6-C2C1-5232B2CE02D7}"/>
              </a:ext>
            </a:extLst>
          </p:cNvPr>
          <p:cNvSpPr txBox="1"/>
          <p:nvPr/>
        </p:nvSpPr>
        <p:spPr>
          <a:xfrm rot="20585392">
            <a:off x="6958380" y="5758229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7000</a:t>
            </a:r>
            <a:endParaRPr lang="en-GB" sz="32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CD61686-5318-1919-27F2-CD9574442342}"/>
              </a:ext>
            </a:extLst>
          </p:cNvPr>
          <p:cNvSpPr txBox="1"/>
          <p:nvPr/>
        </p:nvSpPr>
        <p:spPr>
          <a:xfrm rot="1206374">
            <a:off x="5596304" y="5920154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</a:t>
            </a:r>
            <a:endParaRPr lang="en-GB" sz="3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4046BF9-1BC6-3EBF-5075-56C8B533A513}"/>
              </a:ext>
            </a:extLst>
          </p:cNvPr>
          <p:cNvSpPr txBox="1"/>
          <p:nvPr/>
        </p:nvSpPr>
        <p:spPr>
          <a:xfrm rot="21137358">
            <a:off x="7965109" y="3824117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</a:t>
            </a:r>
            <a:endParaRPr lang="en-GB" sz="40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27F3069-C5B7-CF46-1B8C-CF80DD681144}"/>
              </a:ext>
            </a:extLst>
          </p:cNvPr>
          <p:cNvSpPr txBox="1"/>
          <p:nvPr/>
        </p:nvSpPr>
        <p:spPr>
          <a:xfrm rot="20859040">
            <a:off x="5272453" y="2186354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400</a:t>
            </a:r>
            <a:endParaRPr lang="en-GB" sz="48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2026E287-A025-B788-9D4A-626E15570CA1}"/>
              </a:ext>
            </a:extLst>
          </p:cNvPr>
          <p:cNvSpPr txBox="1"/>
          <p:nvPr/>
        </p:nvSpPr>
        <p:spPr>
          <a:xfrm rot="424337">
            <a:off x="8063279" y="4824778"/>
            <a:ext cx="158889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4000</a:t>
            </a:r>
            <a:endParaRPr lang="en-GB" sz="40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46E61490-2C24-5E18-1C2F-67DA5097777A}"/>
              </a:ext>
            </a:extLst>
          </p:cNvPr>
          <p:cNvSpPr txBox="1"/>
          <p:nvPr/>
        </p:nvSpPr>
        <p:spPr>
          <a:xfrm rot="446423">
            <a:off x="2992638" y="3175731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</a:t>
            </a:r>
            <a:endParaRPr lang="en-GB" sz="3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9C8BC50-5C5D-B405-666B-2EC1593D3106}"/>
              </a:ext>
            </a:extLst>
          </p:cNvPr>
          <p:cNvSpPr txBox="1"/>
          <p:nvPr/>
        </p:nvSpPr>
        <p:spPr>
          <a:xfrm rot="20414905">
            <a:off x="1802435" y="1110029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40</a:t>
            </a:r>
            <a:endParaRPr lang="en-GB" sz="48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BD29990-52D8-0D6B-80E0-35CCC3A58C6F}"/>
              </a:ext>
            </a:extLst>
          </p:cNvPr>
          <p:cNvSpPr txBox="1"/>
          <p:nvPr/>
        </p:nvSpPr>
        <p:spPr>
          <a:xfrm rot="453179">
            <a:off x="1471979" y="2586405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400</a:t>
            </a:r>
            <a:endParaRPr lang="en-GB" sz="40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61747F77-17D6-46D0-CD15-C26C88371E6E}"/>
              </a:ext>
            </a:extLst>
          </p:cNvPr>
          <p:cNvSpPr txBox="1"/>
          <p:nvPr/>
        </p:nvSpPr>
        <p:spPr>
          <a:xfrm rot="21297773">
            <a:off x="1614854" y="4920028"/>
            <a:ext cx="13260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4000</a:t>
            </a:r>
            <a:endParaRPr lang="en-GB" sz="3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995B1419-5BC1-5042-C132-B52A98DD4FB5}"/>
              </a:ext>
            </a:extLst>
          </p:cNvPr>
          <p:cNvSpPr txBox="1"/>
          <p:nvPr/>
        </p:nvSpPr>
        <p:spPr>
          <a:xfrm rot="730471">
            <a:off x="4129453" y="2262555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</a:t>
            </a:r>
            <a:endParaRPr lang="en-GB" sz="4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1BEEB1F-4C24-E3D3-F346-8356A2CF50AF}"/>
              </a:ext>
            </a:extLst>
          </p:cNvPr>
          <p:cNvSpPr txBox="1"/>
          <p:nvPr/>
        </p:nvSpPr>
        <p:spPr>
          <a:xfrm rot="20846351">
            <a:off x="8854615" y="5683363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</a:t>
            </a:r>
            <a:endParaRPr lang="en-GB" sz="4000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1639684-B0F6-41FA-1B58-F7427E111234}"/>
              </a:ext>
            </a:extLst>
          </p:cNvPr>
          <p:cNvSpPr txBox="1"/>
          <p:nvPr/>
        </p:nvSpPr>
        <p:spPr>
          <a:xfrm rot="21274766">
            <a:off x="2872153" y="1833931"/>
            <a:ext cx="104387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90</a:t>
            </a:r>
            <a:endParaRPr lang="en-GB" sz="48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74B0AE1-925C-DB2C-A3B3-4E2F3B5E421C}"/>
              </a:ext>
            </a:extLst>
          </p:cNvPr>
          <p:cNvSpPr txBox="1"/>
          <p:nvPr/>
        </p:nvSpPr>
        <p:spPr>
          <a:xfrm rot="2022191">
            <a:off x="8787178" y="3176956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90</a:t>
            </a:r>
            <a:endParaRPr lang="en-GB" sz="40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F98CDF59-3851-85B7-C12E-2AB48955F129}"/>
              </a:ext>
            </a:extLst>
          </p:cNvPr>
          <p:cNvSpPr txBox="1"/>
          <p:nvPr/>
        </p:nvSpPr>
        <p:spPr>
          <a:xfrm rot="20737133">
            <a:off x="1367205" y="3796078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900</a:t>
            </a:r>
            <a:endParaRPr lang="en-GB" sz="40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4DF1C2A-FDDD-F4E2-8964-D377C7670435}"/>
              </a:ext>
            </a:extLst>
          </p:cNvPr>
          <p:cNvSpPr txBox="1"/>
          <p:nvPr/>
        </p:nvSpPr>
        <p:spPr>
          <a:xfrm rot="824077">
            <a:off x="5605829" y="4843829"/>
            <a:ext cx="1473480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600" dirty="0"/>
              <a:t>900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262805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190786" y="130364"/>
            <a:ext cx="3472296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6000940" y="42582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16" name="Rectangle: Rounded Corners 15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90764B08-78D8-4CC5-B234-09C4E41B13D9}"/>
              </a:ext>
            </a:extLst>
          </p:cNvPr>
          <p:cNvSpPr/>
          <p:nvPr/>
        </p:nvSpPr>
        <p:spPr>
          <a:xfrm>
            <a:off x="4318039" y="481698"/>
            <a:ext cx="1173018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NEXT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2</a:t>
            </a:r>
            <a:endParaRPr lang="en-GB" sz="2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2D1146-04EA-4433-A2E4-4098C1142383}"/>
              </a:ext>
            </a:extLst>
          </p:cNvPr>
          <p:cNvSpPr txBox="1"/>
          <p:nvPr/>
        </p:nvSpPr>
        <p:spPr>
          <a:xfrm rot="21141169">
            <a:off x="2014904" y="1119555"/>
            <a:ext cx="89800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0.5</a:t>
            </a:r>
            <a:endParaRPr lang="en-GB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ABBEDCA-565D-A3E7-1276-3BC0568F4314}"/>
              </a:ext>
            </a:extLst>
          </p:cNvPr>
          <p:cNvSpPr txBox="1"/>
          <p:nvPr/>
        </p:nvSpPr>
        <p:spPr>
          <a:xfrm rot="20139640">
            <a:off x="362681" y="2260356"/>
            <a:ext cx="123783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500</a:t>
            </a:r>
            <a:endParaRPr lang="en-GB" sz="4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9B45E-8704-7B37-5589-C6956B406EFD}"/>
              </a:ext>
            </a:extLst>
          </p:cNvPr>
          <p:cNvSpPr txBox="1"/>
          <p:nvPr/>
        </p:nvSpPr>
        <p:spPr>
          <a:xfrm rot="826954">
            <a:off x="2180634" y="2522709"/>
            <a:ext cx="147027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50,000</a:t>
            </a:r>
            <a:endParaRPr lang="en-GB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8E3643-5B11-B0C6-5632-8C228521E0C4}"/>
              </a:ext>
            </a:extLst>
          </p:cNvPr>
          <p:cNvSpPr txBox="1"/>
          <p:nvPr/>
        </p:nvSpPr>
        <p:spPr>
          <a:xfrm rot="329581">
            <a:off x="903855" y="3356768"/>
            <a:ext cx="5357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</a:t>
            </a:r>
            <a:endParaRPr lang="en-GB" sz="40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F68208-D4BC-2619-0A8D-479FF437B130}"/>
              </a:ext>
            </a:extLst>
          </p:cNvPr>
          <p:cNvSpPr txBox="1"/>
          <p:nvPr/>
        </p:nvSpPr>
        <p:spPr>
          <a:xfrm rot="1051401">
            <a:off x="378068" y="4572000"/>
            <a:ext cx="146706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5,000</a:t>
            </a:r>
            <a:endParaRPr lang="en-GB" sz="32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7395A0-7300-8140-E781-3B2CEB2A4149}"/>
              </a:ext>
            </a:extLst>
          </p:cNvPr>
          <p:cNvSpPr txBox="1"/>
          <p:nvPr/>
        </p:nvSpPr>
        <p:spPr>
          <a:xfrm rot="19652718">
            <a:off x="3633423" y="3277334"/>
            <a:ext cx="88678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</a:t>
            </a:r>
            <a:endParaRPr lang="en-GB" sz="40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6245520-73B2-B274-D49C-9799476A8A4C}"/>
              </a:ext>
            </a:extLst>
          </p:cNvPr>
          <p:cNvSpPr txBox="1"/>
          <p:nvPr/>
        </p:nvSpPr>
        <p:spPr>
          <a:xfrm rot="19939709">
            <a:off x="2339396" y="4358290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0.05</a:t>
            </a:r>
            <a:endParaRPr lang="en-GB" sz="24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FBA9A1-5662-67E4-0C79-1B1A66E4A74C}"/>
              </a:ext>
            </a:extLst>
          </p:cNvPr>
          <p:cNvSpPr txBox="1"/>
          <p:nvPr/>
        </p:nvSpPr>
        <p:spPr>
          <a:xfrm rot="20710794">
            <a:off x="2356338" y="5671037"/>
            <a:ext cx="17636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0.005</a:t>
            </a:r>
            <a:endParaRPr lang="en-GB" sz="40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8E5C689-B26C-C758-F02A-5E071480A4D4}"/>
              </a:ext>
            </a:extLst>
          </p:cNvPr>
          <p:cNvSpPr txBox="1"/>
          <p:nvPr/>
        </p:nvSpPr>
        <p:spPr>
          <a:xfrm rot="495163">
            <a:off x="6668966" y="1165713"/>
            <a:ext cx="10615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0.5</a:t>
            </a:r>
            <a:endParaRPr lang="en-GB" sz="40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500804C-E23F-3EC3-286F-F55F3D94BA4D}"/>
              </a:ext>
            </a:extLst>
          </p:cNvPr>
          <p:cNvSpPr txBox="1"/>
          <p:nvPr/>
        </p:nvSpPr>
        <p:spPr>
          <a:xfrm rot="20870452">
            <a:off x="5282905" y="1834809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500</a:t>
            </a:r>
            <a:endParaRPr lang="en-GB" sz="3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60B153E-B871-B118-6667-60027266786D}"/>
              </a:ext>
            </a:extLst>
          </p:cNvPr>
          <p:cNvSpPr txBox="1"/>
          <p:nvPr/>
        </p:nvSpPr>
        <p:spPr>
          <a:xfrm rot="1145409">
            <a:off x="7605349" y="3975081"/>
            <a:ext cx="21130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50,000</a:t>
            </a:r>
            <a:endParaRPr lang="en-GB" sz="40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E1A86BE-9556-66A7-6D8A-44D939A864CA}"/>
              </a:ext>
            </a:extLst>
          </p:cNvPr>
          <p:cNvSpPr txBox="1"/>
          <p:nvPr/>
        </p:nvSpPr>
        <p:spPr>
          <a:xfrm rot="189349">
            <a:off x="6680736" y="2367379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</a:t>
            </a:r>
            <a:endParaRPr lang="en-GB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B8DD01-C469-DE44-D440-29AF330F7F3A}"/>
              </a:ext>
            </a:extLst>
          </p:cNvPr>
          <p:cNvSpPr txBox="1"/>
          <p:nvPr/>
        </p:nvSpPr>
        <p:spPr>
          <a:xfrm rot="19468456">
            <a:off x="5494235" y="3899343"/>
            <a:ext cx="176202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5,000</a:t>
            </a:r>
            <a:endParaRPr lang="en-GB" sz="4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208369-C91E-6327-22BE-0CCC07D5FD09}"/>
              </a:ext>
            </a:extLst>
          </p:cNvPr>
          <p:cNvSpPr txBox="1"/>
          <p:nvPr/>
        </p:nvSpPr>
        <p:spPr>
          <a:xfrm rot="986574">
            <a:off x="6829966" y="5934630"/>
            <a:ext cx="70403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</a:t>
            </a:r>
            <a:endParaRPr lang="en-GB" sz="28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08076E8-A64B-44B7-5DFA-22759B4AD659}"/>
              </a:ext>
            </a:extLst>
          </p:cNvPr>
          <p:cNvSpPr txBox="1"/>
          <p:nvPr/>
        </p:nvSpPr>
        <p:spPr>
          <a:xfrm rot="20949707">
            <a:off x="7990837" y="1554645"/>
            <a:ext cx="14125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5400" dirty="0"/>
              <a:t>0.05</a:t>
            </a:r>
            <a:endParaRPr lang="en-GB" sz="40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F8CBFE4-D5FB-2B08-E8B1-5E98F0C709DF}"/>
              </a:ext>
            </a:extLst>
          </p:cNvPr>
          <p:cNvSpPr txBox="1"/>
          <p:nvPr/>
        </p:nvSpPr>
        <p:spPr>
          <a:xfrm rot="703537">
            <a:off x="7949727" y="5640482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0.005</a:t>
            </a:r>
            <a:endParaRPr lang="en-GB" sz="32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1BB881-D76C-6398-4AD4-9E2C86F94A5C}"/>
              </a:ext>
            </a:extLst>
          </p:cNvPr>
          <p:cNvSpPr txBox="1"/>
          <p:nvPr/>
        </p:nvSpPr>
        <p:spPr>
          <a:xfrm rot="21233316">
            <a:off x="7254182" y="4717785"/>
            <a:ext cx="47000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8</a:t>
            </a:r>
            <a:endParaRPr lang="en-GB" sz="3200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2BBB59D-D31C-0DCE-45C0-9A32B2931342}"/>
              </a:ext>
            </a:extLst>
          </p:cNvPr>
          <p:cNvSpPr txBox="1"/>
          <p:nvPr/>
        </p:nvSpPr>
        <p:spPr>
          <a:xfrm rot="925204">
            <a:off x="2222970" y="3366144"/>
            <a:ext cx="49725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8</a:t>
            </a:r>
            <a:endParaRPr lang="en-GB" sz="36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BBD621F-641F-006F-F20C-1178163745F5}"/>
              </a:ext>
            </a:extLst>
          </p:cNvPr>
          <p:cNvSpPr txBox="1"/>
          <p:nvPr/>
        </p:nvSpPr>
        <p:spPr>
          <a:xfrm rot="893877">
            <a:off x="5336911" y="2980230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800</a:t>
            </a:r>
            <a:endParaRPr lang="en-GB" sz="32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6273310-D004-AC11-D9BB-8077540693BF}"/>
              </a:ext>
            </a:extLst>
          </p:cNvPr>
          <p:cNvSpPr txBox="1"/>
          <p:nvPr/>
        </p:nvSpPr>
        <p:spPr>
          <a:xfrm rot="679992">
            <a:off x="3573322" y="4696711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800</a:t>
            </a:r>
            <a:endParaRPr lang="en-GB" sz="28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2DD0097-38CF-B8E0-BDDE-2CB427056CC7}"/>
              </a:ext>
            </a:extLst>
          </p:cNvPr>
          <p:cNvSpPr txBox="1"/>
          <p:nvPr/>
        </p:nvSpPr>
        <p:spPr>
          <a:xfrm rot="1846992">
            <a:off x="8426502" y="2827868"/>
            <a:ext cx="1351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8,000</a:t>
            </a:r>
            <a:endParaRPr lang="en-GB" sz="28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632D567-5937-EF99-6A44-43A4B0C5AEAD}"/>
              </a:ext>
            </a:extLst>
          </p:cNvPr>
          <p:cNvSpPr txBox="1"/>
          <p:nvPr/>
        </p:nvSpPr>
        <p:spPr>
          <a:xfrm rot="20714246">
            <a:off x="3093411" y="1502175"/>
            <a:ext cx="158889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8,000</a:t>
            </a:r>
            <a:endParaRPr lang="en-GB" sz="3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3EB0EEB-935C-8FB6-C9AB-CBBF2B988BE3}"/>
              </a:ext>
            </a:extLst>
          </p:cNvPr>
          <p:cNvSpPr txBox="1"/>
          <p:nvPr/>
        </p:nvSpPr>
        <p:spPr>
          <a:xfrm rot="20714246">
            <a:off x="5396307" y="5368234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0.06</a:t>
            </a:r>
            <a:endParaRPr lang="en-GB" sz="36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9C13E-A2C5-591F-0220-27EF18B1A21A}"/>
              </a:ext>
            </a:extLst>
          </p:cNvPr>
          <p:cNvSpPr txBox="1"/>
          <p:nvPr/>
        </p:nvSpPr>
        <p:spPr>
          <a:xfrm rot="1133624">
            <a:off x="458661" y="1247204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0.06</a:t>
            </a:r>
            <a:endParaRPr lang="en-GB" sz="28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C814F3D-D910-9555-1B08-EAF09C3F48B8}"/>
              </a:ext>
            </a:extLst>
          </p:cNvPr>
          <p:cNvSpPr txBox="1"/>
          <p:nvPr/>
        </p:nvSpPr>
        <p:spPr>
          <a:xfrm rot="20139640">
            <a:off x="751206" y="5818321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60</a:t>
            </a:r>
            <a:endParaRPr lang="en-GB" sz="3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1CE577F-805A-69DD-40EF-E8BB7826B34D}"/>
              </a:ext>
            </a:extLst>
          </p:cNvPr>
          <p:cNvSpPr txBox="1"/>
          <p:nvPr/>
        </p:nvSpPr>
        <p:spPr>
          <a:xfrm rot="20179506">
            <a:off x="7339432" y="280255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60</a:t>
            </a:r>
            <a:endParaRPr lang="en-GB" sz="3200" dirty="0"/>
          </a:p>
        </p:txBody>
      </p:sp>
      <p:sp>
        <p:nvSpPr>
          <p:cNvPr id="7" name="Rectangle: Rounded Corners 6">
            <a:hlinkClick r:id="" action="ppaction://hlinkshowjump?jump=nextslide"/>
            <a:extLst>
              <a:ext uri="{FF2B5EF4-FFF2-40B4-BE49-F238E27FC236}">
                <a16:creationId xmlns:a16="http://schemas.microsoft.com/office/drawing/2014/main" id="{7F404815-5716-3C86-AABC-822E7BFB67BB}"/>
              </a:ext>
            </a:extLst>
          </p:cNvPr>
          <p:cNvSpPr/>
          <p:nvPr/>
        </p:nvSpPr>
        <p:spPr>
          <a:xfrm>
            <a:off x="3866278" y="471236"/>
            <a:ext cx="2195833" cy="56341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КИЙИНКИ</a:t>
            </a:r>
            <a:endParaRPr lang="en-GB" sz="1950" dirty="0">
              <a:ln>
                <a:solidFill>
                  <a:schemeClr val="tx1"/>
                </a:solidFill>
              </a:ln>
              <a:solidFill>
                <a:schemeClr val="accent6">
                  <a:lumMod val="75000"/>
                </a:schemeClr>
              </a:solidFill>
              <a:latin typeface="Bauhaus 93" panose="04030905020B02020C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9055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25C424-7CB8-45B4-B990-3E13DA3A6199}"/>
              </a:ext>
            </a:extLst>
          </p:cNvPr>
          <p:cNvSpPr/>
          <p:nvPr/>
        </p:nvSpPr>
        <p:spPr>
          <a:xfrm>
            <a:off x="22859" y="26670"/>
            <a:ext cx="4909925" cy="6804522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A7A2607-B834-4174-8182-47199583416D}"/>
              </a:ext>
            </a:extLst>
          </p:cNvPr>
          <p:cNvSpPr/>
          <p:nvPr/>
        </p:nvSpPr>
        <p:spPr>
          <a:xfrm>
            <a:off x="4953000" y="26669"/>
            <a:ext cx="4932680" cy="6804662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A9081D5-4ED9-4B03-A9D4-BDB816C407ED}"/>
              </a:ext>
            </a:extLst>
          </p:cNvPr>
          <p:cNvSpPr/>
          <p:nvPr/>
        </p:nvSpPr>
        <p:spPr>
          <a:xfrm>
            <a:off x="201541" y="30727"/>
            <a:ext cx="3472297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chemeClr val="accent1">
                    <a:lumMod val="75000"/>
                  </a:schemeClr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Көк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chemeClr val="accent1">
                  <a:lumMod val="75000"/>
                </a:schemeClr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FEDC3A-65B2-4EA2-921F-5969D33D0BB6}"/>
              </a:ext>
            </a:extLst>
          </p:cNvPr>
          <p:cNvSpPr/>
          <p:nvPr/>
        </p:nvSpPr>
        <p:spPr>
          <a:xfrm>
            <a:off x="5894744" y="21593"/>
            <a:ext cx="3831370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4400" b="0" cap="none" spc="0" dirty="0">
                <a:ln w="0">
                  <a:solidFill>
                    <a:schemeClr val="tx1"/>
                  </a:solidFill>
                </a:ln>
                <a:solidFill>
                  <a:srgbClr val="FFFF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auhaus 93" panose="04030905020B02020C02" pitchFamily="82" charset="0"/>
              </a:rPr>
              <a:t>Сары команда</a:t>
            </a:r>
            <a:endParaRPr lang="en-US" sz="4400" b="0" cap="none" spc="0" dirty="0">
              <a:ln w="0">
                <a:solidFill>
                  <a:schemeClr val="tx1"/>
                </a:solidFill>
              </a:ln>
              <a:solidFill>
                <a:srgbClr val="FFFF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auhaus 93" panose="04030905020B02020C02" pitchFamily="82" charset="0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8C5FFFE-32C2-47F0-A974-108001BB5E20}"/>
              </a:ext>
            </a:extLst>
          </p:cNvPr>
          <p:cNvSpPr/>
          <p:nvPr/>
        </p:nvSpPr>
        <p:spPr>
          <a:xfrm>
            <a:off x="4744027" y="26809"/>
            <a:ext cx="417945" cy="417945"/>
          </a:xfrm>
          <a:prstGeom prst="ellipse">
            <a:avLst/>
          </a:prstGeom>
          <a:solidFill>
            <a:srgbClr val="A9D18E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2800" dirty="0">
                <a:ln>
                  <a:solidFill>
                    <a:schemeClr val="tx1"/>
                  </a:solidFill>
                </a:ln>
                <a:solidFill>
                  <a:schemeClr val="accent6">
                    <a:lumMod val="75000"/>
                  </a:schemeClr>
                </a:solidFill>
                <a:latin typeface="Bauhaus 93" panose="04030905020B02020C02" pitchFamily="82" charset="0"/>
              </a:rPr>
              <a:t>3</a:t>
            </a:r>
            <a:endParaRPr lang="en-GB" sz="2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AA9C13E-A2C5-591F-0220-27EF18B1A21A}"/>
              </a:ext>
            </a:extLst>
          </p:cNvPr>
          <p:cNvSpPr txBox="1"/>
          <p:nvPr/>
        </p:nvSpPr>
        <p:spPr>
          <a:xfrm rot="957563">
            <a:off x="3595131" y="3908296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5.05</a:t>
            </a:r>
            <a:endParaRPr lang="en-GB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E67B77-29C6-4954-FE28-05C83E550A22}"/>
              </a:ext>
            </a:extLst>
          </p:cNvPr>
          <p:cNvSpPr txBox="1"/>
          <p:nvPr/>
        </p:nvSpPr>
        <p:spPr>
          <a:xfrm rot="1317330">
            <a:off x="5211974" y="1454597"/>
            <a:ext cx="12779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5.05</a:t>
            </a:r>
            <a:endParaRPr lang="en-GB" sz="3600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133DCB7-419E-AEBF-1508-A07C83FE3A93}"/>
              </a:ext>
            </a:extLst>
          </p:cNvPr>
          <p:cNvSpPr txBox="1"/>
          <p:nvPr/>
        </p:nvSpPr>
        <p:spPr>
          <a:xfrm rot="20896598">
            <a:off x="2556902" y="4745811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50.5</a:t>
            </a:r>
            <a:endParaRPr lang="en-GB" sz="24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3799763-0077-6A27-9359-9AF1C81F3861}"/>
              </a:ext>
            </a:extLst>
          </p:cNvPr>
          <p:cNvSpPr txBox="1"/>
          <p:nvPr/>
        </p:nvSpPr>
        <p:spPr>
          <a:xfrm rot="20183589">
            <a:off x="6681228" y="1254253"/>
            <a:ext cx="109356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50.5</a:t>
            </a:r>
            <a:endParaRPr lang="en-GB" sz="28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9253113-C238-7F05-BFF6-6EB82CB06045}"/>
              </a:ext>
            </a:extLst>
          </p:cNvPr>
          <p:cNvSpPr txBox="1"/>
          <p:nvPr/>
        </p:nvSpPr>
        <p:spPr>
          <a:xfrm rot="3264225">
            <a:off x="3810441" y="2321988"/>
            <a:ext cx="9637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505</a:t>
            </a:r>
            <a:endParaRPr lang="en-GB" sz="28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4FB5832-28A6-9698-5C43-EC70D20FA002}"/>
              </a:ext>
            </a:extLst>
          </p:cNvPr>
          <p:cNvSpPr txBox="1"/>
          <p:nvPr/>
        </p:nvSpPr>
        <p:spPr>
          <a:xfrm rot="1344759">
            <a:off x="8447360" y="5752822"/>
            <a:ext cx="1122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505</a:t>
            </a:r>
            <a:endParaRPr lang="en-GB" sz="36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5562B30-7F76-844C-EBA7-1C5F02927A26}"/>
              </a:ext>
            </a:extLst>
          </p:cNvPr>
          <p:cNvSpPr txBox="1"/>
          <p:nvPr/>
        </p:nvSpPr>
        <p:spPr>
          <a:xfrm rot="19498369">
            <a:off x="1664664" y="4031533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5050</a:t>
            </a:r>
            <a:endParaRPr lang="en-GB" sz="2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50DB6B0-1F75-7836-BD5B-34D55039076F}"/>
              </a:ext>
            </a:extLst>
          </p:cNvPr>
          <p:cNvSpPr txBox="1"/>
          <p:nvPr/>
        </p:nvSpPr>
        <p:spPr>
          <a:xfrm rot="231050">
            <a:off x="5296616" y="4469341"/>
            <a:ext cx="174278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/>
              <a:t>5050</a:t>
            </a:r>
            <a:endParaRPr lang="en-GB" sz="4400" dirty="0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C7BBACC-8F32-8D25-F66F-109B159D7A9D}"/>
              </a:ext>
            </a:extLst>
          </p:cNvPr>
          <p:cNvSpPr txBox="1"/>
          <p:nvPr/>
        </p:nvSpPr>
        <p:spPr>
          <a:xfrm rot="20092049">
            <a:off x="295285" y="5345805"/>
            <a:ext cx="174759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50500</a:t>
            </a:r>
            <a:endParaRPr lang="en-GB" sz="3600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90EC317-A2D3-CA87-21BC-57A7BB55F87E}"/>
              </a:ext>
            </a:extLst>
          </p:cNvPr>
          <p:cNvSpPr txBox="1"/>
          <p:nvPr/>
        </p:nvSpPr>
        <p:spPr>
          <a:xfrm rot="496705">
            <a:off x="7785942" y="4731144"/>
            <a:ext cx="135485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50500</a:t>
            </a:r>
            <a:endParaRPr lang="en-GB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71B7F0EE-D63B-706A-94B0-D684E5633176}"/>
              </a:ext>
            </a:extLst>
          </p:cNvPr>
          <p:cNvSpPr txBox="1"/>
          <p:nvPr/>
        </p:nvSpPr>
        <p:spPr>
          <a:xfrm rot="20301184">
            <a:off x="439053" y="3178575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0.505</a:t>
            </a:r>
            <a:endParaRPr lang="en-GB" sz="2400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6C1EAE39-9DE2-B0C6-C994-35FC5080C3CB}"/>
              </a:ext>
            </a:extLst>
          </p:cNvPr>
          <p:cNvSpPr txBox="1"/>
          <p:nvPr/>
        </p:nvSpPr>
        <p:spPr>
          <a:xfrm rot="20821235">
            <a:off x="8297180" y="3725085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0.505</a:t>
            </a:r>
            <a:endParaRPr lang="en-GB" sz="32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20618282-E8FC-3FB1-A1BB-1EFAC7D77100}"/>
              </a:ext>
            </a:extLst>
          </p:cNvPr>
          <p:cNvSpPr txBox="1"/>
          <p:nvPr/>
        </p:nvSpPr>
        <p:spPr>
          <a:xfrm rot="857895">
            <a:off x="235729" y="1208712"/>
            <a:ext cx="17540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0.0505</a:t>
            </a:r>
            <a:endParaRPr lang="en-GB" sz="3200" dirty="0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8DDD572-0650-346E-FAE9-99B47A1AFD03}"/>
              </a:ext>
            </a:extLst>
          </p:cNvPr>
          <p:cNvSpPr txBox="1"/>
          <p:nvPr/>
        </p:nvSpPr>
        <p:spPr>
          <a:xfrm rot="499142">
            <a:off x="6998480" y="2863792"/>
            <a:ext cx="161294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/>
              <a:t>0.0505</a:t>
            </a:r>
            <a:endParaRPr lang="en-GB" sz="280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5941BA1-3DAE-835C-B43A-AB886053E456}"/>
              </a:ext>
            </a:extLst>
          </p:cNvPr>
          <p:cNvSpPr txBox="1"/>
          <p:nvPr/>
        </p:nvSpPr>
        <p:spPr>
          <a:xfrm rot="222411">
            <a:off x="7500564" y="1869569"/>
            <a:ext cx="75533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55</a:t>
            </a:r>
            <a:endParaRPr lang="en-GB" sz="3200" dirty="0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FBBD167-95CD-CEE2-A524-BB790D629A6C}"/>
              </a:ext>
            </a:extLst>
          </p:cNvPr>
          <p:cNvSpPr txBox="1"/>
          <p:nvPr/>
        </p:nvSpPr>
        <p:spPr>
          <a:xfrm rot="20219994">
            <a:off x="7030540" y="5457211"/>
            <a:ext cx="10406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550</a:t>
            </a:r>
            <a:endParaRPr lang="en-GB" sz="32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78207F02-3EBB-F794-3808-FF6CCF957411}"/>
              </a:ext>
            </a:extLst>
          </p:cNvPr>
          <p:cNvSpPr txBox="1"/>
          <p:nvPr/>
        </p:nvSpPr>
        <p:spPr>
          <a:xfrm rot="20390947">
            <a:off x="8738628" y="2399129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0.55</a:t>
            </a:r>
            <a:endParaRPr lang="en-GB" sz="2400" dirty="0"/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2582BB3-6B87-5491-4D87-4F8F242520DB}"/>
              </a:ext>
            </a:extLst>
          </p:cNvPr>
          <p:cNvSpPr txBox="1"/>
          <p:nvPr/>
        </p:nvSpPr>
        <p:spPr>
          <a:xfrm rot="1261629">
            <a:off x="6093698" y="3618109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0.055</a:t>
            </a:r>
            <a:endParaRPr lang="en-GB" sz="3600" dirty="0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AD9A7F8-31FD-8224-330B-42645873ABE1}"/>
              </a:ext>
            </a:extLst>
          </p:cNvPr>
          <p:cNvSpPr txBox="1"/>
          <p:nvPr/>
        </p:nvSpPr>
        <p:spPr>
          <a:xfrm rot="1107838">
            <a:off x="353515" y="4198348"/>
            <a:ext cx="96372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6000" dirty="0"/>
              <a:t>55</a:t>
            </a:r>
            <a:endParaRPr lang="en-GB" sz="44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D9CD0AC9-0B29-E64C-7477-BCD5F9AC062B}"/>
              </a:ext>
            </a:extLst>
          </p:cNvPr>
          <p:cNvSpPr txBox="1"/>
          <p:nvPr/>
        </p:nvSpPr>
        <p:spPr>
          <a:xfrm rot="20559394">
            <a:off x="2351765" y="2053469"/>
            <a:ext cx="11224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550</a:t>
            </a:r>
            <a:endParaRPr lang="en-GB" sz="3600" dirty="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4BFBF374-26A3-C133-F9F9-0083062D5574}"/>
              </a:ext>
            </a:extLst>
          </p:cNvPr>
          <p:cNvSpPr txBox="1"/>
          <p:nvPr/>
        </p:nvSpPr>
        <p:spPr>
          <a:xfrm rot="1330732">
            <a:off x="947179" y="2228665"/>
            <a:ext cx="100380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0.55</a:t>
            </a:r>
            <a:endParaRPr lang="en-GB" sz="2400" dirty="0"/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D218E85A-B47E-BEBE-E19E-3E07632AF789}"/>
              </a:ext>
            </a:extLst>
          </p:cNvPr>
          <p:cNvSpPr txBox="1"/>
          <p:nvPr/>
        </p:nvSpPr>
        <p:spPr>
          <a:xfrm rot="20941390">
            <a:off x="2410729" y="2933563"/>
            <a:ext cx="146867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400" dirty="0"/>
              <a:t>0.055</a:t>
            </a:r>
            <a:endParaRPr lang="en-GB" sz="3200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9E07A0BF-FED6-CFB9-A661-2FFA8AD90360}"/>
              </a:ext>
            </a:extLst>
          </p:cNvPr>
          <p:cNvSpPr txBox="1"/>
          <p:nvPr/>
        </p:nvSpPr>
        <p:spPr>
          <a:xfrm rot="21149923">
            <a:off x="5205374" y="2596493"/>
            <a:ext cx="147187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0.5005</a:t>
            </a:r>
            <a:endParaRPr lang="en-GB" sz="2400" dirty="0"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DE40E6B9-BFFA-0B82-56FA-A9C920E7E449}"/>
              </a:ext>
            </a:extLst>
          </p:cNvPr>
          <p:cNvSpPr txBox="1"/>
          <p:nvPr/>
        </p:nvSpPr>
        <p:spPr>
          <a:xfrm rot="1648246">
            <a:off x="8468629" y="1333024"/>
            <a:ext cx="12378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5.005</a:t>
            </a:r>
            <a:endParaRPr lang="en-GB" sz="2400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AA7924A-1867-5522-F6F1-C3C8FFC4524F}"/>
              </a:ext>
            </a:extLst>
          </p:cNvPr>
          <p:cNvSpPr txBox="1"/>
          <p:nvPr/>
        </p:nvSpPr>
        <p:spPr>
          <a:xfrm rot="750277">
            <a:off x="5385735" y="5721576"/>
            <a:ext cx="1435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5005</a:t>
            </a:r>
            <a:endParaRPr lang="en-GB" sz="36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D635460A-EC30-921D-1264-F928377AE8E5}"/>
              </a:ext>
            </a:extLst>
          </p:cNvPr>
          <p:cNvSpPr txBox="1"/>
          <p:nvPr/>
        </p:nvSpPr>
        <p:spPr>
          <a:xfrm rot="21197986">
            <a:off x="2336748" y="1120196"/>
            <a:ext cx="19030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0.5005</a:t>
            </a:r>
            <a:endParaRPr lang="en-GB" sz="3600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6F83CB62-AF00-F29E-68A0-BDB084BBACE0}"/>
              </a:ext>
            </a:extLst>
          </p:cNvPr>
          <p:cNvSpPr txBox="1"/>
          <p:nvPr/>
        </p:nvSpPr>
        <p:spPr>
          <a:xfrm rot="18906059">
            <a:off x="3188572" y="5360459"/>
            <a:ext cx="159050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800" dirty="0"/>
              <a:t>5.005</a:t>
            </a:r>
            <a:endParaRPr lang="en-GB" sz="3600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E08E85F-AF4E-8F6A-00BD-D64CA10FE9B1}"/>
              </a:ext>
            </a:extLst>
          </p:cNvPr>
          <p:cNvSpPr txBox="1"/>
          <p:nvPr/>
        </p:nvSpPr>
        <p:spPr>
          <a:xfrm rot="1465794">
            <a:off x="1902791" y="5891180"/>
            <a:ext cx="1120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3600" dirty="0"/>
              <a:t>5005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394225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DE7215-E81A-4BB4-8E00-C528E4D3F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68850"/>
                  </p:ext>
                </p:extLst>
              </p:nvPr>
            </p:nvGraphicFramePr>
            <p:xfrm>
              <a:off x="110259" y="92364"/>
              <a:ext cx="9698181" cy="665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2727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2294419789"/>
                        </a:ext>
                      </a:extLst>
                    </a:gridCol>
                  </a:tblGrid>
                  <a:tr h="74305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4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1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ky-KG" sz="24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ТАКТА</m:t>
                                </m:r>
                                <m:r>
                                  <m:rPr>
                                    <m:nor/>
                                  </m:rPr>
                                  <a:rPr lang="ky-KG" sz="2400" b="1" i="0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 </m:t>
                                </m:r>
                                <m:r>
                                  <m:rPr>
                                    <m:nor/>
                                  </m:rPr>
                                  <a:rPr lang="en-GB" sz="2400" b="1" dirty="0" smtClean="0">
                                    <a:solidFill>
                                      <a:sysClr val="windowText" lastClr="000000"/>
                                    </a:solidFill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3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 × 10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÷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200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80,000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0.000505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609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9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6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5.050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 × 10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5005 ÷ 10,000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× 1000 ÷ 100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4000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 × 1009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5.05 ÷ 1000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7,000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0.000055 × 10,000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>
                <a:extLst>
                  <a:ext uri="{FF2B5EF4-FFF2-40B4-BE49-F238E27FC236}">
                    <a16:creationId xmlns:a16="http://schemas.microsoft.com/office/drawing/2014/main" id="{2BDE7215-E81A-4BB4-8E00-C528E4D3F36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09268850"/>
                  </p:ext>
                </p:extLst>
              </p:nvPr>
            </p:nvGraphicFramePr>
            <p:xfrm>
              <a:off x="110259" y="92364"/>
              <a:ext cx="9698181" cy="6659415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32727">
                      <a:extLst>
                        <a:ext uri="{9D8B030D-6E8A-4147-A177-3AD203B41FA5}">
                          <a16:colId xmlns:a16="http://schemas.microsoft.com/office/drawing/2014/main" val="1795687615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957073388"/>
                        </a:ext>
                      </a:extLst>
                    </a:gridCol>
                    <a:gridCol w="3232727">
                      <a:extLst>
                        <a:ext uri="{9D8B030D-6E8A-4147-A177-3AD203B41FA5}">
                          <a16:colId xmlns:a16="http://schemas.microsoft.com/office/drawing/2014/main" val="2294419789"/>
                        </a:ext>
                      </a:extLst>
                    </a:gridCol>
                  </a:tblGrid>
                  <a:tr h="743058">
                    <a:tc gridSpan="3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СУРООЛОР БАРАКЧАСЫ</a:t>
                          </a:r>
                          <a:endParaRPr lang="en-GB" sz="2400" b="1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GB" dirty="0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787511505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1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188" t="-169863" r="-100565" b="-126164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2400" b="1" dirty="0">
                              <a:solidFill>
                                <a:sysClr val="windowText" lastClr="000000"/>
                              </a:solidFill>
                            </a:rPr>
                            <a:t>ТАКТА</a:t>
                          </a:r>
                          <a:r>
                            <a:rPr lang="en-GB" sz="2400" b="1" dirty="0">
                              <a:solidFill>
                                <a:sysClr val="windowText" lastClr="000000"/>
                              </a:solidFill>
                            </a:rPr>
                            <a:t> 3</a:t>
                          </a:r>
                          <a:endParaRPr lang="en-GB" sz="24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8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12433819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 × 10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038216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÷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28111558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28276235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346188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200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0.6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78654731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70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80,000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0.000505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61056997"/>
                      </a:ext>
                    </a:extLst>
                  </a:tr>
                  <a:tr h="46212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500 × 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505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85065292"/>
                      </a:ext>
                    </a:extLst>
                  </a:tr>
                  <a:tr h="46094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9 ×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6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5.050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7914725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9 × 10 × 10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0.8 × 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5005 ÷ 10,000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632813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 × 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0.5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55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× 1000 ÷ 100</a:t>
                          </a:r>
                          <a:endParaRPr kumimoji="0" lang="en-GB" sz="24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23783761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4000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÷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 100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8 × 1009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5.05 ÷ 1000 × 10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85286210"/>
                      </a:ext>
                    </a:extLst>
                  </a:tr>
                  <a:tr h="44710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7,000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+mn-lt"/>
                              <a:ea typeface="+mn-ea"/>
                              <a:cs typeface="+mn-cs"/>
                            </a:rPr>
                            <a:t>500,000 ÷ </a:t>
                          </a: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1000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kumimoji="0" lang="en-GB" sz="2400" b="0" i="0" u="none" strike="noStrike" kern="1200" cap="none" spc="0" normalizeH="0" baseline="0" noProof="0" dirty="0">
                              <a:ln>
                                <a:noFill/>
                              </a:ln>
                              <a:solidFill>
                                <a:sysClr val="windowText" lastClr="000000"/>
                              </a:solidFill>
                              <a:effectLst/>
                              <a:uLnTx/>
                              <a:uFillTx/>
                              <a:latin typeface="Calibri" panose="020F0502020204030204"/>
                              <a:ea typeface="+mn-ea"/>
                              <a:cs typeface="+mn-cs"/>
                            </a:rPr>
                            <a:t>0.000055 × 10,000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3598179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3071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23095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5651607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8475</TotalTime>
  <Words>341</Words>
  <Application>Microsoft Office PowerPoint</Application>
  <PresentationFormat>A4 Paper (210x297 mm)</PresentationFormat>
  <Paragraphs>160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Bauhaus 93</vt:lpstr>
      <vt:lpstr>Calibri</vt:lpstr>
      <vt:lpstr>Calibri Light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372</cp:revision>
  <cp:lastPrinted>2017-12-31T22:38:51Z</cp:lastPrinted>
  <dcterms:created xsi:type="dcterms:W3CDTF">2017-01-17T16:57:04Z</dcterms:created>
  <dcterms:modified xsi:type="dcterms:W3CDTF">2024-10-18T08:11:33Z</dcterms:modified>
</cp:coreProperties>
</file>