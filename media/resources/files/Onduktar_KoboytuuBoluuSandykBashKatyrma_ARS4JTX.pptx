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8"/>
  </p:notesMasterIdLst>
  <p:sldIdLst>
    <p:sldId id="966" r:id="rId2"/>
    <p:sldId id="948" r:id="rId3"/>
    <p:sldId id="949" r:id="rId4"/>
    <p:sldId id="950" r:id="rId5"/>
    <p:sldId id="951" r:id="rId6"/>
    <p:sldId id="952" r:id="rId7"/>
    <p:sldId id="953" r:id="rId8"/>
    <p:sldId id="941" r:id="rId9"/>
    <p:sldId id="947" r:id="rId10"/>
    <p:sldId id="942" r:id="rId11"/>
    <p:sldId id="943" r:id="rId12"/>
    <p:sldId id="944" r:id="rId13"/>
    <p:sldId id="945" r:id="rId14"/>
    <p:sldId id="954" r:id="rId15"/>
    <p:sldId id="955" r:id="rId16"/>
    <p:sldId id="956" r:id="rId17"/>
    <p:sldId id="957" r:id="rId18"/>
    <p:sldId id="958" r:id="rId19"/>
    <p:sldId id="959" r:id="rId20"/>
    <p:sldId id="960" r:id="rId21"/>
    <p:sldId id="961" r:id="rId22"/>
    <p:sldId id="962" r:id="rId23"/>
    <p:sldId id="963" r:id="rId24"/>
    <p:sldId id="964" r:id="rId25"/>
    <p:sldId id="965" r:id="rId26"/>
    <p:sldId id="967" r:id="rId27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852613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орундуу ондуктар – Көбөйтүү жана Бөлүү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Сандык башкатырма- 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 иликтөөгө, стратегиялоого жана талкуулоого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мүмкүндүк берүү үчүн иштелип чыккан.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өлчөмдөгү 3 табышмак бар.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Чектелүү жооптор берилет.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93F522-31C3-0209-B016-D68882C34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1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E16C0-E902-8CBE-ADF5-31CA1CA68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" y="237265"/>
            <a:ext cx="9729002" cy="641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4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1C1061-F072-D651-65BF-066D4E92E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80" y="-1"/>
            <a:ext cx="9425747" cy="673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01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A51581-C68B-3397-7BAA-29A9964AC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82" y="295238"/>
            <a:ext cx="8853055" cy="58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15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F8EF69-9590-2C30-B6DC-51D4D74BD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6433"/>
            <a:ext cx="9060873" cy="615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71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1DF1AB-ECF4-9F53-7E74-8E4F3A8FC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45" y="330960"/>
            <a:ext cx="8985309" cy="597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72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512312" y="1823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823675" y="403559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91952" y="293546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018064" y="264145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139446" y="5519559"/>
            <a:ext cx="519244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  <a:p>
            <a:pPr algn="ctr"/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27196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78633" y="925480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0,2 × 0,3 = 0,06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B510F38-0416-E40E-6187-8BE494DFE37F}"/>
              </a:ext>
            </a:extLst>
          </p:cNvPr>
          <p:cNvGrpSpPr/>
          <p:nvPr/>
        </p:nvGrpSpPr>
        <p:grpSpPr>
          <a:xfrm>
            <a:off x="189628" y="1169320"/>
            <a:ext cx="995182" cy="769441"/>
            <a:chOff x="1722120" y="1169320"/>
            <a:chExt cx="995182" cy="769441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BC2E021-E13D-A081-AA94-D41AFFF30580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F85D8D5-3B44-AED3-000A-2A7C80C04260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AE39290-64A7-424C-E06D-46C743B246AA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5C929ED-9F40-B907-A2AC-9178F9DA4AB3}"/>
              </a:ext>
            </a:extLst>
          </p:cNvPr>
          <p:cNvGrpSpPr/>
          <p:nvPr/>
        </p:nvGrpSpPr>
        <p:grpSpPr>
          <a:xfrm>
            <a:off x="3257023" y="1169320"/>
            <a:ext cx="1423038" cy="769441"/>
            <a:chOff x="3257023" y="1169320"/>
            <a:chExt cx="1423038" cy="76944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4FD20A-BB92-A510-1151-6628E3CFB052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E6AFB59-6369-B45E-A58E-6E7CB667216D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003E885-ABDA-FCA1-F94F-EC082D197BD5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D0D9F9E-2F42-7CD1-144E-57904DA988BC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F23F24F3-9DF5-1AAE-43BF-C12E123EE2B6}"/>
              </a:ext>
            </a:extLst>
          </p:cNvPr>
          <p:cNvSpPr txBox="1"/>
          <p:nvPr/>
        </p:nvSpPr>
        <p:spPr>
          <a:xfrm>
            <a:off x="6378633" y="2729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0,9 × 0,8 = 0,72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63229A2-6584-1687-4DDB-329850CC42B4}"/>
              </a:ext>
            </a:extLst>
          </p:cNvPr>
          <p:cNvSpPr txBox="1"/>
          <p:nvPr/>
        </p:nvSpPr>
        <p:spPr>
          <a:xfrm>
            <a:off x="6378633" y="1827411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0,7 × 0,8 = 0,56</a:t>
            </a:r>
          </a:p>
        </p:txBody>
      </p:sp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524861" y="1259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749433" y="342900"/>
            <a:ext cx="3394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25802" y="2925331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121517" y="261603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321844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41226" y="5799508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6,4 × 0,8 = 5,12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F4FD20A-BB92-A510-1151-6628E3CFB052}"/>
              </a:ext>
            </a:extLst>
          </p:cNvPr>
          <p:cNvSpPr/>
          <p:nvPr/>
        </p:nvSpPr>
        <p:spPr>
          <a:xfrm>
            <a:off x="4312561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63A028-BDE1-3CFE-D607-749ECD4A77E2}"/>
              </a:ext>
            </a:extLst>
          </p:cNvPr>
          <p:cNvGrpSpPr/>
          <p:nvPr/>
        </p:nvGrpSpPr>
        <p:grpSpPr>
          <a:xfrm>
            <a:off x="243481" y="1298860"/>
            <a:ext cx="949821" cy="553914"/>
            <a:chOff x="243481" y="1298860"/>
            <a:chExt cx="949821" cy="5539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662FFD-C034-33C2-CCE4-9C78C509499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53646F8-B240-6765-9AB1-56BB7AB74D8A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E56549-3A05-40AF-DF97-E9ACED2B86EA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0A7388-5D87-3395-C9B4-3B3EC80A63FC}"/>
              </a:ext>
            </a:extLst>
          </p:cNvPr>
          <p:cNvGrpSpPr/>
          <p:nvPr/>
        </p:nvGrpSpPr>
        <p:grpSpPr>
          <a:xfrm>
            <a:off x="3302564" y="1298860"/>
            <a:ext cx="949821" cy="553914"/>
            <a:chOff x="243481" y="1298860"/>
            <a:chExt cx="949821" cy="55391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0A3946-719B-A42D-CFBC-C90DA8BF6288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816C26A-E47C-CC52-6550-3D801F3BDB43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FC8CE52-BB8D-BC9F-8007-5366E5FD1DC1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9802519-7F77-E195-592C-BDDC41D75C32}"/>
              </a:ext>
            </a:extLst>
          </p:cNvPr>
          <p:cNvSpPr txBox="1"/>
          <p:nvPr/>
        </p:nvSpPr>
        <p:spPr>
          <a:xfrm>
            <a:off x="6341226" y="367501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6,4 × 0,5 = 3,20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092427-2FF9-DF04-CB9A-2673E30B6224}"/>
              </a:ext>
            </a:extLst>
          </p:cNvPr>
          <p:cNvSpPr txBox="1"/>
          <p:nvPr/>
        </p:nvSpPr>
        <p:spPr>
          <a:xfrm>
            <a:off x="6341226" y="296684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1,2 × 0,8 = 0,96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5BAAB-C61D-6CA7-0AB4-7564487AEC0C}"/>
              </a:ext>
            </a:extLst>
          </p:cNvPr>
          <p:cNvSpPr txBox="1"/>
          <p:nvPr/>
        </p:nvSpPr>
        <p:spPr>
          <a:xfrm>
            <a:off x="6341226" y="438317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4,2 × 0,9 = 3,78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32342E-7B87-21DD-6C25-5D2B5F1511E2}"/>
              </a:ext>
            </a:extLst>
          </p:cNvPr>
          <p:cNvSpPr txBox="1"/>
          <p:nvPr/>
        </p:nvSpPr>
        <p:spPr>
          <a:xfrm>
            <a:off x="6341226" y="84235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3,4 × 0,2 = 0,68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C26A17-AABB-FF57-FDE9-AE30DFADF624}"/>
              </a:ext>
            </a:extLst>
          </p:cNvPr>
          <p:cNvSpPr txBox="1"/>
          <p:nvPr/>
        </p:nvSpPr>
        <p:spPr>
          <a:xfrm>
            <a:off x="6341226" y="155051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2,6 × 0,3 = 0,78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85287B-A578-AC25-CB05-3A3964ED07AF}"/>
              </a:ext>
            </a:extLst>
          </p:cNvPr>
          <p:cNvSpPr txBox="1"/>
          <p:nvPr/>
        </p:nvSpPr>
        <p:spPr>
          <a:xfrm>
            <a:off x="6341226" y="5091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9,6 × 0,5 = 4,80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BD45C1-FD65-A888-7540-0F6E34183DDC}"/>
              </a:ext>
            </a:extLst>
          </p:cNvPr>
          <p:cNvSpPr txBox="1"/>
          <p:nvPr/>
        </p:nvSpPr>
        <p:spPr>
          <a:xfrm>
            <a:off x="6341226" y="225868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1,2 × 0,7 = 0,84</a:t>
            </a:r>
          </a:p>
        </p:txBody>
      </p:sp>
    </p:spTree>
    <p:extLst>
      <p:ext uri="{BB962C8B-B14F-4D97-AF65-F5344CB8AC3E}">
        <p14:creationId xmlns:p14="http://schemas.microsoft.com/office/powerpoint/2010/main" val="3707309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474118" y="1259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99165" y="290718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088697" y="264918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511637" y="2370046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3,4 ÷ 0,2 = 17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574919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30712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93051F-83D9-0057-5A3C-6B849B9DA648}"/>
              </a:ext>
            </a:extLst>
          </p:cNvPr>
          <p:cNvGrpSpPr/>
          <p:nvPr/>
        </p:nvGrpSpPr>
        <p:grpSpPr>
          <a:xfrm>
            <a:off x="3503919" y="1298860"/>
            <a:ext cx="832583" cy="553914"/>
            <a:chOff x="3503919" y="1298860"/>
            <a:chExt cx="832583" cy="55391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9AB5FAE-17CD-C0C8-B72E-8CC3297AE6F7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4FD20A-BB92-A510-1151-6628E3CFB052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7E023F6-5760-F1D8-AD8D-CD33FFA420C8}"/>
              </a:ext>
            </a:extLst>
          </p:cNvPr>
          <p:cNvGrpSpPr/>
          <p:nvPr/>
        </p:nvGrpSpPr>
        <p:grpSpPr>
          <a:xfrm>
            <a:off x="556627" y="1298860"/>
            <a:ext cx="949821" cy="553914"/>
            <a:chOff x="556627" y="1298860"/>
            <a:chExt cx="949821" cy="55391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E4E2070-9A99-D809-05F1-3B70E250AB8C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18FCD77-2BEB-BEC3-1FFA-26A357B4B170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E76FDD6-AF0F-AB6A-4F22-6D2A71B3CC82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F3BDFE-BB1A-B1F2-9E20-45440F1FE203}"/>
              </a:ext>
            </a:extLst>
          </p:cNvPr>
          <p:cNvGrpSpPr/>
          <p:nvPr/>
        </p:nvGrpSpPr>
        <p:grpSpPr>
          <a:xfrm>
            <a:off x="1964729" y="1169320"/>
            <a:ext cx="995182" cy="769441"/>
            <a:chOff x="2035266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84C91C5-3F7F-1650-4AC3-2FE496978ADE}"/>
              </a:ext>
            </a:extLst>
          </p:cNvPr>
          <p:cNvSpPr txBox="1"/>
          <p:nvPr/>
        </p:nvSpPr>
        <p:spPr>
          <a:xfrm>
            <a:off x="6511637" y="3084017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8,1 ÷ 0,3 = 27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A15E0-BAAD-1200-3970-B30F2FFBCFA3}"/>
              </a:ext>
            </a:extLst>
          </p:cNvPr>
          <p:cNvSpPr txBox="1"/>
          <p:nvPr/>
        </p:nvSpPr>
        <p:spPr>
          <a:xfrm>
            <a:off x="6511637" y="942106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1,4 ÷ 0,7 = 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F7C94-6570-4DF3-0E70-C66903ECB4DD}"/>
              </a:ext>
            </a:extLst>
          </p:cNvPr>
          <p:cNvSpPr txBox="1"/>
          <p:nvPr/>
        </p:nvSpPr>
        <p:spPr>
          <a:xfrm>
            <a:off x="6511637" y="1656076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9,6 ÷ 0,8 = 12</a:t>
            </a:r>
          </a:p>
        </p:txBody>
      </p:sp>
    </p:spTree>
    <p:extLst>
      <p:ext uri="{BB962C8B-B14F-4D97-AF65-F5344CB8AC3E}">
        <p14:creationId xmlns:p14="http://schemas.microsoft.com/office/powerpoint/2010/main" val="2039442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474118" y="137442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24014" y="2928359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074403" y="2651359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545127" y="96704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3,6 ÷ 0,4 = 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C91C5-3F7F-1650-4AC3-2FE496978ADE}"/>
              </a:ext>
            </a:extLst>
          </p:cNvPr>
          <p:cNvSpPr txBox="1"/>
          <p:nvPr/>
        </p:nvSpPr>
        <p:spPr>
          <a:xfrm>
            <a:off x="6545127" y="226145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6,0 ÷ 1,2 =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A15E0-BAAD-1200-3970-B30F2FFBCFA3}"/>
              </a:ext>
            </a:extLst>
          </p:cNvPr>
          <p:cNvSpPr txBox="1"/>
          <p:nvPr/>
        </p:nvSpPr>
        <p:spPr>
          <a:xfrm>
            <a:off x="6545127" y="290865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2,8 ÷ 0,7 =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F7C94-6570-4DF3-0E70-C66903ECB4DD}"/>
              </a:ext>
            </a:extLst>
          </p:cNvPr>
          <p:cNvSpPr txBox="1"/>
          <p:nvPr/>
        </p:nvSpPr>
        <p:spPr>
          <a:xfrm>
            <a:off x="6545127" y="161424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3,2 ÷ 0,4 =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818800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32924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AB5FAE-17CD-C0C8-B72E-8CC3297AE6F7}"/>
              </a:ext>
            </a:extLst>
          </p:cNvPr>
          <p:cNvSpPr/>
          <p:nvPr/>
        </p:nvSpPr>
        <p:spPr>
          <a:xfrm>
            <a:off x="3736460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54A576-B6A8-2ADB-BF6E-920E7E66B56D}"/>
              </a:ext>
            </a:extLst>
          </p:cNvPr>
          <p:cNvGrpSpPr/>
          <p:nvPr/>
        </p:nvGrpSpPr>
        <p:grpSpPr>
          <a:xfrm>
            <a:off x="789168" y="1298860"/>
            <a:ext cx="949821" cy="553914"/>
            <a:chOff x="789168" y="1298860"/>
            <a:chExt cx="949821" cy="55391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E4E2070-9A99-D809-05F1-3B70E250AB8C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18FCD77-2BEB-BEC3-1FFA-26A357B4B170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E76FDD6-AF0F-AB6A-4F22-6D2A71B3CC82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678A6D0-B6BE-AB9C-E5CB-47C8C2B889F5}"/>
              </a:ext>
            </a:extLst>
          </p:cNvPr>
          <p:cNvGrpSpPr/>
          <p:nvPr/>
        </p:nvGrpSpPr>
        <p:grpSpPr>
          <a:xfrm>
            <a:off x="2262813" y="1298860"/>
            <a:ext cx="949821" cy="553914"/>
            <a:chOff x="2318710" y="1298860"/>
            <a:chExt cx="949821" cy="55391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808DB8-839A-9D6F-EC2A-AB845EABE2CD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A2ED0EB-2E38-1F9C-6204-F2852D87ADFD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AB795B-3074-686D-AE11-3D552E608E01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5F9F119-4FA1-6C2D-59F3-01963D2944D7}"/>
              </a:ext>
            </a:extLst>
          </p:cNvPr>
          <p:cNvSpPr txBox="1"/>
          <p:nvPr/>
        </p:nvSpPr>
        <p:spPr>
          <a:xfrm>
            <a:off x="6545127" y="420306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1,4 ÷ 0,7 =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EA3C0A-8DA3-FCD3-B9B3-24AB0999C0CC}"/>
              </a:ext>
            </a:extLst>
          </p:cNvPr>
          <p:cNvSpPr txBox="1"/>
          <p:nvPr/>
        </p:nvSpPr>
        <p:spPr>
          <a:xfrm>
            <a:off x="6545127" y="485027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3,0 ÷ 1,5 =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A33761-5FAD-78D5-A9A3-CAEC3A082277}"/>
              </a:ext>
            </a:extLst>
          </p:cNvPr>
          <p:cNvSpPr txBox="1"/>
          <p:nvPr/>
        </p:nvSpPr>
        <p:spPr>
          <a:xfrm>
            <a:off x="6545127" y="549747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9,0 ÷ 4,5 =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3436A0-54E7-2712-C646-B4E0997F810E}"/>
              </a:ext>
            </a:extLst>
          </p:cNvPr>
          <p:cNvSpPr txBox="1"/>
          <p:nvPr/>
        </p:nvSpPr>
        <p:spPr>
          <a:xfrm>
            <a:off x="6545127" y="355586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4,8 ÷ 1,6 = 3</a:t>
            </a:r>
          </a:p>
        </p:txBody>
      </p:sp>
    </p:spTree>
    <p:extLst>
      <p:ext uri="{BB962C8B-B14F-4D97-AF65-F5344CB8AC3E}">
        <p14:creationId xmlns:p14="http://schemas.microsoft.com/office/powerpoint/2010/main" val="2215244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474118" y="10233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14628" y="2937362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134104" y="261603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53694" y="1706877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2,7 ÷ 0,45 = 06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3AFCB6-CA74-3AEE-834A-C9B1565D0764}"/>
              </a:ext>
            </a:extLst>
          </p:cNvPr>
          <p:cNvSpPr txBox="1"/>
          <p:nvPr/>
        </p:nvSpPr>
        <p:spPr>
          <a:xfrm>
            <a:off x="6353694" y="3153292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9,6 ÷ 0,12 = 80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AC2096-8DCE-D4E3-CB42-758EA64CB7DE}"/>
              </a:ext>
            </a:extLst>
          </p:cNvPr>
          <p:cNvSpPr txBox="1"/>
          <p:nvPr/>
        </p:nvSpPr>
        <p:spPr>
          <a:xfrm>
            <a:off x="6353694" y="983670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3,8 ÷ 0,95 = 04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EEE4E5-ED27-E34D-0F12-B1F61735405B}"/>
              </a:ext>
            </a:extLst>
          </p:cNvPr>
          <p:cNvSpPr txBox="1"/>
          <p:nvPr/>
        </p:nvSpPr>
        <p:spPr>
          <a:xfrm>
            <a:off x="1393716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1E0C7B-C883-F795-86A1-F23AA4DD053B}"/>
              </a:ext>
            </a:extLst>
          </p:cNvPr>
          <p:cNvSpPr txBox="1"/>
          <p:nvPr/>
        </p:nvSpPr>
        <p:spPr>
          <a:xfrm>
            <a:off x="3331763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BBC7A4E-F6FF-5FC0-A6AB-B3628B947ED2}"/>
              </a:ext>
            </a:extLst>
          </p:cNvPr>
          <p:cNvGrpSpPr/>
          <p:nvPr/>
        </p:nvGrpSpPr>
        <p:grpSpPr>
          <a:xfrm>
            <a:off x="3757802" y="1298860"/>
            <a:ext cx="832583" cy="553914"/>
            <a:chOff x="3757802" y="1298860"/>
            <a:chExt cx="832583" cy="553914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0D9571E-2D19-3E94-D1FB-161F73872276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D507E1D-4F43-D9C9-07C4-D8F0D3E67EE1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F6C381E-75D4-8ECC-D4C1-0D2886675465}"/>
              </a:ext>
            </a:extLst>
          </p:cNvPr>
          <p:cNvGrpSpPr/>
          <p:nvPr/>
        </p:nvGrpSpPr>
        <p:grpSpPr>
          <a:xfrm>
            <a:off x="382059" y="1298860"/>
            <a:ext cx="949821" cy="553914"/>
            <a:chOff x="382059" y="1298860"/>
            <a:chExt cx="949821" cy="55391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E0758EE-2469-2718-A47D-A009979E3F19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FB9AEFF-0F38-ECAF-A003-2E475E396963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A46D72F-401D-3827-48AB-A174244D2EC9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690E51F-35C2-9C93-C37B-5396FD01901F}"/>
              </a:ext>
            </a:extLst>
          </p:cNvPr>
          <p:cNvGrpSpPr/>
          <p:nvPr/>
        </p:nvGrpSpPr>
        <p:grpSpPr>
          <a:xfrm>
            <a:off x="1819754" y="1177633"/>
            <a:ext cx="1450173" cy="769441"/>
            <a:chOff x="1868798" y="1177633"/>
            <a:chExt cx="1450173" cy="769441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5EC4D72-2D6F-E217-A4AA-70B557D365B3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B918F5B-F9C0-E41B-F606-45C8A7BC48AF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B739599-900A-1DF7-CA84-8ED11091F77A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BB52BC9-3CF2-B67D-3C50-E321ED8342E9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C5608A8A-3097-DCD1-941A-863219F8269E}"/>
              </a:ext>
            </a:extLst>
          </p:cNvPr>
          <p:cNvSpPr txBox="1"/>
          <p:nvPr/>
        </p:nvSpPr>
        <p:spPr>
          <a:xfrm>
            <a:off x="6353694" y="2430084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8,6 ÷ 0,20 = 43</a:t>
            </a:r>
          </a:p>
        </p:txBody>
      </p:sp>
    </p:spTree>
    <p:extLst>
      <p:ext uri="{BB962C8B-B14F-4D97-AF65-F5344CB8AC3E}">
        <p14:creationId xmlns:p14="http://schemas.microsoft.com/office/powerpoint/2010/main" val="4120785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531331" y="127456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1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670611" y="5491410"/>
            <a:ext cx="307904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</a:t>
            </a:r>
            <a:endParaRPr lang="en-US" sz="5400" b="1" dirty="0">
              <a:solidFill>
                <a:srgbClr val="0070C0"/>
              </a:solidFill>
            </a:endParaRPr>
          </a:p>
          <a:p>
            <a:pPr algn="ctr"/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511636" y="1199800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3,6 ÷ 0,15 = 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439639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3385457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AB5FAE-17CD-C0C8-B72E-8CC3297AE6F7}"/>
              </a:ext>
            </a:extLst>
          </p:cNvPr>
          <p:cNvSpPr/>
          <p:nvPr/>
        </p:nvSpPr>
        <p:spPr>
          <a:xfrm>
            <a:off x="3757802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F4FD20A-BB92-A510-1151-6628E3CFB052}"/>
              </a:ext>
            </a:extLst>
          </p:cNvPr>
          <p:cNvSpPr/>
          <p:nvPr/>
        </p:nvSpPr>
        <p:spPr>
          <a:xfrm>
            <a:off x="4222885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E4E2070-9A99-D809-05F1-3B70E250AB8C}"/>
              </a:ext>
            </a:extLst>
          </p:cNvPr>
          <p:cNvSpPr/>
          <p:nvPr/>
        </p:nvSpPr>
        <p:spPr>
          <a:xfrm>
            <a:off x="964380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18FCD77-2BEB-BEC3-1FFA-26A357B4B170}"/>
              </a:ext>
            </a:extLst>
          </p:cNvPr>
          <p:cNvSpPr/>
          <p:nvPr/>
        </p:nvSpPr>
        <p:spPr>
          <a:xfrm>
            <a:off x="805578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E76FDD6-AF0F-AB6A-4F22-6D2A71B3CC82}"/>
              </a:ext>
            </a:extLst>
          </p:cNvPr>
          <p:cNvSpPr/>
          <p:nvPr/>
        </p:nvSpPr>
        <p:spPr>
          <a:xfrm>
            <a:off x="382059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2ED0EB-2E38-1F9C-6204-F2852D87ADFD}"/>
              </a:ext>
            </a:extLst>
          </p:cNvPr>
          <p:cNvSpPr/>
          <p:nvPr/>
        </p:nvSpPr>
        <p:spPr>
          <a:xfrm>
            <a:off x="2335120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AB795B-3074-686D-AE11-3D552E608E01}"/>
              </a:ext>
            </a:extLst>
          </p:cNvPr>
          <p:cNvSpPr/>
          <p:nvPr/>
        </p:nvSpPr>
        <p:spPr>
          <a:xfrm>
            <a:off x="191160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65E7B4-049B-0B91-0916-3298173411EA}"/>
              </a:ext>
            </a:extLst>
          </p:cNvPr>
          <p:cNvSpPr/>
          <p:nvPr/>
        </p:nvSpPr>
        <p:spPr>
          <a:xfrm>
            <a:off x="2486388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EF3A99-97B3-F08F-E4CB-257E767948C6}"/>
              </a:ext>
            </a:extLst>
          </p:cNvPr>
          <p:cNvSpPr/>
          <p:nvPr/>
        </p:nvSpPr>
        <p:spPr>
          <a:xfrm>
            <a:off x="295147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51212345-60DE-870A-B51F-974AB641FDCA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A1A32-F999-3C3A-D0CB-6FB4526BA07C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F2B5B-B65F-28E3-9036-61D4C86FFB4D}"/>
              </a:ext>
            </a:extLst>
          </p:cNvPr>
          <p:cNvSpPr txBox="1"/>
          <p:nvPr/>
        </p:nvSpPr>
        <p:spPr>
          <a:xfrm>
            <a:off x="832751" y="292153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AEA375A5-C496-2669-8E47-60F4372401D9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A906DE2-3E5E-5715-8643-8088F0A14B2D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4F81A-C37D-B8B7-C493-174356C5BAA9}"/>
              </a:ext>
            </a:extLst>
          </p:cNvPr>
          <p:cNvSpPr txBox="1"/>
          <p:nvPr/>
        </p:nvSpPr>
        <p:spPr>
          <a:xfrm>
            <a:off x="2835118" y="2628791"/>
            <a:ext cx="3914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</a:t>
            </a:r>
            <a:endParaRPr lang="en-US" sz="1400" dirty="0"/>
          </a:p>
          <a:p>
            <a:r>
              <a:rPr lang="ru-RU" sz="1400" dirty="0"/>
              <a:t> натыйжалар</a:t>
            </a:r>
            <a:r>
              <a:rPr lang="ky-KG" sz="1400" dirty="0"/>
              <a:t>ды</a:t>
            </a:r>
            <a:r>
              <a:rPr lang="ru-RU" sz="1400" dirty="0"/>
              <a:t> эсептей</a:t>
            </a:r>
          </a:p>
          <a:p>
            <a:r>
              <a:rPr lang="ru-RU" sz="1400" dirty="0"/>
              <a:t> алдыңбы?</a:t>
            </a:r>
            <a:endParaRPr lang="en-US" sz="1400" dirty="0"/>
          </a:p>
          <a:p>
            <a:pPr algn="ctr"/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533905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618DF69E-9A67-2CD5-F572-950FA8A3084D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C8F27C8-9FA2-5A2F-5884-0818AB9F0DB1}"/>
              </a:ext>
            </a:extLst>
          </p:cNvPr>
          <p:cNvSpPr txBox="1"/>
          <p:nvPr/>
        </p:nvSpPr>
        <p:spPr>
          <a:xfrm>
            <a:off x="1374776" y="139586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BDEF57D5-6276-DB32-787A-C39757240C3A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7B0EB4E-0845-EFB4-5E90-8687D183C365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8209125-D247-6C52-A4D4-FFCEB6E09CC0}"/>
              </a:ext>
            </a:extLst>
          </p:cNvPr>
          <p:cNvSpPr txBox="1"/>
          <p:nvPr/>
        </p:nvSpPr>
        <p:spPr>
          <a:xfrm>
            <a:off x="823675" y="403559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F3C115A-EE6B-ECD9-DF56-CA4ED8BF90DA}"/>
              </a:ext>
            </a:extLst>
          </p:cNvPr>
          <p:cNvSpPr txBox="1"/>
          <p:nvPr/>
        </p:nvSpPr>
        <p:spPr>
          <a:xfrm>
            <a:off x="791952" y="293546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04" name="Star: 5 Points 103">
            <a:extLst>
              <a:ext uri="{FF2B5EF4-FFF2-40B4-BE49-F238E27FC236}">
                <a16:creationId xmlns:a16="http://schemas.microsoft.com/office/drawing/2014/main" id="{681B3731-F78E-904E-F66F-BF748E082E73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BDE24A2E-4442-BDDC-DC7F-32D795F7CBDC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8C9B757-B404-6AA8-9041-05439736A2A8}"/>
              </a:ext>
            </a:extLst>
          </p:cNvPr>
          <p:cNvSpPr txBox="1"/>
          <p:nvPr/>
        </p:nvSpPr>
        <p:spPr>
          <a:xfrm>
            <a:off x="3018064" y="264145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11331AA-833E-676A-A883-CFAC0FA34B6A}"/>
              </a:ext>
            </a:extLst>
          </p:cNvPr>
          <p:cNvSpPr txBox="1"/>
          <p:nvPr/>
        </p:nvSpPr>
        <p:spPr>
          <a:xfrm>
            <a:off x="127196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99B3049-2604-FDE0-F7BD-34D2B365AEFB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A0AF74F-25B8-C519-ABB0-82EFE75C8709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C3BB59DD-B273-804E-D7B4-F0206FCE474E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B6DC83B-2269-FE2A-BF9C-F13121D08309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78C0AA0-7461-0BCE-F676-D4EBFED2F59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F3F4C72-EC54-DC70-95F4-F6824570249B}"/>
              </a:ext>
            </a:extLst>
          </p:cNvPr>
          <p:cNvGrpSpPr/>
          <p:nvPr/>
        </p:nvGrpSpPr>
        <p:grpSpPr>
          <a:xfrm>
            <a:off x="189628" y="1169320"/>
            <a:ext cx="995182" cy="769441"/>
            <a:chOff x="1722120" y="1169320"/>
            <a:chExt cx="995182" cy="769441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C45AABC-89C4-F1D4-C4F7-4B1814E2238B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80D8DD7F-EB1F-6D89-958B-6956927D6AEE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9FDA5D3-BCF4-0897-7A19-CAC867B3D59F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82B6C26-C408-A861-E838-7A8B766E91B1}"/>
              </a:ext>
            </a:extLst>
          </p:cNvPr>
          <p:cNvGrpSpPr/>
          <p:nvPr/>
        </p:nvGrpSpPr>
        <p:grpSpPr>
          <a:xfrm>
            <a:off x="3257023" y="1169320"/>
            <a:ext cx="1423038" cy="769441"/>
            <a:chOff x="3257023" y="1169320"/>
            <a:chExt cx="1423038" cy="769441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72833CA-D388-80B6-0DC7-68EBDBE37B16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43DFDDD6-575C-B432-4086-5A9F59453C03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718C5693-A773-D7D0-3A07-71B9F9065D14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8313563-C7E3-5A94-7572-BD7F1F598EC7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3363FC4-CEE8-29F2-8F8A-2B9A6D8E39D4}"/>
              </a:ext>
            </a:extLst>
          </p:cNvPr>
          <p:cNvSpPr/>
          <p:nvPr/>
        </p:nvSpPr>
        <p:spPr>
          <a:xfrm>
            <a:off x="4985545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6F4BD6C-353F-B437-7AA8-1DD82FEB846F}"/>
              </a:ext>
            </a:extLst>
          </p:cNvPr>
          <p:cNvSpPr txBox="1"/>
          <p:nvPr/>
        </p:nvSpPr>
        <p:spPr>
          <a:xfrm>
            <a:off x="6352701" y="139586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2B79D065-9C22-15E7-0C22-25A7A8312231}"/>
              </a:ext>
            </a:extLst>
          </p:cNvPr>
          <p:cNvSpPr/>
          <p:nvPr/>
        </p:nvSpPr>
        <p:spPr>
          <a:xfrm>
            <a:off x="5456461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B4A5D05-4BCB-D381-F34F-D91DED8E8D96}"/>
              </a:ext>
            </a:extLst>
          </p:cNvPr>
          <p:cNvSpPr txBox="1"/>
          <p:nvPr/>
        </p:nvSpPr>
        <p:spPr>
          <a:xfrm>
            <a:off x="5792553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AFC196D-091F-F3EF-36A8-C7503BEC5EEE}"/>
              </a:ext>
            </a:extLst>
          </p:cNvPr>
          <p:cNvSpPr txBox="1"/>
          <p:nvPr/>
        </p:nvSpPr>
        <p:spPr>
          <a:xfrm>
            <a:off x="5801600" y="403559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4E575CD-DA27-0F04-4A1E-50B27F885EC5}"/>
              </a:ext>
            </a:extLst>
          </p:cNvPr>
          <p:cNvSpPr txBox="1"/>
          <p:nvPr/>
        </p:nvSpPr>
        <p:spPr>
          <a:xfrm>
            <a:off x="5769877" y="293546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32" name="Star: 5 Points 131">
            <a:extLst>
              <a:ext uri="{FF2B5EF4-FFF2-40B4-BE49-F238E27FC236}">
                <a16:creationId xmlns:a16="http://schemas.microsoft.com/office/drawing/2014/main" id="{DF443F95-FAE0-E802-225B-7620FCB9A146}"/>
              </a:ext>
            </a:extLst>
          </p:cNvPr>
          <p:cNvSpPr/>
          <p:nvPr/>
        </p:nvSpPr>
        <p:spPr>
          <a:xfrm>
            <a:off x="5456461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Star: 5 Points 132">
            <a:extLst>
              <a:ext uri="{FF2B5EF4-FFF2-40B4-BE49-F238E27FC236}">
                <a16:creationId xmlns:a16="http://schemas.microsoft.com/office/drawing/2014/main" id="{DACECD45-5FD6-730A-192F-D856451D9561}"/>
              </a:ext>
            </a:extLst>
          </p:cNvPr>
          <p:cNvSpPr/>
          <p:nvPr/>
        </p:nvSpPr>
        <p:spPr>
          <a:xfrm>
            <a:off x="5117371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B190FE9-F14C-10B4-4CE1-A224AECEF0D1}"/>
              </a:ext>
            </a:extLst>
          </p:cNvPr>
          <p:cNvSpPr txBox="1"/>
          <p:nvPr/>
        </p:nvSpPr>
        <p:spPr>
          <a:xfrm>
            <a:off x="7995989" y="264145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87670FA-5794-42C1-9986-41A247C39E25}"/>
              </a:ext>
            </a:extLst>
          </p:cNvPr>
          <p:cNvSpPr txBox="1"/>
          <p:nvPr/>
        </p:nvSpPr>
        <p:spPr>
          <a:xfrm>
            <a:off x="6249892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A7ACAE7-DFFA-DB4F-CE0F-AABF0363E5E4}"/>
              </a:ext>
            </a:extLst>
          </p:cNvPr>
          <p:cNvSpPr txBox="1"/>
          <p:nvPr/>
        </p:nvSpPr>
        <p:spPr>
          <a:xfrm>
            <a:off x="7783590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7E097C7-5AFD-4A8D-D409-D5AA7C0094D0}"/>
              </a:ext>
            </a:extLst>
          </p:cNvPr>
          <p:cNvGrpSpPr/>
          <p:nvPr/>
        </p:nvGrpSpPr>
        <p:grpSpPr>
          <a:xfrm>
            <a:off x="6701251" y="1169320"/>
            <a:ext cx="995182" cy="769441"/>
            <a:chOff x="1722120" y="1169320"/>
            <a:chExt cx="995182" cy="769441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8EE0150-26F5-E459-0298-60D8B298D0CB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993B9E6-339A-C4BD-0D99-618B71E7D49D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B222F169-93F3-D006-642C-B890B77B1DB6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D0EBDF6-70D2-3A78-D3BB-804AF85065CE}"/>
              </a:ext>
            </a:extLst>
          </p:cNvPr>
          <p:cNvGrpSpPr/>
          <p:nvPr/>
        </p:nvGrpSpPr>
        <p:grpSpPr>
          <a:xfrm>
            <a:off x="5167553" y="1169320"/>
            <a:ext cx="995182" cy="769441"/>
            <a:chOff x="1722120" y="1169320"/>
            <a:chExt cx="995182" cy="769441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5F856F3-E89F-F9CA-EBCB-DEAB1CFEC474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C2168C0-A82A-98F9-B120-D8EA101CEAB3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4306CA7-EBDA-10F3-37A0-C0BEA9C5B901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33FC8D8-4998-6003-00A9-BF839F63163A}"/>
              </a:ext>
            </a:extLst>
          </p:cNvPr>
          <p:cNvGrpSpPr/>
          <p:nvPr/>
        </p:nvGrpSpPr>
        <p:grpSpPr>
          <a:xfrm>
            <a:off x="8234948" y="1169320"/>
            <a:ext cx="1423038" cy="769441"/>
            <a:chOff x="3257023" y="1169320"/>
            <a:chExt cx="1423038" cy="76944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A5D6DFA-1E5F-2D46-3E54-AFDBB55F40B5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EAF6D1E0-0EC6-9698-CB83-0B22BB3DC26C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5F9A6189-D57F-213E-011B-5C9CCC4CDC38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808E2474-61C1-82EC-F8BB-A1FBF36435D7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D41803CA-B728-3B40-9033-D0152E26D508}"/>
              </a:ext>
            </a:extLst>
          </p:cNvPr>
          <p:cNvSpPr/>
          <p:nvPr/>
        </p:nvSpPr>
        <p:spPr>
          <a:xfrm>
            <a:off x="7620" y="3557327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AB0A91F-E2EC-CEDC-A29B-36B2D1569430}"/>
              </a:ext>
            </a:extLst>
          </p:cNvPr>
          <p:cNvSpPr txBox="1"/>
          <p:nvPr/>
        </p:nvSpPr>
        <p:spPr>
          <a:xfrm>
            <a:off x="1374776" y="356991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6D629F0C-E77F-074A-363F-BC9B01AB655E}"/>
              </a:ext>
            </a:extLst>
          </p:cNvPr>
          <p:cNvSpPr/>
          <p:nvPr/>
        </p:nvSpPr>
        <p:spPr>
          <a:xfrm>
            <a:off x="478536" y="607950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ECB23E0-F271-DC38-819F-CD18C3137C30}"/>
              </a:ext>
            </a:extLst>
          </p:cNvPr>
          <p:cNvSpPr txBox="1"/>
          <p:nvPr/>
        </p:nvSpPr>
        <p:spPr>
          <a:xfrm>
            <a:off x="814628" y="6081687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FA7BB0D-E3F3-C2FB-EE5D-C0CB060DC021}"/>
              </a:ext>
            </a:extLst>
          </p:cNvPr>
          <p:cNvSpPr txBox="1"/>
          <p:nvPr/>
        </p:nvSpPr>
        <p:spPr>
          <a:xfrm>
            <a:off x="823675" y="3833886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D09C21F-8059-93F3-218F-3F917F3D1EAF}"/>
              </a:ext>
            </a:extLst>
          </p:cNvPr>
          <p:cNvSpPr txBox="1"/>
          <p:nvPr/>
        </p:nvSpPr>
        <p:spPr>
          <a:xfrm>
            <a:off x="791952" y="6365793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53944533-1277-30AA-DDE1-354DFFAA70B1}"/>
              </a:ext>
            </a:extLst>
          </p:cNvPr>
          <p:cNvSpPr/>
          <p:nvPr/>
        </p:nvSpPr>
        <p:spPr>
          <a:xfrm>
            <a:off x="478536" y="642316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Star: 5 Points 156">
            <a:extLst>
              <a:ext uri="{FF2B5EF4-FFF2-40B4-BE49-F238E27FC236}">
                <a16:creationId xmlns:a16="http://schemas.microsoft.com/office/drawing/2014/main" id="{47D656DA-B4D0-2A27-EB07-CF2A74C602B1}"/>
              </a:ext>
            </a:extLst>
          </p:cNvPr>
          <p:cNvSpPr/>
          <p:nvPr/>
        </p:nvSpPr>
        <p:spPr>
          <a:xfrm>
            <a:off x="139446" y="642316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2A6EAB8-C75A-53BD-C388-F80031DB5FB3}"/>
              </a:ext>
            </a:extLst>
          </p:cNvPr>
          <p:cNvSpPr txBox="1"/>
          <p:nvPr/>
        </p:nvSpPr>
        <p:spPr>
          <a:xfrm>
            <a:off x="3018064" y="6071781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06D1E36-1E52-C869-1C43-E9FDB0A497FE}"/>
              </a:ext>
            </a:extLst>
          </p:cNvPr>
          <p:cNvSpPr txBox="1"/>
          <p:nvPr/>
        </p:nvSpPr>
        <p:spPr>
          <a:xfrm>
            <a:off x="1271967" y="473041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40A8ABC-FF58-C21A-6DC1-B7CD0A3AE5E0}"/>
              </a:ext>
            </a:extLst>
          </p:cNvPr>
          <p:cNvSpPr txBox="1"/>
          <p:nvPr/>
        </p:nvSpPr>
        <p:spPr>
          <a:xfrm>
            <a:off x="2805665" y="473041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2C247B7E-0253-20E4-5575-E1C97FB06B17}"/>
              </a:ext>
            </a:extLst>
          </p:cNvPr>
          <p:cNvGrpSpPr/>
          <p:nvPr/>
        </p:nvGrpSpPr>
        <p:grpSpPr>
          <a:xfrm>
            <a:off x="1723326" y="4599647"/>
            <a:ext cx="995182" cy="769441"/>
            <a:chOff x="1722120" y="1169320"/>
            <a:chExt cx="995182" cy="769441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E08F116C-D73A-9AD0-7E83-D00CDA08D7ED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E471456E-20E4-181C-00FB-8F43D211AB33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250274F1-CABE-2A5F-99F9-9F12EA466FEB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AFE8162F-9495-5278-F93E-972F61C23DD8}"/>
              </a:ext>
            </a:extLst>
          </p:cNvPr>
          <p:cNvGrpSpPr/>
          <p:nvPr/>
        </p:nvGrpSpPr>
        <p:grpSpPr>
          <a:xfrm>
            <a:off x="189628" y="4599647"/>
            <a:ext cx="995182" cy="769441"/>
            <a:chOff x="1722120" y="1169320"/>
            <a:chExt cx="995182" cy="769441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DCFA91B5-F003-B982-98AE-1DA301353212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DFE5E644-A528-9574-69E6-07EA201F53E0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292ECC58-42C2-A0F3-6458-DB87BE162613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A192900F-49E0-4102-C5E6-BE9320155F15}"/>
              </a:ext>
            </a:extLst>
          </p:cNvPr>
          <p:cNvGrpSpPr/>
          <p:nvPr/>
        </p:nvGrpSpPr>
        <p:grpSpPr>
          <a:xfrm>
            <a:off x="3257023" y="4599647"/>
            <a:ext cx="1423038" cy="769441"/>
            <a:chOff x="3257023" y="1169320"/>
            <a:chExt cx="1423038" cy="769441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FA60C412-339E-CE71-EEF8-7945C2934EE5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3E8CAED7-3380-7C83-9BDD-E0DC8CF96DF2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D61A6BCF-C197-AAD9-3C99-0F1843D4D3AC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143ECA9F-25A6-3EF2-A8F9-8D95170E565A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873FC9F6-565F-01A7-906E-D5F0721489EA}"/>
              </a:ext>
            </a:extLst>
          </p:cNvPr>
          <p:cNvSpPr/>
          <p:nvPr/>
        </p:nvSpPr>
        <p:spPr>
          <a:xfrm>
            <a:off x="4984537" y="3546092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A4320BD-E0F5-614C-3F61-7890CA2CE20E}"/>
              </a:ext>
            </a:extLst>
          </p:cNvPr>
          <p:cNvSpPr txBox="1"/>
          <p:nvPr/>
        </p:nvSpPr>
        <p:spPr>
          <a:xfrm>
            <a:off x="6351693" y="355867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76" name="Star: 5 Points 175">
            <a:extLst>
              <a:ext uri="{FF2B5EF4-FFF2-40B4-BE49-F238E27FC236}">
                <a16:creationId xmlns:a16="http://schemas.microsoft.com/office/drawing/2014/main" id="{D0FEE33E-959A-D189-E329-CE5A902CC084}"/>
              </a:ext>
            </a:extLst>
          </p:cNvPr>
          <p:cNvSpPr/>
          <p:nvPr/>
        </p:nvSpPr>
        <p:spPr>
          <a:xfrm>
            <a:off x="5455453" y="6068274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0F243416-1FE0-2620-65C5-D08E912E746C}"/>
              </a:ext>
            </a:extLst>
          </p:cNvPr>
          <p:cNvSpPr txBox="1"/>
          <p:nvPr/>
        </p:nvSpPr>
        <p:spPr>
          <a:xfrm>
            <a:off x="5791545" y="6070452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231B2ECB-59B8-C2D5-F854-80F31757C21D}"/>
              </a:ext>
            </a:extLst>
          </p:cNvPr>
          <p:cNvSpPr txBox="1"/>
          <p:nvPr/>
        </p:nvSpPr>
        <p:spPr>
          <a:xfrm>
            <a:off x="5800592" y="3822651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5CA0215-13C6-3AAC-3A1E-753BE6A91630}"/>
              </a:ext>
            </a:extLst>
          </p:cNvPr>
          <p:cNvSpPr txBox="1"/>
          <p:nvPr/>
        </p:nvSpPr>
        <p:spPr>
          <a:xfrm>
            <a:off x="5768869" y="6354558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80" name="Star: 5 Points 179">
            <a:extLst>
              <a:ext uri="{FF2B5EF4-FFF2-40B4-BE49-F238E27FC236}">
                <a16:creationId xmlns:a16="http://schemas.microsoft.com/office/drawing/2014/main" id="{04B18C83-D892-03A7-0E5D-9E8405907A3C}"/>
              </a:ext>
            </a:extLst>
          </p:cNvPr>
          <p:cNvSpPr/>
          <p:nvPr/>
        </p:nvSpPr>
        <p:spPr>
          <a:xfrm>
            <a:off x="5455453" y="641192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Star: 5 Points 180">
            <a:extLst>
              <a:ext uri="{FF2B5EF4-FFF2-40B4-BE49-F238E27FC236}">
                <a16:creationId xmlns:a16="http://schemas.microsoft.com/office/drawing/2014/main" id="{401FBECE-74BF-D444-6835-E4E8C06F9784}"/>
              </a:ext>
            </a:extLst>
          </p:cNvPr>
          <p:cNvSpPr/>
          <p:nvPr/>
        </p:nvSpPr>
        <p:spPr>
          <a:xfrm>
            <a:off x="5116363" y="641192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3FE5C0A-59FE-0F3B-29AD-7CB5416715EC}"/>
              </a:ext>
            </a:extLst>
          </p:cNvPr>
          <p:cNvSpPr txBox="1"/>
          <p:nvPr/>
        </p:nvSpPr>
        <p:spPr>
          <a:xfrm>
            <a:off x="7994981" y="6060546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7B39A48-34DB-46CD-7780-A9272D672451}"/>
              </a:ext>
            </a:extLst>
          </p:cNvPr>
          <p:cNvSpPr txBox="1"/>
          <p:nvPr/>
        </p:nvSpPr>
        <p:spPr>
          <a:xfrm>
            <a:off x="6248884" y="471918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37B645B-9DE9-38C4-44B0-7600FABB4BA3}"/>
              </a:ext>
            </a:extLst>
          </p:cNvPr>
          <p:cNvSpPr txBox="1"/>
          <p:nvPr/>
        </p:nvSpPr>
        <p:spPr>
          <a:xfrm>
            <a:off x="7782582" y="471918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147E0C8-4721-1DA3-99B5-9021900A913C}"/>
              </a:ext>
            </a:extLst>
          </p:cNvPr>
          <p:cNvGrpSpPr/>
          <p:nvPr/>
        </p:nvGrpSpPr>
        <p:grpSpPr>
          <a:xfrm>
            <a:off x="6700243" y="4588412"/>
            <a:ext cx="995182" cy="769441"/>
            <a:chOff x="1722120" y="1169320"/>
            <a:chExt cx="995182" cy="769441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595D6F24-1322-A05F-660B-5DED927D5C8C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A21DAF32-3D4E-299F-0E45-4713A3755FA6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8DE86A3B-FC99-8852-ABB7-6BA10D15658B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420BEC4A-6AC4-A12F-C17D-6E18D7612CF0}"/>
              </a:ext>
            </a:extLst>
          </p:cNvPr>
          <p:cNvGrpSpPr/>
          <p:nvPr/>
        </p:nvGrpSpPr>
        <p:grpSpPr>
          <a:xfrm>
            <a:off x="5166545" y="4588412"/>
            <a:ext cx="995182" cy="769441"/>
            <a:chOff x="1722120" y="1169320"/>
            <a:chExt cx="995182" cy="769441"/>
          </a:xfrm>
        </p:grpSpPr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C66D3734-E95E-0BAE-D0BB-5E3E6B18598C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22C47E9E-F63B-D8EE-2244-3366E90F677A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4A3B3D70-F635-02DE-AF6A-F85FD1F46DA3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F5820DC-9946-52A2-7E6F-36E37C690652}"/>
              </a:ext>
            </a:extLst>
          </p:cNvPr>
          <p:cNvGrpSpPr/>
          <p:nvPr/>
        </p:nvGrpSpPr>
        <p:grpSpPr>
          <a:xfrm>
            <a:off x="8233940" y="4588412"/>
            <a:ext cx="1423038" cy="769441"/>
            <a:chOff x="3257023" y="1169320"/>
            <a:chExt cx="1423038" cy="769441"/>
          </a:xfrm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815D3542-0EC5-DC90-F9BA-FFA142A650CD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C0B5487B-3FAA-AC53-20B3-63554532A335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818267C1-3B08-8527-222D-DA8B93F24633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CA7355D0-3577-5469-0938-F2FF95447BA1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1050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06230D2A-B507-7346-FD82-EE73D927EA6D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538AF5D-6B0C-EE06-F53B-3D9641D40B81}"/>
              </a:ext>
            </a:extLst>
          </p:cNvPr>
          <p:cNvSpPr txBox="1"/>
          <p:nvPr/>
        </p:nvSpPr>
        <p:spPr>
          <a:xfrm>
            <a:off x="1524861" y="1259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04" name="Star: 5 Points 103">
            <a:extLst>
              <a:ext uri="{FF2B5EF4-FFF2-40B4-BE49-F238E27FC236}">
                <a16:creationId xmlns:a16="http://schemas.microsoft.com/office/drawing/2014/main" id="{1E283373-6FB1-4A24-0EC7-327AC22861D3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FED1C41-76FA-6F41-75A1-8BB61A8535F6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0E6576C-DCE2-D1BF-7008-749DBB53BFC8}"/>
              </a:ext>
            </a:extLst>
          </p:cNvPr>
          <p:cNvSpPr txBox="1"/>
          <p:nvPr/>
        </p:nvSpPr>
        <p:spPr>
          <a:xfrm>
            <a:off x="749433" y="342900"/>
            <a:ext cx="3394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280F094-F338-0BDE-0605-A3A38EE0E591}"/>
              </a:ext>
            </a:extLst>
          </p:cNvPr>
          <p:cNvSpPr txBox="1"/>
          <p:nvPr/>
        </p:nvSpPr>
        <p:spPr>
          <a:xfrm>
            <a:off x="825802" y="2925331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08" name="Star: 5 Points 107">
            <a:extLst>
              <a:ext uri="{FF2B5EF4-FFF2-40B4-BE49-F238E27FC236}">
                <a16:creationId xmlns:a16="http://schemas.microsoft.com/office/drawing/2014/main" id="{7CEF8E92-40E3-F1B6-AE99-E7034280727C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Star: 5 Points 108">
            <a:extLst>
              <a:ext uri="{FF2B5EF4-FFF2-40B4-BE49-F238E27FC236}">
                <a16:creationId xmlns:a16="http://schemas.microsoft.com/office/drawing/2014/main" id="{ED36E252-F211-C2B6-BA2F-05030804EBCB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A8EAF50-4A69-81AB-65EB-0C63AD07E32C}"/>
              </a:ext>
            </a:extLst>
          </p:cNvPr>
          <p:cNvSpPr txBox="1"/>
          <p:nvPr/>
        </p:nvSpPr>
        <p:spPr>
          <a:xfrm>
            <a:off x="3121517" y="261603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37694A8-70FB-3FF4-F97E-E46E88B32F89}"/>
              </a:ext>
            </a:extLst>
          </p:cNvPr>
          <p:cNvSpPr txBox="1"/>
          <p:nvPr/>
        </p:nvSpPr>
        <p:spPr>
          <a:xfrm>
            <a:off x="1321844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44046D4-2219-9CDC-4BBE-A8539F15ACEF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DA74CC5-ACEC-0D08-33AB-9C0D655C6584}"/>
              </a:ext>
            </a:extLst>
          </p:cNvPr>
          <p:cNvSpPr/>
          <p:nvPr/>
        </p:nvSpPr>
        <p:spPr>
          <a:xfrm>
            <a:off x="4312561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83A2756-9977-B786-4A9F-A438BCBDD774}"/>
              </a:ext>
            </a:extLst>
          </p:cNvPr>
          <p:cNvGrpSpPr/>
          <p:nvPr/>
        </p:nvGrpSpPr>
        <p:grpSpPr>
          <a:xfrm>
            <a:off x="243481" y="1298860"/>
            <a:ext cx="949821" cy="553914"/>
            <a:chOff x="243481" y="1298860"/>
            <a:chExt cx="949821" cy="553914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D480AF6-1D46-DF05-559A-AF54D02A63D1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22A6CD2C-B69D-EA1C-469C-EB7F59F53E7E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1B6C28C-C6F3-2AA7-5C93-7825E08C21BA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9E08146-F809-38FA-A431-24345CAF80E9}"/>
              </a:ext>
            </a:extLst>
          </p:cNvPr>
          <p:cNvGrpSpPr/>
          <p:nvPr/>
        </p:nvGrpSpPr>
        <p:grpSpPr>
          <a:xfrm>
            <a:off x="3302564" y="1298860"/>
            <a:ext cx="949821" cy="553914"/>
            <a:chOff x="243481" y="1298860"/>
            <a:chExt cx="949821" cy="553914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7C5A2EE8-6D2A-21CB-BC74-555D34287186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46D0D0C4-1AB1-DAD0-9A1B-A4F7D2D558F4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3A2A3907-AD36-E32D-A1E7-1407DC7ED0AD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0698B42B-1652-BC4D-9ADA-4651063BA925}"/>
              </a:ext>
            </a:extLst>
          </p:cNvPr>
          <p:cNvSpPr/>
          <p:nvPr/>
        </p:nvSpPr>
        <p:spPr>
          <a:xfrm>
            <a:off x="4981404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5738DC9-8667-EA8E-DEBD-E1A057E2D07A}"/>
              </a:ext>
            </a:extLst>
          </p:cNvPr>
          <p:cNvSpPr txBox="1"/>
          <p:nvPr/>
        </p:nvSpPr>
        <p:spPr>
          <a:xfrm>
            <a:off x="6498645" y="1259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24" name="Star: 5 Points 123">
            <a:extLst>
              <a:ext uri="{FF2B5EF4-FFF2-40B4-BE49-F238E27FC236}">
                <a16:creationId xmlns:a16="http://schemas.microsoft.com/office/drawing/2014/main" id="{FF390EAA-B056-EB25-B366-6E11A0347C71}"/>
              </a:ext>
            </a:extLst>
          </p:cNvPr>
          <p:cNvSpPr/>
          <p:nvPr/>
        </p:nvSpPr>
        <p:spPr>
          <a:xfrm>
            <a:off x="5452320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79965E9-BC46-B79B-2053-BA927D5E1E10}"/>
              </a:ext>
            </a:extLst>
          </p:cNvPr>
          <p:cNvSpPr txBox="1"/>
          <p:nvPr/>
        </p:nvSpPr>
        <p:spPr>
          <a:xfrm>
            <a:off x="5788412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0F66988-B6F3-2FA7-E5D9-BFA5F71F11C7}"/>
              </a:ext>
            </a:extLst>
          </p:cNvPr>
          <p:cNvSpPr txBox="1"/>
          <p:nvPr/>
        </p:nvSpPr>
        <p:spPr>
          <a:xfrm>
            <a:off x="5723217" y="342900"/>
            <a:ext cx="3394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ADE5CAD-614E-C2B6-3333-63F4D03F61BA}"/>
              </a:ext>
            </a:extLst>
          </p:cNvPr>
          <p:cNvSpPr txBox="1"/>
          <p:nvPr/>
        </p:nvSpPr>
        <p:spPr>
          <a:xfrm>
            <a:off x="5799586" y="2925331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6091FB0E-F5A3-1B69-B4C9-32F3E2C0A531}"/>
              </a:ext>
            </a:extLst>
          </p:cNvPr>
          <p:cNvSpPr/>
          <p:nvPr/>
        </p:nvSpPr>
        <p:spPr>
          <a:xfrm>
            <a:off x="5452320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Star: 5 Points 128">
            <a:extLst>
              <a:ext uri="{FF2B5EF4-FFF2-40B4-BE49-F238E27FC236}">
                <a16:creationId xmlns:a16="http://schemas.microsoft.com/office/drawing/2014/main" id="{AD2C900C-011C-A4D4-0F9D-AB2D4EC8AE49}"/>
              </a:ext>
            </a:extLst>
          </p:cNvPr>
          <p:cNvSpPr/>
          <p:nvPr/>
        </p:nvSpPr>
        <p:spPr>
          <a:xfrm>
            <a:off x="5113230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EBC9577-9FCA-58BD-4D2F-DE155621BDD7}"/>
              </a:ext>
            </a:extLst>
          </p:cNvPr>
          <p:cNvSpPr txBox="1"/>
          <p:nvPr/>
        </p:nvSpPr>
        <p:spPr>
          <a:xfrm>
            <a:off x="8095301" y="261603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E2A9431-2AB3-2413-9274-C27B1F2EEC5C}"/>
              </a:ext>
            </a:extLst>
          </p:cNvPr>
          <p:cNvSpPr txBox="1"/>
          <p:nvPr/>
        </p:nvSpPr>
        <p:spPr>
          <a:xfrm>
            <a:off x="6295628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9CB04AD-8BA3-DA9C-DE24-8776EC70460F}"/>
              </a:ext>
            </a:extLst>
          </p:cNvPr>
          <p:cNvSpPr txBox="1"/>
          <p:nvPr/>
        </p:nvSpPr>
        <p:spPr>
          <a:xfrm>
            <a:off x="7779449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7EBCB11-3425-82C4-8CE5-2F932E1B8912}"/>
              </a:ext>
            </a:extLst>
          </p:cNvPr>
          <p:cNvSpPr/>
          <p:nvPr/>
        </p:nvSpPr>
        <p:spPr>
          <a:xfrm>
            <a:off x="9286345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378C88C6-2CD2-6802-8E4E-700BEB6F8750}"/>
              </a:ext>
            </a:extLst>
          </p:cNvPr>
          <p:cNvGrpSpPr/>
          <p:nvPr/>
        </p:nvGrpSpPr>
        <p:grpSpPr>
          <a:xfrm>
            <a:off x="5217265" y="1298860"/>
            <a:ext cx="949821" cy="553914"/>
            <a:chOff x="243481" y="1298860"/>
            <a:chExt cx="949821" cy="553914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E3C1645-55E2-1F2C-65C2-D2069CA25DF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04CEB576-7B58-5224-901E-864FDB42D67B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A53924E-E5A6-8B08-EC77-5D910D594EDC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1065E80-06C8-9FC4-86E1-7C3D7513DE84}"/>
              </a:ext>
            </a:extLst>
          </p:cNvPr>
          <p:cNvGrpSpPr/>
          <p:nvPr/>
        </p:nvGrpSpPr>
        <p:grpSpPr>
          <a:xfrm>
            <a:off x="8276348" y="1298860"/>
            <a:ext cx="949821" cy="553914"/>
            <a:chOff x="243481" y="1298860"/>
            <a:chExt cx="949821" cy="553914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96D255E9-69DB-5601-22D1-FE96DF5F6D89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B4D513B4-5232-0844-4B8A-760FE282265B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57A1FE31-7358-2091-EFB3-419B813A6F1F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DEAF2F51-E334-4B71-B658-8D36B36C2679}"/>
              </a:ext>
            </a:extLst>
          </p:cNvPr>
          <p:cNvSpPr/>
          <p:nvPr/>
        </p:nvSpPr>
        <p:spPr>
          <a:xfrm>
            <a:off x="7620" y="3583354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852597C-E030-6933-1DD6-364DDC23EE50}"/>
              </a:ext>
            </a:extLst>
          </p:cNvPr>
          <p:cNvSpPr txBox="1"/>
          <p:nvPr/>
        </p:nvSpPr>
        <p:spPr>
          <a:xfrm>
            <a:off x="1524861" y="358230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44" name="Star: 5 Points 143">
            <a:extLst>
              <a:ext uri="{FF2B5EF4-FFF2-40B4-BE49-F238E27FC236}">
                <a16:creationId xmlns:a16="http://schemas.microsoft.com/office/drawing/2014/main" id="{D99208BF-4E20-1A22-2359-F98F9FD0844C}"/>
              </a:ext>
            </a:extLst>
          </p:cNvPr>
          <p:cNvSpPr/>
          <p:nvPr/>
        </p:nvSpPr>
        <p:spPr>
          <a:xfrm>
            <a:off x="478536" y="610553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E628DD15-9D20-FCB1-5EAA-5A1CB6777805}"/>
              </a:ext>
            </a:extLst>
          </p:cNvPr>
          <p:cNvSpPr txBox="1"/>
          <p:nvPr/>
        </p:nvSpPr>
        <p:spPr>
          <a:xfrm>
            <a:off x="814628" y="6107714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708177A-5DCF-C9B8-3AD2-BEEA48BBC2A7}"/>
              </a:ext>
            </a:extLst>
          </p:cNvPr>
          <p:cNvSpPr txBox="1"/>
          <p:nvPr/>
        </p:nvSpPr>
        <p:spPr>
          <a:xfrm>
            <a:off x="749433" y="3799254"/>
            <a:ext cx="3394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38D4935-A9DE-37B3-B3F7-F87095D0A517}"/>
              </a:ext>
            </a:extLst>
          </p:cNvPr>
          <p:cNvSpPr txBox="1"/>
          <p:nvPr/>
        </p:nvSpPr>
        <p:spPr>
          <a:xfrm>
            <a:off x="825802" y="6381685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A12EA7C2-55D3-03F5-63FB-39434AC11B77}"/>
              </a:ext>
            </a:extLst>
          </p:cNvPr>
          <p:cNvSpPr/>
          <p:nvPr/>
        </p:nvSpPr>
        <p:spPr>
          <a:xfrm>
            <a:off x="478536" y="644918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9" name="Star: 5 Points 148">
            <a:extLst>
              <a:ext uri="{FF2B5EF4-FFF2-40B4-BE49-F238E27FC236}">
                <a16:creationId xmlns:a16="http://schemas.microsoft.com/office/drawing/2014/main" id="{C72F8C4C-2C56-79C6-D82F-26A080D04146}"/>
              </a:ext>
            </a:extLst>
          </p:cNvPr>
          <p:cNvSpPr/>
          <p:nvPr/>
        </p:nvSpPr>
        <p:spPr>
          <a:xfrm>
            <a:off x="139446" y="644918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B39D050-306A-17A7-DCC6-E0052EABB899}"/>
              </a:ext>
            </a:extLst>
          </p:cNvPr>
          <p:cNvSpPr txBox="1"/>
          <p:nvPr/>
        </p:nvSpPr>
        <p:spPr>
          <a:xfrm>
            <a:off x="3121517" y="6072386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7AAFFB2-0EB8-698B-A16A-96F8F11692F5}"/>
              </a:ext>
            </a:extLst>
          </p:cNvPr>
          <p:cNvSpPr txBox="1"/>
          <p:nvPr/>
        </p:nvSpPr>
        <p:spPr>
          <a:xfrm>
            <a:off x="1321844" y="475644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C915AC2-79D3-F8A4-78EF-369671F8D221}"/>
              </a:ext>
            </a:extLst>
          </p:cNvPr>
          <p:cNvSpPr txBox="1"/>
          <p:nvPr/>
        </p:nvSpPr>
        <p:spPr>
          <a:xfrm>
            <a:off x="2805665" y="475644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B20BAD2-F50A-3D1F-11E7-7B8A4C9CC20A}"/>
              </a:ext>
            </a:extLst>
          </p:cNvPr>
          <p:cNvSpPr/>
          <p:nvPr/>
        </p:nvSpPr>
        <p:spPr>
          <a:xfrm>
            <a:off x="4312561" y="475521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13AD6856-1EE3-4BC7-6C20-D038CDA3C555}"/>
              </a:ext>
            </a:extLst>
          </p:cNvPr>
          <p:cNvGrpSpPr/>
          <p:nvPr/>
        </p:nvGrpSpPr>
        <p:grpSpPr>
          <a:xfrm>
            <a:off x="243481" y="4755214"/>
            <a:ext cx="949821" cy="553914"/>
            <a:chOff x="243481" y="1298860"/>
            <a:chExt cx="949821" cy="553914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D53563A7-E5EB-4D34-ED90-AE067298CD21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6278B060-8DD3-C2C0-3113-0958043EB744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E9F072AB-FCCB-21C2-0311-2A34B83558CC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2D09699-54CD-9AF5-50B0-431CF926B60C}"/>
              </a:ext>
            </a:extLst>
          </p:cNvPr>
          <p:cNvGrpSpPr/>
          <p:nvPr/>
        </p:nvGrpSpPr>
        <p:grpSpPr>
          <a:xfrm>
            <a:off x="3302564" y="4755214"/>
            <a:ext cx="949821" cy="553914"/>
            <a:chOff x="243481" y="1298860"/>
            <a:chExt cx="949821" cy="553914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C99A296C-84EA-B004-0801-167192F5A173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892BC9BD-4729-732C-0E89-C58F98836AF4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F50E3D39-1EC1-622A-6EF4-68B7FA946774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873D6F01-CF33-8B1D-E1A0-5F34556109C5}"/>
              </a:ext>
            </a:extLst>
          </p:cNvPr>
          <p:cNvSpPr/>
          <p:nvPr/>
        </p:nvSpPr>
        <p:spPr>
          <a:xfrm>
            <a:off x="4981404" y="3592564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3A40CD2-A69B-DD8E-9620-3FFB75F81933}"/>
              </a:ext>
            </a:extLst>
          </p:cNvPr>
          <p:cNvSpPr txBox="1"/>
          <p:nvPr/>
        </p:nvSpPr>
        <p:spPr>
          <a:xfrm>
            <a:off x="6498645" y="359151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4" name="Star: 5 Points 163">
            <a:extLst>
              <a:ext uri="{FF2B5EF4-FFF2-40B4-BE49-F238E27FC236}">
                <a16:creationId xmlns:a16="http://schemas.microsoft.com/office/drawing/2014/main" id="{AAFE4B55-E4DE-0B15-A7F8-B34B524C3874}"/>
              </a:ext>
            </a:extLst>
          </p:cNvPr>
          <p:cNvSpPr/>
          <p:nvPr/>
        </p:nvSpPr>
        <p:spPr>
          <a:xfrm>
            <a:off x="5452320" y="611474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6B48268-16B4-99DB-937C-1B9B0DD5128C}"/>
              </a:ext>
            </a:extLst>
          </p:cNvPr>
          <p:cNvSpPr txBox="1"/>
          <p:nvPr/>
        </p:nvSpPr>
        <p:spPr>
          <a:xfrm>
            <a:off x="5788412" y="6116924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1AC5D16-6B7C-ED6F-E826-F5E4BC3F8A18}"/>
              </a:ext>
            </a:extLst>
          </p:cNvPr>
          <p:cNvSpPr txBox="1"/>
          <p:nvPr/>
        </p:nvSpPr>
        <p:spPr>
          <a:xfrm>
            <a:off x="5723217" y="3808464"/>
            <a:ext cx="3394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F5A626F-2175-5D75-439F-5B8CFB13A568}"/>
              </a:ext>
            </a:extLst>
          </p:cNvPr>
          <p:cNvSpPr txBox="1"/>
          <p:nvPr/>
        </p:nvSpPr>
        <p:spPr>
          <a:xfrm>
            <a:off x="5799586" y="6390895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68" name="Star: 5 Points 167">
            <a:extLst>
              <a:ext uri="{FF2B5EF4-FFF2-40B4-BE49-F238E27FC236}">
                <a16:creationId xmlns:a16="http://schemas.microsoft.com/office/drawing/2014/main" id="{0891C2D8-8C5A-9E49-C2E2-449485CCE247}"/>
              </a:ext>
            </a:extLst>
          </p:cNvPr>
          <p:cNvSpPr/>
          <p:nvPr/>
        </p:nvSpPr>
        <p:spPr>
          <a:xfrm>
            <a:off x="5452320" y="645839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F78D3876-423D-3245-BB88-799DF1D1A8C4}"/>
              </a:ext>
            </a:extLst>
          </p:cNvPr>
          <p:cNvSpPr/>
          <p:nvPr/>
        </p:nvSpPr>
        <p:spPr>
          <a:xfrm>
            <a:off x="5113230" y="645839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45372B6-3E9E-3FAF-1707-2045BAE0E964}"/>
              </a:ext>
            </a:extLst>
          </p:cNvPr>
          <p:cNvSpPr txBox="1"/>
          <p:nvPr/>
        </p:nvSpPr>
        <p:spPr>
          <a:xfrm>
            <a:off x="8095301" y="6081596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B03BE0E4-A6FF-9430-1296-082BA16AAC22}"/>
              </a:ext>
            </a:extLst>
          </p:cNvPr>
          <p:cNvSpPr txBox="1"/>
          <p:nvPr/>
        </p:nvSpPr>
        <p:spPr>
          <a:xfrm>
            <a:off x="6295628" y="476565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4D27FDF7-8A92-23F2-D295-8FA072B0294F}"/>
              </a:ext>
            </a:extLst>
          </p:cNvPr>
          <p:cNvSpPr txBox="1"/>
          <p:nvPr/>
        </p:nvSpPr>
        <p:spPr>
          <a:xfrm>
            <a:off x="7779449" y="476565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5698F01-DC6F-AFCE-1C46-4774BEE6064A}"/>
              </a:ext>
            </a:extLst>
          </p:cNvPr>
          <p:cNvSpPr/>
          <p:nvPr/>
        </p:nvSpPr>
        <p:spPr>
          <a:xfrm>
            <a:off x="9286345" y="476442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DE36697-E546-716F-9051-1277C2AD035E}"/>
              </a:ext>
            </a:extLst>
          </p:cNvPr>
          <p:cNvGrpSpPr/>
          <p:nvPr/>
        </p:nvGrpSpPr>
        <p:grpSpPr>
          <a:xfrm>
            <a:off x="5217265" y="4764424"/>
            <a:ext cx="949821" cy="553914"/>
            <a:chOff x="243481" y="1298860"/>
            <a:chExt cx="949821" cy="553914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A5A7CB4A-13E3-113A-21A2-B25AF442718F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04A461F3-72F5-CAB8-BF3B-84997C6BB9B3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EF07548E-10EC-5BF6-ED20-164B79D4C170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C0DA0C82-354A-61F6-E893-187256A78527}"/>
              </a:ext>
            </a:extLst>
          </p:cNvPr>
          <p:cNvGrpSpPr/>
          <p:nvPr/>
        </p:nvGrpSpPr>
        <p:grpSpPr>
          <a:xfrm>
            <a:off x="8276348" y="4764424"/>
            <a:ext cx="949821" cy="553914"/>
            <a:chOff x="243481" y="1298860"/>
            <a:chExt cx="949821" cy="553914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33F7CCD1-4F2E-180D-0AAD-0150640856FE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9F720265-4E65-26B0-8D06-113DC46EB198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2B492667-AA12-7F40-DDDB-A59DF4951FAA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1433249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23E5117F-EE07-8519-EB0E-7AF3724BEAC9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F719758-1705-80D6-81E3-FC583680AA95}"/>
              </a:ext>
            </a:extLst>
          </p:cNvPr>
          <p:cNvSpPr txBox="1"/>
          <p:nvPr/>
        </p:nvSpPr>
        <p:spPr>
          <a:xfrm>
            <a:off x="1474118" y="1259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96" name="Star: 5 Points 95">
            <a:extLst>
              <a:ext uri="{FF2B5EF4-FFF2-40B4-BE49-F238E27FC236}">
                <a16:creationId xmlns:a16="http://schemas.microsoft.com/office/drawing/2014/main" id="{8C7C692E-4151-202F-CDAF-DD40AFB0FAD8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2E9B7B8-ABEE-5644-6575-D7A485466955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15B811E-1253-C0AC-D26D-6CDC1349E118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63BCD1E-1180-B1A4-1925-2AC0BE0BC3CC}"/>
              </a:ext>
            </a:extLst>
          </p:cNvPr>
          <p:cNvSpPr txBox="1"/>
          <p:nvPr/>
        </p:nvSpPr>
        <p:spPr>
          <a:xfrm>
            <a:off x="799165" y="290718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DE343A7D-2E2A-04B0-5FA7-595FAA9E64AB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Star: 5 Points 100">
            <a:extLst>
              <a:ext uri="{FF2B5EF4-FFF2-40B4-BE49-F238E27FC236}">
                <a16:creationId xmlns:a16="http://schemas.microsoft.com/office/drawing/2014/main" id="{D5E20636-8315-8C2E-AE77-5CDA48B98E17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65A7553-3108-4AB0-A2AC-5AF922D41025}"/>
              </a:ext>
            </a:extLst>
          </p:cNvPr>
          <p:cNvSpPr txBox="1"/>
          <p:nvPr/>
        </p:nvSpPr>
        <p:spPr>
          <a:xfrm>
            <a:off x="3088697" y="264918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8DC730E-79CE-B5E9-0258-C8336266C569}"/>
              </a:ext>
            </a:extLst>
          </p:cNvPr>
          <p:cNvSpPr txBox="1"/>
          <p:nvPr/>
        </p:nvSpPr>
        <p:spPr>
          <a:xfrm>
            <a:off x="1574919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D36A2CF-070E-34DF-985A-69C1A25191FB}"/>
              </a:ext>
            </a:extLst>
          </p:cNvPr>
          <p:cNvSpPr txBox="1"/>
          <p:nvPr/>
        </p:nvSpPr>
        <p:spPr>
          <a:xfrm>
            <a:off x="30712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2C27064-CD0C-9B5D-94AE-18C2162D0EBC}"/>
              </a:ext>
            </a:extLst>
          </p:cNvPr>
          <p:cNvGrpSpPr/>
          <p:nvPr/>
        </p:nvGrpSpPr>
        <p:grpSpPr>
          <a:xfrm>
            <a:off x="3503919" y="1298860"/>
            <a:ext cx="832583" cy="553914"/>
            <a:chOff x="3503919" y="1298860"/>
            <a:chExt cx="832583" cy="553914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DA8C7C6-7BCA-6562-F529-A06C40269296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769022DC-08AD-8087-FA9E-2F772A68847B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EA72125-D3EB-DA92-2F18-6EDA025CC8C8}"/>
              </a:ext>
            </a:extLst>
          </p:cNvPr>
          <p:cNvGrpSpPr/>
          <p:nvPr/>
        </p:nvGrpSpPr>
        <p:grpSpPr>
          <a:xfrm>
            <a:off x="556627" y="1298860"/>
            <a:ext cx="949821" cy="553914"/>
            <a:chOff x="556627" y="1298860"/>
            <a:chExt cx="949821" cy="553914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81C1867-240C-CDCD-0D6F-6312E706E3BE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42408040-4B8B-2C23-FC43-FA3E39EC9727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EB4A298-4501-38BA-2E52-AC80D413173C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5E3446A-F629-EC52-E9D2-E72D63E20439}"/>
              </a:ext>
            </a:extLst>
          </p:cNvPr>
          <p:cNvGrpSpPr/>
          <p:nvPr/>
        </p:nvGrpSpPr>
        <p:grpSpPr>
          <a:xfrm>
            <a:off x="1964729" y="1169320"/>
            <a:ext cx="995182" cy="769441"/>
            <a:chOff x="2035266" y="1169320"/>
            <a:chExt cx="995182" cy="769441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A6177B9-93A7-0B61-50AD-FC7A29F19B1D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36494DCE-3DE3-9A8D-4B72-CEAE551E6D83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371A73EA-CEE9-1893-E860-39DE484198E0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F847BA89-3BD0-6EE2-D821-4922DB493B39}"/>
              </a:ext>
            </a:extLst>
          </p:cNvPr>
          <p:cNvSpPr/>
          <p:nvPr/>
        </p:nvSpPr>
        <p:spPr>
          <a:xfrm>
            <a:off x="4965342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739EBC2-45F0-4DA9-5F18-DE24D5AD9E01}"/>
              </a:ext>
            </a:extLst>
          </p:cNvPr>
          <p:cNvSpPr txBox="1"/>
          <p:nvPr/>
        </p:nvSpPr>
        <p:spPr>
          <a:xfrm>
            <a:off x="6431840" y="1259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18" name="Star: 5 Points 117">
            <a:extLst>
              <a:ext uri="{FF2B5EF4-FFF2-40B4-BE49-F238E27FC236}">
                <a16:creationId xmlns:a16="http://schemas.microsoft.com/office/drawing/2014/main" id="{117F40DB-503E-47BF-3BDB-0D1CF6AC481C}"/>
              </a:ext>
            </a:extLst>
          </p:cNvPr>
          <p:cNvSpPr/>
          <p:nvPr/>
        </p:nvSpPr>
        <p:spPr>
          <a:xfrm>
            <a:off x="5436258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870C67A-B66E-C4CF-78A5-76DD81743633}"/>
              </a:ext>
            </a:extLst>
          </p:cNvPr>
          <p:cNvSpPr txBox="1"/>
          <p:nvPr/>
        </p:nvSpPr>
        <p:spPr>
          <a:xfrm>
            <a:off x="5772350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66B89CC-6D54-843F-5C76-3E33838B9D7A}"/>
              </a:ext>
            </a:extLst>
          </p:cNvPr>
          <p:cNvSpPr txBox="1"/>
          <p:nvPr/>
        </p:nvSpPr>
        <p:spPr>
          <a:xfrm>
            <a:off x="5745595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EB27EC3-30E3-24EF-CD22-3C42FEA7F3D6}"/>
              </a:ext>
            </a:extLst>
          </p:cNvPr>
          <p:cNvSpPr txBox="1"/>
          <p:nvPr/>
        </p:nvSpPr>
        <p:spPr>
          <a:xfrm>
            <a:off x="5756887" y="290718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22" name="Star: 5 Points 121">
            <a:extLst>
              <a:ext uri="{FF2B5EF4-FFF2-40B4-BE49-F238E27FC236}">
                <a16:creationId xmlns:a16="http://schemas.microsoft.com/office/drawing/2014/main" id="{F7BD3C98-65A2-2DF8-36C4-567C945ACE61}"/>
              </a:ext>
            </a:extLst>
          </p:cNvPr>
          <p:cNvSpPr/>
          <p:nvPr/>
        </p:nvSpPr>
        <p:spPr>
          <a:xfrm>
            <a:off x="5436258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3" name="Star: 5 Points 122">
            <a:extLst>
              <a:ext uri="{FF2B5EF4-FFF2-40B4-BE49-F238E27FC236}">
                <a16:creationId xmlns:a16="http://schemas.microsoft.com/office/drawing/2014/main" id="{648C9CA5-4DBF-FD68-ED8D-381767519B91}"/>
              </a:ext>
            </a:extLst>
          </p:cNvPr>
          <p:cNvSpPr/>
          <p:nvPr/>
        </p:nvSpPr>
        <p:spPr>
          <a:xfrm>
            <a:off x="5097168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2A6F30D-544B-511D-1D13-656C7B92B131}"/>
              </a:ext>
            </a:extLst>
          </p:cNvPr>
          <p:cNvSpPr txBox="1"/>
          <p:nvPr/>
        </p:nvSpPr>
        <p:spPr>
          <a:xfrm>
            <a:off x="8046419" y="264918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D05B528-CDDD-2740-A26D-CF66F8A199A3}"/>
              </a:ext>
            </a:extLst>
          </p:cNvPr>
          <p:cNvSpPr txBox="1"/>
          <p:nvPr/>
        </p:nvSpPr>
        <p:spPr>
          <a:xfrm>
            <a:off x="6532641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98866C0-23F4-F4D6-EA5D-228CE3960703}"/>
              </a:ext>
            </a:extLst>
          </p:cNvPr>
          <p:cNvSpPr txBox="1"/>
          <p:nvPr/>
        </p:nvSpPr>
        <p:spPr>
          <a:xfrm>
            <a:off x="802896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3652F1E-0EAE-DD6F-C3B2-E2B57B0ECA16}"/>
              </a:ext>
            </a:extLst>
          </p:cNvPr>
          <p:cNvGrpSpPr/>
          <p:nvPr/>
        </p:nvGrpSpPr>
        <p:grpSpPr>
          <a:xfrm>
            <a:off x="8461641" y="1298860"/>
            <a:ext cx="832583" cy="553914"/>
            <a:chOff x="3503919" y="1298860"/>
            <a:chExt cx="832583" cy="553914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93250DA-4093-A27E-27D5-AA236CA0004E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82EDB4AF-F76B-4A16-0C65-D6C713A66495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3A310EA8-D402-4663-DD53-0EB0CC2B3CE2}"/>
              </a:ext>
            </a:extLst>
          </p:cNvPr>
          <p:cNvGrpSpPr/>
          <p:nvPr/>
        </p:nvGrpSpPr>
        <p:grpSpPr>
          <a:xfrm>
            <a:off x="5514349" y="1298860"/>
            <a:ext cx="949821" cy="553914"/>
            <a:chOff x="556627" y="1298860"/>
            <a:chExt cx="949821" cy="553914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FF8678D-71E2-E3FE-64AF-88781AB9674F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42359DE-858B-83D1-1D55-B5A37F72AFD3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B0F9A30-9226-AB03-64DB-EBFB3D239182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5F00A39-7352-6AAF-C617-385E2573B8D7}"/>
              </a:ext>
            </a:extLst>
          </p:cNvPr>
          <p:cNvGrpSpPr/>
          <p:nvPr/>
        </p:nvGrpSpPr>
        <p:grpSpPr>
          <a:xfrm>
            <a:off x="6922451" y="1169320"/>
            <a:ext cx="995182" cy="769441"/>
            <a:chOff x="2035266" y="1169320"/>
            <a:chExt cx="995182" cy="769441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27512CA7-930F-DD60-FF88-F9764D499244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1019837-43CF-6F24-575A-3BE759FEFDAB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C43407B-D215-A653-8B55-C6B7E188A881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F3555BCE-0B34-5F8B-844E-6166F8E27A39}"/>
              </a:ext>
            </a:extLst>
          </p:cNvPr>
          <p:cNvSpPr/>
          <p:nvPr/>
        </p:nvSpPr>
        <p:spPr>
          <a:xfrm>
            <a:off x="73633" y="355415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E8D7408-6732-224E-D2D7-229665A1A878}"/>
              </a:ext>
            </a:extLst>
          </p:cNvPr>
          <p:cNvSpPr txBox="1"/>
          <p:nvPr/>
        </p:nvSpPr>
        <p:spPr>
          <a:xfrm>
            <a:off x="1540131" y="355311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40" name="Star: 5 Points 139">
            <a:extLst>
              <a:ext uri="{FF2B5EF4-FFF2-40B4-BE49-F238E27FC236}">
                <a16:creationId xmlns:a16="http://schemas.microsoft.com/office/drawing/2014/main" id="{4E048B59-0F8D-34DE-D04E-04A3909F2F41}"/>
              </a:ext>
            </a:extLst>
          </p:cNvPr>
          <p:cNvSpPr/>
          <p:nvPr/>
        </p:nvSpPr>
        <p:spPr>
          <a:xfrm>
            <a:off x="544549" y="607633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3527C33-1BBD-B5A5-5A0D-3F2940725A32}"/>
              </a:ext>
            </a:extLst>
          </p:cNvPr>
          <p:cNvSpPr txBox="1"/>
          <p:nvPr/>
        </p:nvSpPr>
        <p:spPr>
          <a:xfrm>
            <a:off x="880641" y="6078516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F947083-AA95-58A4-5E28-D3D1799D373D}"/>
              </a:ext>
            </a:extLst>
          </p:cNvPr>
          <p:cNvSpPr txBox="1"/>
          <p:nvPr/>
        </p:nvSpPr>
        <p:spPr>
          <a:xfrm>
            <a:off x="853886" y="3770056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5CCD11C-6C42-3E8F-8D38-B4D850727B2D}"/>
              </a:ext>
            </a:extLst>
          </p:cNvPr>
          <p:cNvSpPr txBox="1"/>
          <p:nvPr/>
        </p:nvSpPr>
        <p:spPr>
          <a:xfrm>
            <a:off x="865178" y="6334343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44" name="Star: 5 Points 143">
            <a:extLst>
              <a:ext uri="{FF2B5EF4-FFF2-40B4-BE49-F238E27FC236}">
                <a16:creationId xmlns:a16="http://schemas.microsoft.com/office/drawing/2014/main" id="{F55EB53B-2E8C-A3D1-61B9-A883E37D2278}"/>
              </a:ext>
            </a:extLst>
          </p:cNvPr>
          <p:cNvSpPr/>
          <p:nvPr/>
        </p:nvSpPr>
        <p:spPr>
          <a:xfrm>
            <a:off x="544549" y="641999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5" name="Star: 5 Points 144">
            <a:extLst>
              <a:ext uri="{FF2B5EF4-FFF2-40B4-BE49-F238E27FC236}">
                <a16:creationId xmlns:a16="http://schemas.microsoft.com/office/drawing/2014/main" id="{BF305BA9-037F-E8D4-543F-DDC0998DAA82}"/>
              </a:ext>
            </a:extLst>
          </p:cNvPr>
          <p:cNvSpPr/>
          <p:nvPr/>
        </p:nvSpPr>
        <p:spPr>
          <a:xfrm>
            <a:off x="205459" y="641999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5BB0355-77E7-AE12-328D-B5EB974EC348}"/>
              </a:ext>
            </a:extLst>
          </p:cNvPr>
          <p:cNvSpPr txBox="1"/>
          <p:nvPr/>
        </p:nvSpPr>
        <p:spPr>
          <a:xfrm>
            <a:off x="3154710" y="6076338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FFF5DE3-E167-A011-5676-8020ECB7435F}"/>
              </a:ext>
            </a:extLst>
          </p:cNvPr>
          <p:cNvSpPr txBox="1"/>
          <p:nvPr/>
        </p:nvSpPr>
        <p:spPr>
          <a:xfrm>
            <a:off x="1640932" y="472724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77718EF-2A27-0368-32CC-761BBBE4DC72}"/>
              </a:ext>
            </a:extLst>
          </p:cNvPr>
          <p:cNvSpPr txBox="1"/>
          <p:nvPr/>
        </p:nvSpPr>
        <p:spPr>
          <a:xfrm>
            <a:off x="3137258" y="472724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9578337F-5645-4FA9-E3AC-8D40F9AA6BDB}"/>
              </a:ext>
            </a:extLst>
          </p:cNvPr>
          <p:cNvGrpSpPr/>
          <p:nvPr/>
        </p:nvGrpSpPr>
        <p:grpSpPr>
          <a:xfrm>
            <a:off x="3569932" y="4726016"/>
            <a:ext cx="832583" cy="553914"/>
            <a:chOff x="3503919" y="1298860"/>
            <a:chExt cx="832583" cy="553914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0618D4D3-138D-8A0A-B77E-7971F8C9F056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C6851498-0922-F35C-FA6B-672BEDDCCA9F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0A3E08C8-7DC6-98C1-071C-92BE17E020C5}"/>
              </a:ext>
            </a:extLst>
          </p:cNvPr>
          <p:cNvGrpSpPr/>
          <p:nvPr/>
        </p:nvGrpSpPr>
        <p:grpSpPr>
          <a:xfrm>
            <a:off x="622640" y="4726016"/>
            <a:ext cx="949821" cy="553914"/>
            <a:chOff x="556627" y="1298860"/>
            <a:chExt cx="949821" cy="553914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0FD4FEF-5A8F-2CAB-FCEF-108A8D36AD8F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E60BA9E-94A2-F22B-5306-4F0E23196BBE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FAD1E5DE-D3A5-3BE0-98F9-E6ABCB9836C9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A6391DE0-E310-5C1C-56C4-17903677FFAF}"/>
              </a:ext>
            </a:extLst>
          </p:cNvPr>
          <p:cNvGrpSpPr/>
          <p:nvPr/>
        </p:nvGrpSpPr>
        <p:grpSpPr>
          <a:xfrm>
            <a:off x="2030742" y="4596476"/>
            <a:ext cx="995182" cy="769441"/>
            <a:chOff x="2035266" y="1169320"/>
            <a:chExt cx="995182" cy="769441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221628C7-1E61-A9DE-02D9-EF045FCAD000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BCBE47A2-7F33-382A-5418-CF91E0F2088F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D37E181-EB85-7FF2-CBCE-C5FDA82F2457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5BE51068-7FF0-29E0-26B8-9FB250346E17}"/>
              </a:ext>
            </a:extLst>
          </p:cNvPr>
          <p:cNvSpPr/>
          <p:nvPr/>
        </p:nvSpPr>
        <p:spPr>
          <a:xfrm>
            <a:off x="4991943" y="3554502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5CB3ADA-34D0-3BA7-5E5E-960C35CD8702}"/>
              </a:ext>
            </a:extLst>
          </p:cNvPr>
          <p:cNvSpPr txBox="1"/>
          <p:nvPr/>
        </p:nvSpPr>
        <p:spPr>
          <a:xfrm>
            <a:off x="6458441" y="3553457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2" name="Star: 5 Points 161">
            <a:extLst>
              <a:ext uri="{FF2B5EF4-FFF2-40B4-BE49-F238E27FC236}">
                <a16:creationId xmlns:a16="http://schemas.microsoft.com/office/drawing/2014/main" id="{0AE17AA4-4478-F64C-73B5-16D8C3F90B46}"/>
              </a:ext>
            </a:extLst>
          </p:cNvPr>
          <p:cNvSpPr/>
          <p:nvPr/>
        </p:nvSpPr>
        <p:spPr>
          <a:xfrm>
            <a:off x="5462859" y="6076684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FFEEFD5-5FD8-EEDA-4E12-250733A08DAD}"/>
              </a:ext>
            </a:extLst>
          </p:cNvPr>
          <p:cNvSpPr txBox="1"/>
          <p:nvPr/>
        </p:nvSpPr>
        <p:spPr>
          <a:xfrm>
            <a:off x="5798951" y="6078862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FEFE15D-F7CB-B770-94E0-858F3C93BABB}"/>
              </a:ext>
            </a:extLst>
          </p:cNvPr>
          <p:cNvSpPr txBox="1"/>
          <p:nvPr/>
        </p:nvSpPr>
        <p:spPr>
          <a:xfrm>
            <a:off x="5772196" y="3770402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1D78FD1-A36B-EA50-D7D2-ADE0EF3289B4}"/>
              </a:ext>
            </a:extLst>
          </p:cNvPr>
          <p:cNvSpPr txBox="1"/>
          <p:nvPr/>
        </p:nvSpPr>
        <p:spPr>
          <a:xfrm>
            <a:off x="5783488" y="6334689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66" name="Star: 5 Points 165">
            <a:extLst>
              <a:ext uri="{FF2B5EF4-FFF2-40B4-BE49-F238E27FC236}">
                <a16:creationId xmlns:a16="http://schemas.microsoft.com/office/drawing/2014/main" id="{90A0D403-7DD9-DB54-4E7C-6B06036D1EA2}"/>
              </a:ext>
            </a:extLst>
          </p:cNvPr>
          <p:cNvSpPr/>
          <p:nvPr/>
        </p:nvSpPr>
        <p:spPr>
          <a:xfrm>
            <a:off x="5462859" y="642033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7" name="Star: 5 Points 166">
            <a:extLst>
              <a:ext uri="{FF2B5EF4-FFF2-40B4-BE49-F238E27FC236}">
                <a16:creationId xmlns:a16="http://schemas.microsoft.com/office/drawing/2014/main" id="{F0CEE94D-7229-D967-C7DE-DA1AC6345EE6}"/>
              </a:ext>
            </a:extLst>
          </p:cNvPr>
          <p:cNvSpPr/>
          <p:nvPr/>
        </p:nvSpPr>
        <p:spPr>
          <a:xfrm>
            <a:off x="5123769" y="642033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80B352BB-DA5A-8ECB-0F06-77B126ED1D95}"/>
              </a:ext>
            </a:extLst>
          </p:cNvPr>
          <p:cNvSpPr txBox="1"/>
          <p:nvPr/>
        </p:nvSpPr>
        <p:spPr>
          <a:xfrm>
            <a:off x="8073020" y="6076684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C8534E8-E2B0-34B7-F53D-22615CE902D7}"/>
              </a:ext>
            </a:extLst>
          </p:cNvPr>
          <p:cNvSpPr txBox="1"/>
          <p:nvPr/>
        </p:nvSpPr>
        <p:spPr>
          <a:xfrm>
            <a:off x="6559242" y="472759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91E956F-3977-0DE8-D7D6-92C9601AD695}"/>
              </a:ext>
            </a:extLst>
          </p:cNvPr>
          <p:cNvSpPr txBox="1"/>
          <p:nvPr/>
        </p:nvSpPr>
        <p:spPr>
          <a:xfrm>
            <a:off x="8055568" y="472759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21C4C1E-82BA-8D71-845B-0EA68C1BA523}"/>
              </a:ext>
            </a:extLst>
          </p:cNvPr>
          <p:cNvGrpSpPr/>
          <p:nvPr/>
        </p:nvGrpSpPr>
        <p:grpSpPr>
          <a:xfrm>
            <a:off x="8488242" y="4726362"/>
            <a:ext cx="832583" cy="553914"/>
            <a:chOff x="3503919" y="1298860"/>
            <a:chExt cx="832583" cy="553914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1FD44A6C-9E81-DC99-471B-289CFF69F470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202CEB9B-C9BC-A791-1136-7406E5ED277E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6F4C169-94CD-98B3-361A-9B5EB02836B9}"/>
              </a:ext>
            </a:extLst>
          </p:cNvPr>
          <p:cNvGrpSpPr/>
          <p:nvPr/>
        </p:nvGrpSpPr>
        <p:grpSpPr>
          <a:xfrm>
            <a:off x="5540950" y="4726362"/>
            <a:ext cx="949821" cy="553914"/>
            <a:chOff x="556627" y="1298860"/>
            <a:chExt cx="949821" cy="553914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2ACAFEE8-0F62-B4C4-5D93-5FCDE14DDAEC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3251A38A-0447-79AC-42DE-0969A827CE9B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A21C788D-C5E6-89D4-1898-7FE39C1C6123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F1E5CE82-2958-B177-55F4-3B7B13C2361D}"/>
              </a:ext>
            </a:extLst>
          </p:cNvPr>
          <p:cNvGrpSpPr/>
          <p:nvPr/>
        </p:nvGrpSpPr>
        <p:grpSpPr>
          <a:xfrm>
            <a:off x="6949052" y="4596822"/>
            <a:ext cx="995182" cy="769441"/>
            <a:chOff x="2035266" y="1169320"/>
            <a:chExt cx="995182" cy="769441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98AD4A36-3E0E-E437-1C38-D7CFF2A31AE0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D296DBAF-9145-629B-9B6A-CA42D9623FBE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16CA56AB-E769-4E8C-F8C3-B682A503758E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9019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D97A61FC-1FFF-D4FB-1BE1-0B87DE0D6C27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32F3C3B-46F3-646A-50A0-9EA6F32613EC}"/>
              </a:ext>
            </a:extLst>
          </p:cNvPr>
          <p:cNvSpPr txBox="1"/>
          <p:nvPr/>
        </p:nvSpPr>
        <p:spPr>
          <a:xfrm>
            <a:off x="1474118" y="137442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88" name="Star: 5 Points 87">
            <a:extLst>
              <a:ext uri="{FF2B5EF4-FFF2-40B4-BE49-F238E27FC236}">
                <a16:creationId xmlns:a16="http://schemas.microsoft.com/office/drawing/2014/main" id="{529ACF32-38B7-7109-80BC-6E068676A8ED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7C2D027-B5A3-7BDF-5D56-2FCB8169DB69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4740E1C-DF8E-C6A7-1A97-387E6F5EAAA9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C1569A0-5C03-C32C-522A-DF569245AC79}"/>
              </a:ext>
            </a:extLst>
          </p:cNvPr>
          <p:cNvSpPr txBox="1"/>
          <p:nvPr/>
        </p:nvSpPr>
        <p:spPr>
          <a:xfrm>
            <a:off x="824014" y="2928359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92" name="Star: 5 Points 91">
            <a:extLst>
              <a:ext uri="{FF2B5EF4-FFF2-40B4-BE49-F238E27FC236}">
                <a16:creationId xmlns:a16="http://schemas.microsoft.com/office/drawing/2014/main" id="{A703B3F9-7F75-71EC-F08D-31AF9DA3B756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Star: 5 Points 92">
            <a:extLst>
              <a:ext uri="{FF2B5EF4-FFF2-40B4-BE49-F238E27FC236}">
                <a16:creationId xmlns:a16="http://schemas.microsoft.com/office/drawing/2014/main" id="{54C438F4-24FD-86EC-6E0E-D0F0E5CEA38E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CA8DCE5-F319-FB49-60E0-F8AE510C5D4B}"/>
              </a:ext>
            </a:extLst>
          </p:cNvPr>
          <p:cNvSpPr txBox="1"/>
          <p:nvPr/>
        </p:nvSpPr>
        <p:spPr>
          <a:xfrm>
            <a:off x="3074403" y="2651359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0E10B2-967A-62F0-4873-CAAF26BAE50A}"/>
              </a:ext>
            </a:extLst>
          </p:cNvPr>
          <p:cNvSpPr txBox="1"/>
          <p:nvPr/>
        </p:nvSpPr>
        <p:spPr>
          <a:xfrm>
            <a:off x="1818800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7762B49-60F8-DBC0-C402-CF40F4173871}"/>
              </a:ext>
            </a:extLst>
          </p:cNvPr>
          <p:cNvSpPr txBox="1"/>
          <p:nvPr/>
        </p:nvSpPr>
        <p:spPr>
          <a:xfrm>
            <a:off x="32924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34B23C3-0684-B9B6-9AEC-D9D0367B7795}"/>
              </a:ext>
            </a:extLst>
          </p:cNvPr>
          <p:cNvSpPr/>
          <p:nvPr/>
        </p:nvSpPr>
        <p:spPr>
          <a:xfrm>
            <a:off x="3736460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00B6A0E-7485-B5B0-C1B2-6C32445E68B8}"/>
              </a:ext>
            </a:extLst>
          </p:cNvPr>
          <p:cNvGrpSpPr/>
          <p:nvPr/>
        </p:nvGrpSpPr>
        <p:grpSpPr>
          <a:xfrm>
            <a:off x="789168" y="1298860"/>
            <a:ext cx="949821" cy="553914"/>
            <a:chOff x="789168" y="1298860"/>
            <a:chExt cx="949821" cy="553914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7703492-07B2-3EC5-BEF6-2E465F3DF553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FB572C05-0E56-51F2-660D-82A0F2D5F33F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EA560D6-2320-2C40-2A35-41ED0D407B93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C68FCD9-7D6C-1003-4CF0-58C9F11C4E9F}"/>
              </a:ext>
            </a:extLst>
          </p:cNvPr>
          <p:cNvGrpSpPr/>
          <p:nvPr/>
        </p:nvGrpSpPr>
        <p:grpSpPr>
          <a:xfrm>
            <a:off x="2262813" y="1298860"/>
            <a:ext cx="949821" cy="553914"/>
            <a:chOff x="2318710" y="1298860"/>
            <a:chExt cx="949821" cy="553914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DAF0894E-2244-1A4C-8FCE-BF97D28DD2F8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EB793142-083B-E5E6-8079-BAF1249BF6D8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FAAD3536-6D17-8D3E-01D4-32D2F91E567D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885192BC-81BC-B3FC-924D-AD27446F3D48}"/>
              </a:ext>
            </a:extLst>
          </p:cNvPr>
          <p:cNvSpPr/>
          <p:nvPr/>
        </p:nvSpPr>
        <p:spPr>
          <a:xfrm>
            <a:off x="4968334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C6D46BE-1DB3-5E02-B112-0545249AD873}"/>
              </a:ext>
            </a:extLst>
          </p:cNvPr>
          <p:cNvSpPr txBox="1"/>
          <p:nvPr/>
        </p:nvSpPr>
        <p:spPr>
          <a:xfrm>
            <a:off x="6434832" y="137442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08" name="Star: 5 Points 107">
            <a:extLst>
              <a:ext uri="{FF2B5EF4-FFF2-40B4-BE49-F238E27FC236}">
                <a16:creationId xmlns:a16="http://schemas.microsoft.com/office/drawing/2014/main" id="{CE5D8223-B082-DF0F-CFD5-A949470E08FE}"/>
              </a:ext>
            </a:extLst>
          </p:cNvPr>
          <p:cNvSpPr/>
          <p:nvPr/>
        </p:nvSpPr>
        <p:spPr>
          <a:xfrm>
            <a:off x="5439250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FCFEF77-C092-113D-8CFD-1E9D72D8E270}"/>
              </a:ext>
            </a:extLst>
          </p:cNvPr>
          <p:cNvSpPr txBox="1"/>
          <p:nvPr/>
        </p:nvSpPr>
        <p:spPr>
          <a:xfrm>
            <a:off x="5775342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C683875-71A6-0F09-F1FF-A4A2CB87D04D}"/>
              </a:ext>
            </a:extLst>
          </p:cNvPr>
          <p:cNvSpPr txBox="1"/>
          <p:nvPr/>
        </p:nvSpPr>
        <p:spPr>
          <a:xfrm>
            <a:off x="5748587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3629A38-A077-E06D-4120-5E53B4DB1DC2}"/>
              </a:ext>
            </a:extLst>
          </p:cNvPr>
          <p:cNvSpPr txBox="1"/>
          <p:nvPr/>
        </p:nvSpPr>
        <p:spPr>
          <a:xfrm>
            <a:off x="5784728" y="2928359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12" name="Star: 5 Points 111">
            <a:extLst>
              <a:ext uri="{FF2B5EF4-FFF2-40B4-BE49-F238E27FC236}">
                <a16:creationId xmlns:a16="http://schemas.microsoft.com/office/drawing/2014/main" id="{6EA95D65-CD28-7C79-26B3-8636CA36742C}"/>
              </a:ext>
            </a:extLst>
          </p:cNvPr>
          <p:cNvSpPr/>
          <p:nvPr/>
        </p:nvSpPr>
        <p:spPr>
          <a:xfrm>
            <a:off x="5439250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3" name="Star: 5 Points 112">
            <a:extLst>
              <a:ext uri="{FF2B5EF4-FFF2-40B4-BE49-F238E27FC236}">
                <a16:creationId xmlns:a16="http://schemas.microsoft.com/office/drawing/2014/main" id="{582A69F0-19EC-1ED5-3CF8-8CC2C9BB3536}"/>
              </a:ext>
            </a:extLst>
          </p:cNvPr>
          <p:cNvSpPr/>
          <p:nvPr/>
        </p:nvSpPr>
        <p:spPr>
          <a:xfrm>
            <a:off x="5100160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7C793FC-F77B-ADF4-A84F-51981E12B937}"/>
              </a:ext>
            </a:extLst>
          </p:cNvPr>
          <p:cNvSpPr txBox="1"/>
          <p:nvPr/>
        </p:nvSpPr>
        <p:spPr>
          <a:xfrm>
            <a:off x="8035117" y="2651359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734276D-C9EC-12D6-6F13-7B597931ED8E}"/>
              </a:ext>
            </a:extLst>
          </p:cNvPr>
          <p:cNvSpPr txBox="1"/>
          <p:nvPr/>
        </p:nvSpPr>
        <p:spPr>
          <a:xfrm>
            <a:off x="6779514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ECFAF83-9578-EDED-DDA5-06E3B5B4BBD4}"/>
              </a:ext>
            </a:extLst>
          </p:cNvPr>
          <p:cNvSpPr txBox="1"/>
          <p:nvPr/>
        </p:nvSpPr>
        <p:spPr>
          <a:xfrm>
            <a:off x="8253159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C152436-CE6D-0436-6DBD-492CB8CECA15}"/>
              </a:ext>
            </a:extLst>
          </p:cNvPr>
          <p:cNvSpPr/>
          <p:nvPr/>
        </p:nvSpPr>
        <p:spPr>
          <a:xfrm>
            <a:off x="8697174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C8221E4-11DB-FC81-4C96-439E4C5F3866}"/>
              </a:ext>
            </a:extLst>
          </p:cNvPr>
          <p:cNvGrpSpPr/>
          <p:nvPr/>
        </p:nvGrpSpPr>
        <p:grpSpPr>
          <a:xfrm>
            <a:off x="5749882" y="1298860"/>
            <a:ext cx="949821" cy="553914"/>
            <a:chOff x="789168" y="1298860"/>
            <a:chExt cx="949821" cy="553914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EF9ED1F-97A8-1F34-D682-55A667127BDD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910C9CEA-8775-473E-A6FF-C6097EF7598E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FE92E92-FBDD-3AE1-9557-CC6CF5B6A4B1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24CBF31-02D1-B460-C7D3-7D08F9CAA86A}"/>
              </a:ext>
            </a:extLst>
          </p:cNvPr>
          <p:cNvGrpSpPr/>
          <p:nvPr/>
        </p:nvGrpSpPr>
        <p:grpSpPr>
          <a:xfrm>
            <a:off x="7223527" y="1298860"/>
            <a:ext cx="949821" cy="553914"/>
            <a:chOff x="2318710" y="1298860"/>
            <a:chExt cx="949821" cy="553914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93F3C4EF-7217-231B-F244-EE712D6C3AB2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D970A445-A17E-F02D-AE9A-AC971326F862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32CFA13A-030E-F990-14BA-C8A041B1EA8A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293A22E-02DE-B75A-D84D-6AFC498B4D73}"/>
              </a:ext>
            </a:extLst>
          </p:cNvPr>
          <p:cNvSpPr/>
          <p:nvPr/>
        </p:nvSpPr>
        <p:spPr>
          <a:xfrm>
            <a:off x="24115" y="3568467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925C117-8C36-B350-ABFC-F0EDDDB6A153}"/>
              </a:ext>
            </a:extLst>
          </p:cNvPr>
          <p:cNvSpPr txBox="1"/>
          <p:nvPr/>
        </p:nvSpPr>
        <p:spPr>
          <a:xfrm>
            <a:off x="1490613" y="357890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B4DEFBBC-C395-60D5-7589-F71D16DADB5E}"/>
              </a:ext>
            </a:extLst>
          </p:cNvPr>
          <p:cNvSpPr/>
          <p:nvPr/>
        </p:nvSpPr>
        <p:spPr>
          <a:xfrm>
            <a:off x="495031" y="609064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1788B02-3CBE-9369-620E-A1AE96E105C2}"/>
              </a:ext>
            </a:extLst>
          </p:cNvPr>
          <p:cNvSpPr txBox="1"/>
          <p:nvPr/>
        </p:nvSpPr>
        <p:spPr>
          <a:xfrm>
            <a:off x="831123" y="6092827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5884D4F-78E8-FA83-E3D0-A88512CB9B2A}"/>
              </a:ext>
            </a:extLst>
          </p:cNvPr>
          <p:cNvSpPr txBox="1"/>
          <p:nvPr/>
        </p:nvSpPr>
        <p:spPr>
          <a:xfrm>
            <a:off x="804368" y="3784367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D383DC1-67F2-ED61-0B04-C28674267AD4}"/>
              </a:ext>
            </a:extLst>
          </p:cNvPr>
          <p:cNvSpPr txBox="1"/>
          <p:nvPr/>
        </p:nvSpPr>
        <p:spPr>
          <a:xfrm>
            <a:off x="840509" y="636982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32" name="Star: 5 Points 131">
            <a:extLst>
              <a:ext uri="{FF2B5EF4-FFF2-40B4-BE49-F238E27FC236}">
                <a16:creationId xmlns:a16="http://schemas.microsoft.com/office/drawing/2014/main" id="{657AAC59-D226-B328-E5AC-E16CA8B4EEF1}"/>
              </a:ext>
            </a:extLst>
          </p:cNvPr>
          <p:cNvSpPr/>
          <p:nvPr/>
        </p:nvSpPr>
        <p:spPr>
          <a:xfrm>
            <a:off x="495031" y="643430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Star: 5 Points 132">
            <a:extLst>
              <a:ext uri="{FF2B5EF4-FFF2-40B4-BE49-F238E27FC236}">
                <a16:creationId xmlns:a16="http://schemas.microsoft.com/office/drawing/2014/main" id="{33BAA214-B2A7-52AF-5C89-82AC17A6E328}"/>
              </a:ext>
            </a:extLst>
          </p:cNvPr>
          <p:cNvSpPr/>
          <p:nvPr/>
        </p:nvSpPr>
        <p:spPr>
          <a:xfrm>
            <a:off x="155941" y="643430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DFF4151-4960-6AFD-3DA2-06901F41C30A}"/>
              </a:ext>
            </a:extLst>
          </p:cNvPr>
          <p:cNvSpPr txBox="1"/>
          <p:nvPr/>
        </p:nvSpPr>
        <p:spPr>
          <a:xfrm>
            <a:off x="3090898" y="6092826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9DA09A4-BEBC-8567-270F-76F4A763A0C3}"/>
              </a:ext>
            </a:extLst>
          </p:cNvPr>
          <p:cNvSpPr txBox="1"/>
          <p:nvPr/>
        </p:nvSpPr>
        <p:spPr>
          <a:xfrm>
            <a:off x="1835295" y="47415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886ADFF-BA9F-6248-BCCD-EE0CF774413E}"/>
              </a:ext>
            </a:extLst>
          </p:cNvPr>
          <p:cNvSpPr txBox="1"/>
          <p:nvPr/>
        </p:nvSpPr>
        <p:spPr>
          <a:xfrm>
            <a:off x="3308940" y="47415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223E45B-B2C2-C961-B7D0-DC9CB317C923}"/>
              </a:ext>
            </a:extLst>
          </p:cNvPr>
          <p:cNvSpPr/>
          <p:nvPr/>
        </p:nvSpPr>
        <p:spPr>
          <a:xfrm>
            <a:off x="3752955" y="474032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F2F1C06-73D1-85FE-B200-C41C2BE29FFE}"/>
              </a:ext>
            </a:extLst>
          </p:cNvPr>
          <p:cNvGrpSpPr/>
          <p:nvPr/>
        </p:nvGrpSpPr>
        <p:grpSpPr>
          <a:xfrm>
            <a:off x="805663" y="4740327"/>
            <a:ext cx="949821" cy="553914"/>
            <a:chOff x="789168" y="1298860"/>
            <a:chExt cx="949821" cy="553914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88FC3C5-BF9E-23D7-46F9-87B8FE3B24B5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085D1896-D217-A512-F450-5BA36F9DE558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A6F50E36-43C3-0F46-BEC5-CF6E3DF3E506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91FB067-62CC-C16B-3559-3531657607F1}"/>
              </a:ext>
            </a:extLst>
          </p:cNvPr>
          <p:cNvGrpSpPr/>
          <p:nvPr/>
        </p:nvGrpSpPr>
        <p:grpSpPr>
          <a:xfrm>
            <a:off x="2279308" y="4740327"/>
            <a:ext cx="949821" cy="553914"/>
            <a:chOff x="2318710" y="1298860"/>
            <a:chExt cx="949821" cy="553914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22D9C1F-015F-513A-430B-FA98004C5A78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3EC1A1BA-80E5-B56D-6C1A-40827B48F424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1B4DB24-3749-7688-8243-E22A0EB4AF9D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E0D3CD47-928A-C444-F67D-675BAF861E27}"/>
              </a:ext>
            </a:extLst>
          </p:cNvPr>
          <p:cNvSpPr/>
          <p:nvPr/>
        </p:nvSpPr>
        <p:spPr>
          <a:xfrm>
            <a:off x="4981814" y="3578909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EF0E9BD-BEF5-267C-5BBA-D62FB4CB1D76}"/>
              </a:ext>
            </a:extLst>
          </p:cNvPr>
          <p:cNvSpPr txBox="1"/>
          <p:nvPr/>
        </p:nvSpPr>
        <p:spPr>
          <a:xfrm>
            <a:off x="6448312" y="358935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8DCAB569-2EF1-594B-5718-6228907121AB}"/>
              </a:ext>
            </a:extLst>
          </p:cNvPr>
          <p:cNvSpPr/>
          <p:nvPr/>
        </p:nvSpPr>
        <p:spPr>
          <a:xfrm>
            <a:off x="5452730" y="610109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009BFC9-81A7-68AA-58BE-67FD8927AD2C}"/>
              </a:ext>
            </a:extLst>
          </p:cNvPr>
          <p:cNvSpPr txBox="1"/>
          <p:nvPr/>
        </p:nvSpPr>
        <p:spPr>
          <a:xfrm>
            <a:off x="5788822" y="6103269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614E3B8-C2FB-9E22-B5B9-FBF68A2804F5}"/>
              </a:ext>
            </a:extLst>
          </p:cNvPr>
          <p:cNvSpPr txBox="1"/>
          <p:nvPr/>
        </p:nvSpPr>
        <p:spPr>
          <a:xfrm>
            <a:off x="5762067" y="3794809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864BBC4-6383-4896-5CD1-DAF92560346A}"/>
              </a:ext>
            </a:extLst>
          </p:cNvPr>
          <p:cNvSpPr txBox="1"/>
          <p:nvPr/>
        </p:nvSpPr>
        <p:spPr>
          <a:xfrm>
            <a:off x="5798208" y="6380268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CA0C1E88-ED4C-7C6D-5268-B47D5276A749}"/>
              </a:ext>
            </a:extLst>
          </p:cNvPr>
          <p:cNvSpPr/>
          <p:nvPr/>
        </p:nvSpPr>
        <p:spPr>
          <a:xfrm>
            <a:off x="5452730" y="6444744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Star: 5 Points 152">
            <a:extLst>
              <a:ext uri="{FF2B5EF4-FFF2-40B4-BE49-F238E27FC236}">
                <a16:creationId xmlns:a16="http://schemas.microsoft.com/office/drawing/2014/main" id="{75C24F2E-2337-D1A5-F9A9-06E64612E028}"/>
              </a:ext>
            </a:extLst>
          </p:cNvPr>
          <p:cNvSpPr/>
          <p:nvPr/>
        </p:nvSpPr>
        <p:spPr>
          <a:xfrm>
            <a:off x="5113640" y="6444744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AC06B95-DD10-DC2C-8983-4832DA1DB56C}"/>
              </a:ext>
            </a:extLst>
          </p:cNvPr>
          <p:cNvSpPr txBox="1"/>
          <p:nvPr/>
        </p:nvSpPr>
        <p:spPr>
          <a:xfrm>
            <a:off x="8048597" y="6103268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AAF0723-77AA-4EEE-19B4-D9A02B26581C}"/>
              </a:ext>
            </a:extLst>
          </p:cNvPr>
          <p:cNvSpPr txBox="1"/>
          <p:nvPr/>
        </p:nvSpPr>
        <p:spPr>
          <a:xfrm>
            <a:off x="6792994" y="475199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343AAA0-00B7-08AA-696B-3F686044CF88}"/>
              </a:ext>
            </a:extLst>
          </p:cNvPr>
          <p:cNvSpPr txBox="1"/>
          <p:nvPr/>
        </p:nvSpPr>
        <p:spPr>
          <a:xfrm>
            <a:off x="8266639" y="475199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6138CC7-9E82-FFE2-2F44-3F6DCABC1575}"/>
              </a:ext>
            </a:extLst>
          </p:cNvPr>
          <p:cNvSpPr/>
          <p:nvPr/>
        </p:nvSpPr>
        <p:spPr>
          <a:xfrm>
            <a:off x="8710654" y="47507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1B5D1865-7C43-7849-8EC4-EFB0B86876FD}"/>
              </a:ext>
            </a:extLst>
          </p:cNvPr>
          <p:cNvGrpSpPr/>
          <p:nvPr/>
        </p:nvGrpSpPr>
        <p:grpSpPr>
          <a:xfrm>
            <a:off x="5763362" y="4750769"/>
            <a:ext cx="949821" cy="553914"/>
            <a:chOff x="789168" y="1298860"/>
            <a:chExt cx="949821" cy="553914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20FBE03-4444-AD56-FB38-A41541E0EC13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99698BA4-B107-967B-CCCF-71CA1F5A1848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8126ED3D-7A57-3BD1-E11E-053F6FB0720F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9812BF81-E0DA-5136-BEE6-052F6C04F1A9}"/>
              </a:ext>
            </a:extLst>
          </p:cNvPr>
          <p:cNvGrpSpPr/>
          <p:nvPr/>
        </p:nvGrpSpPr>
        <p:grpSpPr>
          <a:xfrm>
            <a:off x="7237007" y="4750769"/>
            <a:ext cx="949821" cy="553914"/>
            <a:chOff x="2318710" y="1298860"/>
            <a:chExt cx="949821" cy="553914"/>
          </a:xfrm>
        </p:grpSpPr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F871BA8F-2B08-7E0E-390B-A9206B173865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58237984-8581-5024-0C5A-348020DCBA43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B9B47928-3894-CB03-D221-C41A9AFCEA77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2297143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C686BF1E-13FA-8985-1E73-C5367AD8F8BC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85E6B90-F4DE-6BA1-102A-06988CCF54D0}"/>
              </a:ext>
            </a:extLst>
          </p:cNvPr>
          <p:cNvSpPr txBox="1"/>
          <p:nvPr/>
        </p:nvSpPr>
        <p:spPr>
          <a:xfrm>
            <a:off x="1474118" y="10233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D6823D84-97BB-B017-3ECF-8DA131A43CE8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51993EC-154F-FADE-45A9-AF0806BBA5F3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38DF56F-9D6D-0C4A-4A94-2B72C2BE37CB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9AEF075-6776-2300-45B0-7FF72F9ECD46}"/>
              </a:ext>
            </a:extLst>
          </p:cNvPr>
          <p:cNvSpPr txBox="1"/>
          <p:nvPr/>
        </p:nvSpPr>
        <p:spPr>
          <a:xfrm>
            <a:off x="814628" y="2937362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04" name="Star: 5 Points 103">
            <a:extLst>
              <a:ext uri="{FF2B5EF4-FFF2-40B4-BE49-F238E27FC236}">
                <a16:creationId xmlns:a16="http://schemas.microsoft.com/office/drawing/2014/main" id="{0F32B281-A90E-896F-8936-9A57EFDC4216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488008BA-C415-83DB-22BB-6DA407DEEAB6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8F1F6DA-E6C4-89C1-73FA-956CDCE9E870}"/>
              </a:ext>
            </a:extLst>
          </p:cNvPr>
          <p:cNvSpPr txBox="1"/>
          <p:nvPr/>
        </p:nvSpPr>
        <p:spPr>
          <a:xfrm>
            <a:off x="3134104" y="261603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08997AC-72B8-B9DB-CB92-C70C30E5657D}"/>
              </a:ext>
            </a:extLst>
          </p:cNvPr>
          <p:cNvSpPr txBox="1"/>
          <p:nvPr/>
        </p:nvSpPr>
        <p:spPr>
          <a:xfrm>
            <a:off x="1393716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177BC82-DA51-D586-3C2F-58F56537AB23}"/>
              </a:ext>
            </a:extLst>
          </p:cNvPr>
          <p:cNvSpPr txBox="1"/>
          <p:nvPr/>
        </p:nvSpPr>
        <p:spPr>
          <a:xfrm>
            <a:off x="3331763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1C9B514-8CF5-0A7B-052A-4F2E17A615DB}"/>
              </a:ext>
            </a:extLst>
          </p:cNvPr>
          <p:cNvGrpSpPr/>
          <p:nvPr/>
        </p:nvGrpSpPr>
        <p:grpSpPr>
          <a:xfrm>
            <a:off x="3757802" y="1298860"/>
            <a:ext cx="832583" cy="553914"/>
            <a:chOff x="3757802" y="1298860"/>
            <a:chExt cx="832583" cy="553914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09F3AE2-FA22-F5C7-9BE1-C81522A600B3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F1EC9E3-ED88-9D12-CF9F-18C1BD637403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3D051FE-88DE-BC63-D6E6-5281F8BF00FA}"/>
              </a:ext>
            </a:extLst>
          </p:cNvPr>
          <p:cNvGrpSpPr/>
          <p:nvPr/>
        </p:nvGrpSpPr>
        <p:grpSpPr>
          <a:xfrm>
            <a:off x="382059" y="1298860"/>
            <a:ext cx="949821" cy="553914"/>
            <a:chOff x="382059" y="1298860"/>
            <a:chExt cx="949821" cy="553914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6708F21-09B3-B9EB-43B5-DF2D47A81B75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6A733B3A-1434-9B8F-A389-9CBB218A05C1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E62CEE8-DD59-8C1B-9174-4DED5E272BA6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88EB407-EFB1-083C-B745-7B431F585B42}"/>
              </a:ext>
            </a:extLst>
          </p:cNvPr>
          <p:cNvGrpSpPr/>
          <p:nvPr/>
        </p:nvGrpSpPr>
        <p:grpSpPr>
          <a:xfrm>
            <a:off x="1819754" y="1177633"/>
            <a:ext cx="1450173" cy="769441"/>
            <a:chOff x="1868798" y="1177633"/>
            <a:chExt cx="1450173" cy="769441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98BDA8FF-9000-5951-AED0-4EAE6776145C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1441BEC-FB0D-8645-00E7-362729240968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C888DA35-37DE-DC6F-15F4-690DE5BEBCB7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03E7573-4EDF-97C4-31C5-6621F401B68E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3A76FC28-05E6-B50C-6A86-D9690C2FBD67}"/>
              </a:ext>
            </a:extLst>
          </p:cNvPr>
          <p:cNvSpPr/>
          <p:nvPr/>
        </p:nvSpPr>
        <p:spPr>
          <a:xfrm>
            <a:off x="4972205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D452029-2E46-A0DC-0922-0065D8EE5008}"/>
              </a:ext>
            </a:extLst>
          </p:cNvPr>
          <p:cNvSpPr txBox="1"/>
          <p:nvPr/>
        </p:nvSpPr>
        <p:spPr>
          <a:xfrm>
            <a:off x="6438703" y="10233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23" name="Star: 5 Points 122">
            <a:extLst>
              <a:ext uri="{FF2B5EF4-FFF2-40B4-BE49-F238E27FC236}">
                <a16:creationId xmlns:a16="http://schemas.microsoft.com/office/drawing/2014/main" id="{576276BF-08D2-EFAA-DF48-161748FB6A24}"/>
              </a:ext>
            </a:extLst>
          </p:cNvPr>
          <p:cNvSpPr/>
          <p:nvPr/>
        </p:nvSpPr>
        <p:spPr>
          <a:xfrm>
            <a:off x="5443121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14B7B41-C7F1-A522-4055-A5988C1453FD}"/>
              </a:ext>
            </a:extLst>
          </p:cNvPr>
          <p:cNvSpPr txBox="1"/>
          <p:nvPr/>
        </p:nvSpPr>
        <p:spPr>
          <a:xfrm>
            <a:off x="5779213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1D70C8E-5AF3-C2FF-6815-89487F9F920E}"/>
              </a:ext>
            </a:extLst>
          </p:cNvPr>
          <p:cNvSpPr txBox="1"/>
          <p:nvPr/>
        </p:nvSpPr>
        <p:spPr>
          <a:xfrm>
            <a:off x="5752458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CEC95B7-8446-5D87-AA70-E6FC3300983C}"/>
              </a:ext>
            </a:extLst>
          </p:cNvPr>
          <p:cNvSpPr txBox="1"/>
          <p:nvPr/>
        </p:nvSpPr>
        <p:spPr>
          <a:xfrm>
            <a:off x="5779213" y="2937362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27" name="Star: 5 Points 126">
            <a:extLst>
              <a:ext uri="{FF2B5EF4-FFF2-40B4-BE49-F238E27FC236}">
                <a16:creationId xmlns:a16="http://schemas.microsoft.com/office/drawing/2014/main" id="{11174111-F409-6786-87A5-1E80FF21348B}"/>
              </a:ext>
            </a:extLst>
          </p:cNvPr>
          <p:cNvSpPr/>
          <p:nvPr/>
        </p:nvSpPr>
        <p:spPr>
          <a:xfrm>
            <a:off x="5443121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F777494B-BF41-B181-27E4-AF815893FEB3}"/>
              </a:ext>
            </a:extLst>
          </p:cNvPr>
          <p:cNvSpPr/>
          <p:nvPr/>
        </p:nvSpPr>
        <p:spPr>
          <a:xfrm>
            <a:off x="5104031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CEE4009-F718-E6E6-89E5-FD2E4058896B}"/>
              </a:ext>
            </a:extLst>
          </p:cNvPr>
          <p:cNvSpPr txBox="1"/>
          <p:nvPr/>
        </p:nvSpPr>
        <p:spPr>
          <a:xfrm>
            <a:off x="8098689" y="261603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15C94BB-DAFF-79CC-6180-7FFB837D3794}"/>
              </a:ext>
            </a:extLst>
          </p:cNvPr>
          <p:cNvSpPr txBox="1"/>
          <p:nvPr/>
        </p:nvSpPr>
        <p:spPr>
          <a:xfrm>
            <a:off x="6358301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32DA125-D722-2B12-70AD-A5A3A22F396A}"/>
              </a:ext>
            </a:extLst>
          </p:cNvPr>
          <p:cNvSpPr txBox="1"/>
          <p:nvPr/>
        </p:nvSpPr>
        <p:spPr>
          <a:xfrm>
            <a:off x="8296348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3889A86-4800-A2C5-FE49-CBDA2569FC3E}"/>
              </a:ext>
            </a:extLst>
          </p:cNvPr>
          <p:cNvGrpSpPr/>
          <p:nvPr/>
        </p:nvGrpSpPr>
        <p:grpSpPr>
          <a:xfrm>
            <a:off x="8722387" y="1298860"/>
            <a:ext cx="832583" cy="553914"/>
            <a:chOff x="3757802" y="1298860"/>
            <a:chExt cx="832583" cy="553914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73422E6-823A-B36D-B32C-B2DA35A8DB1B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5B680D40-34A7-1BF3-C09A-3524764C131C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4EF2FC6-8D61-5EBD-24D2-91C7ABB5A4C9}"/>
              </a:ext>
            </a:extLst>
          </p:cNvPr>
          <p:cNvGrpSpPr/>
          <p:nvPr/>
        </p:nvGrpSpPr>
        <p:grpSpPr>
          <a:xfrm>
            <a:off x="5346644" y="1298860"/>
            <a:ext cx="949821" cy="553914"/>
            <a:chOff x="382059" y="1298860"/>
            <a:chExt cx="949821" cy="553914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667DFEF-CFF4-8EB6-C66C-444D31D40596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7FF54DA-1596-7877-1B27-C064E42E146E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5F6B871E-1F01-AFED-9BC8-9B4D18689177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E6E78CA-CF5D-85EE-954C-92F9AE5CBBDE}"/>
              </a:ext>
            </a:extLst>
          </p:cNvPr>
          <p:cNvGrpSpPr/>
          <p:nvPr/>
        </p:nvGrpSpPr>
        <p:grpSpPr>
          <a:xfrm>
            <a:off x="6784339" y="1177633"/>
            <a:ext cx="1450173" cy="769441"/>
            <a:chOff x="1868798" y="1177633"/>
            <a:chExt cx="1450173" cy="769441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F76CB715-5D2A-F19C-212D-565A18D9D00B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D20F36FE-31F4-F5E3-0FE8-39463B93284F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FE795993-AFAB-B2F6-6AA1-C1BF624579D5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4FDA0F7-F5F5-C790-DDAA-0A8E5798484A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7E70F15D-18CA-3790-EF34-604C50FDADD3}"/>
              </a:ext>
            </a:extLst>
          </p:cNvPr>
          <p:cNvSpPr/>
          <p:nvPr/>
        </p:nvSpPr>
        <p:spPr>
          <a:xfrm>
            <a:off x="7620" y="355415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D09D4CD-3C01-F9E3-4CA4-0FCBC1627823}"/>
              </a:ext>
            </a:extLst>
          </p:cNvPr>
          <p:cNvSpPr txBox="1"/>
          <p:nvPr/>
        </p:nvSpPr>
        <p:spPr>
          <a:xfrm>
            <a:off x="1474118" y="352949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46" name="Star: 5 Points 145">
            <a:extLst>
              <a:ext uri="{FF2B5EF4-FFF2-40B4-BE49-F238E27FC236}">
                <a16:creationId xmlns:a16="http://schemas.microsoft.com/office/drawing/2014/main" id="{E1542324-E015-AE54-09DB-267D5F60E5CC}"/>
              </a:ext>
            </a:extLst>
          </p:cNvPr>
          <p:cNvSpPr/>
          <p:nvPr/>
        </p:nvSpPr>
        <p:spPr>
          <a:xfrm>
            <a:off x="478536" y="607633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8B0EA78-935E-E955-4F20-DCF6562C6B39}"/>
              </a:ext>
            </a:extLst>
          </p:cNvPr>
          <p:cNvSpPr txBox="1"/>
          <p:nvPr/>
        </p:nvSpPr>
        <p:spPr>
          <a:xfrm>
            <a:off x="814628" y="6078516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43C0BCC-6052-57E8-38B0-02C87879A973}"/>
              </a:ext>
            </a:extLst>
          </p:cNvPr>
          <p:cNvSpPr txBox="1"/>
          <p:nvPr/>
        </p:nvSpPr>
        <p:spPr>
          <a:xfrm>
            <a:off x="787873" y="3770056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CCFA6CF-9E10-AC18-5334-081BAC04CDF1}"/>
              </a:ext>
            </a:extLst>
          </p:cNvPr>
          <p:cNvSpPr txBox="1"/>
          <p:nvPr/>
        </p:nvSpPr>
        <p:spPr>
          <a:xfrm>
            <a:off x="814628" y="6364518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50" name="Star: 5 Points 149">
            <a:extLst>
              <a:ext uri="{FF2B5EF4-FFF2-40B4-BE49-F238E27FC236}">
                <a16:creationId xmlns:a16="http://schemas.microsoft.com/office/drawing/2014/main" id="{C1490452-2116-08CF-764D-82B4A4F5188A}"/>
              </a:ext>
            </a:extLst>
          </p:cNvPr>
          <p:cNvSpPr/>
          <p:nvPr/>
        </p:nvSpPr>
        <p:spPr>
          <a:xfrm>
            <a:off x="478536" y="641999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1" name="Star: 5 Points 150">
            <a:extLst>
              <a:ext uri="{FF2B5EF4-FFF2-40B4-BE49-F238E27FC236}">
                <a16:creationId xmlns:a16="http://schemas.microsoft.com/office/drawing/2014/main" id="{53861EB2-F4C3-B91F-36F2-F36B1268208E}"/>
              </a:ext>
            </a:extLst>
          </p:cNvPr>
          <p:cNvSpPr/>
          <p:nvPr/>
        </p:nvSpPr>
        <p:spPr>
          <a:xfrm>
            <a:off x="139446" y="641999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4C02E8C-1AB1-7241-3487-E7EED078D01A}"/>
              </a:ext>
            </a:extLst>
          </p:cNvPr>
          <p:cNvSpPr txBox="1"/>
          <p:nvPr/>
        </p:nvSpPr>
        <p:spPr>
          <a:xfrm>
            <a:off x="3134104" y="6043188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2BD9913-0469-3429-5A1D-A2ADDE5D1EEF}"/>
              </a:ext>
            </a:extLst>
          </p:cNvPr>
          <p:cNvSpPr txBox="1"/>
          <p:nvPr/>
        </p:nvSpPr>
        <p:spPr>
          <a:xfrm>
            <a:off x="1393716" y="472724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122A84E-54A5-7A21-8D31-F9594C64CBE2}"/>
              </a:ext>
            </a:extLst>
          </p:cNvPr>
          <p:cNvSpPr txBox="1"/>
          <p:nvPr/>
        </p:nvSpPr>
        <p:spPr>
          <a:xfrm>
            <a:off x="3331763" y="472724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1FF908F-EF4F-1526-D482-E938434B2AC1}"/>
              </a:ext>
            </a:extLst>
          </p:cNvPr>
          <p:cNvGrpSpPr/>
          <p:nvPr/>
        </p:nvGrpSpPr>
        <p:grpSpPr>
          <a:xfrm>
            <a:off x="3757802" y="4726016"/>
            <a:ext cx="832583" cy="553914"/>
            <a:chOff x="3757802" y="1298860"/>
            <a:chExt cx="832583" cy="553914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8178031D-AA5C-48B2-7E40-98278B9AE663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E5818CE5-B870-2D84-1578-DE8A1BFE9825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ECA5C36C-3532-73C4-46EF-E9AFB2019F9C}"/>
              </a:ext>
            </a:extLst>
          </p:cNvPr>
          <p:cNvGrpSpPr/>
          <p:nvPr/>
        </p:nvGrpSpPr>
        <p:grpSpPr>
          <a:xfrm>
            <a:off x="382059" y="4726016"/>
            <a:ext cx="949821" cy="553914"/>
            <a:chOff x="382059" y="1298860"/>
            <a:chExt cx="949821" cy="553914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A143B288-5A48-E6AE-85EB-FDDE87542AF8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E69A9EC4-EBE6-6D19-C473-4CA245F98EFA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793458A0-AA2E-B43F-CB18-9A12F19ACAF3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3E83F72-1D50-B72A-F8C0-4109EE2BCBD4}"/>
              </a:ext>
            </a:extLst>
          </p:cNvPr>
          <p:cNvGrpSpPr/>
          <p:nvPr/>
        </p:nvGrpSpPr>
        <p:grpSpPr>
          <a:xfrm>
            <a:off x="1819754" y="4604789"/>
            <a:ext cx="1450173" cy="769441"/>
            <a:chOff x="1868798" y="1177633"/>
            <a:chExt cx="1450173" cy="769441"/>
          </a:xfrm>
        </p:grpSpPr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CFF79F4D-0ACF-CB87-CA35-AD1BF379AC8A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E87B5DD5-362B-903C-67D0-D00FF48D15BB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BDF9A0E5-5D50-1169-2AA4-659AD73CB3F4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195D30BE-F1B3-F716-F5CF-BE49E7C56BE7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D70795AC-155A-69B7-6C06-625D4A266138}"/>
              </a:ext>
            </a:extLst>
          </p:cNvPr>
          <p:cNvSpPr/>
          <p:nvPr/>
        </p:nvSpPr>
        <p:spPr>
          <a:xfrm>
            <a:off x="4981411" y="352949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D1AD009-6832-7A1C-D191-BDA86769A248}"/>
              </a:ext>
            </a:extLst>
          </p:cNvPr>
          <p:cNvSpPr txBox="1"/>
          <p:nvPr/>
        </p:nvSpPr>
        <p:spPr>
          <a:xfrm>
            <a:off x="6447909" y="350483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A4BA47C1-85F8-7F17-D596-6938639292AB}"/>
              </a:ext>
            </a:extLst>
          </p:cNvPr>
          <p:cNvSpPr/>
          <p:nvPr/>
        </p:nvSpPr>
        <p:spPr>
          <a:xfrm>
            <a:off x="5452327" y="605167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1BCB2E95-43A5-FF53-6804-6CABA3A2A3F0}"/>
              </a:ext>
            </a:extLst>
          </p:cNvPr>
          <p:cNvSpPr txBox="1"/>
          <p:nvPr/>
        </p:nvSpPr>
        <p:spPr>
          <a:xfrm>
            <a:off x="5788419" y="6053855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E2E908E4-8AC0-2592-D727-B7CCA5AEA807}"/>
              </a:ext>
            </a:extLst>
          </p:cNvPr>
          <p:cNvSpPr txBox="1"/>
          <p:nvPr/>
        </p:nvSpPr>
        <p:spPr>
          <a:xfrm>
            <a:off x="5761664" y="3745395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187332B-7014-04B9-444F-C302354F195C}"/>
              </a:ext>
            </a:extLst>
          </p:cNvPr>
          <p:cNvSpPr txBox="1"/>
          <p:nvPr/>
        </p:nvSpPr>
        <p:spPr>
          <a:xfrm>
            <a:off x="5788419" y="633985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73" name="Star: 5 Points 172">
            <a:extLst>
              <a:ext uri="{FF2B5EF4-FFF2-40B4-BE49-F238E27FC236}">
                <a16:creationId xmlns:a16="http://schemas.microsoft.com/office/drawing/2014/main" id="{96BC0BE1-292D-DFB9-96D3-E55A95182610}"/>
              </a:ext>
            </a:extLst>
          </p:cNvPr>
          <p:cNvSpPr/>
          <p:nvPr/>
        </p:nvSpPr>
        <p:spPr>
          <a:xfrm>
            <a:off x="5452327" y="639533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Star: 5 Points 173">
            <a:extLst>
              <a:ext uri="{FF2B5EF4-FFF2-40B4-BE49-F238E27FC236}">
                <a16:creationId xmlns:a16="http://schemas.microsoft.com/office/drawing/2014/main" id="{0451D4D7-F389-E2DB-17BF-1E534FED2923}"/>
              </a:ext>
            </a:extLst>
          </p:cNvPr>
          <p:cNvSpPr/>
          <p:nvPr/>
        </p:nvSpPr>
        <p:spPr>
          <a:xfrm>
            <a:off x="5113237" y="639533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E470D2A-56CC-7430-DC9A-79D401D79790}"/>
              </a:ext>
            </a:extLst>
          </p:cNvPr>
          <p:cNvSpPr txBox="1"/>
          <p:nvPr/>
        </p:nvSpPr>
        <p:spPr>
          <a:xfrm>
            <a:off x="8107895" y="6018527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F218A6A-D961-AA15-E0C7-85BB0BBD5BD4}"/>
              </a:ext>
            </a:extLst>
          </p:cNvPr>
          <p:cNvSpPr txBox="1"/>
          <p:nvPr/>
        </p:nvSpPr>
        <p:spPr>
          <a:xfrm>
            <a:off x="6367507" y="470258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0AC26C8-9E5E-0536-2D96-848257DB3072}"/>
              </a:ext>
            </a:extLst>
          </p:cNvPr>
          <p:cNvSpPr txBox="1"/>
          <p:nvPr/>
        </p:nvSpPr>
        <p:spPr>
          <a:xfrm>
            <a:off x="8305554" y="470258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D92F5C0A-E536-7930-FD0D-E0A52ECA045A}"/>
              </a:ext>
            </a:extLst>
          </p:cNvPr>
          <p:cNvGrpSpPr/>
          <p:nvPr/>
        </p:nvGrpSpPr>
        <p:grpSpPr>
          <a:xfrm>
            <a:off x="8731593" y="4701355"/>
            <a:ext cx="832583" cy="553914"/>
            <a:chOff x="3757802" y="1298860"/>
            <a:chExt cx="832583" cy="553914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EA583688-3319-C041-E4D2-71BDDBE0246D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BB2DE44E-EC22-E425-9A83-88EB3CBA18F2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2DEC947-2FCB-C37A-894B-8F4428EBAE8D}"/>
              </a:ext>
            </a:extLst>
          </p:cNvPr>
          <p:cNvGrpSpPr/>
          <p:nvPr/>
        </p:nvGrpSpPr>
        <p:grpSpPr>
          <a:xfrm>
            <a:off x="5355850" y="4701355"/>
            <a:ext cx="949821" cy="553914"/>
            <a:chOff x="382059" y="1298860"/>
            <a:chExt cx="949821" cy="553914"/>
          </a:xfrm>
        </p:grpSpPr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BA277D04-7CD2-8F8D-D8C6-2A518924326D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1C4C0D60-EC20-B879-5FCE-43A8A4F9958D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1A31B264-1F81-D6DE-2600-9DFDB539B7D1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CA7986F4-B666-8A84-5B15-02C5806E7F27}"/>
              </a:ext>
            </a:extLst>
          </p:cNvPr>
          <p:cNvGrpSpPr/>
          <p:nvPr/>
        </p:nvGrpSpPr>
        <p:grpSpPr>
          <a:xfrm>
            <a:off x="6793545" y="4580128"/>
            <a:ext cx="1450173" cy="769441"/>
            <a:chOff x="1868798" y="1177633"/>
            <a:chExt cx="1450173" cy="769441"/>
          </a:xfrm>
        </p:grpSpPr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C63CE52B-5830-5708-73A4-8A3903215FCC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2E290916-6D03-6872-AECD-E2CF44DAAAC2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FB3E068C-3658-1E2D-D113-1A322688624D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45DAFDE0-F502-F641-5093-CA6EF26ADB72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9737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B2F1D5A6-5F8A-F00A-7508-97537BA7C151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4F64770-E0B4-F4A1-5356-6B1DAE10A9D1}"/>
              </a:ext>
            </a:extLst>
          </p:cNvPr>
          <p:cNvSpPr txBox="1"/>
          <p:nvPr/>
        </p:nvSpPr>
        <p:spPr>
          <a:xfrm>
            <a:off x="1531331" y="127456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3E05A7F-252D-CB5A-E0B8-88BE393472AF}"/>
              </a:ext>
            </a:extLst>
          </p:cNvPr>
          <p:cNvSpPr txBox="1"/>
          <p:nvPr/>
        </p:nvSpPr>
        <p:spPr>
          <a:xfrm>
            <a:off x="1011621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B2EF996-9DC7-DC97-26EF-10166B48F102}"/>
              </a:ext>
            </a:extLst>
          </p:cNvPr>
          <p:cNvSpPr txBox="1"/>
          <p:nvPr/>
        </p:nvSpPr>
        <p:spPr>
          <a:xfrm>
            <a:off x="1439639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18AA7D2-368D-61CE-D492-7BAC0E96310A}"/>
              </a:ext>
            </a:extLst>
          </p:cNvPr>
          <p:cNvSpPr txBox="1"/>
          <p:nvPr/>
        </p:nvSpPr>
        <p:spPr>
          <a:xfrm>
            <a:off x="3385457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6AE8598-5170-605B-9D7F-FCC6B4884B89}"/>
              </a:ext>
            </a:extLst>
          </p:cNvPr>
          <p:cNvSpPr/>
          <p:nvPr/>
        </p:nvSpPr>
        <p:spPr>
          <a:xfrm>
            <a:off x="3757802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3944B85-012D-1D49-5497-F81AE82113D3}"/>
              </a:ext>
            </a:extLst>
          </p:cNvPr>
          <p:cNvSpPr/>
          <p:nvPr/>
        </p:nvSpPr>
        <p:spPr>
          <a:xfrm>
            <a:off x="4222885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98EDB88-77F1-3443-ABCC-A2D99613216A}"/>
              </a:ext>
            </a:extLst>
          </p:cNvPr>
          <p:cNvSpPr/>
          <p:nvPr/>
        </p:nvSpPr>
        <p:spPr>
          <a:xfrm>
            <a:off x="964380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DB9EBEA-6096-3113-4521-3E5D84FEC476}"/>
              </a:ext>
            </a:extLst>
          </p:cNvPr>
          <p:cNvSpPr/>
          <p:nvPr/>
        </p:nvSpPr>
        <p:spPr>
          <a:xfrm>
            <a:off x="805578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9ECEDE9-4AFC-FC67-B6DD-C16A3553D91B}"/>
              </a:ext>
            </a:extLst>
          </p:cNvPr>
          <p:cNvSpPr/>
          <p:nvPr/>
        </p:nvSpPr>
        <p:spPr>
          <a:xfrm>
            <a:off x="382059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EEA4FEE-2AE9-7B2E-44BA-F874D79F3A93}"/>
              </a:ext>
            </a:extLst>
          </p:cNvPr>
          <p:cNvSpPr/>
          <p:nvPr/>
        </p:nvSpPr>
        <p:spPr>
          <a:xfrm>
            <a:off x="2335120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DF2D417-096B-D036-C6C8-3FE792928BD7}"/>
              </a:ext>
            </a:extLst>
          </p:cNvPr>
          <p:cNvSpPr/>
          <p:nvPr/>
        </p:nvSpPr>
        <p:spPr>
          <a:xfrm>
            <a:off x="191160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E6317EF-9757-412C-FDAE-0DA64E9812AC}"/>
              </a:ext>
            </a:extLst>
          </p:cNvPr>
          <p:cNvSpPr/>
          <p:nvPr/>
        </p:nvSpPr>
        <p:spPr>
          <a:xfrm>
            <a:off x="2486388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2AFEED4-AABE-26AC-D3DB-338C29DDE53C}"/>
              </a:ext>
            </a:extLst>
          </p:cNvPr>
          <p:cNvSpPr/>
          <p:nvPr/>
        </p:nvSpPr>
        <p:spPr>
          <a:xfrm>
            <a:off x="295147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Star: 5 Points 95">
            <a:extLst>
              <a:ext uri="{FF2B5EF4-FFF2-40B4-BE49-F238E27FC236}">
                <a16:creationId xmlns:a16="http://schemas.microsoft.com/office/drawing/2014/main" id="{C8B854C2-609E-E31C-7153-C2ABEAE63C0A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88CF34D-71F6-02B1-42E7-D5A1A9655F7E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2A3627D-07B7-AC46-1339-80D930F851C4}"/>
              </a:ext>
            </a:extLst>
          </p:cNvPr>
          <p:cNvSpPr txBox="1"/>
          <p:nvPr/>
        </p:nvSpPr>
        <p:spPr>
          <a:xfrm>
            <a:off x="832751" y="292153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99" name="Star: 5 Points 98">
            <a:extLst>
              <a:ext uri="{FF2B5EF4-FFF2-40B4-BE49-F238E27FC236}">
                <a16:creationId xmlns:a16="http://schemas.microsoft.com/office/drawing/2014/main" id="{74A63C4C-DC8A-A95B-1B1A-46A52E1D0272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53BF29E4-38F0-23DD-830D-55801070DEDD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C93A7A4-9A30-7BC2-454B-E3991081ECD9}"/>
              </a:ext>
            </a:extLst>
          </p:cNvPr>
          <p:cNvSpPr txBox="1"/>
          <p:nvPr/>
        </p:nvSpPr>
        <p:spPr>
          <a:xfrm>
            <a:off x="2835118" y="2628791"/>
            <a:ext cx="3914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</a:t>
            </a:r>
            <a:endParaRPr lang="en-US" sz="1400" dirty="0"/>
          </a:p>
          <a:p>
            <a:r>
              <a:rPr lang="ru-RU" sz="1400" dirty="0"/>
              <a:t> натыйжалар</a:t>
            </a:r>
            <a:r>
              <a:rPr lang="ky-KG" sz="1400" dirty="0"/>
              <a:t>ды</a:t>
            </a:r>
            <a:r>
              <a:rPr lang="ru-RU" sz="1400" dirty="0"/>
              <a:t> эсептей</a:t>
            </a:r>
          </a:p>
          <a:p>
            <a:r>
              <a:rPr lang="ru-RU" sz="1400" dirty="0"/>
              <a:t> алдыңбы?</a:t>
            </a:r>
            <a:endParaRPr lang="en-US" sz="1400" dirty="0"/>
          </a:p>
          <a:p>
            <a:pPr algn="ctr"/>
            <a:endParaRPr lang="en-GB" sz="1400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85FAE06-9E41-63FB-93B0-EFB3A97C44CB}"/>
              </a:ext>
            </a:extLst>
          </p:cNvPr>
          <p:cNvSpPr/>
          <p:nvPr/>
        </p:nvSpPr>
        <p:spPr>
          <a:xfrm>
            <a:off x="4983091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C127A52-20A1-0093-210D-87E5FA985055}"/>
              </a:ext>
            </a:extLst>
          </p:cNvPr>
          <p:cNvSpPr txBox="1"/>
          <p:nvPr/>
        </p:nvSpPr>
        <p:spPr>
          <a:xfrm>
            <a:off x="6506802" y="127456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FFD7BD6-3A10-1738-B9B1-C20DABE45493}"/>
              </a:ext>
            </a:extLst>
          </p:cNvPr>
          <p:cNvSpPr txBox="1"/>
          <p:nvPr/>
        </p:nvSpPr>
        <p:spPr>
          <a:xfrm>
            <a:off x="598709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C4F705C-81FD-68C1-E114-1D6C1B230EB9}"/>
              </a:ext>
            </a:extLst>
          </p:cNvPr>
          <p:cNvSpPr txBox="1"/>
          <p:nvPr/>
        </p:nvSpPr>
        <p:spPr>
          <a:xfrm>
            <a:off x="6415110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B1DAC42-70DA-8404-2675-E7D6E8858761}"/>
              </a:ext>
            </a:extLst>
          </p:cNvPr>
          <p:cNvSpPr txBox="1"/>
          <p:nvPr/>
        </p:nvSpPr>
        <p:spPr>
          <a:xfrm>
            <a:off x="8360928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B64FC14-2A9A-EC70-A584-BCD40F46DC5C}"/>
              </a:ext>
            </a:extLst>
          </p:cNvPr>
          <p:cNvSpPr/>
          <p:nvPr/>
        </p:nvSpPr>
        <p:spPr>
          <a:xfrm>
            <a:off x="8733273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3665BAE-BD5C-CEA5-2A9A-36C47EF88F78}"/>
              </a:ext>
            </a:extLst>
          </p:cNvPr>
          <p:cNvSpPr/>
          <p:nvPr/>
        </p:nvSpPr>
        <p:spPr>
          <a:xfrm>
            <a:off x="9198356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250927B-851C-9BD1-B64C-BA307B340307}"/>
              </a:ext>
            </a:extLst>
          </p:cNvPr>
          <p:cNvSpPr/>
          <p:nvPr/>
        </p:nvSpPr>
        <p:spPr>
          <a:xfrm>
            <a:off x="593985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098C55CA-026A-5417-EB46-39D57BDB1F51}"/>
              </a:ext>
            </a:extLst>
          </p:cNvPr>
          <p:cNvSpPr/>
          <p:nvPr/>
        </p:nvSpPr>
        <p:spPr>
          <a:xfrm>
            <a:off x="5781049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9E273F7-814D-1731-2884-60F59D25BA45}"/>
              </a:ext>
            </a:extLst>
          </p:cNvPr>
          <p:cNvSpPr/>
          <p:nvPr/>
        </p:nvSpPr>
        <p:spPr>
          <a:xfrm>
            <a:off x="5357530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AE6F418F-68C7-4736-949E-1F427FD9F989}"/>
              </a:ext>
            </a:extLst>
          </p:cNvPr>
          <p:cNvSpPr/>
          <p:nvPr/>
        </p:nvSpPr>
        <p:spPr>
          <a:xfrm>
            <a:off x="7310591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C529357-D843-AE19-F3CA-5DC1E4C925EF}"/>
              </a:ext>
            </a:extLst>
          </p:cNvPr>
          <p:cNvSpPr/>
          <p:nvPr/>
        </p:nvSpPr>
        <p:spPr>
          <a:xfrm>
            <a:off x="6887072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B447245-F6F8-1345-17C2-BAC6EAFA856E}"/>
              </a:ext>
            </a:extLst>
          </p:cNvPr>
          <p:cNvSpPr/>
          <p:nvPr/>
        </p:nvSpPr>
        <p:spPr>
          <a:xfrm>
            <a:off x="7461859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22E510B-B656-59A9-5F69-B3DEFAAB2A18}"/>
              </a:ext>
            </a:extLst>
          </p:cNvPr>
          <p:cNvSpPr/>
          <p:nvPr/>
        </p:nvSpPr>
        <p:spPr>
          <a:xfrm>
            <a:off x="7926942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6" name="Star: 5 Points 115">
            <a:extLst>
              <a:ext uri="{FF2B5EF4-FFF2-40B4-BE49-F238E27FC236}">
                <a16:creationId xmlns:a16="http://schemas.microsoft.com/office/drawing/2014/main" id="{62A3B60F-9A6C-EDA3-D352-A66B6607365A}"/>
              </a:ext>
            </a:extLst>
          </p:cNvPr>
          <p:cNvSpPr/>
          <p:nvPr/>
        </p:nvSpPr>
        <p:spPr>
          <a:xfrm>
            <a:off x="5454007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854F53B-A1EE-29B2-7FA9-06D02108112D}"/>
              </a:ext>
            </a:extLst>
          </p:cNvPr>
          <p:cNvSpPr txBox="1"/>
          <p:nvPr/>
        </p:nvSpPr>
        <p:spPr>
          <a:xfrm>
            <a:off x="5790099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C6A4882-B91A-0D01-5985-B9FC43F69D0B}"/>
              </a:ext>
            </a:extLst>
          </p:cNvPr>
          <p:cNvSpPr txBox="1"/>
          <p:nvPr/>
        </p:nvSpPr>
        <p:spPr>
          <a:xfrm>
            <a:off x="5808222" y="292153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19" name="Star: 5 Points 118">
            <a:extLst>
              <a:ext uri="{FF2B5EF4-FFF2-40B4-BE49-F238E27FC236}">
                <a16:creationId xmlns:a16="http://schemas.microsoft.com/office/drawing/2014/main" id="{C4AF3C82-48F5-B6D0-DD34-B4C0F3972199}"/>
              </a:ext>
            </a:extLst>
          </p:cNvPr>
          <p:cNvSpPr/>
          <p:nvPr/>
        </p:nvSpPr>
        <p:spPr>
          <a:xfrm>
            <a:off x="5454007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0" name="Star: 5 Points 119">
            <a:extLst>
              <a:ext uri="{FF2B5EF4-FFF2-40B4-BE49-F238E27FC236}">
                <a16:creationId xmlns:a16="http://schemas.microsoft.com/office/drawing/2014/main" id="{1F6FFC52-55EC-1671-849E-E1B62F7B68E5}"/>
              </a:ext>
            </a:extLst>
          </p:cNvPr>
          <p:cNvSpPr/>
          <p:nvPr/>
        </p:nvSpPr>
        <p:spPr>
          <a:xfrm>
            <a:off x="5114917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CB7342C-4ED8-60D6-F9B1-DB7C77368A09}"/>
              </a:ext>
            </a:extLst>
          </p:cNvPr>
          <p:cNvSpPr txBox="1"/>
          <p:nvPr/>
        </p:nvSpPr>
        <p:spPr>
          <a:xfrm>
            <a:off x="7810589" y="2628791"/>
            <a:ext cx="3914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</a:t>
            </a:r>
            <a:endParaRPr lang="en-US" sz="1400" dirty="0"/>
          </a:p>
          <a:p>
            <a:r>
              <a:rPr lang="ru-RU" sz="1400" dirty="0"/>
              <a:t> натыйжалар</a:t>
            </a:r>
            <a:r>
              <a:rPr lang="ky-KG" sz="1400" dirty="0"/>
              <a:t>ды</a:t>
            </a:r>
            <a:r>
              <a:rPr lang="ru-RU" sz="1400" dirty="0"/>
              <a:t> эсептей</a:t>
            </a:r>
          </a:p>
          <a:p>
            <a:r>
              <a:rPr lang="ru-RU" sz="1400" dirty="0"/>
              <a:t> алдыңбы?</a:t>
            </a:r>
            <a:endParaRPr lang="en-US" sz="1400" dirty="0"/>
          </a:p>
          <a:p>
            <a:pPr algn="ctr"/>
            <a:endParaRPr lang="en-GB" sz="1400" dirty="0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BC3D1314-54FF-FE7D-2618-732226FCC682}"/>
              </a:ext>
            </a:extLst>
          </p:cNvPr>
          <p:cNvSpPr/>
          <p:nvPr/>
        </p:nvSpPr>
        <p:spPr>
          <a:xfrm>
            <a:off x="7620" y="3579434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9028A83-D912-59B5-C028-55E802EF229D}"/>
              </a:ext>
            </a:extLst>
          </p:cNvPr>
          <p:cNvSpPr txBox="1"/>
          <p:nvPr/>
        </p:nvSpPr>
        <p:spPr>
          <a:xfrm>
            <a:off x="1531331" y="3579890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34A77E3-4A6A-EE11-71B3-4F25A95295C3}"/>
              </a:ext>
            </a:extLst>
          </p:cNvPr>
          <p:cNvSpPr txBox="1"/>
          <p:nvPr/>
        </p:nvSpPr>
        <p:spPr>
          <a:xfrm>
            <a:off x="1011621" y="3795334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136F7BD-FD40-A9D3-D01A-B1ED8C4C3CBA}"/>
              </a:ext>
            </a:extLst>
          </p:cNvPr>
          <p:cNvSpPr txBox="1"/>
          <p:nvPr/>
        </p:nvSpPr>
        <p:spPr>
          <a:xfrm>
            <a:off x="1439639" y="481902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07BA5DE-F33F-F361-5E66-6A2DAE354383}"/>
              </a:ext>
            </a:extLst>
          </p:cNvPr>
          <p:cNvSpPr txBox="1"/>
          <p:nvPr/>
        </p:nvSpPr>
        <p:spPr>
          <a:xfrm>
            <a:off x="3385457" y="481902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2DA9AA8-27E5-D305-4F8A-52A8EE4D103D}"/>
              </a:ext>
            </a:extLst>
          </p:cNvPr>
          <p:cNvSpPr/>
          <p:nvPr/>
        </p:nvSpPr>
        <p:spPr>
          <a:xfrm>
            <a:off x="3757802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82E37D9-C913-A644-3D23-5A9712681510}"/>
              </a:ext>
            </a:extLst>
          </p:cNvPr>
          <p:cNvSpPr/>
          <p:nvPr/>
        </p:nvSpPr>
        <p:spPr>
          <a:xfrm>
            <a:off x="4222885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7562DC8-CA3B-8B26-B576-51DC7F6DBF8E}"/>
              </a:ext>
            </a:extLst>
          </p:cNvPr>
          <p:cNvSpPr/>
          <p:nvPr/>
        </p:nvSpPr>
        <p:spPr>
          <a:xfrm>
            <a:off x="964380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3B156F64-10D2-A2B6-0209-3AA4BE7DDCE8}"/>
              </a:ext>
            </a:extLst>
          </p:cNvPr>
          <p:cNvSpPr/>
          <p:nvPr/>
        </p:nvSpPr>
        <p:spPr>
          <a:xfrm>
            <a:off x="805578" y="5043361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6708ABC-0BD8-76BF-7D36-C37A48319081}"/>
              </a:ext>
            </a:extLst>
          </p:cNvPr>
          <p:cNvSpPr/>
          <p:nvPr/>
        </p:nvSpPr>
        <p:spPr>
          <a:xfrm>
            <a:off x="382059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A0680C9D-F44A-62BC-3C44-AA6EBBA23468}"/>
              </a:ext>
            </a:extLst>
          </p:cNvPr>
          <p:cNvSpPr/>
          <p:nvPr/>
        </p:nvSpPr>
        <p:spPr>
          <a:xfrm>
            <a:off x="2335120" y="5043361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6FB4857-9F64-8B1D-9B26-ACE2E09BC5AD}"/>
              </a:ext>
            </a:extLst>
          </p:cNvPr>
          <p:cNvSpPr/>
          <p:nvPr/>
        </p:nvSpPr>
        <p:spPr>
          <a:xfrm>
            <a:off x="1911601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0388313-2776-3452-9AE9-D6299714FD5E}"/>
              </a:ext>
            </a:extLst>
          </p:cNvPr>
          <p:cNvSpPr/>
          <p:nvPr/>
        </p:nvSpPr>
        <p:spPr>
          <a:xfrm>
            <a:off x="2486388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678096E-6903-FBCB-348B-CD3569F17F0B}"/>
              </a:ext>
            </a:extLst>
          </p:cNvPr>
          <p:cNvSpPr/>
          <p:nvPr/>
        </p:nvSpPr>
        <p:spPr>
          <a:xfrm>
            <a:off x="2951471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Star: 5 Points 135">
            <a:extLst>
              <a:ext uri="{FF2B5EF4-FFF2-40B4-BE49-F238E27FC236}">
                <a16:creationId xmlns:a16="http://schemas.microsoft.com/office/drawing/2014/main" id="{CE535C7B-19A7-CB3C-0CBC-79D99F85DFCA}"/>
              </a:ext>
            </a:extLst>
          </p:cNvPr>
          <p:cNvSpPr/>
          <p:nvPr/>
        </p:nvSpPr>
        <p:spPr>
          <a:xfrm>
            <a:off x="478536" y="610161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A27C959-2A60-65A9-928F-FB30F12BE64F}"/>
              </a:ext>
            </a:extLst>
          </p:cNvPr>
          <p:cNvSpPr txBox="1"/>
          <p:nvPr/>
        </p:nvSpPr>
        <p:spPr>
          <a:xfrm>
            <a:off x="814628" y="6103794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E937111-C095-BE23-B173-4EED7B42DCCF}"/>
              </a:ext>
            </a:extLst>
          </p:cNvPr>
          <p:cNvSpPr txBox="1"/>
          <p:nvPr/>
        </p:nvSpPr>
        <p:spPr>
          <a:xfrm>
            <a:off x="832751" y="6373971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46E6738F-A339-62D5-7124-AC990ABA53A4}"/>
              </a:ext>
            </a:extLst>
          </p:cNvPr>
          <p:cNvSpPr/>
          <p:nvPr/>
        </p:nvSpPr>
        <p:spPr>
          <a:xfrm>
            <a:off x="478536" y="644526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0" name="Star: 5 Points 139">
            <a:extLst>
              <a:ext uri="{FF2B5EF4-FFF2-40B4-BE49-F238E27FC236}">
                <a16:creationId xmlns:a16="http://schemas.microsoft.com/office/drawing/2014/main" id="{32805C88-168D-D185-5E2A-7320FCC2E443}"/>
              </a:ext>
            </a:extLst>
          </p:cNvPr>
          <p:cNvSpPr/>
          <p:nvPr/>
        </p:nvSpPr>
        <p:spPr>
          <a:xfrm>
            <a:off x="139446" y="644526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16E66E6-02CE-BC83-7971-192FFB2BE975}"/>
              </a:ext>
            </a:extLst>
          </p:cNvPr>
          <p:cNvSpPr txBox="1"/>
          <p:nvPr/>
        </p:nvSpPr>
        <p:spPr>
          <a:xfrm>
            <a:off x="2835118" y="6081225"/>
            <a:ext cx="3914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</a:t>
            </a:r>
            <a:endParaRPr lang="en-US" sz="1400" dirty="0"/>
          </a:p>
          <a:p>
            <a:r>
              <a:rPr lang="ru-RU" sz="1400" dirty="0"/>
              <a:t> натыйжалар</a:t>
            </a:r>
            <a:r>
              <a:rPr lang="ky-KG" sz="1400" dirty="0"/>
              <a:t>ды</a:t>
            </a:r>
            <a:r>
              <a:rPr lang="ru-RU" sz="1400" dirty="0"/>
              <a:t> эсептей</a:t>
            </a:r>
          </a:p>
          <a:p>
            <a:r>
              <a:rPr lang="ru-RU" sz="1400" dirty="0"/>
              <a:t> алдыңбы?</a:t>
            </a:r>
            <a:endParaRPr lang="en-US" sz="1400" dirty="0"/>
          </a:p>
          <a:p>
            <a:pPr algn="ctr"/>
            <a:endParaRPr lang="en-GB" sz="1400" dirty="0"/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59B359FD-D4EB-124C-6F69-B5DA1D8449B7}"/>
              </a:ext>
            </a:extLst>
          </p:cNvPr>
          <p:cNvSpPr/>
          <p:nvPr/>
        </p:nvSpPr>
        <p:spPr>
          <a:xfrm>
            <a:off x="4993267" y="3579434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7E55837-5A2C-3E73-3038-BC6D4BEC281B}"/>
              </a:ext>
            </a:extLst>
          </p:cNvPr>
          <p:cNvSpPr txBox="1"/>
          <p:nvPr/>
        </p:nvSpPr>
        <p:spPr>
          <a:xfrm>
            <a:off x="6516978" y="3579890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9A221F9-3D70-E2FE-6C1D-E5554727CD6D}"/>
              </a:ext>
            </a:extLst>
          </p:cNvPr>
          <p:cNvSpPr txBox="1"/>
          <p:nvPr/>
        </p:nvSpPr>
        <p:spPr>
          <a:xfrm>
            <a:off x="5997268" y="3795334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A3A3881-3E97-7F1F-DC65-991212989690}"/>
              </a:ext>
            </a:extLst>
          </p:cNvPr>
          <p:cNvSpPr txBox="1"/>
          <p:nvPr/>
        </p:nvSpPr>
        <p:spPr>
          <a:xfrm>
            <a:off x="6425286" y="481902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178AE33-1DA4-B425-B3C5-FD1BCCB91AD8}"/>
              </a:ext>
            </a:extLst>
          </p:cNvPr>
          <p:cNvSpPr txBox="1"/>
          <p:nvPr/>
        </p:nvSpPr>
        <p:spPr>
          <a:xfrm>
            <a:off x="8371104" y="481902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FD21D5C7-8294-8D19-6296-B2905ED1C807}"/>
              </a:ext>
            </a:extLst>
          </p:cNvPr>
          <p:cNvSpPr/>
          <p:nvPr/>
        </p:nvSpPr>
        <p:spPr>
          <a:xfrm>
            <a:off x="8743449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0633021B-82D3-BD03-218E-54857DD57B28}"/>
              </a:ext>
            </a:extLst>
          </p:cNvPr>
          <p:cNvSpPr/>
          <p:nvPr/>
        </p:nvSpPr>
        <p:spPr>
          <a:xfrm>
            <a:off x="9208532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0C08D6A-F184-7329-C2A5-E37D4BA60B1E}"/>
              </a:ext>
            </a:extLst>
          </p:cNvPr>
          <p:cNvSpPr/>
          <p:nvPr/>
        </p:nvSpPr>
        <p:spPr>
          <a:xfrm>
            <a:off x="5950027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BC5E3D0F-BAE3-9F13-4C1E-AF0D69DA9AAF}"/>
              </a:ext>
            </a:extLst>
          </p:cNvPr>
          <p:cNvSpPr/>
          <p:nvPr/>
        </p:nvSpPr>
        <p:spPr>
          <a:xfrm>
            <a:off x="5791225" y="5043361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71F3BA6-909D-AA43-787E-50022F052A35}"/>
              </a:ext>
            </a:extLst>
          </p:cNvPr>
          <p:cNvSpPr/>
          <p:nvPr/>
        </p:nvSpPr>
        <p:spPr>
          <a:xfrm>
            <a:off x="5367706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7A44BA0B-DAAE-B18C-EB74-35AD2D8956E8}"/>
              </a:ext>
            </a:extLst>
          </p:cNvPr>
          <p:cNvSpPr/>
          <p:nvPr/>
        </p:nvSpPr>
        <p:spPr>
          <a:xfrm>
            <a:off x="7320767" y="5043361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B799401-59CF-B974-D384-CD51281FC639}"/>
              </a:ext>
            </a:extLst>
          </p:cNvPr>
          <p:cNvSpPr/>
          <p:nvPr/>
        </p:nvSpPr>
        <p:spPr>
          <a:xfrm>
            <a:off x="6897248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4391EE9-28B6-C7E6-F6FC-BC8F842ABCD4}"/>
              </a:ext>
            </a:extLst>
          </p:cNvPr>
          <p:cNvSpPr/>
          <p:nvPr/>
        </p:nvSpPr>
        <p:spPr>
          <a:xfrm>
            <a:off x="7472035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551513F-C27A-92C3-E100-A36F7B90A098}"/>
              </a:ext>
            </a:extLst>
          </p:cNvPr>
          <p:cNvSpPr/>
          <p:nvPr/>
        </p:nvSpPr>
        <p:spPr>
          <a:xfrm>
            <a:off x="7937118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CE043E0D-980F-A4CD-F428-C6B2F8A54EFB}"/>
              </a:ext>
            </a:extLst>
          </p:cNvPr>
          <p:cNvSpPr/>
          <p:nvPr/>
        </p:nvSpPr>
        <p:spPr>
          <a:xfrm>
            <a:off x="5464183" y="610161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70F1357-766D-BAA3-49C5-9839972C0756}"/>
              </a:ext>
            </a:extLst>
          </p:cNvPr>
          <p:cNvSpPr txBox="1"/>
          <p:nvPr/>
        </p:nvSpPr>
        <p:spPr>
          <a:xfrm>
            <a:off x="5800275" y="6103794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D225F76-4B9D-3087-43AE-D9313240B877}"/>
              </a:ext>
            </a:extLst>
          </p:cNvPr>
          <p:cNvSpPr txBox="1"/>
          <p:nvPr/>
        </p:nvSpPr>
        <p:spPr>
          <a:xfrm>
            <a:off x="5818398" y="6373971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59" name="Star: 5 Points 158">
            <a:extLst>
              <a:ext uri="{FF2B5EF4-FFF2-40B4-BE49-F238E27FC236}">
                <a16:creationId xmlns:a16="http://schemas.microsoft.com/office/drawing/2014/main" id="{7DDFF2A5-9590-1562-9CCC-ABA1573C8270}"/>
              </a:ext>
            </a:extLst>
          </p:cNvPr>
          <p:cNvSpPr/>
          <p:nvPr/>
        </p:nvSpPr>
        <p:spPr>
          <a:xfrm>
            <a:off x="5464183" y="644526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Star: 5 Points 159">
            <a:extLst>
              <a:ext uri="{FF2B5EF4-FFF2-40B4-BE49-F238E27FC236}">
                <a16:creationId xmlns:a16="http://schemas.microsoft.com/office/drawing/2014/main" id="{66BFDF19-9561-EF0E-BECB-A91287B2FFBA}"/>
              </a:ext>
            </a:extLst>
          </p:cNvPr>
          <p:cNvSpPr/>
          <p:nvPr/>
        </p:nvSpPr>
        <p:spPr>
          <a:xfrm>
            <a:off x="5125093" y="644526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159BC81-6983-FBAE-873A-B7C820D9FBAE}"/>
              </a:ext>
            </a:extLst>
          </p:cNvPr>
          <p:cNvSpPr txBox="1"/>
          <p:nvPr/>
        </p:nvSpPr>
        <p:spPr>
          <a:xfrm>
            <a:off x="7820765" y="6081225"/>
            <a:ext cx="3914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</a:t>
            </a:r>
            <a:endParaRPr lang="en-US" sz="1400" dirty="0"/>
          </a:p>
          <a:p>
            <a:r>
              <a:rPr lang="ru-RU" sz="1400" dirty="0"/>
              <a:t> натыйжалар</a:t>
            </a:r>
            <a:r>
              <a:rPr lang="ky-KG" sz="1400" dirty="0"/>
              <a:t>ды</a:t>
            </a:r>
            <a:r>
              <a:rPr lang="ru-RU" sz="1400" dirty="0"/>
              <a:t> эсептей</a:t>
            </a:r>
          </a:p>
          <a:p>
            <a:r>
              <a:rPr lang="ru-RU" sz="1400" dirty="0"/>
              <a:t> алдыңбы?</a:t>
            </a:r>
            <a:endParaRPr lang="en-US" sz="1400" dirty="0"/>
          </a:p>
          <a:p>
            <a:pPr algn="ctr"/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81643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1C1E93-D256-9888-113B-6AC28A932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69514" y="1085470"/>
            <a:ext cx="6807982" cy="46370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E58DFE-E723-6754-ED4E-A008C4CA4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9578" y="1110478"/>
            <a:ext cx="6807982" cy="463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07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CB25E4-9B69-6581-64B4-E820990E1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84781" y="1126220"/>
            <a:ext cx="6775122" cy="46055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FB11DD-E54C-2988-BDDA-1CD41CF75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02974" y="1103375"/>
            <a:ext cx="6632454" cy="450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38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94">
            <a:extLst>
              <a:ext uri="{FF2B5EF4-FFF2-40B4-BE49-F238E27FC236}">
                <a16:creationId xmlns:a16="http://schemas.microsoft.com/office/drawing/2014/main" id="{BA17CB58-5F29-2083-B387-7CF52AD84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24819" y="1056782"/>
            <a:ext cx="6810375" cy="47349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1F92F0-EE7D-805B-9568-F45B9985A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19644" y="1037732"/>
            <a:ext cx="6810376" cy="473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27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705EB4-DBD4-2726-BF5F-11B5CA538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43656" y="1205783"/>
            <a:ext cx="6538440" cy="44354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B8C464-D7A7-B654-4680-29E24FB8B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01524" y="1205783"/>
            <a:ext cx="6538440" cy="443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16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550D50-623E-8D0A-06C6-ED8625D98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46726" y="1229184"/>
            <a:ext cx="6440416" cy="4378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206C35-9152-C438-5AD2-020363F24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21810" y="1239982"/>
            <a:ext cx="6440416" cy="437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66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54563B-893D-D16F-CA2C-C1E1C6AC6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81676" y="1092368"/>
            <a:ext cx="6841672" cy="46569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D45EA5-3DC2-6915-DB53-0CA6741A8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46004" y="1092368"/>
            <a:ext cx="6841672" cy="465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65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10617</TotalTime>
  <Words>1221</Words>
  <Application>Microsoft Office PowerPoint</Application>
  <PresentationFormat>A4 Paper (210x297 mm)</PresentationFormat>
  <Paragraphs>383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508</cp:revision>
  <cp:lastPrinted>2017-12-31T22:38:51Z</cp:lastPrinted>
  <dcterms:created xsi:type="dcterms:W3CDTF">2017-01-17T16:57:04Z</dcterms:created>
  <dcterms:modified xsi:type="dcterms:W3CDTF">2024-09-03T08:29:25Z</dcterms:modified>
</cp:coreProperties>
</file>