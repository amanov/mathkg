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4"/>
  </p:notesMasterIdLst>
  <p:sldIdLst>
    <p:sldId id="973" r:id="rId2"/>
    <p:sldId id="974" r:id="rId3"/>
    <p:sldId id="968" r:id="rId4"/>
    <p:sldId id="969" r:id="rId5"/>
    <p:sldId id="966" r:id="rId6"/>
    <p:sldId id="967" r:id="rId7"/>
    <p:sldId id="970" r:id="rId8"/>
    <p:sldId id="971" r:id="rId9"/>
    <p:sldId id="972" r:id="rId10"/>
    <p:sldId id="976" r:id="rId11"/>
    <p:sldId id="977" r:id="rId12"/>
    <p:sldId id="975" r:id="rId13"/>
  </p:sldIdLst>
  <p:sldSz cx="9906000" cy="6858000" type="A4"/>
  <p:notesSz cx="6889750" cy="10021888"/>
  <p:embeddedFontLst>
    <p:embeddedFont>
      <p:font typeface="Cambria Math" panose="02040503050406030204" pitchFamily="18" charset="0"/>
      <p:regular r:id="rId15"/>
    </p:embeddedFont>
    <p:embeddedFont>
      <p:font typeface="Honeydripper" panose="020B0604020202020204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AFE06ED-B8DA-4059-857E-D6995C42ED2A}">
          <p14:sldIdLst>
            <p14:sldId id="973"/>
          </p14:sldIdLst>
        </p14:section>
        <p14:section name="Титулдук слайд" id="{7F068057-DE81-4BF7-B769-B2BDB5592EDD}">
          <p14:sldIdLst>
            <p14:sldId id="974"/>
          </p14:sldIdLst>
        </p14:section>
        <p14:section name="Көрсөтүү үчүн" id="{5DD39219-C4C8-4F38-A5C2-C8826E0F85D8}">
          <p14:sldIdLst>
            <p14:sldId id="968"/>
            <p14:sldId id="969"/>
          </p14:sldIdLst>
        </p14:section>
        <p14:section name="Жообу" id="{C52BA816-4B9E-4D5C-8AF3-0D1D3A3994B4}">
          <p14:sldIdLst>
            <p14:sldId id="966"/>
            <p14:sldId id="967"/>
          </p14:sldIdLst>
        </p14:section>
        <p14:section name="Иш кагазы" id="{DDE88CB2-32CA-46EC-B0E3-87018E6EBA88}">
          <p14:sldIdLst>
            <p14:sldId id="970"/>
            <p14:sldId id="971"/>
            <p14:sldId id="972"/>
          </p14:sldIdLst>
        </p14:section>
        <p14:section name="Өзүңүздүкүн жаса" id="{458B1208-BA15-4388-B693-A3E79C57B502}">
          <p14:sldIdLst>
            <p14:sldId id="976"/>
            <p14:sldId id="977"/>
          </p14:sldIdLst>
        </p14:section>
        <p14:section name="Кайтарым байланыш" id="{F2EC85F0-F3AC-464A-91E1-FB05C270A02F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E202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7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0" tIns="46150" rIns="92300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300" tIns="46150" rIns="92300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use for students to make their own worksheets for peers.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5869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10515600" cy="435133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Ондуктан Бөлчөккө</a:t>
            </a: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–– Туура же Ката лабиринт 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«Баштадан" "Аягына " чейинки жолду табышы керек,</a:t>
            </a:r>
          </a:p>
          <a:p>
            <a:pPr marL="0" marR="0" lvl="0" indent="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жооп </a:t>
            </a:r>
            <a:r>
              <a:rPr kumimoji="0" lang="ru-RU" sz="3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болгон бөлмөлөр аркылуу гана өтөт.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дубалдын ачык жерден гана өтө алышат.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3 өлчөмдө.</a:t>
            </a: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Окуучарда үчүн "Өзүң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жаса" кошулган.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384B28-3FE5-4D24-8703-BBD52390FBAB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EA651A-79CF-40BC-9B76-5D7451BEAEEE}"/>
              </a:ext>
            </a:extLst>
          </p:cNvPr>
          <p:cNvSpPr/>
          <p:nvPr/>
        </p:nvSpPr>
        <p:spPr>
          <a:xfrm>
            <a:off x="1127117" y="4694967"/>
            <a:ext cx="766472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0" i="0" u="none" strike="noStrike" kern="1200" cap="none" spc="0" normalizeH="0" baseline="0" noProof="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бөлчөккө </a:t>
            </a:r>
            <a:endParaRPr kumimoji="0" lang="en-US" sz="6000" b="0" i="0" u="none" strike="noStrike" kern="1200" cap="none" spc="0" normalizeH="0" baseline="0" noProof="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000" b="0" i="0" u="none" strike="noStrike" kern="1200" cap="none" spc="0" normalizeH="0" baseline="0" noProof="0" dirty="0">
                <a:ln w="28575">
                  <a:noFill/>
                </a:ln>
                <a:solidFill>
                  <a:srgbClr val="FFE202"/>
                </a:solidFill>
                <a:effectLst>
                  <a:reflection blurRad="6350" stA="60000" endA="900" endPos="60000" dist="60007" dir="5400000" sy="-10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айландыруу</a:t>
            </a:r>
            <a:endParaRPr kumimoji="0" lang="en-GB" sz="4800" b="0" i="0" u="none" strike="noStrike" kern="1200" cap="none" spc="0" normalizeH="0" baseline="0" noProof="0" dirty="0">
              <a:ln w="28575">
                <a:noFill/>
              </a:ln>
              <a:solidFill>
                <a:srgbClr val="FFE202"/>
              </a:solidFill>
              <a:effectLst>
                <a:reflection blurRad="6350" stA="60000" endA="900" endPos="60000" dist="60007" dir="5400000" sy="-10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B4F35D-016B-C180-365F-5A66328341D3}"/>
              </a:ext>
            </a:extLst>
          </p:cNvPr>
          <p:cNvSpPr/>
          <p:nvPr/>
        </p:nvSpPr>
        <p:spPr>
          <a:xfrm>
            <a:off x="695465" y="224041"/>
            <a:ext cx="464588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жана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ката </a:t>
            </a:r>
            <a:r>
              <a:rPr kumimoji="0" lang="ru-RU" sz="54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лабиринт</a:t>
            </a:r>
            <a:endParaRPr kumimoji="0" lang="en-US" sz="5400" b="1" i="0" u="none" strike="noStrike" kern="1200" cap="none" spc="0" normalizeH="0" baseline="0" noProof="0" dirty="0">
              <a:ln w="9525">
                <a:solidFill>
                  <a:prstClr val="white"/>
                </a:solidFill>
                <a:prstDash val="solid"/>
              </a:ln>
              <a:solidFill>
                <a:srgbClr val="5B9BD5"/>
              </a:solidFill>
              <a:effectLst>
                <a:outerShdw blurRad="12700" dist="38100" dir="2700000" algn="tl" rotWithShape="0">
                  <a:srgbClr val="5B9BD5">
                    <a:lumMod val="60000"/>
                    <a:lumOff val="40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phic 10" descr="Run outline">
            <a:extLst>
              <a:ext uri="{FF2B5EF4-FFF2-40B4-BE49-F238E27FC236}">
                <a16:creationId xmlns:a16="http://schemas.microsoft.com/office/drawing/2014/main" id="{03547A41-AD60-AFFA-4584-AC7678B12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61472" y="1145280"/>
            <a:ext cx="3733800" cy="3733800"/>
          </a:xfrm>
          <a:prstGeom prst="rect">
            <a:avLst/>
          </a:prstGeom>
        </p:spPr>
      </p:pic>
      <p:pic>
        <p:nvPicPr>
          <p:cNvPr id="13" name="Graphic 12" descr="Door Open outline">
            <a:extLst>
              <a:ext uri="{FF2B5EF4-FFF2-40B4-BE49-F238E27FC236}">
                <a16:creationId xmlns:a16="http://schemas.microsoft.com/office/drawing/2014/main" id="{45A6A4BF-3114-EAAA-24FC-6A461FEBA3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8912" y="1031840"/>
            <a:ext cx="2531934" cy="253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7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F52BAE-4867-4F45-EBC1-5BFABB40B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3" y="79299"/>
            <a:ext cx="9349847" cy="663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17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0,8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8,9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0,35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0,36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0,087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0,55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0,12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0,53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0,95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0,96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1,04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2518" r="-5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2518" r="-4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2518" r="-3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2518" r="-2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2518" r="-1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2518" r="-111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153623" r="-5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153623" r="-4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153623" r="-3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153623" r="-2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153623" r="-1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153623" r="-111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251799" r="-5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251799" r="-4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251799" r="-3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251799" r="-2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251799" r="-1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251799" r="-111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351799" r="-5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351799" r="-4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351799" r="-3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351799" r="-2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351799" r="-1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351799" r="-111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451799" r="-5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451799" r="-4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451799" r="-3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451799" r="-2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451799" r="-1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451799" r="-111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55797" r="-5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55797" r="-4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55797" r="-3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55797" r="-2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55797" r="-1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55797" r="-111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651079" r="-5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651079" r="-4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651079" r="-3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651079" r="-2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651079" r="-1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651079" r="-111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798EC-EB28-435F-9C23-9F91771B3AB3}"/>
              </a:ext>
            </a:extLst>
          </p:cNvPr>
          <p:cNvSpPr txBox="1"/>
          <p:nvPr/>
        </p:nvSpPr>
        <p:spPr>
          <a:xfrm>
            <a:off x="413769" y="69218"/>
            <a:ext cx="4534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>
                <a:solidFill>
                  <a:schemeClr val="bg1">
                    <a:lumMod val="50000"/>
                  </a:schemeClr>
                </a:solidFill>
              </a:rPr>
              <a:t>Туура айландырылган  бөлмөлөр аркылуу гана өтүңүз!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4ABE3-13BA-315D-3A42-7006F4B44237}"/>
              </a:ext>
            </a:extLst>
          </p:cNvPr>
          <p:cNvSpPr txBox="1"/>
          <p:nvPr/>
        </p:nvSpPr>
        <p:spPr>
          <a:xfrm>
            <a:off x="5817870" y="47133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8E4C9-12FF-7569-0F14-762FC522D47F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8120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9686563"/>
                  </p:ext>
                </p:extLst>
              </p:nvPr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0,8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8,9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0,35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0,36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0,087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0,55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0,12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0,53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0,95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0,96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1,04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9686563"/>
                  </p:ext>
                </p:extLst>
              </p:nvPr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2518" r="-5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2518" r="-4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2518" r="-3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2518" r="-2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2518" r="-1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2518" r="-111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153623" r="-5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153623" r="-4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153623" r="-3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153623" r="-2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153623" r="-1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153623" r="-111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251799" r="-5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251799" r="-4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251799" r="-3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251799" r="-2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251799" r="-1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251799" r="-111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351799" r="-5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351799" r="-4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351799" r="-3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351799" r="-2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351799" r="-1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351799" r="-111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451799" r="-5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451799" r="-4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451799" r="-3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451799" r="-2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451799" r="-1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451799" r="-111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55797" r="-5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55797" r="-4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55797" r="-3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55797" r="-2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55797" r="-1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55797" r="-111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651079" r="-5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651079" r="-4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651079" r="-3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651079" r="-2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651079" r="-1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651079" r="-111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DD0F7-3084-AB2D-B540-D9C2BD393DEE}"/>
              </a:ext>
            </a:extLst>
          </p:cNvPr>
          <p:cNvSpPr txBox="1"/>
          <p:nvPr/>
        </p:nvSpPr>
        <p:spPr>
          <a:xfrm>
            <a:off x="413769" y="69218"/>
            <a:ext cx="4534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>
                <a:solidFill>
                  <a:schemeClr val="bg1">
                    <a:lumMod val="50000"/>
                  </a:schemeClr>
                </a:solidFill>
              </a:rPr>
              <a:t>Туура айландырылган  бөлмөлөр аркылуу гана өтүңүз!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8E4AC-7B92-8D80-F32B-F360DE7CC579}"/>
              </a:ext>
            </a:extLst>
          </p:cNvPr>
          <p:cNvSpPr txBox="1"/>
          <p:nvPr/>
        </p:nvSpPr>
        <p:spPr>
          <a:xfrm>
            <a:off x="5817870" y="47133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B698D-39F4-B632-0579-1F76E9A9A243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99456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0,8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8,9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0,35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0,36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0,087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0,55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0,12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0,53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0,95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0,96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1,04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2518" r="-5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2518" r="-4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2518" r="-3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2518" r="-2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2518" r="-1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2518" r="-111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153623" r="-5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153623" r="-4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153623" r="-3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153623" r="-2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153623" r="-1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153623" r="-111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251799" r="-5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251799" r="-4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251799" r="-3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251799" r="-2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251799" r="-1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251799" r="-111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351799" r="-5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351799" r="-4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351799" r="-3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351799" r="-2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351799" r="-1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351799" r="-111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451799" r="-5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451799" r="-4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451799" r="-3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451799" r="-2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451799" r="-1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451799" r="-111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55797" r="-5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55797" r="-4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55797" r="-3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55797" r="-2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55797" r="-1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55797" r="-111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651079" r="-5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651079" r="-4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651079" r="-3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651079" r="-2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651079" r="-1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651079" r="-111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F04F0A-6959-EDEE-51C7-938FBE341587}"/>
              </a:ext>
            </a:extLst>
          </p:cNvPr>
          <p:cNvSpPr txBox="1"/>
          <p:nvPr/>
        </p:nvSpPr>
        <p:spPr>
          <a:xfrm>
            <a:off x="413769" y="69218"/>
            <a:ext cx="4534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>
                <a:solidFill>
                  <a:schemeClr val="bg1">
                    <a:lumMod val="50000"/>
                  </a:schemeClr>
                </a:solidFill>
              </a:rPr>
              <a:t>Туура айландырылган  бөлмөлөр аркылуу гана өтүңүз!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D9FAA-A14F-9F3D-0E52-1B4189222DC2}"/>
              </a:ext>
            </a:extLst>
          </p:cNvPr>
          <p:cNvSpPr txBox="1"/>
          <p:nvPr/>
        </p:nvSpPr>
        <p:spPr>
          <a:xfrm>
            <a:off x="5817870" y="47133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30C0E-ED5D-572A-C1D8-AEE4B71DE704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8078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0,8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8,9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0,35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0,36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0,9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0,087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87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0,67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0,15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0,06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0,55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0,12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0,53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0,95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0,24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0,96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0,45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1,04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0,64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17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1,21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0,76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19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25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1,05  =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kumimoji="0" lang="en-GB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endParaRPr kumimoji="0" lang="en-GB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FFC43E7D-1CBD-4E9B-8C75-AAC2168FBAA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7585" y="35169"/>
              <a:ext cx="9864966" cy="678765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4161">
                      <a:extLst>
                        <a:ext uri="{9D8B030D-6E8A-4147-A177-3AD203B41FA5}">
                          <a16:colId xmlns:a16="http://schemas.microsoft.com/office/drawing/2014/main" val="921319168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289437675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2374239729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88559290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4181760857"/>
                        </a:ext>
                      </a:extLst>
                    </a:gridCol>
                    <a:gridCol w="1644161">
                      <a:extLst>
                        <a:ext uri="{9D8B030D-6E8A-4147-A177-3AD203B41FA5}">
                          <a16:colId xmlns:a16="http://schemas.microsoft.com/office/drawing/2014/main" val="1484771037"/>
                        </a:ext>
                      </a:extLst>
                    </a:gridCol>
                  </a:tblGrid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97063453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2518" r="-5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2518" r="-4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2518" r="-3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2518" r="-2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2518" r="-101111" b="-6525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2518" r="-1111" b="-6525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07361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153623" r="-5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153623" r="-4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153623" r="-3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153623" r="-2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153623" r="-101111" b="-557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153623" r="-1111" b="-557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792964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251799" r="-5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251799" r="-4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251799" r="-3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251799" r="-2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251799" r="-101111" b="-4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251799" r="-1111" b="-4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2407115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351799" r="-5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351799" r="-4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351799" r="-3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351799" r="-2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351799" r="-101111" b="-3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351799" r="-1111" b="-3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024678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451799" r="-5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451799" r="-4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451799" r="-3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451799" r="-2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451799" r="-101111" b="-2532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451799" r="-1111" b="-253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3439726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555797" r="-5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555797" r="-4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555797" r="-3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555797" r="-2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555797" r="-101111" b="-1550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555797" r="-1111" b="-1550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914130"/>
                      </a:ext>
                    </a:extLst>
                  </a:tr>
                  <a:tr h="8448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0" t="-651079" r="-5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70" t="-651079" r="-4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70" t="-651079" r="-3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370" t="-651079" r="-2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0370" t="-651079" r="-101111" b="-539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370" t="-651079" r="-1111" b="-539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734302"/>
                      </a:ext>
                    </a:extLst>
                  </a:tr>
                  <a:tr h="436795">
                    <a:tc gridSpan="6">
                      <a:txBody>
                        <a:bodyPr/>
                        <a:lstStyle/>
                        <a:p>
                          <a:pPr algn="ctr"/>
                          <a:endParaRPr lang="en-GB" sz="2800" b="0" dirty="0">
                            <a:solidFill>
                              <a:schemeClr val="tx1"/>
                            </a:solidFill>
                            <a:latin typeface="Honeydripper" panose="00000400000000000000" pitchFamily="2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FFFFFF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73462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8C5E97-A371-43A8-87BD-962D16AC1FA4}"/>
              </a:ext>
            </a:extLst>
          </p:cNvPr>
          <p:cNvSpPr/>
          <p:nvPr/>
        </p:nvSpPr>
        <p:spPr>
          <a:xfrm>
            <a:off x="17585" y="26377"/>
            <a:ext cx="9864969" cy="6796454"/>
          </a:xfrm>
          <a:prstGeom prst="roundRect">
            <a:avLst>
              <a:gd name="adj" fmla="val 6529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E9BEC-32D8-491C-AFFE-B8720063D161}"/>
              </a:ext>
            </a:extLst>
          </p:cNvPr>
          <p:cNvSpPr/>
          <p:nvPr/>
        </p:nvSpPr>
        <p:spPr>
          <a:xfrm>
            <a:off x="3518027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E538A8-CF27-4727-AB19-D444A3B3FECF}"/>
              </a:ext>
            </a:extLst>
          </p:cNvPr>
          <p:cNvSpPr/>
          <p:nvPr/>
        </p:nvSpPr>
        <p:spPr>
          <a:xfrm>
            <a:off x="5554091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E26AAF-C199-437B-A3AF-830EDBAE4F31}"/>
              </a:ext>
            </a:extLst>
          </p:cNvPr>
          <p:cNvSpPr/>
          <p:nvPr/>
        </p:nvSpPr>
        <p:spPr>
          <a:xfrm>
            <a:off x="71512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D166D3-9B19-47CB-895B-95FA22210D3F}"/>
              </a:ext>
            </a:extLst>
          </p:cNvPr>
          <p:cNvSpPr/>
          <p:nvPr/>
        </p:nvSpPr>
        <p:spPr>
          <a:xfrm>
            <a:off x="888860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AAB2BD-63E1-411B-923E-43AF3DB76B52}"/>
              </a:ext>
            </a:extLst>
          </p:cNvPr>
          <p:cNvSpPr/>
          <p:nvPr/>
        </p:nvSpPr>
        <p:spPr>
          <a:xfrm>
            <a:off x="85025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301B7E-BDCB-47D6-B9BE-F5D989D16C73}"/>
              </a:ext>
            </a:extLst>
          </p:cNvPr>
          <p:cNvSpPr/>
          <p:nvPr/>
        </p:nvSpPr>
        <p:spPr>
          <a:xfrm>
            <a:off x="690232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08B75-1AC5-472F-B881-96209C6BB21E}"/>
              </a:ext>
            </a:extLst>
          </p:cNvPr>
          <p:cNvSpPr/>
          <p:nvPr/>
        </p:nvSpPr>
        <p:spPr>
          <a:xfrm>
            <a:off x="53097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0E5CE5-CCB2-485E-8373-DAE911162F0B}"/>
              </a:ext>
            </a:extLst>
          </p:cNvPr>
          <p:cNvSpPr/>
          <p:nvPr/>
        </p:nvSpPr>
        <p:spPr>
          <a:xfrm>
            <a:off x="40143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4903E6-DB48-466D-A84D-16F458AB537D}"/>
              </a:ext>
            </a:extLst>
          </p:cNvPr>
          <p:cNvSpPr/>
          <p:nvPr/>
        </p:nvSpPr>
        <p:spPr>
          <a:xfrm>
            <a:off x="5167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D499C-8DAE-480C-A99D-B951602457F1}"/>
              </a:ext>
            </a:extLst>
          </p:cNvPr>
          <p:cNvSpPr/>
          <p:nvPr/>
        </p:nvSpPr>
        <p:spPr>
          <a:xfrm>
            <a:off x="215506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9954F1-A909-4286-9178-CB1E8087EFB3}"/>
              </a:ext>
            </a:extLst>
          </p:cNvPr>
          <p:cNvSpPr/>
          <p:nvPr/>
        </p:nvSpPr>
        <p:spPr>
          <a:xfrm>
            <a:off x="357238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9E723D-C813-4BC6-9DC8-41E61E32D239}"/>
              </a:ext>
            </a:extLst>
          </p:cNvPr>
          <p:cNvSpPr/>
          <p:nvPr/>
        </p:nvSpPr>
        <p:spPr>
          <a:xfrm>
            <a:off x="56374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91D3-A48E-46AF-8835-7FD265695982}"/>
              </a:ext>
            </a:extLst>
          </p:cNvPr>
          <p:cNvSpPr/>
          <p:nvPr/>
        </p:nvSpPr>
        <p:spPr>
          <a:xfrm>
            <a:off x="713854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032437-B8C4-47BA-9EE5-FD1E7AA0A717}"/>
              </a:ext>
            </a:extLst>
          </p:cNvPr>
          <p:cNvSpPr/>
          <p:nvPr/>
        </p:nvSpPr>
        <p:spPr>
          <a:xfrm>
            <a:off x="8990203" y="21240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3C277-2DFA-4AA3-A052-4DADC20FEBA3}"/>
              </a:ext>
            </a:extLst>
          </p:cNvPr>
          <p:cNvSpPr/>
          <p:nvPr/>
        </p:nvSpPr>
        <p:spPr>
          <a:xfrm>
            <a:off x="8738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BC214F-5B14-4311-8364-36AB327F9ED1}"/>
              </a:ext>
            </a:extLst>
          </p:cNvPr>
          <p:cNvSpPr/>
          <p:nvPr/>
        </p:nvSpPr>
        <p:spPr>
          <a:xfrm>
            <a:off x="72833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7F6DC2-9A04-49E2-85FD-082E7F47DCF3}"/>
              </a:ext>
            </a:extLst>
          </p:cNvPr>
          <p:cNvSpPr/>
          <p:nvPr/>
        </p:nvSpPr>
        <p:spPr>
          <a:xfrm>
            <a:off x="537070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37E4C-CE8E-4482-A2AD-5367D90C1EC9}"/>
              </a:ext>
            </a:extLst>
          </p:cNvPr>
          <p:cNvSpPr/>
          <p:nvPr/>
        </p:nvSpPr>
        <p:spPr>
          <a:xfrm>
            <a:off x="393052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6331F-45F0-4EEE-9A41-E1662AD41A4C}"/>
              </a:ext>
            </a:extLst>
          </p:cNvPr>
          <p:cNvSpPr/>
          <p:nvPr/>
        </p:nvSpPr>
        <p:spPr>
          <a:xfrm>
            <a:off x="220078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AAC2A7-6CCB-4519-BE97-8041CF413B4D}"/>
              </a:ext>
            </a:extLst>
          </p:cNvPr>
          <p:cNvSpPr/>
          <p:nvPr/>
        </p:nvSpPr>
        <p:spPr>
          <a:xfrm>
            <a:off x="356743" y="298513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56AA839-A22E-4807-896C-EB3F0A5264D4}"/>
              </a:ext>
            </a:extLst>
          </p:cNvPr>
          <p:cNvSpPr/>
          <p:nvPr/>
        </p:nvSpPr>
        <p:spPr>
          <a:xfrm>
            <a:off x="3567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03241F-FD2C-4CDC-B622-8A5054433D3F}"/>
              </a:ext>
            </a:extLst>
          </p:cNvPr>
          <p:cNvSpPr/>
          <p:nvPr/>
        </p:nvSpPr>
        <p:spPr>
          <a:xfrm>
            <a:off x="194932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67D568-4986-45B1-B81D-C93FEC7DFD0B}"/>
              </a:ext>
            </a:extLst>
          </p:cNvPr>
          <p:cNvSpPr/>
          <p:nvPr/>
        </p:nvSpPr>
        <p:spPr>
          <a:xfrm>
            <a:off x="361048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EB3AB6-A275-41F7-84F1-C2588EED3AA3}"/>
              </a:ext>
            </a:extLst>
          </p:cNvPr>
          <p:cNvSpPr/>
          <p:nvPr/>
        </p:nvSpPr>
        <p:spPr>
          <a:xfrm>
            <a:off x="562216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C1F025-D5E3-4617-B272-89227E49F89F}"/>
              </a:ext>
            </a:extLst>
          </p:cNvPr>
          <p:cNvSpPr/>
          <p:nvPr/>
        </p:nvSpPr>
        <p:spPr>
          <a:xfrm>
            <a:off x="693280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BC94A5-47BC-4426-A22B-C07ED9F26120}"/>
              </a:ext>
            </a:extLst>
          </p:cNvPr>
          <p:cNvSpPr/>
          <p:nvPr/>
        </p:nvSpPr>
        <p:spPr>
          <a:xfrm>
            <a:off x="9081643" y="38309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02D3CD-12CA-4ED9-9E84-2325C94C3390}"/>
              </a:ext>
            </a:extLst>
          </p:cNvPr>
          <p:cNvSpPr/>
          <p:nvPr/>
        </p:nvSpPr>
        <p:spPr>
          <a:xfrm>
            <a:off x="90816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4E861B-67D4-48A8-9B29-E43B4DDB92AF}"/>
              </a:ext>
            </a:extLst>
          </p:cNvPr>
          <p:cNvSpPr/>
          <p:nvPr/>
        </p:nvSpPr>
        <p:spPr>
          <a:xfrm>
            <a:off x="740524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B8EA9C-D746-49AB-962F-D578E28A4F9D}"/>
              </a:ext>
            </a:extLst>
          </p:cNvPr>
          <p:cNvSpPr/>
          <p:nvPr/>
        </p:nvSpPr>
        <p:spPr>
          <a:xfrm>
            <a:off x="543166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E089CA-60CB-45C9-884D-A40E3AEAF185}"/>
              </a:ext>
            </a:extLst>
          </p:cNvPr>
          <p:cNvSpPr/>
          <p:nvPr/>
        </p:nvSpPr>
        <p:spPr>
          <a:xfrm>
            <a:off x="429628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45D7E2-086A-4492-9FBF-0C378B8D3269}"/>
              </a:ext>
            </a:extLst>
          </p:cNvPr>
          <p:cNvSpPr/>
          <p:nvPr/>
        </p:nvSpPr>
        <p:spPr>
          <a:xfrm>
            <a:off x="194170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55F8704-653C-400E-AB0C-98BA2770274E}"/>
              </a:ext>
            </a:extLst>
          </p:cNvPr>
          <p:cNvSpPr/>
          <p:nvPr/>
        </p:nvSpPr>
        <p:spPr>
          <a:xfrm>
            <a:off x="806323" y="46767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4C93C9-5FED-4509-B55B-53CBFB1829F9}"/>
              </a:ext>
            </a:extLst>
          </p:cNvPr>
          <p:cNvSpPr/>
          <p:nvPr/>
        </p:nvSpPr>
        <p:spPr>
          <a:xfrm>
            <a:off x="55225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6E0EC7-2D51-4B5F-92D2-9CD7588773D3}"/>
              </a:ext>
            </a:extLst>
          </p:cNvPr>
          <p:cNvSpPr/>
          <p:nvPr/>
        </p:nvSpPr>
        <p:spPr>
          <a:xfrm>
            <a:off x="23200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AF293E7-2C1E-432E-A1CD-7B55E02DF103}"/>
              </a:ext>
            </a:extLst>
          </p:cNvPr>
          <p:cNvSpPr/>
          <p:nvPr/>
        </p:nvSpPr>
        <p:spPr>
          <a:xfrm>
            <a:off x="36916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6502BB1-05F6-4C25-AA7A-F1DDD1023925}"/>
              </a:ext>
            </a:extLst>
          </p:cNvPr>
          <p:cNvSpPr/>
          <p:nvPr/>
        </p:nvSpPr>
        <p:spPr>
          <a:xfrm>
            <a:off x="56805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84277FE-AF6A-4C7A-9D85-C9E9FC7709B6}"/>
              </a:ext>
            </a:extLst>
          </p:cNvPr>
          <p:cNvSpPr/>
          <p:nvPr/>
        </p:nvSpPr>
        <p:spPr>
          <a:xfrm>
            <a:off x="693019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C369FE7-A945-4CDC-A1A0-86DF5A6A6489}"/>
              </a:ext>
            </a:extLst>
          </p:cNvPr>
          <p:cNvSpPr/>
          <p:nvPr/>
        </p:nvSpPr>
        <p:spPr>
          <a:xfrm>
            <a:off x="8576119" y="55073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BC9B363-96EF-40C2-9684-F141F8CB5B29}"/>
              </a:ext>
            </a:extLst>
          </p:cNvPr>
          <p:cNvSpPr/>
          <p:nvPr/>
        </p:nvSpPr>
        <p:spPr>
          <a:xfrm>
            <a:off x="85761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25FD5F5-E438-45D0-9168-C3B6B6F29CD4}"/>
              </a:ext>
            </a:extLst>
          </p:cNvPr>
          <p:cNvSpPr/>
          <p:nvPr/>
        </p:nvSpPr>
        <p:spPr>
          <a:xfrm>
            <a:off x="69149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7085562-E610-453D-A882-9EA42F767471}"/>
              </a:ext>
            </a:extLst>
          </p:cNvPr>
          <p:cNvSpPr/>
          <p:nvPr/>
        </p:nvSpPr>
        <p:spPr>
          <a:xfrm>
            <a:off x="528427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20A08C0-2885-4BD4-A288-AEE230A105AA}"/>
              </a:ext>
            </a:extLst>
          </p:cNvPr>
          <p:cNvSpPr/>
          <p:nvPr/>
        </p:nvSpPr>
        <p:spPr>
          <a:xfrm>
            <a:off x="409555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8A19852-CC2D-44B5-B1A0-EE61A8BB48C9}"/>
              </a:ext>
            </a:extLst>
          </p:cNvPr>
          <p:cNvSpPr/>
          <p:nvPr/>
        </p:nvSpPr>
        <p:spPr>
          <a:xfrm>
            <a:off x="199243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BE61F8B-D12C-4646-B78D-E32602532DB9}"/>
              </a:ext>
            </a:extLst>
          </p:cNvPr>
          <p:cNvSpPr/>
          <p:nvPr/>
        </p:nvSpPr>
        <p:spPr>
          <a:xfrm>
            <a:off x="308419" y="634555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1AECE2-3256-4F79-8DE8-8C66AB477E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0D0D0"/>
              </a:clrFrom>
              <a:clrTo>
                <a:srgbClr val="D0D0D0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729" y="62693"/>
            <a:ext cx="365253" cy="39886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EC7B7D-18BC-4885-B8B2-8983B2BC56A3}"/>
              </a:ext>
            </a:extLst>
          </p:cNvPr>
          <p:cNvSpPr/>
          <p:nvPr/>
        </p:nvSpPr>
        <p:spPr>
          <a:xfrm>
            <a:off x="2286635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C8E18-13DC-4804-8334-46F13100549D}"/>
              </a:ext>
            </a:extLst>
          </p:cNvPr>
          <p:cNvSpPr/>
          <p:nvPr/>
        </p:nvSpPr>
        <p:spPr>
          <a:xfrm>
            <a:off x="750443" y="45529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1E0503-E1FD-4A0A-974C-95D428581721}"/>
              </a:ext>
            </a:extLst>
          </p:cNvPr>
          <p:cNvSpPr/>
          <p:nvPr/>
        </p:nvSpPr>
        <p:spPr>
          <a:xfrm>
            <a:off x="193408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09FCE9-366E-4DDF-8F36-42BCB37F821B}"/>
              </a:ext>
            </a:extLst>
          </p:cNvPr>
          <p:cNvSpPr/>
          <p:nvPr/>
        </p:nvSpPr>
        <p:spPr>
          <a:xfrm>
            <a:off x="242443" y="1285874"/>
            <a:ext cx="508127" cy="55246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97C7E28-4AA8-440E-AF46-34B5C09BFF26}"/>
              </a:ext>
            </a:extLst>
          </p:cNvPr>
          <p:cNvSpPr/>
          <p:nvPr/>
        </p:nvSpPr>
        <p:spPr>
          <a:xfrm rot="16200000">
            <a:off x="1504303" y="246406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15CA3E-556C-48B2-A8E4-2101997CBA93}"/>
              </a:ext>
            </a:extLst>
          </p:cNvPr>
          <p:cNvSpPr/>
          <p:nvPr/>
        </p:nvSpPr>
        <p:spPr>
          <a:xfrm rot="16200000">
            <a:off x="1504303" y="159538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E904C90-9591-4476-B8AD-F7CEB434F214}"/>
              </a:ext>
            </a:extLst>
          </p:cNvPr>
          <p:cNvSpPr/>
          <p:nvPr/>
        </p:nvSpPr>
        <p:spPr>
          <a:xfrm rot="16200000">
            <a:off x="1504303" y="879105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0B8692-6882-42ED-A2F4-9E0627FE85E6}"/>
              </a:ext>
            </a:extLst>
          </p:cNvPr>
          <p:cNvSpPr/>
          <p:nvPr/>
        </p:nvSpPr>
        <p:spPr>
          <a:xfrm rot="16200000">
            <a:off x="1504303" y="34150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8BB765-69BA-4445-B3E3-53DFDF02C445}"/>
              </a:ext>
            </a:extLst>
          </p:cNvPr>
          <p:cNvSpPr/>
          <p:nvPr/>
        </p:nvSpPr>
        <p:spPr>
          <a:xfrm rot="16200000">
            <a:off x="150430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39A0BB-4535-4F70-B315-66D458D4B646}"/>
              </a:ext>
            </a:extLst>
          </p:cNvPr>
          <p:cNvSpPr/>
          <p:nvPr/>
        </p:nvSpPr>
        <p:spPr>
          <a:xfrm rot="16200000">
            <a:off x="1504303" y="497561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1FB9BBB-79F0-43E6-AD3C-F40DA7033B73}"/>
              </a:ext>
            </a:extLst>
          </p:cNvPr>
          <p:cNvSpPr/>
          <p:nvPr/>
        </p:nvSpPr>
        <p:spPr>
          <a:xfrm rot="16200000">
            <a:off x="1504303" y="588022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66D584-918D-433A-98FF-6AFC3759CD30}"/>
              </a:ext>
            </a:extLst>
          </p:cNvPr>
          <p:cNvSpPr/>
          <p:nvPr/>
        </p:nvSpPr>
        <p:spPr>
          <a:xfrm rot="16200000">
            <a:off x="3138031" y="2649093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F2816A8-2B78-4983-BBAA-58896E9C45CA}"/>
              </a:ext>
            </a:extLst>
          </p:cNvPr>
          <p:cNvSpPr/>
          <p:nvPr/>
        </p:nvSpPr>
        <p:spPr>
          <a:xfrm rot="16200000">
            <a:off x="3138031" y="171800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CEAC482-2F89-474D-A256-DD4888F9F411}"/>
              </a:ext>
            </a:extLst>
          </p:cNvPr>
          <p:cNvSpPr/>
          <p:nvPr/>
        </p:nvSpPr>
        <p:spPr>
          <a:xfrm rot="16200000">
            <a:off x="3138031" y="786914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3165BC-D86F-4371-8EFE-5F74E31E4C26}"/>
              </a:ext>
            </a:extLst>
          </p:cNvPr>
          <p:cNvSpPr/>
          <p:nvPr/>
        </p:nvSpPr>
        <p:spPr>
          <a:xfrm rot="16200000">
            <a:off x="3138031" y="32832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4F6103D-A445-4229-9958-41AEE71AB411}"/>
              </a:ext>
            </a:extLst>
          </p:cNvPr>
          <p:cNvSpPr/>
          <p:nvPr/>
        </p:nvSpPr>
        <p:spPr>
          <a:xfrm rot="16200000">
            <a:off x="3138031" y="425248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71E7F5B-2E18-4EBF-994A-FE5B60CEAD7B}"/>
              </a:ext>
            </a:extLst>
          </p:cNvPr>
          <p:cNvSpPr/>
          <p:nvPr/>
        </p:nvSpPr>
        <p:spPr>
          <a:xfrm rot="16200000">
            <a:off x="3138031" y="513641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D3B0C0-2179-468B-95D1-AD8744D80D9E}"/>
              </a:ext>
            </a:extLst>
          </p:cNvPr>
          <p:cNvSpPr/>
          <p:nvPr/>
        </p:nvSpPr>
        <p:spPr>
          <a:xfrm rot="16200000">
            <a:off x="3138031" y="585953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6640C12-AE8E-431A-8D27-8A8D2DC587B1}"/>
              </a:ext>
            </a:extLst>
          </p:cNvPr>
          <p:cNvSpPr/>
          <p:nvPr/>
        </p:nvSpPr>
        <p:spPr>
          <a:xfrm rot="16200000">
            <a:off x="4796143" y="2512306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D8FA28E-298F-4EBC-913A-2319321E6219}"/>
              </a:ext>
            </a:extLst>
          </p:cNvPr>
          <p:cNvSpPr/>
          <p:nvPr/>
        </p:nvSpPr>
        <p:spPr>
          <a:xfrm rot="16200000">
            <a:off x="4796143" y="1689122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0ECD2DE-4B2D-4D70-A5FF-46283D268AB5}"/>
              </a:ext>
            </a:extLst>
          </p:cNvPr>
          <p:cNvSpPr/>
          <p:nvPr/>
        </p:nvSpPr>
        <p:spPr>
          <a:xfrm rot="16200000">
            <a:off x="4796143" y="9659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C8583-77DA-4653-B4B0-A5C8AEE1933B}"/>
              </a:ext>
            </a:extLst>
          </p:cNvPr>
          <p:cNvSpPr/>
          <p:nvPr/>
        </p:nvSpPr>
        <p:spPr>
          <a:xfrm rot="16200000">
            <a:off x="4796143" y="330200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D559A06-E61D-4300-A3F5-F5DD8528B77E}"/>
              </a:ext>
            </a:extLst>
          </p:cNvPr>
          <p:cNvSpPr/>
          <p:nvPr/>
        </p:nvSpPr>
        <p:spPr>
          <a:xfrm rot="16200000">
            <a:off x="4796143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6E6532-6322-4759-AF24-CCFA4E58CC9E}"/>
              </a:ext>
            </a:extLst>
          </p:cNvPr>
          <p:cNvSpPr/>
          <p:nvPr/>
        </p:nvSpPr>
        <p:spPr>
          <a:xfrm rot="16200000">
            <a:off x="4796143" y="509538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6B1A6DA-1E9E-45CB-85AB-B26CF24EE74A}"/>
              </a:ext>
            </a:extLst>
          </p:cNvPr>
          <p:cNvSpPr/>
          <p:nvPr/>
        </p:nvSpPr>
        <p:spPr>
          <a:xfrm rot="16200000">
            <a:off x="4796143" y="60422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1F8C3-40A5-41DB-B548-1F4AF95C3E9C}"/>
              </a:ext>
            </a:extLst>
          </p:cNvPr>
          <p:cNvSpPr/>
          <p:nvPr/>
        </p:nvSpPr>
        <p:spPr>
          <a:xfrm rot="16200000">
            <a:off x="6442063" y="2624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E76D53-DF0B-474C-943F-1ED1373C1352}"/>
              </a:ext>
            </a:extLst>
          </p:cNvPr>
          <p:cNvSpPr/>
          <p:nvPr/>
        </p:nvSpPr>
        <p:spPr>
          <a:xfrm rot="16200000">
            <a:off x="6442063" y="167506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2038547-5B80-4B5C-B099-633FD2F99078}"/>
              </a:ext>
            </a:extLst>
          </p:cNvPr>
          <p:cNvSpPr/>
          <p:nvPr/>
        </p:nvSpPr>
        <p:spPr>
          <a:xfrm rot="16200000">
            <a:off x="6442063" y="78355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7DFC210-E290-473C-BAAE-E076E2DE1A26}"/>
              </a:ext>
            </a:extLst>
          </p:cNvPr>
          <p:cNvSpPr/>
          <p:nvPr/>
        </p:nvSpPr>
        <p:spPr>
          <a:xfrm rot="16200000">
            <a:off x="6442063" y="329184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A9ADFEC-855C-414C-BC9D-93C8135AC144}"/>
              </a:ext>
            </a:extLst>
          </p:cNvPr>
          <p:cNvSpPr/>
          <p:nvPr/>
        </p:nvSpPr>
        <p:spPr>
          <a:xfrm rot="16200000">
            <a:off x="6442063" y="409169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88F8723-5585-4BED-BEA8-2489748F6669}"/>
              </a:ext>
            </a:extLst>
          </p:cNvPr>
          <p:cNvSpPr/>
          <p:nvPr/>
        </p:nvSpPr>
        <p:spPr>
          <a:xfrm rot="16200000">
            <a:off x="6442063" y="504356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2F9614-9623-41EE-B6A6-32A0F72949E6}"/>
              </a:ext>
            </a:extLst>
          </p:cNvPr>
          <p:cNvSpPr/>
          <p:nvPr/>
        </p:nvSpPr>
        <p:spPr>
          <a:xfrm rot="16200000">
            <a:off x="6442063" y="583463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84F3F33-DFC6-4784-927C-F074861381A5}"/>
              </a:ext>
            </a:extLst>
          </p:cNvPr>
          <p:cNvSpPr/>
          <p:nvPr/>
        </p:nvSpPr>
        <p:spPr>
          <a:xfrm rot="16200000">
            <a:off x="8081887" y="239985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CBCCCC3-93A5-49C1-915B-96498632B7C9}"/>
              </a:ext>
            </a:extLst>
          </p:cNvPr>
          <p:cNvSpPr/>
          <p:nvPr/>
        </p:nvSpPr>
        <p:spPr>
          <a:xfrm rot="16200000">
            <a:off x="8081887" y="1756178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931607E-B066-4956-A959-2480AAB5801D}"/>
              </a:ext>
            </a:extLst>
          </p:cNvPr>
          <p:cNvSpPr/>
          <p:nvPr/>
        </p:nvSpPr>
        <p:spPr>
          <a:xfrm rot="16200000">
            <a:off x="8081887" y="916771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1E2F300-998A-4AD6-8DD1-4D98C79AB772}"/>
              </a:ext>
            </a:extLst>
          </p:cNvPr>
          <p:cNvSpPr/>
          <p:nvPr/>
        </p:nvSpPr>
        <p:spPr>
          <a:xfrm rot="16200000">
            <a:off x="8081887" y="347052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46802CD-6FA8-4AB7-90FD-1381CE1D9AD2}"/>
              </a:ext>
            </a:extLst>
          </p:cNvPr>
          <p:cNvSpPr/>
          <p:nvPr/>
        </p:nvSpPr>
        <p:spPr>
          <a:xfrm rot="16200000">
            <a:off x="8081887" y="4252490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94F80A5-3306-4C83-B3D2-159F9695EF80}"/>
              </a:ext>
            </a:extLst>
          </p:cNvPr>
          <p:cNvSpPr/>
          <p:nvPr/>
        </p:nvSpPr>
        <p:spPr>
          <a:xfrm rot="16200000">
            <a:off x="8081887" y="5154659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96D055-7406-4185-ADA3-B1C2920AB0A5}"/>
              </a:ext>
            </a:extLst>
          </p:cNvPr>
          <p:cNvSpPr/>
          <p:nvPr/>
        </p:nvSpPr>
        <p:spPr>
          <a:xfrm rot="16200000">
            <a:off x="8081887" y="5784087"/>
            <a:ext cx="321587" cy="5689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B5C472-DEFA-DD24-C541-390F787912EA}"/>
              </a:ext>
            </a:extLst>
          </p:cNvPr>
          <p:cNvSpPr txBox="1"/>
          <p:nvPr/>
        </p:nvSpPr>
        <p:spPr>
          <a:xfrm>
            <a:off x="413769" y="69218"/>
            <a:ext cx="4534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>
                <a:solidFill>
                  <a:schemeClr val="bg1">
                    <a:lumMod val="50000"/>
                  </a:schemeClr>
                </a:solidFill>
              </a:rPr>
              <a:t>Туура айландырылган  бөлмөлөр аркылуу гана өтүңүз!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D9A0A-DBBF-7D2F-B8D8-5C0EB0BFE658}"/>
              </a:ext>
            </a:extLst>
          </p:cNvPr>
          <p:cNvSpPr txBox="1"/>
          <p:nvPr/>
        </p:nvSpPr>
        <p:spPr>
          <a:xfrm>
            <a:off x="5817870" y="47133"/>
            <a:ext cx="902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БАШТА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52DEF-8E8F-0F37-05A5-A17EFD7843F9}"/>
              </a:ext>
            </a:extLst>
          </p:cNvPr>
          <p:cNvSpPr txBox="1"/>
          <p:nvPr/>
        </p:nvSpPr>
        <p:spPr>
          <a:xfrm>
            <a:off x="7659306" y="6381186"/>
            <a:ext cx="1027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АЯГЫ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25277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AC6F3C-B4FE-2C40-10B8-68ADC8FD7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11404" y="1032328"/>
            <a:ext cx="6787849" cy="4765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2EB61B-EFDE-1FAC-602E-E61E8F395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82240" y="970761"/>
            <a:ext cx="6787849" cy="484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82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7144FD-BCB5-F36E-AE61-357E39C6D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1" y="25400"/>
            <a:ext cx="4800600" cy="33398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9BC048-2BF9-B61F-23A2-A6A332FCF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5400"/>
            <a:ext cx="4800600" cy="33398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3D8DA3-F214-5FAA-C7EC-1BDB8A416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1" y="3429000"/>
            <a:ext cx="4800600" cy="3339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A268D6-DD12-E706-4495-E963FC6EB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29000"/>
            <a:ext cx="4800600" cy="333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0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AB84947-7A45-4D43-8CBA-4FC99F101DA1}"/>
              </a:ext>
            </a:extLst>
          </p:cNvPr>
          <p:cNvSpPr/>
          <p:nvPr/>
        </p:nvSpPr>
        <p:spPr>
          <a:xfrm>
            <a:off x="765922" y="-74271"/>
            <a:ext cx="33915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/>
              </a:rPr>
              <a:t>Өз лабиринтиңди жаса!</a:t>
            </a:r>
            <a:endParaRPr lang="en-US" sz="24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D7185D-EE04-4567-8777-7230CAFC9375}"/>
              </a:ext>
            </a:extLst>
          </p:cNvPr>
          <p:cNvCxnSpPr>
            <a:cxnSpLocks/>
          </p:cNvCxnSpPr>
          <p:nvPr/>
        </p:nvCxnSpPr>
        <p:spPr>
          <a:xfrm>
            <a:off x="60533" y="3982720"/>
            <a:ext cx="487562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DA7A22-647C-48CE-859B-38B2D345C553}"/>
              </a:ext>
            </a:extLst>
          </p:cNvPr>
          <p:cNvSpPr txBox="1"/>
          <p:nvPr/>
        </p:nvSpPr>
        <p:spPr>
          <a:xfrm>
            <a:off x="40428" y="4991910"/>
            <a:ext cx="7954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Черно</a:t>
            </a:r>
            <a:endParaRPr lang="en-US" dirty="0"/>
          </a:p>
          <a:p>
            <a:pPr algn="ctr"/>
            <a:r>
              <a:rPr lang="ru-RU" dirty="0"/>
              <a:t>вик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&amp; </a:t>
            </a:r>
          </a:p>
          <a:p>
            <a:pPr algn="ctr"/>
            <a:r>
              <a:rPr lang="ru-RU" dirty="0"/>
              <a:t>Жооп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ABAF9-AD92-4497-A133-3BDC1D035B0E}"/>
              </a:ext>
            </a:extLst>
          </p:cNvPr>
          <p:cNvSpPr txBox="1"/>
          <p:nvPr/>
        </p:nvSpPr>
        <p:spPr>
          <a:xfrm>
            <a:off x="1030174" y="3645822"/>
            <a:ext cx="2577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Түзгөн: </a:t>
            </a:r>
            <a:r>
              <a:rPr lang="en-GB" sz="1400" b="1" dirty="0"/>
              <a:t>____________________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B40523-B265-5C12-EFB8-BC7286BE1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0" y="416514"/>
            <a:ext cx="4815948" cy="32293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4AE409-8DFF-F884-9929-331429624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38" y="4043982"/>
            <a:ext cx="4069479" cy="28140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7FAC3D-5746-E73B-6E11-4856AACFA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622" y="84820"/>
            <a:ext cx="4825950" cy="677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2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777BF9-EF20-28FC-2B4B-49B095B86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6571" y="1006572"/>
            <a:ext cx="6862238" cy="48490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D3F89E-2364-4FDD-F0BF-F50A27D16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42963" y="1010037"/>
            <a:ext cx="6862238" cy="48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91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9210</TotalTime>
  <Words>670</Words>
  <Application>Microsoft Office PowerPoint</Application>
  <PresentationFormat>A4 Paper (210x297 mm)</PresentationFormat>
  <Paragraphs>216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 Light</vt:lpstr>
      <vt:lpstr>Cambria Math</vt:lpstr>
      <vt:lpstr>Honeydripper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419</cp:revision>
  <cp:lastPrinted>2024-08-29T07:41:52Z</cp:lastPrinted>
  <dcterms:created xsi:type="dcterms:W3CDTF">2017-01-17T16:57:04Z</dcterms:created>
  <dcterms:modified xsi:type="dcterms:W3CDTF">2024-09-03T08:41:37Z</dcterms:modified>
</cp:coreProperties>
</file>