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4"/>
  </p:notesMasterIdLst>
  <p:sldIdLst>
    <p:sldId id="973" r:id="rId2"/>
    <p:sldId id="974" r:id="rId3"/>
    <p:sldId id="968" r:id="rId4"/>
    <p:sldId id="969" r:id="rId5"/>
    <p:sldId id="966" r:id="rId6"/>
    <p:sldId id="967" r:id="rId7"/>
    <p:sldId id="970" r:id="rId8"/>
    <p:sldId id="971" r:id="rId9"/>
    <p:sldId id="972" r:id="rId10"/>
    <p:sldId id="976" r:id="rId11"/>
    <p:sldId id="977" r:id="rId12"/>
    <p:sldId id="975" r:id="rId13"/>
  </p:sldIdLst>
  <p:sldSz cx="9906000" cy="6858000" type="A4"/>
  <p:notesSz cx="6889750" cy="10021888"/>
  <p:embeddedFontLst>
    <p:embeddedFont>
      <p:font typeface="Cambria Math" panose="02040503050406030204" pitchFamily="18" charset="0"/>
      <p:regular r:id="rId15"/>
    </p:embeddedFont>
    <p:embeddedFont>
      <p:font typeface="Honeydripper" panose="020B0604020202020204" charset="0"/>
      <p:regular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AFE06ED-B8DA-4059-857E-D6995C42ED2A}">
          <p14:sldIdLst>
            <p14:sldId id="973"/>
          </p14:sldIdLst>
        </p14:section>
        <p14:section name="Титулдук слайд" id="{7F068057-DE81-4BF7-B769-B2BDB5592EDD}">
          <p14:sldIdLst>
            <p14:sldId id="974"/>
          </p14:sldIdLst>
        </p14:section>
        <p14:section name="Көрсөтүү үчүн" id="{5DD39219-C4C8-4F38-A5C2-C8826E0F85D8}">
          <p14:sldIdLst>
            <p14:sldId id="968"/>
            <p14:sldId id="969"/>
          </p14:sldIdLst>
        </p14:section>
        <p14:section name="Жообу" id="{C52BA816-4B9E-4D5C-8AF3-0D1D3A3994B4}">
          <p14:sldIdLst>
            <p14:sldId id="966"/>
            <p14:sldId id="967"/>
          </p14:sldIdLst>
        </p14:section>
        <p14:section name="Иш кагазы" id="{DDE88CB2-32CA-46EC-B0E3-87018E6EBA88}">
          <p14:sldIdLst>
            <p14:sldId id="970"/>
            <p14:sldId id="971"/>
            <p14:sldId id="972"/>
          </p14:sldIdLst>
        </p14:section>
        <p14:section name="Өзүңүздүкүн жаса" id="{458B1208-BA15-4388-B693-A3E79C57B502}">
          <p14:sldIdLst>
            <p14:sldId id="976"/>
            <p14:sldId id="977"/>
          </p14:sldIdLst>
        </p14:section>
        <p14:section name="Кайтарым байланыш" id="{F2EC85F0-F3AC-464A-91E1-FB05C270A02F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E202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use for students to make their own worksheets for peers.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86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f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fif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fi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f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10515600" cy="4351338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Ондуктан Бөлчөккө</a:t>
            </a:r>
            <a:r>
              <a:rPr lang="ru-RU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ru-RU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–– Туура же Ката лабиринт 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«Баштадан" "Аягына " чейинки жолду табышы керек,</a:t>
            </a:r>
          </a:p>
          <a:p>
            <a:pPr marL="0" marR="0" lvl="0" indent="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жооп </a:t>
            </a:r>
            <a:r>
              <a:rPr kumimoji="0" lang="ru-RU" sz="3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болгон бөлмөлөр аркылуу гана өтөт.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дубалдын ачык жерден гана өтө алышат.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Окуучарда үчүн "Өзүң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жаса" кошулган.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8384B28-3FE5-4D24-8703-BBD52390FBAB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651A-79CF-40BC-9B76-5D7451BEAEEE}"/>
              </a:ext>
            </a:extLst>
          </p:cNvPr>
          <p:cNvSpPr/>
          <p:nvPr/>
        </p:nvSpPr>
        <p:spPr>
          <a:xfrm>
            <a:off x="1127117" y="4694967"/>
            <a:ext cx="766472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бөлчөккө </a:t>
            </a:r>
            <a:endParaRPr kumimoji="0" lang="en-US" sz="6000" b="0" i="0" u="none" strike="noStrike" kern="1200" cap="none" spc="0" normalizeH="0" baseline="0" noProof="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айландыруу</a:t>
            </a:r>
            <a:endParaRPr kumimoji="0" lang="en-GB" sz="4800" b="0" i="0" u="none" strike="noStrike" kern="1200" cap="none" spc="0" normalizeH="0" baseline="0" noProof="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B4F35D-016B-C180-365F-5A66328341D3}"/>
              </a:ext>
            </a:extLst>
          </p:cNvPr>
          <p:cNvSpPr/>
          <p:nvPr/>
        </p:nvSpPr>
        <p:spPr>
          <a:xfrm>
            <a:off x="695465" y="224041"/>
            <a:ext cx="464588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жана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ката 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лабиринт</a:t>
            </a:r>
            <a:endParaRPr kumimoji="0" lang="en-US" sz="5400" b="1" i="0" u="none" strike="noStrike" kern="1200" cap="none" spc="0" normalizeH="0" baseline="0" noProof="0" dirty="0">
              <a:ln w="9525">
                <a:solidFill>
                  <a:prstClr val="white"/>
                </a:solidFill>
                <a:prstDash val="solid"/>
              </a:ln>
              <a:solidFill>
                <a:srgbClr val="5B9BD5"/>
              </a:solidFill>
              <a:effectLst>
                <a:outerShdw blurRad="12700" dist="38100" dir="2700000" algn="tl" rotWithShape="0">
                  <a:srgbClr val="5B9BD5">
                    <a:lumMod val="60000"/>
                    <a:lumOff val="40000"/>
                  </a:srgbClr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phic 10" descr="Run outline">
            <a:extLst>
              <a:ext uri="{FF2B5EF4-FFF2-40B4-BE49-F238E27FC236}">
                <a16:creationId xmlns:a16="http://schemas.microsoft.com/office/drawing/2014/main" id="{03547A41-AD60-AFFA-4584-AC7678B12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61472" y="1145280"/>
            <a:ext cx="3733800" cy="3733800"/>
          </a:xfrm>
          <a:prstGeom prst="rect">
            <a:avLst/>
          </a:prstGeom>
        </p:spPr>
      </p:pic>
      <p:pic>
        <p:nvPicPr>
          <p:cNvPr id="13" name="Graphic 12" descr="Door Open outline">
            <a:extLst>
              <a:ext uri="{FF2B5EF4-FFF2-40B4-BE49-F238E27FC236}">
                <a16:creationId xmlns:a16="http://schemas.microsoft.com/office/drawing/2014/main" id="{45A6A4BF-3114-EAAA-24FC-6A461FEBA3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8912" y="1031840"/>
            <a:ext cx="2531934" cy="253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778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F52BAE-4867-4F45-EBC1-5BFABB40B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3" y="79299"/>
            <a:ext cx="9349847" cy="66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1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0.36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0.087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0.55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0.12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2518" r="-5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2518" r="-4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2518" r="-3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2518" r="-2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2518" r="-1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2518" r="-111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153623" r="-5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153623" r="-4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153623" r="-3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153623" r="-2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153623" r="-1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153623" r="-111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251799" r="-5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251799" r="-4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251799" r="-3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251799" r="-2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251799" r="-1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251799" r="-111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351799" r="-5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351799" r="-4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351799" r="-3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351799" r="-2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351799" r="-1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351799" r="-111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451799" r="-5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451799" r="-4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451799" r="-3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451799" r="-2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451799" r="-1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451799" r="-111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55797" r="-5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55797" r="-4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55797" r="-3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55797" r="-2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55797" r="-1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55797" r="-111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651079" r="-5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651079" r="-4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651079" r="-3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651079" r="-2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651079" r="-1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651079" r="-111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798EC-EB28-435F-9C23-9F91771B3AB3}"/>
              </a:ext>
            </a:extLst>
          </p:cNvPr>
          <p:cNvSpPr txBox="1"/>
          <p:nvPr/>
        </p:nvSpPr>
        <p:spPr>
          <a:xfrm>
            <a:off x="413769" y="69218"/>
            <a:ext cx="45349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>
                <a:solidFill>
                  <a:schemeClr val="bg1">
                    <a:lumMod val="50000"/>
                  </a:schemeClr>
                </a:solidFill>
              </a:rPr>
              <a:t>Туура айландырылган  бөлмөлөр аркылуу гана өтүңүз!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04ABE3-13BA-315D-3A42-7006F4B44237}"/>
              </a:ext>
            </a:extLst>
          </p:cNvPr>
          <p:cNvSpPr txBox="1"/>
          <p:nvPr/>
        </p:nvSpPr>
        <p:spPr>
          <a:xfrm>
            <a:off x="5817870" y="47133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8E4C9-12FF-7569-0F14-762FC522D47F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18120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686563"/>
                  </p:ext>
                </p:extLst>
              </p:nvPr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0.36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0.087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0.55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0.12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686563"/>
                  </p:ext>
                </p:extLst>
              </p:nvPr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2518" r="-5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2518" r="-4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2518" r="-3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2518" r="-2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2518" r="-1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2518" r="-111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153623" r="-5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153623" r="-4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153623" r="-3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153623" r="-2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153623" r="-1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153623" r="-111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251799" r="-5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251799" r="-4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251799" r="-3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251799" r="-2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251799" r="-1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251799" r="-111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351799" r="-5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351799" r="-4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351799" r="-3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351799" r="-2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351799" r="-1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351799" r="-111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451799" r="-5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451799" r="-4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451799" r="-3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451799" r="-2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451799" r="-1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451799" r="-111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55797" r="-5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55797" r="-4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55797" r="-3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55797" r="-2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55797" r="-1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55797" r="-111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651079" r="-5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651079" r="-4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651079" r="-3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651079" r="-2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651079" r="-1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651079" r="-111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6DD0F7-3084-AB2D-B540-D9C2BD393DEE}"/>
              </a:ext>
            </a:extLst>
          </p:cNvPr>
          <p:cNvSpPr txBox="1"/>
          <p:nvPr/>
        </p:nvSpPr>
        <p:spPr>
          <a:xfrm>
            <a:off x="413769" y="69218"/>
            <a:ext cx="45349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>
                <a:solidFill>
                  <a:schemeClr val="bg1">
                    <a:lumMod val="50000"/>
                  </a:schemeClr>
                </a:solidFill>
              </a:rPr>
              <a:t>Туура айландырылган  бөлмөлөр аркылуу гана өтүңүз!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8E4AC-7B92-8D80-F32B-F360DE7CC579}"/>
              </a:ext>
            </a:extLst>
          </p:cNvPr>
          <p:cNvSpPr txBox="1"/>
          <p:nvPr/>
        </p:nvSpPr>
        <p:spPr>
          <a:xfrm>
            <a:off x="5817870" y="47133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B698D-39F4-B632-0579-1F76E9A9A243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99456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0.36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0.087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0.55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0.12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2518" r="-5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2518" r="-4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2518" r="-3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2518" r="-2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2518" r="-1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2518" r="-111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153623" r="-5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153623" r="-4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153623" r="-3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153623" r="-2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153623" r="-1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153623" r="-111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251799" r="-5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251799" r="-4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251799" r="-3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251799" r="-2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251799" r="-1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251799" r="-111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351799" r="-5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351799" r="-4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351799" r="-3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351799" r="-2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351799" r="-1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351799" r="-111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451799" r="-5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451799" r="-4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451799" r="-3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451799" r="-2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451799" r="-1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451799" r="-111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55797" r="-5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55797" r="-4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55797" r="-3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55797" r="-2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55797" r="-1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55797" r="-111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651079" r="-5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651079" r="-4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651079" r="-3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651079" r="-2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651079" r="-1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651079" r="-111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F04F0A-6959-EDEE-51C7-938FBE341587}"/>
              </a:ext>
            </a:extLst>
          </p:cNvPr>
          <p:cNvSpPr txBox="1"/>
          <p:nvPr/>
        </p:nvSpPr>
        <p:spPr>
          <a:xfrm>
            <a:off x="413769" y="69218"/>
            <a:ext cx="45349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>
                <a:solidFill>
                  <a:schemeClr val="bg1">
                    <a:lumMod val="50000"/>
                  </a:schemeClr>
                </a:solidFill>
              </a:rPr>
              <a:t>Туура айландырылган  бөлмөлөр аркылуу гана өтүңүз!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D9FAA-A14F-9F3D-0E52-1B4189222DC2}"/>
              </a:ext>
            </a:extLst>
          </p:cNvPr>
          <p:cNvSpPr txBox="1"/>
          <p:nvPr/>
        </p:nvSpPr>
        <p:spPr>
          <a:xfrm>
            <a:off x="5817870" y="47133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C30C0E-ED5D-572A-C1D8-AEE4B71DE704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8078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0.35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0.36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0.087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0.67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0.06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0.55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0.12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0.53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0.24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0.96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0.45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0.64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17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1.21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0.76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1.05  =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51</m:t>
                                  </m:r>
                                </m:num>
                                <m:den>
                                  <m:r>
                                    <a:rPr kumimoji="0" lang="en-GB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7585" y="35169"/>
              <a:ext cx="9864966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4161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88559290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4181760857"/>
                        </a:ext>
                      </a:extLst>
                    </a:gridCol>
                    <a:gridCol w="1644161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2518" r="-5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2518" r="-4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2518" r="-3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2518" r="-2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2518" r="-10111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2518" r="-111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153623" r="-5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153623" r="-4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153623" r="-3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153623" r="-2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153623" r="-10111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153623" r="-111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251799" r="-5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251799" r="-4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251799" r="-3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251799" r="-2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251799" r="-10111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251799" r="-111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351799" r="-5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351799" r="-4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351799" r="-3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351799" r="-2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351799" r="-10111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351799" r="-111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451799" r="-5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451799" r="-4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451799" r="-3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451799" r="-2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451799" r="-10111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451799" r="-111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555797" r="-5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555797" r="-4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555797" r="-3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555797" r="-2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555797" r="-10111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555797" r="-111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0" t="-651079" r="-5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370" t="-651079" r="-4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370" t="-651079" r="-3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370" t="-651079" r="-2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370" t="-651079" r="-10111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0370" t="-651079" r="-111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6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729" y="62693"/>
            <a:ext cx="365253" cy="3988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5C472-DEFA-DD24-C541-390F787912EA}"/>
              </a:ext>
            </a:extLst>
          </p:cNvPr>
          <p:cNvSpPr txBox="1"/>
          <p:nvPr/>
        </p:nvSpPr>
        <p:spPr>
          <a:xfrm>
            <a:off x="413769" y="69218"/>
            <a:ext cx="45349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>
                <a:solidFill>
                  <a:schemeClr val="bg1">
                    <a:lumMod val="50000"/>
                  </a:schemeClr>
                </a:solidFill>
              </a:rPr>
              <a:t>Туура айландырылган  бөлмөлөр аркылуу гана өтүңүз!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D9A0A-DBBF-7D2F-B8D8-5C0EB0BFE658}"/>
              </a:ext>
            </a:extLst>
          </p:cNvPr>
          <p:cNvSpPr txBox="1"/>
          <p:nvPr/>
        </p:nvSpPr>
        <p:spPr>
          <a:xfrm>
            <a:off x="5817870" y="47133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52DEF-8E8F-0F37-05A5-A17EFD7843F9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25277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AC6F3C-B4FE-2C40-10B8-68ADC8FD7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11404" y="1032328"/>
            <a:ext cx="6787849" cy="4765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2EB61B-EFDE-1FAC-602E-E61E8F395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82240" y="970761"/>
            <a:ext cx="6787849" cy="484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82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7144FD-BCB5-F36E-AE61-357E39C6D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1" y="25400"/>
            <a:ext cx="4800600" cy="33398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9BC048-2BF9-B61F-23A2-A6A332FCF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25400"/>
            <a:ext cx="4800600" cy="33398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3D8DA3-F214-5FAA-C7EC-1BDB8A416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1" y="3429000"/>
            <a:ext cx="4800600" cy="33398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A268D6-DD12-E706-4495-E963FC6EB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429000"/>
            <a:ext cx="4800600" cy="333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807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AB84947-7A45-4D43-8CBA-4FC99F101DA1}"/>
              </a:ext>
            </a:extLst>
          </p:cNvPr>
          <p:cNvSpPr/>
          <p:nvPr/>
        </p:nvSpPr>
        <p:spPr>
          <a:xfrm>
            <a:off x="765922" y="-74271"/>
            <a:ext cx="339157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400" b="1" cap="none" spc="0" dirty="0">
                <a:ln w="9525">
                  <a:solidFill>
                    <a:schemeClr val="tx1"/>
                  </a:solidFill>
                  <a:prstDash val="solid"/>
                </a:ln>
                <a:solidFill>
                  <a:schemeClr val="bg1">
                    <a:lumMod val="75000"/>
                  </a:schemeClr>
                </a:solidFill>
                <a:effectLst/>
              </a:rPr>
              <a:t>Өз лабиринтиңди жаса!</a:t>
            </a:r>
            <a:endParaRPr lang="en-US" sz="2400" b="1" cap="none" spc="0" dirty="0">
              <a:ln w="9525">
                <a:solidFill>
                  <a:schemeClr val="tx1"/>
                </a:solidFill>
                <a:prstDash val="solid"/>
              </a:ln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D7185D-EE04-4567-8777-7230CAFC9375}"/>
              </a:ext>
            </a:extLst>
          </p:cNvPr>
          <p:cNvCxnSpPr>
            <a:cxnSpLocks/>
          </p:cNvCxnSpPr>
          <p:nvPr/>
        </p:nvCxnSpPr>
        <p:spPr>
          <a:xfrm>
            <a:off x="60533" y="3982720"/>
            <a:ext cx="487562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CDA7A22-647C-48CE-859B-38B2D345C553}"/>
              </a:ext>
            </a:extLst>
          </p:cNvPr>
          <p:cNvSpPr txBox="1"/>
          <p:nvPr/>
        </p:nvSpPr>
        <p:spPr>
          <a:xfrm>
            <a:off x="40428" y="4991910"/>
            <a:ext cx="7954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Черно</a:t>
            </a:r>
            <a:endParaRPr lang="en-US" dirty="0"/>
          </a:p>
          <a:p>
            <a:pPr algn="ctr"/>
            <a:r>
              <a:rPr lang="ru-RU" dirty="0"/>
              <a:t>вик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&amp; </a:t>
            </a:r>
          </a:p>
          <a:p>
            <a:pPr algn="ctr"/>
            <a:r>
              <a:rPr lang="ru-RU" dirty="0"/>
              <a:t>Жооп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AABAF9-AD92-4497-A133-3BDC1D035B0E}"/>
              </a:ext>
            </a:extLst>
          </p:cNvPr>
          <p:cNvSpPr txBox="1"/>
          <p:nvPr/>
        </p:nvSpPr>
        <p:spPr>
          <a:xfrm>
            <a:off x="1030174" y="3645822"/>
            <a:ext cx="25779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Түзгөн: </a:t>
            </a:r>
            <a:r>
              <a:rPr lang="en-GB" sz="1400" b="1" dirty="0"/>
              <a:t>____________________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B40523-B265-5C12-EFB8-BC7286BE1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0" y="416514"/>
            <a:ext cx="4815948" cy="32293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4AE409-8DFF-F884-9929-331429624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38" y="4043982"/>
            <a:ext cx="4069479" cy="28140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87FAC3D-5746-E73B-6E11-4856AACFA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622" y="84820"/>
            <a:ext cx="4825950" cy="677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92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777BF9-EF20-28FC-2B4B-49B095B86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6571" y="1006572"/>
            <a:ext cx="6862238" cy="48490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D3F89E-2364-4FDD-F0BF-F50A27D16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42963" y="1010037"/>
            <a:ext cx="6862238" cy="484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91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9210</TotalTime>
  <Words>670</Words>
  <Application>Microsoft Office PowerPoint</Application>
  <PresentationFormat>A4 Paper (210x297 mm)</PresentationFormat>
  <Paragraphs>216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Calibri Light</vt:lpstr>
      <vt:lpstr>Cambria Math</vt:lpstr>
      <vt:lpstr>Honeydripper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419</cp:revision>
  <cp:lastPrinted>2024-08-29T07:41:52Z</cp:lastPrinted>
  <dcterms:created xsi:type="dcterms:W3CDTF">2017-01-17T16:57:04Z</dcterms:created>
  <dcterms:modified xsi:type="dcterms:W3CDTF">2024-09-03T08:41:37Z</dcterms:modified>
</cp:coreProperties>
</file>