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47" r:id="rId2"/>
    <p:sldId id="944" r:id="rId3"/>
    <p:sldId id="943" r:id="rId4"/>
    <p:sldId id="945" r:id="rId5"/>
    <p:sldId id="949" r:id="rId6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7"/>
          </p14:sldIdLst>
        </p14:section>
        <p14:section name="Суроо баракчасы" id="{059544AC-2C27-45B1-9F95-F87DF8854DD6}">
          <p14:sldIdLst>
            <p14:sldId id="944"/>
          </p14:sldIdLst>
        </p14:section>
        <p14:section name="Жооп баракчасы" id="{1FEDB314-42DC-4694-9B04-D4A4AAE625F7}">
          <p14:sldIdLst>
            <p14:sldId id="943"/>
          </p14:sldIdLst>
        </p14:section>
        <p14:section name="Таратуу үчүн" id="{A78D9305-6AAE-4715-A210-52F6908F30F7}">
          <p14:sldIdLst>
            <p14:sldId id="945"/>
          </p14:sldIdLst>
        </p14:section>
        <p14:section name="Кайтарым байланыш" id="{F3D720CF-F566-46A6-9361-125255B68FA6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20/08/2024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Бүтүн жана ондук сандар – 10, 100, 1000гө көбөйтүү жана бөлүү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––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1234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Проектордо чагылдырып койсо болот же принтерден чыгарып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таркатып койсо болот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8182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2596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Амалдарды аткаргыла :</a:t>
            </a:r>
            <a:endParaRPr lang="en-GB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1207238" y="842579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280 × 100 =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35B4FD-37ED-14B4-E6A7-877017557D28}"/>
              </a:ext>
            </a:extLst>
          </p:cNvPr>
          <p:cNvSpPr txBox="1"/>
          <p:nvPr/>
        </p:nvSpPr>
        <p:spPr>
          <a:xfrm>
            <a:off x="1272159" y="19897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280 ÷ 10 =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B1EBA9-374F-C31C-497B-6ABB10A678B7}"/>
              </a:ext>
            </a:extLst>
          </p:cNvPr>
          <p:cNvSpPr txBox="1"/>
          <p:nvPr/>
        </p:nvSpPr>
        <p:spPr>
          <a:xfrm>
            <a:off x="4965564" y="6707"/>
            <a:ext cx="2596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Амалдарды аткаргыла :</a:t>
            </a:r>
            <a:endParaRPr lang="en-GB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8275B1-093B-8D29-1CF3-BD5827D3C306}"/>
              </a:ext>
            </a:extLst>
          </p:cNvPr>
          <p:cNvSpPr txBox="1"/>
          <p:nvPr/>
        </p:nvSpPr>
        <p:spPr>
          <a:xfrm>
            <a:off x="6129564" y="842579"/>
            <a:ext cx="1515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4,5 × 1000 =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1CEE7E-A8A1-E1F0-0809-AF65246828C2}"/>
              </a:ext>
            </a:extLst>
          </p:cNvPr>
          <p:cNvSpPr txBox="1"/>
          <p:nvPr/>
        </p:nvSpPr>
        <p:spPr>
          <a:xfrm>
            <a:off x="6161623" y="1989735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108 ÷ 100 =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4453FA-4C72-3318-4590-9949FE9BEB8D}"/>
              </a:ext>
            </a:extLst>
          </p:cNvPr>
          <p:cNvSpPr txBox="1"/>
          <p:nvPr/>
        </p:nvSpPr>
        <p:spPr>
          <a:xfrm>
            <a:off x="11178" y="3448176"/>
            <a:ext cx="2596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Амалдарды аткаргыла :</a:t>
            </a:r>
            <a:endParaRPr lang="en-GB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741F5A-736E-CE58-3A04-D09D18D1CA64}"/>
              </a:ext>
            </a:extLst>
          </p:cNvPr>
          <p:cNvSpPr txBox="1"/>
          <p:nvPr/>
        </p:nvSpPr>
        <p:spPr>
          <a:xfrm>
            <a:off x="4965564" y="3448176"/>
            <a:ext cx="2596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Амалдарды аткаргыла :</a:t>
            </a:r>
            <a:endParaRPr lang="en-GB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D80B52-5852-177C-E93A-275F2F10A12A}"/>
              </a:ext>
            </a:extLst>
          </p:cNvPr>
          <p:cNvSpPr txBox="1"/>
          <p:nvPr/>
        </p:nvSpPr>
        <p:spPr>
          <a:xfrm>
            <a:off x="5664220" y="4284048"/>
            <a:ext cx="28614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0,203 × three thousand =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5282A1-FBC7-556B-67C2-1B7D0A56FED9}"/>
              </a:ext>
            </a:extLst>
          </p:cNvPr>
          <p:cNvSpPr txBox="1"/>
          <p:nvPr/>
        </p:nvSpPr>
        <p:spPr>
          <a:xfrm>
            <a:off x="5149281" y="5431204"/>
            <a:ext cx="36752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400,8 ÷ four hundred thousand =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3DF58B-99AC-016C-B807-651236F018D9}"/>
              </a:ext>
            </a:extLst>
          </p:cNvPr>
          <p:cNvSpPr txBox="1"/>
          <p:nvPr/>
        </p:nvSpPr>
        <p:spPr>
          <a:xfrm>
            <a:off x="480230" y="4292361"/>
            <a:ext cx="3171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0,0703 ÷ 100 × 10000 ÷ 10 =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0E3300-2ED5-D786-F800-32203F31071A}"/>
              </a:ext>
            </a:extLst>
          </p:cNvPr>
          <p:cNvSpPr txBox="1"/>
          <p:nvPr/>
        </p:nvSpPr>
        <p:spPr>
          <a:xfrm>
            <a:off x="561806" y="5431204"/>
            <a:ext cx="34900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6,28 × 1000 =                     ÷ 100 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046CC72-E307-A099-8AC4-800EFC4AC334}"/>
              </a:ext>
            </a:extLst>
          </p:cNvPr>
          <p:cNvSpPr/>
          <p:nvPr/>
        </p:nvSpPr>
        <p:spPr>
          <a:xfrm>
            <a:off x="2285877" y="5402659"/>
            <a:ext cx="789710" cy="4572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06290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2596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Амалдарды аткаргыла :</a:t>
            </a:r>
            <a:endParaRPr lang="en-GB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CB9742-88CC-40B3-B3DD-9DCD4BC07A47}"/>
              </a:ext>
            </a:extLst>
          </p:cNvPr>
          <p:cNvSpPr txBox="1"/>
          <p:nvPr/>
        </p:nvSpPr>
        <p:spPr>
          <a:xfrm>
            <a:off x="1207238" y="842579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280 × 100 =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2BB8E9-F020-4BDB-BE08-EC24F9534C91}"/>
              </a:ext>
            </a:extLst>
          </p:cNvPr>
          <p:cNvSpPr txBox="1"/>
          <p:nvPr/>
        </p:nvSpPr>
        <p:spPr>
          <a:xfrm>
            <a:off x="2676190" y="842579"/>
            <a:ext cx="891591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28 000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35B4FD-37ED-14B4-E6A7-877017557D28}"/>
              </a:ext>
            </a:extLst>
          </p:cNvPr>
          <p:cNvSpPr txBox="1"/>
          <p:nvPr/>
        </p:nvSpPr>
        <p:spPr>
          <a:xfrm>
            <a:off x="1272159" y="1989735"/>
            <a:ext cx="1321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280 ÷ 10 =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8756A0-28E6-3278-60D9-C45B887606FB}"/>
              </a:ext>
            </a:extLst>
          </p:cNvPr>
          <p:cNvSpPr txBox="1"/>
          <p:nvPr/>
        </p:nvSpPr>
        <p:spPr>
          <a:xfrm>
            <a:off x="2558988" y="1989735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28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B1EBA9-374F-C31C-497B-6ABB10A678B7}"/>
              </a:ext>
            </a:extLst>
          </p:cNvPr>
          <p:cNvSpPr txBox="1"/>
          <p:nvPr/>
        </p:nvSpPr>
        <p:spPr>
          <a:xfrm>
            <a:off x="4965564" y="6707"/>
            <a:ext cx="2596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Амалдарды аткаргыла :</a:t>
            </a:r>
            <a:endParaRPr lang="en-GB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8275B1-093B-8D29-1CF3-BD5827D3C306}"/>
              </a:ext>
            </a:extLst>
          </p:cNvPr>
          <p:cNvSpPr txBox="1"/>
          <p:nvPr/>
        </p:nvSpPr>
        <p:spPr>
          <a:xfrm>
            <a:off x="6129564" y="842579"/>
            <a:ext cx="1515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4,5 × 1000 =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CB9327-223F-91F6-134B-38A86FD34E0E}"/>
              </a:ext>
            </a:extLst>
          </p:cNvPr>
          <p:cNvSpPr txBox="1"/>
          <p:nvPr/>
        </p:nvSpPr>
        <p:spPr>
          <a:xfrm>
            <a:off x="7599661" y="842579"/>
            <a:ext cx="70403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4500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1CEE7E-A8A1-E1F0-0809-AF65246828C2}"/>
              </a:ext>
            </a:extLst>
          </p:cNvPr>
          <p:cNvSpPr txBox="1"/>
          <p:nvPr/>
        </p:nvSpPr>
        <p:spPr>
          <a:xfrm>
            <a:off x="6161623" y="1989735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108 ÷ 100 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63791B-1BD2-95D5-6C1F-E6D15D19BEBB}"/>
              </a:ext>
            </a:extLst>
          </p:cNvPr>
          <p:cNvSpPr txBox="1"/>
          <p:nvPr/>
        </p:nvSpPr>
        <p:spPr>
          <a:xfrm>
            <a:off x="7574334" y="1989735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1,08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4453FA-4C72-3318-4590-9949FE9BEB8D}"/>
              </a:ext>
            </a:extLst>
          </p:cNvPr>
          <p:cNvSpPr txBox="1"/>
          <p:nvPr/>
        </p:nvSpPr>
        <p:spPr>
          <a:xfrm>
            <a:off x="11178" y="3448176"/>
            <a:ext cx="2596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Амалдарды аткаргыла :</a:t>
            </a:r>
            <a:endParaRPr lang="en-GB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741F5A-736E-CE58-3A04-D09D18D1CA64}"/>
              </a:ext>
            </a:extLst>
          </p:cNvPr>
          <p:cNvSpPr txBox="1"/>
          <p:nvPr/>
        </p:nvSpPr>
        <p:spPr>
          <a:xfrm>
            <a:off x="4965564" y="3448176"/>
            <a:ext cx="2596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/>
              <a:t>Амалдарды аткаргыла :</a:t>
            </a:r>
            <a:endParaRPr lang="en-GB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D80B52-5852-177C-E93A-275F2F10A12A}"/>
              </a:ext>
            </a:extLst>
          </p:cNvPr>
          <p:cNvSpPr txBox="1"/>
          <p:nvPr/>
        </p:nvSpPr>
        <p:spPr>
          <a:xfrm>
            <a:off x="5664220" y="4284048"/>
            <a:ext cx="28614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0,203 × three thousand =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B9D4DE-0DE6-5C8B-9216-81F611D86547}"/>
              </a:ext>
            </a:extLst>
          </p:cNvPr>
          <p:cNvSpPr txBox="1"/>
          <p:nvPr/>
        </p:nvSpPr>
        <p:spPr>
          <a:xfrm>
            <a:off x="8554043" y="4284048"/>
            <a:ext cx="574196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609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5282A1-FBC7-556B-67C2-1B7D0A56FED9}"/>
              </a:ext>
            </a:extLst>
          </p:cNvPr>
          <p:cNvSpPr txBox="1"/>
          <p:nvPr/>
        </p:nvSpPr>
        <p:spPr>
          <a:xfrm>
            <a:off x="5149281" y="5431204"/>
            <a:ext cx="36752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400,8 ÷ four hundred thousand =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3DB891-9883-3402-4B63-AFE8C1C1D559}"/>
              </a:ext>
            </a:extLst>
          </p:cNvPr>
          <p:cNvSpPr txBox="1"/>
          <p:nvPr/>
        </p:nvSpPr>
        <p:spPr>
          <a:xfrm>
            <a:off x="8702874" y="5431204"/>
            <a:ext cx="115768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0,001002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C3DF58B-99AC-016C-B807-651236F018D9}"/>
              </a:ext>
            </a:extLst>
          </p:cNvPr>
          <p:cNvSpPr txBox="1"/>
          <p:nvPr/>
        </p:nvSpPr>
        <p:spPr>
          <a:xfrm>
            <a:off x="480230" y="4292361"/>
            <a:ext cx="3171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0,0703 ÷ 100 × 10000 ÷ 10 =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3EB27F-289F-B300-F6FE-B05C71FC73B7}"/>
              </a:ext>
            </a:extLst>
          </p:cNvPr>
          <p:cNvSpPr txBox="1"/>
          <p:nvPr/>
        </p:nvSpPr>
        <p:spPr>
          <a:xfrm>
            <a:off x="3594118" y="4292361"/>
            <a:ext cx="768159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0,703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0E3300-2ED5-D786-F800-32203F31071A}"/>
              </a:ext>
            </a:extLst>
          </p:cNvPr>
          <p:cNvSpPr txBox="1"/>
          <p:nvPr/>
        </p:nvSpPr>
        <p:spPr>
          <a:xfrm>
            <a:off x="561806" y="5431204"/>
            <a:ext cx="34900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6,28 × 1000 =                     ÷ 100 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046CC72-E307-A099-8AC4-800EFC4AC334}"/>
              </a:ext>
            </a:extLst>
          </p:cNvPr>
          <p:cNvSpPr/>
          <p:nvPr/>
        </p:nvSpPr>
        <p:spPr>
          <a:xfrm>
            <a:off x="2285877" y="5402659"/>
            <a:ext cx="789710" cy="4572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950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E6D564-670F-003B-835A-D49D0CB8A9BD}"/>
              </a:ext>
            </a:extLst>
          </p:cNvPr>
          <p:cNvSpPr txBox="1"/>
          <p:nvPr/>
        </p:nvSpPr>
        <p:spPr>
          <a:xfrm>
            <a:off x="2159177" y="4998942"/>
            <a:ext cx="1027845" cy="400110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5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algn="just"/>
            <a:r>
              <a:rPr lang="en-GB" sz="2000" dirty="0"/>
              <a:t>628 000</a:t>
            </a:r>
          </a:p>
        </p:txBody>
      </p:sp>
    </p:spTree>
    <p:extLst>
      <p:ext uri="{BB962C8B-B14F-4D97-AF65-F5344CB8AC3E}">
        <p14:creationId xmlns:p14="http://schemas.microsoft.com/office/powerpoint/2010/main" val="1736692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7" grpId="0" animBg="1"/>
      <p:bldP spid="11" grpId="0" animBg="1"/>
      <p:bldP spid="14" grpId="0" animBg="1"/>
      <p:bldP spid="26" grpId="0" animBg="1"/>
      <p:bldP spid="31" grpId="0" animBg="1"/>
      <p:bldP spid="37" grpId="0" animBg="1"/>
      <p:bldP spid="4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098D84-E1F9-83DC-C3FD-CBDE9CD34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77199" y="1031846"/>
            <a:ext cx="6858002" cy="47943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0DB23D-60F5-6B7D-C070-2C9E8582C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21156" y="1031844"/>
            <a:ext cx="6858002" cy="479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378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24600"/>
            <a:ext cx="9240883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02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10542</TotalTime>
  <Words>196</Words>
  <Application>Microsoft Office PowerPoint</Application>
  <PresentationFormat>A4 Paper (210x297 mm)</PresentationFormat>
  <Paragraphs>60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530</cp:revision>
  <cp:lastPrinted>2017-12-31T22:38:51Z</cp:lastPrinted>
  <dcterms:created xsi:type="dcterms:W3CDTF">2017-01-17T16:57:04Z</dcterms:created>
  <dcterms:modified xsi:type="dcterms:W3CDTF">2024-08-20T08:52:34Z</dcterms:modified>
</cp:coreProperties>
</file>