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MathKGZ</a:t>
            </a:r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--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Эсептегичте – Атышуу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03120"/>
            <a:ext cx="11064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Эки команда кезек-кезеги менен тез жана так эсептешет.</a:t>
            </a:r>
            <a:endParaRPr lang="en-US" sz="15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Туура жана тез жооп бир упай алат.</a:t>
            </a:r>
            <a:endParaRPr lang="en-US" sz="15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Эсептегич зарыл — мисалдар атайылап татаал тандалган.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Ким тезирээк жана тагыраак эсептейт?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7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3 5/8 + 2 7/12 = 6 5/24</a:t>
            </a:r>
            <a:endParaRPr lang="en-US" sz="170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7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9 1/6 − 4 3/4 = 4 5/12</a:t>
            </a:r>
            <a:endParaRPr lang="en-US" sz="170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7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2 2/5 × 3 1/3 = 8</a:t>
            </a:r>
            <a:endParaRPr lang="en-US" sz="170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7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6 3/4 ÷ 1 1/8 = 6</a:t>
            </a:r>
            <a:endParaRPr lang="en-US" sz="170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7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5 1/9 + 2 2/3 = 7 7/9</a:t>
            </a:r>
            <a:endParaRPr lang="en-US" sz="170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7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6) 8 1/4 − 3 5/6 = 4 5/12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Суроолор барбы?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Сунуштар?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…же ката таптыңызбы!?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Сураныч, электрондук кат жөнөтүңүз: mathematicskgz@gmail.com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2026-10-14T06:58:07Z</dcterms:created>
  <dcterms:modified xsi:type="dcterms:W3CDTF">2026-10-14T06:58:07Z</dcterms:modified>
</cp:coreProperties>
</file>