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Ачкыч: 2, 4, 6, 8-жуптарда ката бар. Туура жооптор: 2) 5 3/20, 4) 3 7/8, 6) 6 13/14, 8) 1 8/9.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Катаны тап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үч бурчтукта мисал, жанындагы үч бурчтукта жооп жазылган.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Окуучулар ар бир мисалды эсептегич менен текшерип, кайсы жуптарда ката бар экенин табышат.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Иш баракча катары басып, жупта же өз алдынча иштесе болот.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Кайсы жуптарда ката бар?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1/3 − 2 5/6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 flipV="1">
            <a:off x="457200" y="2514600"/>
            <a:ext cx="1325880" cy="1097280"/>
          </a:xfrm>
          <a:prstGeom prst="triangle">
            <a:avLst/>
          </a:prstGeom>
          <a:solidFill>
            <a:srgbClr val="DCEFE6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V="1">
            <a:off x="1874520" y="251460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2/5 + 1 3/4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1280160"/>
            <a:ext cx="1325880" cy="1097280"/>
          </a:xfrm>
          <a:prstGeom prst="triangle">
            <a:avLst/>
          </a:prstGeom>
          <a:solidFill>
            <a:srgbClr val="F7D9D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1/20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1/4 × 1 1/3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flipV="1">
            <a:off x="3291840" y="2514600"/>
            <a:ext cx="1325880" cy="1097280"/>
          </a:xfrm>
          <a:prstGeom prst="triangle">
            <a:avLst/>
          </a:prstGeom>
          <a:solidFill>
            <a:srgbClr val="DCEFE6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005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4709160" y="251460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1/2 − 3 5/8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280160"/>
            <a:ext cx="1325880" cy="1097280"/>
          </a:xfrm>
          <a:prstGeom prst="triangle">
            <a:avLst/>
          </a:prstGeom>
          <a:solidFill>
            <a:srgbClr val="F7D9D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1/8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28016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5/6 × 2 1/5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6126480" y="2514600"/>
            <a:ext cx="1325880" cy="1097280"/>
          </a:xfrm>
          <a:prstGeom prst="triangle">
            <a:avLst/>
          </a:prstGeom>
          <a:solidFill>
            <a:srgbClr val="DCEFE6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3504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1/30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005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flipV="1">
            <a:off x="7543800" y="251460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3/7 + 2 1/2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43800" y="1280160"/>
            <a:ext cx="1325880" cy="1097280"/>
          </a:xfrm>
          <a:prstGeom prst="triangle">
            <a:avLst/>
          </a:prstGeom>
          <a:solidFill>
            <a:srgbClr val="F7D9D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11/14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961120" y="128016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6968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2/3 ÷ 1 1/3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V="1">
            <a:off x="8961120" y="2514600"/>
            <a:ext cx="1325880" cy="1097280"/>
          </a:xfrm>
          <a:prstGeom prst="triangle">
            <a:avLst/>
          </a:prstGeom>
          <a:solidFill>
            <a:srgbClr val="DCEFE6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86968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961120" y="1005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V="1">
            <a:off x="10378440" y="2514600"/>
            <a:ext cx="1325880" cy="1097280"/>
          </a:xfrm>
          <a:prstGeom prst="triangle">
            <a:avLst/>
          </a:prstGeom>
          <a:solidFill>
            <a:srgbClr val="E9ECF5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87000" y="260604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5/9 − 1 2/3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378440" y="1280160"/>
            <a:ext cx="1325880" cy="1097280"/>
          </a:xfrm>
          <a:prstGeom prst="triangle">
            <a:avLst/>
          </a:prstGeom>
          <a:solidFill>
            <a:srgbClr val="F7D9D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87000" y="160020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1/9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378440" y="2240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2026-10-14T07:59:24Z</dcterms:created>
  <dcterms:modified xsi:type="dcterms:W3CDTF">2026-10-14T07:59:24Z</dcterms:modified>
</cp:coreProperties>
</file>