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6669088" cy="9926638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жана пайызга айландыруу–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053162" y="19850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936177" y="41852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1726D1D-431A-492F-A03B-E3725721C47E}"/>
              </a:ext>
            </a:extLst>
          </p:cNvPr>
          <p:cNvGrpSpPr/>
          <p:nvPr/>
        </p:nvGrpSpPr>
        <p:grpSpPr>
          <a:xfrm>
            <a:off x="2039281" y="49134"/>
            <a:ext cx="7841153" cy="6808866"/>
            <a:chOff x="1800113" y="1745203"/>
            <a:chExt cx="5463838" cy="474452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D7E6F3-C325-45F4-B124-E8D49F97D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7451" y="1745203"/>
              <a:ext cx="2856150" cy="239461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06D831-8206-4B6E-9B1B-B4D8E958F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0113" y="4098260"/>
              <a:ext cx="5463838" cy="23914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3A67853-F41F-4BBE-E7C0-34C4A270A86C}"/>
              </a:ext>
            </a:extLst>
          </p:cNvPr>
          <p:cNvSpPr txBox="1"/>
          <p:nvPr/>
        </p:nvSpPr>
        <p:spPr>
          <a:xfrm>
            <a:off x="322834" y="275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86B0C-6940-B977-E82D-32D3D1289731}"/>
              </a:ext>
            </a:extLst>
          </p:cNvPr>
          <p:cNvSpPr txBox="1"/>
          <p:nvPr/>
        </p:nvSpPr>
        <p:spPr>
          <a:xfrm>
            <a:off x="322834" y="157817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7996216-92BE-470E-83AA-55F65009D007}"/>
              </a:ext>
            </a:extLst>
          </p:cNvPr>
          <p:cNvGrpSpPr/>
          <p:nvPr/>
        </p:nvGrpSpPr>
        <p:grpSpPr>
          <a:xfrm>
            <a:off x="1424766" y="49134"/>
            <a:ext cx="7841153" cy="6808866"/>
            <a:chOff x="1800113" y="1745203"/>
            <a:chExt cx="5463838" cy="47445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3AA8DE-C45F-4DC5-9CB8-E9042E3A9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7451" y="1745203"/>
              <a:ext cx="2856150" cy="239461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167AB5-5FBB-4356-A210-EE37FF54B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0113" y="4098260"/>
              <a:ext cx="5463838" cy="2391467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282751" y="21044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05240" y="54711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221679" y="20481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6683119" y="474527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2749129" y="467724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E221A5-6F4F-4E12-AF51-0B0FC42AE297}"/>
              </a:ext>
            </a:extLst>
          </p:cNvPr>
          <p:cNvSpPr/>
          <p:nvPr/>
        </p:nvSpPr>
        <p:spPr>
          <a:xfrm>
            <a:off x="5557071" y="34963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91D78-D4B6-2B7E-45FC-95E9453A7674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98BD90-41B0-8AFE-8619-D760B4548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78176" y="1136702"/>
            <a:ext cx="6799471" cy="4643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965FB9-44A0-1ACB-7CED-2153EE41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03424" y="1136702"/>
            <a:ext cx="6799471" cy="464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8324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2024-08-29T16:47:00Z</cp:lastPrinted>
  <dcterms:created xsi:type="dcterms:W3CDTF">2017-01-17T16:57:04Z</dcterms:created>
  <dcterms:modified xsi:type="dcterms:W3CDTF">2024-08-29T16:48:43Z</dcterms:modified>
</cp:coreProperties>
</file>