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1" r:id="rId4"/>
    <p:sldId id="962" r:id="rId5"/>
    <p:sldId id="955" r:id="rId6"/>
    <p:sldId id="956" r:id="rId7"/>
    <p:sldId id="958" r:id="rId8"/>
    <p:sldId id="961" r:id="rId9"/>
    <p:sldId id="953" r:id="rId10"/>
    <p:sldId id="963" r:id="rId11"/>
    <p:sldId id="954" r:id="rId12"/>
    <p:sldId id="950" r:id="rId13"/>
    <p:sldId id="957" r:id="rId14"/>
    <p:sldId id="964" r:id="rId15"/>
    <p:sldId id="952" r:id="rId16"/>
    <p:sldId id="960" r:id="rId17"/>
    <p:sldId id="965" r:id="rId18"/>
    <p:sldId id="959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1"/>
            <p14:sldId id="962"/>
            <p14:sldId id="955"/>
            <p14:sldId id="956"/>
            <p14:sldId id="958"/>
            <p14:sldId id="961"/>
            <p14:sldId id="953"/>
            <p14:sldId id="963"/>
            <p14:sldId id="954"/>
            <p14:sldId id="950"/>
            <p14:sldId id="957"/>
            <p14:sldId id="964"/>
            <p14:sldId id="952"/>
            <p14:sldId id="960"/>
            <p14:sldId id="965"/>
            <p14:sldId id="959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Ондуктан Бөлчөккө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ондуктарды бөлчөккө айландыруу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66E282-D345-6F7A-FE55-DCCECDD1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/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0.35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5D8CD-AD5E-75F3-613F-25325C3B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90" y="2799999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AB5D0A5-4E98-1823-747F-ADF0E2D905BC}"/>
              </a:ext>
            </a:extLst>
          </p:cNvPr>
          <p:cNvSpPr txBox="1"/>
          <p:nvPr/>
        </p:nvSpPr>
        <p:spPr>
          <a:xfrm>
            <a:off x="3891894" y="359153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097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E6CF-36F1-FC72-9700-AFF1FCC33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/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27FAA-5261-3B92-AF44-FEBF26A89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8" y="3167806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FACD4A-1CA3-4528-880A-2922F7039653}"/>
              </a:ext>
            </a:extLst>
          </p:cNvPr>
          <p:cNvSpPr txBox="1"/>
          <p:nvPr/>
        </p:nvSpPr>
        <p:spPr>
          <a:xfrm>
            <a:off x="3891894" y="3983413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т</a:t>
            </a:r>
            <a:r>
              <a:rPr lang="ky-KG" sz="3200" dirty="0"/>
              <a:t>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63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736589-7EE4-81F7-32C5-D99FC946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/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9862AC-D21C-D106-3498-DB8E09807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F03C0F7-57F6-09DB-28FC-A54D94FA04A8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205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703A29-FCF5-E98D-DD90-A0EE0C1D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FDF662-40DF-0BAA-93A3-E0BA2AAA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E09D493-28E1-30B8-9FF4-6082E0A84F01}"/>
              </a:ext>
            </a:extLst>
          </p:cNvPr>
          <p:cNvSpPr txBox="1"/>
          <p:nvPr/>
        </p:nvSpPr>
        <p:spPr>
          <a:xfrm>
            <a:off x="3221125" y="4124438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ду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953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DB2956-2199-8EBA-663D-C354066E4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/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995B02-F8F2-735D-2C95-85340981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82" y="342900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CD6674-91A4-4B9E-F977-910C85C5F7E5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1756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E7ACCC-978A-35B7-39D3-9581C284E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/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1A5AF8-ADC7-B1FD-8F02-D7CE4A909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70D9126-1930-F53C-42B1-9BC5210E5C10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ди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76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B11E0D-D8C9-A871-ED86-3D4EEAEE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/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7BCC1-AA05-34F5-B513-B21989DF5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9" y="334872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693361C-A3B7-CDDD-58D6-A1A4E42577E3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117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/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ED196AA-33AA-A89F-4F4B-62AAE7EAD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30110"/>
                <a:ext cx="1107996" cy="1648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60AC6-4D7B-F83C-845C-25ACD8BC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6D9ED1E-4F2F-8714-A06C-BCD68B0DF430}"/>
              </a:ext>
            </a:extLst>
          </p:cNvPr>
          <p:cNvSpPr txBox="1"/>
          <p:nvPr/>
        </p:nvSpPr>
        <p:spPr>
          <a:xfrm>
            <a:off x="4045229" y="424460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714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/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CC8E9E-FCDE-C837-DA57-8F40EE6B3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385"/>
                <a:ext cx="1107996" cy="1653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/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14F67-B09F-8DA9-C8F4-406D90A1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359504"/>
                <a:ext cx="3886000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75131D8-1ADF-7A9F-3EF6-42AF271ACADB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857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/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35809D-6D5D-5E44-B4A1-1496E12B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4290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820DA74-6FF7-1720-A384-3A75FC6592EE}"/>
              </a:ext>
            </a:extLst>
          </p:cNvPr>
          <p:cNvSpPr txBox="1"/>
          <p:nvPr/>
        </p:nvSpPr>
        <p:spPr>
          <a:xfrm>
            <a:off x="3891894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1E781F-0557-F4B6-6BAC-376D1D05D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/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5F78F4-449A-4A24-B005-CE4865BF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11" y="334872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2A1F066-CA19-9968-5834-A381686BDEE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ны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0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16FB1C-6DF1-B3D6-FB2F-95A685B82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/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CAE60B-4107-AA1B-1A4C-E2D5638C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3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B25866-E469-1C2A-C044-FAA75B9DD0AA}"/>
              </a:ext>
            </a:extLst>
          </p:cNvPr>
          <p:cNvSpPr txBox="1"/>
          <p:nvPr/>
        </p:nvSpPr>
        <p:spPr>
          <a:xfrm>
            <a:off x="4091053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136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C6E84C-9E11-FC31-3BB0-DF0AD59C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/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C44418-29D5-9E00-FF17-6B02AF03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94" y="3359504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124657E-2E89-4A40-BD8A-186DB96A5300}"/>
              </a:ext>
            </a:extLst>
          </p:cNvPr>
          <p:cNvSpPr txBox="1"/>
          <p:nvPr/>
        </p:nvSpPr>
        <p:spPr>
          <a:xfrm>
            <a:off x="3891894" y="4120137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539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/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A614D8-445D-8C8A-31CE-6845F2F76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59" y="127417"/>
                <a:ext cx="724878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/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1E836D-CBFF-2961-07E6-EE7299431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4" y="3454400"/>
                <a:ext cx="3885999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C3F7AAB-8CB3-9BED-9A83-E41D1DF98F3E}"/>
              </a:ext>
            </a:extLst>
          </p:cNvPr>
          <p:cNvSpPr txBox="1"/>
          <p:nvPr/>
        </p:nvSpPr>
        <p:spPr>
          <a:xfrm>
            <a:off x="3800245" y="4164329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76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/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9CFFC6-4612-C406-804C-D63F27A1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7417"/>
                <a:ext cx="1107996" cy="16535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/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2F747F-D546-689D-B427-2B0749EB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64" y="3359504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ED77372-8123-DAB3-EDB1-A1970EC7F80E}"/>
              </a:ext>
            </a:extLst>
          </p:cNvPr>
          <p:cNvSpPr txBox="1"/>
          <p:nvPr/>
        </p:nvSpPr>
        <p:spPr>
          <a:xfrm>
            <a:off x="3514256" y="4175111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ни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85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/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1355C7-43ED-17DC-BDDE-96C18BC0A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700" y="128956"/>
                <a:ext cx="1107996" cy="1650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/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38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96CE-01B7-6AA7-DA95-98370411E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464560"/>
                <a:ext cx="2906565" cy="2215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887C246-1FB4-7B7C-426A-02E53BF44C85}"/>
              </a:ext>
            </a:extLst>
          </p:cNvPr>
          <p:cNvSpPr txBox="1"/>
          <p:nvPr/>
        </p:nvSpPr>
        <p:spPr>
          <a:xfrm>
            <a:off x="3410929" y="4209944"/>
            <a:ext cx="54349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/>
              <a:t>тү</a:t>
            </a:r>
            <a:r>
              <a:rPr lang="en-US" sz="3200" dirty="0"/>
              <a:t> </a:t>
            </a:r>
            <a:r>
              <a:rPr lang="en-US" sz="3200" dirty="0" err="1"/>
              <a:t>бөлчөккө</a:t>
            </a:r>
            <a:r>
              <a:rPr lang="en-US" sz="3200" dirty="0"/>
              <a:t> </a:t>
            </a:r>
            <a:r>
              <a:rPr lang="en-US" sz="3200" dirty="0" err="1"/>
              <a:t>айландырыңыз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968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3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311654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V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250829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8351</TotalTime>
  <Words>297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2024-01-15T07:36:56Z</cp:lastPrinted>
  <dcterms:created xsi:type="dcterms:W3CDTF">2017-01-17T16:57:04Z</dcterms:created>
  <dcterms:modified xsi:type="dcterms:W3CDTF">2024-08-29T08:46:29Z</dcterms:modified>
</cp:coreProperties>
</file>