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DC23153-211B-4D0D-90CE-ACC3123DB100}">
          <p14:sldIdLst>
            <p14:sldId id="947"/>
          </p14:sldIdLst>
        </p14:section>
        <p14:section name="Титулдук слайд" id="{27187905-A828-4005-A6C5-C3021E096774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E4BFD9BD-E387-43EA-B4FC-98D195EE1D54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2:12.5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27 268 24575,'-1'10'0,"1"-8"0,0 1 0,-1-1 0,1 1 0,0-1 0,0 1 0,1 0 0,-1-1 0,0 1 0,1-1 0,-1 1 0,1-1 0,0 1 0,0-1 0,0 0 0,0 1 0,0-1 0,1 0 0,1 3 0,-3-5 0,1 0 0,-1 0 0,1 0 0,-1 0 0,0 0 0,1 0 0,-1 0 0,0 0 0,1 0 0,-1 0 0,1 0 0,-1-1 0,0 1 0,1 0 0,-1 0 0,0 0 0,1 0 0,-1-1 0,0 1 0,1 0 0,-1 0 0,0-1 0,0 1 0,1 0 0,-1 0 0,0-1 0,0 1 0,1 0 0,-1-1 0,0 1 0,0 0 0,0-1 0,0 1 0,0 0 0,1-1 0,-1 1 0,0-1 0,0 1 0,0 0 0,0-1 0,0 1 0,0-1 0,4-18 0,7-59 0,-2 28 0,-3 1 0,1-72 0,-7 421 0,-2-132 0,2 1750 0,0-1910 0,0 0 0,0-1 0,-1 1 0,0-1 0,-1 1 0,-4 13 0,5-18 0,-1 0 0,1 0 0,-1-1 0,1 1 0,-1-1 0,0 1 0,0-1 0,0 0 0,0 0 0,0 0 0,0 0 0,-1 0 0,1 0 0,-1-1 0,1 1 0,-1-1 0,0 1 0,0-1 0,1 0 0,-6 1 0,-15 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15:04.6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125 2487 24575,'-2'0'0,"0"0"0,0 0 0,0 0 0,0-1 0,0 1 0,0-1 0,0 1 0,0-1 0,0 0 0,1 1 0,-1-1 0,0 0 0,0 0 0,1 0 0,-1-1 0,0 1 0,1 0 0,-2-2 0,1 0 0,0 0 0,0 0 0,0-1 0,0 1 0,0 0 0,1-1 0,0 1 0,-1-1 0,0-4 0,0-9 0,0 0 0,1 0 0,2-27 0,-1 25 0,0-54 0,3-83 0,0 136 0,1 0 0,1 0 0,11-29 0,-10 31 0,0 0 0,-1 0 0,-1 0 0,3-26 0,-6-255 0,-3 145 0,2-946 0,-1 1082 0,-1 0 0,-1 0 0,0 1 0,-1-1 0,-1 1 0,-1 0 0,-1 0 0,0 1 0,-18-30 0,21 41 0,0 0 0,0 0 0,0 0 0,-9-6 0,9 8 0,1 0 0,-1 0 0,1-1 0,0 1 0,0-1 0,0 0 0,0 0 0,-2-4 0,5 7 0,0 0 0,-1 0 0,1 0 0,0 0 0,0 0 0,0 0 0,0 0 0,0 0 0,0 0 0,0 0 0,0 0 0,0 0 0,1 0 0,-1 0 0,0 0 0,1 0 0,-1 0 0,0 0 0,1 1 0,-1-1 0,1 0 0,0 0 0,-1 0 0,1 1 0,-1-1 0,1 0 0,0 1 0,0-1 0,-1 0 0,1 1 0,0-1 0,0 1 0,0-1 0,0 1 0,0 0 0,0-1 0,1 1 0,4-2 0,1-1 0,-1 2 0,0-1 0,9 0 0,43-1-1365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2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 2371 24575,'0'-622'0,"-1"590"0,-11-58 0,-2-11 0,12-262 0,4 187 0,-2-501 0,1 658 0,1 1 0,1 0 0,4-19 0,-2 16 0,4-36 0,-8-82-1365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3.7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24575,'10'0'0,"7"0"0,7 0 0,3 0 0,2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03:14.2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8T17:16:08.8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143 2399 24575,'0'-10'0,"0"-1"0,0 1 0,-1 0 0,-1-1 0,0 1 0,0 0 0,-1 0 0,0 0 0,-1 0 0,0 1 0,-7-13 0,0 3 0,1 1 0,0-1 0,-8-22 0,-4-16 0,15 41 0,0 0 0,1-1 0,1 1 0,1-1 0,0 0 0,-1-20 0,4-202 0,2 110 0,0 112 0,1 0 0,1-1 0,6-21 0,-5 19 0,6-39 0,-9 33 0,2-1 0,2 1 0,0 0 0,1 0 0,12-29 0,-13 40 0,0 0 0,-2-1 0,0 1 0,0-1 0,-1-18 0,-3-82 0,-1 50 0,2-893-1365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18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customXml" Target="../ink/ink2.xml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Эмгек акы, иш балоо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FCD05D-1C2F-1EBF-C675-28E32490C728}"/>
                  </a:ext>
                </a:extLst>
              </p14:cNvPr>
              <p14:cNvContentPartPr/>
              <p14:nvPr/>
            </p14:nvContentPartPr>
            <p14:xfrm>
              <a:off x="4592640" y="76280"/>
              <a:ext cx="30960" cy="900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FCD05D-1C2F-1EBF-C675-28E32490C7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0000" y="13280"/>
                <a:ext cx="156600" cy="102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0DB86E4-6061-0CD7-54D2-F6EAA8F2D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15584" y="992781"/>
            <a:ext cx="6680039" cy="48978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CF2697F-160F-2008-D69C-69777F292100}"/>
                  </a:ext>
                </a:extLst>
              </p14:cNvPr>
              <p14:cNvContentPartPr/>
              <p14:nvPr/>
            </p14:nvContentPartPr>
            <p14:xfrm>
              <a:off x="4770840" y="252520"/>
              <a:ext cx="45720" cy="895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CF2697F-160F-2008-D69C-69777F2921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8200" y="189880"/>
                <a:ext cx="171360" cy="102096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B236958D-B46D-707F-9A17-3CE8F5A31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098152" y="1033825"/>
            <a:ext cx="6709031" cy="484473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01F90BC-933F-AB0F-1B3D-67A35C3B9B86}"/>
              </a:ext>
            </a:extLst>
          </p:cNvPr>
          <p:cNvGrpSpPr/>
          <p:nvPr/>
        </p:nvGrpSpPr>
        <p:grpSpPr>
          <a:xfrm>
            <a:off x="9640920" y="101680"/>
            <a:ext cx="132840" cy="1015920"/>
            <a:chOff x="9640920" y="101680"/>
            <a:chExt cx="132840" cy="10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A064B7-44C2-12AE-57C5-C75FC9C344BC}"/>
                    </a:ext>
                  </a:extLst>
                </p14:cNvPr>
                <p14:cNvContentPartPr/>
                <p14:nvPr/>
              </p14:nvContentPartPr>
              <p14:xfrm>
                <a:off x="9681960" y="192760"/>
                <a:ext cx="11160" cy="853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A064B7-44C2-12AE-57C5-C75FC9C344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18960" y="130120"/>
                  <a:ext cx="13680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D8DDEC-2343-A9D1-AF92-0936B8F6C281}"/>
                    </a:ext>
                  </a:extLst>
                </p14:cNvPr>
                <p14:cNvContentPartPr/>
                <p14:nvPr/>
              </p14:nvContentPartPr>
              <p14:xfrm>
                <a:off x="9641640" y="101680"/>
                <a:ext cx="3888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D8DDEC-2343-A9D1-AF92-0936B8F6C2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78640" y="38680"/>
                  <a:ext cx="164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8BD909-CF85-89E5-1CC7-4E334D46BA5E}"/>
                    </a:ext>
                  </a:extLst>
                </p14:cNvPr>
                <p14:cNvContentPartPr/>
                <p14:nvPr/>
              </p14:nvContentPartPr>
              <p14:xfrm>
                <a:off x="9773400" y="13156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8BD909-CF85-89E5-1CC7-4E334D46BA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10760" y="68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69512C-0D4E-35E1-25CC-BF7695DFF615}"/>
                    </a:ext>
                  </a:extLst>
                </p14:cNvPr>
                <p14:cNvContentPartPr/>
                <p14:nvPr/>
              </p14:nvContentPartPr>
              <p14:xfrm>
                <a:off x="9640920" y="253600"/>
                <a:ext cx="51840" cy="864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69512C-0D4E-35E1-25CC-BF7695DFF6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78280" y="190600"/>
                  <a:ext cx="177480" cy="989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9E4A1C0-358F-4BCC-8214-E2A4B93B1E71}"/>
              </a:ext>
            </a:extLst>
          </p:cNvPr>
          <p:cNvSpPr txBox="1"/>
          <p:nvPr/>
        </p:nvSpPr>
        <p:spPr>
          <a:xfrm>
            <a:off x="3031609" y="0"/>
            <a:ext cx="384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Ар бир жооптун бирдиктери кандай?</a:t>
            </a:r>
          </a:p>
          <a:p>
            <a:pPr algn="ctr"/>
            <a:r>
              <a:rPr lang="ru-RU" dirty="0"/>
              <a:t>Убакыт, акча, же эмгек акы?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C779C14-4D45-29CE-643C-DCB1A734E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94134" y="1129296"/>
            <a:ext cx="6824439" cy="4632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8FC725-F4FB-CCD2-60A0-274587EA5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0095" y="1112516"/>
            <a:ext cx="6875641" cy="463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73E002-A9D7-66BF-980D-6E71D925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7" y="195495"/>
            <a:ext cx="9700513" cy="646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A016E8-8E4B-6386-616A-7839DD6D1BA2}"/>
              </a:ext>
            </a:extLst>
          </p:cNvPr>
          <p:cNvSpPr/>
          <p:nvPr/>
        </p:nvSpPr>
        <p:spPr>
          <a:xfrm>
            <a:off x="0" y="26477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8416</TotalTime>
  <Words>164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Verdana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2024-09-18T17:23:29Z</cp:lastPrinted>
  <dcterms:created xsi:type="dcterms:W3CDTF">2017-01-17T16:57:04Z</dcterms:created>
  <dcterms:modified xsi:type="dcterms:W3CDTF">2024-09-18T17:23:58Z</dcterms:modified>
</cp:coreProperties>
</file>