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3"/>
  </p:notesMasterIdLst>
  <p:sldIdLst>
    <p:sldId id="959" r:id="rId2"/>
    <p:sldId id="960" r:id="rId3"/>
    <p:sldId id="954" r:id="rId4"/>
    <p:sldId id="955" r:id="rId5"/>
    <p:sldId id="962" r:id="rId6"/>
    <p:sldId id="963" r:id="rId7"/>
    <p:sldId id="964" r:id="rId8"/>
    <p:sldId id="965" r:id="rId9"/>
    <p:sldId id="957" r:id="rId10"/>
    <p:sldId id="958" r:id="rId11"/>
    <p:sldId id="961" r:id="rId12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9813FF6B-ECF9-4AC0-BAD9-CCB5496E6809}">
          <p14:sldIdLst>
            <p14:sldId id="959"/>
            <p14:sldId id="960"/>
          </p14:sldIdLst>
        </p14:section>
        <p14:section name="Көрсөтүү үчүн" id="{059544AC-2C27-45B1-9F95-F87DF8854DD6}">
          <p14:sldIdLst>
            <p14:sldId id="954"/>
            <p14:sldId id="955"/>
          </p14:sldIdLst>
        </p14:section>
        <p14:section name="Жооптор" id="{1FEDB314-42DC-4694-9B04-D4A4AAE625F7}">
          <p14:sldIdLst>
            <p14:sldId id="962"/>
            <p14:sldId id="963"/>
            <p14:sldId id="964"/>
          </p14:sldIdLst>
        </p14:section>
        <p14:section name="Таркатма иш кагаздар" id="{A78D9305-6AAE-4715-A210-52F6908F30F7}">
          <p14:sldIdLst>
            <p14:sldId id="965"/>
            <p14:sldId id="957"/>
            <p14:sldId id="958"/>
          </p14:sldIdLst>
        </p14:section>
        <p14:section name="Кайтарым байланыш" id="{99ED8035-81E3-4366-987F-F0DB589457E2}">
          <p14:sldIdLst>
            <p14:sldId id="96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DF91C5B6-86E6-4E9B-FDBC-B069CB15C5D5}"/>
              </a:ext>
            </a:extLst>
          </p:cNvPr>
          <p:cNvSpPr txBox="1">
            <a:spLocks/>
          </p:cNvSpPr>
          <p:nvPr/>
        </p:nvSpPr>
        <p:spPr>
          <a:xfrm>
            <a:off x="0" y="1852613"/>
            <a:ext cx="9773920" cy="435133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Ондуктар –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Орундук мааниси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Чечим чыгаруу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Туура же Ката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ru-RU" dirty="0">
                <a:solidFill>
                  <a:prstClr val="black"/>
                </a:solidFill>
                <a:latin typeface="Calibri" panose="020F0502020204030204"/>
              </a:rPr>
              <a:t>Окуучулар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ар бир картанын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 же Ката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экенин чечиши керек.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карталарды кесип кереги жок.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Карталар 3 өлчөмдө болот.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E430FB01-B004-E113-D659-37B4454A4ADD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495793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488872-BBED-DE23-74FB-F723B68E957F}"/>
              </a:ext>
            </a:extLst>
          </p:cNvPr>
          <p:cNvSpPr txBox="1">
            <a:spLocks/>
          </p:cNvSpPr>
          <p:nvPr/>
        </p:nvSpPr>
        <p:spPr>
          <a:xfrm>
            <a:off x="198120" y="178498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6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Көнүгүүлөр топтомун текшерип, аларды </a:t>
            </a:r>
            <a:r>
              <a:rPr kumimoji="0" lang="ky-KG" sz="6000" b="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r>
              <a:rPr kumimoji="0" lang="ky-KG" sz="6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же </a:t>
            </a:r>
            <a:r>
              <a:rPr kumimoji="0" lang="ky-KG" sz="60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r>
              <a:rPr kumimoji="0" lang="ky-KG" sz="6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деп эки топко бөлүңүз</a:t>
            </a:r>
            <a:endParaRPr kumimoji="0" lang="en-US" sz="6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3248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A24E4F-5821-C28E-31B2-B19C1753C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141" y="325120"/>
            <a:ext cx="9407718" cy="620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158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DF59E264-B1E0-4B61-BA01-5489B067C95E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624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780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1847095305"/>
                    </a:ext>
                  </a:extLst>
                </a:gridCol>
              </a:tblGrid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91EF0D0-56DF-403D-9EC3-C3270A38FEE2}"/>
              </a:ext>
            </a:extLst>
          </p:cNvPr>
          <p:cNvSpPr txBox="1"/>
          <p:nvPr/>
        </p:nvSpPr>
        <p:spPr>
          <a:xfrm>
            <a:off x="2809787" y="-60351"/>
            <a:ext cx="71876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Белгиленген сандарды шкала</a:t>
            </a:r>
            <a:r>
              <a:rPr lang="ky-KG" sz="1400" dirty="0"/>
              <a:t>да</a:t>
            </a:r>
            <a:r>
              <a:rPr lang="ru-RU" sz="1400" dirty="0"/>
              <a:t> </a:t>
            </a:r>
            <a:r>
              <a:rPr lang="ru-RU" sz="1400" b="1" dirty="0"/>
              <a:t>ТУУРА</a:t>
            </a:r>
            <a:r>
              <a:rPr lang="ru-RU" sz="1400" dirty="0"/>
              <a:t> же </a:t>
            </a:r>
            <a:r>
              <a:rPr lang="ru-RU" sz="1400" b="1" dirty="0"/>
              <a:t>КАТА көрсөтүлгөнүн</a:t>
            </a:r>
            <a:r>
              <a:rPr lang="ru-RU" sz="1400" dirty="0"/>
              <a:t> аныкта!</a:t>
            </a:r>
            <a:endParaRPr lang="en-GB" sz="1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2ACC07B-9D6C-4BE7-A2A2-1DA9B6C8E8E8}"/>
              </a:ext>
            </a:extLst>
          </p:cNvPr>
          <p:cNvSpPr txBox="1"/>
          <p:nvPr/>
        </p:nvSpPr>
        <p:spPr>
          <a:xfrm>
            <a:off x="209664" y="6517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1BFFCFA-DE47-4860-89DC-C0F13224F7A6}"/>
              </a:ext>
            </a:extLst>
          </p:cNvPr>
          <p:cNvCxnSpPr>
            <a:cxnSpLocks/>
          </p:cNvCxnSpPr>
          <p:nvPr/>
        </p:nvCxnSpPr>
        <p:spPr>
          <a:xfrm>
            <a:off x="152400" y="11506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7CAFD1A-DD01-41C5-85AB-04107D8A1FC0}"/>
              </a:ext>
            </a:extLst>
          </p:cNvPr>
          <p:cNvCxnSpPr>
            <a:cxnSpLocks/>
          </p:cNvCxnSpPr>
          <p:nvPr/>
        </p:nvCxnSpPr>
        <p:spPr>
          <a:xfrm flipV="1">
            <a:off x="1013890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8D09D7A-E7F1-4E1B-8A2B-0B511BCAF840}"/>
              </a:ext>
            </a:extLst>
          </p:cNvPr>
          <p:cNvCxnSpPr>
            <a:cxnSpLocks/>
          </p:cNvCxnSpPr>
          <p:nvPr/>
        </p:nvCxnSpPr>
        <p:spPr>
          <a:xfrm flipV="1">
            <a:off x="1881998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rrow: Down 40">
            <a:extLst>
              <a:ext uri="{FF2B5EF4-FFF2-40B4-BE49-F238E27FC236}">
                <a16:creationId xmlns:a16="http://schemas.microsoft.com/office/drawing/2014/main" id="{4485DDF7-1B5F-48C5-BF08-F7F59C91AAB7}"/>
              </a:ext>
            </a:extLst>
          </p:cNvPr>
          <p:cNvSpPr/>
          <p:nvPr/>
        </p:nvSpPr>
        <p:spPr>
          <a:xfrm>
            <a:off x="1528572" y="6238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6346C2D-EF90-49FF-A006-E3C377CC7062}"/>
              </a:ext>
            </a:extLst>
          </p:cNvPr>
          <p:cNvSpPr txBox="1"/>
          <p:nvPr/>
        </p:nvSpPr>
        <p:spPr>
          <a:xfrm>
            <a:off x="1422212" y="27989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7.6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5CD4437-6B67-4006-A78D-0558EA8481F1}"/>
              </a:ext>
            </a:extLst>
          </p:cNvPr>
          <p:cNvCxnSpPr>
            <a:cxnSpLocks/>
          </p:cNvCxnSpPr>
          <p:nvPr/>
        </p:nvCxnSpPr>
        <p:spPr>
          <a:xfrm flipV="1">
            <a:off x="1447944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3B40168-87D1-4EE8-8388-00E0BF4A3C6D}"/>
              </a:ext>
            </a:extLst>
          </p:cNvPr>
          <p:cNvCxnSpPr>
            <a:cxnSpLocks/>
          </p:cNvCxnSpPr>
          <p:nvPr/>
        </p:nvCxnSpPr>
        <p:spPr>
          <a:xfrm flipV="1">
            <a:off x="2099025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8040816-4D57-4C01-A90F-A8B13EF246AC}"/>
              </a:ext>
            </a:extLst>
          </p:cNvPr>
          <p:cNvCxnSpPr>
            <a:cxnSpLocks/>
          </p:cNvCxnSpPr>
          <p:nvPr/>
        </p:nvCxnSpPr>
        <p:spPr>
          <a:xfrm flipV="1">
            <a:off x="2316052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81363CC-34B7-4E96-B228-06DCD3C2E1B9}"/>
              </a:ext>
            </a:extLst>
          </p:cNvPr>
          <p:cNvCxnSpPr>
            <a:cxnSpLocks/>
          </p:cNvCxnSpPr>
          <p:nvPr/>
        </p:nvCxnSpPr>
        <p:spPr>
          <a:xfrm flipV="1">
            <a:off x="275010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0138DF61-C503-4B63-A065-8E261EB82AC5}"/>
              </a:ext>
            </a:extLst>
          </p:cNvPr>
          <p:cNvSpPr txBox="1"/>
          <p:nvPr/>
        </p:nvSpPr>
        <p:spPr>
          <a:xfrm>
            <a:off x="2372159" y="65174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8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955DED6E-A985-455D-8443-1B9C9CF704DA}"/>
              </a:ext>
            </a:extLst>
          </p:cNvPr>
          <p:cNvCxnSpPr>
            <a:cxnSpLocks/>
          </p:cNvCxnSpPr>
          <p:nvPr/>
        </p:nvCxnSpPr>
        <p:spPr>
          <a:xfrm flipV="1">
            <a:off x="2533079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0941FBA-B9F6-4526-A1B1-970B95A4CB0D}"/>
              </a:ext>
            </a:extLst>
          </p:cNvPr>
          <p:cNvCxnSpPr>
            <a:cxnSpLocks/>
          </p:cNvCxnSpPr>
          <p:nvPr/>
        </p:nvCxnSpPr>
        <p:spPr>
          <a:xfrm flipV="1">
            <a:off x="296713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BFFDFAD-FD71-4C5A-B434-86D953B81EE9}"/>
              </a:ext>
            </a:extLst>
          </p:cNvPr>
          <p:cNvCxnSpPr>
            <a:cxnSpLocks/>
          </p:cNvCxnSpPr>
          <p:nvPr/>
        </p:nvCxnSpPr>
        <p:spPr>
          <a:xfrm flipV="1">
            <a:off x="362809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8856EDB2-E9A2-4A89-832D-3177F2719BA9}"/>
              </a:ext>
            </a:extLst>
          </p:cNvPr>
          <p:cNvSpPr txBox="1"/>
          <p:nvPr/>
        </p:nvSpPr>
        <p:spPr>
          <a:xfrm>
            <a:off x="3649586" y="6517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1E2ECD4-705B-42FF-9282-15B74D6C1626}"/>
              </a:ext>
            </a:extLst>
          </p:cNvPr>
          <p:cNvCxnSpPr>
            <a:cxnSpLocks/>
          </p:cNvCxnSpPr>
          <p:nvPr/>
        </p:nvCxnSpPr>
        <p:spPr>
          <a:xfrm>
            <a:off x="3425952" y="11506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7547432-246E-4AFC-A370-3C7F310E6A5F}"/>
              </a:ext>
            </a:extLst>
          </p:cNvPr>
          <p:cNvCxnSpPr>
            <a:cxnSpLocks/>
          </p:cNvCxnSpPr>
          <p:nvPr/>
        </p:nvCxnSpPr>
        <p:spPr>
          <a:xfrm flipV="1">
            <a:off x="3799131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47019C50-35BE-4BDA-8AF5-9CF1DA54906C}"/>
              </a:ext>
            </a:extLst>
          </p:cNvPr>
          <p:cNvCxnSpPr>
            <a:cxnSpLocks/>
          </p:cNvCxnSpPr>
          <p:nvPr/>
        </p:nvCxnSpPr>
        <p:spPr>
          <a:xfrm flipV="1">
            <a:off x="445021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Arrow: Down 56">
            <a:extLst>
              <a:ext uri="{FF2B5EF4-FFF2-40B4-BE49-F238E27FC236}">
                <a16:creationId xmlns:a16="http://schemas.microsoft.com/office/drawing/2014/main" id="{383BAEF5-04E8-475A-88F4-F4E1C7889C8D}"/>
              </a:ext>
            </a:extLst>
          </p:cNvPr>
          <p:cNvSpPr/>
          <p:nvPr/>
        </p:nvSpPr>
        <p:spPr>
          <a:xfrm>
            <a:off x="5617464" y="6238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579F962-0C3C-4C80-8CE7-F974F6DA8A39}"/>
              </a:ext>
            </a:extLst>
          </p:cNvPr>
          <p:cNvSpPr txBox="1"/>
          <p:nvPr/>
        </p:nvSpPr>
        <p:spPr>
          <a:xfrm>
            <a:off x="5495864" y="27989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5.3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91180ED-693C-48A4-B817-3AD33712750C}"/>
              </a:ext>
            </a:extLst>
          </p:cNvPr>
          <p:cNvCxnSpPr>
            <a:cxnSpLocks/>
          </p:cNvCxnSpPr>
          <p:nvPr/>
        </p:nvCxnSpPr>
        <p:spPr>
          <a:xfrm flipV="1">
            <a:off x="396190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46187A1-C56D-43D0-ACD7-8A636BF44ACF}"/>
              </a:ext>
            </a:extLst>
          </p:cNvPr>
          <p:cNvCxnSpPr>
            <a:cxnSpLocks/>
          </p:cNvCxnSpPr>
          <p:nvPr/>
        </p:nvCxnSpPr>
        <p:spPr>
          <a:xfrm flipV="1">
            <a:off x="558960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DD094AA-A6B3-40AF-9675-A737D3324CF4}"/>
              </a:ext>
            </a:extLst>
          </p:cNvPr>
          <p:cNvCxnSpPr>
            <a:cxnSpLocks/>
          </p:cNvCxnSpPr>
          <p:nvPr/>
        </p:nvCxnSpPr>
        <p:spPr>
          <a:xfrm flipV="1">
            <a:off x="575237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03A1F63-5CD1-4A3C-B4C9-DF45CDC011A3}"/>
              </a:ext>
            </a:extLst>
          </p:cNvPr>
          <p:cNvCxnSpPr>
            <a:cxnSpLocks/>
          </p:cNvCxnSpPr>
          <p:nvPr/>
        </p:nvCxnSpPr>
        <p:spPr>
          <a:xfrm flipV="1">
            <a:off x="607791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5967083F-FC3B-4379-9AC5-15F759BF94F4}"/>
              </a:ext>
            </a:extLst>
          </p:cNvPr>
          <p:cNvSpPr txBox="1"/>
          <p:nvPr/>
        </p:nvSpPr>
        <p:spPr>
          <a:xfrm>
            <a:off x="5276141" y="65174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6DC5966-0951-4552-8D64-2692637DD854}"/>
              </a:ext>
            </a:extLst>
          </p:cNvPr>
          <p:cNvCxnSpPr>
            <a:cxnSpLocks/>
          </p:cNvCxnSpPr>
          <p:nvPr/>
        </p:nvCxnSpPr>
        <p:spPr>
          <a:xfrm flipV="1">
            <a:off x="591514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C098492-36D5-4C4E-8FB0-8F1D4FD8D6C9}"/>
              </a:ext>
            </a:extLst>
          </p:cNvPr>
          <p:cNvCxnSpPr>
            <a:cxnSpLocks/>
          </p:cNvCxnSpPr>
          <p:nvPr/>
        </p:nvCxnSpPr>
        <p:spPr>
          <a:xfrm flipV="1">
            <a:off x="6240683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EA89D45B-361D-4C12-A9BA-8D37AC06FA77}"/>
              </a:ext>
            </a:extLst>
          </p:cNvPr>
          <p:cNvCxnSpPr>
            <a:cxnSpLocks/>
          </p:cNvCxnSpPr>
          <p:nvPr/>
        </p:nvCxnSpPr>
        <p:spPr>
          <a:xfrm flipV="1">
            <a:off x="363636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8331CB6A-5B48-4C95-9B7F-E4A115E4B5DE}"/>
              </a:ext>
            </a:extLst>
          </p:cNvPr>
          <p:cNvSpPr txBox="1"/>
          <p:nvPr/>
        </p:nvSpPr>
        <p:spPr>
          <a:xfrm>
            <a:off x="7136244" y="6517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8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66540EC-2B4F-4A7E-A7D8-DEC049F0C832}"/>
              </a:ext>
            </a:extLst>
          </p:cNvPr>
          <p:cNvCxnSpPr>
            <a:cxnSpLocks/>
          </p:cNvCxnSpPr>
          <p:nvPr/>
        </p:nvCxnSpPr>
        <p:spPr>
          <a:xfrm>
            <a:off x="6710172" y="11506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5A2DB5BB-B72F-4F2A-B73C-08F073005279}"/>
              </a:ext>
            </a:extLst>
          </p:cNvPr>
          <p:cNvCxnSpPr>
            <a:cxnSpLocks/>
          </p:cNvCxnSpPr>
          <p:nvPr/>
        </p:nvCxnSpPr>
        <p:spPr>
          <a:xfrm flipV="1">
            <a:off x="7284550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2928DA95-0621-491C-B2D6-DCB860C15B58}"/>
              </a:ext>
            </a:extLst>
          </p:cNvPr>
          <p:cNvCxnSpPr>
            <a:cxnSpLocks/>
          </p:cNvCxnSpPr>
          <p:nvPr/>
        </p:nvCxnSpPr>
        <p:spPr>
          <a:xfrm flipV="1">
            <a:off x="7921202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Arrow: Down 71">
            <a:extLst>
              <a:ext uri="{FF2B5EF4-FFF2-40B4-BE49-F238E27FC236}">
                <a16:creationId xmlns:a16="http://schemas.microsoft.com/office/drawing/2014/main" id="{182A255A-6E52-43FA-B6CB-E02D529818D5}"/>
              </a:ext>
            </a:extLst>
          </p:cNvPr>
          <p:cNvSpPr/>
          <p:nvPr/>
        </p:nvSpPr>
        <p:spPr>
          <a:xfrm>
            <a:off x="8745474" y="6238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81C9C48-D5FC-4DA5-BCDB-170D3780907C}"/>
              </a:ext>
            </a:extLst>
          </p:cNvPr>
          <p:cNvSpPr txBox="1"/>
          <p:nvPr/>
        </p:nvSpPr>
        <p:spPr>
          <a:xfrm>
            <a:off x="8569175" y="27989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10.5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515E8EE6-A409-453E-8CA0-4BEDF1BBEE23}"/>
              </a:ext>
            </a:extLst>
          </p:cNvPr>
          <p:cNvCxnSpPr>
            <a:cxnSpLocks/>
          </p:cNvCxnSpPr>
          <p:nvPr/>
        </p:nvCxnSpPr>
        <p:spPr>
          <a:xfrm flipV="1">
            <a:off x="760287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8414CA56-05CE-496E-AFA0-92F25171D00A}"/>
              </a:ext>
            </a:extLst>
          </p:cNvPr>
          <p:cNvCxnSpPr>
            <a:cxnSpLocks/>
          </p:cNvCxnSpPr>
          <p:nvPr/>
        </p:nvCxnSpPr>
        <p:spPr>
          <a:xfrm flipV="1">
            <a:off x="8239528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141EA88-5EE4-4F70-A6AA-D895D6DE6FBE}"/>
              </a:ext>
            </a:extLst>
          </p:cNvPr>
          <p:cNvCxnSpPr>
            <a:cxnSpLocks/>
          </p:cNvCxnSpPr>
          <p:nvPr/>
        </p:nvCxnSpPr>
        <p:spPr>
          <a:xfrm flipV="1">
            <a:off x="8557854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FF13994-3111-4A3B-A059-7605DA6403A7}"/>
              </a:ext>
            </a:extLst>
          </p:cNvPr>
          <p:cNvCxnSpPr>
            <a:cxnSpLocks/>
          </p:cNvCxnSpPr>
          <p:nvPr/>
        </p:nvCxnSpPr>
        <p:spPr>
          <a:xfrm flipV="1">
            <a:off x="919450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D6A41C1B-A2A8-4DA8-81F2-DF02EA4FF1B8}"/>
              </a:ext>
            </a:extLst>
          </p:cNvPr>
          <p:cNvSpPr txBox="1"/>
          <p:nvPr/>
        </p:nvSpPr>
        <p:spPr>
          <a:xfrm>
            <a:off x="7771691" y="65174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9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5AD9F30-35D6-496D-AEA6-C77F3B5E70BB}"/>
              </a:ext>
            </a:extLst>
          </p:cNvPr>
          <p:cNvCxnSpPr>
            <a:cxnSpLocks/>
          </p:cNvCxnSpPr>
          <p:nvPr/>
        </p:nvCxnSpPr>
        <p:spPr>
          <a:xfrm flipV="1">
            <a:off x="888589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42A907EB-46E7-41EB-9093-A17CA0974C5C}"/>
              </a:ext>
            </a:extLst>
          </p:cNvPr>
          <p:cNvCxnSpPr>
            <a:cxnSpLocks/>
          </p:cNvCxnSpPr>
          <p:nvPr/>
        </p:nvCxnSpPr>
        <p:spPr>
          <a:xfrm flipV="1">
            <a:off x="9524903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47DBDEE7-0094-4013-B350-D0B08A458D5C}"/>
              </a:ext>
            </a:extLst>
          </p:cNvPr>
          <p:cNvCxnSpPr>
            <a:cxnSpLocks/>
          </p:cNvCxnSpPr>
          <p:nvPr/>
        </p:nvCxnSpPr>
        <p:spPr>
          <a:xfrm flipV="1">
            <a:off x="692058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1C9CCACA-1E48-4E56-ADE8-5A54A449D13E}"/>
              </a:ext>
            </a:extLst>
          </p:cNvPr>
          <p:cNvSpPr txBox="1"/>
          <p:nvPr/>
        </p:nvSpPr>
        <p:spPr>
          <a:xfrm>
            <a:off x="209664" y="20157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9BA26B67-F4CA-4D5F-8A81-0B28B4245DC6}"/>
              </a:ext>
            </a:extLst>
          </p:cNvPr>
          <p:cNvCxnSpPr>
            <a:cxnSpLocks/>
          </p:cNvCxnSpPr>
          <p:nvPr/>
        </p:nvCxnSpPr>
        <p:spPr>
          <a:xfrm>
            <a:off x="152400" y="251460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2F48C0DE-15FC-49C2-9668-C3D4B913ED86}"/>
              </a:ext>
            </a:extLst>
          </p:cNvPr>
          <p:cNvCxnSpPr>
            <a:cxnSpLocks/>
          </p:cNvCxnSpPr>
          <p:nvPr/>
        </p:nvCxnSpPr>
        <p:spPr>
          <a:xfrm flipV="1">
            <a:off x="726778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161D02A2-A98B-4D01-8914-0A914FF5B539}"/>
              </a:ext>
            </a:extLst>
          </p:cNvPr>
          <p:cNvCxnSpPr>
            <a:cxnSpLocks/>
          </p:cNvCxnSpPr>
          <p:nvPr/>
        </p:nvCxnSpPr>
        <p:spPr>
          <a:xfrm flipV="1">
            <a:off x="1363430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Arrow: Down 86">
            <a:extLst>
              <a:ext uri="{FF2B5EF4-FFF2-40B4-BE49-F238E27FC236}">
                <a16:creationId xmlns:a16="http://schemas.microsoft.com/office/drawing/2014/main" id="{84E49FEE-5E20-4E15-AF1E-730BE587C615}"/>
              </a:ext>
            </a:extLst>
          </p:cNvPr>
          <p:cNvSpPr/>
          <p:nvPr/>
        </p:nvSpPr>
        <p:spPr>
          <a:xfrm>
            <a:off x="1223772" y="198783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834A4FC-EAF2-4EC9-8B03-526A1EA18BDE}"/>
              </a:ext>
            </a:extLst>
          </p:cNvPr>
          <p:cNvSpPr txBox="1"/>
          <p:nvPr/>
        </p:nvSpPr>
        <p:spPr>
          <a:xfrm>
            <a:off x="1117412" y="164387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0.6</a:t>
            </a: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612758D4-F8CC-43DA-8D33-0FAF1A291EF8}"/>
              </a:ext>
            </a:extLst>
          </p:cNvPr>
          <p:cNvCxnSpPr>
            <a:cxnSpLocks/>
          </p:cNvCxnSpPr>
          <p:nvPr/>
        </p:nvCxnSpPr>
        <p:spPr>
          <a:xfrm flipV="1">
            <a:off x="1045104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A34BC363-2DD1-403D-9AB6-DC41F6E65338}"/>
              </a:ext>
            </a:extLst>
          </p:cNvPr>
          <p:cNvCxnSpPr>
            <a:cxnSpLocks/>
          </p:cNvCxnSpPr>
          <p:nvPr/>
        </p:nvCxnSpPr>
        <p:spPr>
          <a:xfrm flipV="1">
            <a:off x="1681756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A749003B-2FD9-47FB-9084-4E2ECFA3C239}"/>
              </a:ext>
            </a:extLst>
          </p:cNvPr>
          <p:cNvCxnSpPr>
            <a:cxnSpLocks/>
          </p:cNvCxnSpPr>
          <p:nvPr/>
        </p:nvCxnSpPr>
        <p:spPr>
          <a:xfrm flipV="1">
            <a:off x="2000082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F0538897-A970-46B0-86EC-B7D81BDAD01D}"/>
              </a:ext>
            </a:extLst>
          </p:cNvPr>
          <p:cNvCxnSpPr>
            <a:cxnSpLocks/>
          </p:cNvCxnSpPr>
          <p:nvPr/>
        </p:nvCxnSpPr>
        <p:spPr>
          <a:xfrm flipV="1">
            <a:off x="2636734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147A3B21-E112-4616-B130-DCCDD9B98F2A}"/>
              </a:ext>
            </a:extLst>
          </p:cNvPr>
          <p:cNvSpPr txBox="1"/>
          <p:nvPr/>
        </p:nvSpPr>
        <p:spPr>
          <a:xfrm>
            <a:off x="1846379" y="20157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600FF7F3-4AB2-4020-9C2C-C99D2AC84B94}"/>
              </a:ext>
            </a:extLst>
          </p:cNvPr>
          <p:cNvCxnSpPr>
            <a:cxnSpLocks/>
          </p:cNvCxnSpPr>
          <p:nvPr/>
        </p:nvCxnSpPr>
        <p:spPr>
          <a:xfrm flipV="1">
            <a:off x="2328124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07EFD12D-5A69-44F7-8755-DAD241F068A0}"/>
              </a:ext>
            </a:extLst>
          </p:cNvPr>
          <p:cNvCxnSpPr>
            <a:cxnSpLocks/>
          </p:cNvCxnSpPr>
          <p:nvPr/>
        </p:nvCxnSpPr>
        <p:spPr>
          <a:xfrm flipV="1">
            <a:off x="296713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B3899ABC-D5E7-4506-B4BC-AE1F4A4CA4AC}"/>
              </a:ext>
            </a:extLst>
          </p:cNvPr>
          <p:cNvCxnSpPr>
            <a:cxnSpLocks/>
          </p:cNvCxnSpPr>
          <p:nvPr/>
        </p:nvCxnSpPr>
        <p:spPr>
          <a:xfrm flipV="1">
            <a:off x="362809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25E264F4-4EDA-4CF8-BC2C-491521E1FE9B}"/>
              </a:ext>
            </a:extLst>
          </p:cNvPr>
          <p:cNvSpPr txBox="1"/>
          <p:nvPr/>
        </p:nvSpPr>
        <p:spPr>
          <a:xfrm>
            <a:off x="3853548" y="20157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</a:t>
            </a: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00B2DFA5-21FD-45BB-9E4D-E019BC1065ED}"/>
              </a:ext>
            </a:extLst>
          </p:cNvPr>
          <p:cNvCxnSpPr>
            <a:cxnSpLocks/>
          </p:cNvCxnSpPr>
          <p:nvPr/>
        </p:nvCxnSpPr>
        <p:spPr>
          <a:xfrm>
            <a:off x="3425952" y="251460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7F29573F-3E59-4B9D-B50B-B7FC737B1A19}"/>
              </a:ext>
            </a:extLst>
          </p:cNvPr>
          <p:cNvCxnSpPr>
            <a:cxnSpLocks/>
          </p:cNvCxnSpPr>
          <p:nvPr/>
        </p:nvCxnSpPr>
        <p:spPr>
          <a:xfrm flipV="1">
            <a:off x="4000330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FA46D101-135F-4723-A4DA-5595C13CA02A}"/>
              </a:ext>
            </a:extLst>
          </p:cNvPr>
          <p:cNvCxnSpPr>
            <a:cxnSpLocks/>
          </p:cNvCxnSpPr>
          <p:nvPr/>
        </p:nvCxnSpPr>
        <p:spPr>
          <a:xfrm flipV="1">
            <a:off x="4636982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Arrow: Down 101">
            <a:extLst>
              <a:ext uri="{FF2B5EF4-FFF2-40B4-BE49-F238E27FC236}">
                <a16:creationId xmlns:a16="http://schemas.microsoft.com/office/drawing/2014/main" id="{75D14305-6628-4E3A-B726-EC8F97382219}"/>
              </a:ext>
            </a:extLst>
          </p:cNvPr>
          <p:cNvSpPr/>
          <p:nvPr/>
        </p:nvSpPr>
        <p:spPr>
          <a:xfrm>
            <a:off x="5472684" y="198783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AA16AEE-C52B-41C8-96EF-355856609A44}"/>
              </a:ext>
            </a:extLst>
          </p:cNvPr>
          <p:cNvSpPr txBox="1"/>
          <p:nvPr/>
        </p:nvSpPr>
        <p:spPr>
          <a:xfrm>
            <a:off x="5366324" y="164387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7.2</a:t>
            </a:r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BC627B51-E41E-4563-BEB2-1969E6CFC9F5}"/>
              </a:ext>
            </a:extLst>
          </p:cNvPr>
          <p:cNvCxnSpPr>
            <a:cxnSpLocks/>
          </p:cNvCxnSpPr>
          <p:nvPr/>
        </p:nvCxnSpPr>
        <p:spPr>
          <a:xfrm flipV="1">
            <a:off x="4318656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393B76AC-D9F7-4474-9FB8-B6BB22C03647}"/>
              </a:ext>
            </a:extLst>
          </p:cNvPr>
          <p:cNvCxnSpPr>
            <a:cxnSpLocks/>
          </p:cNvCxnSpPr>
          <p:nvPr/>
        </p:nvCxnSpPr>
        <p:spPr>
          <a:xfrm flipV="1">
            <a:off x="4955308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1D159C58-3D40-46EE-8771-C58E89EFE22E}"/>
              </a:ext>
            </a:extLst>
          </p:cNvPr>
          <p:cNvCxnSpPr>
            <a:cxnSpLocks/>
          </p:cNvCxnSpPr>
          <p:nvPr/>
        </p:nvCxnSpPr>
        <p:spPr>
          <a:xfrm flipV="1">
            <a:off x="5273634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8B44306F-A5D4-4A13-B52C-2409E060CB3F}"/>
              </a:ext>
            </a:extLst>
          </p:cNvPr>
          <p:cNvCxnSpPr>
            <a:cxnSpLocks/>
          </p:cNvCxnSpPr>
          <p:nvPr/>
        </p:nvCxnSpPr>
        <p:spPr>
          <a:xfrm flipV="1">
            <a:off x="5910286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B9A34D95-5693-4C4D-BEE1-95746948BCA9}"/>
              </a:ext>
            </a:extLst>
          </p:cNvPr>
          <p:cNvSpPr txBox="1"/>
          <p:nvPr/>
        </p:nvSpPr>
        <p:spPr>
          <a:xfrm>
            <a:off x="5127550" y="20157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D7394A6B-3B3C-41C4-8D76-ED64CDB7578C}"/>
              </a:ext>
            </a:extLst>
          </p:cNvPr>
          <p:cNvCxnSpPr>
            <a:cxnSpLocks/>
          </p:cNvCxnSpPr>
          <p:nvPr/>
        </p:nvCxnSpPr>
        <p:spPr>
          <a:xfrm flipV="1">
            <a:off x="5601676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2B57A5C5-B0D6-481E-93C4-136E23C091C1}"/>
              </a:ext>
            </a:extLst>
          </p:cNvPr>
          <p:cNvCxnSpPr>
            <a:cxnSpLocks/>
          </p:cNvCxnSpPr>
          <p:nvPr/>
        </p:nvCxnSpPr>
        <p:spPr>
          <a:xfrm flipV="1">
            <a:off x="6240683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08B2563B-C496-4093-8866-0FE6B9B7BF60}"/>
              </a:ext>
            </a:extLst>
          </p:cNvPr>
          <p:cNvCxnSpPr>
            <a:cxnSpLocks/>
          </p:cNvCxnSpPr>
          <p:nvPr/>
        </p:nvCxnSpPr>
        <p:spPr>
          <a:xfrm flipV="1">
            <a:off x="363636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5A2F29BD-CC25-4F91-B737-E9F6D29974A6}"/>
              </a:ext>
            </a:extLst>
          </p:cNvPr>
          <p:cNvSpPr txBox="1"/>
          <p:nvPr/>
        </p:nvSpPr>
        <p:spPr>
          <a:xfrm>
            <a:off x="7979016" y="201572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B23FD109-B308-45F3-96FE-BF71E63B83B4}"/>
              </a:ext>
            </a:extLst>
          </p:cNvPr>
          <p:cNvCxnSpPr>
            <a:cxnSpLocks/>
          </p:cNvCxnSpPr>
          <p:nvPr/>
        </p:nvCxnSpPr>
        <p:spPr>
          <a:xfrm>
            <a:off x="6710172" y="251460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6B1E19FE-9F75-4B04-B0C0-665AEDEA3C92}"/>
              </a:ext>
            </a:extLst>
          </p:cNvPr>
          <p:cNvCxnSpPr>
            <a:cxnSpLocks/>
          </p:cNvCxnSpPr>
          <p:nvPr/>
        </p:nvCxnSpPr>
        <p:spPr>
          <a:xfrm flipV="1">
            <a:off x="7120913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222C9BA0-9A3D-497A-A73E-2B8293190046}"/>
              </a:ext>
            </a:extLst>
          </p:cNvPr>
          <p:cNvCxnSpPr>
            <a:cxnSpLocks/>
          </p:cNvCxnSpPr>
          <p:nvPr/>
        </p:nvCxnSpPr>
        <p:spPr>
          <a:xfrm flipV="1">
            <a:off x="792224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Arrow: Down 116">
            <a:extLst>
              <a:ext uri="{FF2B5EF4-FFF2-40B4-BE49-F238E27FC236}">
                <a16:creationId xmlns:a16="http://schemas.microsoft.com/office/drawing/2014/main" id="{AC09850C-737E-407A-96B7-DC7DFD065FC5}"/>
              </a:ext>
            </a:extLst>
          </p:cNvPr>
          <p:cNvSpPr/>
          <p:nvPr/>
        </p:nvSpPr>
        <p:spPr>
          <a:xfrm>
            <a:off x="7194804" y="198783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4987686-0175-40E7-8866-A746EACC2BC1}"/>
              </a:ext>
            </a:extLst>
          </p:cNvPr>
          <p:cNvSpPr txBox="1"/>
          <p:nvPr/>
        </p:nvSpPr>
        <p:spPr>
          <a:xfrm>
            <a:off x="7029935" y="164387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6.25</a:t>
            </a:r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A935E491-851F-4725-BC64-595DEF86E772}"/>
              </a:ext>
            </a:extLst>
          </p:cNvPr>
          <p:cNvCxnSpPr>
            <a:cxnSpLocks/>
          </p:cNvCxnSpPr>
          <p:nvPr/>
        </p:nvCxnSpPr>
        <p:spPr>
          <a:xfrm flipV="1">
            <a:off x="7321245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BC3D0D45-B3AE-400C-BEB9-D054E97281EA}"/>
              </a:ext>
            </a:extLst>
          </p:cNvPr>
          <p:cNvCxnSpPr>
            <a:cxnSpLocks/>
          </p:cNvCxnSpPr>
          <p:nvPr/>
        </p:nvCxnSpPr>
        <p:spPr>
          <a:xfrm flipV="1">
            <a:off x="8523237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BD609A84-933E-43E5-AE40-DEBE6C0BB992}"/>
              </a:ext>
            </a:extLst>
          </p:cNvPr>
          <p:cNvCxnSpPr>
            <a:cxnSpLocks/>
          </p:cNvCxnSpPr>
          <p:nvPr/>
        </p:nvCxnSpPr>
        <p:spPr>
          <a:xfrm flipV="1">
            <a:off x="892390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2D69237A-A10A-4A73-9C52-138DEC46736D}"/>
              </a:ext>
            </a:extLst>
          </p:cNvPr>
          <p:cNvCxnSpPr>
            <a:cxnSpLocks/>
          </p:cNvCxnSpPr>
          <p:nvPr/>
        </p:nvCxnSpPr>
        <p:spPr>
          <a:xfrm flipV="1">
            <a:off x="9324565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F8A8EBB6-6626-489D-A007-A723F6C34BAA}"/>
              </a:ext>
            </a:extLst>
          </p:cNvPr>
          <p:cNvSpPr txBox="1"/>
          <p:nvPr/>
        </p:nvSpPr>
        <p:spPr>
          <a:xfrm>
            <a:off x="8971841" y="201572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8</a:t>
            </a: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FB9A0701-7AFC-4ED0-9FD1-4BEEA50F4EB6}"/>
              </a:ext>
            </a:extLst>
          </p:cNvPr>
          <p:cNvCxnSpPr>
            <a:cxnSpLocks/>
          </p:cNvCxnSpPr>
          <p:nvPr/>
        </p:nvCxnSpPr>
        <p:spPr>
          <a:xfrm flipV="1">
            <a:off x="9124233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71DC16CA-3476-4E3F-BB32-59B390DEC774}"/>
              </a:ext>
            </a:extLst>
          </p:cNvPr>
          <p:cNvCxnSpPr>
            <a:cxnSpLocks/>
          </p:cNvCxnSpPr>
          <p:nvPr/>
        </p:nvCxnSpPr>
        <p:spPr>
          <a:xfrm flipV="1">
            <a:off x="9524903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A2E4213D-27AA-4647-A176-BBB65525A7AA}"/>
              </a:ext>
            </a:extLst>
          </p:cNvPr>
          <p:cNvCxnSpPr>
            <a:cxnSpLocks/>
          </p:cNvCxnSpPr>
          <p:nvPr/>
        </p:nvCxnSpPr>
        <p:spPr>
          <a:xfrm flipV="1">
            <a:off x="692058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DD4AE97B-B1DF-48AE-9819-A9F2475A5310}"/>
              </a:ext>
            </a:extLst>
          </p:cNvPr>
          <p:cNvSpPr txBox="1"/>
          <p:nvPr/>
        </p:nvSpPr>
        <p:spPr>
          <a:xfrm>
            <a:off x="472554" y="33568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791F9589-1E36-4BC9-BAF9-286F6BE847A2}"/>
              </a:ext>
            </a:extLst>
          </p:cNvPr>
          <p:cNvCxnSpPr>
            <a:cxnSpLocks/>
          </p:cNvCxnSpPr>
          <p:nvPr/>
        </p:nvCxnSpPr>
        <p:spPr>
          <a:xfrm>
            <a:off x="152400" y="38557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C9B2E1D3-C5BF-4053-8322-EFA647995617}"/>
              </a:ext>
            </a:extLst>
          </p:cNvPr>
          <p:cNvCxnSpPr>
            <a:cxnSpLocks/>
          </p:cNvCxnSpPr>
          <p:nvPr/>
        </p:nvCxnSpPr>
        <p:spPr>
          <a:xfrm flipV="1">
            <a:off x="623241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3FBAC284-225D-49E3-8B17-421742095118}"/>
              </a:ext>
            </a:extLst>
          </p:cNvPr>
          <p:cNvCxnSpPr>
            <a:cxnSpLocks/>
          </p:cNvCxnSpPr>
          <p:nvPr/>
        </p:nvCxnSpPr>
        <p:spPr>
          <a:xfrm flipV="1">
            <a:off x="1664969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Arrow: Down 131">
            <a:extLst>
              <a:ext uri="{FF2B5EF4-FFF2-40B4-BE49-F238E27FC236}">
                <a16:creationId xmlns:a16="http://schemas.microsoft.com/office/drawing/2014/main" id="{B176A201-1714-4FA8-8677-4254835F21DD}"/>
              </a:ext>
            </a:extLst>
          </p:cNvPr>
          <p:cNvSpPr/>
          <p:nvPr/>
        </p:nvSpPr>
        <p:spPr>
          <a:xfrm>
            <a:off x="1277112" y="33289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8524FA95-E923-4F9B-9EA2-92BD7E46CE4B}"/>
              </a:ext>
            </a:extLst>
          </p:cNvPr>
          <p:cNvSpPr txBox="1"/>
          <p:nvPr/>
        </p:nvSpPr>
        <p:spPr>
          <a:xfrm>
            <a:off x="1258115" y="2984992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46925C79-78CD-4675-A3AA-A407D780D29A}"/>
              </a:ext>
            </a:extLst>
          </p:cNvPr>
          <p:cNvCxnSpPr>
            <a:cxnSpLocks/>
          </p:cNvCxnSpPr>
          <p:nvPr/>
        </p:nvCxnSpPr>
        <p:spPr>
          <a:xfrm flipV="1">
            <a:off x="1404537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DF392F98-3009-48C2-9905-D94EF4F35D13}"/>
              </a:ext>
            </a:extLst>
          </p:cNvPr>
          <p:cNvCxnSpPr>
            <a:cxnSpLocks/>
          </p:cNvCxnSpPr>
          <p:nvPr/>
        </p:nvCxnSpPr>
        <p:spPr>
          <a:xfrm flipV="1">
            <a:off x="1925401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D48866A9-C4D2-40BE-903F-C97BEF9E6016}"/>
              </a:ext>
            </a:extLst>
          </p:cNvPr>
          <p:cNvCxnSpPr>
            <a:cxnSpLocks/>
          </p:cNvCxnSpPr>
          <p:nvPr/>
        </p:nvCxnSpPr>
        <p:spPr>
          <a:xfrm flipV="1">
            <a:off x="218583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F74A7DB6-9E1B-4AF1-99B7-4A5ECC62064D}"/>
              </a:ext>
            </a:extLst>
          </p:cNvPr>
          <p:cNvCxnSpPr>
            <a:cxnSpLocks/>
          </p:cNvCxnSpPr>
          <p:nvPr/>
        </p:nvCxnSpPr>
        <p:spPr>
          <a:xfrm flipV="1">
            <a:off x="2706697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368EE5F8-F227-4D57-B959-E16CDFFC6EA0}"/>
              </a:ext>
            </a:extLst>
          </p:cNvPr>
          <p:cNvSpPr txBox="1"/>
          <p:nvPr/>
        </p:nvSpPr>
        <p:spPr>
          <a:xfrm>
            <a:off x="989129" y="335684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</a:t>
            </a:r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4F4A17E6-019B-4F63-BBCB-C50B81EDFE24}"/>
              </a:ext>
            </a:extLst>
          </p:cNvPr>
          <p:cNvCxnSpPr>
            <a:cxnSpLocks/>
          </p:cNvCxnSpPr>
          <p:nvPr/>
        </p:nvCxnSpPr>
        <p:spPr>
          <a:xfrm flipV="1">
            <a:off x="2446265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AA95BCE3-A141-4D96-BF76-AD1D9CA96C1C}"/>
              </a:ext>
            </a:extLst>
          </p:cNvPr>
          <p:cNvCxnSpPr>
            <a:cxnSpLocks/>
          </p:cNvCxnSpPr>
          <p:nvPr/>
        </p:nvCxnSpPr>
        <p:spPr>
          <a:xfrm flipV="1">
            <a:off x="2967131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3F617E0C-89EF-4E72-B76D-C5A1EAA5D5DE}"/>
              </a:ext>
            </a:extLst>
          </p:cNvPr>
          <p:cNvCxnSpPr>
            <a:cxnSpLocks/>
          </p:cNvCxnSpPr>
          <p:nvPr/>
        </p:nvCxnSpPr>
        <p:spPr>
          <a:xfrm flipV="1">
            <a:off x="362809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extBox 142">
            <a:extLst>
              <a:ext uri="{FF2B5EF4-FFF2-40B4-BE49-F238E27FC236}">
                <a16:creationId xmlns:a16="http://schemas.microsoft.com/office/drawing/2014/main" id="{2B7DB6C6-5D84-4057-BE3C-8746A924809B}"/>
              </a:ext>
            </a:extLst>
          </p:cNvPr>
          <p:cNvSpPr txBox="1"/>
          <p:nvPr/>
        </p:nvSpPr>
        <p:spPr>
          <a:xfrm>
            <a:off x="5084597" y="335684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15</a:t>
            </a: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07619A45-E781-4CD7-9EC0-9238201AA3ED}"/>
              </a:ext>
            </a:extLst>
          </p:cNvPr>
          <p:cNvCxnSpPr>
            <a:cxnSpLocks/>
          </p:cNvCxnSpPr>
          <p:nvPr/>
        </p:nvCxnSpPr>
        <p:spPr>
          <a:xfrm>
            <a:off x="3425952" y="38557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B0F09973-0494-4FD0-B6BF-F5BBC8EED7C1}"/>
              </a:ext>
            </a:extLst>
          </p:cNvPr>
          <p:cNvCxnSpPr>
            <a:cxnSpLocks/>
          </p:cNvCxnSpPr>
          <p:nvPr/>
        </p:nvCxnSpPr>
        <p:spPr>
          <a:xfrm flipV="1">
            <a:off x="3873118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3B505074-F3E4-4A6D-830B-41E70758C6CC}"/>
              </a:ext>
            </a:extLst>
          </p:cNvPr>
          <p:cNvCxnSpPr>
            <a:cxnSpLocks/>
          </p:cNvCxnSpPr>
          <p:nvPr/>
        </p:nvCxnSpPr>
        <p:spPr>
          <a:xfrm flipV="1">
            <a:off x="4820146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Arrow: Down 146">
            <a:extLst>
              <a:ext uri="{FF2B5EF4-FFF2-40B4-BE49-F238E27FC236}">
                <a16:creationId xmlns:a16="http://schemas.microsoft.com/office/drawing/2014/main" id="{442A047A-618E-4E74-8834-E1C7A56608AD}"/>
              </a:ext>
            </a:extLst>
          </p:cNvPr>
          <p:cNvSpPr/>
          <p:nvPr/>
        </p:nvSpPr>
        <p:spPr>
          <a:xfrm>
            <a:off x="3746754" y="33289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24DD4F5D-6052-43A2-8461-CB915277EA49}"/>
              </a:ext>
            </a:extLst>
          </p:cNvPr>
          <p:cNvSpPr txBox="1"/>
          <p:nvPr/>
        </p:nvSpPr>
        <p:spPr>
          <a:xfrm>
            <a:off x="3676868" y="29849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13</a:t>
            </a:r>
          </a:p>
        </p:txBody>
      </p: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743533C5-28C8-49C6-A18E-E4C9D2604AA8}"/>
              </a:ext>
            </a:extLst>
          </p:cNvPr>
          <p:cNvCxnSpPr>
            <a:cxnSpLocks/>
          </p:cNvCxnSpPr>
          <p:nvPr/>
        </p:nvCxnSpPr>
        <p:spPr>
          <a:xfrm flipV="1">
            <a:off x="4346632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D74628F1-0E6F-4779-81E0-9A5B883497D5}"/>
              </a:ext>
            </a:extLst>
          </p:cNvPr>
          <p:cNvCxnSpPr>
            <a:cxnSpLocks/>
          </p:cNvCxnSpPr>
          <p:nvPr/>
        </p:nvCxnSpPr>
        <p:spPr>
          <a:xfrm flipV="1">
            <a:off x="5293660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7FFE387F-815E-4883-8815-0E939266C15A}"/>
              </a:ext>
            </a:extLst>
          </p:cNvPr>
          <p:cNvCxnSpPr>
            <a:cxnSpLocks/>
          </p:cNvCxnSpPr>
          <p:nvPr/>
        </p:nvCxnSpPr>
        <p:spPr>
          <a:xfrm flipV="1">
            <a:off x="5530417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01DE7E0B-1980-429D-A3AF-723ABC0232D9}"/>
              </a:ext>
            </a:extLst>
          </p:cNvPr>
          <p:cNvCxnSpPr>
            <a:cxnSpLocks/>
          </p:cNvCxnSpPr>
          <p:nvPr/>
        </p:nvCxnSpPr>
        <p:spPr>
          <a:xfrm flipV="1">
            <a:off x="6003931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12DE8489-66F6-430B-9B07-4ACED8ED46CD}"/>
              </a:ext>
            </a:extLst>
          </p:cNvPr>
          <p:cNvSpPr txBox="1"/>
          <p:nvPr/>
        </p:nvSpPr>
        <p:spPr>
          <a:xfrm>
            <a:off x="5789132" y="335684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16</a:t>
            </a:r>
          </a:p>
        </p:txBody>
      </p: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D524A2CB-DB4B-4B3D-A909-BAFD20929241}"/>
              </a:ext>
            </a:extLst>
          </p:cNvPr>
          <p:cNvCxnSpPr>
            <a:cxnSpLocks/>
          </p:cNvCxnSpPr>
          <p:nvPr/>
        </p:nvCxnSpPr>
        <p:spPr>
          <a:xfrm flipV="1">
            <a:off x="5767174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96ECD726-755E-4A3F-8565-4CD160F940BB}"/>
              </a:ext>
            </a:extLst>
          </p:cNvPr>
          <p:cNvCxnSpPr>
            <a:cxnSpLocks/>
          </p:cNvCxnSpPr>
          <p:nvPr/>
        </p:nvCxnSpPr>
        <p:spPr>
          <a:xfrm flipV="1">
            <a:off x="624068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85A7F866-7F3C-4F17-86FC-8B909EDBA948}"/>
              </a:ext>
            </a:extLst>
          </p:cNvPr>
          <p:cNvCxnSpPr>
            <a:cxnSpLocks/>
          </p:cNvCxnSpPr>
          <p:nvPr/>
        </p:nvCxnSpPr>
        <p:spPr>
          <a:xfrm flipV="1">
            <a:off x="3636361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Box 157">
            <a:extLst>
              <a:ext uri="{FF2B5EF4-FFF2-40B4-BE49-F238E27FC236}">
                <a16:creationId xmlns:a16="http://schemas.microsoft.com/office/drawing/2014/main" id="{1E1BA1AE-DAEB-47EE-A8B0-F4BB3666C13F}"/>
              </a:ext>
            </a:extLst>
          </p:cNvPr>
          <p:cNvSpPr txBox="1"/>
          <p:nvPr/>
        </p:nvSpPr>
        <p:spPr>
          <a:xfrm>
            <a:off x="7406157" y="335684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13</a:t>
            </a:r>
          </a:p>
        </p:txBody>
      </p: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0C24BD19-6E30-4F2B-9C23-DA3B12877939}"/>
              </a:ext>
            </a:extLst>
          </p:cNvPr>
          <p:cNvCxnSpPr>
            <a:cxnSpLocks/>
          </p:cNvCxnSpPr>
          <p:nvPr/>
        </p:nvCxnSpPr>
        <p:spPr>
          <a:xfrm>
            <a:off x="6710172" y="38557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EA0B3B81-F4C1-43AF-90BB-BEAFB6111D15}"/>
              </a:ext>
            </a:extLst>
          </p:cNvPr>
          <p:cNvCxnSpPr>
            <a:cxnSpLocks/>
          </p:cNvCxnSpPr>
          <p:nvPr/>
        </p:nvCxnSpPr>
        <p:spPr>
          <a:xfrm flipV="1">
            <a:off x="7094202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D7B582D4-5AFB-479D-9E05-CE695B55C527}"/>
              </a:ext>
            </a:extLst>
          </p:cNvPr>
          <p:cNvCxnSpPr>
            <a:cxnSpLocks/>
          </p:cNvCxnSpPr>
          <p:nvPr/>
        </p:nvCxnSpPr>
        <p:spPr>
          <a:xfrm flipV="1">
            <a:off x="7788686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Arrow: Down 161">
            <a:extLst>
              <a:ext uri="{FF2B5EF4-FFF2-40B4-BE49-F238E27FC236}">
                <a16:creationId xmlns:a16="http://schemas.microsoft.com/office/drawing/2014/main" id="{E9594454-9A2D-471F-A569-41EF8811DE2D}"/>
              </a:ext>
            </a:extLst>
          </p:cNvPr>
          <p:cNvSpPr/>
          <p:nvPr/>
        </p:nvSpPr>
        <p:spPr>
          <a:xfrm>
            <a:off x="8002524" y="33289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81E9D29C-8A54-404B-B62B-A69DCDA4CD84}"/>
              </a:ext>
            </a:extLst>
          </p:cNvPr>
          <p:cNvSpPr txBox="1"/>
          <p:nvPr/>
        </p:nvSpPr>
        <p:spPr>
          <a:xfrm>
            <a:off x="7847814" y="298499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13.8</a:t>
            </a:r>
          </a:p>
        </p:txBody>
      </p: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0604B6EC-D4DB-47AC-AA56-65ECA69E3DF6}"/>
              </a:ext>
            </a:extLst>
          </p:cNvPr>
          <p:cNvCxnSpPr>
            <a:cxnSpLocks/>
          </p:cNvCxnSpPr>
          <p:nvPr/>
        </p:nvCxnSpPr>
        <p:spPr>
          <a:xfrm flipV="1">
            <a:off x="7441444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5C76A35D-73A5-4A09-A27C-992E960AFC5E}"/>
              </a:ext>
            </a:extLst>
          </p:cNvPr>
          <p:cNvCxnSpPr>
            <a:cxnSpLocks/>
          </p:cNvCxnSpPr>
          <p:nvPr/>
        </p:nvCxnSpPr>
        <p:spPr>
          <a:xfrm flipV="1">
            <a:off x="8135928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B4C3004F-1262-46BF-BB79-9797B5765B73}"/>
              </a:ext>
            </a:extLst>
          </p:cNvPr>
          <p:cNvCxnSpPr>
            <a:cxnSpLocks/>
          </p:cNvCxnSpPr>
          <p:nvPr/>
        </p:nvCxnSpPr>
        <p:spPr>
          <a:xfrm flipV="1">
            <a:off x="8830412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5E73DDF8-BF92-43FE-9CA5-01D661F6ABA0}"/>
              </a:ext>
            </a:extLst>
          </p:cNvPr>
          <p:cNvCxnSpPr>
            <a:cxnSpLocks/>
          </p:cNvCxnSpPr>
          <p:nvPr/>
        </p:nvCxnSpPr>
        <p:spPr>
          <a:xfrm flipV="1">
            <a:off x="9351275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TextBox 167">
            <a:extLst>
              <a:ext uri="{FF2B5EF4-FFF2-40B4-BE49-F238E27FC236}">
                <a16:creationId xmlns:a16="http://schemas.microsoft.com/office/drawing/2014/main" id="{D7C7A46B-0A16-4DA7-820E-889FD7EA9BB1}"/>
              </a:ext>
            </a:extLst>
          </p:cNvPr>
          <p:cNvSpPr txBox="1"/>
          <p:nvPr/>
        </p:nvSpPr>
        <p:spPr>
          <a:xfrm>
            <a:off x="8793952" y="335684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15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BCD0546C-C582-4ACC-AE2C-5CDE4C49F28C}"/>
              </a:ext>
            </a:extLst>
          </p:cNvPr>
          <p:cNvCxnSpPr>
            <a:cxnSpLocks/>
          </p:cNvCxnSpPr>
          <p:nvPr/>
        </p:nvCxnSpPr>
        <p:spPr>
          <a:xfrm flipV="1">
            <a:off x="9177654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7B7BA70D-E9C1-4304-BB65-309C2F276EBE}"/>
              </a:ext>
            </a:extLst>
          </p:cNvPr>
          <p:cNvCxnSpPr>
            <a:cxnSpLocks/>
          </p:cNvCxnSpPr>
          <p:nvPr/>
        </p:nvCxnSpPr>
        <p:spPr>
          <a:xfrm flipV="1">
            <a:off x="952490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04F1AD7F-7C3D-42D8-B0BD-7F75EEC127F0}"/>
              </a:ext>
            </a:extLst>
          </p:cNvPr>
          <p:cNvCxnSpPr>
            <a:cxnSpLocks/>
          </p:cNvCxnSpPr>
          <p:nvPr/>
        </p:nvCxnSpPr>
        <p:spPr>
          <a:xfrm flipV="1">
            <a:off x="6920581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046DF001-429B-4EE0-8142-6291508B8905}"/>
              </a:ext>
            </a:extLst>
          </p:cNvPr>
          <p:cNvSpPr txBox="1"/>
          <p:nvPr/>
        </p:nvSpPr>
        <p:spPr>
          <a:xfrm>
            <a:off x="646544" y="46903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7FA73ACB-92B6-418C-BC8C-6B41FBBD6D96}"/>
              </a:ext>
            </a:extLst>
          </p:cNvPr>
          <p:cNvCxnSpPr>
            <a:cxnSpLocks/>
          </p:cNvCxnSpPr>
          <p:nvPr/>
        </p:nvCxnSpPr>
        <p:spPr>
          <a:xfrm>
            <a:off x="152400" y="51892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BDAE74FA-50A4-45F5-9C67-EA255689647F}"/>
              </a:ext>
            </a:extLst>
          </p:cNvPr>
          <p:cNvCxnSpPr>
            <a:cxnSpLocks/>
          </p:cNvCxnSpPr>
          <p:nvPr/>
        </p:nvCxnSpPr>
        <p:spPr>
          <a:xfrm flipV="1">
            <a:off x="579836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E97769CE-1D25-4FBE-944C-909C047F027F}"/>
              </a:ext>
            </a:extLst>
          </p:cNvPr>
          <p:cNvCxnSpPr>
            <a:cxnSpLocks/>
          </p:cNvCxnSpPr>
          <p:nvPr/>
        </p:nvCxnSpPr>
        <p:spPr>
          <a:xfrm flipV="1">
            <a:off x="1881998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Arrow: Down 176">
            <a:extLst>
              <a:ext uri="{FF2B5EF4-FFF2-40B4-BE49-F238E27FC236}">
                <a16:creationId xmlns:a16="http://schemas.microsoft.com/office/drawing/2014/main" id="{D98F1BC9-8B94-4E75-A2D6-88A6BC39A226}"/>
              </a:ext>
            </a:extLst>
          </p:cNvPr>
          <p:cNvSpPr/>
          <p:nvPr/>
        </p:nvSpPr>
        <p:spPr>
          <a:xfrm>
            <a:off x="443992" y="46624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00B60503-D7EA-42E4-A378-A15D72E8C58A}"/>
              </a:ext>
            </a:extLst>
          </p:cNvPr>
          <p:cNvSpPr txBox="1"/>
          <p:nvPr/>
        </p:nvSpPr>
        <p:spPr>
          <a:xfrm>
            <a:off x="279123" y="431849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1.75</a:t>
            </a:r>
          </a:p>
        </p:txBody>
      </p: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18F974DC-7BCE-4CF5-8988-92E7FC24C50E}"/>
              </a:ext>
            </a:extLst>
          </p:cNvPr>
          <p:cNvCxnSpPr>
            <a:cxnSpLocks/>
          </p:cNvCxnSpPr>
          <p:nvPr/>
        </p:nvCxnSpPr>
        <p:spPr>
          <a:xfrm flipV="1">
            <a:off x="1447944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F8A095F8-9427-41F1-835A-4677842A8CEF}"/>
              </a:ext>
            </a:extLst>
          </p:cNvPr>
          <p:cNvCxnSpPr>
            <a:cxnSpLocks/>
          </p:cNvCxnSpPr>
          <p:nvPr/>
        </p:nvCxnSpPr>
        <p:spPr>
          <a:xfrm flipV="1">
            <a:off x="2099025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099EBAC8-67EF-4270-A7D7-96AFA18D3D87}"/>
              </a:ext>
            </a:extLst>
          </p:cNvPr>
          <p:cNvCxnSpPr>
            <a:cxnSpLocks/>
          </p:cNvCxnSpPr>
          <p:nvPr/>
        </p:nvCxnSpPr>
        <p:spPr>
          <a:xfrm flipV="1">
            <a:off x="2316052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0A88CCD6-4A9E-4042-87A1-2AD7BC624DF4}"/>
              </a:ext>
            </a:extLst>
          </p:cNvPr>
          <p:cNvCxnSpPr>
            <a:cxnSpLocks/>
          </p:cNvCxnSpPr>
          <p:nvPr/>
        </p:nvCxnSpPr>
        <p:spPr>
          <a:xfrm flipV="1">
            <a:off x="2750106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8F777D2F-355E-4C40-BB4F-277C6E8C7640}"/>
              </a:ext>
            </a:extLst>
          </p:cNvPr>
          <p:cNvCxnSpPr>
            <a:cxnSpLocks/>
          </p:cNvCxnSpPr>
          <p:nvPr/>
        </p:nvCxnSpPr>
        <p:spPr>
          <a:xfrm flipV="1">
            <a:off x="2533079" y="49682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410390D6-BE23-4296-B14A-1C0683875604}"/>
              </a:ext>
            </a:extLst>
          </p:cNvPr>
          <p:cNvCxnSpPr>
            <a:cxnSpLocks/>
          </p:cNvCxnSpPr>
          <p:nvPr/>
        </p:nvCxnSpPr>
        <p:spPr>
          <a:xfrm flipV="1">
            <a:off x="2967131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DC658FD9-896F-4641-8B48-78F6D57952F3}"/>
              </a:ext>
            </a:extLst>
          </p:cNvPr>
          <p:cNvCxnSpPr>
            <a:cxnSpLocks/>
          </p:cNvCxnSpPr>
          <p:nvPr/>
        </p:nvCxnSpPr>
        <p:spPr>
          <a:xfrm flipV="1">
            <a:off x="362809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extBox 187">
            <a:extLst>
              <a:ext uri="{FF2B5EF4-FFF2-40B4-BE49-F238E27FC236}">
                <a16:creationId xmlns:a16="http://schemas.microsoft.com/office/drawing/2014/main" id="{22E9554E-9C43-482E-9B93-19F7E986FF3E}"/>
              </a:ext>
            </a:extLst>
          </p:cNvPr>
          <p:cNvSpPr txBox="1"/>
          <p:nvPr/>
        </p:nvSpPr>
        <p:spPr>
          <a:xfrm>
            <a:off x="5920346" y="46903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F33DC356-C05D-4307-817A-8EBB8EA5921F}"/>
              </a:ext>
            </a:extLst>
          </p:cNvPr>
          <p:cNvCxnSpPr>
            <a:cxnSpLocks/>
          </p:cNvCxnSpPr>
          <p:nvPr/>
        </p:nvCxnSpPr>
        <p:spPr>
          <a:xfrm>
            <a:off x="3425952" y="51892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7CDF7840-364E-467C-A47B-A90647A5EF68}"/>
              </a:ext>
            </a:extLst>
          </p:cNvPr>
          <p:cNvCxnSpPr>
            <a:cxnSpLocks/>
          </p:cNvCxnSpPr>
          <p:nvPr/>
        </p:nvCxnSpPr>
        <p:spPr>
          <a:xfrm flipV="1">
            <a:off x="3822384" y="49682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6F9998EF-079F-47FB-A6AB-148095F2BAB6}"/>
              </a:ext>
            </a:extLst>
          </p:cNvPr>
          <p:cNvCxnSpPr>
            <a:cxnSpLocks/>
          </p:cNvCxnSpPr>
          <p:nvPr/>
        </p:nvCxnSpPr>
        <p:spPr>
          <a:xfrm flipV="1">
            <a:off x="4938522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Arrow: Down 191">
            <a:extLst>
              <a:ext uri="{FF2B5EF4-FFF2-40B4-BE49-F238E27FC236}">
                <a16:creationId xmlns:a16="http://schemas.microsoft.com/office/drawing/2014/main" id="{BACBBAA8-6C7D-474A-86DC-4F59E5423463}"/>
              </a:ext>
            </a:extLst>
          </p:cNvPr>
          <p:cNvSpPr/>
          <p:nvPr/>
        </p:nvSpPr>
        <p:spPr>
          <a:xfrm>
            <a:off x="4985004" y="46624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3CF56D52-7959-4839-B4B0-50335CEF7A1E}"/>
              </a:ext>
            </a:extLst>
          </p:cNvPr>
          <p:cNvSpPr txBox="1"/>
          <p:nvPr/>
        </p:nvSpPr>
        <p:spPr>
          <a:xfrm>
            <a:off x="4878645" y="431849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6.5</a:t>
            </a:r>
          </a:p>
        </p:txBody>
      </p: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042907F5-84D6-4802-8DCB-AB3D2A613DAE}"/>
              </a:ext>
            </a:extLst>
          </p:cNvPr>
          <p:cNvCxnSpPr>
            <a:cxnSpLocks/>
          </p:cNvCxnSpPr>
          <p:nvPr/>
        </p:nvCxnSpPr>
        <p:spPr>
          <a:xfrm flipV="1">
            <a:off x="4380453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26905093-2244-4CA5-88C8-A7A652D0336A}"/>
              </a:ext>
            </a:extLst>
          </p:cNvPr>
          <p:cNvCxnSpPr>
            <a:cxnSpLocks/>
          </p:cNvCxnSpPr>
          <p:nvPr/>
        </p:nvCxnSpPr>
        <p:spPr>
          <a:xfrm flipV="1">
            <a:off x="5496591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45775623-8444-4D2A-9C93-A5F492363910}"/>
              </a:ext>
            </a:extLst>
          </p:cNvPr>
          <p:cNvCxnSpPr>
            <a:cxnSpLocks/>
          </p:cNvCxnSpPr>
          <p:nvPr/>
        </p:nvCxnSpPr>
        <p:spPr>
          <a:xfrm flipV="1">
            <a:off x="5682614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60914DA4-D397-4499-84F2-C7D24DB540B3}"/>
              </a:ext>
            </a:extLst>
          </p:cNvPr>
          <p:cNvCxnSpPr>
            <a:cxnSpLocks/>
          </p:cNvCxnSpPr>
          <p:nvPr/>
        </p:nvCxnSpPr>
        <p:spPr>
          <a:xfrm flipV="1">
            <a:off x="6054660" y="49682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TextBox 197">
            <a:extLst>
              <a:ext uri="{FF2B5EF4-FFF2-40B4-BE49-F238E27FC236}">
                <a16:creationId xmlns:a16="http://schemas.microsoft.com/office/drawing/2014/main" id="{AC73772B-955D-4577-9B4A-CF828C9160BF}"/>
              </a:ext>
            </a:extLst>
          </p:cNvPr>
          <p:cNvSpPr txBox="1"/>
          <p:nvPr/>
        </p:nvSpPr>
        <p:spPr>
          <a:xfrm>
            <a:off x="3592388" y="4690348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5.8</a:t>
            </a:r>
          </a:p>
        </p:txBody>
      </p: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3371D6DB-F72A-4B22-A612-E0931F8CD19A}"/>
              </a:ext>
            </a:extLst>
          </p:cNvPr>
          <p:cNvCxnSpPr>
            <a:cxnSpLocks/>
          </p:cNvCxnSpPr>
          <p:nvPr/>
        </p:nvCxnSpPr>
        <p:spPr>
          <a:xfrm flipV="1">
            <a:off x="5868637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216939DE-6675-463B-96A9-025A9FE771AD}"/>
              </a:ext>
            </a:extLst>
          </p:cNvPr>
          <p:cNvCxnSpPr>
            <a:cxnSpLocks/>
          </p:cNvCxnSpPr>
          <p:nvPr/>
        </p:nvCxnSpPr>
        <p:spPr>
          <a:xfrm flipV="1">
            <a:off x="6240683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B2EC8C62-3905-4C3F-9A6D-920E7FD9C427}"/>
              </a:ext>
            </a:extLst>
          </p:cNvPr>
          <p:cNvCxnSpPr>
            <a:cxnSpLocks/>
          </p:cNvCxnSpPr>
          <p:nvPr/>
        </p:nvCxnSpPr>
        <p:spPr>
          <a:xfrm flipV="1">
            <a:off x="3636361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TextBox 202">
            <a:extLst>
              <a:ext uri="{FF2B5EF4-FFF2-40B4-BE49-F238E27FC236}">
                <a16:creationId xmlns:a16="http://schemas.microsoft.com/office/drawing/2014/main" id="{69B8FED9-E490-4656-AA46-5F306B4E7EDA}"/>
              </a:ext>
            </a:extLst>
          </p:cNvPr>
          <p:cNvSpPr txBox="1"/>
          <p:nvPr/>
        </p:nvSpPr>
        <p:spPr>
          <a:xfrm>
            <a:off x="7247496" y="46903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8049413A-7F9C-4891-859C-3109CFDDDB2D}"/>
              </a:ext>
            </a:extLst>
          </p:cNvPr>
          <p:cNvCxnSpPr>
            <a:cxnSpLocks/>
          </p:cNvCxnSpPr>
          <p:nvPr/>
        </p:nvCxnSpPr>
        <p:spPr>
          <a:xfrm>
            <a:off x="6710172" y="51892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B40D1736-A9A4-48AC-A169-27EEAC9104B0}"/>
              </a:ext>
            </a:extLst>
          </p:cNvPr>
          <p:cNvCxnSpPr>
            <a:cxnSpLocks/>
          </p:cNvCxnSpPr>
          <p:nvPr/>
        </p:nvCxnSpPr>
        <p:spPr>
          <a:xfrm flipV="1">
            <a:off x="7157338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8C62F060-8DA8-41DC-88CB-4AA95B84659B}"/>
              </a:ext>
            </a:extLst>
          </p:cNvPr>
          <p:cNvCxnSpPr>
            <a:cxnSpLocks/>
          </p:cNvCxnSpPr>
          <p:nvPr/>
        </p:nvCxnSpPr>
        <p:spPr>
          <a:xfrm flipV="1">
            <a:off x="8104366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Arrow: Down 206">
            <a:extLst>
              <a:ext uri="{FF2B5EF4-FFF2-40B4-BE49-F238E27FC236}">
                <a16:creationId xmlns:a16="http://schemas.microsoft.com/office/drawing/2014/main" id="{14AC37AE-4D89-4EFF-9CC1-C7DFCDB9CD8A}"/>
              </a:ext>
            </a:extLst>
          </p:cNvPr>
          <p:cNvSpPr/>
          <p:nvPr/>
        </p:nvSpPr>
        <p:spPr>
          <a:xfrm>
            <a:off x="7972044" y="46624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83C98667-89B4-470A-8101-072A25046F88}"/>
              </a:ext>
            </a:extLst>
          </p:cNvPr>
          <p:cNvSpPr txBox="1"/>
          <p:nvPr/>
        </p:nvSpPr>
        <p:spPr>
          <a:xfrm>
            <a:off x="7877114" y="431849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4.4</a:t>
            </a:r>
          </a:p>
        </p:txBody>
      </p: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9EF499E0-7B2E-41D0-9D02-7056189F06EA}"/>
              </a:ext>
            </a:extLst>
          </p:cNvPr>
          <p:cNvCxnSpPr>
            <a:cxnSpLocks/>
          </p:cNvCxnSpPr>
          <p:nvPr/>
        </p:nvCxnSpPr>
        <p:spPr>
          <a:xfrm flipV="1">
            <a:off x="7630852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69412B25-38CF-48C8-BF0F-BC2FB2365B5F}"/>
              </a:ext>
            </a:extLst>
          </p:cNvPr>
          <p:cNvCxnSpPr>
            <a:cxnSpLocks/>
          </p:cNvCxnSpPr>
          <p:nvPr/>
        </p:nvCxnSpPr>
        <p:spPr>
          <a:xfrm flipV="1">
            <a:off x="8577880" y="49682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63F402A1-3E6A-45DF-AA6D-29D7690380F4}"/>
              </a:ext>
            </a:extLst>
          </p:cNvPr>
          <p:cNvCxnSpPr>
            <a:cxnSpLocks/>
          </p:cNvCxnSpPr>
          <p:nvPr/>
        </p:nvCxnSpPr>
        <p:spPr>
          <a:xfrm flipV="1">
            <a:off x="8814637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2DFCBBCC-FEED-437D-8A59-80307E7D57D4}"/>
              </a:ext>
            </a:extLst>
          </p:cNvPr>
          <p:cNvCxnSpPr>
            <a:cxnSpLocks/>
          </p:cNvCxnSpPr>
          <p:nvPr/>
        </p:nvCxnSpPr>
        <p:spPr>
          <a:xfrm flipV="1">
            <a:off x="9288151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AC1BC460-3837-440C-AD45-E5507CAE82A4}"/>
              </a:ext>
            </a:extLst>
          </p:cNvPr>
          <p:cNvSpPr txBox="1"/>
          <p:nvPr/>
        </p:nvSpPr>
        <p:spPr>
          <a:xfrm>
            <a:off x="8423201" y="469034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</a:t>
            </a:r>
          </a:p>
        </p:txBody>
      </p: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FE6590F9-D5C5-4714-8452-86618B618CD3}"/>
              </a:ext>
            </a:extLst>
          </p:cNvPr>
          <p:cNvCxnSpPr>
            <a:cxnSpLocks/>
          </p:cNvCxnSpPr>
          <p:nvPr/>
        </p:nvCxnSpPr>
        <p:spPr>
          <a:xfrm flipV="1">
            <a:off x="9051394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56531EE2-488C-4678-BBF8-89F0A39F35C3}"/>
              </a:ext>
            </a:extLst>
          </p:cNvPr>
          <p:cNvCxnSpPr>
            <a:cxnSpLocks/>
          </p:cNvCxnSpPr>
          <p:nvPr/>
        </p:nvCxnSpPr>
        <p:spPr>
          <a:xfrm flipV="1">
            <a:off x="9524903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3E95AD15-BBF0-4FAB-91CC-57109A3800B4}"/>
              </a:ext>
            </a:extLst>
          </p:cNvPr>
          <p:cNvCxnSpPr>
            <a:cxnSpLocks/>
          </p:cNvCxnSpPr>
          <p:nvPr/>
        </p:nvCxnSpPr>
        <p:spPr>
          <a:xfrm flipV="1">
            <a:off x="6920581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TextBox 217">
            <a:extLst>
              <a:ext uri="{FF2B5EF4-FFF2-40B4-BE49-F238E27FC236}">
                <a16:creationId xmlns:a16="http://schemas.microsoft.com/office/drawing/2014/main" id="{B454C2DF-8251-4F3F-8222-6EDC62A728E6}"/>
              </a:ext>
            </a:extLst>
          </p:cNvPr>
          <p:cNvSpPr txBox="1"/>
          <p:nvPr/>
        </p:nvSpPr>
        <p:spPr>
          <a:xfrm>
            <a:off x="1637144" y="6031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CC9FF02C-85A7-4277-A982-A01A92E66B59}"/>
              </a:ext>
            </a:extLst>
          </p:cNvPr>
          <p:cNvCxnSpPr>
            <a:cxnSpLocks/>
          </p:cNvCxnSpPr>
          <p:nvPr/>
        </p:nvCxnSpPr>
        <p:spPr>
          <a:xfrm>
            <a:off x="152400" y="653034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EEEBE110-BB25-4EA3-8C53-6BF145C7FD41}"/>
              </a:ext>
            </a:extLst>
          </p:cNvPr>
          <p:cNvCxnSpPr>
            <a:cxnSpLocks/>
          </p:cNvCxnSpPr>
          <p:nvPr/>
        </p:nvCxnSpPr>
        <p:spPr>
          <a:xfrm flipV="1">
            <a:off x="599566" y="6405684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F3A26922-31A2-45B9-B0A0-6113F59E96E5}"/>
              </a:ext>
            </a:extLst>
          </p:cNvPr>
          <p:cNvCxnSpPr>
            <a:cxnSpLocks/>
          </p:cNvCxnSpPr>
          <p:nvPr/>
        </p:nvCxnSpPr>
        <p:spPr>
          <a:xfrm flipV="1">
            <a:off x="1546594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Arrow: Down 221">
            <a:extLst>
              <a:ext uri="{FF2B5EF4-FFF2-40B4-BE49-F238E27FC236}">
                <a16:creationId xmlns:a16="http://schemas.microsoft.com/office/drawing/2014/main" id="{F17AF4EA-F1CB-46A1-AB46-AE47ED94C73F}"/>
              </a:ext>
            </a:extLst>
          </p:cNvPr>
          <p:cNvSpPr/>
          <p:nvPr/>
        </p:nvSpPr>
        <p:spPr>
          <a:xfrm>
            <a:off x="949452" y="600357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EBF80840-9EC1-46E8-94B4-174DB09F82F3}"/>
              </a:ext>
            </a:extLst>
          </p:cNvPr>
          <p:cNvSpPr txBox="1"/>
          <p:nvPr/>
        </p:nvSpPr>
        <p:spPr>
          <a:xfrm>
            <a:off x="843092" y="5659612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5.6</a:t>
            </a:r>
          </a:p>
        </p:txBody>
      </p: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305AF103-36E3-4FC0-BC34-9584FE86355C}"/>
              </a:ext>
            </a:extLst>
          </p:cNvPr>
          <p:cNvCxnSpPr>
            <a:cxnSpLocks/>
          </p:cNvCxnSpPr>
          <p:nvPr/>
        </p:nvCxnSpPr>
        <p:spPr>
          <a:xfrm flipV="1">
            <a:off x="1073080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5069D371-C119-40EA-A236-CB438C9746D1}"/>
              </a:ext>
            </a:extLst>
          </p:cNvPr>
          <p:cNvCxnSpPr>
            <a:cxnSpLocks/>
          </p:cNvCxnSpPr>
          <p:nvPr/>
        </p:nvCxnSpPr>
        <p:spPr>
          <a:xfrm flipV="1">
            <a:off x="2020108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C0807A51-5105-4A9F-BF80-18750378C43A}"/>
              </a:ext>
            </a:extLst>
          </p:cNvPr>
          <p:cNvCxnSpPr>
            <a:cxnSpLocks/>
          </p:cNvCxnSpPr>
          <p:nvPr/>
        </p:nvCxnSpPr>
        <p:spPr>
          <a:xfrm flipV="1">
            <a:off x="2256865" y="630936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1EDF43BF-FD3E-41AE-9601-DB6EF4FA34DC}"/>
              </a:ext>
            </a:extLst>
          </p:cNvPr>
          <p:cNvCxnSpPr>
            <a:cxnSpLocks/>
          </p:cNvCxnSpPr>
          <p:nvPr/>
        </p:nvCxnSpPr>
        <p:spPr>
          <a:xfrm flipV="1">
            <a:off x="2730379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TextBox 227">
            <a:extLst>
              <a:ext uri="{FF2B5EF4-FFF2-40B4-BE49-F238E27FC236}">
                <a16:creationId xmlns:a16="http://schemas.microsoft.com/office/drawing/2014/main" id="{0C8A6652-8814-4C92-8191-3DB0BA475723}"/>
              </a:ext>
            </a:extLst>
          </p:cNvPr>
          <p:cNvSpPr txBox="1"/>
          <p:nvPr/>
        </p:nvSpPr>
        <p:spPr>
          <a:xfrm>
            <a:off x="2017334" y="6031468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7.8</a:t>
            </a:r>
          </a:p>
        </p:txBody>
      </p: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2AA1A9B7-5AC7-4277-AC17-C6EDA020EBF6}"/>
              </a:ext>
            </a:extLst>
          </p:cNvPr>
          <p:cNvCxnSpPr>
            <a:cxnSpLocks/>
          </p:cNvCxnSpPr>
          <p:nvPr/>
        </p:nvCxnSpPr>
        <p:spPr>
          <a:xfrm flipV="1">
            <a:off x="2493622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265FF2FC-4B49-498F-BA69-57A582855CCD}"/>
              </a:ext>
            </a:extLst>
          </p:cNvPr>
          <p:cNvCxnSpPr>
            <a:cxnSpLocks/>
          </p:cNvCxnSpPr>
          <p:nvPr/>
        </p:nvCxnSpPr>
        <p:spPr>
          <a:xfrm flipV="1">
            <a:off x="2967131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0D9CCEEC-F970-4376-92E0-F11C47E962C9}"/>
              </a:ext>
            </a:extLst>
          </p:cNvPr>
          <p:cNvCxnSpPr>
            <a:cxnSpLocks/>
          </p:cNvCxnSpPr>
          <p:nvPr/>
        </p:nvCxnSpPr>
        <p:spPr>
          <a:xfrm flipV="1">
            <a:off x="362809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TextBox 232">
            <a:extLst>
              <a:ext uri="{FF2B5EF4-FFF2-40B4-BE49-F238E27FC236}">
                <a16:creationId xmlns:a16="http://schemas.microsoft.com/office/drawing/2014/main" id="{ECECE8C5-6698-46FA-B147-B8D4FEF5C2F9}"/>
              </a:ext>
            </a:extLst>
          </p:cNvPr>
          <p:cNvSpPr txBox="1"/>
          <p:nvPr/>
        </p:nvSpPr>
        <p:spPr>
          <a:xfrm>
            <a:off x="3800983" y="6031468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0.1</a:t>
            </a:r>
          </a:p>
        </p:txBody>
      </p: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A343C57E-D9B1-4C2A-AA98-A40F9F8C88BA}"/>
              </a:ext>
            </a:extLst>
          </p:cNvPr>
          <p:cNvCxnSpPr>
            <a:cxnSpLocks/>
          </p:cNvCxnSpPr>
          <p:nvPr/>
        </p:nvCxnSpPr>
        <p:spPr>
          <a:xfrm>
            <a:off x="3425952" y="653034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7F058812-7E4E-403F-A99A-67AA6EC7F5CD}"/>
              </a:ext>
            </a:extLst>
          </p:cNvPr>
          <p:cNvCxnSpPr>
            <a:cxnSpLocks/>
          </p:cNvCxnSpPr>
          <p:nvPr/>
        </p:nvCxnSpPr>
        <p:spPr>
          <a:xfrm flipV="1">
            <a:off x="4237357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46502562-AE7D-4884-AB05-A9DD26C9488A}"/>
              </a:ext>
            </a:extLst>
          </p:cNvPr>
          <p:cNvCxnSpPr>
            <a:cxnSpLocks/>
          </p:cNvCxnSpPr>
          <p:nvPr/>
        </p:nvCxnSpPr>
        <p:spPr>
          <a:xfrm flipV="1">
            <a:off x="5038685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Arrow: Down 236">
            <a:extLst>
              <a:ext uri="{FF2B5EF4-FFF2-40B4-BE49-F238E27FC236}">
                <a16:creationId xmlns:a16="http://schemas.microsoft.com/office/drawing/2014/main" id="{1316DFB7-0DB3-4D1D-B483-74C69575EB74}"/>
              </a:ext>
            </a:extLst>
          </p:cNvPr>
          <p:cNvSpPr/>
          <p:nvPr/>
        </p:nvSpPr>
        <p:spPr>
          <a:xfrm>
            <a:off x="4885944" y="600357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DD6FD0B8-894A-4B45-888C-B156988FB701}"/>
              </a:ext>
            </a:extLst>
          </p:cNvPr>
          <p:cNvSpPr txBox="1"/>
          <p:nvPr/>
        </p:nvSpPr>
        <p:spPr>
          <a:xfrm>
            <a:off x="4779584" y="565961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0.4</a:t>
            </a:r>
          </a:p>
        </p:txBody>
      </p: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3892B598-FEEA-47D6-AC88-C7D2E3882352}"/>
              </a:ext>
            </a:extLst>
          </p:cNvPr>
          <p:cNvCxnSpPr>
            <a:cxnSpLocks/>
          </p:cNvCxnSpPr>
          <p:nvPr/>
        </p:nvCxnSpPr>
        <p:spPr>
          <a:xfrm flipV="1">
            <a:off x="5439349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9FC282B5-365E-4E3F-9322-B5B75F823676}"/>
              </a:ext>
            </a:extLst>
          </p:cNvPr>
          <p:cNvCxnSpPr>
            <a:cxnSpLocks/>
          </p:cNvCxnSpPr>
          <p:nvPr/>
        </p:nvCxnSpPr>
        <p:spPr>
          <a:xfrm flipV="1">
            <a:off x="5639681" y="630936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314C9C2C-8EBC-43ED-8C19-CFF01578FCD7}"/>
              </a:ext>
            </a:extLst>
          </p:cNvPr>
          <p:cNvCxnSpPr>
            <a:cxnSpLocks/>
          </p:cNvCxnSpPr>
          <p:nvPr/>
        </p:nvCxnSpPr>
        <p:spPr>
          <a:xfrm flipV="1">
            <a:off x="6040345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TextBox 242">
            <a:extLst>
              <a:ext uri="{FF2B5EF4-FFF2-40B4-BE49-F238E27FC236}">
                <a16:creationId xmlns:a16="http://schemas.microsoft.com/office/drawing/2014/main" id="{EE8F50B8-ED2B-422D-A71A-4A044858E2E4}"/>
              </a:ext>
            </a:extLst>
          </p:cNvPr>
          <p:cNvSpPr txBox="1"/>
          <p:nvPr/>
        </p:nvSpPr>
        <p:spPr>
          <a:xfrm>
            <a:off x="5405948" y="6031468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0.5</a:t>
            </a:r>
          </a:p>
        </p:txBody>
      </p:sp>
      <p:cxnSp>
        <p:nvCxnSpPr>
          <p:cNvPr id="244" name="Straight Connector 243">
            <a:extLst>
              <a:ext uri="{FF2B5EF4-FFF2-40B4-BE49-F238E27FC236}">
                <a16:creationId xmlns:a16="http://schemas.microsoft.com/office/drawing/2014/main" id="{FF922268-43D3-4980-A1B0-CF2E273CB5F8}"/>
              </a:ext>
            </a:extLst>
          </p:cNvPr>
          <p:cNvCxnSpPr>
            <a:cxnSpLocks/>
          </p:cNvCxnSpPr>
          <p:nvPr/>
        </p:nvCxnSpPr>
        <p:spPr>
          <a:xfrm flipV="1">
            <a:off x="584001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E190C9E8-E131-4979-AEF8-607896B0A390}"/>
              </a:ext>
            </a:extLst>
          </p:cNvPr>
          <p:cNvCxnSpPr>
            <a:cxnSpLocks/>
          </p:cNvCxnSpPr>
          <p:nvPr/>
        </p:nvCxnSpPr>
        <p:spPr>
          <a:xfrm flipV="1">
            <a:off x="624068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948F152B-B15B-4FE1-B4C8-1D7C604F0F8F}"/>
              </a:ext>
            </a:extLst>
          </p:cNvPr>
          <p:cNvCxnSpPr>
            <a:cxnSpLocks/>
          </p:cNvCxnSpPr>
          <p:nvPr/>
        </p:nvCxnSpPr>
        <p:spPr>
          <a:xfrm flipV="1">
            <a:off x="3636361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TextBox 247">
            <a:extLst>
              <a:ext uri="{FF2B5EF4-FFF2-40B4-BE49-F238E27FC236}">
                <a16:creationId xmlns:a16="http://schemas.microsoft.com/office/drawing/2014/main" id="{B94CF3B5-6895-47B1-B9BD-AC2C408B3031}"/>
              </a:ext>
            </a:extLst>
          </p:cNvPr>
          <p:cNvSpPr txBox="1"/>
          <p:nvPr/>
        </p:nvSpPr>
        <p:spPr>
          <a:xfrm>
            <a:off x="8287893" y="6031468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5.3</a:t>
            </a:r>
          </a:p>
        </p:txBody>
      </p:sp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C9146AD6-7D18-4A2A-ADBF-7F4C0AC7243C}"/>
              </a:ext>
            </a:extLst>
          </p:cNvPr>
          <p:cNvCxnSpPr>
            <a:cxnSpLocks/>
          </p:cNvCxnSpPr>
          <p:nvPr/>
        </p:nvCxnSpPr>
        <p:spPr>
          <a:xfrm>
            <a:off x="6710172" y="653034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FDEC104E-E366-4D5A-AEE3-3E343293C4E7}"/>
              </a:ext>
            </a:extLst>
          </p:cNvPr>
          <p:cNvCxnSpPr>
            <a:cxnSpLocks/>
          </p:cNvCxnSpPr>
          <p:nvPr/>
        </p:nvCxnSpPr>
        <p:spPr>
          <a:xfrm flipV="1">
            <a:off x="712091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F268AB4C-6D61-487D-8FAA-8F27845D00BC}"/>
              </a:ext>
            </a:extLst>
          </p:cNvPr>
          <p:cNvCxnSpPr>
            <a:cxnSpLocks/>
          </p:cNvCxnSpPr>
          <p:nvPr/>
        </p:nvCxnSpPr>
        <p:spPr>
          <a:xfrm flipV="1">
            <a:off x="7922241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Arrow: Down 251">
            <a:extLst>
              <a:ext uri="{FF2B5EF4-FFF2-40B4-BE49-F238E27FC236}">
                <a16:creationId xmlns:a16="http://schemas.microsoft.com/office/drawing/2014/main" id="{0BEBA6D4-D8E7-4420-ACF5-57EB169F147F}"/>
              </a:ext>
            </a:extLst>
          </p:cNvPr>
          <p:cNvSpPr/>
          <p:nvPr/>
        </p:nvSpPr>
        <p:spPr>
          <a:xfrm>
            <a:off x="7385304" y="600357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13AA09C9-C529-485F-88BE-340482384A2E}"/>
              </a:ext>
            </a:extLst>
          </p:cNvPr>
          <p:cNvSpPr txBox="1"/>
          <p:nvPr/>
        </p:nvSpPr>
        <p:spPr>
          <a:xfrm>
            <a:off x="7220435" y="565961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3.55</a:t>
            </a:r>
          </a:p>
        </p:txBody>
      </p: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A5014F00-B4E4-4860-A6AF-9A29069246A8}"/>
              </a:ext>
            </a:extLst>
          </p:cNvPr>
          <p:cNvCxnSpPr>
            <a:cxnSpLocks/>
          </p:cNvCxnSpPr>
          <p:nvPr/>
        </p:nvCxnSpPr>
        <p:spPr>
          <a:xfrm flipV="1">
            <a:off x="7521577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90B4BD0D-F4EB-43C9-87BC-1555FDECD825}"/>
              </a:ext>
            </a:extLst>
          </p:cNvPr>
          <p:cNvCxnSpPr>
            <a:cxnSpLocks/>
          </p:cNvCxnSpPr>
          <p:nvPr/>
        </p:nvCxnSpPr>
        <p:spPr>
          <a:xfrm flipV="1">
            <a:off x="8322905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D3EDB69F-8EF6-45B4-BA33-F20A45179964}"/>
              </a:ext>
            </a:extLst>
          </p:cNvPr>
          <p:cNvCxnSpPr>
            <a:cxnSpLocks/>
          </p:cNvCxnSpPr>
          <p:nvPr/>
        </p:nvCxnSpPr>
        <p:spPr>
          <a:xfrm flipV="1">
            <a:off x="8723569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29C6BDFD-BEDD-431E-9EDE-7BCF3507297E}"/>
              </a:ext>
            </a:extLst>
          </p:cNvPr>
          <p:cNvCxnSpPr>
            <a:cxnSpLocks/>
          </p:cNvCxnSpPr>
          <p:nvPr/>
        </p:nvCxnSpPr>
        <p:spPr>
          <a:xfrm flipV="1">
            <a:off x="9324565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TextBox 258">
            <a:extLst>
              <a:ext uri="{FF2B5EF4-FFF2-40B4-BE49-F238E27FC236}">
                <a16:creationId xmlns:a16="http://schemas.microsoft.com/office/drawing/2014/main" id="{9F375FD1-3762-4677-BAA9-DCB86D724B8F}"/>
              </a:ext>
            </a:extLst>
          </p:cNvPr>
          <p:cNvSpPr txBox="1"/>
          <p:nvPr/>
        </p:nvSpPr>
        <p:spPr>
          <a:xfrm>
            <a:off x="8768641" y="603146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</a:t>
            </a:r>
          </a:p>
        </p:txBody>
      </p: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3EE5C9A7-AC75-46CE-8EBD-1AE0217C8895}"/>
              </a:ext>
            </a:extLst>
          </p:cNvPr>
          <p:cNvCxnSpPr>
            <a:cxnSpLocks/>
          </p:cNvCxnSpPr>
          <p:nvPr/>
        </p:nvCxnSpPr>
        <p:spPr>
          <a:xfrm flipV="1">
            <a:off x="912423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Connector 260">
            <a:extLst>
              <a:ext uri="{FF2B5EF4-FFF2-40B4-BE49-F238E27FC236}">
                <a16:creationId xmlns:a16="http://schemas.microsoft.com/office/drawing/2014/main" id="{A022882A-EE74-459D-A31F-24DBDC0EA5E9}"/>
              </a:ext>
            </a:extLst>
          </p:cNvPr>
          <p:cNvCxnSpPr>
            <a:cxnSpLocks/>
          </p:cNvCxnSpPr>
          <p:nvPr/>
        </p:nvCxnSpPr>
        <p:spPr>
          <a:xfrm flipV="1">
            <a:off x="952490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261">
            <a:extLst>
              <a:ext uri="{FF2B5EF4-FFF2-40B4-BE49-F238E27FC236}">
                <a16:creationId xmlns:a16="http://schemas.microsoft.com/office/drawing/2014/main" id="{D34F054E-D665-4AC0-BA3C-441F57179760}"/>
              </a:ext>
            </a:extLst>
          </p:cNvPr>
          <p:cNvCxnSpPr>
            <a:cxnSpLocks/>
          </p:cNvCxnSpPr>
          <p:nvPr/>
        </p:nvCxnSpPr>
        <p:spPr>
          <a:xfrm flipV="1">
            <a:off x="6920581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F617DE81-33A3-46D5-B841-B8B33A429398}"/>
              </a:ext>
            </a:extLst>
          </p:cNvPr>
          <p:cNvCxnSpPr>
            <a:cxnSpLocks/>
          </p:cNvCxnSpPr>
          <p:nvPr/>
        </p:nvCxnSpPr>
        <p:spPr>
          <a:xfrm flipV="1">
            <a:off x="57983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25531C52-35E8-4F7E-B488-655B9D69F7F6}"/>
              </a:ext>
            </a:extLst>
          </p:cNvPr>
          <p:cNvCxnSpPr>
            <a:cxnSpLocks/>
          </p:cNvCxnSpPr>
          <p:nvPr/>
        </p:nvCxnSpPr>
        <p:spPr>
          <a:xfrm flipV="1">
            <a:off x="796863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id="{01D27054-447B-421D-9836-C8F76309D6F9}"/>
              </a:ext>
            </a:extLst>
          </p:cNvPr>
          <p:cNvCxnSpPr>
            <a:cxnSpLocks/>
          </p:cNvCxnSpPr>
          <p:nvPr/>
        </p:nvCxnSpPr>
        <p:spPr>
          <a:xfrm flipV="1">
            <a:off x="1230917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Straight Connector 278">
            <a:extLst>
              <a:ext uri="{FF2B5EF4-FFF2-40B4-BE49-F238E27FC236}">
                <a16:creationId xmlns:a16="http://schemas.microsoft.com/office/drawing/2014/main" id="{35A2FD92-0378-4F10-A0A3-B8DDFB87DBC7}"/>
              </a:ext>
            </a:extLst>
          </p:cNvPr>
          <p:cNvCxnSpPr>
            <a:cxnSpLocks/>
          </p:cNvCxnSpPr>
          <p:nvPr/>
        </p:nvCxnSpPr>
        <p:spPr>
          <a:xfrm flipV="1">
            <a:off x="166497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Straight Connector 280">
            <a:extLst>
              <a:ext uri="{FF2B5EF4-FFF2-40B4-BE49-F238E27FC236}">
                <a16:creationId xmlns:a16="http://schemas.microsoft.com/office/drawing/2014/main" id="{D2ABEE2F-5180-443A-A4A1-5883C2730475}"/>
              </a:ext>
            </a:extLst>
          </p:cNvPr>
          <p:cNvCxnSpPr>
            <a:cxnSpLocks/>
          </p:cNvCxnSpPr>
          <p:nvPr/>
        </p:nvCxnSpPr>
        <p:spPr>
          <a:xfrm flipV="1">
            <a:off x="5426831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9896F066-79F4-4624-8063-C9292852FEC5}"/>
              </a:ext>
            </a:extLst>
          </p:cNvPr>
          <p:cNvCxnSpPr>
            <a:cxnSpLocks/>
          </p:cNvCxnSpPr>
          <p:nvPr/>
        </p:nvCxnSpPr>
        <p:spPr>
          <a:xfrm flipV="1">
            <a:off x="510129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Straight Connector 282">
            <a:extLst>
              <a:ext uri="{FF2B5EF4-FFF2-40B4-BE49-F238E27FC236}">
                <a16:creationId xmlns:a16="http://schemas.microsoft.com/office/drawing/2014/main" id="{EF5B6A98-1F0D-4793-9DFB-D2CF2CEFFB27}"/>
              </a:ext>
            </a:extLst>
          </p:cNvPr>
          <p:cNvCxnSpPr>
            <a:cxnSpLocks/>
          </p:cNvCxnSpPr>
          <p:nvPr/>
        </p:nvCxnSpPr>
        <p:spPr>
          <a:xfrm flipV="1">
            <a:off x="477575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Connector 283">
            <a:extLst>
              <a:ext uri="{FF2B5EF4-FFF2-40B4-BE49-F238E27FC236}">
                <a16:creationId xmlns:a16="http://schemas.microsoft.com/office/drawing/2014/main" id="{0BE0A132-30AE-40AC-B801-797E78FD0C38}"/>
              </a:ext>
            </a:extLst>
          </p:cNvPr>
          <p:cNvCxnSpPr>
            <a:cxnSpLocks/>
          </p:cNvCxnSpPr>
          <p:nvPr/>
        </p:nvCxnSpPr>
        <p:spPr>
          <a:xfrm flipV="1">
            <a:off x="428744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Straight Connector 284">
            <a:extLst>
              <a:ext uri="{FF2B5EF4-FFF2-40B4-BE49-F238E27FC236}">
                <a16:creationId xmlns:a16="http://schemas.microsoft.com/office/drawing/2014/main" id="{935A86B0-88EC-480E-97BD-FF7669FA70AE}"/>
              </a:ext>
            </a:extLst>
          </p:cNvPr>
          <p:cNvCxnSpPr>
            <a:cxnSpLocks/>
          </p:cNvCxnSpPr>
          <p:nvPr/>
        </p:nvCxnSpPr>
        <p:spPr>
          <a:xfrm flipV="1">
            <a:off x="412467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07EB0E8F-ECDC-4CC2-9F48-A930FEED2511}"/>
              </a:ext>
            </a:extLst>
          </p:cNvPr>
          <p:cNvCxnSpPr>
            <a:cxnSpLocks/>
          </p:cNvCxnSpPr>
          <p:nvPr/>
        </p:nvCxnSpPr>
        <p:spPr>
          <a:xfrm flipV="1">
            <a:off x="526406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9BD89C36-C0EA-4457-9506-57DF84076607}"/>
              </a:ext>
            </a:extLst>
          </p:cNvPr>
          <p:cNvCxnSpPr>
            <a:cxnSpLocks/>
          </p:cNvCxnSpPr>
          <p:nvPr/>
        </p:nvCxnSpPr>
        <p:spPr>
          <a:xfrm flipV="1">
            <a:off x="493852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84FC1C2A-DE10-4855-88AA-912129DECCD7}"/>
              </a:ext>
            </a:extLst>
          </p:cNvPr>
          <p:cNvCxnSpPr>
            <a:cxnSpLocks/>
          </p:cNvCxnSpPr>
          <p:nvPr/>
        </p:nvCxnSpPr>
        <p:spPr>
          <a:xfrm flipV="1">
            <a:off x="461298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B8737BF2-CF3D-475E-BEF6-AC52A3167F2D}"/>
              </a:ext>
            </a:extLst>
          </p:cNvPr>
          <p:cNvCxnSpPr>
            <a:cxnSpLocks/>
          </p:cNvCxnSpPr>
          <p:nvPr/>
        </p:nvCxnSpPr>
        <p:spPr>
          <a:xfrm flipV="1">
            <a:off x="7521577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F7F22526-525E-4EA8-A8FE-DBA6476EFD07}"/>
              </a:ext>
            </a:extLst>
          </p:cNvPr>
          <p:cNvCxnSpPr>
            <a:cxnSpLocks/>
          </p:cNvCxnSpPr>
          <p:nvPr/>
        </p:nvCxnSpPr>
        <p:spPr>
          <a:xfrm flipV="1">
            <a:off x="7721909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F7F066EF-27A5-4E30-A8EF-91A7CB6EEF10}"/>
              </a:ext>
            </a:extLst>
          </p:cNvPr>
          <p:cNvCxnSpPr>
            <a:cxnSpLocks/>
          </p:cNvCxnSpPr>
          <p:nvPr/>
        </p:nvCxnSpPr>
        <p:spPr>
          <a:xfrm flipV="1">
            <a:off x="8122573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849CEE06-0A9B-4414-8D3B-6F18BA374263}"/>
              </a:ext>
            </a:extLst>
          </p:cNvPr>
          <p:cNvCxnSpPr>
            <a:cxnSpLocks/>
          </p:cNvCxnSpPr>
          <p:nvPr/>
        </p:nvCxnSpPr>
        <p:spPr>
          <a:xfrm flipV="1">
            <a:off x="8322905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AA22140B-BF43-4457-8EBF-8CBFA5911B4F}"/>
              </a:ext>
            </a:extLst>
          </p:cNvPr>
          <p:cNvCxnSpPr>
            <a:cxnSpLocks/>
          </p:cNvCxnSpPr>
          <p:nvPr/>
        </p:nvCxnSpPr>
        <p:spPr>
          <a:xfrm flipV="1">
            <a:off x="8723569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40D96B0E-2535-4D81-A469-AA111E0BB9CE}"/>
              </a:ext>
            </a:extLst>
          </p:cNvPr>
          <p:cNvCxnSpPr>
            <a:cxnSpLocks/>
          </p:cNvCxnSpPr>
          <p:nvPr/>
        </p:nvCxnSpPr>
        <p:spPr>
          <a:xfrm flipV="1">
            <a:off x="88367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Straight Connector 294">
            <a:extLst>
              <a:ext uri="{FF2B5EF4-FFF2-40B4-BE49-F238E27FC236}">
                <a16:creationId xmlns:a16="http://schemas.microsoft.com/office/drawing/2014/main" id="{B18BD329-0479-43DF-81E3-FD973F00B5C4}"/>
              </a:ext>
            </a:extLst>
          </p:cNvPr>
          <p:cNvCxnSpPr>
            <a:cxnSpLocks/>
          </p:cNvCxnSpPr>
          <p:nvPr/>
        </p:nvCxnSpPr>
        <p:spPr>
          <a:xfrm flipV="1">
            <a:off x="1144105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Straight Connector 295">
            <a:extLst>
              <a:ext uri="{FF2B5EF4-FFF2-40B4-BE49-F238E27FC236}">
                <a16:creationId xmlns:a16="http://schemas.microsoft.com/office/drawing/2014/main" id="{AD1C2160-62D9-4183-9A96-C04855B2B207}"/>
              </a:ext>
            </a:extLst>
          </p:cNvPr>
          <p:cNvCxnSpPr>
            <a:cxnSpLocks/>
          </p:cNvCxnSpPr>
          <p:nvPr/>
        </p:nvCxnSpPr>
        <p:spPr>
          <a:xfrm flipV="1">
            <a:off x="4109875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D4F525E0-ACCC-4B72-BC99-1CC39E1BC126}"/>
              </a:ext>
            </a:extLst>
          </p:cNvPr>
          <p:cNvCxnSpPr>
            <a:cxnSpLocks/>
          </p:cNvCxnSpPr>
          <p:nvPr/>
        </p:nvCxnSpPr>
        <p:spPr>
          <a:xfrm flipV="1">
            <a:off x="4583389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Straight Connector 297">
            <a:extLst>
              <a:ext uri="{FF2B5EF4-FFF2-40B4-BE49-F238E27FC236}">
                <a16:creationId xmlns:a16="http://schemas.microsoft.com/office/drawing/2014/main" id="{3B17D4FC-220C-4FBF-B46E-449C131B1A69}"/>
              </a:ext>
            </a:extLst>
          </p:cNvPr>
          <p:cNvCxnSpPr>
            <a:cxnSpLocks/>
          </p:cNvCxnSpPr>
          <p:nvPr/>
        </p:nvCxnSpPr>
        <p:spPr>
          <a:xfrm flipV="1">
            <a:off x="505690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A6660649-F885-4C4F-BAD4-4B9E13432909}"/>
              </a:ext>
            </a:extLst>
          </p:cNvPr>
          <p:cNvCxnSpPr>
            <a:cxnSpLocks/>
          </p:cNvCxnSpPr>
          <p:nvPr/>
        </p:nvCxnSpPr>
        <p:spPr>
          <a:xfrm flipV="1">
            <a:off x="726782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Straight Connector 299">
            <a:extLst>
              <a:ext uri="{FF2B5EF4-FFF2-40B4-BE49-F238E27FC236}">
                <a16:creationId xmlns:a16="http://schemas.microsoft.com/office/drawing/2014/main" id="{6E72CB9A-E4DD-41D7-9B2F-4849FC89ECBC}"/>
              </a:ext>
            </a:extLst>
          </p:cNvPr>
          <p:cNvCxnSpPr>
            <a:cxnSpLocks/>
          </p:cNvCxnSpPr>
          <p:nvPr/>
        </p:nvCxnSpPr>
        <p:spPr>
          <a:xfrm flipV="1">
            <a:off x="7615065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Straight Connector 300">
            <a:extLst>
              <a:ext uri="{FF2B5EF4-FFF2-40B4-BE49-F238E27FC236}">
                <a16:creationId xmlns:a16="http://schemas.microsoft.com/office/drawing/2014/main" id="{6E8C4220-3CB6-4EBC-AD3A-53F374474C9F}"/>
              </a:ext>
            </a:extLst>
          </p:cNvPr>
          <p:cNvCxnSpPr>
            <a:cxnSpLocks/>
          </p:cNvCxnSpPr>
          <p:nvPr/>
        </p:nvCxnSpPr>
        <p:spPr>
          <a:xfrm flipV="1">
            <a:off x="7962307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Connector 302">
            <a:extLst>
              <a:ext uri="{FF2B5EF4-FFF2-40B4-BE49-F238E27FC236}">
                <a16:creationId xmlns:a16="http://schemas.microsoft.com/office/drawing/2014/main" id="{9B157459-2E26-4639-9D04-070B7F3937B4}"/>
              </a:ext>
            </a:extLst>
          </p:cNvPr>
          <p:cNvCxnSpPr>
            <a:cxnSpLocks/>
          </p:cNvCxnSpPr>
          <p:nvPr/>
        </p:nvCxnSpPr>
        <p:spPr>
          <a:xfrm flipV="1">
            <a:off x="8309549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Connector 303">
            <a:extLst>
              <a:ext uri="{FF2B5EF4-FFF2-40B4-BE49-F238E27FC236}">
                <a16:creationId xmlns:a16="http://schemas.microsoft.com/office/drawing/2014/main" id="{E1BEB3C1-6F06-4E2D-A1D3-F905EEE09C91}"/>
              </a:ext>
            </a:extLst>
          </p:cNvPr>
          <p:cNvCxnSpPr>
            <a:cxnSpLocks/>
          </p:cNvCxnSpPr>
          <p:nvPr/>
        </p:nvCxnSpPr>
        <p:spPr>
          <a:xfrm flipV="1">
            <a:off x="8656791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Straight Connector 304">
            <a:extLst>
              <a:ext uri="{FF2B5EF4-FFF2-40B4-BE49-F238E27FC236}">
                <a16:creationId xmlns:a16="http://schemas.microsoft.com/office/drawing/2014/main" id="{42BD691A-76A3-4FDE-802B-F5F629A25F06}"/>
              </a:ext>
            </a:extLst>
          </p:cNvPr>
          <p:cNvCxnSpPr>
            <a:cxnSpLocks/>
          </p:cNvCxnSpPr>
          <p:nvPr/>
        </p:nvCxnSpPr>
        <p:spPr>
          <a:xfrm flipV="1">
            <a:off x="9004033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Straight Connector 305">
            <a:extLst>
              <a:ext uri="{FF2B5EF4-FFF2-40B4-BE49-F238E27FC236}">
                <a16:creationId xmlns:a16="http://schemas.microsoft.com/office/drawing/2014/main" id="{FA803C3C-2764-4B4D-9D4B-944A9969BCC2}"/>
              </a:ext>
            </a:extLst>
          </p:cNvPr>
          <p:cNvCxnSpPr>
            <a:cxnSpLocks/>
          </p:cNvCxnSpPr>
          <p:nvPr/>
        </p:nvCxnSpPr>
        <p:spPr>
          <a:xfrm flipV="1">
            <a:off x="8483170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Straight Connector 306">
            <a:extLst>
              <a:ext uri="{FF2B5EF4-FFF2-40B4-BE49-F238E27FC236}">
                <a16:creationId xmlns:a16="http://schemas.microsoft.com/office/drawing/2014/main" id="{24E51F52-5C29-40BF-B748-604D290DAB48}"/>
              </a:ext>
            </a:extLst>
          </p:cNvPr>
          <p:cNvCxnSpPr>
            <a:cxnSpLocks/>
          </p:cNvCxnSpPr>
          <p:nvPr/>
        </p:nvCxnSpPr>
        <p:spPr>
          <a:xfrm flipV="1">
            <a:off x="796863" y="49682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Straight Connector 307">
            <a:extLst>
              <a:ext uri="{FF2B5EF4-FFF2-40B4-BE49-F238E27FC236}">
                <a16:creationId xmlns:a16="http://schemas.microsoft.com/office/drawing/2014/main" id="{1CE76CCE-74C8-4998-8C05-DEC2E7278C47}"/>
              </a:ext>
            </a:extLst>
          </p:cNvPr>
          <p:cNvCxnSpPr>
            <a:cxnSpLocks/>
          </p:cNvCxnSpPr>
          <p:nvPr/>
        </p:nvCxnSpPr>
        <p:spPr>
          <a:xfrm flipV="1">
            <a:off x="1013890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308">
            <a:extLst>
              <a:ext uri="{FF2B5EF4-FFF2-40B4-BE49-F238E27FC236}">
                <a16:creationId xmlns:a16="http://schemas.microsoft.com/office/drawing/2014/main" id="{A8B4FCF4-A992-44DD-B044-D1C48E936227}"/>
              </a:ext>
            </a:extLst>
          </p:cNvPr>
          <p:cNvCxnSpPr>
            <a:cxnSpLocks/>
          </p:cNvCxnSpPr>
          <p:nvPr/>
        </p:nvCxnSpPr>
        <p:spPr>
          <a:xfrm flipV="1">
            <a:off x="1230917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Straight Connector 309">
            <a:extLst>
              <a:ext uri="{FF2B5EF4-FFF2-40B4-BE49-F238E27FC236}">
                <a16:creationId xmlns:a16="http://schemas.microsoft.com/office/drawing/2014/main" id="{F6F28717-B98E-45D7-88D8-E51FA14B0028}"/>
              </a:ext>
            </a:extLst>
          </p:cNvPr>
          <p:cNvCxnSpPr>
            <a:cxnSpLocks/>
          </p:cNvCxnSpPr>
          <p:nvPr/>
        </p:nvCxnSpPr>
        <p:spPr>
          <a:xfrm flipV="1">
            <a:off x="1664971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1" name="TextBox 310">
            <a:extLst>
              <a:ext uri="{FF2B5EF4-FFF2-40B4-BE49-F238E27FC236}">
                <a16:creationId xmlns:a16="http://schemas.microsoft.com/office/drawing/2014/main" id="{CACB87D8-EDF9-4CE3-A00C-3537B16D6397}"/>
              </a:ext>
            </a:extLst>
          </p:cNvPr>
          <p:cNvSpPr txBox="1"/>
          <p:nvPr/>
        </p:nvSpPr>
        <p:spPr>
          <a:xfrm>
            <a:off x="2388984" y="46903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953A0F2D-5B1D-48E5-9FDB-09CE97A4B316}"/>
              </a:ext>
            </a:extLst>
          </p:cNvPr>
          <p:cNvCxnSpPr>
            <a:cxnSpLocks/>
          </p:cNvCxnSpPr>
          <p:nvPr/>
        </p:nvCxnSpPr>
        <p:spPr>
          <a:xfrm flipV="1">
            <a:off x="4008407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Straight Connector 312">
            <a:extLst>
              <a:ext uri="{FF2B5EF4-FFF2-40B4-BE49-F238E27FC236}">
                <a16:creationId xmlns:a16="http://schemas.microsoft.com/office/drawing/2014/main" id="{EC45C0A9-C6C9-45DB-A1B0-D3998C9773C0}"/>
              </a:ext>
            </a:extLst>
          </p:cNvPr>
          <p:cNvCxnSpPr>
            <a:cxnSpLocks/>
          </p:cNvCxnSpPr>
          <p:nvPr/>
        </p:nvCxnSpPr>
        <p:spPr>
          <a:xfrm flipV="1">
            <a:off x="4194430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Straight Connector 313">
            <a:extLst>
              <a:ext uri="{FF2B5EF4-FFF2-40B4-BE49-F238E27FC236}">
                <a16:creationId xmlns:a16="http://schemas.microsoft.com/office/drawing/2014/main" id="{FA468E70-B81D-4EE3-8F8C-4AD0A6D0A4FF}"/>
              </a:ext>
            </a:extLst>
          </p:cNvPr>
          <p:cNvCxnSpPr>
            <a:cxnSpLocks/>
          </p:cNvCxnSpPr>
          <p:nvPr/>
        </p:nvCxnSpPr>
        <p:spPr>
          <a:xfrm flipV="1">
            <a:off x="4566476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Straight Connector 314">
            <a:extLst>
              <a:ext uri="{FF2B5EF4-FFF2-40B4-BE49-F238E27FC236}">
                <a16:creationId xmlns:a16="http://schemas.microsoft.com/office/drawing/2014/main" id="{F401E9E3-87FC-41D1-A3AC-48CA164B98B1}"/>
              </a:ext>
            </a:extLst>
          </p:cNvPr>
          <p:cNvCxnSpPr>
            <a:cxnSpLocks/>
          </p:cNvCxnSpPr>
          <p:nvPr/>
        </p:nvCxnSpPr>
        <p:spPr>
          <a:xfrm flipV="1">
            <a:off x="4752499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67FCE5ED-3E2B-4A20-BB6E-DDA8C0483D42}"/>
              </a:ext>
            </a:extLst>
          </p:cNvPr>
          <p:cNvCxnSpPr>
            <a:cxnSpLocks/>
          </p:cNvCxnSpPr>
          <p:nvPr/>
        </p:nvCxnSpPr>
        <p:spPr>
          <a:xfrm flipV="1">
            <a:off x="5124545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Connector 316">
            <a:extLst>
              <a:ext uri="{FF2B5EF4-FFF2-40B4-BE49-F238E27FC236}">
                <a16:creationId xmlns:a16="http://schemas.microsoft.com/office/drawing/2014/main" id="{82342FB5-FBBA-494B-BBA9-70D198AFFB7A}"/>
              </a:ext>
            </a:extLst>
          </p:cNvPr>
          <p:cNvCxnSpPr>
            <a:cxnSpLocks/>
          </p:cNvCxnSpPr>
          <p:nvPr/>
        </p:nvCxnSpPr>
        <p:spPr>
          <a:xfrm flipV="1">
            <a:off x="5310568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Connector 317">
            <a:extLst>
              <a:ext uri="{FF2B5EF4-FFF2-40B4-BE49-F238E27FC236}">
                <a16:creationId xmlns:a16="http://schemas.microsoft.com/office/drawing/2014/main" id="{2FD90C37-0C3D-47DA-AE80-4DADF173CD99}"/>
              </a:ext>
            </a:extLst>
          </p:cNvPr>
          <p:cNvCxnSpPr>
            <a:cxnSpLocks/>
          </p:cNvCxnSpPr>
          <p:nvPr/>
        </p:nvCxnSpPr>
        <p:spPr>
          <a:xfrm flipV="1">
            <a:off x="7394095" y="49682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Straight Connector 318">
            <a:extLst>
              <a:ext uri="{FF2B5EF4-FFF2-40B4-BE49-F238E27FC236}">
                <a16:creationId xmlns:a16="http://schemas.microsoft.com/office/drawing/2014/main" id="{1E9502F8-DDEF-40D7-BA29-79F6838A17E6}"/>
              </a:ext>
            </a:extLst>
          </p:cNvPr>
          <p:cNvCxnSpPr>
            <a:cxnSpLocks/>
          </p:cNvCxnSpPr>
          <p:nvPr/>
        </p:nvCxnSpPr>
        <p:spPr>
          <a:xfrm flipV="1">
            <a:off x="7867609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Straight Connector 319">
            <a:extLst>
              <a:ext uri="{FF2B5EF4-FFF2-40B4-BE49-F238E27FC236}">
                <a16:creationId xmlns:a16="http://schemas.microsoft.com/office/drawing/2014/main" id="{4812474D-3BEE-42A7-BA13-20910A9A52A9}"/>
              </a:ext>
            </a:extLst>
          </p:cNvPr>
          <p:cNvCxnSpPr>
            <a:cxnSpLocks/>
          </p:cNvCxnSpPr>
          <p:nvPr/>
        </p:nvCxnSpPr>
        <p:spPr>
          <a:xfrm flipV="1">
            <a:off x="8341123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Straight Connector 320">
            <a:extLst>
              <a:ext uri="{FF2B5EF4-FFF2-40B4-BE49-F238E27FC236}">
                <a16:creationId xmlns:a16="http://schemas.microsoft.com/office/drawing/2014/main" id="{D516441D-87FF-426F-82A2-6647CF92EBDF}"/>
              </a:ext>
            </a:extLst>
          </p:cNvPr>
          <p:cNvCxnSpPr>
            <a:cxnSpLocks/>
          </p:cNvCxnSpPr>
          <p:nvPr/>
        </p:nvCxnSpPr>
        <p:spPr>
          <a:xfrm flipV="1">
            <a:off x="836323" y="6405684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DE3A2732-9D7F-42AF-ACD5-E3802005A43C}"/>
              </a:ext>
            </a:extLst>
          </p:cNvPr>
          <p:cNvCxnSpPr>
            <a:cxnSpLocks/>
          </p:cNvCxnSpPr>
          <p:nvPr/>
        </p:nvCxnSpPr>
        <p:spPr>
          <a:xfrm flipV="1">
            <a:off x="1309837" y="6405684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Straight Connector 322">
            <a:extLst>
              <a:ext uri="{FF2B5EF4-FFF2-40B4-BE49-F238E27FC236}">
                <a16:creationId xmlns:a16="http://schemas.microsoft.com/office/drawing/2014/main" id="{F9AF9BA7-0B4D-4536-90A2-4C0C6C2F5772}"/>
              </a:ext>
            </a:extLst>
          </p:cNvPr>
          <p:cNvCxnSpPr>
            <a:cxnSpLocks/>
          </p:cNvCxnSpPr>
          <p:nvPr/>
        </p:nvCxnSpPr>
        <p:spPr>
          <a:xfrm flipV="1">
            <a:off x="1783351" y="6314244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Straight Connector 323">
            <a:extLst>
              <a:ext uri="{FF2B5EF4-FFF2-40B4-BE49-F238E27FC236}">
                <a16:creationId xmlns:a16="http://schemas.microsoft.com/office/drawing/2014/main" id="{C49FA82A-6EFB-4144-BAA2-1B3DCC09B184}"/>
              </a:ext>
            </a:extLst>
          </p:cNvPr>
          <p:cNvCxnSpPr>
            <a:cxnSpLocks/>
          </p:cNvCxnSpPr>
          <p:nvPr/>
        </p:nvCxnSpPr>
        <p:spPr>
          <a:xfrm flipV="1">
            <a:off x="483835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91F799E9-9EC8-40CB-A464-592BD4E28FB3}"/>
              </a:ext>
            </a:extLst>
          </p:cNvPr>
          <p:cNvCxnSpPr>
            <a:cxnSpLocks/>
          </p:cNvCxnSpPr>
          <p:nvPr/>
        </p:nvCxnSpPr>
        <p:spPr>
          <a:xfrm flipV="1">
            <a:off x="5239017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Straight Connector 328">
            <a:extLst>
              <a:ext uri="{FF2B5EF4-FFF2-40B4-BE49-F238E27FC236}">
                <a16:creationId xmlns:a16="http://schemas.microsoft.com/office/drawing/2014/main" id="{7BDD512B-D0E3-4964-AE18-7510EDCA7D10}"/>
              </a:ext>
            </a:extLst>
          </p:cNvPr>
          <p:cNvCxnSpPr>
            <a:cxnSpLocks/>
          </p:cNvCxnSpPr>
          <p:nvPr/>
        </p:nvCxnSpPr>
        <p:spPr>
          <a:xfrm flipV="1">
            <a:off x="383669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Straight Connector 329">
            <a:extLst>
              <a:ext uri="{FF2B5EF4-FFF2-40B4-BE49-F238E27FC236}">
                <a16:creationId xmlns:a16="http://schemas.microsoft.com/office/drawing/2014/main" id="{9E3E970A-3EEA-47BC-807E-0B59012CCA9A}"/>
              </a:ext>
            </a:extLst>
          </p:cNvPr>
          <p:cNvCxnSpPr>
            <a:cxnSpLocks/>
          </p:cNvCxnSpPr>
          <p:nvPr/>
        </p:nvCxnSpPr>
        <p:spPr>
          <a:xfrm flipV="1">
            <a:off x="4037025" y="630936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Straight Connector 330">
            <a:extLst>
              <a:ext uri="{FF2B5EF4-FFF2-40B4-BE49-F238E27FC236}">
                <a16:creationId xmlns:a16="http://schemas.microsoft.com/office/drawing/2014/main" id="{715FB5AB-7705-4E99-A4B4-803094AE0926}"/>
              </a:ext>
            </a:extLst>
          </p:cNvPr>
          <p:cNvCxnSpPr>
            <a:cxnSpLocks/>
          </p:cNvCxnSpPr>
          <p:nvPr/>
        </p:nvCxnSpPr>
        <p:spPr>
          <a:xfrm flipV="1">
            <a:off x="4437689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Straight Connector 331">
            <a:extLst>
              <a:ext uri="{FF2B5EF4-FFF2-40B4-BE49-F238E27FC236}">
                <a16:creationId xmlns:a16="http://schemas.microsoft.com/office/drawing/2014/main" id="{7024768E-D974-4F6C-8ADB-CC1B11BE2541}"/>
              </a:ext>
            </a:extLst>
          </p:cNvPr>
          <p:cNvCxnSpPr>
            <a:cxnSpLocks/>
          </p:cNvCxnSpPr>
          <p:nvPr/>
        </p:nvCxnSpPr>
        <p:spPr>
          <a:xfrm flipV="1">
            <a:off x="4638021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Straight Connector 333">
            <a:extLst>
              <a:ext uri="{FF2B5EF4-FFF2-40B4-BE49-F238E27FC236}">
                <a16:creationId xmlns:a16="http://schemas.microsoft.com/office/drawing/2014/main" id="{19D809D0-3CC2-42FB-A56A-DCF3AC1D2517}"/>
              </a:ext>
            </a:extLst>
          </p:cNvPr>
          <p:cNvCxnSpPr>
            <a:cxnSpLocks/>
          </p:cNvCxnSpPr>
          <p:nvPr/>
        </p:nvCxnSpPr>
        <p:spPr>
          <a:xfrm flipV="1">
            <a:off x="7321245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Straight Connector 334">
            <a:extLst>
              <a:ext uri="{FF2B5EF4-FFF2-40B4-BE49-F238E27FC236}">
                <a16:creationId xmlns:a16="http://schemas.microsoft.com/office/drawing/2014/main" id="{C3EB9E3A-3F7B-48F1-9B52-EAD0D8A80277}"/>
              </a:ext>
            </a:extLst>
          </p:cNvPr>
          <p:cNvCxnSpPr>
            <a:cxnSpLocks/>
          </p:cNvCxnSpPr>
          <p:nvPr/>
        </p:nvCxnSpPr>
        <p:spPr>
          <a:xfrm flipV="1">
            <a:off x="7721909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1158245A-68C8-4015-A9A1-791D48E088B6}"/>
              </a:ext>
            </a:extLst>
          </p:cNvPr>
          <p:cNvCxnSpPr>
            <a:cxnSpLocks/>
          </p:cNvCxnSpPr>
          <p:nvPr/>
        </p:nvCxnSpPr>
        <p:spPr>
          <a:xfrm flipV="1">
            <a:off x="812257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Straight Connector 336">
            <a:extLst>
              <a:ext uri="{FF2B5EF4-FFF2-40B4-BE49-F238E27FC236}">
                <a16:creationId xmlns:a16="http://schemas.microsoft.com/office/drawing/2014/main" id="{B58A6A1D-8680-41C6-8724-FD1094E34437}"/>
              </a:ext>
            </a:extLst>
          </p:cNvPr>
          <p:cNvCxnSpPr>
            <a:cxnSpLocks/>
          </p:cNvCxnSpPr>
          <p:nvPr/>
        </p:nvCxnSpPr>
        <p:spPr>
          <a:xfrm flipV="1">
            <a:off x="8523237" y="630936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Straight Connector 337">
            <a:extLst>
              <a:ext uri="{FF2B5EF4-FFF2-40B4-BE49-F238E27FC236}">
                <a16:creationId xmlns:a16="http://schemas.microsoft.com/office/drawing/2014/main" id="{84C231C4-01B4-441C-8B1A-20134730591B}"/>
              </a:ext>
            </a:extLst>
          </p:cNvPr>
          <p:cNvCxnSpPr>
            <a:cxnSpLocks/>
          </p:cNvCxnSpPr>
          <p:nvPr/>
        </p:nvCxnSpPr>
        <p:spPr>
          <a:xfrm flipV="1">
            <a:off x="8923901" y="630936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0E9B9FF-37D8-5918-4185-467995B0A0AC}"/>
              </a:ext>
            </a:extLst>
          </p:cNvPr>
          <p:cNvSpPr txBox="1"/>
          <p:nvPr/>
        </p:nvSpPr>
        <p:spPr>
          <a:xfrm>
            <a:off x="-23305" y="-61546"/>
            <a:ext cx="14228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b="1" dirty="0"/>
              <a:t>ТУУРА</a:t>
            </a:r>
            <a:r>
              <a:rPr lang="ru-RU" sz="1400" dirty="0"/>
              <a:t> же </a:t>
            </a:r>
            <a:r>
              <a:rPr lang="ru-RU" sz="1400" b="1" dirty="0"/>
              <a:t>КАТА</a:t>
            </a:r>
            <a:r>
              <a:rPr lang="en-GB" sz="1400" dirty="0"/>
              <a:t>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8895F9-8A49-F5F9-C57B-9697D717542B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А</a:t>
            </a:r>
            <a:endParaRPr lang="en-GB" sz="1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109BC5-1C2E-B596-EF22-037FDBCA9AEB}"/>
              </a:ext>
            </a:extLst>
          </p:cNvPr>
          <p:cNvSpPr txBox="1"/>
          <p:nvPr/>
        </p:nvSpPr>
        <p:spPr>
          <a:xfrm>
            <a:off x="3273243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Б</a:t>
            </a:r>
            <a:endParaRPr lang="en-GB" sz="16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611813-1852-4059-AF17-498C057C3AAA}"/>
              </a:ext>
            </a:extLst>
          </p:cNvPr>
          <p:cNvSpPr txBox="1"/>
          <p:nvPr/>
        </p:nvSpPr>
        <p:spPr>
          <a:xfrm>
            <a:off x="-1990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Г</a:t>
            </a:r>
            <a:endParaRPr lang="en-GB" sz="1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9EFE2F-1B0B-07F2-28A1-5E501CA50E0A}"/>
              </a:ext>
            </a:extLst>
          </p:cNvPr>
          <p:cNvSpPr txBox="1"/>
          <p:nvPr/>
        </p:nvSpPr>
        <p:spPr>
          <a:xfrm>
            <a:off x="3273243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Д</a:t>
            </a:r>
            <a:endParaRPr lang="en-GB" sz="1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BF1B94-3B3C-7CC9-8A70-B3B7B8ADDC7D}"/>
              </a:ext>
            </a:extLst>
          </p:cNvPr>
          <p:cNvSpPr txBox="1"/>
          <p:nvPr/>
        </p:nvSpPr>
        <p:spPr>
          <a:xfrm>
            <a:off x="-1990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Ё</a:t>
            </a:r>
            <a:endParaRPr lang="en-GB" sz="16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F5108D-AE2B-94A5-6F4F-E450D998094C}"/>
              </a:ext>
            </a:extLst>
          </p:cNvPr>
          <p:cNvSpPr txBox="1"/>
          <p:nvPr/>
        </p:nvSpPr>
        <p:spPr>
          <a:xfrm>
            <a:off x="3273243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Ж</a:t>
            </a:r>
            <a:endParaRPr lang="en-GB" sz="16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671CCE-8FEC-EBE1-102C-3DFA5AAADB72}"/>
              </a:ext>
            </a:extLst>
          </p:cNvPr>
          <p:cNvSpPr txBox="1"/>
          <p:nvPr/>
        </p:nvSpPr>
        <p:spPr>
          <a:xfrm>
            <a:off x="-1990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И</a:t>
            </a:r>
            <a:endParaRPr lang="en-GB" sz="16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B48AB7-F298-1C08-5363-D8AD5F720628}"/>
              </a:ext>
            </a:extLst>
          </p:cNvPr>
          <p:cNvSpPr txBox="1"/>
          <p:nvPr/>
        </p:nvSpPr>
        <p:spPr>
          <a:xfrm>
            <a:off x="3273243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Й</a:t>
            </a:r>
            <a:endParaRPr lang="en-GB" sz="16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7C06AF-7391-563D-0C1F-F6B7221C1DE6}"/>
              </a:ext>
            </a:extLst>
          </p:cNvPr>
          <p:cNvSpPr txBox="1"/>
          <p:nvPr/>
        </p:nvSpPr>
        <p:spPr>
          <a:xfrm>
            <a:off x="-1990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Л</a:t>
            </a:r>
            <a:endParaRPr lang="en-GB" sz="1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F67348-2C82-1AAD-BB3D-ECBCAF844519}"/>
              </a:ext>
            </a:extLst>
          </p:cNvPr>
          <p:cNvSpPr txBox="1"/>
          <p:nvPr/>
        </p:nvSpPr>
        <p:spPr>
          <a:xfrm>
            <a:off x="3273243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М</a:t>
            </a:r>
            <a:endParaRPr lang="en-GB" sz="16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8EF725-94D7-CB34-02E7-1594DB18413E}"/>
              </a:ext>
            </a:extLst>
          </p:cNvPr>
          <p:cNvSpPr txBox="1"/>
          <p:nvPr/>
        </p:nvSpPr>
        <p:spPr>
          <a:xfrm>
            <a:off x="6543981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В</a:t>
            </a:r>
            <a:endParaRPr lang="en-GB" sz="16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4CBE3C-B5BA-5B54-A2F9-C3EBB29EFA25}"/>
              </a:ext>
            </a:extLst>
          </p:cNvPr>
          <p:cNvSpPr txBox="1"/>
          <p:nvPr/>
        </p:nvSpPr>
        <p:spPr>
          <a:xfrm>
            <a:off x="6543981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Е</a:t>
            </a:r>
            <a:endParaRPr lang="en-GB" sz="16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D0A908-EB22-C2CE-E9C2-E93BA3A63BFD}"/>
              </a:ext>
            </a:extLst>
          </p:cNvPr>
          <p:cNvSpPr txBox="1"/>
          <p:nvPr/>
        </p:nvSpPr>
        <p:spPr>
          <a:xfrm>
            <a:off x="6543981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З</a:t>
            </a:r>
            <a:endParaRPr lang="en-GB" sz="16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5D2A3E-577D-0A73-94CA-B965EC8D6FC5}"/>
              </a:ext>
            </a:extLst>
          </p:cNvPr>
          <p:cNvSpPr txBox="1"/>
          <p:nvPr/>
        </p:nvSpPr>
        <p:spPr>
          <a:xfrm>
            <a:off x="6543981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К</a:t>
            </a:r>
            <a:endParaRPr lang="en-GB" sz="16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B0A3BE4-9120-E057-6FA4-0FA5488ECAD5}"/>
              </a:ext>
            </a:extLst>
          </p:cNvPr>
          <p:cNvSpPr txBox="1"/>
          <p:nvPr/>
        </p:nvSpPr>
        <p:spPr>
          <a:xfrm>
            <a:off x="6543981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Н</a:t>
            </a:r>
            <a:endParaRPr lang="en-GB" sz="1600" b="1" dirty="0"/>
          </a:p>
        </p:txBody>
      </p:sp>
    </p:spTree>
    <p:extLst>
      <p:ext uri="{BB962C8B-B14F-4D97-AF65-F5344CB8AC3E}">
        <p14:creationId xmlns:p14="http://schemas.microsoft.com/office/powerpoint/2010/main" val="354600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DF59E264-B1E0-4B61-BA01-5489B067C9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763882"/>
              </p:ext>
            </p:extLst>
          </p:nvPr>
        </p:nvGraphicFramePr>
        <p:xfrm>
          <a:off x="35168" y="198120"/>
          <a:ext cx="9803424" cy="39748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780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1847095305"/>
                    </a:ext>
                  </a:extLst>
                </a:gridCol>
              </a:tblGrid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91EF0D0-56DF-403D-9EC3-C3270A38FEE2}"/>
              </a:ext>
            </a:extLst>
          </p:cNvPr>
          <p:cNvSpPr txBox="1"/>
          <p:nvPr/>
        </p:nvSpPr>
        <p:spPr>
          <a:xfrm>
            <a:off x="2809787" y="-60351"/>
            <a:ext cx="71876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Белгиленген сандарды шкала</a:t>
            </a:r>
            <a:r>
              <a:rPr lang="ky-KG" sz="1400" dirty="0"/>
              <a:t>да</a:t>
            </a:r>
            <a:r>
              <a:rPr lang="ru-RU" sz="1400" dirty="0"/>
              <a:t> </a:t>
            </a:r>
            <a:r>
              <a:rPr lang="ru-RU" sz="1400" b="1" dirty="0"/>
              <a:t>ТУУРА</a:t>
            </a:r>
            <a:r>
              <a:rPr lang="ru-RU" sz="1400" dirty="0"/>
              <a:t> же </a:t>
            </a:r>
            <a:r>
              <a:rPr lang="ru-RU" sz="1400" b="1" dirty="0"/>
              <a:t>КАТА көрсөтүлгөнүн</a:t>
            </a:r>
            <a:r>
              <a:rPr lang="ru-RU" sz="1400" dirty="0"/>
              <a:t> аныкта!</a:t>
            </a:r>
            <a:endParaRPr lang="en-GB" sz="1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2ACC07B-9D6C-4BE7-A2A2-1DA9B6C8E8E8}"/>
              </a:ext>
            </a:extLst>
          </p:cNvPr>
          <p:cNvSpPr txBox="1"/>
          <p:nvPr/>
        </p:nvSpPr>
        <p:spPr>
          <a:xfrm>
            <a:off x="209664" y="6517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1BFFCFA-DE47-4860-89DC-C0F13224F7A6}"/>
              </a:ext>
            </a:extLst>
          </p:cNvPr>
          <p:cNvCxnSpPr>
            <a:cxnSpLocks/>
          </p:cNvCxnSpPr>
          <p:nvPr/>
        </p:nvCxnSpPr>
        <p:spPr>
          <a:xfrm>
            <a:off x="152400" y="11506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7CAFD1A-DD01-41C5-85AB-04107D8A1FC0}"/>
              </a:ext>
            </a:extLst>
          </p:cNvPr>
          <p:cNvCxnSpPr>
            <a:cxnSpLocks/>
          </p:cNvCxnSpPr>
          <p:nvPr/>
        </p:nvCxnSpPr>
        <p:spPr>
          <a:xfrm flipV="1">
            <a:off x="1013890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8D09D7A-E7F1-4E1B-8A2B-0B511BCAF840}"/>
              </a:ext>
            </a:extLst>
          </p:cNvPr>
          <p:cNvCxnSpPr>
            <a:cxnSpLocks/>
          </p:cNvCxnSpPr>
          <p:nvPr/>
        </p:nvCxnSpPr>
        <p:spPr>
          <a:xfrm flipV="1">
            <a:off x="1881998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rrow: Down 40">
            <a:extLst>
              <a:ext uri="{FF2B5EF4-FFF2-40B4-BE49-F238E27FC236}">
                <a16:creationId xmlns:a16="http://schemas.microsoft.com/office/drawing/2014/main" id="{4485DDF7-1B5F-48C5-BF08-F7F59C91AAB7}"/>
              </a:ext>
            </a:extLst>
          </p:cNvPr>
          <p:cNvSpPr/>
          <p:nvPr/>
        </p:nvSpPr>
        <p:spPr>
          <a:xfrm>
            <a:off x="1528572" y="6238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6346C2D-EF90-49FF-A006-E3C377CC7062}"/>
              </a:ext>
            </a:extLst>
          </p:cNvPr>
          <p:cNvSpPr txBox="1"/>
          <p:nvPr/>
        </p:nvSpPr>
        <p:spPr>
          <a:xfrm>
            <a:off x="1422212" y="27989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7.6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5CD4437-6B67-4006-A78D-0558EA8481F1}"/>
              </a:ext>
            </a:extLst>
          </p:cNvPr>
          <p:cNvCxnSpPr>
            <a:cxnSpLocks/>
          </p:cNvCxnSpPr>
          <p:nvPr/>
        </p:nvCxnSpPr>
        <p:spPr>
          <a:xfrm flipV="1">
            <a:off x="1447944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3B40168-87D1-4EE8-8388-00E0BF4A3C6D}"/>
              </a:ext>
            </a:extLst>
          </p:cNvPr>
          <p:cNvCxnSpPr>
            <a:cxnSpLocks/>
          </p:cNvCxnSpPr>
          <p:nvPr/>
        </p:nvCxnSpPr>
        <p:spPr>
          <a:xfrm flipV="1">
            <a:off x="2099025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8040816-4D57-4C01-A90F-A8B13EF246AC}"/>
              </a:ext>
            </a:extLst>
          </p:cNvPr>
          <p:cNvCxnSpPr>
            <a:cxnSpLocks/>
          </p:cNvCxnSpPr>
          <p:nvPr/>
        </p:nvCxnSpPr>
        <p:spPr>
          <a:xfrm flipV="1">
            <a:off x="2316052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81363CC-34B7-4E96-B228-06DCD3C2E1B9}"/>
              </a:ext>
            </a:extLst>
          </p:cNvPr>
          <p:cNvCxnSpPr>
            <a:cxnSpLocks/>
          </p:cNvCxnSpPr>
          <p:nvPr/>
        </p:nvCxnSpPr>
        <p:spPr>
          <a:xfrm flipV="1">
            <a:off x="275010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0138DF61-C503-4B63-A065-8E261EB82AC5}"/>
              </a:ext>
            </a:extLst>
          </p:cNvPr>
          <p:cNvSpPr txBox="1"/>
          <p:nvPr/>
        </p:nvSpPr>
        <p:spPr>
          <a:xfrm>
            <a:off x="2372159" y="65174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8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955DED6E-A985-455D-8443-1B9C9CF704DA}"/>
              </a:ext>
            </a:extLst>
          </p:cNvPr>
          <p:cNvCxnSpPr>
            <a:cxnSpLocks/>
          </p:cNvCxnSpPr>
          <p:nvPr/>
        </p:nvCxnSpPr>
        <p:spPr>
          <a:xfrm flipV="1">
            <a:off x="2533079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0941FBA-B9F6-4526-A1B1-970B95A4CB0D}"/>
              </a:ext>
            </a:extLst>
          </p:cNvPr>
          <p:cNvCxnSpPr>
            <a:cxnSpLocks/>
          </p:cNvCxnSpPr>
          <p:nvPr/>
        </p:nvCxnSpPr>
        <p:spPr>
          <a:xfrm flipV="1">
            <a:off x="296713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BFFDFAD-FD71-4C5A-B434-86D953B81EE9}"/>
              </a:ext>
            </a:extLst>
          </p:cNvPr>
          <p:cNvCxnSpPr>
            <a:cxnSpLocks/>
          </p:cNvCxnSpPr>
          <p:nvPr/>
        </p:nvCxnSpPr>
        <p:spPr>
          <a:xfrm flipV="1">
            <a:off x="362809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8856EDB2-E9A2-4A89-832D-3177F2719BA9}"/>
              </a:ext>
            </a:extLst>
          </p:cNvPr>
          <p:cNvSpPr txBox="1"/>
          <p:nvPr/>
        </p:nvSpPr>
        <p:spPr>
          <a:xfrm>
            <a:off x="3649586" y="6517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1E2ECD4-705B-42FF-9282-15B74D6C1626}"/>
              </a:ext>
            </a:extLst>
          </p:cNvPr>
          <p:cNvCxnSpPr>
            <a:cxnSpLocks/>
          </p:cNvCxnSpPr>
          <p:nvPr/>
        </p:nvCxnSpPr>
        <p:spPr>
          <a:xfrm>
            <a:off x="3425952" y="11506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7547432-246E-4AFC-A370-3C7F310E6A5F}"/>
              </a:ext>
            </a:extLst>
          </p:cNvPr>
          <p:cNvCxnSpPr>
            <a:cxnSpLocks/>
          </p:cNvCxnSpPr>
          <p:nvPr/>
        </p:nvCxnSpPr>
        <p:spPr>
          <a:xfrm flipV="1">
            <a:off x="3799131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47019C50-35BE-4BDA-8AF5-9CF1DA54906C}"/>
              </a:ext>
            </a:extLst>
          </p:cNvPr>
          <p:cNvCxnSpPr>
            <a:cxnSpLocks/>
          </p:cNvCxnSpPr>
          <p:nvPr/>
        </p:nvCxnSpPr>
        <p:spPr>
          <a:xfrm flipV="1">
            <a:off x="445021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Arrow: Down 56">
            <a:extLst>
              <a:ext uri="{FF2B5EF4-FFF2-40B4-BE49-F238E27FC236}">
                <a16:creationId xmlns:a16="http://schemas.microsoft.com/office/drawing/2014/main" id="{383BAEF5-04E8-475A-88F4-F4E1C7889C8D}"/>
              </a:ext>
            </a:extLst>
          </p:cNvPr>
          <p:cNvSpPr/>
          <p:nvPr/>
        </p:nvSpPr>
        <p:spPr>
          <a:xfrm>
            <a:off x="5617464" y="6238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579F962-0C3C-4C80-8CE7-F974F6DA8A39}"/>
              </a:ext>
            </a:extLst>
          </p:cNvPr>
          <p:cNvSpPr txBox="1"/>
          <p:nvPr/>
        </p:nvSpPr>
        <p:spPr>
          <a:xfrm>
            <a:off x="5495864" y="27989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5.3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91180ED-693C-48A4-B817-3AD33712750C}"/>
              </a:ext>
            </a:extLst>
          </p:cNvPr>
          <p:cNvCxnSpPr>
            <a:cxnSpLocks/>
          </p:cNvCxnSpPr>
          <p:nvPr/>
        </p:nvCxnSpPr>
        <p:spPr>
          <a:xfrm flipV="1">
            <a:off x="396190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46187A1-C56D-43D0-ACD7-8A636BF44ACF}"/>
              </a:ext>
            </a:extLst>
          </p:cNvPr>
          <p:cNvCxnSpPr>
            <a:cxnSpLocks/>
          </p:cNvCxnSpPr>
          <p:nvPr/>
        </p:nvCxnSpPr>
        <p:spPr>
          <a:xfrm flipV="1">
            <a:off x="558960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DD094AA-A6B3-40AF-9675-A737D3324CF4}"/>
              </a:ext>
            </a:extLst>
          </p:cNvPr>
          <p:cNvCxnSpPr>
            <a:cxnSpLocks/>
          </p:cNvCxnSpPr>
          <p:nvPr/>
        </p:nvCxnSpPr>
        <p:spPr>
          <a:xfrm flipV="1">
            <a:off x="575237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03A1F63-5CD1-4A3C-B4C9-DF45CDC011A3}"/>
              </a:ext>
            </a:extLst>
          </p:cNvPr>
          <p:cNvCxnSpPr>
            <a:cxnSpLocks/>
          </p:cNvCxnSpPr>
          <p:nvPr/>
        </p:nvCxnSpPr>
        <p:spPr>
          <a:xfrm flipV="1">
            <a:off x="607791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5967083F-FC3B-4379-9AC5-15F759BF94F4}"/>
              </a:ext>
            </a:extLst>
          </p:cNvPr>
          <p:cNvSpPr txBox="1"/>
          <p:nvPr/>
        </p:nvSpPr>
        <p:spPr>
          <a:xfrm>
            <a:off x="5276141" y="65174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6DC5966-0951-4552-8D64-2692637DD854}"/>
              </a:ext>
            </a:extLst>
          </p:cNvPr>
          <p:cNvCxnSpPr>
            <a:cxnSpLocks/>
          </p:cNvCxnSpPr>
          <p:nvPr/>
        </p:nvCxnSpPr>
        <p:spPr>
          <a:xfrm flipV="1">
            <a:off x="591514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C098492-36D5-4C4E-8FB0-8F1D4FD8D6C9}"/>
              </a:ext>
            </a:extLst>
          </p:cNvPr>
          <p:cNvCxnSpPr>
            <a:cxnSpLocks/>
          </p:cNvCxnSpPr>
          <p:nvPr/>
        </p:nvCxnSpPr>
        <p:spPr>
          <a:xfrm flipV="1">
            <a:off x="6240683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EA89D45B-361D-4C12-A9BA-8D37AC06FA77}"/>
              </a:ext>
            </a:extLst>
          </p:cNvPr>
          <p:cNvCxnSpPr>
            <a:cxnSpLocks/>
          </p:cNvCxnSpPr>
          <p:nvPr/>
        </p:nvCxnSpPr>
        <p:spPr>
          <a:xfrm flipV="1">
            <a:off x="363636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8331CB6A-5B48-4C95-9B7F-E4A115E4B5DE}"/>
              </a:ext>
            </a:extLst>
          </p:cNvPr>
          <p:cNvSpPr txBox="1"/>
          <p:nvPr/>
        </p:nvSpPr>
        <p:spPr>
          <a:xfrm>
            <a:off x="7136244" y="6517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8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66540EC-2B4F-4A7E-A7D8-DEC049F0C832}"/>
              </a:ext>
            </a:extLst>
          </p:cNvPr>
          <p:cNvCxnSpPr>
            <a:cxnSpLocks/>
          </p:cNvCxnSpPr>
          <p:nvPr/>
        </p:nvCxnSpPr>
        <p:spPr>
          <a:xfrm>
            <a:off x="6710172" y="11506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5A2DB5BB-B72F-4F2A-B73C-08F073005279}"/>
              </a:ext>
            </a:extLst>
          </p:cNvPr>
          <p:cNvCxnSpPr>
            <a:cxnSpLocks/>
          </p:cNvCxnSpPr>
          <p:nvPr/>
        </p:nvCxnSpPr>
        <p:spPr>
          <a:xfrm flipV="1">
            <a:off x="7284550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2928DA95-0621-491C-B2D6-DCB860C15B58}"/>
              </a:ext>
            </a:extLst>
          </p:cNvPr>
          <p:cNvCxnSpPr>
            <a:cxnSpLocks/>
          </p:cNvCxnSpPr>
          <p:nvPr/>
        </p:nvCxnSpPr>
        <p:spPr>
          <a:xfrm flipV="1">
            <a:off x="7921202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Arrow: Down 71">
            <a:extLst>
              <a:ext uri="{FF2B5EF4-FFF2-40B4-BE49-F238E27FC236}">
                <a16:creationId xmlns:a16="http://schemas.microsoft.com/office/drawing/2014/main" id="{182A255A-6E52-43FA-B6CB-E02D529818D5}"/>
              </a:ext>
            </a:extLst>
          </p:cNvPr>
          <p:cNvSpPr/>
          <p:nvPr/>
        </p:nvSpPr>
        <p:spPr>
          <a:xfrm>
            <a:off x="8745474" y="6238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81C9C48-D5FC-4DA5-BCDB-170D3780907C}"/>
              </a:ext>
            </a:extLst>
          </p:cNvPr>
          <p:cNvSpPr txBox="1"/>
          <p:nvPr/>
        </p:nvSpPr>
        <p:spPr>
          <a:xfrm>
            <a:off x="8569175" y="27989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10.5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515E8EE6-A409-453E-8CA0-4BEDF1BBEE23}"/>
              </a:ext>
            </a:extLst>
          </p:cNvPr>
          <p:cNvCxnSpPr>
            <a:cxnSpLocks/>
          </p:cNvCxnSpPr>
          <p:nvPr/>
        </p:nvCxnSpPr>
        <p:spPr>
          <a:xfrm flipV="1">
            <a:off x="760287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8414CA56-05CE-496E-AFA0-92F25171D00A}"/>
              </a:ext>
            </a:extLst>
          </p:cNvPr>
          <p:cNvCxnSpPr>
            <a:cxnSpLocks/>
          </p:cNvCxnSpPr>
          <p:nvPr/>
        </p:nvCxnSpPr>
        <p:spPr>
          <a:xfrm flipV="1">
            <a:off x="8239528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141EA88-5EE4-4F70-A6AA-D895D6DE6FBE}"/>
              </a:ext>
            </a:extLst>
          </p:cNvPr>
          <p:cNvCxnSpPr>
            <a:cxnSpLocks/>
          </p:cNvCxnSpPr>
          <p:nvPr/>
        </p:nvCxnSpPr>
        <p:spPr>
          <a:xfrm flipV="1">
            <a:off x="8557854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FF13994-3111-4A3B-A059-7605DA6403A7}"/>
              </a:ext>
            </a:extLst>
          </p:cNvPr>
          <p:cNvCxnSpPr>
            <a:cxnSpLocks/>
          </p:cNvCxnSpPr>
          <p:nvPr/>
        </p:nvCxnSpPr>
        <p:spPr>
          <a:xfrm flipV="1">
            <a:off x="919450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D6A41C1B-A2A8-4DA8-81F2-DF02EA4FF1B8}"/>
              </a:ext>
            </a:extLst>
          </p:cNvPr>
          <p:cNvSpPr txBox="1"/>
          <p:nvPr/>
        </p:nvSpPr>
        <p:spPr>
          <a:xfrm>
            <a:off x="7771691" y="65174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9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5AD9F30-35D6-496D-AEA6-C77F3B5E70BB}"/>
              </a:ext>
            </a:extLst>
          </p:cNvPr>
          <p:cNvCxnSpPr>
            <a:cxnSpLocks/>
          </p:cNvCxnSpPr>
          <p:nvPr/>
        </p:nvCxnSpPr>
        <p:spPr>
          <a:xfrm flipV="1">
            <a:off x="888589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42A907EB-46E7-41EB-9093-A17CA0974C5C}"/>
              </a:ext>
            </a:extLst>
          </p:cNvPr>
          <p:cNvCxnSpPr>
            <a:cxnSpLocks/>
          </p:cNvCxnSpPr>
          <p:nvPr/>
        </p:nvCxnSpPr>
        <p:spPr>
          <a:xfrm flipV="1">
            <a:off x="9524903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47DBDEE7-0094-4013-B350-D0B08A458D5C}"/>
              </a:ext>
            </a:extLst>
          </p:cNvPr>
          <p:cNvCxnSpPr>
            <a:cxnSpLocks/>
          </p:cNvCxnSpPr>
          <p:nvPr/>
        </p:nvCxnSpPr>
        <p:spPr>
          <a:xfrm flipV="1">
            <a:off x="692058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1C9CCACA-1E48-4E56-ADE8-5A54A449D13E}"/>
              </a:ext>
            </a:extLst>
          </p:cNvPr>
          <p:cNvSpPr txBox="1"/>
          <p:nvPr/>
        </p:nvSpPr>
        <p:spPr>
          <a:xfrm>
            <a:off x="209664" y="20157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9BA26B67-F4CA-4D5F-8A81-0B28B4245DC6}"/>
              </a:ext>
            </a:extLst>
          </p:cNvPr>
          <p:cNvCxnSpPr>
            <a:cxnSpLocks/>
          </p:cNvCxnSpPr>
          <p:nvPr/>
        </p:nvCxnSpPr>
        <p:spPr>
          <a:xfrm>
            <a:off x="152400" y="251460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2F48C0DE-15FC-49C2-9668-C3D4B913ED86}"/>
              </a:ext>
            </a:extLst>
          </p:cNvPr>
          <p:cNvCxnSpPr>
            <a:cxnSpLocks/>
          </p:cNvCxnSpPr>
          <p:nvPr/>
        </p:nvCxnSpPr>
        <p:spPr>
          <a:xfrm flipV="1">
            <a:off x="726778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161D02A2-A98B-4D01-8914-0A914FF5B539}"/>
              </a:ext>
            </a:extLst>
          </p:cNvPr>
          <p:cNvCxnSpPr>
            <a:cxnSpLocks/>
          </p:cNvCxnSpPr>
          <p:nvPr/>
        </p:nvCxnSpPr>
        <p:spPr>
          <a:xfrm flipV="1">
            <a:off x="1363430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Arrow: Down 86">
            <a:extLst>
              <a:ext uri="{FF2B5EF4-FFF2-40B4-BE49-F238E27FC236}">
                <a16:creationId xmlns:a16="http://schemas.microsoft.com/office/drawing/2014/main" id="{84E49FEE-5E20-4E15-AF1E-730BE587C615}"/>
              </a:ext>
            </a:extLst>
          </p:cNvPr>
          <p:cNvSpPr/>
          <p:nvPr/>
        </p:nvSpPr>
        <p:spPr>
          <a:xfrm>
            <a:off x="1223772" y="198783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834A4FC-EAF2-4EC9-8B03-526A1EA18BDE}"/>
              </a:ext>
            </a:extLst>
          </p:cNvPr>
          <p:cNvSpPr txBox="1"/>
          <p:nvPr/>
        </p:nvSpPr>
        <p:spPr>
          <a:xfrm>
            <a:off x="1117412" y="164387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0.6</a:t>
            </a: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612758D4-F8CC-43DA-8D33-0FAF1A291EF8}"/>
              </a:ext>
            </a:extLst>
          </p:cNvPr>
          <p:cNvCxnSpPr>
            <a:cxnSpLocks/>
          </p:cNvCxnSpPr>
          <p:nvPr/>
        </p:nvCxnSpPr>
        <p:spPr>
          <a:xfrm flipV="1">
            <a:off x="1045104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A34BC363-2DD1-403D-9AB6-DC41F6E65338}"/>
              </a:ext>
            </a:extLst>
          </p:cNvPr>
          <p:cNvCxnSpPr>
            <a:cxnSpLocks/>
          </p:cNvCxnSpPr>
          <p:nvPr/>
        </p:nvCxnSpPr>
        <p:spPr>
          <a:xfrm flipV="1">
            <a:off x="1681756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A749003B-2FD9-47FB-9084-4E2ECFA3C239}"/>
              </a:ext>
            </a:extLst>
          </p:cNvPr>
          <p:cNvCxnSpPr>
            <a:cxnSpLocks/>
          </p:cNvCxnSpPr>
          <p:nvPr/>
        </p:nvCxnSpPr>
        <p:spPr>
          <a:xfrm flipV="1">
            <a:off x="2000082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F0538897-A970-46B0-86EC-B7D81BDAD01D}"/>
              </a:ext>
            </a:extLst>
          </p:cNvPr>
          <p:cNvCxnSpPr>
            <a:cxnSpLocks/>
          </p:cNvCxnSpPr>
          <p:nvPr/>
        </p:nvCxnSpPr>
        <p:spPr>
          <a:xfrm flipV="1">
            <a:off x="2636734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147A3B21-E112-4616-B130-DCCDD9B98F2A}"/>
              </a:ext>
            </a:extLst>
          </p:cNvPr>
          <p:cNvSpPr txBox="1"/>
          <p:nvPr/>
        </p:nvSpPr>
        <p:spPr>
          <a:xfrm>
            <a:off x="1846379" y="20157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600FF7F3-4AB2-4020-9C2C-C99D2AC84B94}"/>
              </a:ext>
            </a:extLst>
          </p:cNvPr>
          <p:cNvCxnSpPr>
            <a:cxnSpLocks/>
          </p:cNvCxnSpPr>
          <p:nvPr/>
        </p:nvCxnSpPr>
        <p:spPr>
          <a:xfrm flipV="1">
            <a:off x="2328124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07EFD12D-5A69-44F7-8755-DAD241F068A0}"/>
              </a:ext>
            </a:extLst>
          </p:cNvPr>
          <p:cNvCxnSpPr>
            <a:cxnSpLocks/>
          </p:cNvCxnSpPr>
          <p:nvPr/>
        </p:nvCxnSpPr>
        <p:spPr>
          <a:xfrm flipV="1">
            <a:off x="296713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B3899ABC-D5E7-4506-B4BC-AE1F4A4CA4AC}"/>
              </a:ext>
            </a:extLst>
          </p:cNvPr>
          <p:cNvCxnSpPr>
            <a:cxnSpLocks/>
          </p:cNvCxnSpPr>
          <p:nvPr/>
        </p:nvCxnSpPr>
        <p:spPr>
          <a:xfrm flipV="1">
            <a:off x="362809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25E264F4-4EDA-4CF8-BC2C-491521E1FE9B}"/>
              </a:ext>
            </a:extLst>
          </p:cNvPr>
          <p:cNvSpPr txBox="1"/>
          <p:nvPr/>
        </p:nvSpPr>
        <p:spPr>
          <a:xfrm>
            <a:off x="3853548" y="20157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</a:t>
            </a: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00B2DFA5-21FD-45BB-9E4D-E019BC1065ED}"/>
              </a:ext>
            </a:extLst>
          </p:cNvPr>
          <p:cNvCxnSpPr>
            <a:cxnSpLocks/>
          </p:cNvCxnSpPr>
          <p:nvPr/>
        </p:nvCxnSpPr>
        <p:spPr>
          <a:xfrm>
            <a:off x="3425952" y="251460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7F29573F-3E59-4B9D-B50B-B7FC737B1A19}"/>
              </a:ext>
            </a:extLst>
          </p:cNvPr>
          <p:cNvCxnSpPr>
            <a:cxnSpLocks/>
          </p:cNvCxnSpPr>
          <p:nvPr/>
        </p:nvCxnSpPr>
        <p:spPr>
          <a:xfrm flipV="1">
            <a:off x="4000330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FA46D101-135F-4723-A4DA-5595C13CA02A}"/>
              </a:ext>
            </a:extLst>
          </p:cNvPr>
          <p:cNvCxnSpPr>
            <a:cxnSpLocks/>
          </p:cNvCxnSpPr>
          <p:nvPr/>
        </p:nvCxnSpPr>
        <p:spPr>
          <a:xfrm flipV="1">
            <a:off x="4636982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Arrow: Down 101">
            <a:extLst>
              <a:ext uri="{FF2B5EF4-FFF2-40B4-BE49-F238E27FC236}">
                <a16:creationId xmlns:a16="http://schemas.microsoft.com/office/drawing/2014/main" id="{75D14305-6628-4E3A-B726-EC8F97382219}"/>
              </a:ext>
            </a:extLst>
          </p:cNvPr>
          <p:cNvSpPr/>
          <p:nvPr/>
        </p:nvSpPr>
        <p:spPr>
          <a:xfrm>
            <a:off x="5472684" y="198783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AA16AEE-C52B-41C8-96EF-355856609A44}"/>
              </a:ext>
            </a:extLst>
          </p:cNvPr>
          <p:cNvSpPr txBox="1"/>
          <p:nvPr/>
        </p:nvSpPr>
        <p:spPr>
          <a:xfrm>
            <a:off x="5366324" y="164387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7.2</a:t>
            </a:r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BC627B51-E41E-4563-BEB2-1969E6CFC9F5}"/>
              </a:ext>
            </a:extLst>
          </p:cNvPr>
          <p:cNvCxnSpPr>
            <a:cxnSpLocks/>
          </p:cNvCxnSpPr>
          <p:nvPr/>
        </p:nvCxnSpPr>
        <p:spPr>
          <a:xfrm flipV="1">
            <a:off x="4318656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393B76AC-D9F7-4474-9FB8-B6BB22C03647}"/>
              </a:ext>
            </a:extLst>
          </p:cNvPr>
          <p:cNvCxnSpPr>
            <a:cxnSpLocks/>
          </p:cNvCxnSpPr>
          <p:nvPr/>
        </p:nvCxnSpPr>
        <p:spPr>
          <a:xfrm flipV="1">
            <a:off x="4955308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1D159C58-3D40-46EE-8771-C58E89EFE22E}"/>
              </a:ext>
            </a:extLst>
          </p:cNvPr>
          <p:cNvCxnSpPr>
            <a:cxnSpLocks/>
          </p:cNvCxnSpPr>
          <p:nvPr/>
        </p:nvCxnSpPr>
        <p:spPr>
          <a:xfrm flipV="1">
            <a:off x="5273634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8B44306F-A5D4-4A13-B52C-2409E060CB3F}"/>
              </a:ext>
            </a:extLst>
          </p:cNvPr>
          <p:cNvCxnSpPr>
            <a:cxnSpLocks/>
          </p:cNvCxnSpPr>
          <p:nvPr/>
        </p:nvCxnSpPr>
        <p:spPr>
          <a:xfrm flipV="1">
            <a:off x="5910286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B9A34D95-5693-4C4D-BEE1-95746948BCA9}"/>
              </a:ext>
            </a:extLst>
          </p:cNvPr>
          <p:cNvSpPr txBox="1"/>
          <p:nvPr/>
        </p:nvSpPr>
        <p:spPr>
          <a:xfrm>
            <a:off x="5127550" y="20157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D7394A6B-3B3C-41C4-8D76-ED64CDB7578C}"/>
              </a:ext>
            </a:extLst>
          </p:cNvPr>
          <p:cNvCxnSpPr>
            <a:cxnSpLocks/>
          </p:cNvCxnSpPr>
          <p:nvPr/>
        </p:nvCxnSpPr>
        <p:spPr>
          <a:xfrm flipV="1">
            <a:off x="5601676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2B57A5C5-B0D6-481E-93C4-136E23C091C1}"/>
              </a:ext>
            </a:extLst>
          </p:cNvPr>
          <p:cNvCxnSpPr>
            <a:cxnSpLocks/>
          </p:cNvCxnSpPr>
          <p:nvPr/>
        </p:nvCxnSpPr>
        <p:spPr>
          <a:xfrm flipV="1">
            <a:off x="6240683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08B2563B-C496-4093-8866-0FE6B9B7BF60}"/>
              </a:ext>
            </a:extLst>
          </p:cNvPr>
          <p:cNvCxnSpPr>
            <a:cxnSpLocks/>
          </p:cNvCxnSpPr>
          <p:nvPr/>
        </p:nvCxnSpPr>
        <p:spPr>
          <a:xfrm flipV="1">
            <a:off x="363636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5A2F29BD-CC25-4F91-B737-E9F6D29974A6}"/>
              </a:ext>
            </a:extLst>
          </p:cNvPr>
          <p:cNvSpPr txBox="1"/>
          <p:nvPr/>
        </p:nvSpPr>
        <p:spPr>
          <a:xfrm>
            <a:off x="7979016" y="201572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B23FD109-B308-45F3-96FE-BF71E63B83B4}"/>
              </a:ext>
            </a:extLst>
          </p:cNvPr>
          <p:cNvCxnSpPr>
            <a:cxnSpLocks/>
          </p:cNvCxnSpPr>
          <p:nvPr/>
        </p:nvCxnSpPr>
        <p:spPr>
          <a:xfrm>
            <a:off x="6710172" y="251460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6B1E19FE-9F75-4B04-B0C0-665AEDEA3C92}"/>
              </a:ext>
            </a:extLst>
          </p:cNvPr>
          <p:cNvCxnSpPr>
            <a:cxnSpLocks/>
          </p:cNvCxnSpPr>
          <p:nvPr/>
        </p:nvCxnSpPr>
        <p:spPr>
          <a:xfrm flipV="1">
            <a:off x="7120913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222C9BA0-9A3D-497A-A73E-2B8293190046}"/>
              </a:ext>
            </a:extLst>
          </p:cNvPr>
          <p:cNvCxnSpPr>
            <a:cxnSpLocks/>
          </p:cNvCxnSpPr>
          <p:nvPr/>
        </p:nvCxnSpPr>
        <p:spPr>
          <a:xfrm flipV="1">
            <a:off x="792224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Arrow: Down 116">
            <a:extLst>
              <a:ext uri="{FF2B5EF4-FFF2-40B4-BE49-F238E27FC236}">
                <a16:creationId xmlns:a16="http://schemas.microsoft.com/office/drawing/2014/main" id="{AC09850C-737E-407A-96B7-DC7DFD065FC5}"/>
              </a:ext>
            </a:extLst>
          </p:cNvPr>
          <p:cNvSpPr/>
          <p:nvPr/>
        </p:nvSpPr>
        <p:spPr>
          <a:xfrm>
            <a:off x="7194804" y="198783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4987686-0175-40E7-8866-A746EACC2BC1}"/>
              </a:ext>
            </a:extLst>
          </p:cNvPr>
          <p:cNvSpPr txBox="1"/>
          <p:nvPr/>
        </p:nvSpPr>
        <p:spPr>
          <a:xfrm>
            <a:off x="7029935" y="164387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6.25</a:t>
            </a:r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A935E491-851F-4725-BC64-595DEF86E772}"/>
              </a:ext>
            </a:extLst>
          </p:cNvPr>
          <p:cNvCxnSpPr>
            <a:cxnSpLocks/>
          </p:cNvCxnSpPr>
          <p:nvPr/>
        </p:nvCxnSpPr>
        <p:spPr>
          <a:xfrm flipV="1">
            <a:off x="7321245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BC3D0D45-B3AE-400C-BEB9-D054E97281EA}"/>
              </a:ext>
            </a:extLst>
          </p:cNvPr>
          <p:cNvCxnSpPr>
            <a:cxnSpLocks/>
          </p:cNvCxnSpPr>
          <p:nvPr/>
        </p:nvCxnSpPr>
        <p:spPr>
          <a:xfrm flipV="1">
            <a:off x="8523237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BD609A84-933E-43E5-AE40-DEBE6C0BB992}"/>
              </a:ext>
            </a:extLst>
          </p:cNvPr>
          <p:cNvCxnSpPr>
            <a:cxnSpLocks/>
          </p:cNvCxnSpPr>
          <p:nvPr/>
        </p:nvCxnSpPr>
        <p:spPr>
          <a:xfrm flipV="1">
            <a:off x="892390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2D69237A-A10A-4A73-9C52-138DEC46736D}"/>
              </a:ext>
            </a:extLst>
          </p:cNvPr>
          <p:cNvCxnSpPr>
            <a:cxnSpLocks/>
          </p:cNvCxnSpPr>
          <p:nvPr/>
        </p:nvCxnSpPr>
        <p:spPr>
          <a:xfrm flipV="1">
            <a:off x="9324565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F8A8EBB6-6626-489D-A007-A723F6C34BAA}"/>
              </a:ext>
            </a:extLst>
          </p:cNvPr>
          <p:cNvSpPr txBox="1"/>
          <p:nvPr/>
        </p:nvSpPr>
        <p:spPr>
          <a:xfrm>
            <a:off x="8971841" y="201572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8</a:t>
            </a: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FB9A0701-7AFC-4ED0-9FD1-4BEEA50F4EB6}"/>
              </a:ext>
            </a:extLst>
          </p:cNvPr>
          <p:cNvCxnSpPr>
            <a:cxnSpLocks/>
          </p:cNvCxnSpPr>
          <p:nvPr/>
        </p:nvCxnSpPr>
        <p:spPr>
          <a:xfrm flipV="1">
            <a:off x="9124233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71DC16CA-3476-4E3F-BB32-59B390DEC774}"/>
              </a:ext>
            </a:extLst>
          </p:cNvPr>
          <p:cNvCxnSpPr>
            <a:cxnSpLocks/>
          </p:cNvCxnSpPr>
          <p:nvPr/>
        </p:nvCxnSpPr>
        <p:spPr>
          <a:xfrm flipV="1">
            <a:off x="9524903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A2E4213D-27AA-4647-A176-BBB65525A7AA}"/>
              </a:ext>
            </a:extLst>
          </p:cNvPr>
          <p:cNvCxnSpPr>
            <a:cxnSpLocks/>
          </p:cNvCxnSpPr>
          <p:nvPr/>
        </p:nvCxnSpPr>
        <p:spPr>
          <a:xfrm flipV="1">
            <a:off x="692058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DD4AE97B-B1DF-48AE-9819-A9F2475A5310}"/>
              </a:ext>
            </a:extLst>
          </p:cNvPr>
          <p:cNvSpPr txBox="1"/>
          <p:nvPr/>
        </p:nvSpPr>
        <p:spPr>
          <a:xfrm>
            <a:off x="472554" y="33568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791F9589-1E36-4BC9-BAF9-286F6BE847A2}"/>
              </a:ext>
            </a:extLst>
          </p:cNvPr>
          <p:cNvCxnSpPr>
            <a:cxnSpLocks/>
          </p:cNvCxnSpPr>
          <p:nvPr/>
        </p:nvCxnSpPr>
        <p:spPr>
          <a:xfrm>
            <a:off x="152400" y="38557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C9B2E1D3-C5BF-4053-8322-EFA647995617}"/>
              </a:ext>
            </a:extLst>
          </p:cNvPr>
          <p:cNvCxnSpPr>
            <a:cxnSpLocks/>
          </p:cNvCxnSpPr>
          <p:nvPr/>
        </p:nvCxnSpPr>
        <p:spPr>
          <a:xfrm flipV="1">
            <a:off x="623241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3FBAC284-225D-49E3-8B17-421742095118}"/>
              </a:ext>
            </a:extLst>
          </p:cNvPr>
          <p:cNvCxnSpPr>
            <a:cxnSpLocks/>
          </p:cNvCxnSpPr>
          <p:nvPr/>
        </p:nvCxnSpPr>
        <p:spPr>
          <a:xfrm flipV="1">
            <a:off x="1664969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Arrow: Down 131">
            <a:extLst>
              <a:ext uri="{FF2B5EF4-FFF2-40B4-BE49-F238E27FC236}">
                <a16:creationId xmlns:a16="http://schemas.microsoft.com/office/drawing/2014/main" id="{B176A201-1714-4FA8-8677-4254835F21DD}"/>
              </a:ext>
            </a:extLst>
          </p:cNvPr>
          <p:cNvSpPr/>
          <p:nvPr/>
        </p:nvSpPr>
        <p:spPr>
          <a:xfrm>
            <a:off x="1277112" y="33289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8524FA95-E923-4F9B-9EA2-92BD7E46CE4B}"/>
              </a:ext>
            </a:extLst>
          </p:cNvPr>
          <p:cNvSpPr txBox="1"/>
          <p:nvPr/>
        </p:nvSpPr>
        <p:spPr>
          <a:xfrm>
            <a:off x="1258115" y="2984992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46925C79-78CD-4675-A3AA-A407D780D29A}"/>
              </a:ext>
            </a:extLst>
          </p:cNvPr>
          <p:cNvCxnSpPr>
            <a:cxnSpLocks/>
          </p:cNvCxnSpPr>
          <p:nvPr/>
        </p:nvCxnSpPr>
        <p:spPr>
          <a:xfrm flipV="1">
            <a:off x="1404537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DF392F98-3009-48C2-9905-D94EF4F35D13}"/>
              </a:ext>
            </a:extLst>
          </p:cNvPr>
          <p:cNvCxnSpPr>
            <a:cxnSpLocks/>
          </p:cNvCxnSpPr>
          <p:nvPr/>
        </p:nvCxnSpPr>
        <p:spPr>
          <a:xfrm flipV="1">
            <a:off x="1925401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D48866A9-C4D2-40BE-903F-C97BEF9E6016}"/>
              </a:ext>
            </a:extLst>
          </p:cNvPr>
          <p:cNvCxnSpPr>
            <a:cxnSpLocks/>
          </p:cNvCxnSpPr>
          <p:nvPr/>
        </p:nvCxnSpPr>
        <p:spPr>
          <a:xfrm flipV="1">
            <a:off x="218583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F74A7DB6-9E1B-4AF1-99B7-4A5ECC62064D}"/>
              </a:ext>
            </a:extLst>
          </p:cNvPr>
          <p:cNvCxnSpPr>
            <a:cxnSpLocks/>
          </p:cNvCxnSpPr>
          <p:nvPr/>
        </p:nvCxnSpPr>
        <p:spPr>
          <a:xfrm flipV="1">
            <a:off x="2706697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368EE5F8-F227-4D57-B959-E16CDFFC6EA0}"/>
              </a:ext>
            </a:extLst>
          </p:cNvPr>
          <p:cNvSpPr txBox="1"/>
          <p:nvPr/>
        </p:nvSpPr>
        <p:spPr>
          <a:xfrm>
            <a:off x="989129" y="335684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</a:t>
            </a:r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4F4A17E6-019B-4F63-BBCB-C50B81EDFE24}"/>
              </a:ext>
            </a:extLst>
          </p:cNvPr>
          <p:cNvCxnSpPr>
            <a:cxnSpLocks/>
          </p:cNvCxnSpPr>
          <p:nvPr/>
        </p:nvCxnSpPr>
        <p:spPr>
          <a:xfrm flipV="1">
            <a:off x="2446265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AA95BCE3-A141-4D96-BF76-AD1D9CA96C1C}"/>
              </a:ext>
            </a:extLst>
          </p:cNvPr>
          <p:cNvCxnSpPr>
            <a:cxnSpLocks/>
          </p:cNvCxnSpPr>
          <p:nvPr/>
        </p:nvCxnSpPr>
        <p:spPr>
          <a:xfrm flipV="1">
            <a:off x="2967131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3F617E0C-89EF-4E72-B76D-C5A1EAA5D5DE}"/>
              </a:ext>
            </a:extLst>
          </p:cNvPr>
          <p:cNvCxnSpPr>
            <a:cxnSpLocks/>
          </p:cNvCxnSpPr>
          <p:nvPr/>
        </p:nvCxnSpPr>
        <p:spPr>
          <a:xfrm flipV="1">
            <a:off x="362809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F617DE81-33A3-46D5-B841-B8B33A429398}"/>
              </a:ext>
            </a:extLst>
          </p:cNvPr>
          <p:cNvCxnSpPr>
            <a:cxnSpLocks/>
          </p:cNvCxnSpPr>
          <p:nvPr/>
        </p:nvCxnSpPr>
        <p:spPr>
          <a:xfrm flipV="1">
            <a:off x="57983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25531C52-35E8-4F7E-B488-655B9D69F7F6}"/>
              </a:ext>
            </a:extLst>
          </p:cNvPr>
          <p:cNvCxnSpPr>
            <a:cxnSpLocks/>
          </p:cNvCxnSpPr>
          <p:nvPr/>
        </p:nvCxnSpPr>
        <p:spPr>
          <a:xfrm flipV="1">
            <a:off x="796863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id="{01D27054-447B-421D-9836-C8F76309D6F9}"/>
              </a:ext>
            </a:extLst>
          </p:cNvPr>
          <p:cNvCxnSpPr>
            <a:cxnSpLocks/>
          </p:cNvCxnSpPr>
          <p:nvPr/>
        </p:nvCxnSpPr>
        <p:spPr>
          <a:xfrm flipV="1">
            <a:off x="1230917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Straight Connector 278">
            <a:extLst>
              <a:ext uri="{FF2B5EF4-FFF2-40B4-BE49-F238E27FC236}">
                <a16:creationId xmlns:a16="http://schemas.microsoft.com/office/drawing/2014/main" id="{35A2FD92-0378-4F10-A0A3-B8DDFB87DBC7}"/>
              </a:ext>
            </a:extLst>
          </p:cNvPr>
          <p:cNvCxnSpPr>
            <a:cxnSpLocks/>
          </p:cNvCxnSpPr>
          <p:nvPr/>
        </p:nvCxnSpPr>
        <p:spPr>
          <a:xfrm flipV="1">
            <a:off x="166497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Straight Connector 280">
            <a:extLst>
              <a:ext uri="{FF2B5EF4-FFF2-40B4-BE49-F238E27FC236}">
                <a16:creationId xmlns:a16="http://schemas.microsoft.com/office/drawing/2014/main" id="{D2ABEE2F-5180-443A-A4A1-5883C2730475}"/>
              </a:ext>
            </a:extLst>
          </p:cNvPr>
          <p:cNvCxnSpPr>
            <a:cxnSpLocks/>
          </p:cNvCxnSpPr>
          <p:nvPr/>
        </p:nvCxnSpPr>
        <p:spPr>
          <a:xfrm flipV="1">
            <a:off x="5426831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9896F066-79F4-4624-8063-C9292852FEC5}"/>
              </a:ext>
            </a:extLst>
          </p:cNvPr>
          <p:cNvCxnSpPr>
            <a:cxnSpLocks/>
          </p:cNvCxnSpPr>
          <p:nvPr/>
        </p:nvCxnSpPr>
        <p:spPr>
          <a:xfrm flipV="1">
            <a:off x="510129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Straight Connector 282">
            <a:extLst>
              <a:ext uri="{FF2B5EF4-FFF2-40B4-BE49-F238E27FC236}">
                <a16:creationId xmlns:a16="http://schemas.microsoft.com/office/drawing/2014/main" id="{EF5B6A98-1F0D-4793-9DFB-D2CF2CEFFB27}"/>
              </a:ext>
            </a:extLst>
          </p:cNvPr>
          <p:cNvCxnSpPr>
            <a:cxnSpLocks/>
          </p:cNvCxnSpPr>
          <p:nvPr/>
        </p:nvCxnSpPr>
        <p:spPr>
          <a:xfrm flipV="1">
            <a:off x="477575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Connector 283">
            <a:extLst>
              <a:ext uri="{FF2B5EF4-FFF2-40B4-BE49-F238E27FC236}">
                <a16:creationId xmlns:a16="http://schemas.microsoft.com/office/drawing/2014/main" id="{0BE0A132-30AE-40AC-B801-797E78FD0C38}"/>
              </a:ext>
            </a:extLst>
          </p:cNvPr>
          <p:cNvCxnSpPr>
            <a:cxnSpLocks/>
          </p:cNvCxnSpPr>
          <p:nvPr/>
        </p:nvCxnSpPr>
        <p:spPr>
          <a:xfrm flipV="1">
            <a:off x="428744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Straight Connector 284">
            <a:extLst>
              <a:ext uri="{FF2B5EF4-FFF2-40B4-BE49-F238E27FC236}">
                <a16:creationId xmlns:a16="http://schemas.microsoft.com/office/drawing/2014/main" id="{935A86B0-88EC-480E-97BD-FF7669FA70AE}"/>
              </a:ext>
            </a:extLst>
          </p:cNvPr>
          <p:cNvCxnSpPr>
            <a:cxnSpLocks/>
          </p:cNvCxnSpPr>
          <p:nvPr/>
        </p:nvCxnSpPr>
        <p:spPr>
          <a:xfrm flipV="1">
            <a:off x="412467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07EB0E8F-ECDC-4CC2-9F48-A930FEED2511}"/>
              </a:ext>
            </a:extLst>
          </p:cNvPr>
          <p:cNvCxnSpPr>
            <a:cxnSpLocks/>
          </p:cNvCxnSpPr>
          <p:nvPr/>
        </p:nvCxnSpPr>
        <p:spPr>
          <a:xfrm flipV="1">
            <a:off x="526406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9BD89C36-C0EA-4457-9506-57DF84076607}"/>
              </a:ext>
            </a:extLst>
          </p:cNvPr>
          <p:cNvCxnSpPr>
            <a:cxnSpLocks/>
          </p:cNvCxnSpPr>
          <p:nvPr/>
        </p:nvCxnSpPr>
        <p:spPr>
          <a:xfrm flipV="1">
            <a:off x="493852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84FC1C2A-DE10-4855-88AA-912129DECCD7}"/>
              </a:ext>
            </a:extLst>
          </p:cNvPr>
          <p:cNvCxnSpPr>
            <a:cxnSpLocks/>
          </p:cNvCxnSpPr>
          <p:nvPr/>
        </p:nvCxnSpPr>
        <p:spPr>
          <a:xfrm flipV="1">
            <a:off x="461298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B8737BF2-CF3D-475E-BEF6-AC52A3167F2D}"/>
              </a:ext>
            </a:extLst>
          </p:cNvPr>
          <p:cNvCxnSpPr>
            <a:cxnSpLocks/>
          </p:cNvCxnSpPr>
          <p:nvPr/>
        </p:nvCxnSpPr>
        <p:spPr>
          <a:xfrm flipV="1">
            <a:off x="7521577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F7F22526-525E-4EA8-A8FE-DBA6476EFD07}"/>
              </a:ext>
            </a:extLst>
          </p:cNvPr>
          <p:cNvCxnSpPr>
            <a:cxnSpLocks/>
          </p:cNvCxnSpPr>
          <p:nvPr/>
        </p:nvCxnSpPr>
        <p:spPr>
          <a:xfrm flipV="1">
            <a:off x="7721909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F7F066EF-27A5-4E30-A8EF-91A7CB6EEF10}"/>
              </a:ext>
            </a:extLst>
          </p:cNvPr>
          <p:cNvCxnSpPr>
            <a:cxnSpLocks/>
          </p:cNvCxnSpPr>
          <p:nvPr/>
        </p:nvCxnSpPr>
        <p:spPr>
          <a:xfrm flipV="1">
            <a:off x="8122573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849CEE06-0A9B-4414-8D3B-6F18BA374263}"/>
              </a:ext>
            </a:extLst>
          </p:cNvPr>
          <p:cNvCxnSpPr>
            <a:cxnSpLocks/>
          </p:cNvCxnSpPr>
          <p:nvPr/>
        </p:nvCxnSpPr>
        <p:spPr>
          <a:xfrm flipV="1">
            <a:off x="8322905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AA22140B-BF43-4457-8EBF-8CBFA5911B4F}"/>
              </a:ext>
            </a:extLst>
          </p:cNvPr>
          <p:cNvCxnSpPr>
            <a:cxnSpLocks/>
          </p:cNvCxnSpPr>
          <p:nvPr/>
        </p:nvCxnSpPr>
        <p:spPr>
          <a:xfrm flipV="1">
            <a:off x="8723569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40D96B0E-2535-4D81-A469-AA111E0BB9CE}"/>
              </a:ext>
            </a:extLst>
          </p:cNvPr>
          <p:cNvCxnSpPr>
            <a:cxnSpLocks/>
          </p:cNvCxnSpPr>
          <p:nvPr/>
        </p:nvCxnSpPr>
        <p:spPr>
          <a:xfrm flipV="1">
            <a:off x="88367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Straight Connector 294">
            <a:extLst>
              <a:ext uri="{FF2B5EF4-FFF2-40B4-BE49-F238E27FC236}">
                <a16:creationId xmlns:a16="http://schemas.microsoft.com/office/drawing/2014/main" id="{B18BD329-0479-43DF-81E3-FD973F00B5C4}"/>
              </a:ext>
            </a:extLst>
          </p:cNvPr>
          <p:cNvCxnSpPr>
            <a:cxnSpLocks/>
          </p:cNvCxnSpPr>
          <p:nvPr/>
        </p:nvCxnSpPr>
        <p:spPr>
          <a:xfrm flipV="1">
            <a:off x="1144105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0E9B9FF-37D8-5918-4185-467995B0A0AC}"/>
              </a:ext>
            </a:extLst>
          </p:cNvPr>
          <p:cNvSpPr txBox="1"/>
          <p:nvPr/>
        </p:nvSpPr>
        <p:spPr>
          <a:xfrm>
            <a:off x="-23305" y="-61546"/>
            <a:ext cx="14228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b="1" dirty="0"/>
              <a:t>ТУУРА</a:t>
            </a:r>
            <a:r>
              <a:rPr lang="ru-RU" sz="1400" dirty="0"/>
              <a:t> же </a:t>
            </a:r>
            <a:r>
              <a:rPr lang="ru-RU" sz="1400" b="1" dirty="0"/>
              <a:t>КАТА</a:t>
            </a:r>
            <a:r>
              <a:rPr lang="en-GB" sz="1400" dirty="0"/>
              <a:t>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8895F9-8A49-F5F9-C57B-9697D717542B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А</a:t>
            </a:r>
            <a:endParaRPr lang="en-GB" sz="1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109BC5-1C2E-B596-EF22-037FDBCA9AEB}"/>
              </a:ext>
            </a:extLst>
          </p:cNvPr>
          <p:cNvSpPr txBox="1"/>
          <p:nvPr/>
        </p:nvSpPr>
        <p:spPr>
          <a:xfrm>
            <a:off x="3273243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Б</a:t>
            </a:r>
            <a:endParaRPr lang="en-GB" sz="16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611813-1852-4059-AF17-498C057C3AAA}"/>
              </a:ext>
            </a:extLst>
          </p:cNvPr>
          <p:cNvSpPr txBox="1"/>
          <p:nvPr/>
        </p:nvSpPr>
        <p:spPr>
          <a:xfrm>
            <a:off x="-1990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Г</a:t>
            </a:r>
            <a:endParaRPr lang="en-GB" sz="1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9EFE2F-1B0B-07F2-28A1-5E501CA50E0A}"/>
              </a:ext>
            </a:extLst>
          </p:cNvPr>
          <p:cNvSpPr txBox="1"/>
          <p:nvPr/>
        </p:nvSpPr>
        <p:spPr>
          <a:xfrm>
            <a:off x="3273243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Д</a:t>
            </a:r>
            <a:endParaRPr lang="en-GB" sz="1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BF1B94-3B3C-7CC9-8A70-B3B7B8ADDC7D}"/>
              </a:ext>
            </a:extLst>
          </p:cNvPr>
          <p:cNvSpPr txBox="1"/>
          <p:nvPr/>
        </p:nvSpPr>
        <p:spPr>
          <a:xfrm>
            <a:off x="-1990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Ё</a:t>
            </a:r>
            <a:endParaRPr lang="en-GB" sz="16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8EF725-94D7-CB34-02E7-1594DB18413E}"/>
              </a:ext>
            </a:extLst>
          </p:cNvPr>
          <p:cNvSpPr txBox="1"/>
          <p:nvPr/>
        </p:nvSpPr>
        <p:spPr>
          <a:xfrm>
            <a:off x="6543981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В</a:t>
            </a:r>
            <a:endParaRPr lang="en-GB" sz="16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4CBE3C-B5BA-5B54-A2F9-C3EBB29EFA25}"/>
              </a:ext>
            </a:extLst>
          </p:cNvPr>
          <p:cNvSpPr txBox="1"/>
          <p:nvPr/>
        </p:nvSpPr>
        <p:spPr>
          <a:xfrm>
            <a:off x="6543981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Е</a:t>
            </a:r>
            <a:endParaRPr lang="en-GB" sz="1600" b="1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B7BFFAA-04B5-DED3-BCB7-DE7670732C7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853565" y="221690"/>
            <a:ext cx="408033" cy="40803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18E6064-79B8-3BDF-3515-C9B2500D2DB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6100400" y="232183"/>
            <a:ext cx="408033" cy="40803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79010AC-8331-ABF7-5B6C-3E420644358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99145" y="221690"/>
            <a:ext cx="408033" cy="40803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84FF6B5-28B7-1816-190C-17388DFAA70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853565" y="1562810"/>
            <a:ext cx="408033" cy="40803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1245002-D7CF-0B79-B015-4EA40C6BFF3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6100400" y="1573303"/>
            <a:ext cx="408033" cy="40803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0D1FFB5-3395-EB8A-82C5-08E0B1EB23E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377000" y="1573303"/>
            <a:ext cx="408033" cy="40803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6EF4559-4278-29E4-FC1D-187536242D9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2831420" y="2883943"/>
            <a:ext cx="408033" cy="408033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2A118D87-8347-FD37-3610-3954EC3D03BA}"/>
              </a:ext>
            </a:extLst>
          </p:cNvPr>
          <p:cNvSpPr/>
          <p:nvPr/>
        </p:nvSpPr>
        <p:spPr>
          <a:xfrm>
            <a:off x="4360917" y="5106033"/>
            <a:ext cx="514442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Кээ бир жооптор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10813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DF59E264-B1E0-4B61-BA01-5489B067C95E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624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780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1847095305"/>
                    </a:ext>
                  </a:extLst>
                </a:gridCol>
              </a:tblGrid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91EF0D0-56DF-403D-9EC3-C3270A38FEE2}"/>
              </a:ext>
            </a:extLst>
          </p:cNvPr>
          <p:cNvSpPr txBox="1"/>
          <p:nvPr/>
        </p:nvSpPr>
        <p:spPr>
          <a:xfrm>
            <a:off x="2809787" y="-60351"/>
            <a:ext cx="71876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Белгиленген сандарды шкала</a:t>
            </a:r>
            <a:r>
              <a:rPr lang="ky-KG" sz="1400" dirty="0"/>
              <a:t>да</a:t>
            </a:r>
            <a:r>
              <a:rPr lang="ru-RU" sz="1400" dirty="0"/>
              <a:t> </a:t>
            </a:r>
            <a:r>
              <a:rPr lang="ru-RU" sz="1400" b="1" dirty="0"/>
              <a:t>ТУУРА</a:t>
            </a:r>
            <a:r>
              <a:rPr lang="ru-RU" sz="1400" dirty="0"/>
              <a:t> же </a:t>
            </a:r>
            <a:r>
              <a:rPr lang="ru-RU" sz="1400" b="1" dirty="0"/>
              <a:t>КАТА көрсөтүлгөнүн</a:t>
            </a:r>
            <a:r>
              <a:rPr lang="ru-RU" sz="1400" dirty="0"/>
              <a:t> аныкта!</a:t>
            </a:r>
            <a:endParaRPr lang="en-GB" sz="1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2ACC07B-9D6C-4BE7-A2A2-1DA9B6C8E8E8}"/>
              </a:ext>
            </a:extLst>
          </p:cNvPr>
          <p:cNvSpPr txBox="1"/>
          <p:nvPr/>
        </p:nvSpPr>
        <p:spPr>
          <a:xfrm>
            <a:off x="209664" y="6517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1BFFCFA-DE47-4860-89DC-C0F13224F7A6}"/>
              </a:ext>
            </a:extLst>
          </p:cNvPr>
          <p:cNvCxnSpPr>
            <a:cxnSpLocks/>
          </p:cNvCxnSpPr>
          <p:nvPr/>
        </p:nvCxnSpPr>
        <p:spPr>
          <a:xfrm>
            <a:off x="152400" y="11506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7CAFD1A-DD01-41C5-85AB-04107D8A1FC0}"/>
              </a:ext>
            </a:extLst>
          </p:cNvPr>
          <p:cNvCxnSpPr>
            <a:cxnSpLocks/>
          </p:cNvCxnSpPr>
          <p:nvPr/>
        </p:nvCxnSpPr>
        <p:spPr>
          <a:xfrm flipV="1">
            <a:off x="1013890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8D09D7A-E7F1-4E1B-8A2B-0B511BCAF840}"/>
              </a:ext>
            </a:extLst>
          </p:cNvPr>
          <p:cNvCxnSpPr>
            <a:cxnSpLocks/>
          </p:cNvCxnSpPr>
          <p:nvPr/>
        </p:nvCxnSpPr>
        <p:spPr>
          <a:xfrm flipV="1">
            <a:off x="1881998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rrow: Down 40">
            <a:extLst>
              <a:ext uri="{FF2B5EF4-FFF2-40B4-BE49-F238E27FC236}">
                <a16:creationId xmlns:a16="http://schemas.microsoft.com/office/drawing/2014/main" id="{4485DDF7-1B5F-48C5-BF08-F7F59C91AAB7}"/>
              </a:ext>
            </a:extLst>
          </p:cNvPr>
          <p:cNvSpPr/>
          <p:nvPr/>
        </p:nvSpPr>
        <p:spPr>
          <a:xfrm>
            <a:off x="1528572" y="6238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6346C2D-EF90-49FF-A006-E3C377CC7062}"/>
              </a:ext>
            </a:extLst>
          </p:cNvPr>
          <p:cNvSpPr txBox="1"/>
          <p:nvPr/>
        </p:nvSpPr>
        <p:spPr>
          <a:xfrm>
            <a:off x="1422212" y="27989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7.6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5CD4437-6B67-4006-A78D-0558EA8481F1}"/>
              </a:ext>
            </a:extLst>
          </p:cNvPr>
          <p:cNvCxnSpPr>
            <a:cxnSpLocks/>
          </p:cNvCxnSpPr>
          <p:nvPr/>
        </p:nvCxnSpPr>
        <p:spPr>
          <a:xfrm flipV="1">
            <a:off x="1447944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3B40168-87D1-4EE8-8388-00E0BF4A3C6D}"/>
              </a:ext>
            </a:extLst>
          </p:cNvPr>
          <p:cNvCxnSpPr>
            <a:cxnSpLocks/>
          </p:cNvCxnSpPr>
          <p:nvPr/>
        </p:nvCxnSpPr>
        <p:spPr>
          <a:xfrm flipV="1">
            <a:off x="2099025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8040816-4D57-4C01-A90F-A8B13EF246AC}"/>
              </a:ext>
            </a:extLst>
          </p:cNvPr>
          <p:cNvCxnSpPr>
            <a:cxnSpLocks/>
          </p:cNvCxnSpPr>
          <p:nvPr/>
        </p:nvCxnSpPr>
        <p:spPr>
          <a:xfrm flipV="1">
            <a:off x="2316052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81363CC-34B7-4E96-B228-06DCD3C2E1B9}"/>
              </a:ext>
            </a:extLst>
          </p:cNvPr>
          <p:cNvCxnSpPr>
            <a:cxnSpLocks/>
          </p:cNvCxnSpPr>
          <p:nvPr/>
        </p:nvCxnSpPr>
        <p:spPr>
          <a:xfrm flipV="1">
            <a:off x="275010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0138DF61-C503-4B63-A065-8E261EB82AC5}"/>
              </a:ext>
            </a:extLst>
          </p:cNvPr>
          <p:cNvSpPr txBox="1"/>
          <p:nvPr/>
        </p:nvSpPr>
        <p:spPr>
          <a:xfrm>
            <a:off x="2372159" y="65174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8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955DED6E-A985-455D-8443-1B9C9CF704DA}"/>
              </a:ext>
            </a:extLst>
          </p:cNvPr>
          <p:cNvCxnSpPr>
            <a:cxnSpLocks/>
          </p:cNvCxnSpPr>
          <p:nvPr/>
        </p:nvCxnSpPr>
        <p:spPr>
          <a:xfrm flipV="1">
            <a:off x="2533079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0941FBA-B9F6-4526-A1B1-970B95A4CB0D}"/>
              </a:ext>
            </a:extLst>
          </p:cNvPr>
          <p:cNvCxnSpPr>
            <a:cxnSpLocks/>
          </p:cNvCxnSpPr>
          <p:nvPr/>
        </p:nvCxnSpPr>
        <p:spPr>
          <a:xfrm flipV="1">
            <a:off x="296713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BFFDFAD-FD71-4C5A-B434-86D953B81EE9}"/>
              </a:ext>
            </a:extLst>
          </p:cNvPr>
          <p:cNvCxnSpPr>
            <a:cxnSpLocks/>
          </p:cNvCxnSpPr>
          <p:nvPr/>
        </p:nvCxnSpPr>
        <p:spPr>
          <a:xfrm flipV="1">
            <a:off x="362809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8856EDB2-E9A2-4A89-832D-3177F2719BA9}"/>
              </a:ext>
            </a:extLst>
          </p:cNvPr>
          <p:cNvSpPr txBox="1"/>
          <p:nvPr/>
        </p:nvSpPr>
        <p:spPr>
          <a:xfrm>
            <a:off x="3649586" y="6517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1E2ECD4-705B-42FF-9282-15B74D6C1626}"/>
              </a:ext>
            </a:extLst>
          </p:cNvPr>
          <p:cNvCxnSpPr>
            <a:cxnSpLocks/>
          </p:cNvCxnSpPr>
          <p:nvPr/>
        </p:nvCxnSpPr>
        <p:spPr>
          <a:xfrm>
            <a:off x="3425952" y="11506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7547432-246E-4AFC-A370-3C7F310E6A5F}"/>
              </a:ext>
            </a:extLst>
          </p:cNvPr>
          <p:cNvCxnSpPr>
            <a:cxnSpLocks/>
          </p:cNvCxnSpPr>
          <p:nvPr/>
        </p:nvCxnSpPr>
        <p:spPr>
          <a:xfrm flipV="1">
            <a:off x="3799131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47019C50-35BE-4BDA-8AF5-9CF1DA54906C}"/>
              </a:ext>
            </a:extLst>
          </p:cNvPr>
          <p:cNvCxnSpPr>
            <a:cxnSpLocks/>
          </p:cNvCxnSpPr>
          <p:nvPr/>
        </p:nvCxnSpPr>
        <p:spPr>
          <a:xfrm flipV="1">
            <a:off x="445021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Arrow: Down 56">
            <a:extLst>
              <a:ext uri="{FF2B5EF4-FFF2-40B4-BE49-F238E27FC236}">
                <a16:creationId xmlns:a16="http://schemas.microsoft.com/office/drawing/2014/main" id="{383BAEF5-04E8-475A-88F4-F4E1C7889C8D}"/>
              </a:ext>
            </a:extLst>
          </p:cNvPr>
          <p:cNvSpPr/>
          <p:nvPr/>
        </p:nvSpPr>
        <p:spPr>
          <a:xfrm>
            <a:off x="5617464" y="6238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579F962-0C3C-4C80-8CE7-F974F6DA8A39}"/>
              </a:ext>
            </a:extLst>
          </p:cNvPr>
          <p:cNvSpPr txBox="1"/>
          <p:nvPr/>
        </p:nvSpPr>
        <p:spPr>
          <a:xfrm>
            <a:off x="5495864" y="27989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5.3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91180ED-693C-48A4-B817-3AD33712750C}"/>
              </a:ext>
            </a:extLst>
          </p:cNvPr>
          <p:cNvCxnSpPr>
            <a:cxnSpLocks/>
          </p:cNvCxnSpPr>
          <p:nvPr/>
        </p:nvCxnSpPr>
        <p:spPr>
          <a:xfrm flipV="1">
            <a:off x="396190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46187A1-C56D-43D0-ACD7-8A636BF44ACF}"/>
              </a:ext>
            </a:extLst>
          </p:cNvPr>
          <p:cNvCxnSpPr>
            <a:cxnSpLocks/>
          </p:cNvCxnSpPr>
          <p:nvPr/>
        </p:nvCxnSpPr>
        <p:spPr>
          <a:xfrm flipV="1">
            <a:off x="558960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DD094AA-A6B3-40AF-9675-A737D3324CF4}"/>
              </a:ext>
            </a:extLst>
          </p:cNvPr>
          <p:cNvCxnSpPr>
            <a:cxnSpLocks/>
          </p:cNvCxnSpPr>
          <p:nvPr/>
        </p:nvCxnSpPr>
        <p:spPr>
          <a:xfrm flipV="1">
            <a:off x="575237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03A1F63-5CD1-4A3C-B4C9-DF45CDC011A3}"/>
              </a:ext>
            </a:extLst>
          </p:cNvPr>
          <p:cNvCxnSpPr>
            <a:cxnSpLocks/>
          </p:cNvCxnSpPr>
          <p:nvPr/>
        </p:nvCxnSpPr>
        <p:spPr>
          <a:xfrm flipV="1">
            <a:off x="607791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5967083F-FC3B-4379-9AC5-15F759BF94F4}"/>
              </a:ext>
            </a:extLst>
          </p:cNvPr>
          <p:cNvSpPr txBox="1"/>
          <p:nvPr/>
        </p:nvSpPr>
        <p:spPr>
          <a:xfrm>
            <a:off x="5276141" y="65174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6DC5966-0951-4552-8D64-2692637DD854}"/>
              </a:ext>
            </a:extLst>
          </p:cNvPr>
          <p:cNvCxnSpPr>
            <a:cxnSpLocks/>
          </p:cNvCxnSpPr>
          <p:nvPr/>
        </p:nvCxnSpPr>
        <p:spPr>
          <a:xfrm flipV="1">
            <a:off x="591514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C098492-36D5-4C4E-8FB0-8F1D4FD8D6C9}"/>
              </a:ext>
            </a:extLst>
          </p:cNvPr>
          <p:cNvCxnSpPr>
            <a:cxnSpLocks/>
          </p:cNvCxnSpPr>
          <p:nvPr/>
        </p:nvCxnSpPr>
        <p:spPr>
          <a:xfrm flipV="1">
            <a:off x="6240683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EA89D45B-361D-4C12-A9BA-8D37AC06FA77}"/>
              </a:ext>
            </a:extLst>
          </p:cNvPr>
          <p:cNvCxnSpPr>
            <a:cxnSpLocks/>
          </p:cNvCxnSpPr>
          <p:nvPr/>
        </p:nvCxnSpPr>
        <p:spPr>
          <a:xfrm flipV="1">
            <a:off x="363636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8331CB6A-5B48-4C95-9B7F-E4A115E4B5DE}"/>
              </a:ext>
            </a:extLst>
          </p:cNvPr>
          <p:cNvSpPr txBox="1"/>
          <p:nvPr/>
        </p:nvSpPr>
        <p:spPr>
          <a:xfrm>
            <a:off x="7136244" y="6517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8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66540EC-2B4F-4A7E-A7D8-DEC049F0C832}"/>
              </a:ext>
            </a:extLst>
          </p:cNvPr>
          <p:cNvCxnSpPr>
            <a:cxnSpLocks/>
          </p:cNvCxnSpPr>
          <p:nvPr/>
        </p:nvCxnSpPr>
        <p:spPr>
          <a:xfrm>
            <a:off x="6710172" y="11506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5A2DB5BB-B72F-4F2A-B73C-08F073005279}"/>
              </a:ext>
            </a:extLst>
          </p:cNvPr>
          <p:cNvCxnSpPr>
            <a:cxnSpLocks/>
          </p:cNvCxnSpPr>
          <p:nvPr/>
        </p:nvCxnSpPr>
        <p:spPr>
          <a:xfrm flipV="1">
            <a:off x="7284550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2928DA95-0621-491C-B2D6-DCB860C15B58}"/>
              </a:ext>
            </a:extLst>
          </p:cNvPr>
          <p:cNvCxnSpPr>
            <a:cxnSpLocks/>
          </p:cNvCxnSpPr>
          <p:nvPr/>
        </p:nvCxnSpPr>
        <p:spPr>
          <a:xfrm flipV="1">
            <a:off x="7921202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Arrow: Down 71">
            <a:extLst>
              <a:ext uri="{FF2B5EF4-FFF2-40B4-BE49-F238E27FC236}">
                <a16:creationId xmlns:a16="http://schemas.microsoft.com/office/drawing/2014/main" id="{182A255A-6E52-43FA-B6CB-E02D529818D5}"/>
              </a:ext>
            </a:extLst>
          </p:cNvPr>
          <p:cNvSpPr/>
          <p:nvPr/>
        </p:nvSpPr>
        <p:spPr>
          <a:xfrm>
            <a:off x="8745474" y="6238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81C9C48-D5FC-4DA5-BCDB-170D3780907C}"/>
              </a:ext>
            </a:extLst>
          </p:cNvPr>
          <p:cNvSpPr txBox="1"/>
          <p:nvPr/>
        </p:nvSpPr>
        <p:spPr>
          <a:xfrm>
            <a:off x="8569175" y="27989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10.5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515E8EE6-A409-453E-8CA0-4BEDF1BBEE23}"/>
              </a:ext>
            </a:extLst>
          </p:cNvPr>
          <p:cNvCxnSpPr>
            <a:cxnSpLocks/>
          </p:cNvCxnSpPr>
          <p:nvPr/>
        </p:nvCxnSpPr>
        <p:spPr>
          <a:xfrm flipV="1">
            <a:off x="760287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8414CA56-05CE-496E-AFA0-92F25171D00A}"/>
              </a:ext>
            </a:extLst>
          </p:cNvPr>
          <p:cNvCxnSpPr>
            <a:cxnSpLocks/>
          </p:cNvCxnSpPr>
          <p:nvPr/>
        </p:nvCxnSpPr>
        <p:spPr>
          <a:xfrm flipV="1">
            <a:off x="8239528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141EA88-5EE4-4F70-A6AA-D895D6DE6FBE}"/>
              </a:ext>
            </a:extLst>
          </p:cNvPr>
          <p:cNvCxnSpPr>
            <a:cxnSpLocks/>
          </p:cNvCxnSpPr>
          <p:nvPr/>
        </p:nvCxnSpPr>
        <p:spPr>
          <a:xfrm flipV="1">
            <a:off x="8557854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FF13994-3111-4A3B-A059-7605DA6403A7}"/>
              </a:ext>
            </a:extLst>
          </p:cNvPr>
          <p:cNvCxnSpPr>
            <a:cxnSpLocks/>
          </p:cNvCxnSpPr>
          <p:nvPr/>
        </p:nvCxnSpPr>
        <p:spPr>
          <a:xfrm flipV="1">
            <a:off x="919450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D6A41C1B-A2A8-4DA8-81F2-DF02EA4FF1B8}"/>
              </a:ext>
            </a:extLst>
          </p:cNvPr>
          <p:cNvSpPr txBox="1"/>
          <p:nvPr/>
        </p:nvSpPr>
        <p:spPr>
          <a:xfrm>
            <a:off x="7771691" y="65174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9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5AD9F30-35D6-496D-AEA6-C77F3B5E70BB}"/>
              </a:ext>
            </a:extLst>
          </p:cNvPr>
          <p:cNvCxnSpPr>
            <a:cxnSpLocks/>
          </p:cNvCxnSpPr>
          <p:nvPr/>
        </p:nvCxnSpPr>
        <p:spPr>
          <a:xfrm flipV="1">
            <a:off x="888589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42A907EB-46E7-41EB-9093-A17CA0974C5C}"/>
              </a:ext>
            </a:extLst>
          </p:cNvPr>
          <p:cNvCxnSpPr>
            <a:cxnSpLocks/>
          </p:cNvCxnSpPr>
          <p:nvPr/>
        </p:nvCxnSpPr>
        <p:spPr>
          <a:xfrm flipV="1">
            <a:off x="9524903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47DBDEE7-0094-4013-B350-D0B08A458D5C}"/>
              </a:ext>
            </a:extLst>
          </p:cNvPr>
          <p:cNvCxnSpPr>
            <a:cxnSpLocks/>
          </p:cNvCxnSpPr>
          <p:nvPr/>
        </p:nvCxnSpPr>
        <p:spPr>
          <a:xfrm flipV="1">
            <a:off x="692058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1C9CCACA-1E48-4E56-ADE8-5A54A449D13E}"/>
              </a:ext>
            </a:extLst>
          </p:cNvPr>
          <p:cNvSpPr txBox="1"/>
          <p:nvPr/>
        </p:nvSpPr>
        <p:spPr>
          <a:xfrm>
            <a:off x="209664" y="20157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9BA26B67-F4CA-4D5F-8A81-0B28B4245DC6}"/>
              </a:ext>
            </a:extLst>
          </p:cNvPr>
          <p:cNvCxnSpPr>
            <a:cxnSpLocks/>
          </p:cNvCxnSpPr>
          <p:nvPr/>
        </p:nvCxnSpPr>
        <p:spPr>
          <a:xfrm>
            <a:off x="152400" y="251460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2F48C0DE-15FC-49C2-9668-C3D4B913ED86}"/>
              </a:ext>
            </a:extLst>
          </p:cNvPr>
          <p:cNvCxnSpPr>
            <a:cxnSpLocks/>
          </p:cNvCxnSpPr>
          <p:nvPr/>
        </p:nvCxnSpPr>
        <p:spPr>
          <a:xfrm flipV="1">
            <a:off x="726778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161D02A2-A98B-4D01-8914-0A914FF5B539}"/>
              </a:ext>
            </a:extLst>
          </p:cNvPr>
          <p:cNvCxnSpPr>
            <a:cxnSpLocks/>
          </p:cNvCxnSpPr>
          <p:nvPr/>
        </p:nvCxnSpPr>
        <p:spPr>
          <a:xfrm flipV="1">
            <a:off x="1363430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Arrow: Down 86">
            <a:extLst>
              <a:ext uri="{FF2B5EF4-FFF2-40B4-BE49-F238E27FC236}">
                <a16:creationId xmlns:a16="http://schemas.microsoft.com/office/drawing/2014/main" id="{84E49FEE-5E20-4E15-AF1E-730BE587C615}"/>
              </a:ext>
            </a:extLst>
          </p:cNvPr>
          <p:cNvSpPr/>
          <p:nvPr/>
        </p:nvSpPr>
        <p:spPr>
          <a:xfrm>
            <a:off x="1223772" y="198783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834A4FC-EAF2-4EC9-8B03-526A1EA18BDE}"/>
              </a:ext>
            </a:extLst>
          </p:cNvPr>
          <p:cNvSpPr txBox="1"/>
          <p:nvPr/>
        </p:nvSpPr>
        <p:spPr>
          <a:xfrm>
            <a:off x="1117412" y="164387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0.6</a:t>
            </a: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612758D4-F8CC-43DA-8D33-0FAF1A291EF8}"/>
              </a:ext>
            </a:extLst>
          </p:cNvPr>
          <p:cNvCxnSpPr>
            <a:cxnSpLocks/>
          </p:cNvCxnSpPr>
          <p:nvPr/>
        </p:nvCxnSpPr>
        <p:spPr>
          <a:xfrm flipV="1">
            <a:off x="1045104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A34BC363-2DD1-403D-9AB6-DC41F6E65338}"/>
              </a:ext>
            </a:extLst>
          </p:cNvPr>
          <p:cNvCxnSpPr>
            <a:cxnSpLocks/>
          </p:cNvCxnSpPr>
          <p:nvPr/>
        </p:nvCxnSpPr>
        <p:spPr>
          <a:xfrm flipV="1">
            <a:off x="1681756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A749003B-2FD9-47FB-9084-4E2ECFA3C239}"/>
              </a:ext>
            </a:extLst>
          </p:cNvPr>
          <p:cNvCxnSpPr>
            <a:cxnSpLocks/>
          </p:cNvCxnSpPr>
          <p:nvPr/>
        </p:nvCxnSpPr>
        <p:spPr>
          <a:xfrm flipV="1">
            <a:off x="2000082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F0538897-A970-46B0-86EC-B7D81BDAD01D}"/>
              </a:ext>
            </a:extLst>
          </p:cNvPr>
          <p:cNvCxnSpPr>
            <a:cxnSpLocks/>
          </p:cNvCxnSpPr>
          <p:nvPr/>
        </p:nvCxnSpPr>
        <p:spPr>
          <a:xfrm flipV="1">
            <a:off x="2636734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147A3B21-E112-4616-B130-DCCDD9B98F2A}"/>
              </a:ext>
            </a:extLst>
          </p:cNvPr>
          <p:cNvSpPr txBox="1"/>
          <p:nvPr/>
        </p:nvSpPr>
        <p:spPr>
          <a:xfrm>
            <a:off x="1846379" y="20157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600FF7F3-4AB2-4020-9C2C-C99D2AC84B94}"/>
              </a:ext>
            </a:extLst>
          </p:cNvPr>
          <p:cNvCxnSpPr>
            <a:cxnSpLocks/>
          </p:cNvCxnSpPr>
          <p:nvPr/>
        </p:nvCxnSpPr>
        <p:spPr>
          <a:xfrm flipV="1">
            <a:off x="2328124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07EFD12D-5A69-44F7-8755-DAD241F068A0}"/>
              </a:ext>
            </a:extLst>
          </p:cNvPr>
          <p:cNvCxnSpPr>
            <a:cxnSpLocks/>
          </p:cNvCxnSpPr>
          <p:nvPr/>
        </p:nvCxnSpPr>
        <p:spPr>
          <a:xfrm flipV="1">
            <a:off x="296713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B3899ABC-D5E7-4506-B4BC-AE1F4A4CA4AC}"/>
              </a:ext>
            </a:extLst>
          </p:cNvPr>
          <p:cNvCxnSpPr>
            <a:cxnSpLocks/>
          </p:cNvCxnSpPr>
          <p:nvPr/>
        </p:nvCxnSpPr>
        <p:spPr>
          <a:xfrm flipV="1">
            <a:off x="362809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25E264F4-4EDA-4CF8-BC2C-491521E1FE9B}"/>
              </a:ext>
            </a:extLst>
          </p:cNvPr>
          <p:cNvSpPr txBox="1"/>
          <p:nvPr/>
        </p:nvSpPr>
        <p:spPr>
          <a:xfrm>
            <a:off x="3853548" y="20157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</a:t>
            </a: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00B2DFA5-21FD-45BB-9E4D-E019BC1065ED}"/>
              </a:ext>
            </a:extLst>
          </p:cNvPr>
          <p:cNvCxnSpPr>
            <a:cxnSpLocks/>
          </p:cNvCxnSpPr>
          <p:nvPr/>
        </p:nvCxnSpPr>
        <p:spPr>
          <a:xfrm>
            <a:off x="3425952" y="251460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7F29573F-3E59-4B9D-B50B-B7FC737B1A19}"/>
              </a:ext>
            </a:extLst>
          </p:cNvPr>
          <p:cNvCxnSpPr>
            <a:cxnSpLocks/>
          </p:cNvCxnSpPr>
          <p:nvPr/>
        </p:nvCxnSpPr>
        <p:spPr>
          <a:xfrm flipV="1">
            <a:off x="4000330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FA46D101-135F-4723-A4DA-5595C13CA02A}"/>
              </a:ext>
            </a:extLst>
          </p:cNvPr>
          <p:cNvCxnSpPr>
            <a:cxnSpLocks/>
          </p:cNvCxnSpPr>
          <p:nvPr/>
        </p:nvCxnSpPr>
        <p:spPr>
          <a:xfrm flipV="1">
            <a:off x="4636982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Arrow: Down 101">
            <a:extLst>
              <a:ext uri="{FF2B5EF4-FFF2-40B4-BE49-F238E27FC236}">
                <a16:creationId xmlns:a16="http://schemas.microsoft.com/office/drawing/2014/main" id="{75D14305-6628-4E3A-B726-EC8F97382219}"/>
              </a:ext>
            </a:extLst>
          </p:cNvPr>
          <p:cNvSpPr/>
          <p:nvPr/>
        </p:nvSpPr>
        <p:spPr>
          <a:xfrm>
            <a:off x="5472684" y="198783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AA16AEE-C52B-41C8-96EF-355856609A44}"/>
              </a:ext>
            </a:extLst>
          </p:cNvPr>
          <p:cNvSpPr txBox="1"/>
          <p:nvPr/>
        </p:nvSpPr>
        <p:spPr>
          <a:xfrm>
            <a:off x="5366324" y="164387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7.2</a:t>
            </a:r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BC627B51-E41E-4563-BEB2-1969E6CFC9F5}"/>
              </a:ext>
            </a:extLst>
          </p:cNvPr>
          <p:cNvCxnSpPr>
            <a:cxnSpLocks/>
          </p:cNvCxnSpPr>
          <p:nvPr/>
        </p:nvCxnSpPr>
        <p:spPr>
          <a:xfrm flipV="1">
            <a:off x="4318656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393B76AC-D9F7-4474-9FB8-B6BB22C03647}"/>
              </a:ext>
            </a:extLst>
          </p:cNvPr>
          <p:cNvCxnSpPr>
            <a:cxnSpLocks/>
          </p:cNvCxnSpPr>
          <p:nvPr/>
        </p:nvCxnSpPr>
        <p:spPr>
          <a:xfrm flipV="1">
            <a:off x="4955308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1D159C58-3D40-46EE-8771-C58E89EFE22E}"/>
              </a:ext>
            </a:extLst>
          </p:cNvPr>
          <p:cNvCxnSpPr>
            <a:cxnSpLocks/>
          </p:cNvCxnSpPr>
          <p:nvPr/>
        </p:nvCxnSpPr>
        <p:spPr>
          <a:xfrm flipV="1">
            <a:off x="5273634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8B44306F-A5D4-4A13-B52C-2409E060CB3F}"/>
              </a:ext>
            </a:extLst>
          </p:cNvPr>
          <p:cNvCxnSpPr>
            <a:cxnSpLocks/>
          </p:cNvCxnSpPr>
          <p:nvPr/>
        </p:nvCxnSpPr>
        <p:spPr>
          <a:xfrm flipV="1">
            <a:off x="5910286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B9A34D95-5693-4C4D-BEE1-95746948BCA9}"/>
              </a:ext>
            </a:extLst>
          </p:cNvPr>
          <p:cNvSpPr txBox="1"/>
          <p:nvPr/>
        </p:nvSpPr>
        <p:spPr>
          <a:xfrm>
            <a:off x="5127550" y="20157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D7394A6B-3B3C-41C4-8D76-ED64CDB7578C}"/>
              </a:ext>
            </a:extLst>
          </p:cNvPr>
          <p:cNvCxnSpPr>
            <a:cxnSpLocks/>
          </p:cNvCxnSpPr>
          <p:nvPr/>
        </p:nvCxnSpPr>
        <p:spPr>
          <a:xfrm flipV="1">
            <a:off x="5601676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2B57A5C5-B0D6-481E-93C4-136E23C091C1}"/>
              </a:ext>
            </a:extLst>
          </p:cNvPr>
          <p:cNvCxnSpPr>
            <a:cxnSpLocks/>
          </p:cNvCxnSpPr>
          <p:nvPr/>
        </p:nvCxnSpPr>
        <p:spPr>
          <a:xfrm flipV="1">
            <a:off x="6240683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08B2563B-C496-4093-8866-0FE6B9B7BF60}"/>
              </a:ext>
            </a:extLst>
          </p:cNvPr>
          <p:cNvCxnSpPr>
            <a:cxnSpLocks/>
          </p:cNvCxnSpPr>
          <p:nvPr/>
        </p:nvCxnSpPr>
        <p:spPr>
          <a:xfrm flipV="1">
            <a:off x="363636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5A2F29BD-CC25-4F91-B737-E9F6D29974A6}"/>
              </a:ext>
            </a:extLst>
          </p:cNvPr>
          <p:cNvSpPr txBox="1"/>
          <p:nvPr/>
        </p:nvSpPr>
        <p:spPr>
          <a:xfrm>
            <a:off x="7979016" y="201572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B23FD109-B308-45F3-96FE-BF71E63B83B4}"/>
              </a:ext>
            </a:extLst>
          </p:cNvPr>
          <p:cNvCxnSpPr>
            <a:cxnSpLocks/>
          </p:cNvCxnSpPr>
          <p:nvPr/>
        </p:nvCxnSpPr>
        <p:spPr>
          <a:xfrm>
            <a:off x="6710172" y="251460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6B1E19FE-9F75-4B04-B0C0-665AEDEA3C92}"/>
              </a:ext>
            </a:extLst>
          </p:cNvPr>
          <p:cNvCxnSpPr>
            <a:cxnSpLocks/>
          </p:cNvCxnSpPr>
          <p:nvPr/>
        </p:nvCxnSpPr>
        <p:spPr>
          <a:xfrm flipV="1">
            <a:off x="7120913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222C9BA0-9A3D-497A-A73E-2B8293190046}"/>
              </a:ext>
            </a:extLst>
          </p:cNvPr>
          <p:cNvCxnSpPr>
            <a:cxnSpLocks/>
          </p:cNvCxnSpPr>
          <p:nvPr/>
        </p:nvCxnSpPr>
        <p:spPr>
          <a:xfrm flipV="1">
            <a:off x="792224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Arrow: Down 116">
            <a:extLst>
              <a:ext uri="{FF2B5EF4-FFF2-40B4-BE49-F238E27FC236}">
                <a16:creationId xmlns:a16="http://schemas.microsoft.com/office/drawing/2014/main" id="{AC09850C-737E-407A-96B7-DC7DFD065FC5}"/>
              </a:ext>
            </a:extLst>
          </p:cNvPr>
          <p:cNvSpPr/>
          <p:nvPr/>
        </p:nvSpPr>
        <p:spPr>
          <a:xfrm>
            <a:off x="7194804" y="198783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4987686-0175-40E7-8866-A746EACC2BC1}"/>
              </a:ext>
            </a:extLst>
          </p:cNvPr>
          <p:cNvSpPr txBox="1"/>
          <p:nvPr/>
        </p:nvSpPr>
        <p:spPr>
          <a:xfrm>
            <a:off x="7029935" y="164387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6.25</a:t>
            </a:r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A935E491-851F-4725-BC64-595DEF86E772}"/>
              </a:ext>
            </a:extLst>
          </p:cNvPr>
          <p:cNvCxnSpPr>
            <a:cxnSpLocks/>
          </p:cNvCxnSpPr>
          <p:nvPr/>
        </p:nvCxnSpPr>
        <p:spPr>
          <a:xfrm flipV="1">
            <a:off x="7321245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BC3D0D45-B3AE-400C-BEB9-D054E97281EA}"/>
              </a:ext>
            </a:extLst>
          </p:cNvPr>
          <p:cNvCxnSpPr>
            <a:cxnSpLocks/>
          </p:cNvCxnSpPr>
          <p:nvPr/>
        </p:nvCxnSpPr>
        <p:spPr>
          <a:xfrm flipV="1">
            <a:off x="8523237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BD609A84-933E-43E5-AE40-DEBE6C0BB992}"/>
              </a:ext>
            </a:extLst>
          </p:cNvPr>
          <p:cNvCxnSpPr>
            <a:cxnSpLocks/>
          </p:cNvCxnSpPr>
          <p:nvPr/>
        </p:nvCxnSpPr>
        <p:spPr>
          <a:xfrm flipV="1">
            <a:off x="892390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2D69237A-A10A-4A73-9C52-138DEC46736D}"/>
              </a:ext>
            </a:extLst>
          </p:cNvPr>
          <p:cNvCxnSpPr>
            <a:cxnSpLocks/>
          </p:cNvCxnSpPr>
          <p:nvPr/>
        </p:nvCxnSpPr>
        <p:spPr>
          <a:xfrm flipV="1">
            <a:off x="9324565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F8A8EBB6-6626-489D-A007-A723F6C34BAA}"/>
              </a:ext>
            </a:extLst>
          </p:cNvPr>
          <p:cNvSpPr txBox="1"/>
          <p:nvPr/>
        </p:nvSpPr>
        <p:spPr>
          <a:xfrm>
            <a:off x="8971841" y="201572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8</a:t>
            </a: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FB9A0701-7AFC-4ED0-9FD1-4BEEA50F4EB6}"/>
              </a:ext>
            </a:extLst>
          </p:cNvPr>
          <p:cNvCxnSpPr>
            <a:cxnSpLocks/>
          </p:cNvCxnSpPr>
          <p:nvPr/>
        </p:nvCxnSpPr>
        <p:spPr>
          <a:xfrm flipV="1">
            <a:off x="9124233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71DC16CA-3476-4E3F-BB32-59B390DEC774}"/>
              </a:ext>
            </a:extLst>
          </p:cNvPr>
          <p:cNvCxnSpPr>
            <a:cxnSpLocks/>
          </p:cNvCxnSpPr>
          <p:nvPr/>
        </p:nvCxnSpPr>
        <p:spPr>
          <a:xfrm flipV="1">
            <a:off x="9524903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A2E4213D-27AA-4647-A176-BBB65525A7AA}"/>
              </a:ext>
            </a:extLst>
          </p:cNvPr>
          <p:cNvCxnSpPr>
            <a:cxnSpLocks/>
          </p:cNvCxnSpPr>
          <p:nvPr/>
        </p:nvCxnSpPr>
        <p:spPr>
          <a:xfrm flipV="1">
            <a:off x="692058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DD4AE97B-B1DF-48AE-9819-A9F2475A5310}"/>
              </a:ext>
            </a:extLst>
          </p:cNvPr>
          <p:cNvSpPr txBox="1"/>
          <p:nvPr/>
        </p:nvSpPr>
        <p:spPr>
          <a:xfrm>
            <a:off x="472554" y="33568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791F9589-1E36-4BC9-BAF9-286F6BE847A2}"/>
              </a:ext>
            </a:extLst>
          </p:cNvPr>
          <p:cNvCxnSpPr>
            <a:cxnSpLocks/>
          </p:cNvCxnSpPr>
          <p:nvPr/>
        </p:nvCxnSpPr>
        <p:spPr>
          <a:xfrm>
            <a:off x="152400" y="38557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C9B2E1D3-C5BF-4053-8322-EFA647995617}"/>
              </a:ext>
            </a:extLst>
          </p:cNvPr>
          <p:cNvCxnSpPr>
            <a:cxnSpLocks/>
          </p:cNvCxnSpPr>
          <p:nvPr/>
        </p:nvCxnSpPr>
        <p:spPr>
          <a:xfrm flipV="1">
            <a:off x="623241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3FBAC284-225D-49E3-8B17-421742095118}"/>
              </a:ext>
            </a:extLst>
          </p:cNvPr>
          <p:cNvCxnSpPr>
            <a:cxnSpLocks/>
          </p:cNvCxnSpPr>
          <p:nvPr/>
        </p:nvCxnSpPr>
        <p:spPr>
          <a:xfrm flipV="1">
            <a:off x="1664969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Arrow: Down 131">
            <a:extLst>
              <a:ext uri="{FF2B5EF4-FFF2-40B4-BE49-F238E27FC236}">
                <a16:creationId xmlns:a16="http://schemas.microsoft.com/office/drawing/2014/main" id="{B176A201-1714-4FA8-8677-4254835F21DD}"/>
              </a:ext>
            </a:extLst>
          </p:cNvPr>
          <p:cNvSpPr/>
          <p:nvPr/>
        </p:nvSpPr>
        <p:spPr>
          <a:xfrm>
            <a:off x="1277112" y="33289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8524FA95-E923-4F9B-9EA2-92BD7E46CE4B}"/>
              </a:ext>
            </a:extLst>
          </p:cNvPr>
          <p:cNvSpPr txBox="1"/>
          <p:nvPr/>
        </p:nvSpPr>
        <p:spPr>
          <a:xfrm>
            <a:off x="1258115" y="2984992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46925C79-78CD-4675-A3AA-A407D780D29A}"/>
              </a:ext>
            </a:extLst>
          </p:cNvPr>
          <p:cNvCxnSpPr>
            <a:cxnSpLocks/>
          </p:cNvCxnSpPr>
          <p:nvPr/>
        </p:nvCxnSpPr>
        <p:spPr>
          <a:xfrm flipV="1">
            <a:off x="1404537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DF392F98-3009-48C2-9905-D94EF4F35D13}"/>
              </a:ext>
            </a:extLst>
          </p:cNvPr>
          <p:cNvCxnSpPr>
            <a:cxnSpLocks/>
          </p:cNvCxnSpPr>
          <p:nvPr/>
        </p:nvCxnSpPr>
        <p:spPr>
          <a:xfrm flipV="1">
            <a:off x="1925401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D48866A9-C4D2-40BE-903F-C97BEF9E6016}"/>
              </a:ext>
            </a:extLst>
          </p:cNvPr>
          <p:cNvCxnSpPr>
            <a:cxnSpLocks/>
          </p:cNvCxnSpPr>
          <p:nvPr/>
        </p:nvCxnSpPr>
        <p:spPr>
          <a:xfrm flipV="1">
            <a:off x="218583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F74A7DB6-9E1B-4AF1-99B7-4A5ECC62064D}"/>
              </a:ext>
            </a:extLst>
          </p:cNvPr>
          <p:cNvCxnSpPr>
            <a:cxnSpLocks/>
          </p:cNvCxnSpPr>
          <p:nvPr/>
        </p:nvCxnSpPr>
        <p:spPr>
          <a:xfrm flipV="1">
            <a:off x="2706697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368EE5F8-F227-4D57-B959-E16CDFFC6EA0}"/>
              </a:ext>
            </a:extLst>
          </p:cNvPr>
          <p:cNvSpPr txBox="1"/>
          <p:nvPr/>
        </p:nvSpPr>
        <p:spPr>
          <a:xfrm>
            <a:off x="989129" y="335684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</a:t>
            </a:r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4F4A17E6-019B-4F63-BBCB-C50B81EDFE24}"/>
              </a:ext>
            </a:extLst>
          </p:cNvPr>
          <p:cNvCxnSpPr>
            <a:cxnSpLocks/>
          </p:cNvCxnSpPr>
          <p:nvPr/>
        </p:nvCxnSpPr>
        <p:spPr>
          <a:xfrm flipV="1">
            <a:off x="2446265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AA95BCE3-A141-4D96-BF76-AD1D9CA96C1C}"/>
              </a:ext>
            </a:extLst>
          </p:cNvPr>
          <p:cNvCxnSpPr>
            <a:cxnSpLocks/>
          </p:cNvCxnSpPr>
          <p:nvPr/>
        </p:nvCxnSpPr>
        <p:spPr>
          <a:xfrm flipV="1">
            <a:off x="2967131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3F617E0C-89EF-4E72-B76D-C5A1EAA5D5DE}"/>
              </a:ext>
            </a:extLst>
          </p:cNvPr>
          <p:cNvCxnSpPr>
            <a:cxnSpLocks/>
          </p:cNvCxnSpPr>
          <p:nvPr/>
        </p:nvCxnSpPr>
        <p:spPr>
          <a:xfrm flipV="1">
            <a:off x="362809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extBox 142">
            <a:extLst>
              <a:ext uri="{FF2B5EF4-FFF2-40B4-BE49-F238E27FC236}">
                <a16:creationId xmlns:a16="http://schemas.microsoft.com/office/drawing/2014/main" id="{2B7DB6C6-5D84-4057-BE3C-8746A924809B}"/>
              </a:ext>
            </a:extLst>
          </p:cNvPr>
          <p:cNvSpPr txBox="1"/>
          <p:nvPr/>
        </p:nvSpPr>
        <p:spPr>
          <a:xfrm>
            <a:off x="5084597" y="335684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15</a:t>
            </a: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07619A45-E781-4CD7-9EC0-9238201AA3ED}"/>
              </a:ext>
            </a:extLst>
          </p:cNvPr>
          <p:cNvCxnSpPr>
            <a:cxnSpLocks/>
          </p:cNvCxnSpPr>
          <p:nvPr/>
        </p:nvCxnSpPr>
        <p:spPr>
          <a:xfrm>
            <a:off x="3425952" y="38557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B0F09973-0494-4FD0-B6BF-F5BBC8EED7C1}"/>
              </a:ext>
            </a:extLst>
          </p:cNvPr>
          <p:cNvCxnSpPr>
            <a:cxnSpLocks/>
          </p:cNvCxnSpPr>
          <p:nvPr/>
        </p:nvCxnSpPr>
        <p:spPr>
          <a:xfrm flipV="1">
            <a:off x="3873118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3B505074-F3E4-4A6D-830B-41E70758C6CC}"/>
              </a:ext>
            </a:extLst>
          </p:cNvPr>
          <p:cNvCxnSpPr>
            <a:cxnSpLocks/>
          </p:cNvCxnSpPr>
          <p:nvPr/>
        </p:nvCxnSpPr>
        <p:spPr>
          <a:xfrm flipV="1">
            <a:off x="4820146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Arrow: Down 146">
            <a:extLst>
              <a:ext uri="{FF2B5EF4-FFF2-40B4-BE49-F238E27FC236}">
                <a16:creationId xmlns:a16="http://schemas.microsoft.com/office/drawing/2014/main" id="{442A047A-618E-4E74-8834-E1C7A56608AD}"/>
              </a:ext>
            </a:extLst>
          </p:cNvPr>
          <p:cNvSpPr/>
          <p:nvPr/>
        </p:nvSpPr>
        <p:spPr>
          <a:xfrm>
            <a:off x="3746754" y="33289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24DD4F5D-6052-43A2-8461-CB915277EA49}"/>
              </a:ext>
            </a:extLst>
          </p:cNvPr>
          <p:cNvSpPr txBox="1"/>
          <p:nvPr/>
        </p:nvSpPr>
        <p:spPr>
          <a:xfrm>
            <a:off x="3676868" y="29849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13</a:t>
            </a:r>
          </a:p>
        </p:txBody>
      </p: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743533C5-28C8-49C6-A18E-E4C9D2604AA8}"/>
              </a:ext>
            </a:extLst>
          </p:cNvPr>
          <p:cNvCxnSpPr>
            <a:cxnSpLocks/>
          </p:cNvCxnSpPr>
          <p:nvPr/>
        </p:nvCxnSpPr>
        <p:spPr>
          <a:xfrm flipV="1">
            <a:off x="4346632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D74628F1-0E6F-4779-81E0-9A5B883497D5}"/>
              </a:ext>
            </a:extLst>
          </p:cNvPr>
          <p:cNvCxnSpPr>
            <a:cxnSpLocks/>
          </p:cNvCxnSpPr>
          <p:nvPr/>
        </p:nvCxnSpPr>
        <p:spPr>
          <a:xfrm flipV="1">
            <a:off x="5293660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7FFE387F-815E-4883-8815-0E939266C15A}"/>
              </a:ext>
            </a:extLst>
          </p:cNvPr>
          <p:cNvCxnSpPr>
            <a:cxnSpLocks/>
          </p:cNvCxnSpPr>
          <p:nvPr/>
        </p:nvCxnSpPr>
        <p:spPr>
          <a:xfrm flipV="1">
            <a:off x="5530417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01DE7E0B-1980-429D-A3AF-723ABC0232D9}"/>
              </a:ext>
            </a:extLst>
          </p:cNvPr>
          <p:cNvCxnSpPr>
            <a:cxnSpLocks/>
          </p:cNvCxnSpPr>
          <p:nvPr/>
        </p:nvCxnSpPr>
        <p:spPr>
          <a:xfrm flipV="1">
            <a:off x="6003931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12DE8489-66F6-430B-9B07-4ACED8ED46CD}"/>
              </a:ext>
            </a:extLst>
          </p:cNvPr>
          <p:cNvSpPr txBox="1"/>
          <p:nvPr/>
        </p:nvSpPr>
        <p:spPr>
          <a:xfrm>
            <a:off x="5789132" y="335684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16</a:t>
            </a:r>
          </a:p>
        </p:txBody>
      </p: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D524A2CB-DB4B-4B3D-A909-BAFD20929241}"/>
              </a:ext>
            </a:extLst>
          </p:cNvPr>
          <p:cNvCxnSpPr>
            <a:cxnSpLocks/>
          </p:cNvCxnSpPr>
          <p:nvPr/>
        </p:nvCxnSpPr>
        <p:spPr>
          <a:xfrm flipV="1">
            <a:off x="5767174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96ECD726-755E-4A3F-8565-4CD160F940BB}"/>
              </a:ext>
            </a:extLst>
          </p:cNvPr>
          <p:cNvCxnSpPr>
            <a:cxnSpLocks/>
          </p:cNvCxnSpPr>
          <p:nvPr/>
        </p:nvCxnSpPr>
        <p:spPr>
          <a:xfrm flipV="1">
            <a:off x="624068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85A7F866-7F3C-4F17-86FC-8B909EDBA948}"/>
              </a:ext>
            </a:extLst>
          </p:cNvPr>
          <p:cNvCxnSpPr>
            <a:cxnSpLocks/>
          </p:cNvCxnSpPr>
          <p:nvPr/>
        </p:nvCxnSpPr>
        <p:spPr>
          <a:xfrm flipV="1">
            <a:off x="3636361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Box 157">
            <a:extLst>
              <a:ext uri="{FF2B5EF4-FFF2-40B4-BE49-F238E27FC236}">
                <a16:creationId xmlns:a16="http://schemas.microsoft.com/office/drawing/2014/main" id="{1E1BA1AE-DAEB-47EE-A8B0-F4BB3666C13F}"/>
              </a:ext>
            </a:extLst>
          </p:cNvPr>
          <p:cNvSpPr txBox="1"/>
          <p:nvPr/>
        </p:nvSpPr>
        <p:spPr>
          <a:xfrm>
            <a:off x="7406157" y="335684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13</a:t>
            </a:r>
          </a:p>
        </p:txBody>
      </p: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0C24BD19-6E30-4F2B-9C23-DA3B12877939}"/>
              </a:ext>
            </a:extLst>
          </p:cNvPr>
          <p:cNvCxnSpPr>
            <a:cxnSpLocks/>
          </p:cNvCxnSpPr>
          <p:nvPr/>
        </p:nvCxnSpPr>
        <p:spPr>
          <a:xfrm>
            <a:off x="6710172" y="38557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EA0B3B81-F4C1-43AF-90BB-BEAFB6111D15}"/>
              </a:ext>
            </a:extLst>
          </p:cNvPr>
          <p:cNvCxnSpPr>
            <a:cxnSpLocks/>
          </p:cNvCxnSpPr>
          <p:nvPr/>
        </p:nvCxnSpPr>
        <p:spPr>
          <a:xfrm flipV="1">
            <a:off x="7094202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D7B582D4-5AFB-479D-9E05-CE695B55C527}"/>
              </a:ext>
            </a:extLst>
          </p:cNvPr>
          <p:cNvCxnSpPr>
            <a:cxnSpLocks/>
          </p:cNvCxnSpPr>
          <p:nvPr/>
        </p:nvCxnSpPr>
        <p:spPr>
          <a:xfrm flipV="1">
            <a:off x="7788686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Arrow: Down 161">
            <a:extLst>
              <a:ext uri="{FF2B5EF4-FFF2-40B4-BE49-F238E27FC236}">
                <a16:creationId xmlns:a16="http://schemas.microsoft.com/office/drawing/2014/main" id="{E9594454-9A2D-471F-A569-41EF8811DE2D}"/>
              </a:ext>
            </a:extLst>
          </p:cNvPr>
          <p:cNvSpPr/>
          <p:nvPr/>
        </p:nvSpPr>
        <p:spPr>
          <a:xfrm>
            <a:off x="8002524" y="33289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81E9D29C-8A54-404B-B62B-A69DCDA4CD84}"/>
              </a:ext>
            </a:extLst>
          </p:cNvPr>
          <p:cNvSpPr txBox="1"/>
          <p:nvPr/>
        </p:nvSpPr>
        <p:spPr>
          <a:xfrm>
            <a:off x="7847814" y="298499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13.8</a:t>
            </a:r>
          </a:p>
        </p:txBody>
      </p: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0604B6EC-D4DB-47AC-AA56-65ECA69E3DF6}"/>
              </a:ext>
            </a:extLst>
          </p:cNvPr>
          <p:cNvCxnSpPr>
            <a:cxnSpLocks/>
          </p:cNvCxnSpPr>
          <p:nvPr/>
        </p:nvCxnSpPr>
        <p:spPr>
          <a:xfrm flipV="1">
            <a:off x="7441444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5C76A35D-73A5-4A09-A27C-992E960AFC5E}"/>
              </a:ext>
            </a:extLst>
          </p:cNvPr>
          <p:cNvCxnSpPr>
            <a:cxnSpLocks/>
          </p:cNvCxnSpPr>
          <p:nvPr/>
        </p:nvCxnSpPr>
        <p:spPr>
          <a:xfrm flipV="1">
            <a:off x="8135928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B4C3004F-1262-46BF-BB79-9797B5765B73}"/>
              </a:ext>
            </a:extLst>
          </p:cNvPr>
          <p:cNvCxnSpPr>
            <a:cxnSpLocks/>
          </p:cNvCxnSpPr>
          <p:nvPr/>
        </p:nvCxnSpPr>
        <p:spPr>
          <a:xfrm flipV="1">
            <a:off x="8830412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5E73DDF8-BF92-43FE-9CA5-01D661F6ABA0}"/>
              </a:ext>
            </a:extLst>
          </p:cNvPr>
          <p:cNvCxnSpPr>
            <a:cxnSpLocks/>
          </p:cNvCxnSpPr>
          <p:nvPr/>
        </p:nvCxnSpPr>
        <p:spPr>
          <a:xfrm flipV="1">
            <a:off x="9351275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TextBox 167">
            <a:extLst>
              <a:ext uri="{FF2B5EF4-FFF2-40B4-BE49-F238E27FC236}">
                <a16:creationId xmlns:a16="http://schemas.microsoft.com/office/drawing/2014/main" id="{D7C7A46B-0A16-4DA7-820E-889FD7EA9BB1}"/>
              </a:ext>
            </a:extLst>
          </p:cNvPr>
          <p:cNvSpPr txBox="1"/>
          <p:nvPr/>
        </p:nvSpPr>
        <p:spPr>
          <a:xfrm>
            <a:off x="8793952" y="335684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15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BCD0546C-C582-4ACC-AE2C-5CDE4C49F28C}"/>
              </a:ext>
            </a:extLst>
          </p:cNvPr>
          <p:cNvCxnSpPr>
            <a:cxnSpLocks/>
          </p:cNvCxnSpPr>
          <p:nvPr/>
        </p:nvCxnSpPr>
        <p:spPr>
          <a:xfrm flipV="1">
            <a:off x="9177654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7B7BA70D-E9C1-4304-BB65-309C2F276EBE}"/>
              </a:ext>
            </a:extLst>
          </p:cNvPr>
          <p:cNvCxnSpPr>
            <a:cxnSpLocks/>
          </p:cNvCxnSpPr>
          <p:nvPr/>
        </p:nvCxnSpPr>
        <p:spPr>
          <a:xfrm flipV="1">
            <a:off x="952490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04F1AD7F-7C3D-42D8-B0BD-7F75EEC127F0}"/>
              </a:ext>
            </a:extLst>
          </p:cNvPr>
          <p:cNvCxnSpPr>
            <a:cxnSpLocks/>
          </p:cNvCxnSpPr>
          <p:nvPr/>
        </p:nvCxnSpPr>
        <p:spPr>
          <a:xfrm flipV="1">
            <a:off x="6920581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046DF001-429B-4EE0-8142-6291508B8905}"/>
              </a:ext>
            </a:extLst>
          </p:cNvPr>
          <p:cNvSpPr txBox="1"/>
          <p:nvPr/>
        </p:nvSpPr>
        <p:spPr>
          <a:xfrm>
            <a:off x="646544" y="46903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7FA73ACB-92B6-418C-BC8C-6B41FBBD6D96}"/>
              </a:ext>
            </a:extLst>
          </p:cNvPr>
          <p:cNvCxnSpPr>
            <a:cxnSpLocks/>
          </p:cNvCxnSpPr>
          <p:nvPr/>
        </p:nvCxnSpPr>
        <p:spPr>
          <a:xfrm>
            <a:off x="152400" y="51892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BDAE74FA-50A4-45F5-9C67-EA255689647F}"/>
              </a:ext>
            </a:extLst>
          </p:cNvPr>
          <p:cNvCxnSpPr>
            <a:cxnSpLocks/>
          </p:cNvCxnSpPr>
          <p:nvPr/>
        </p:nvCxnSpPr>
        <p:spPr>
          <a:xfrm flipV="1">
            <a:off x="579836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E97769CE-1D25-4FBE-944C-909C047F027F}"/>
              </a:ext>
            </a:extLst>
          </p:cNvPr>
          <p:cNvCxnSpPr>
            <a:cxnSpLocks/>
          </p:cNvCxnSpPr>
          <p:nvPr/>
        </p:nvCxnSpPr>
        <p:spPr>
          <a:xfrm flipV="1">
            <a:off x="1881998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Arrow: Down 176">
            <a:extLst>
              <a:ext uri="{FF2B5EF4-FFF2-40B4-BE49-F238E27FC236}">
                <a16:creationId xmlns:a16="http://schemas.microsoft.com/office/drawing/2014/main" id="{D98F1BC9-8B94-4E75-A2D6-88A6BC39A226}"/>
              </a:ext>
            </a:extLst>
          </p:cNvPr>
          <p:cNvSpPr/>
          <p:nvPr/>
        </p:nvSpPr>
        <p:spPr>
          <a:xfrm>
            <a:off x="443992" y="46624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00B60503-D7EA-42E4-A378-A15D72E8C58A}"/>
              </a:ext>
            </a:extLst>
          </p:cNvPr>
          <p:cNvSpPr txBox="1"/>
          <p:nvPr/>
        </p:nvSpPr>
        <p:spPr>
          <a:xfrm>
            <a:off x="279123" y="431849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1.75</a:t>
            </a:r>
          </a:p>
        </p:txBody>
      </p: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18F974DC-7BCE-4CF5-8988-92E7FC24C50E}"/>
              </a:ext>
            </a:extLst>
          </p:cNvPr>
          <p:cNvCxnSpPr>
            <a:cxnSpLocks/>
          </p:cNvCxnSpPr>
          <p:nvPr/>
        </p:nvCxnSpPr>
        <p:spPr>
          <a:xfrm flipV="1">
            <a:off x="1447944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F8A095F8-9427-41F1-835A-4677842A8CEF}"/>
              </a:ext>
            </a:extLst>
          </p:cNvPr>
          <p:cNvCxnSpPr>
            <a:cxnSpLocks/>
          </p:cNvCxnSpPr>
          <p:nvPr/>
        </p:nvCxnSpPr>
        <p:spPr>
          <a:xfrm flipV="1">
            <a:off x="2099025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099EBAC8-67EF-4270-A7D7-96AFA18D3D87}"/>
              </a:ext>
            </a:extLst>
          </p:cNvPr>
          <p:cNvCxnSpPr>
            <a:cxnSpLocks/>
          </p:cNvCxnSpPr>
          <p:nvPr/>
        </p:nvCxnSpPr>
        <p:spPr>
          <a:xfrm flipV="1">
            <a:off x="2316052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0A88CCD6-4A9E-4042-87A1-2AD7BC624DF4}"/>
              </a:ext>
            </a:extLst>
          </p:cNvPr>
          <p:cNvCxnSpPr>
            <a:cxnSpLocks/>
          </p:cNvCxnSpPr>
          <p:nvPr/>
        </p:nvCxnSpPr>
        <p:spPr>
          <a:xfrm flipV="1">
            <a:off x="2750106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8F777D2F-355E-4C40-BB4F-277C6E8C7640}"/>
              </a:ext>
            </a:extLst>
          </p:cNvPr>
          <p:cNvCxnSpPr>
            <a:cxnSpLocks/>
          </p:cNvCxnSpPr>
          <p:nvPr/>
        </p:nvCxnSpPr>
        <p:spPr>
          <a:xfrm flipV="1">
            <a:off x="2533079" y="49682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410390D6-BE23-4296-B14A-1C0683875604}"/>
              </a:ext>
            </a:extLst>
          </p:cNvPr>
          <p:cNvCxnSpPr>
            <a:cxnSpLocks/>
          </p:cNvCxnSpPr>
          <p:nvPr/>
        </p:nvCxnSpPr>
        <p:spPr>
          <a:xfrm flipV="1">
            <a:off x="2967131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DC658FD9-896F-4641-8B48-78F6D57952F3}"/>
              </a:ext>
            </a:extLst>
          </p:cNvPr>
          <p:cNvCxnSpPr>
            <a:cxnSpLocks/>
          </p:cNvCxnSpPr>
          <p:nvPr/>
        </p:nvCxnSpPr>
        <p:spPr>
          <a:xfrm flipV="1">
            <a:off x="362809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extBox 187">
            <a:extLst>
              <a:ext uri="{FF2B5EF4-FFF2-40B4-BE49-F238E27FC236}">
                <a16:creationId xmlns:a16="http://schemas.microsoft.com/office/drawing/2014/main" id="{22E9554E-9C43-482E-9B93-19F7E986FF3E}"/>
              </a:ext>
            </a:extLst>
          </p:cNvPr>
          <p:cNvSpPr txBox="1"/>
          <p:nvPr/>
        </p:nvSpPr>
        <p:spPr>
          <a:xfrm>
            <a:off x="5920346" y="46903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F33DC356-C05D-4307-817A-8EBB8EA5921F}"/>
              </a:ext>
            </a:extLst>
          </p:cNvPr>
          <p:cNvCxnSpPr>
            <a:cxnSpLocks/>
          </p:cNvCxnSpPr>
          <p:nvPr/>
        </p:nvCxnSpPr>
        <p:spPr>
          <a:xfrm>
            <a:off x="3425952" y="51892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7CDF7840-364E-467C-A47B-A90647A5EF68}"/>
              </a:ext>
            </a:extLst>
          </p:cNvPr>
          <p:cNvCxnSpPr>
            <a:cxnSpLocks/>
          </p:cNvCxnSpPr>
          <p:nvPr/>
        </p:nvCxnSpPr>
        <p:spPr>
          <a:xfrm flipV="1">
            <a:off x="3822384" y="49682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6F9998EF-079F-47FB-A6AB-148095F2BAB6}"/>
              </a:ext>
            </a:extLst>
          </p:cNvPr>
          <p:cNvCxnSpPr>
            <a:cxnSpLocks/>
          </p:cNvCxnSpPr>
          <p:nvPr/>
        </p:nvCxnSpPr>
        <p:spPr>
          <a:xfrm flipV="1">
            <a:off x="4938522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Arrow: Down 191">
            <a:extLst>
              <a:ext uri="{FF2B5EF4-FFF2-40B4-BE49-F238E27FC236}">
                <a16:creationId xmlns:a16="http://schemas.microsoft.com/office/drawing/2014/main" id="{BACBBAA8-6C7D-474A-86DC-4F59E5423463}"/>
              </a:ext>
            </a:extLst>
          </p:cNvPr>
          <p:cNvSpPr/>
          <p:nvPr/>
        </p:nvSpPr>
        <p:spPr>
          <a:xfrm>
            <a:off x="4985004" y="46624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3CF56D52-7959-4839-B4B0-50335CEF7A1E}"/>
              </a:ext>
            </a:extLst>
          </p:cNvPr>
          <p:cNvSpPr txBox="1"/>
          <p:nvPr/>
        </p:nvSpPr>
        <p:spPr>
          <a:xfrm>
            <a:off x="4878645" y="431849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6.5</a:t>
            </a:r>
          </a:p>
        </p:txBody>
      </p: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042907F5-84D6-4802-8DCB-AB3D2A613DAE}"/>
              </a:ext>
            </a:extLst>
          </p:cNvPr>
          <p:cNvCxnSpPr>
            <a:cxnSpLocks/>
          </p:cNvCxnSpPr>
          <p:nvPr/>
        </p:nvCxnSpPr>
        <p:spPr>
          <a:xfrm flipV="1">
            <a:off x="4380453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26905093-2244-4CA5-88C8-A7A652D0336A}"/>
              </a:ext>
            </a:extLst>
          </p:cNvPr>
          <p:cNvCxnSpPr>
            <a:cxnSpLocks/>
          </p:cNvCxnSpPr>
          <p:nvPr/>
        </p:nvCxnSpPr>
        <p:spPr>
          <a:xfrm flipV="1">
            <a:off x="5496591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45775623-8444-4D2A-9C93-A5F492363910}"/>
              </a:ext>
            </a:extLst>
          </p:cNvPr>
          <p:cNvCxnSpPr>
            <a:cxnSpLocks/>
          </p:cNvCxnSpPr>
          <p:nvPr/>
        </p:nvCxnSpPr>
        <p:spPr>
          <a:xfrm flipV="1">
            <a:off x="5682614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60914DA4-D397-4499-84F2-C7D24DB540B3}"/>
              </a:ext>
            </a:extLst>
          </p:cNvPr>
          <p:cNvCxnSpPr>
            <a:cxnSpLocks/>
          </p:cNvCxnSpPr>
          <p:nvPr/>
        </p:nvCxnSpPr>
        <p:spPr>
          <a:xfrm flipV="1">
            <a:off x="6054660" y="49682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TextBox 197">
            <a:extLst>
              <a:ext uri="{FF2B5EF4-FFF2-40B4-BE49-F238E27FC236}">
                <a16:creationId xmlns:a16="http://schemas.microsoft.com/office/drawing/2014/main" id="{AC73772B-955D-4577-9B4A-CF828C9160BF}"/>
              </a:ext>
            </a:extLst>
          </p:cNvPr>
          <p:cNvSpPr txBox="1"/>
          <p:nvPr/>
        </p:nvSpPr>
        <p:spPr>
          <a:xfrm>
            <a:off x="3592388" y="4690348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5.8</a:t>
            </a:r>
          </a:p>
        </p:txBody>
      </p: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3371D6DB-F72A-4B22-A612-E0931F8CD19A}"/>
              </a:ext>
            </a:extLst>
          </p:cNvPr>
          <p:cNvCxnSpPr>
            <a:cxnSpLocks/>
          </p:cNvCxnSpPr>
          <p:nvPr/>
        </p:nvCxnSpPr>
        <p:spPr>
          <a:xfrm flipV="1">
            <a:off x="5868637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216939DE-6675-463B-96A9-025A9FE771AD}"/>
              </a:ext>
            </a:extLst>
          </p:cNvPr>
          <p:cNvCxnSpPr>
            <a:cxnSpLocks/>
          </p:cNvCxnSpPr>
          <p:nvPr/>
        </p:nvCxnSpPr>
        <p:spPr>
          <a:xfrm flipV="1">
            <a:off x="6240683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B2EC8C62-3905-4C3F-9A6D-920E7FD9C427}"/>
              </a:ext>
            </a:extLst>
          </p:cNvPr>
          <p:cNvCxnSpPr>
            <a:cxnSpLocks/>
          </p:cNvCxnSpPr>
          <p:nvPr/>
        </p:nvCxnSpPr>
        <p:spPr>
          <a:xfrm flipV="1">
            <a:off x="3636361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TextBox 202">
            <a:extLst>
              <a:ext uri="{FF2B5EF4-FFF2-40B4-BE49-F238E27FC236}">
                <a16:creationId xmlns:a16="http://schemas.microsoft.com/office/drawing/2014/main" id="{69B8FED9-E490-4656-AA46-5F306B4E7EDA}"/>
              </a:ext>
            </a:extLst>
          </p:cNvPr>
          <p:cNvSpPr txBox="1"/>
          <p:nvPr/>
        </p:nvSpPr>
        <p:spPr>
          <a:xfrm>
            <a:off x="7247496" y="46903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8049413A-7F9C-4891-859C-3109CFDDDB2D}"/>
              </a:ext>
            </a:extLst>
          </p:cNvPr>
          <p:cNvCxnSpPr>
            <a:cxnSpLocks/>
          </p:cNvCxnSpPr>
          <p:nvPr/>
        </p:nvCxnSpPr>
        <p:spPr>
          <a:xfrm>
            <a:off x="6710172" y="51892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B40D1736-A9A4-48AC-A169-27EEAC9104B0}"/>
              </a:ext>
            </a:extLst>
          </p:cNvPr>
          <p:cNvCxnSpPr>
            <a:cxnSpLocks/>
          </p:cNvCxnSpPr>
          <p:nvPr/>
        </p:nvCxnSpPr>
        <p:spPr>
          <a:xfrm flipV="1">
            <a:off x="7157338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8C62F060-8DA8-41DC-88CB-4AA95B84659B}"/>
              </a:ext>
            </a:extLst>
          </p:cNvPr>
          <p:cNvCxnSpPr>
            <a:cxnSpLocks/>
          </p:cNvCxnSpPr>
          <p:nvPr/>
        </p:nvCxnSpPr>
        <p:spPr>
          <a:xfrm flipV="1">
            <a:off x="8104366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Arrow: Down 206">
            <a:extLst>
              <a:ext uri="{FF2B5EF4-FFF2-40B4-BE49-F238E27FC236}">
                <a16:creationId xmlns:a16="http://schemas.microsoft.com/office/drawing/2014/main" id="{14AC37AE-4D89-4EFF-9CC1-C7DFCDB9CD8A}"/>
              </a:ext>
            </a:extLst>
          </p:cNvPr>
          <p:cNvSpPr/>
          <p:nvPr/>
        </p:nvSpPr>
        <p:spPr>
          <a:xfrm>
            <a:off x="7972044" y="46624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83C98667-89B4-470A-8101-072A25046F88}"/>
              </a:ext>
            </a:extLst>
          </p:cNvPr>
          <p:cNvSpPr txBox="1"/>
          <p:nvPr/>
        </p:nvSpPr>
        <p:spPr>
          <a:xfrm>
            <a:off x="7877114" y="431849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4.4</a:t>
            </a:r>
          </a:p>
        </p:txBody>
      </p: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9EF499E0-7B2E-41D0-9D02-7056189F06EA}"/>
              </a:ext>
            </a:extLst>
          </p:cNvPr>
          <p:cNvCxnSpPr>
            <a:cxnSpLocks/>
          </p:cNvCxnSpPr>
          <p:nvPr/>
        </p:nvCxnSpPr>
        <p:spPr>
          <a:xfrm flipV="1">
            <a:off x="7630852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69412B25-38CF-48C8-BF0F-BC2FB2365B5F}"/>
              </a:ext>
            </a:extLst>
          </p:cNvPr>
          <p:cNvCxnSpPr>
            <a:cxnSpLocks/>
          </p:cNvCxnSpPr>
          <p:nvPr/>
        </p:nvCxnSpPr>
        <p:spPr>
          <a:xfrm flipV="1">
            <a:off x="8577880" y="49682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63F402A1-3E6A-45DF-AA6D-29D7690380F4}"/>
              </a:ext>
            </a:extLst>
          </p:cNvPr>
          <p:cNvCxnSpPr>
            <a:cxnSpLocks/>
          </p:cNvCxnSpPr>
          <p:nvPr/>
        </p:nvCxnSpPr>
        <p:spPr>
          <a:xfrm flipV="1">
            <a:off x="8814637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2DFCBBCC-FEED-437D-8A59-80307E7D57D4}"/>
              </a:ext>
            </a:extLst>
          </p:cNvPr>
          <p:cNvCxnSpPr>
            <a:cxnSpLocks/>
          </p:cNvCxnSpPr>
          <p:nvPr/>
        </p:nvCxnSpPr>
        <p:spPr>
          <a:xfrm flipV="1">
            <a:off x="9288151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AC1BC460-3837-440C-AD45-E5507CAE82A4}"/>
              </a:ext>
            </a:extLst>
          </p:cNvPr>
          <p:cNvSpPr txBox="1"/>
          <p:nvPr/>
        </p:nvSpPr>
        <p:spPr>
          <a:xfrm>
            <a:off x="8423201" y="469034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</a:t>
            </a:r>
          </a:p>
        </p:txBody>
      </p: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FE6590F9-D5C5-4714-8452-86618B618CD3}"/>
              </a:ext>
            </a:extLst>
          </p:cNvPr>
          <p:cNvCxnSpPr>
            <a:cxnSpLocks/>
          </p:cNvCxnSpPr>
          <p:nvPr/>
        </p:nvCxnSpPr>
        <p:spPr>
          <a:xfrm flipV="1">
            <a:off x="9051394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56531EE2-488C-4678-BBF8-89F0A39F35C3}"/>
              </a:ext>
            </a:extLst>
          </p:cNvPr>
          <p:cNvCxnSpPr>
            <a:cxnSpLocks/>
          </p:cNvCxnSpPr>
          <p:nvPr/>
        </p:nvCxnSpPr>
        <p:spPr>
          <a:xfrm flipV="1">
            <a:off x="9524903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3E95AD15-BBF0-4FAB-91CC-57109A3800B4}"/>
              </a:ext>
            </a:extLst>
          </p:cNvPr>
          <p:cNvCxnSpPr>
            <a:cxnSpLocks/>
          </p:cNvCxnSpPr>
          <p:nvPr/>
        </p:nvCxnSpPr>
        <p:spPr>
          <a:xfrm flipV="1">
            <a:off x="6920581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TextBox 217">
            <a:extLst>
              <a:ext uri="{FF2B5EF4-FFF2-40B4-BE49-F238E27FC236}">
                <a16:creationId xmlns:a16="http://schemas.microsoft.com/office/drawing/2014/main" id="{B454C2DF-8251-4F3F-8222-6EDC62A728E6}"/>
              </a:ext>
            </a:extLst>
          </p:cNvPr>
          <p:cNvSpPr txBox="1"/>
          <p:nvPr/>
        </p:nvSpPr>
        <p:spPr>
          <a:xfrm>
            <a:off x="1637144" y="6031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CC9FF02C-85A7-4277-A982-A01A92E66B59}"/>
              </a:ext>
            </a:extLst>
          </p:cNvPr>
          <p:cNvCxnSpPr>
            <a:cxnSpLocks/>
          </p:cNvCxnSpPr>
          <p:nvPr/>
        </p:nvCxnSpPr>
        <p:spPr>
          <a:xfrm>
            <a:off x="152400" y="653034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EEEBE110-BB25-4EA3-8C53-6BF145C7FD41}"/>
              </a:ext>
            </a:extLst>
          </p:cNvPr>
          <p:cNvCxnSpPr>
            <a:cxnSpLocks/>
          </p:cNvCxnSpPr>
          <p:nvPr/>
        </p:nvCxnSpPr>
        <p:spPr>
          <a:xfrm flipV="1">
            <a:off x="599566" y="6405684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F3A26922-31A2-45B9-B0A0-6113F59E96E5}"/>
              </a:ext>
            </a:extLst>
          </p:cNvPr>
          <p:cNvCxnSpPr>
            <a:cxnSpLocks/>
          </p:cNvCxnSpPr>
          <p:nvPr/>
        </p:nvCxnSpPr>
        <p:spPr>
          <a:xfrm flipV="1">
            <a:off x="1546594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Arrow: Down 221">
            <a:extLst>
              <a:ext uri="{FF2B5EF4-FFF2-40B4-BE49-F238E27FC236}">
                <a16:creationId xmlns:a16="http://schemas.microsoft.com/office/drawing/2014/main" id="{F17AF4EA-F1CB-46A1-AB46-AE47ED94C73F}"/>
              </a:ext>
            </a:extLst>
          </p:cNvPr>
          <p:cNvSpPr/>
          <p:nvPr/>
        </p:nvSpPr>
        <p:spPr>
          <a:xfrm>
            <a:off x="949452" y="600357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EBF80840-9EC1-46E8-94B4-174DB09F82F3}"/>
              </a:ext>
            </a:extLst>
          </p:cNvPr>
          <p:cNvSpPr txBox="1"/>
          <p:nvPr/>
        </p:nvSpPr>
        <p:spPr>
          <a:xfrm>
            <a:off x="843092" y="5659612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5.6</a:t>
            </a:r>
          </a:p>
        </p:txBody>
      </p: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305AF103-36E3-4FC0-BC34-9584FE86355C}"/>
              </a:ext>
            </a:extLst>
          </p:cNvPr>
          <p:cNvCxnSpPr>
            <a:cxnSpLocks/>
          </p:cNvCxnSpPr>
          <p:nvPr/>
        </p:nvCxnSpPr>
        <p:spPr>
          <a:xfrm flipV="1">
            <a:off x="1073080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5069D371-C119-40EA-A236-CB438C9746D1}"/>
              </a:ext>
            </a:extLst>
          </p:cNvPr>
          <p:cNvCxnSpPr>
            <a:cxnSpLocks/>
          </p:cNvCxnSpPr>
          <p:nvPr/>
        </p:nvCxnSpPr>
        <p:spPr>
          <a:xfrm flipV="1">
            <a:off x="2020108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C0807A51-5105-4A9F-BF80-18750378C43A}"/>
              </a:ext>
            </a:extLst>
          </p:cNvPr>
          <p:cNvCxnSpPr>
            <a:cxnSpLocks/>
          </p:cNvCxnSpPr>
          <p:nvPr/>
        </p:nvCxnSpPr>
        <p:spPr>
          <a:xfrm flipV="1">
            <a:off x="2256865" y="630936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1EDF43BF-FD3E-41AE-9601-DB6EF4FA34DC}"/>
              </a:ext>
            </a:extLst>
          </p:cNvPr>
          <p:cNvCxnSpPr>
            <a:cxnSpLocks/>
          </p:cNvCxnSpPr>
          <p:nvPr/>
        </p:nvCxnSpPr>
        <p:spPr>
          <a:xfrm flipV="1">
            <a:off x="2730379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TextBox 227">
            <a:extLst>
              <a:ext uri="{FF2B5EF4-FFF2-40B4-BE49-F238E27FC236}">
                <a16:creationId xmlns:a16="http://schemas.microsoft.com/office/drawing/2014/main" id="{0C8A6652-8814-4C92-8191-3DB0BA475723}"/>
              </a:ext>
            </a:extLst>
          </p:cNvPr>
          <p:cNvSpPr txBox="1"/>
          <p:nvPr/>
        </p:nvSpPr>
        <p:spPr>
          <a:xfrm>
            <a:off x="2017334" y="6031468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7.8</a:t>
            </a:r>
          </a:p>
        </p:txBody>
      </p: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2AA1A9B7-5AC7-4277-AC17-C6EDA020EBF6}"/>
              </a:ext>
            </a:extLst>
          </p:cNvPr>
          <p:cNvCxnSpPr>
            <a:cxnSpLocks/>
          </p:cNvCxnSpPr>
          <p:nvPr/>
        </p:nvCxnSpPr>
        <p:spPr>
          <a:xfrm flipV="1">
            <a:off x="2493622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265FF2FC-4B49-498F-BA69-57A582855CCD}"/>
              </a:ext>
            </a:extLst>
          </p:cNvPr>
          <p:cNvCxnSpPr>
            <a:cxnSpLocks/>
          </p:cNvCxnSpPr>
          <p:nvPr/>
        </p:nvCxnSpPr>
        <p:spPr>
          <a:xfrm flipV="1">
            <a:off x="2967131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0D9CCEEC-F970-4376-92E0-F11C47E962C9}"/>
              </a:ext>
            </a:extLst>
          </p:cNvPr>
          <p:cNvCxnSpPr>
            <a:cxnSpLocks/>
          </p:cNvCxnSpPr>
          <p:nvPr/>
        </p:nvCxnSpPr>
        <p:spPr>
          <a:xfrm flipV="1">
            <a:off x="362809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TextBox 232">
            <a:extLst>
              <a:ext uri="{FF2B5EF4-FFF2-40B4-BE49-F238E27FC236}">
                <a16:creationId xmlns:a16="http://schemas.microsoft.com/office/drawing/2014/main" id="{ECECE8C5-6698-46FA-B147-B8D4FEF5C2F9}"/>
              </a:ext>
            </a:extLst>
          </p:cNvPr>
          <p:cNvSpPr txBox="1"/>
          <p:nvPr/>
        </p:nvSpPr>
        <p:spPr>
          <a:xfrm>
            <a:off x="3800983" y="6031468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0.1</a:t>
            </a:r>
          </a:p>
        </p:txBody>
      </p: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A343C57E-D9B1-4C2A-AA98-A40F9F8C88BA}"/>
              </a:ext>
            </a:extLst>
          </p:cNvPr>
          <p:cNvCxnSpPr>
            <a:cxnSpLocks/>
          </p:cNvCxnSpPr>
          <p:nvPr/>
        </p:nvCxnSpPr>
        <p:spPr>
          <a:xfrm>
            <a:off x="3425952" y="653034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7F058812-7E4E-403F-A99A-67AA6EC7F5CD}"/>
              </a:ext>
            </a:extLst>
          </p:cNvPr>
          <p:cNvCxnSpPr>
            <a:cxnSpLocks/>
          </p:cNvCxnSpPr>
          <p:nvPr/>
        </p:nvCxnSpPr>
        <p:spPr>
          <a:xfrm flipV="1">
            <a:off x="4237357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46502562-AE7D-4884-AB05-A9DD26C9488A}"/>
              </a:ext>
            </a:extLst>
          </p:cNvPr>
          <p:cNvCxnSpPr>
            <a:cxnSpLocks/>
          </p:cNvCxnSpPr>
          <p:nvPr/>
        </p:nvCxnSpPr>
        <p:spPr>
          <a:xfrm flipV="1">
            <a:off x="5038685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Arrow: Down 236">
            <a:extLst>
              <a:ext uri="{FF2B5EF4-FFF2-40B4-BE49-F238E27FC236}">
                <a16:creationId xmlns:a16="http://schemas.microsoft.com/office/drawing/2014/main" id="{1316DFB7-0DB3-4D1D-B483-74C69575EB74}"/>
              </a:ext>
            </a:extLst>
          </p:cNvPr>
          <p:cNvSpPr/>
          <p:nvPr/>
        </p:nvSpPr>
        <p:spPr>
          <a:xfrm>
            <a:off x="4885944" y="600357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DD6FD0B8-894A-4B45-888C-B156988FB701}"/>
              </a:ext>
            </a:extLst>
          </p:cNvPr>
          <p:cNvSpPr txBox="1"/>
          <p:nvPr/>
        </p:nvSpPr>
        <p:spPr>
          <a:xfrm>
            <a:off x="4779584" y="565961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0.4</a:t>
            </a:r>
          </a:p>
        </p:txBody>
      </p: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3892B598-FEEA-47D6-AC88-C7D2E3882352}"/>
              </a:ext>
            </a:extLst>
          </p:cNvPr>
          <p:cNvCxnSpPr>
            <a:cxnSpLocks/>
          </p:cNvCxnSpPr>
          <p:nvPr/>
        </p:nvCxnSpPr>
        <p:spPr>
          <a:xfrm flipV="1">
            <a:off x="5439349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9FC282B5-365E-4E3F-9322-B5B75F823676}"/>
              </a:ext>
            </a:extLst>
          </p:cNvPr>
          <p:cNvCxnSpPr>
            <a:cxnSpLocks/>
          </p:cNvCxnSpPr>
          <p:nvPr/>
        </p:nvCxnSpPr>
        <p:spPr>
          <a:xfrm flipV="1">
            <a:off x="5639681" y="630936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314C9C2C-8EBC-43ED-8C19-CFF01578FCD7}"/>
              </a:ext>
            </a:extLst>
          </p:cNvPr>
          <p:cNvCxnSpPr>
            <a:cxnSpLocks/>
          </p:cNvCxnSpPr>
          <p:nvPr/>
        </p:nvCxnSpPr>
        <p:spPr>
          <a:xfrm flipV="1">
            <a:off x="6040345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TextBox 242">
            <a:extLst>
              <a:ext uri="{FF2B5EF4-FFF2-40B4-BE49-F238E27FC236}">
                <a16:creationId xmlns:a16="http://schemas.microsoft.com/office/drawing/2014/main" id="{EE8F50B8-ED2B-422D-A71A-4A044858E2E4}"/>
              </a:ext>
            </a:extLst>
          </p:cNvPr>
          <p:cNvSpPr txBox="1"/>
          <p:nvPr/>
        </p:nvSpPr>
        <p:spPr>
          <a:xfrm>
            <a:off x="5405948" y="6031468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0.5</a:t>
            </a:r>
          </a:p>
        </p:txBody>
      </p:sp>
      <p:cxnSp>
        <p:nvCxnSpPr>
          <p:cNvPr id="244" name="Straight Connector 243">
            <a:extLst>
              <a:ext uri="{FF2B5EF4-FFF2-40B4-BE49-F238E27FC236}">
                <a16:creationId xmlns:a16="http://schemas.microsoft.com/office/drawing/2014/main" id="{FF922268-43D3-4980-A1B0-CF2E273CB5F8}"/>
              </a:ext>
            </a:extLst>
          </p:cNvPr>
          <p:cNvCxnSpPr>
            <a:cxnSpLocks/>
          </p:cNvCxnSpPr>
          <p:nvPr/>
        </p:nvCxnSpPr>
        <p:spPr>
          <a:xfrm flipV="1">
            <a:off x="584001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E190C9E8-E131-4979-AEF8-607896B0A390}"/>
              </a:ext>
            </a:extLst>
          </p:cNvPr>
          <p:cNvCxnSpPr>
            <a:cxnSpLocks/>
          </p:cNvCxnSpPr>
          <p:nvPr/>
        </p:nvCxnSpPr>
        <p:spPr>
          <a:xfrm flipV="1">
            <a:off x="624068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948F152B-B15B-4FE1-B4C8-1D7C604F0F8F}"/>
              </a:ext>
            </a:extLst>
          </p:cNvPr>
          <p:cNvCxnSpPr>
            <a:cxnSpLocks/>
          </p:cNvCxnSpPr>
          <p:nvPr/>
        </p:nvCxnSpPr>
        <p:spPr>
          <a:xfrm flipV="1">
            <a:off x="3636361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TextBox 247">
            <a:extLst>
              <a:ext uri="{FF2B5EF4-FFF2-40B4-BE49-F238E27FC236}">
                <a16:creationId xmlns:a16="http://schemas.microsoft.com/office/drawing/2014/main" id="{B94CF3B5-6895-47B1-B9BD-AC2C408B3031}"/>
              </a:ext>
            </a:extLst>
          </p:cNvPr>
          <p:cNvSpPr txBox="1"/>
          <p:nvPr/>
        </p:nvSpPr>
        <p:spPr>
          <a:xfrm>
            <a:off x="8287893" y="6031468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5.3</a:t>
            </a:r>
          </a:p>
        </p:txBody>
      </p:sp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C9146AD6-7D18-4A2A-ADBF-7F4C0AC7243C}"/>
              </a:ext>
            </a:extLst>
          </p:cNvPr>
          <p:cNvCxnSpPr>
            <a:cxnSpLocks/>
          </p:cNvCxnSpPr>
          <p:nvPr/>
        </p:nvCxnSpPr>
        <p:spPr>
          <a:xfrm>
            <a:off x="6710172" y="653034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FDEC104E-E366-4D5A-AEE3-3E343293C4E7}"/>
              </a:ext>
            </a:extLst>
          </p:cNvPr>
          <p:cNvCxnSpPr>
            <a:cxnSpLocks/>
          </p:cNvCxnSpPr>
          <p:nvPr/>
        </p:nvCxnSpPr>
        <p:spPr>
          <a:xfrm flipV="1">
            <a:off x="712091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F268AB4C-6D61-487D-8FAA-8F27845D00BC}"/>
              </a:ext>
            </a:extLst>
          </p:cNvPr>
          <p:cNvCxnSpPr>
            <a:cxnSpLocks/>
          </p:cNvCxnSpPr>
          <p:nvPr/>
        </p:nvCxnSpPr>
        <p:spPr>
          <a:xfrm flipV="1">
            <a:off x="7922241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Arrow: Down 251">
            <a:extLst>
              <a:ext uri="{FF2B5EF4-FFF2-40B4-BE49-F238E27FC236}">
                <a16:creationId xmlns:a16="http://schemas.microsoft.com/office/drawing/2014/main" id="{0BEBA6D4-D8E7-4420-ACF5-57EB169F147F}"/>
              </a:ext>
            </a:extLst>
          </p:cNvPr>
          <p:cNvSpPr/>
          <p:nvPr/>
        </p:nvSpPr>
        <p:spPr>
          <a:xfrm>
            <a:off x="7385304" y="600357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13AA09C9-C529-485F-88BE-340482384A2E}"/>
              </a:ext>
            </a:extLst>
          </p:cNvPr>
          <p:cNvSpPr txBox="1"/>
          <p:nvPr/>
        </p:nvSpPr>
        <p:spPr>
          <a:xfrm>
            <a:off x="7220435" y="565961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3.55</a:t>
            </a:r>
          </a:p>
        </p:txBody>
      </p: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A5014F00-B4E4-4860-A6AF-9A29069246A8}"/>
              </a:ext>
            </a:extLst>
          </p:cNvPr>
          <p:cNvCxnSpPr>
            <a:cxnSpLocks/>
          </p:cNvCxnSpPr>
          <p:nvPr/>
        </p:nvCxnSpPr>
        <p:spPr>
          <a:xfrm flipV="1">
            <a:off x="7521577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90B4BD0D-F4EB-43C9-87BC-1555FDECD825}"/>
              </a:ext>
            </a:extLst>
          </p:cNvPr>
          <p:cNvCxnSpPr>
            <a:cxnSpLocks/>
          </p:cNvCxnSpPr>
          <p:nvPr/>
        </p:nvCxnSpPr>
        <p:spPr>
          <a:xfrm flipV="1">
            <a:off x="8322905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D3EDB69F-8EF6-45B4-BA33-F20A45179964}"/>
              </a:ext>
            </a:extLst>
          </p:cNvPr>
          <p:cNvCxnSpPr>
            <a:cxnSpLocks/>
          </p:cNvCxnSpPr>
          <p:nvPr/>
        </p:nvCxnSpPr>
        <p:spPr>
          <a:xfrm flipV="1">
            <a:off x="8723569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29C6BDFD-BEDD-431E-9EDE-7BCF3507297E}"/>
              </a:ext>
            </a:extLst>
          </p:cNvPr>
          <p:cNvCxnSpPr>
            <a:cxnSpLocks/>
          </p:cNvCxnSpPr>
          <p:nvPr/>
        </p:nvCxnSpPr>
        <p:spPr>
          <a:xfrm flipV="1">
            <a:off x="9324565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TextBox 258">
            <a:extLst>
              <a:ext uri="{FF2B5EF4-FFF2-40B4-BE49-F238E27FC236}">
                <a16:creationId xmlns:a16="http://schemas.microsoft.com/office/drawing/2014/main" id="{9F375FD1-3762-4677-BAA9-DCB86D724B8F}"/>
              </a:ext>
            </a:extLst>
          </p:cNvPr>
          <p:cNvSpPr txBox="1"/>
          <p:nvPr/>
        </p:nvSpPr>
        <p:spPr>
          <a:xfrm>
            <a:off x="8768641" y="603146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</a:t>
            </a:r>
          </a:p>
        </p:txBody>
      </p: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3EE5C9A7-AC75-46CE-8EBD-1AE0217C8895}"/>
              </a:ext>
            </a:extLst>
          </p:cNvPr>
          <p:cNvCxnSpPr>
            <a:cxnSpLocks/>
          </p:cNvCxnSpPr>
          <p:nvPr/>
        </p:nvCxnSpPr>
        <p:spPr>
          <a:xfrm flipV="1">
            <a:off x="912423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Connector 260">
            <a:extLst>
              <a:ext uri="{FF2B5EF4-FFF2-40B4-BE49-F238E27FC236}">
                <a16:creationId xmlns:a16="http://schemas.microsoft.com/office/drawing/2014/main" id="{A022882A-EE74-459D-A31F-24DBDC0EA5E9}"/>
              </a:ext>
            </a:extLst>
          </p:cNvPr>
          <p:cNvCxnSpPr>
            <a:cxnSpLocks/>
          </p:cNvCxnSpPr>
          <p:nvPr/>
        </p:nvCxnSpPr>
        <p:spPr>
          <a:xfrm flipV="1">
            <a:off x="952490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261">
            <a:extLst>
              <a:ext uri="{FF2B5EF4-FFF2-40B4-BE49-F238E27FC236}">
                <a16:creationId xmlns:a16="http://schemas.microsoft.com/office/drawing/2014/main" id="{D34F054E-D665-4AC0-BA3C-441F57179760}"/>
              </a:ext>
            </a:extLst>
          </p:cNvPr>
          <p:cNvCxnSpPr>
            <a:cxnSpLocks/>
          </p:cNvCxnSpPr>
          <p:nvPr/>
        </p:nvCxnSpPr>
        <p:spPr>
          <a:xfrm flipV="1">
            <a:off x="6920581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F617DE81-33A3-46D5-B841-B8B33A429398}"/>
              </a:ext>
            </a:extLst>
          </p:cNvPr>
          <p:cNvCxnSpPr>
            <a:cxnSpLocks/>
          </p:cNvCxnSpPr>
          <p:nvPr/>
        </p:nvCxnSpPr>
        <p:spPr>
          <a:xfrm flipV="1">
            <a:off x="57983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25531C52-35E8-4F7E-B488-655B9D69F7F6}"/>
              </a:ext>
            </a:extLst>
          </p:cNvPr>
          <p:cNvCxnSpPr>
            <a:cxnSpLocks/>
          </p:cNvCxnSpPr>
          <p:nvPr/>
        </p:nvCxnSpPr>
        <p:spPr>
          <a:xfrm flipV="1">
            <a:off x="796863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id="{01D27054-447B-421D-9836-C8F76309D6F9}"/>
              </a:ext>
            </a:extLst>
          </p:cNvPr>
          <p:cNvCxnSpPr>
            <a:cxnSpLocks/>
          </p:cNvCxnSpPr>
          <p:nvPr/>
        </p:nvCxnSpPr>
        <p:spPr>
          <a:xfrm flipV="1">
            <a:off x="1230917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Straight Connector 278">
            <a:extLst>
              <a:ext uri="{FF2B5EF4-FFF2-40B4-BE49-F238E27FC236}">
                <a16:creationId xmlns:a16="http://schemas.microsoft.com/office/drawing/2014/main" id="{35A2FD92-0378-4F10-A0A3-B8DDFB87DBC7}"/>
              </a:ext>
            </a:extLst>
          </p:cNvPr>
          <p:cNvCxnSpPr>
            <a:cxnSpLocks/>
          </p:cNvCxnSpPr>
          <p:nvPr/>
        </p:nvCxnSpPr>
        <p:spPr>
          <a:xfrm flipV="1">
            <a:off x="166497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Straight Connector 280">
            <a:extLst>
              <a:ext uri="{FF2B5EF4-FFF2-40B4-BE49-F238E27FC236}">
                <a16:creationId xmlns:a16="http://schemas.microsoft.com/office/drawing/2014/main" id="{D2ABEE2F-5180-443A-A4A1-5883C2730475}"/>
              </a:ext>
            </a:extLst>
          </p:cNvPr>
          <p:cNvCxnSpPr>
            <a:cxnSpLocks/>
          </p:cNvCxnSpPr>
          <p:nvPr/>
        </p:nvCxnSpPr>
        <p:spPr>
          <a:xfrm flipV="1">
            <a:off x="5426831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9896F066-79F4-4624-8063-C9292852FEC5}"/>
              </a:ext>
            </a:extLst>
          </p:cNvPr>
          <p:cNvCxnSpPr>
            <a:cxnSpLocks/>
          </p:cNvCxnSpPr>
          <p:nvPr/>
        </p:nvCxnSpPr>
        <p:spPr>
          <a:xfrm flipV="1">
            <a:off x="510129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Straight Connector 282">
            <a:extLst>
              <a:ext uri="{FF2B5EF4-FFF2-40B4-BE49-F238E27FC236}">
                <a16:creationId xmlns:a16="http://schemas.microsoft.com/office/drawing/2014/main" id="{EF5B6A98-1F0D-4793-9DFB-D2CF2CEFFB27}"/>
              </a:ext>
            </a:extLst>
          </p:cNvPr>
          <p:cNvCxnSpPr>
            <a:cxnSpLocks/>
          </p:cNvCxnSpPr>
          <p:nvPr/>
        </p:nvCxnSpPr>
        <p:spPr>
          <a:xfrm flipV="1">
            <a:off x="477575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Connector 283">
            <a:extLst>
              <a:ext uri="{FF2B5EF4-FFF2-40B4-BE49-F238E27FC236}">
                <a16:creationId xmlns:a16="http://schemas.microsoft.com/office/drawing/2014/main" id="{0BE0A132-30AE-40AC-B801-797E78FD0C38}"/>
              </a:ext>
            </a:extLst>
          </p:cNvPr>
          <p:cNvCxnSpPr>
            <a:cxnSpLocks/>
          </p:cNvCxnSpPr>
          <p:nvPr/>
        </p:nvCxnSpPr>
        <p:spPr>
          <a:xfrm flipV="1">
            <a:off x="428744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Straight Connector 284">
            <a:extLst>
              <a:ext uri="{FF2B5EF4-FFF2-40B4-BE49-F238E27FC236}">
                <a16:creationId xmlns:a16="http://schemas.microsoft.com/office/drawing/2014/main" id="{935A86B0-88EC-480E-97BD-FF7669FA70AE}"/>
              </a:ext>
            </a:extLst>
          </p:cNvPr>
          <p:cNvCxnSpPr>
            <a:cxnSpLocks/>
          </p:cNvCxnSpPr>
          <p:nvPr/>
        </p:nvCxnSpPr>
        <p:spPr>
          <a:xfrm flipV="1">
            <a:off x="412467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07EB0E8F-ECDC-4CC2-9F48-A930FEED2511}"/>
              </a:ext>
            </a:extLst>
          </p:cNvPr>
          <p:cNvCxnSpPr>
            <a:cxnSpLocks/>
          </p:cNvCxnSpPr>
          <p:nvPr/>
        </p:nvCxnSpPr>
        <p:spPr>
          <a:xfrm flipV="1">
            <a:off x="526406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9BD89C36-C0EA-4457-9506-57DF84076607}"/>
              </a:ext>
            </a:extLst>
          </p:cNvPr>
          <p:cNvCxnSpPr>
            <a:cxnSpLocks/>
          </p:cNvCxnSpPr>
          <p:nvPr/>
        </p:nvCxnSpPr>
        <p:spPr>
          <a:xfrm flipV="1">
            <a:off x="493852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84FC1C2A-DE10-4855-88AA-912129DECCD7}"/>
              </a:ext>
            </a:extLst>
          </p:cNvPr>
          <p:cNvCxnSpPr>
            <a:cxnSpLocks/>
          </p:cNvCxnSpPr>
          <p:nvPr/>
        </p:nvCxnSpPr>
        <p:spPr>
          <a:xfrm flipV="1">
            <a:off x="461298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B8737BF2-CF3D-475E-BEF6-AC52A3167F2D}"/>
              </a:ext>
            </a:extLst>
          </p:cNvPr>
          <p:cNvCxnSpPr>
            <a:cxnSpLocks/>
          </p:cNvCxnSpPr>
          <p:nvPr/>
        </p:nvCxnSpPr>
        <p:spPr>
          <a:xfrm flipV="1">
            <a:off x="7521577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F7F22526-525E-4EA8-A8FE-DBA6476EFD07}"/>
              </a:ext>
            </a:extLst>
          </p:cNvPr>
          <p:cNvCxnSpPr>
            <a:cxnSpLocks/>
          </p:cNvCxnSpPr>
          <p:nvPr/>
        </p:nvCxnSpPr>
        <p:spPr>
          <a:xfrm flipV="1">
            <a:off x="7721909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F7F066EF-27A5-4E30-A8EF-91A7CB6EEF10}"/>
              </a:ext>
            </a:extLst>
          </p:cNvPr>
          <p:cNvCxnSpPr>
            <a:cxnSpLocks/>
          </p:cNvCxnSpPr>
          <p:nvPr/>
        </p:nvCxnSpPr>
        <p:spPr>
          <a:xfrm flipV="1">
            <a:off x="8122573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849CEE06-0A9B-4414-8D3B-6F18BA374263}"/>
              </a:ext>
            </a:extLst>
          </p:cNvPr>
          <p:cNvCxnSpPr>
            <a:cxnSpLocks/>
          </p:cNvCxnSpPr>
          <p:nvPr/>
        </p:nvCxnSpPr>
        <p:spPr>
          <a:xfrm flipV="1">
            <a:off x="8322905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AA22140B-BF43-4457-8EBF-8CBFA5911B4F}"/>
              </a:ext>
            </a:extLst>
          </p:cNvPr>
          <p:cNvCxnSpPr>
            <a:cxnSpLocks/>
          </p:cNvCxnSpPr>
          <p:nvPr/>
        </p:nvCxnSpPr>
        <p:spPr>
          <a:xfrm flipV="1">
            <a:off x="8723569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40D96B0E-2535-4D81-A469-AA111E0BB9CE}"/>
              </a:ext>
            </a:extLst>
          </p:cNvPr>
          <p:cNvCxnSpPr>
            <a:cxnSpLocks/>
          </p:cNvCxnSpPr>
          <p:nvPr/>
        </p:nvCxnSpPr>
        <p:spPr>
          <a:xfrm flipV="1">
            <a:off x="88367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Straight Connector 294">
            <a:extLst>
              <a:ext uri="{FF2B5EF4-FFF2-40B4-BE49-F238E27FC236}">
                <a16:creationId xmlns:a16="http://schemas.microsoft.com/office/drawing/2014/main" id="{B18BD329-0479-43DF-81E3-FD973F00B5C4}"/>
              </a:ext>
            </a:extLst>
          </p:cNvPr>
          <p:cNvCxnSpPr>
            <a:cxnSpLocks/>
          </p:cNvCxnSpPr>
          <p:nvPr/>
        </p:nvCxnSpPr>
        <p:spPr>
          <a:xfrm flipV="1">
            <a:off x="1144105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Straight Connector 295">
            <a:extLst>
              <a:ext uri="{FF2B5EF4-FFF2-40B4-BE49-F238E27FC236}">
                <a16:creationId xmlns:a16="http://schemas.microsoft.com/office/drawing/2014/main" id="{AD1C2160-62D9-4183-9A96-C04855B2B207}"/>
              </a:ext>
            </a:extLst>
          </p:cNvPr>
          <p:cNvCxnSpPr>
            <a:cxnSpLocks/>
          </p:cNvCxnSpPr>
          <p:nvPr/>
        </p:nvCxnSpPr>
        <p:spPr>
          <a:xfrm flipV="1">
            <a:off x="4109875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D4F525E0-ACCC-4B72-BC99-1CC39E1BC126}"/>
              </a:ext>
            </a:extLst>
          </p:cNvPr>
          <p:cNvCxnSpPr>
            <a:cxnSpLocks/>
          </p:cNvCxnSpPr>
          <p:nvPr/>
        </p:nvCxnSpPr>
        <p:spPr>
          <a:xfrm flipV="1">
            <a:off x="4583389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Straight Connector 297">
            <a:extLst>
              <a:ext uri="{FF2B5EF4-FFF2-40B4-BE49-F238E27FC236}">
                <a16:creationId xmlns:a16="http://schemas.microsoft.com/office/drawing/2014/main" id="{3B17D4FC-220C-4FBF-B46E-449C131B1A69}"/>
              </a:ext>
            </a:extLst>
          </p:cNvPr>
          <p:cNvCxnSpPr>
            <a:cxnSpLocks/>
          </p:cNvCxnSpPr>
          <p:nvPr/>
        </p:nvCxnSpPr>
        <p:spPr>
          <a:xfrm flipV="1">
            <a:off x="505690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A6660649-F885-4C4F-BAD4-4B9E13432909}"/>
              </a:ext>
            </a:extLst>
          </p:cNvPr>
          <p:cNvCxnSpPr>
            <a:cxnSpLocks/>
          </p:cNvCxnSpPr>
          <p:nvPr/>
        </p:nvCxnSpPr>
        <p:spPr>
          <a:xfrm flipV="1">
            <a:off x="726782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Straight Connector 299">
            <a:extLst>
              <a:ext uri="{FF2B5EF4-FFF2-40B4-BE49-F238E27FC236}">
                <a16:creationId xmlns:a16="http://schemas.microsoft.com/office/drawing/2014/main" id="{6E72CB9A-E4DD-41D7-9B2F-4849FC89ECBC}"/>
              </a:ext>
            </a:extLst>
          </p:cNvPr>
          <p:cNvCxnSpPr>
            <a:cxnSpLocks/>
          </p:cNvCxnSpPr>
          <p:nvPr/>
        </p:nvCxnSpPr>
        <p:spPr>
          <a:xfrm flipV="1">
            <a:off x="7615065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Straight Connector 300">
            <a:extLst>
              <a:ext uri="{FF2B5EF4-FFF2-40B4-BE49-F238E27FC236}">
                <a16:creationId xmlns:a16="http://schemas.microsoft.com/office/drawing/2014/main" id="{6E8C4220-3CB6-4EBC-AD3A-53F374474C9F}"/>
              </a:ext>
            </a:extLst>
          </p:cNvPr>
          <p:cNvCxnSpPr>
            <a:cxnSpLocks/>
          </p:cNvCxnSpPr>
          <p:nvPr/>
        </p:nvCxnSpPr>
        <p:spPr>
          <a:xfrm flipV="1">
            <a:off x="7962307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Connector 302">
            <a:extLst>
              <a:ext uri="{FF2B5EF4-FFF2-40B4-BE49-F238E27FC236}">
                <a16:creationId xmlns:a16="http://schemas.microsoft.com/office/drawing/2014/main" id="{9B157459-2E26-4639-9D04-070B7F3937B4}"/>
              </a:ext>
            </a:extLst>
          </p:cNvPr>
          <p:cNvCxnSpPr>
            <a:cxnSpLocks/>
          </p:cNvCxnSpPr>
          <p:nvPr/>
        </p:nvCxnSpPr>
        <p:spPr>
          <a:xfrm flipV="1">
            <a:off x="8309549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Connector 303">
            <a:extLst>
              <a:ext uri="{FF2B5EF4-FFF2-40B4-BE49-F238E27FC236}">
                <a16:creationId xmlns:a16="http://schemas.microsoft.com/office/drawing/2014/main" id="{E1BEB3C1-6F06-4E2D-A1D3-F905EEE09C91}"/>
              </a:ext>
            </a:extLst>
          </p:cNvPr>
          <p:cNvCxnSpPr>
            <a:cxnSpLocks/>
          </p:cNvCxnSpPr>
          <p:nvPr/>
        </p:nvCxnSpPr>
        <p:spPr>
          <a:xfrm flipV="1">
            <a:off x="8656791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Straight Connector 304">
            <a:extLst>
              <a:ext uri="{FF2B5EF4-FFF2-40B4-BE49-F238E27FC236}">
                <a16:creationId xmlns:a16="http://schemas.microsoft.com/office/drawing/2014/main" id="{42BD691A-76A3-4FDE-802B-F5F629A25F06}"/>
              </a:ext>
            </a:extLst>
          </p:cNvPr>
          <p:cNvCxnSpPr>
            <a:cxnSpLocks/>
          </p:cNvCxnSpPr>
          <p:nvPr/>
        </p:nvCxnSpPr>
        <p:spPr>
          <a:xfrm flipV="1">
            <a:off x="9004033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Straight Connector 305">
            <a:extLst>
              <a:ext uri="{FF2B5EF4-FFF2-40B4-BE49-F238E27FC236}">
                <a16:creationId xmlns:a16="http://schemas.microsoft.com/office/drawing/2014/main" id="{FA803C3C-2764-4B4D-9D4B-944A9969BCC2}"/>
              </a:ext>
            </a:extLst>
          </p:cNvPr>
          <p:cNvCxnSpPr>
            <a:cxnSpLocks/>
          </p:cNvCxnSpPr>
          <p:nvPr/>
        </p:nvCxnSpPr>
        <p:spPr>
          <a:xfrm flipV="1">
            <a:off x="8483170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Straight Connector 306">
            <a:extLst>
              <a:ext uri="{FF2B5EF4-FFF2-40B4-BE49-F238E27FC236}">
                <a16:creationId xmlns:a16="http://schemas.microsoft.com/office/drawing/2014/main" id="{24E51F52-5C29-40BF-B748-604D290DAB48}"/>
              </a:ext>
            </a:extLst>
          </p:cNvPr>
          <p:cNvCxnSpPr>
            <a:cxnSpLocks/>
          </p:cNvCxnSpPr>
          <p:nvPr/>
        </p:nvCxnSpPr>
        <p:spPr>
          <a:xfrm flipV="1">
            <a:off x="796863" y="49682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Straight Connector 307">
            <a:extLst>
              <a:ext uri="{FF2B5EF4-FFF2-40B4-BE49-F238E27FC236}">
                <a16:creationId xmlns:a16="http://schemas.microsoft.com/office/drawing/2014/main" id="{1CE76CCE-74C8-4998-8C05-DEC2E7278C47}"/>
              </a:ext>
            </a:extLst>
          </p:cNvPr>
          <p:cNvCxnSpPr>
            <a:cxnSpLocks/>
          </p:cNvCxnSpPr>
          <p:nvPr/>
        </p:nvCxnSpPr>
        <p:spPr>
          <a:xfrm flipV="1">
            <a:off x="1013890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308">
            <a:extLst>
              <a:ext uri="{FF2B5EF4-FFF2-40B4-BE49-F238E27FC236}">
                <a16:creationId xmlns:a16="http://schemas.microsoft.com/office/drawing/2014/main" id="{A8B4FCF4-A992-44DD-B044-D1C48E936227}"/>
              </a:ext>
            </a:extLst>
          </p:cNvPr>
          <p:cNvCxnSpPr>
            <a:cxnSpLocks/>
          </p:cNvCxnSpPr>
          <p:nvPr/>
        </p:nvCxnSpPr>
        <p:spPr>
          <a:xfrm flipV="1">
            <a:off x="1230917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Straight Connector 309">
            <a:extLst>
              <a:ext uri="{FF2B5EF4-FFF2-40B4-BE49-F238E27FC236}">
                <a16:creationId xmlns:a16="http://schemas.microsoft.com/office/drawing/2014/main" id="{F6F28717-B98E-45D7-88D8-E51FA14B0028}"/>
              </a:ext>
            </a:extLst>
          </p:cNvPr>
          <p:cNvCxnSpPr>
            <a:cxnSpLocks/>
          </p:cNvCxnSpPr>
          <p:nvPr/>
        </p:nvCxnSpPr>
        <p:spPr>
          <a:xfrm flipV="1">
            <a:off x="1664971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1" name="TextBox 310">
            <a:extLst>
              <a:ext uri="{FF2B5EF4-FFF2-40B4-BE49-F238E27FC236}">
                <a16:creationId xmlns:a16="http://schemas.microsoft.com/office/drawing/2014/main" id="{CACB87D8-EDF9-4CE3-A00C-3537B16D6397}"/>
              </a:ext>
            </a:extLst>
          </p:cNvPr>
          <p:cNvSpPr txBox="1"/>
          <p:nvPr/>
        </p:nvSpPr>
        <p:spPr>
          <a:xfrm>
            <a:off x="2388984" y="46903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953A0F2D-5B1D-48E5-9FDB-09CE97A4B316}"/>
              </a:ext>
            </a:extLst>
          </p:cNvPr>
          <p:cNvCxnSpPr>
            <a:cxnSpLocks/>
          </p:cNvCxnSpPr>
          <p:nvPr/>
        </p:nvCxnSpPr>
        <p:spPr>
          <a:xfrm flipV="1">
            <a:off x="4008407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Straight Connector 312">
            <a:extLst>
              <a:ext uri="{FF2B5EF4-FFF2-40B4-BE49-F238E27FC236}">
                <a16:creationId xmlns:a16="http://schemas.microsoft.com/office/drawing/2014/main" id="{EC45C0A9-C6C9-45DB-A1B0-D3998C9773C0}"/>
              </a:ext>
            </a:extLst>
          </p:cNvPr>
          <p:cNvCxnSpPr>
            <a:cxnSpLocks/>
          </p:cNvCxnSpPr>
          <p:nvPr/>
        </p:nvCxnSpPr>
        <p:spPr>
          <a:xfrm flipV="1">
            <a:off x="4194430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Straight Connector 313">
            <a:extLst>
              <a:ext uri="{FF2B5EF4-FFF2-40B4-BE49-F238E27FC236}">
                <a16:creationId xmlns:a16="http://schemas.microsoft.com/office/drawing/2014/main" id="{FA468E70-B81D-4EE3-8F8C-4AD0A6D0A4FF}"/>
              </a:ext>
            </a:extLst>
          </p:cNvPr>
          <p:cNvCxnSpPr>
            <a:cxnSpLocks/>
          </p:cNvCxnSpPr>
          <p:nvPr/>
        </p:nvCxnSpPr>
        <p:spPr>
          <a:xfrm flipV="1">
            <a:off x="4566476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Straight Connector 314">
            <a:extLst>
              <a:ext uri="{FF2B5EF4-FFF2-40B4-BE49-F238E27FC236}">
                <a16:creationId xmlns:a16="http://schemas.microsoft.com/office/drawing/2014/main" id="{F401E9E3-87FC-41D1-A3AC-48CA164B98B1}"/>
              </a:ext>
            </a:extLst>
          </p:cNvPr>
          <p:cNvCxnSpPr>
            <a:cxnSpLocks/>
          </p:cNvCxnSpPr>
          <p:nvPr/>
        </p:nvCxnSpPr>
        <p:spPr>
          <a:xfrm flipV="1">
            <a:off x="4752499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67FCE5ED-3E2B-4A20-BB6E-DDA8C0483D42}"/>
              </a:ext>
            </a:extLst>
          </p:cNvPr>
          <p:cNvCxnSpPr>
            <a:cxnSpLocks/>
          </p:cNvCxnSpPr>
          <p:nvPr/>
        </p:nvCxnSpPr>
        <p:spPr>
          <a:xfrm flipV="1">
            <a:off x="5124545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Connector 316">
            <a:extLst>
              <a:ext uri="{FF2B5EF4-FFF2-40B4-BE49-F238E27FC236}">
                <a16:creationId xmlns:a16="http://schemas.microsoft.com/office/drawing/2014/main" id="{82342FB5-FBBA-494B-BBA9-70D198AFFB7A}"/>
              </a:ext>
            </a:extLst>
          </p:cNvPr>
          <p:cNvCxnSpPr>
            <a:cxnSpLocks/>
          </p:cNvCxnSpPr>
          <p:nvPr/>
        </p:nvCxnSpPr>
        <p:spPr>
          <a:xfrm flipV="1">
            <a:off x="5310568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Connector 317">
            <a:extLst>
              <a:ext uri="{FF2B5EF4-FFF2-40B4-BE49-F238E27FC236}">
                <a16:creationId xmlns:a16="http://schemas.microsoft.com/office/drawing/2014/main" id="{2FD90C37-0C3D-47DA-AE80-4DADF173CD99}"/>
              </a:ext>
            </a:extLst>
          </p:cNvPr>
          <p:cNvCxnSpPr>
            <a:cxnSpLocks/>
          </p:cNvCxnSpPr>
          <p:nvPr/>
        </p:nvCxnSpPr>
        <p:spPr>
          <a:xfrm flipV="1">
            <a:off x="7394095" y="49682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Straight Connector 318">
            <a:extLst>
              <a:ext uri="{FF2B5EF4-FFF2-40B4-BE49-F238E27FC236}">
                <a16:creationId xmlns:a16="http://schemas.microsoft.com/office/drawing/2014/main" id="{1E9502F8-DDEF-40D7-BA29-79F6838A17E6}"/>
              </a:ext>
            </a:extLst>
          </p:cNvPr>
          <p:cNvCxnSpPr>
            <a:cxnSpLocks/>
          </p:cNvCxnSpPr>
          <p:nvPr/>
        </p:nvCxnSpPr>
        <p:spPr>
          <a:xfrm flipV="1">
            <a:off x="7867609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Straight Connector 319">
            <a:extLst>
              <a:ext uri="{FF2B5EF4-FFF2-40B4-BE49-F238E27FC236}">
                <a16:creationId xmlns:a16="http://schemas.microsoft.com/office/drawing/2014/main" id="{4812474D-3BEE-42A7-BA13-20910A9A52A9}"/>
              </a:ext>
            </a:extLst>
          </p:cNvPr>
          <p:cNvCxnSpPr>
            <a:cxnSpLocks/>
          </p:cNvCxnSpPr>
          <p:nvPr/>
        </p:nvCxnSpPr>
        <p:spPr>
          <a:xfrm flipV="1">
            <a:off x="8341123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Straight Connector 320">
            <a:extLst>
              <a:ext uri="{FF2B5EF4-FFF2-40B4-BE49-F238E27FC236}">
                <a16:creationId xmlns:a16="http://schemas.microsoft.com/office/drawing/2014/main" id="{D516441D-87FF-426F-82A2-6647CF92EBDF}"/>
              </a:ext>
            </a:extLst>
          </p:cNvPr>
          <p:cNvCxnSpPr>
            <a:cxnSpLocks/>
          </p:cNvCxnSpPr>
          <p:nvPr/>
        </p:nvCxnSpPr>
        <p:spPr>
          <a:xfrm flipV="1">
            <a:off x="836323" y="6405684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DE3A2732-9D7F-42AF-ACD5-E3802005A43C}"/>
              </a:ext>
            </a:extLst>
          </p:cNvPr>
          <p:cNvCxnSpPr>
            <a:cxnSpLocks/>
          </p:cNvCxnSpPr>
          <p:nvPr/>
        </p:nvCxnSpPr>
        <p:spPr>
          <a:xfrm flipV="1">
            <a:off x="1309837" y="6405684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Straight Connector 322">
            <a:extLst>
              <a:ext uri="{FF2B5EF4-FFF2-40B4-BE49-F238E27FC236}">
                <a16:creationId xmlns:a16="http://schemas.microsoft.com/office/drawing/2014/main" id="{F9AF9BA7-0B4D-4536-90A2-4C0C6C2F5772}"/>
              </a:ext>
            </a:extLst>
          </p:cNvPr>
          <p:cNvCxnSpPr>
            <a:cxnSpLocks/>
          </p:cNvCxnSpPr>
          <p:nvPr/>
        </p:nvCxnSpPr>
        <p:spPr>
          <a:xfrm flipV="1">
            <a:off x="1783351" y="6314244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Straight Connector 323">
            <a:extLst>
              <a:ext uri="{FF2B5EF4-FFF2-40B4-BE49-F238E27FC236}">
                <a16:creationId xmlns:a16="http://schemas.microsoft.com/office/drawing/2014/main" id="{C49FA82A-6EFB-4144-BAA2-1B3DCC09B184}"/>
              </a:ext>
            </a:extLst>
          </p:cNvPr>
          <p:cNvCxnSpPr>
            <a:cxnSpLocks/>
          </p:cNvCxnSpPr>
          <p:nvPr/>
        </p:nvCxnSpPr>
        <p:spPr>
          <a:xfrm flipV="1">
            <a:off x="483835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91F799E9-9EC8-40CB-A464-592BD4E28FB3}"/>
              </a:ext>
            </a:extLst>
          </p:cNvPr>
          <p:cNvCxnSpPr>
            <a:cxnSpLocks/>
          </p:cNvCxnSpPr>
          <p:nvPr/>
        </p:nvCxnSpPr>
        <p:spPr>
          <a:xfrm flipV="1">
            <a:off x="5239017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Straight Connector 328">
            <a:extLst>
              <a:ext uri="{FF2B5EF4-FFF2-40B4-BE49-F238E27FC236}">
                <a16:creationId xmlns:a16="http://schemas.microsoft.com/office/drawing/2014/main" id="{7BDD512B-D0E3-4964-AE18-7510EDCA7D10}"/>
              </a:ext>
            </a:extLst>
          </p:cNvPr>
          <p:cNvCxnSpPr>
            <a:cxnSpLocks/>
          </p:cNvCxnSpPr>
          <p:nvPr/>
        </p:nvCxnSpPr>
        <p:spPr>
          <a:xfrm flipV="1">
            <a:off x="383669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Straight Connector 329">
            <a:extLst>
              <a:ext uri="{FF2B5EF4-FFF2-40B4-BE49-F238E27FC236}">
                <a16:creationId xmlns:a16="http://schemas.microsoft.com/office/drawing/2014/main" id="{9E3E970A-3EEA-47BC-807E-0B59012CCA9A}"/>
              </a:ext>
            </a:extLst>
          </p:cNvPr>
          <p:cNvCxnSpPr>
            <a:cxnSpLocks/>
          </p:cNvCxnSpPr>
          <p:nvPr/>
        </p:nvCxnSpPr>
        <p:spPr>
          <a:xfrm flipV="1">
            <a:off x="4037025" y="630936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Straight Connector 330">
            <a:extLst>
              <a:ext uri="{FF2B5EF4-FFF2-40B4-BE49-F238E27FC236}">
                <a16:creationId xmlns:a16="http://schemas.microsoft.com/office/drawing/2014/main" id="{715FB5AB-7705-4E99-A4B4-803094AE0926}"/>
              </a:ext>
            </a:extLst>
          </p:cNvPr>
          <p:cNvCxnSpPr>
            <a:cxnSpLocks/>
          </p:cNvCxnSpPr>
          <p:nvPr/>
        </p:nvCxnSpPr>
        <p:spPr>
          <a:xfrm flipV="1">
            <a:off x="4437689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Straight Connector 331">
            <a:extLst>
              <a:ext uri="{FF2B5EF4-FFF2-40B4-BE49-F238E27FC236}">
                <a16:creationId xmlns:a16="http://schemas.microsoft.com/office/drawing/2014/main" id="{7024768E-D974-4F6C-8ADB-CC1B11BE2541}"/>
              </a:ext>
            </a:extLst>
          </p:cNvPr>
          <p:cNvCxnSpPr>
            <a:cxnSpLocks/>
          </p:cNvCxnSpPr>
          <p:nvPr/>
        </p:nvCxnSpPr>
        <p:spPr>
          <a:xfrm flipV="1">
            <a:off x="4638021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Straight Connector 333">
            <a:extLst>
              <a:ext uri="{FF2B5EF4-FFF2-40B4-BE49-F238E27FC236}">
                <a16:creationId xmlns:a16="http://schemas.microsoft.com/office/drawing/2014/main" id="{19D809D0-3CC2-42FB-A56A-DCF3AC1D2517}"/>
              </a:ext>
            </a:extLst>
          </p:cNvPr>
          <p:cNvCxnSpPr>
            <a:cxnSpLocks/>
          </p:cNvCxnSpPr>
          <p:nvPr/>
        </p:nvCxnSpPr>
        <p:spPr>
          <a:xfrm flipV="1">
            <a:off x="7321245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Straight Connector 334">
            <a:extLst>
              <a:ext uri="{FF2B5EF4-FFF2-40B4-BE49-F238E27FC236}">
                <a16:creationId xmlns:a16="http://schemas.microsoft.com/office/drawing/2014/main" id="{C3EB9E3A-3F7B-48F1-9B52-EAD0D8A80277}"/>
              </a:ext>
            </a:extLst>
          </p:cNvPr>
          <p:cNvCxnSpPr>
            <a:cxnSpLocks/>
          </p:cNvCxnSpPr>
          <p:nvPr/>
        </p:nvCxnSpPr>
        <p:spPr>
          <a:xfrm flipV="1">
            <a:off x="7721909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1158245A-68C8-4015-A9A1-791D48E088B6}"/>
              </a:ext>
            </a:extLst>
          </p:cNvPr>
          <p:cNvCxnSpPr>
            <a:cxnSpLocks/>
          </p:cNvCxnSpPr>
          <p:nvPr/>
        </p:nvCxnSpPr>
        <p:spPr>
          <a:xfrm flipV="1">
            <a:off x="812257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Straight Connector 336">
            <a:extLst>
              <a:ext uri="{FF2B5EF4-FFF2-40B4-BE49-F238E27FC236}">
                <a16:creationId xmlns:a16="http://schemas.microsoft.com/office/drawing/2014/main" id="{B58A6A1D-8680-41C6-8724-FD1094E34437}"/>
              </a:ext>
            </a:extLst>
          </p:cNvPr>
          <p:cNvCxnSpPr>
            <a:cxnSpLocks/>
          </p:cNvCxnSpPr>
          <p:nvPr/>
        </p:nvCxnSpPr>
        <p:spPr>
          <a:xfrm flipV="1">
            <a:off x="8523237" y="630936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Straight Connector 337">
            <a:extLst>
              <a:ext uri="{FF2B5EF4-FFF2-40B4-BE49-F238E27FC236}">
                <a16:creationId xmlns:a16="http://schemas.microsoft.com/office/drawing/2014/main" id="{84C231C4-01B4-441C-8B1A-20134730591B}"/>
              </a:ext>
            </a:extLst>
          </p:cNvPr>
          <p:cNvCxnSpPr>
            <a:cxnSpLocks/>
          </p:cNvCxnSpPr>
          <p:nvPr/>
        </p:nvCxnSpPr>
        <p:spPr>
          <a:xfrm flipV="1">
            <a:off x="8923901" y="630936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0E9B9FF-37D8-5918-4185-467995B0A0AC}"/>
              </a:ext>
            </a:extLst>
          </p:cNvPr>
          <p:cNvSpPr txBox="1"/>
          <p:nvPr/>
        </p:nvSpPr>
        <p:spPr>
          <a:xfrm>
            <a:off x="-23305" y="-61546"/>
            <a:ext cx="14228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b="1" dirty="0"/>
              <a:t>ТУУРА</a:t>
            </a:r>
            <a:r>
              <a:rPr lang="ru-RU" sz="1400" dirty="0"/>
              <a:t> же </a:t>
            </a:r>
            <a:r>
              <a:rPr lang="ru-RU" sz="1400" b="1" dirty="0"/>
              <a:t>КАТА</a:t>
            </a:r>
            <a:r>
              <a:rPr lang="en-GB" sz="1400" dirty="0"/>
              <a:t>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8895F9-8A49-F5F9-C57B-9697D717542B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А</a:t>
            </a:r>
            <a:endParaRPr lang="en-GB" sz="1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109BC5-1C2E-B596-EF22-037FDBCA9AEB}"/>
              </a:ext>
            </a:extLst>
          </p:cNvPr>
          <p:cNvSpPr txBox="1"/>
          <p:nvPr/>
        </p:nvSpPr>
        <p:spPr>
          <a:xfrm>
            <a:off x="3273243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Б</a:t>
            </a:r>
            <a:endParaRPr lang="en-GB" sz="16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611813-1852-4059-AF17-498C057C3AAA}"/>
              </a:ext>
            </a:extLst>
          </p:cNvPr>
          <p:cNvSpPr txBox="1"/>
          <p:nvPr/>
        </p:nvSpPr>
        <p:spPr>
          <a:xfrm>
            <a:off x="-1990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Г</a:t>
            </a:r>
            <a:endParaRPr lang="en-GB" sz="1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9EFE2F-1B0B-07F2-28A1-5E501CA50E0A}"/>
              </a:ext>
            </a:extLst>
          </p:cNvPr>
          <p:cNvSpPr txBox="1"/>
          <p:nvPr/>
        </p:nvSpPr>
        <p:spPr>
          <a:xfrm>
            <a:off x="3273243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Д</a:t>
            </a:r>
            <a:endParaRPr lang="en-GB" sz="1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BF1B94-3B3C-7CC9-8A70-B3B7B8ADDC7D}"/>
              </a:ext>
            </a:extLst>
          </p:cNvPr>
          <p:cNvSpPr txBox="1"/>
          <p:nvPr/>
        </p:nvSpPr>
        <p:spPr>
          <a:xfrm>
            <a:off x="-1990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Ё</a:t>
            </a:r>
            <a:endParaRPr lang="en-GB" sz="16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F5108D-AE2B-94A5-6F4F-E450D998094C}"/>
              </a:ext>
            </a:extLst>
          </p:cNvPr>
          <p:cNvSpPr txBox="1"/>
          <p:nvPr/>
        </p:nvSpPr>
        <p:spPr>
          <a:xfrm>
            <a:off x="3273243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Ж</a:t>
            </a:r>
            <a:endParaRPr lang="en-GB" sz="16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671CCE-8FEC-EBE1-102C-3DFA5AAADB72}"/>
              </a:ext>
            </a:extLst>
          </p:cNvPr>
          <p:cNvSpPr txBox="1"/>
          <p:nvPr/>
        </p:nvSpPr>
        <p:spPr>
          <a:xfrm>
            <a:off x="-1990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И</a:t>
            </a:r>
            <a:endParaRPr lang="en-GB" sz="16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B48AB7-F298-1C08-5363-D8AD5F720628}"/>
              </a:ext>
            </a:extLst>
          </p:cNvPr>
          <p:cNvSpPr txBox="1"/>
          <p:nvPr/>
        </p:nvSpPr>
        <p:spPr>
          <a:xfrm>
            <a:off x="3273243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Й</a:t>
            </a:r>
            <a:endParaRPr lang="en-GB" sz="16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7C06AF-7391-563D-0C1F-F6B7221C1DE6}"/>
              </a:ext>
            </a:extLst>
          </p:cNvPr>
          <p:cNvSpPr txBox="1"/>
          <p:nvPr/>
        </p:nvSpPr>
        <p:spPr>
          <a:xfrm>
            <a:off x="-1990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Л</a:t>
            </a:r>
            <a:endParaRPr lang="en-GB" sz="1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F67348-2C82-1AAD-BB3D-ECBCAF844519}"/>
              </a:ext>
            </a:extLst>
          </p:cNvPr>
          <p:cNvSpPr txBox="1"/>
          <p:nvPr/>
        </p:nvSpPr>
        <p:spPr>
          <a:xfrm>
            <a:off x="3273243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М</a:t>
            </a:r>
            <a:endParaRPr lang="en-GB" sz="16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8EF725-94D7-CB34-02E7-1594DB18413E}"/>
              </a:ext>
            </a:extLst>
          </p:cNvPr>
          <p:cNvSpPr txBox="1"/>
          <p:nvPr/>
        </p:nvSpPr>
        <p:spPr>
          <a:xfrm>
            <a:off x="6543981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В</a:t>
            </a:r>
            <a:endParaRPr lang="en-GB" sz="16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4CBE3C-B5BA-5B54-A2F9-C3EBB29EFA25}"/>
              </a:ext>
            </a:extLst>
          </p:cNvPr>
          <p:cNvSpPr txBox="1"/>
          <p:nvPr/>
        </p:nvSpPr>
        <p:spPr>
          <a:xfrm>
            <a:off x="6543981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Е</a:t>
            </a:r>
            <a:endParaRPr lang="en-GB" sz="16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D0A908-EB22-C2CE-E9C2-E93BA3A63BFD}"/>
              </a:ext>
            </a:extLst>
          </p:cNvPr>
          <p:cNvSpPr txBox="1"/>
          <p:nvPr/>
        </p:nvSpPr>
        <p:spPr>
          <a:xfrm>
            <a:off x="6543981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З</a:t>
            </a:r>
            <a:endParaRPr lang="en-GB" sz="16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5D2A3E-577D-0A73-94CA-B965EC8D6FC5}"/>
              </a:ext>
            </a:extLst>
          </p:cNvPr>
          <p:cNvSpPr txBox="1"/>
          <p:nvPr/>
        </p:nvSpPr>
        <p:spPr>
          <a:xfrm>
            <a:off x="6543981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К</a:t>
            </a:r>
            <a:endParaRPr lang="en-GB" sz="16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B0A3BE4-9120-E057-6FA4-0FA5488ECAD5}"/>
              </a:ext>
            </a:extLst>
          </p:cNvPr>
          <p:cNvSpPr txBox="1"/>
          <p:nvPr/>
        </p:nvSpPr>
        <p:spPr>
          <a:xfrm>
            <a:off x="6543981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Н</a:t>
            </a:r>
            <a:endParaRPr lang="en-GB" sz="1600" b="1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81F9F16-862A-C925-0B3F-F9E13D945C5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853565" y="221690"/>
            <a:ext cx="408033" cy="40803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649D91D-1EAE-2C59-D23B-6EE10D46651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6100400" y="232183"/>
            <a:ext cx="408033" cy="40803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13EFB30-A2D6-4728-9706-5BB8B8FEC0F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99145" y="221690"/>
            <a:ext cx="408033" cy="40803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AD09449-1817-EA03-E294-0FD5E5D9724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853565" y="1562810"/>
            <a:ext cx="408033" cy="40803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620A303-40EE-EA6C-EECC-E7A516166BC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6100400" y="1573303"/>
            <a:ext cx="408033" cy="40803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01C61AD-3CA7-E48C-B490-17A6EA031AE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377000" y="1573303"/>
            <a:ext cx="408033" cy="40803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F8C9E26-61C8-BA98-5C8E-591431E0C14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2831420" y="2883943"/>
            <a:ext cx="408033" cy="40803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8228180-818C-12C7-7FE6-EE07898987D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377000" y="2883943"/>
            <a:ext cx="408033" cy="40803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495FE58-23B6-5F49-0AE5-8CC26C2287D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6145405" y="2881070"/>
            <a:ext cx="408033" cy="40803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3A6A120-9B4C-1E9F-DC33-0217698931B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853565" y="4199330"/>
            <a:ext cx="408033" cy="40803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8DF7E797-7F52-9237-3162-C6E590AF295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6145405" y="4199330"/>
            <a:ext cx="408033" cy="40803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807E68B-18A5-9A36-AA52-D764ACF2E45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377000" y="4209823"/>
            <a:ext cx="408033" cy="408033"/>
          </a:xfrm>
          <a:prstGeom prst="rect">
            <a:avLst/>
          </a:prstGeom>
        </p:spPr>
      </p:pic>
      <p:pic>
        <p:nvPicPr>
          <p:cNvPr id="232" name="Picture 231">
            <a:extLst>
              <a:ext uri="{FF2B5EF4-FFF2-40B4-BE49-F238E27FC236}">
                <a16:creationId xmlns:a16="http://schemas.microsoft.com/office/drawing/2014/main" id="{CFC09E25-CB74-10A9-62B7-285CF08B509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2831420" y="5520463"/>
            <a:ext cx="408033" cy="408033"/>
          </a:xfrm>
          <a:prstGeom prst="rect">
            <a:avLst/>
          </a:prstGeom>
        </p:spPr>
      </p:pic>
      <p:pic>
        <p:nvPicPr>
          <p:cNvPr id="239" name="Picture 238">
            <a:extLst>
              <a:ext uri="{FF2B5EF4-FFF2-40B4-BE49-F238E27FC236}">
                <a16:creationId xmlns:a16="http://schemas.microsoft.com/office/drawing/2014/main" id="{A0511A38-7500-C270-6574-748B433A0CC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6138500" y="5520463"/>
            <a:ext cx="408033" cy="408033"/>
          </a:xfrm>
          <a:prstGeom prst="rect">
            <a:avLst/>
          </a:prstGeom>
        </p:spPr>
      </p:pic>
      <p:pic>
        <p:nvPicPr>
          <p:cNvPr id="247" name="Picture 246">
            <a:extLst>
              <a:ext uri="{FF2B5EF4-FFF2-40B4-BE49-F238E27FC236}">
                <a16:creationId xmlns:a16="http://schemas.microsoft.com/office/drawing/2014/main" id="{6A76D4AE-1040-8FD1-838B-9532A32B4D3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91525" y="5509970"/>
            <a:ext cx="408033" cy="408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687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DF59E264-B1E0-4B61-BA01-5489B067C95E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624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780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1847095305"/>
                    </a:ext>
                  </a:extLst>
                </a:gridCol>
              </a:tblGrid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91EF0D0-56DF-403D-9EC3-C3270A38FEE2}"/>
              </a:ext>
            </a:extLst>
          </p:cNvPr>
          <p:cNvSpPr txBox="1"/>
          <p:nvPr/>
        </p:nvSpPr>
        <p:spPr>
          <a:xfrm>
            <a:off x="2809787" y="-60351"/>
            <a:ext cx="71876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Белгиленген сандарды шкала</a:t>
            </a:r>
            <a:r>
              <a:rPr lang="ky-KG" sz="1400" dirty="0"/>
              <a:t>да</a:t>
            </a:r>
            <a:r>
              <a:rPr lang="ru-RU" sz="1400" dirty="0"/>
              <a:t> </a:t>
            </a:r>
            <a:r>
              <a:rPr lang="ru-RU" sz="1400" b="1" dirty="0"/>
              <a:t>ТУУРА</a:t>
            </a:r>
            <a:r>
              <a:rPr lang="ru-RU" sz="1400" dirty="0"/>
              <a:t> же </a:t>
            </a:r>
            <a:r>
              <a:rPr lang="ru-RU" sz="1400" b="1" dirty="0"/>
              <a:t>КАТА көрсөтүлгөнүн</a:t>
            </a:r>
            <a:r>
              <a:rPr lang="ru-RU" sz="1400" dirty="0"/>
              <a:t> аныкта!</a:t>
            </a:r>
            <a:endParaRPr lang="en-GB" sz="1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2ACC07B-9D6C-4BE7-A2A2-1DA9B6C8E8E8}"/>
              </a:ext>
            </a:extLst>
          </p:cNvPr>
          <p:cNvSpPr txBox="1"/>
          <p:nvPr/>
        </p:nvSpPr>
        <p:spPr>
          <a:xfrm>
            <a:off x="209664" y="6517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1BFFCFA-DE47-4860-89DC-C0F13224F7A6}"/>
              </a:ext>
            </a:extLst>
          </p:cNvPr>
          <p:cNvCxnSpPr>
            <a:cxnSpLocks/>
          </p:cNvCxnSpPr>
          <p:nvPr/>
        </p:nvCxnSpPr>
        <p:spPr>
          <a:xfrm>
            <a:off x="152400" y="11506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7CAFD1A-DD01-41C5-85AB-04107D8A1FC0}"/>
              </a:ext>
            </a:extLst>
          </p:cNvPr>
          <p:cNvCxnSpPr>
            <a:cxnSpLocks/>
          </p:cNvCxnSpPr>
          <p:nvPr/>
        </p:nvCxnSpPr>
        <p:spPr>
          <a:xfrm flipV="1">
            <a:off x="1013890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8D09D7A-E7F1-4E1B-8A2B-0B511BCAF840}"/>
              </a:ext>
            </a:extLst>
          </p:cNvPr>
          <p:cNvCxnSpPr>
            <a:cxnSpLocks/>
          </p:cNvCxnSpPr>
          <p:nvPr/>
        </p:nvCxnSpPr>
        <p:spPr>
          <a:xfrm flipV="1">
            <a:off x="1881998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rrow: Down 40">
            <a:extLst>
              <a:ext uri="{FF2B5EF4-FFF2-40B4-BE49-F238E27FC236}">
                <a16:creationId xmlns:a16="http://schemas.microsoft.com/office/drawing/2014/main" id="{4485DDF7-1B5F-48C5-BF08-F7F59C91AAB7}"/>
              </a:ext>
            </a:extLst>
          </p:cNvPr>
          <p:cNvSpPr/>
          <p:nvPr/>
        </p:nvSpPr>
        <p:spPr>
          <a:xfrm>
            <a:off x="1528572" y="6238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6346C2D-EF90-49FF-A006-E3C377CC7062}"/>
              </a:ext>
            </a:extLst>
          </p:cNvPr>
          <p:cNvSpPr txBox="1"/>
          <p:nvPr/>
        </p:nvSpPr>
        <p:spPr>
          <a:xfrm>
            <a:off x="1422212" y="27989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7.6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5CD4437-6B67-4006-A78D-0558EA8481F1}"/>
              </a:ext>
            </a:extLst>
          </p:cNvPr>
          <p:cNvCxnSpPr>
            <a:cxnSpLocks/>
          </p:cNvCxnSpPr>
          <p:nvPr/>
        </p:nvCxnSpPr>
        <p:spPr>
          <a:xfrm flipV="1">
            <a:off x="1447944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3B40168-87D1-4EE8-8388-00E0BF4A3C6D}"/>
              </a:ext>
            </a:extLst>
          </p:cNvPr>
          <p:cNvCxnSpPr>
            <a:cxnSpLocks/>
          </p:cNvCxnSpPr>
          <p:nvPr/>
        </p:nvCxnSpPr>
        <p:spPr>
          <a:xfrm flipV="1">
            <a:off x="2099025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8040816-4D57-4C01-A90F-A8B13EF246AC}"/>
              </a:ext>
            </a:extLst>
          </p:cNvPr>
          <p:cNvCxnSpPr>
            <a:cxnSpLocks/>
          </p:cNvCxnSpPr>
          <p:nvPr/>
        </p:nvCxnSpPr>
        <p:spPr>
          <a:xfrm flipV="1">
            <a:off x="2316052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81363CC-34B7-4E96-B228-06DCD3C2E1B9}"/>
              </a:ext>
            </a:extLst>
          </p:cNvPr>
          <p:cNvCxnSpPr>
            <a:cxnSpLocks/>
          </p:cNvCxnSpPr>
          <p:nvPr/>
        </p:nvCxnSpPr>
        <p:spPr>
          <a:xfrm flipV="1">
            <a:off x="275010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0138DF61-C503-4B63-A065-8E261EB82AC5}"/>
              </a:ext>
            </a:extLst>
          </p:cNvPr>
          <p:cNvSpPr txBox="1"/>
          <p:nvPr/>
        </p:nvSpPr>
        <p:spPr>
          <a:xfrm>
            <a:off x="2372159" y="65174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8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955DED6E-A985-455D-8443-1B9C9CF704DA}"/>
              </a:ext>
            </a:extLst>
          </p:cNvPr>
          <p:cNvCxnSpPr>
            <a:cxnSpLocks/>
          </p:cNvCxnSpPr>
          <p:nvPr/>
        </p:nvCxnSpPr>
        <p:spPr>
          <a:xfrm flipV="1">
            <a:off x="2533079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0941FBA-B9F6-4526-A1B1-970B95A4CB0D}"/>
              </a:ext>
            </a:extLst>
          </p:cNvPr>
          <p:cNvCxnSpPr>
            <a:cxnSpLocks/>
          </p:cNvCxnSpPr>
          <p:nvPr/>
        </p:nvCxnSpPr>
        <p:spPr>
          <a:xfrm flipV="1">
            <a:off x="296713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BFFDFAD-FD71-4C5A-B434-86D953B81EE9}"/>
              </a:ext>
            </a:extLst>
          </p:cNvPr>
          <p:cNvCxnSpPr>
            <a:cxnSpLocks/>
          </p:cNvCxnSpPr>
          <p:nvPr/>
        </p:nvCxnSpPr>
        <p:spPr>
          <a:xfrm flipV="1">
            <a:off x="362809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8856EDB2-E9A2-4A89-832D-3177F2719BA9}"/>
              </a:ext>
            </a:extLst>
          </p:cNvPr>
          <p:cNvSpPr txBox="1"/>
          <p:nvPr/>
        </p:nvSpPr>
        <p:spPr>
          <a:xfrm>
            <a:off x="3649586" y="6517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1E2ECD4-705B-42FF-9282-15B74D6C1626}"/>
              </a:ext>
            </a:extLst>
          </p:cNvPr>
          <p:cNvCxnSpPr>
            <a:cxnSpLocks/>
          </p:cNvCxnSpPr>
          <p:nvPr/>
        </p:nvCxnSpPr>
        <p:spPr>
          <a:xfrm>
            <a:off x="3425952" y="11506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7547432-246E-4AFC-A370-3C7F310E6A5F}"/>
              </a:ext>
            </a:extLst>
          </p:cNvPr>
          <p:cNvCxnSpPr>
            <a:cxnSpLocks/>
          </p:cNvCxnSpPr>
          <p:nvPr/>
        </p:nvCxnSpPr>
        <p:spPr>
          <a:xfrm flipV="1">
            <a:off x="3799131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47019C50-35BE-4BDA-8AF5-9CF1DA54906C}"/>
              </a:ext>
            </a:extLst>
          </p:cNvPr>
          <p:cNvCxnSpPr>
            <a:cxnSpLocks/>
          </p:cNvCxnSpPr>
          <p:nvPr/>
        </p:nvCxnSpPr>
        <p:spPr>
          <a:xfrm flipV="1">
            <a:off x="445021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Arrow: Down 56">
            <a:extLst>
              <a:ext uri="{FF2B5EF4-FFF2-40B4-BE49-F238E27FC236}">
                <a16:creationId xmlns:a16="http://schemas.microsoft.com/office/drawing/2014/main" id="{383BAEF5-04E8-475A-88F4-F4E1C7889C8D}"/>
              </a:ext>
            </a:extLst>
          </p:cNvPr>
          <p:cNvSpPr/>
          <p:nvPr/>
        </p:nvSpPr>
        <p:spPr>
          <a:xfrm>
            <a:off x="5617464" y="6238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579F962-0C3C-4C80-8CE7-F974F6DA8A39}"/>
              </a:ext>
            </a:extLst>
          </p:cNvPr>
          <p:cNvSpPr txBox="1"/>
          <p:nvPr/>
        </p:nvSpPr>
        <p:spPr>
          <a:xfrm>
            <a:off x="5495864" y="27989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5.3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91180ED-693C-48A4-B817-3AD33712750C}"/>
              </a:ext>
            </a:extLst>
          </p:cNvPr>
          <p:cNvCxnSpPr>
            <a:cxnSpLocks/>
          </p:cNvCxnSpPr>
          <p:nvPr/>
        </p:nvCxnSpPr>
        <p:spPr>
          <a:xfrm flipV="1">
            <a:off x="396190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46187A1-C56D-43D0-ACD7-8A636BF44ACF}"/>
              </a:ext>
            </a:extLst>
          </p:cNvPr>
          <p:cNvCxnSpPr>
            <a:cxnSpLocks/>
          </p:cNvCxnSpPr>
          <p:nvPr/>
        </p:nvCxnSpPr>
        <p:spPr>
          <a:xfrm flipV="1">
            <a:off x="558960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DD094AA-A6B3-40AF-9675-A737D3324CF4}"/>
              </a:ext>
            </a:extLst>
          </p:cNvPr>
          <p:cNvCxnSpPr>
            <a:cxnSpLocks/>
          </p:cNvCxnSpPr>
          <p:nvPr/>
        </p:nvCxnSpPr>
        <p:spPr>
          <a:xfrm flipV="1">
            <a:off x="575237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03A1F63-5CD1-4A3C-B4C9-DF45CDC011A3}"/>
              </a:ext>
            </a:extLst>
          </p:cNvPr>
          <p:cNvCxnSpPr>
            <a:cxnSpLocks/>
          </p:cNvCxnSpPr>
          <p:nvPr/>
        </p:nvCxnSpPr>
        <p:spPr>
          <a:xfrm flipV="1">
            <a:off x="607791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5967083F-FC3B-4379-9AC5-15F759BF94F4}"/>
              </a:ext>
            </a:extLst>
          </p:cNvPr>
          <p:cNvSpPr txBox="1"/>
          <p:nvPr/>
        </p:nvSpPr>
        <p:spPr>
          <a:xfrm>
            <a:off x="5276141" y="65174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6DC5966-0951-4552-8D64-2692637DD854}"/>
              </a:ext>
            </a:extLst>
          </p:cNvPr>
          <p:cNvCxnSpPr>
            <a:cxnSpLocks/>
          </p:cNvCxnSpPr>
          <p:nvPr/>
        </p:nvCxnSpPr>
        <p:spPr>
          <a:xfrm flipV="1">
            <a:off x="591514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C098492-36D5-4C4E-8FB0-8F1D4FD8D6C9}"/>
              </a:ext>
            </a:extLst>
          </p:cNvPr>
          <p:cNvCxnSpPr>
            <a:cxnSpLocks/>
          </p:cNvCxnSpPr>
          <p:nvPr/>
        </p:nvCxnSpPr>
        <p:spPr>
          <a:xfrm flipV="1">
            <a:off x="6240683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EA89D45B-361D-4C12-A9BA-8D37AC06FA77}"/>
              </a:ext>
            </a:extLst>
          </p:cNvPr>
          <p:cNvCxnSpPr>
            <a:cxnSpLocks/>
          </p:cNvCxnSpPr>
          <p:nvPr/>
        </p:nvCxnSpPr>
        <p:spPr>
          <a:xfrm flipV="1">
            <a:off x="363636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8331CB6A-5B48-4C95-9B7F-E4A115E4B5DE}"/>
              </a:ext>
            </a:extLst>
          </p:cNvPr>
          <p:cNvSpPr txBox="1"/>
          <p:nvPr/>
        </p:nvSpPr>
        <p:spPr>
          <a:xfrm>
            <a:off x="7136244" y="6517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8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66540EC-2B4F-4A7E-A7D8-DEC049F0C832}"/>
              </a:ext>
            </a:extLst>
          </p:cNvPr>
          <p:cNvCxnSpPr>
            <a:cxnSpLocks/>
          </p:cNvCxnSpPr>
          <p:nvPr/>
        </p:nvCxnSpPr>
        <p:spPr>
          <a:xfrm>
            <a:off x="6710172" y="11506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5A2DB5BB-B72F-4F2A-B73C-08F073005279}"/>
              </a:ext>
            </a:extLst>
          </p:cNvPr>
          <p:cNvCxnSpPr>
            <a:cxnSpLocks/>
          </p:cNvCxnSpPr>
          <p:nvPr/>
        </p:nvCxnSpPr>
        <p:spPr>
          <a:xfrm flipV="1">
            <a:off x="7284550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2928DA95-0621-491C-B2D6-DCB860C15B58}"/>
              </a:ext>
            </a:extLst>
          </p:cNvPr>
          <p:cNvCxnSpPr>
            <a:cxnSpLocks/>
          </p:cNvCxnSpPr>
          <p:nvPr/>
        </p:nvCxnSpPr>
        <p:spPr>
          <a:xfrm flipV="1">
            <a:off x="7921202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Arrow: Down 71">
            <a:extLst>
              <a:ext uri="{FF2B5EF4-FFF2-40B4-BE49-F238E27FC236}">
                <a16:creationId xmlns:a16="http://schemas.microsoft.com/office/drawing/2014/main" id="{182A255A-6E52-43FA-B6CB-E02D529818D5}"/>
              </a:ext>
            </a:extLst>
          </p:cNvPr>
          <p:cNvSpPr/>
          <p:nvPr/>
        </p:nvSpPr>
        <p:spPr>
          <a:xfrm>
            <a:off x="8745474" y="6238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81C9C48-D5FC-4DA5-BCDB-170D3780907C}"/>
              </a:ext>
            </a:extLst>
          </p:cNvPr>
          <p:cNvSpPr txBox="1"/>
          <p:nvPr/>
        </p:nvSpPr>
        <p:spPr>
          <a:xfrm>
            <a:off x="8569175" y="27989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10.5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515E8EE6-A409-453E-8CA0-4BEDF1BBEE23}"/>
              </a:ext>
            </a:extLst>
          </p:cNvPr>
          <p:cNvCxnSpPr>
            <a:cxnSpLocks/>
          </p:cNvCxnSpPr>
          <p:nvPr/>
        </p:nvCxnSpPr>
        <p:spPr>
          <a:xfrm flipV="1">
            <a:off x="760287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8414CA56-05CE-496E-AFA0-92F25171D00A}"/>
              </a:ext>
            </a:extLst>
          </p:cNvPr>
          <p:cNvCxnSpPr>
            <a:cxnSpLocks/>
          </p:cNvCxnSpPr>
          <p:nvPr/>
        </p:nvCxnSpPr>
        <p:spPr>
          <a:xfrm flipV="1">
            <a:off x="8239528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141EA88-5EE4-4F70-A6AA-D895D6DE6FBE}"/>
              </a:ext>
            </a:extLst>
          </p:cNvPr>
          <p:cNvCxnSpPr>
            <a:cxnSpLocks/>
          </p:cNvCxnSpPr>
          <p:nvPr/>
        </p:nvCxnSpPr>
        <p:spPr>
          <a:xfrm flipV="1">
            <a:off x="8557854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FF13994-3111-4A3B-A059-7605DA6403A7}"/>
              </a:ext>
            </a:extLst>
          </p:cNvPr>
          <p:cNvCxnSpPr>
            <a:cxnSpLocks/>
          </p:cNvCxnSpPr>
          <p:nvPr/>
        </p:nvCxnSpPr>
        <p:spPr>
          <a:xfrm flipV="1">
            <a:off x="919450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D6A41C1B-A2A8-4DA8-81F2-DF02EA4FF1B8}"/>
              </a:ext>
            </a:extLst>
          </p:cNvPr>
          <p:cNvSpPr txBox="1"/>
          <p:nvPr/>
        </p:nvSpPr>
        <p:spPr>
          <a:xfrm>
            <a:off x="7771691" y="65174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9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5AD9F30-35D6-496D-AEA6-C77F3B5E70BB}"/>
              </a:ext>
            </a:extLst>
          </p:cNvPr>
          <p:cNvCxnSpPr>
            <a:cxnSpLocks/>
          </p:cNvCxnSpPr>
          <p:nvPr/>
        </p:nvCxnSpPr>
        <p:spPr>
          <a:xfrm flipV="1">
            <a:off x="888589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42A907EB-46E7-41EB-9093-A17CA0974C5C}"/>
              </a:ext>
            </a:extLst>
          </p:cNvPr>
          <p:cNvCxnSpPr>
            <a:cxnSpLocks/>
          </p:cNvCxnSpPr>
          <p:nvPr/>
        </p:nvCxnSpPr>
        <p:spPr>
          <a:xfrm flipV="1">
            <a:off x="9524903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47DBDEE7-0094-4013-B350-D0B08A458D5C}"/>
              </a:ext>
            </a:extLst>
          </p:cNvPr>
          <p:cNvCxnSpPr>
            <a:cxnSpLocks/>
          </p:cNvCxnSpPr>
          <p:nvPr/>
        </p:nvCxnSpPr>
        <p:spPr>
          <a:xfrm flipV="1">
            <a:off x="692058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1C9CCACA-1E48-4E56-ADE8-5A54A449D13E}"/>
              </a:ext>
            </a:extLst>
          </p:cNvPr>
          <p:cNvSpPr txBox="1"/>
          <p:nvPr/>
        </p:nvSpPr>
        <p:spPr>
          <a:xfrm>
            <a:off x="209664" y="20157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9BA26B67-F4CA-4D5F-8A81-0B28B4245DC6}"/>
              </a:ext>
            </a:extLst>
          </p:cNvPr>
          <p:cNvCxnSpPr>
            <a:cxnSpLocks/>
          </p:cNvCxnSpPr>
          <p:nvPr/>
        </p:nvCxnSpPr>
        <p:spPr>
          <a:xfrm>
            <a:off x="152400" y="251460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2F48C0DE-15FC-49C2-9668-C3D4B913ED86}"/>
              </a:ext>
            </a:extLst>
          </p:cNvPr>
          <p:cNvCxnSpPr>
            <a:cxnSpLocks/>
          </p:cNvCxnSpPr>
          <p:nvPr/>
        </p:nvCxnSpPr>
        <p:spPr>
          <a:xfrm flipV="1">
            <a:off x="726778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161D02A2-A98B-4D01-8914-0A914FF5B539}"/>
              </a:ext>
            </a:extLst>
          </p:cNvPr>
          <p:cNvCxnSpPr>
            <a:cxnSpLocks/>
          </p:cNvCxnSpPr>
          <p:nvPr/>
        </p:nvCxnSpPr>
        <p:spPr>
          <a:xfrm flipV="1">
            <a:off x="1363430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Arrow: Down 86">
            <a:extLst>
              <a:ext uri="{FF2B5EF4-FFF2-40B4-BE49-F238E27FC236}">
                <a16:creationId xmlns:a16="http://schemas.microsoft.com/office/drawing/2014/main" id="{84E49FEE-5E20-4E15-AF1E-730BE587C615}"/>
              </a:ext>
            </a:extLst>
          </p:cNvPr>
          <p:cNvSpPr/>
          <p:nvPr/>
        </p:nvSpPr>
        <p:spPr>
          <a:xfrm>
            <a:off x="1223772" y="198783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834A4FC-EAF2-4EC9-8B03-526A1EA18BDE}"/>
              </a:ext>
            </a:extLst>
          </p:cNvPr>
          <p:cNvSpPr txBox="1"/>
          <p:nvPr/>
        </p:nvSpPr>
        <p:spPr>
          <a:xfrm>
            <a:off x="1117412" y="164387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0.6</a:t>
            </a: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612758D4-F8CC-43DA-8D33-0FAF1A291EF8}"/>
              </a:ext>
            </a:extLst>
          </p:cNvPr>
          <p:cNvCxnSpPr>
            <a:cxnSpLocks/>
          </p:cNvCxnSpPr>
          <p:nvPr/>
        </p:nvCxnSpPr>
        <p:spPr>
          <a:xfrm flipV="1">
            <a:off x="1045104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A34BC363-2DD1-403D-9AB6-DC41F6E65338}"/>
              </a:ext>
            </a:extLst>
          </p:cNvPr>
          <p:cNvCxnSpPr>
            <a:cxnSpLocks/>
          </p:cNvCxnSpPr>
          <p:nvPr/>
        </p:nvCxnSpPr>
        <p:spPr>
          <a:xfrm flipV="1">
            <a:off x="1681756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A749003B-2FD9-47FB-9084-4E2ECFA3C239}"/>
              </a:ext>
            </a:extLst>
          </p:cNvPr>
          <p:cNvCxnSpPr>
            <a:cxnSpLocks/>
          </p:cNvCxnSpPr>
          <p:nvPr/>
        </p:nvCxnSpPr>
        <p:spPr>
          <a:xfrm flipV="1">
            <a:off x="2000082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F0538897-A970-46B0-86EC-B7D81BDAD01D}"/>
              </a:ext>
            </a:extLst>
          </p:cNvPr>
          <p:cNvCxnSpPr>
            <a:cxnSpLocks/>
          </p:cNvCxnSpPr>
          <p:nvPr/>
        </p:nvCxnSpPr>
        <p:spPr>
          <a:xfrm flipV="1">
            <a:off x="2636734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147A3B21-E112-4616-B130-DCCDD9B98F2A}"/>
              </a:ext>
            </a:extLst>
          </p:cNvPr>
          <p:cNvSpPr txBox="1"/>
          <p:nvPr/>
        </p:nvSpPr>
        <p:spPr>
          <a:xfrm>
            <a:off x="1846379" y="20157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600FF7F3-4AB2-4020-9C2C-C99D2AC84B94}"/>
              </a:ext>
            </a:extLst>
          </p:cNvPr>
          <p:cNvCxnSpPr>
            <a:cxnSpLocks/>
          </p:cNvCxnSpPr>
          <p:nvPr/>
        </p:nvCxnSpPr>
        <p:spPr>
          <a:xfrm flipV="1">
            <a:off x="2328124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07EFD12D-5A69-44F7-8755-DAD241F068A0}"/>
              </a:ext>
            </a:extLst>
          </p:cNvPr>
          <p:cNvCxnSpPr>
            <a:cxnSpLocks/>
          </p:cNvCxnSpPr>
          <p:nvPr/>
        </p:nvCxnSpPr>
        <p:spPr>
          <a:xfrm flipV="1">
            <a:off x="296713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B3899ABC-D5E7-4506-B4BC-AE1F4A4CA4AC}"/>
              </a:ext>
            </a:extLst>
          </p:cNvPr>
          <p:cNvCxnSpPr>
            <a:cxnSpLocks/>
          </p:cNvCxnSpPr>
          <p:nvPr/>
        </p:nvCxnSpPr>
        <p:spPr>
          <a:xfrm flipV="1">
            <a:off x="362809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25E264F4-4EDA-4CF8-BC2C-491521E1FE9B}"/>
              </a:ext>
            </a:extLst>
          </p:cNvPr>
          <p:cNvSpPr txBox="1"/>
          <p:nvPr/>
        </p:nvSpPr>
        <p:spPr>
          <a:xfrm>
            <a:off x="3853548" y="20157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</a:t>
            </a: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00B2DFA5-21FD-45BB-9E4D-E019BC1065ED}"/>
              </a:ext>
            </a:extLst>
          </p:cNvPr>
          <p:cNvCxnSpPr>
            <a:cxnSpLocks/>
          </p:cNvCxnSpPr>
          <p:nvPr/>
        </p:nvCxnSpPr>
        <p:spPr>
          <a:xfrm>
            <a:off x="3425952" y="251460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7F29573F-3E59-4B9D-B50B-B7FC737B1A19}"/>
              </a:ext>
            </a:extLst>
          </p:cNvPr>
          <p:cNvCxnSpPr>
            <a:cxnSpLocks/>
          </p:cNvCxnSpPr>
          <p:nvPr/>
        </p:nvCxnSpPr>
        <p:spPr>
          <a:xfrm flipV="1">
            <a:off x="4000330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FA46D101-135F-4723-A4DA-5595C13CA02A}"/>
              </a:ext>
            </a:extLst>
          </p:cNvPr>
          <p:cNvCxnSpPr>
            <a:cxnSpLocks/>
          </p:cNvCxnSpPr>
          <p:nvPr/>
        </p:nvCxnSpPr>
        <p:spPr>
          <a:xfrm flipV="1">
            <a:off x="4636982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Arrow: Down 101">
            <a:extLst>
              <a:ext uri="{FF2B5EF4-FFF2-40B4-BE49-F238E27FC236}">
                <a16:creationId xmlns:a16="http://schemas.microsoft.com/office/drawing/2014/main" id="{75D14305-6628-4E3A-B726-EC8F97382219}"/>
              </a:ext>
            </a:extLst>
          </p:cNvPr>
          <p:cNvSpPr/>
          <p:nvPr/>
        </p:nvSpPr>
        <p:spPr>
          <a:xfrm>
            <a:off x="5472684" y="198783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AA16AEE-C52B-41C8-96EF-355856609A44}"/>
              </a:ext>
            </a:extLst>
          </p:cNvPr>
          <p:cNvSpPr txBox="1"/>
          <p:nvPr/>
        </p:nvSpPr>
        <p:spPr>
          <a:xfrm>
            <a:off x="5366324" y="164387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7.2</a:t>
            </a:r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BC627B51-E41E-4563-BEB2-1969E6CFC9F5}"/>
              </a:ext>
            </a:extLst>
          </p:cNvPr>
          <p:cNvCxnSpPr>
            <a:cxnSpLocks/>
          </p:cNvCxnSpPr>
          <p:nvPr/>
        </p:nvCxnSpPr>
        <p:spPr>
          <a:xfrm flipV="1">
            <a:off x="4318656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393B76AC-D9F7-4474-9FB8-B6BB22C03647}"/>
              </a:ext>
            </a:extLst>
          </p:cNvPr>
          <p:cNvCxnSpPr>
            <a:cxnSpLocks/>
          </p:cNvCxnSpPr>
          <p:nvPr/>
        </p:nvCxnSpPr>
        <p:spPr>
          <a:xfrm flipV="1">
            <a:off x="4955308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1D159C58-3D40-46EE-8771-C58E89EFE22E}"/>
              </a:ext>
            </a:extLst>
          </p:cNvPr>
          <p:cNvCxnSpPr>
            <a:cxnSpLocks/>
          </p:cNvCxnSpPr>
          <p:nvPr/>
        </p:nvCxnSpPr>
        <p:spPr>
          <a:xfrm flipV="1">
            <a:off x="5273634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8B44306F-A5D4-4A13-B52C-2409E060CB3F}"/>
              </a:ext>
            </a:extLst>
          </p:cNvPr>
          <p:cNvCxnSpPr>
            <a:cxnSpLocks/>
          </p:cNvCxnSpPr>
          <p:nvPr/>
        </p:nvCxnSpPr>
        <p:spPr>
          <a:xfrm flipV="1">
            <a:off x="5910286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B9A34D95-5693-4C4D-BEE1-95746948BCA9}"/>
              </a:ext>
            </a:extLst>
          </p:cNvPr>
          <p:cNvSpPr txBox="1"/>
          <p:nvPr/>
        </p:nvSpPr>
        <p:spPr>
          <a:xfrm>
            <a:off x="5127550" y="20157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D7394A6B-3B3C-41C4-8D76-ED64CDB7578C}"/>
              </a:ext>
            </a:extLst>
          </p:cNvPr>
          <p:cNvCxnSpPr>
            <a:cxnSpLocks/>
          </p:cNvCxnSpPr>
          <p:nvPr/>
        </p:nvCxnSpPr>
        <p:spPr>
          <a:xfrm flipV="1">
            <a:off x="5601676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2B57A5C5-B0D6-481E-93C4-136E23C091C1}"/>
              </a:ext>
            </a:extLst>
          </p:cNvPr>
          <p:cNvCxnSpPr>
            <a:cxnSpLocks/>
          </p:cNvCxnSpPr>
          <p:nvPr/>
        </p:nvCxnSpPr>
        <p:spPr>
          <a:xfrm flipV="1">
            <a:off x="6240683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08B2563B-C496-4093-8866-0FE6B9B7BF60}"/>
              </a:ext>
            </a:extLst>
          </p:cNvPr>
          <p:cNvCxnSpPr>
            <a:cxnSpLocks/>
          </p:cNvCxnSpPr>
          <p:nvPr/>
        </p:nvCxnSpPr>
        <p:spPr>
          <a:xfrm flipV="1">
            <a:off x="363636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5A2F29BD-CC25-4F91-B737-E9F6D29974A6}"/>
              </a:ext>
            </a:extLst>
          </p:cNvPr>
          <p:cNvSpPr txBox="1"/>
          <p:nvPr/>
        </p:nvSpPr>
        <p:spPr>
          <a:xfrm>
            <a:off x="7979016" y="201572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B23FD109-B308-45F3-96FE-BF71E63B83B4}"/>
              </a:ext>
            </a:extLst>
          </p:cNvPr>
          <p:cNvCxnSpPr>
            <a:cxnSpLocks/>
          </p:cNvCxnSpPr>
          <p:nvPr/>
        </p:nvCxnSpPr>
        <p:spPr>
          <a:xfrm>
            <a:off x="6710172" y="251460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6B1E19FE-9F75-4B04-B0C0-665AEDEA3C92}"/>
              </a:ext>
            </a:extLst>
          </p:cNvPr>
          <p:cNvCxnSpPr>
            <a:cxnSpLocks/>
          </p:cNvCxnSpPr>
          <p:nvPr/>
        </p:nvCxnSpPr>
        <p:spPr>
          <a:xfrm flipV="1">
            <a:off x="7120913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222C9BA0-9A3D-497A-A73E-2B8293190046}"/>
              </a:ext>
            </a:extLst>
          </p:cNvPr>
          <p:cNvCxnSpPr>
            <a:cxnSpLocks/>
          </p:cNvCxnSpPr>
          <p:nvPr/>
        </p:nvCxnSpPr>
        <p:spPr>
          <a:xfrm flipV="1">
            <a:off x="792224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Arrow: Down 116">
            <a:extLst>
              <a:ext uri="{FF2B5EF4-FFF2-40B4-BE49-F238E27FC236}">
                <a16:creationId xmlns:a16="http://schemas.microsoft.com/office/drawing/2014/main" id="{AC09850C-737E-407A-96B7-DC7DFD065FC5}"/>
              </a:ext>
            </a:extLst>
          </p:cNvPr>
          <p:cNvSpPr/>
          <p:nvPr/>
        </p:nvSpPr>
        <p:spPr>
          <a:xfrm>
            <a:off x="7194804" y="198783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4987686-0175-40E7-8866-A746EACC2BC1}"/>
              </a:ext>
            </a:extLst>
          </p:cNvPr>
          <p:cNvSpPr txBox="1"/>
          <p:nvPr/>
        </p:nvSpPr>
        <p:spPr>
          <a:xfrm>
            <a:off x="7029935" y="164387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6.25</a:t>
            </a:r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A935E491-851F-4725-BC64-595DEF86E772}"/>
              </a:ext>
            </a:extLst>
          </p:cNvPr>
          <p:cNvCxnSpPr>
            <a:cxnSpLocks/>
          </p:cNvCxnSpPr>
          <p:nvPr/>
        </p:nvCxnSpPr>
        <p:spPr>
          <a:xfrm flipV="1">
            <a:off x="7321245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BC3D0D45-B3AE-400C-BEB9-D054E97281EA}"/>
              </a:ext>
            </a:extLst>
          </p:cNvPr>
          <p:cNvCxnSpPr>
            <a:cxnSpLocks/>
          </p:cNvCxnSpPr>
          <p:nvPr/>
        </p:nvCxnSpPr>
        <p:spPr>
          <a:xfrm flipV="1">
            <a:off x="8523237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BD609A84-933E-43E5-AE40-DEBE6C0BB992}"/>
              </a:ext>
            </a:extLst>
          </p:cNvPr>
          <p:cNvCxnSpPr>
            <a:cxnSpLocks/>
          </p:cNvCxnSpPr>
          <p:nvPr/>
        </p:nvCxnSpPr>
        <p:spPr>
          <a:xfrm flipV="1">
            <a:off x="892390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2D69237A-A10A-4A73-9C52-138DEC46736D}"/>
              </a:ext>
            </a:extLst>
          </p:cNvPr>
          <p:cNvCxnSpPr>
            <a:cxnSpLocks/>
          </p:cNvCxnSpPr>
          <p:nvPr/>
        </p:nvCxnSpPr>
        <p:spPr>
          <a:xfrm flipV="1">
            <a:off x="9324565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F8A8EBB6-6626-489D-A007-A723F6C34BAA}"/>
              </a:ext>
            </a:extLst>
          </p:cNvPr>
          <p:cNvSpPr txBox="1"/>
          <p:nvPr/>
        </p:nvSpPr>
        <p:spPr>
          <a:xfrm>
            <a:off x="8971841" y="201572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8</a:t>
            </a: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FB9A0701-7AFC-4ED0-9FD1-4BEEA50F4EB6}"/>
              </a:ext>
            </a:extLst>
          </p:cNvPr>
          <p:cNvCxnSpPr>
            <a:cxnSpLocks/>
          </p:cNvCxnSpPr>
          <p:nvPr/>
        </p:nvCxnSpPr>
        <p:spPr>
          <a:xfrm flipV="1">
            <a:off x="9124233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71DC16CA-3476-4E3F-BB32-59B390DEC774}"/>
              </a:ext>
            </a:extLst>
          </p:cNvPr>
          <p:cNvCxnSpPr>
            <a:cxnSpLocks/>
          </p:cNvCxnSpPr>
          <p:nvPr/>
        </p:nvCxnSpPr>
        <p:spPr>
          <a:xfrm flipV="1">
            <a:off x="9524903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A2E4213D-27AA-4647-A176-BBB65525A7AA}"/>
              </a:ext>
            </a:extLst>
          </p:cNvPr>
          <p:cNvCxnSpPr>
            <a:cxnSpLocks/>
          </p:cNvCxnSpPr>
          <p:nvPr/>
        </p:nvCxnSpPr>
        <p:spPr>
          <a:xfrm flipV="1">
            <a:off x="692058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DD4AE97B-B1DF-48AE-9819-A9F2475A5310}"/>
              </a:ext>
            </a:extLst>
          </p:cNvPr>
          <p:cNvSpPr txBox="1"/>
          <p:nvPr/>
        </p:nvSpPr>
        <p:spPr>
          <a:xfrm>
            <a:off x="472554" y="33568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791F9589-1E36-4BC9-BAF9-286F6BE847A2}"/>
              </a:ext>
            </a:extLst>
          </p:cNvPr>
          <p:cNvCxnSpPr>
            <a:cxnSpLocks/>
          </p:cNvCxnSpPr>
          <p:nvPr/>
        </p:nvCxnSpPr>
        <p:spPr>
          <a:xfrm>
            <a:off x="152400" y="38557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C9B2E1D3-C5BF-4053-8322-EFA647995617}"/>
              </a:ext>
            </a:extLst>
          </p:cNvPr>
          <p:cNvCxnSpPr>
            <a:cxnSpLocks/>
          </p:cNvCxnSpPr>
          <p:nvPr/>
        </p:nvCxnSpPr>
        <p:spPr>
          <a:xfrm flipV="1">
            <a:off x="623241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3FBAC284-225D-49E3-8B17-421742095118}"/>
              </a:ext>
            </a:extLst>
          </p:cNvPr>
          <p:cNvCxnSpPr>
            <a:cxnSpLocks/>
          </p:cNvCxnSpPr>
          <p:nvPr/>
        </p:nvCxnSpPr>
        <p:spPr>
          <a:xfrm flipV="1">
            <a:off x="1664969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Arrow: Down 131">
            <a:extLst>
              <a:ext uri="{FF2B5EF4-FFF2-40B4-BE49-F238E27FC236}">
                <a16:creationId xmlns:a16="http://schemas.microsoft.com/office/drawing/2014/main" id="{B176A201-1714-4FA8-8677-4254835F21DD}"/>
              </a:ext>
            </a:extLst>
          </p:cNvPr>
          <p:cNvSpPr/>
          <p:nvPr/>
        </p:nvSpPr>
        <p:spPr>
          <a:xfrm>
            <a:off x="1277112" y="33289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8524FA95-E923-4F9B-9EA2-92BD7E46CE4B}"/>
              </a:ext>
            </a:extLst>
          </p:cNvPr>
          <p:cNvSpPr txBox="1"/>
          <p:nvPr/>
        </p:nvSpPr>
        <p:spPr>
          <a:xfrm>
            <a:off x="1258115" y="2984992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46925C79-78CD-4675-A3AA-A407D780D29A}"/>
              </a:ext>
            </a:extLst>
          </p:cNvPr>
          <p:cNvCxnSpPr>
            <a:cxnSpLocks/>
          </p:cNvCxnSpPr>
          <p:nvPr/>
        </p:nvCxnSpPr>
        <p:spPr>
          <a:xfrm flipV="1">
            <a:off x="1404537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DF392F98-3009-48C2-9905-D94EF4F35D13}"/>
              </a:ext>
            </a:extLst>
          </p:cNvPr>
          <p:cNvCxnSpPr>
            <a:cxnSpLocks/>
          </p:cNvCxnSpPr>
          <p:nvPr/>
        </p:nvCxnSpPr>
        <p:spPr>
          <a:xfrm flipV="1">
            <a:off x="1925401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D48866A9-C4D2-40BE-903F-C97BEF9E6016}"/>
              </a:ext>
            </a:extLst>
          </p:cNvPr>
          <p:cNvCxnSpPr>
            <a:cxnSpLocks/>
          </p:cNvCxnSpPr>
          <p:nvPr/>
        </p:nvCxnSpPr>
        <p:spPr>
          <a:xfrm flipV="1">
            <a:off x="218583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F74A7DB6-9E1B-4AF1-99B7-4A5ECC62064D}"/>
              </a:ext>
            </a:extLst>
          </p:cNvPr>
          <p:cNvCxnSpPr>
            <a:cxnSpLocks/>
          </p:cNvCxnSpPr>
          <p:nvPr/>
        </p:nvCxnSpPr>
        <p:spPr>
          <a:xfrm flipV="1">
            <a:off x="2706697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368EE5F8-F227-4D57-B959-E16CDFFC6EA0}"/>
              </a:ext>
            </a:extLst>
          </p:cNvPr>
          <p:cNvSpPr txBox="1"/>
          <p:nvPr/>
        </p:nvSpPr>
        <p:spPr>
          <a:xfrm>
            <a:off x="989129" y="335684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</a:t>
            </a:r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4F4A17E6-019B-4F63-BBCB-C50B81EDFE24}"/>
              </a:ext>
            </a:extLst>
          </p:cNvPr>
          <p:cNvCxnSpPr>
            <a:cxnSpLocks/>
          </p:cNvCxnSpPr>
          <p:nvPr/>
        </p:nvCxnSpPr>
        <p:spPr>
          <a:xfrm flipV="1">
            <a:off x="2446265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AA95BCE3-A141-4D96-BF76-AD1D9CA96C1C}"/>
              </a:ext>
            </a:extLst>
          </p:cNvPr>
          <p:cNvCxnSpPr>
            <a:cxnSpLocks/>
          </p:cNvCxnSpPr>
          <p:nvPr/>
        </p:nvCxnSpPr>
        <p:spPr>
          <a:xfrm flipV="1">
            <a:off x="2967131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3F617E0C-89EF-4E72-B76D-C5A1EAA5D5DE}"/>
              </a:ext>
            </a:extLst>
          </p:cNvPr>
          <p:cNvCxnSpPr>
            <a:cxnSpLocks/>
          </p:cNvCxnSpPr>
          <p:nvPr/>
        </p:nvCxnSpPr>
        <p:spPr>
          <a:xfrm flipV="1">
            <a:off x="362809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extBox 142">
            <a:extLst>
              <a:ext uri="{FF2B5EF4-FFF2-40B4-BE49-F238E27FC236}">
                <a16:creationId xmlns:a16="http://schemas.microsoft.com/office/drawing/2014/main" id="{2B7DB6C6-5D84-4057-BE3C-8746A924809B}"/>
              </a:ext>
            </a:extLst>
          </p:cNvPr>
          <p:cNvSpPr txBox="1"/>
          <p:nvPr/>
        </p:nvSpPr>
        <p:spPr>
          <a:xfrm>
            <a:off x="5084597" y="335684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15</a:t>
            </a: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07619A45-E781-4CD7-9EC0-9238201AA3ED}"/>
              </a:ext>
            </a:extLst>
          </p:cNvPr>
          <p:cNvCxnSpPr>
            <a:cxnSpLocks/>
          </p:cNvCxnSpPr>
          <p:nvPr/>
        </p:nvCxnSpPr>
        <p:spPr>
          <a:xfrm>
            <a:off x="3425952" y="38557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B0F09973-0494-4FD0-B6BF-F5BBC8EED7C1}"/>
              </a:ext>
            </a:extLst>
          </p:cNvPr>
          <p:cNvCxnSpPr>
            <a:cxnSpLocks/>
          </p:cNvCxnSpPr>
          <p:nvPr/>
        </p:nvCxnSpPr>
        <p:spPr>
          <a:xfrm flipV="1">
            <a:off x="3873118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3B505074-F3E4-4A6D-830B-41E70758C6CC}"/>
              </a:ext>
            </a:extLst>
          </p:cNvPr>
          <p:cNvCxnSpPr>
            <a:cxnSpLocks/>
          </p:cNvCxnSpPr>
          <p:nvPr/>
        </p:nvCxnSpPr>
        <p:spPr>
          <a:xfrm flipV="1">
            <a:off x="4820146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Arrow: Down 146">
            <a:extLst>
              <a:ext uri="{FF2B5EF4-FFF2-40B4-BE49-F238E27FC236}">
                <a16:creationId xmlns:a16="http://schemas.microsoft.com/office/drawing/2014/main" id="{442A047A-618E-4E74-8834-E1C7A56608AD}"/>
              </a:ext>
            </a:extLst>
          </p:cNvPr>
          <p:cNvSpPr/>
          <p:nvPr/>
        </p:nvSpPr>
        <p:spPr>
          <a:xfrm>
            <a:off x="3746754" y="33289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24DD4F5D-6052-43A2-8461-CB915277EA49}"/>
              </a:ext>
            </a:extLst>
          </p:cNvPr>
          <p:cNvSpPr txBox="1"/>
          <p:nvPr/>
        </p:nvSpPr>
        <p:spPr>
          <a:xfrm>
            <a:off x="3676868" y="29849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13</a:t>
            </a:r>
          </a:p>
        </p:txBody>
      </p: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743533C5-28C8-49C6-A18E-E4C9D2604AA8}"/>
              </a:ext>
            </a:extLst>
          </p:cNvPr>
          <p:cNvCxnSpPr>
            <a:cxnSpLocks/>
          </p:cNvCxnSpPr>
          <p:nvPr/>
        </p:nvCxnSpPr>
        <p:spPr>
          <a:xfrm flipV="1">
            <a:off x="4346632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D74628F1-0E6F-4779-81E0-9A5B883497D5}"/>
              </a:ext>
            </a:extLst>
          </p:cNvPr>
          <p:cNvCxnSpPr>
            <a:cxnSpLocks/>
          </p:cNvCxnSpPr>
          <p:nvPr/>
        </p:nvCxnSpPr>
        <p:spPr>
          <a:xfrm flipV="1">
            <a:off x="5293660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7FFE387F-815E-4883-8815-0E939266C15A}"/>
              </a:ext>
            </a:extLst>
          </p:cNvPr>
          <p:cNvCxnSpPr>
            <a:cxnSpLocks/>
          </p:cNvCxnSpPr>
          <p:nvPr/>
        </p:nvCxnSpPr>
        <p:spPr>
          <a:xfrm flipV="1">
            <a:off x="5530417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01DE7E0B-1980-429D-A3AF-723ABC0232D9}"/>
              </a:ext>
            </a:extLst>
          </p:cNvPr>
          <p:cNvCxnSpPr>
            <a:cxnSpLocks/>
          </p:cNvCxnSpPr>
          <p:nvPr/>
        </p:nvCxnSpPr>
        <p:spPr>
          <a:xfrm flipV="1">
            <a:off x="6003931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12DE8489-66F6-430B-9B07-4ACED8ED46CD}"/>
              </a:ext>
            </a:extLst>
          </p:cNvPr>
          <p:cNvSpPr txBox="1"/>
          <p:nvPr/>
        </p:nvSpPr>
        <p:spPr>
          <a:xfrm>
            <a:off x="5789132" y="335684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16</a:t>
            </a:r>
          </a:p>
        </p:txBody>
      </p: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D524A2CB-DB4B-4B3D-A909-BAFD20929241}"/>
              </a:ext>
            </a:extLst>
          </p:cNvPr>
          <p:cNvCxnSpPr>
            <a:cxnSpLocks/>
          </p:cNvCxnSpPr>
          <p:nvPr/>
        </p:nvCxnSpPr>
        <p:spPr>
          <a:xfrm flipV="1">
            <a:off x="5767174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96ECD726-755E-4A3F-8565-4CD160F940BB}"/>
              </a:ext>
            </a:extLst>
          </p:cNvPr>
          <p:cNvCxnSpPr>
            <a:cxnSpLocks/>
          </p:cNvCxnSpPr>
          <p:nvPr/>
        </p:nvCxnSpPr>
        <p:spPr>
          <a:xfrm flipV="1">
            <a:off x="624068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85A7F866-7F3C-4F17-86FC-8B909EDBA948}"/>
              </a:ext>
            </a:extLst>
          </p:cNvPr>
          <p:cNvCxnSpPr>
            <a:cxnSpLocks/>
          </p:cNvCxnSpPr>
          <p:nvPr/>
        </p:nvCxnSpPr>
        <p:spPr>
          <a:xfrm flipV="1">
            <a:off x="3636361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Box 157">
            <a:extLst>
              <a:ext uri="{FF2B5EF4-FFF2-40B4-BE49-F238E27FC236}">
                <a16:creationId xmlns:a16="http://schemas.microsoft.com/office/drawing/2014/main" id="{1E1BA1AE-DAEB-47EE-A8B0-F4BB3666C13F}"/>
              </a:ext>
            </a:extLst>
          </p:cNvPr>
          <p:cNvSpPr txBox="1"/>
          <p:nvPr/>
        </p:nvSpPr>
        <p:spPr>
          <a:xfrm>
            <a:off x="7406157" y="335684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13</a:t>
            </a:r>
          </a:p>
        </p:txBody>
      </p: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0C24BD19-6E30-4F2B-9C23-DA3B12877939}"/>
              </a:ext>
            </a:extLst>
          </p:cNvPr>
          <p:cNvCxnSpPr>
            <a:cxnSpLocks/>
          </p:cNvCxnSpPr>
          <p:nvPr/>
        </p:nvCxnSpPr>
        <p:spPr>
          <a:xfrm>
            <a:off x="6710172" y="38557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EA0B3B81-F4C1-43AF-90BB-BEAFB6111D15}"/>
              </a:ext>
            </a:extLst>
          </p:cNvPr>
          <p:cNvCxnSpPr>
            <a:cxnSpLocks/>
          </p:cNvCxnSpPr>
          <p:nvPr/>
        </p:nvCxnSpPr>
        <p:spPr>
          <a:xfrm flipV="1">
            <a:off x="7094202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D7B582D4-5AFB-479D-9E05-CE695B55C527}"/>
              </a:ext>
            </a:extLst>
          </p:cNvPr>
          <p:cNvCxnSpPr>
            <a:cxnSpLocks/>
          </p:cNvCxnSpPr>
          <p:nvPr/>
        </p:nvCxnSpPr>
        <p:spPr>
          <a:xfrm flipV="1">
            <a:off x="7788686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Arrow: Down 161">
            <a:extLst>
              <a:ext uri="{FF2B5EF4-FFF2-40B4-BE49-F238E27FC236}">
                <a16:creationId xmlns:a16="http://schemas.microsoft.com/office/drawing/2014/main" id="{E9594454-9A2D-471F-A569-41EF8811DE2D}"/>
              </a:ext>
            </a:extLst>
          </p:cNvPr>
          <p:cNvSpPr/>
          <p:nvPr/>
        </p:nvSpPr>
        <p:spPr>
          <a:xfrm>
            <a:off x="8002524" y="33289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81E9D29C-8A54-404B-B62B-A69DCDA4CD84}"/>
              </a:ext>
            </a:extLst>
          </p:cNvPr>
          <p:cNvSpPr txBox="1"/>
          <p:nvPr/>
        </p:nvSpPr>
        <p:spPr>
          <a:xfrm>
            <a:off x="7847814" y="298499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13.8</a:t>
            </a:r>
          </a:p>
        </p:txBody>
      </p: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0604B6EC-D4DB-47AC-AA56-65ECA69E3DF6}"/>
              </a:ext>
            </a:extLst>
          </p:cNvPr>
          <p:cNvCxnSpPr>
            <a:cxnSpLocks/>
          </p:cNvCxnSpPr>
          <p:nvPr/>
        </p:nvCxnSpPr>
        <p:spPr>
          <a:xfrm flipV="1">
            <a:off x="7441444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5C76A35D-73A5-4A09-A27C-992E960AFC5E}"/>
              </a:ext>
            </a:extLst>
          </p:cNvPr>
          <p:cNvCxnSpPr>
            <a:cxnSpLocks/>
          </p:cNvCxnSpPr>
          <p:nvPr/>
        </p:nvCxnSpPr>
        <p:spPr>
          <a:xfrm flipV="1">
            <a:off x="8135928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B4C3004F-1262-46BF-BB79-9797B5765B73}"/>
              </a:ext>
            </a:extLst>
          </p:cNvPr>
          <p:cNvCxnSpPr>
            <a:cxnSpLocks/>
          </p:cNvCxnSpPr>
          <p:nvPr/>
        </p:nvCxnSpPr>
        <p:spPr>
          <a:xfrm flipV="1">
            <a:off x="8830412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5E73DDF8-BF92-43FE-9CA5-01D661F6ABA0}"/>
              </a:ext>
            </a:extLst>
          </p:cNvPr>
          <p:cNvCxnSpPr>
            <a:cxnSpLocks/>
          </p:cNvCxnSpPr>
          <p:nvPr/>
        </p:nvCxnSpPr>
        <p:spPr>
          <a:xfrm flipV="1">
            <a:off x="9351275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TextBox 167">
            <a:extLst>
              <a:ext uri="{FF2B5EF4-FFF2-40B4-BE49-F238E27FC236}">
                <a16:creationId xmlns:a16="http://schemas.microsoft.com/office/drawing/2014/main" id="{D7C7A46B-0A16-4DA7-820E-889FD7EA9BB1}"/>
              </a:ext>
            </a:extLst>
          </p:cNvPr>
          <p:cNvSpPr txBox="1"/>
          <p:nvPr/>
        </p:nvSpPr>
        <p:spPr>
          <a:xfrm>
            <a:off x="8793952" y="335684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15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BCD0546C-C582-4ACC-AE2C-5CDE4C49F28C}"/>
              </a:ext>
            </a:extLst>
          </p:cNvPr>
          <p:cNvCxnSpPr>
            <a:cxnSpLocks/>
          </p:cNvCxnSpPr>
          <p:nvPr/>
        </p:nvCxnSpPr>
        <p:spPr>
          <a:xfrm flipV="1">
            <a:off x="9177654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7B7BA70D-E9C1-4304-BB65-309C2F276EBE}"/>
              </a:ext>
            </a:extLst>
          </p:cNvPr>
          <p:cNvCxnSpPr>
            <a:cxnSpLocks/>
          </p:cNvCxnSpPr>
          <p:nvPr/>
        </p:nvCxnSpPr>
        <p:spPr>
          <a:xfrm flipV="1">
            <a:off x="952490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04F1AD7F-7C3D-42D8-B0BD-7F75EEC127F0}"/>
              </a:ext>
            </a:extLst>
          </p:cNvPr>
          <p:cNvCxnSpPr>
            <a:cxnSpLocks/>
          </p:cNvCxnSpPr>
          <p:nvPr/>
        </p:nvCxnSpPr>
        <p:spPr>
          <a:xfrm flipV="1">
            <a:off x="6920581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046DF001-429B-4EE0-8142-6291508B8905}"/>
              </a:ext>
            </a:extLst>
          </p:cNvPr>
          <p:cNvSpPr txBox="1"/>
          <p:nvPr/>
        </p:nvSpPr>
        <p:spPr>
          <a:xfrm>
            <a:off x="646544" y="46903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7FA73ACB-92B6-418C-BC8C-6B41FBBD6D96}"/>
              </a:ext>
            </a:extLst>
          </p:cNvPr>
          <p:cNvCxnSpPr>
            <a:cxnSpLocks/>
          </p:cNvCxnSpPr>
          <p:nvPr/>
        </p:nvCxnSpPr>
        <p:spPr>
          <a:xfrm>
            <a:off x="152400" y="51892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BDAE74FA-50A4-45F5-9C67-EA255689647F}"/>
              </a:ext>
            </a:extLst>
          </p:cNvPr>
          <p:cNvCxnSpPr>
            <a:cxnSpLocks/>
          </p:cNvCxnSpPr>
          <p:nvPr/>
        </p:nvCxnSpPr>
        <p:spPr>
          <a:xfrm flipV="1">
            <a:off x="579836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E97769CE-1D25-4FBE-944C-909C047F027F}"/>
              </a:ext>
            </a:extLst>
          </p:cNvPr>
          <p:cNvCxnSpPr>
            <a:cxnSpLocks/>
          </p:cNvCxnSpPr>
          <p:nvPr/>
        </p:nvCxnSpPr>
        <p:spPr>
          <a:xfrm flipV="1">
            <a:off x="1881998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Arrow: Down 176">
            <a:extLst>
              <a:ext uri="{FF2B5EF4-FFF2-40B4-BE49-F238E27FC236}">
                <a16:creationId xmlns:a16="http://schemas.microsoft.com/office/drawing/2014/main" id="{D98F1BC9-8B94-4E75-A2D6-88A6BC39A226}"/>
              </a:ext>
            </a:extLst>
          </p:cNvPr>
          <p:cNvSpPr/>
          <p:nvPr/>
        </p:nvSpPr>
        <p:spPr>
          <a:xfrm>
            <a:off x="443992" y="46624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00B60503-D7EA-42E4-A378-A15D72E8C58A}"/>
              </a:ext>
            </a:extLst>
          </p:cNvPr>
          <p:cNvSpPr txBox="1"/>
          <p:nvPr/>
        </p:nvSpPr>
        <p:spPr>
          <a:xfrm>
            <a:off x="279123" y="431849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1.75</a:t>
            </a:r>
          </a:p>
        </p:txBody>
      </p: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18F974DC-7BCE-4CF5-8988-92E7FC24C50E}"/>
              </a:ext>
            </a:extLst>
          </p:cNvPr>
          <p:cNvCxnSpPr>
            <a:cxnSpLocks/>
          </p:cNvCxnSpPr>
          <p:nvPr/>
        </p:nvCxnSpPr>
        <p:spPr>
          <a:xfrm flipV="1">
            <a:off x="1447944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F8A095F8-9427-41F1-835A-4677842A8CEF}"/>
              </a:ext>
            </a:extLst>
          </p:cNvPr>
          <p:cNvCxnSpPr>
            <a:cxnSpLocks/>
          </p:cNvCxnSpPr>
          <p:nvPr/>
        </p:nvCxnSpPr>
        <p:spPr>
          <a:xfrm flipV="1">
            <a:off x="2099025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099EBAC8-67EF-4270-A7D7-96AFA18D3D87}"/>
              </a:ext>
            </a:extLst>
          </p:cNvPr>
          <p:cNvCxnSpPr>
            <a:cxnSpLocks/>
          </p:cNvCxnSpPr>
          <p:nvPr/>
        </p:nvCxnSpPr>
        <p:spPr>
          <a:xfrm flipV="1">
            <a:off x="2316052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0A88CCD6-4A9E-4042-87A1-2AD7BC624DF4}"/>
              </a:ext>
            </a:extLst>
          </p:cNvPr>
          <p:cNvCxnSpPr>
            <a:cxnSpLocks/>
          </p:cNvCxnSpPr>
          <p:nvPr/>
        </p:nvCxnSpPr>
        <p:spPr>
          <a:xfrm flipV="1">
            <a:off x="2750106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8F777D2F-355E-4C40-BB4F-277C6E8C7640}"/>
              </a:ext>
            </a:extLst>
          </p:cNvPr>
          <p:cNvCxnSpPr>
            <a:cxnSpLocks/>
          </p:cNvCxnSpPr>
          <p:nvPr/>
        </p:nvCxnSpPr>
        <p:spPr>
          <a:xfrm flipV="1">
            <a:off x="2533079" y="49682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410390D6-BE23-4296-B14A-1C0683875604}"/>
              </a:ext>
            </a:extLst>
          </p:cNvPr>
          <p:cNvCxnSpPr>
            <a:cxnSpLocks/>
          </p:cNvCxnSpPr>
          <p:nvPr/>
        </p:nvCxnSpPr>
        <p:spPr>
          <a:xfrm flipV="1">
            <a:off x="2967131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DC658FD9-896F-4641-8B48-78F6D57952F3}"/>
              </a:ext>
            </a:extLst>
          </p:cNvPr>
          <p:cNvCxnSpPr>
            <a:cxnSpLocks/>
          </p:cNvCxnSpPr>
          <p:nvPr/>
        </p:nvCxnSpPr>
        <p:spPr>
          <a:xfrm flipV="1">
            <a:off x="362809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extBox 187">
            <a:extLst>
              <a:ext uri="{FF2B5EF4-FFF2-40B4-BE49-F238E27FC236}">
                <a16:creationId xmlns:a16="http://schemas.microsoft.com/office/drawing/2014/main" id="{22E9554E-9C43-482E-9B93-19F7E986FF3E}"/>
              </a:ext>
            </a:extLst>
          </p:cNvPr>
          <p:cNvSpPr txBox="1"/>
          <p:nvPr/>
        </p:nvSpPr>
        <p:spPr>
          <a:xfrm>
            <a:off x="5920346" y="46903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F33DC356-C05D-4307-817A-8EBB8EA5921F}"/>
              </a:ext>
            </a:extLst>
          </p:cNvPr>
          <p:cNvCxnSpPr>
            <a:cxnSpLocks/>
          </p:cNvCxnSpPr>
          <p:nvPr/>
        </p:nvCxnSpPr>
        <p:spPr>
          <a:xfrm>
            <a:off x="3425952" y="51892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7CDF7840-364E-467C-A47B-A90647A5EF68}"/>
              </a:ext>
            </a:extLst>
          </p:cNvPr>
          <p:cNvCxnSpPr>
            <a:cxnSpLocks/>
          </p:cNvCxnSpPr>
          <p:nvPr/>
        </p:nvCxnSpPr>
        <p:spPr>
          <a:xfrm flipV="1">
            <a:off x="3822384" y="49682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6F9998EF-079F-47FB-A6AB-148095F2BAB6}"/>
              </a:ext>
            </a:extLst>
          </p:cNvPr>
          <p:cNvCxnSpPr>
            <a:cxnSpLocks/>
          </p:cNvCxnSpPr>
          <p:nvPr/>
        </p:nvCxnSpPr>
        <p:spPr>
          <a:xfrm flipV="1">
            <a:off x="4938522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Arrow: Down 191">
            <a:extLst>
              <a:ext uri="{FF2B5EF4-FFF2-40B4-BE49-F238E27FC236}">
                <a16:creationId xmlns:a16="http://schemas.microsoft.com/office/drawing/2014/main" id="{BACBBAA8-6C7D-474A-86DC-4F59E5423463}"/>
              </a:ext>
            </a:extLst>
          </p:cNvPr>
          <p:cNvSpPr/>
          <p:nvPr/>
        </p:nvSpPr>
        <p:spPr>
          <a:xfrm>
            <a:off x="4985004" y="46624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3CF56D52-7959-4839-B4B0-50335CEF7A1E}"/>
              </a:ext>
            </a:extLst>
          </p:cNvPr>
          <p:cNvSpPr txBox="1"/>
          <p:nvPr/>
        </p:nvSpPr>
        <p:spPr>
          <a:xfrm>
            <a:off x="4878645" y="431849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6.5</a:t>
            </a:r>
          </a:p>
        </p:txBody>
      </p: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042907F5-84D6-4802-8DCB-AB3D2A613DAE}"/>
              </a:ext>
            </a:extLst>
          </p:cNvPr>
          <p:cNvCxnSpPr>
            <a:cxnSpLocks/>
          </p:cNvCxnSpPr>
          <p:nvPr/>
        </p:nvCxnSpPr>
        <p:spPr>
          <a:xfrm flipV="1">
            <a:off x="4380453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26905093-2244-4CA5-88C8-A7A652D0336A}"/>
              </a:ext>
            </a:extLst>
          </p:cNvPr>
          <p:cNvCxnSpPr>
            <a:cxnSpLocks/>
          </p:cNvCxnSpPr>
          <p:nvPr/>
        </p:nvCxnSpPr>
        <p:spPr>
          <a:xfrm flipV="1">
            <a:off x="5496591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45775623-8444-4D2A-9C93-A5F492363910}"/>
              </a:ext>
            </a:extLst>
          </p:cNvPr>
          <p:cNvCxnSpPr>
            <a:cxnSpLocks/>
          </p:cNvCxnSpPr>
          <p:nvPr/>
        </p:nvCxnSpPr>
        <p:spPr>
          <a:xfrm flipV="1">
            <a:off x="5682614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60914DA4-D397-4499-84F2-C7D24DB540B3}"/>
              </a:ext>
            </a:extLst>
          </p:cNvPr>
          <p:cNvCxnSpPr>
            <a:cxnSpLocks/>
          </p:cNvCxnSpPr>
          <p:nvPr/>
        </p:nvCxnSpPr>
        <p:spPr>
          <a:xfrm flipV="1">
            <a:off x="6054660" y="49682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TextBox 197">
            <a:extLst>
              <a:ext uri="{FF2B5EF4-FFF2-40B4-BE49-F238E27FC236}">
                <a16:creationId xmlns:a16="http://schemas.microsoft.com/office/drawing/2014/main" id="{AC73772B-955D-4577-9B4A-CF828C9160BF}"/>
              </a:ext>
            </a:extLst>
          </p:cNvPr>
          <p:cNvSpPr txBox="1"/>
          <p:nvPr/>
        </p:nvSpPr>
        <p:spPr>
          <a:xfrm>
            <a:off x="3592388" y="4690348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5.8</a:t>
            </a:r>
          </a:p>
        </p:txBody>
      </p: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3371D6DB-F72A-4B22-A612-E0931F8CD19A}"/>
              </a:ext>
            </a:extLst>
          </p:cNvPr>
          <p:cNvCxnSpPr>
            <a:cxnSpLocks/>
          </p:cNvCxnSpPr>
          <p:nvPr/>
        </p:nvCxnSpPr>
        <p:spPr>
          <a:xfrm flipV="1">
            <a:off x="5868637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216939DE-6675-463B-96A9-025A9FE771AD}"/>
              </a:ext>
            </a:extLst>
          </p:cNvPr>
          <p:cNvCxnSpPr>
            <a:cxnSpLocks/>
          </p:cNvCxnSpPr>
          <p:nvPr/>
        </p:nvCxnSpPr>
        <p:spPr>
          <a:xfrm flipV="1">
            <a:off x="6240683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B2EC8C62-3905-4C3F-9A6D-920E7FD9C427}"/>
              </a:ext>
            </a:extLst>
          </p:cNvPr>
          <p:cNvCxnSpPr>
            <a:cxnSpLocks/>
          </p:cNvCxnSpPr>
          <p:nvPr/>
        </p:nvCxnSpPr>
        <p:spPr>
          <a:xfrm flipV="1">
            <a:off x="3636361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TextBox 202">
            <a:extLst>
              <a:ext uri="{FF2B5EF4-FFF2-40B4-BE49-F238E27FC236}">
                <a16:creationId xmlns:a16="http://schemas.microsoft.com/office/drawing/2014/main" id="{69B8FED9-E490-4656-AA46-5F306B4E7EDA}"/>
              </a:ext>
            </a:extLst>
          </p:cNvPr>
          <p:cNvSpPr txBox="1"/>
          <p:nvPr/>
        </p:nvSpPr>
        <p:spPr>
          <a:xfrm>
            <a:off x="7247496" y="46903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8049413A-7F9C-4891-859C-3109CFDDDB2D}"/>
              </a:ext>
            </a:extLst>
          </p:cNvPr>
          <p:cNvCxnSpPr>
            <a:cxnSpLocks/>
          </p:cNvCxnSpPr>
          <p:nvPr/>
        </p:nvCxnSpPr>
        <p:spPr>
          <a:xfrm>
            <a:off x="6710172" y="51892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B40D1736-A9A4-48AC-A169-27EEAC9104B0}"/>
              </a:ext>
            </a:extLst>
          </p:cNvPr>
          <p:cNvCxnSpPr>
            <a:cxnSpLocks/>
          </p:cNvCxnSpPr>
          <p:nvPr/>
        </p:nvCxnSpPr>
        <p:spPr>
          <a:xfrm flipV="1">
            <a:off x="7157338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8C62F060-8DA8-41DC-88CB-4AA95B84659B}"/>
              </a:ext>
            </a:extLst>
          </p:cNvPr>
          <p:cNvCxnSpPr>
            <a:cxnSpLocks/>
          </p:cNvCxnSpPr>
          <p:nvPr/>
        </p:nvCxnSpPr>
        <p:spPr>
          <a:xfrm flipV="1">
            <a:off x="8104366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Arrow: Down 206">
            <a:extLst>
              <a:ext uri="{FF2B5EF4-FFF2-40B4-BE49-F238E27FC236}">
                <a16:creationId xmlns:a16="http://schemas.microsoft.com/office/drawing/2014/main" id="{14AC37AE-4D89-4EFF-9CC1-C7DFCDB9CD8A}"/>
              </a:ext>
            </a:extLst>
          </p:cNvPr>
          <p:cNvSpPr/>
          <p:nvPr/>
        </p:nvSpPr>
        <p:spPr>
          <a:xfrm>
            <a:off x="7972044" y="46624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83C98667-89B4-470A-8101-072A25046F88}"/>
              </a:ext>
            </a:extLst>
          </p:cNvPr>
          <p:cNvSpPr txBox="1"/>
          <p:nvPr/>
        </p:nvSpPr>
        <p:spPr>
          <a:xfrm>
            <a:off x="7877114" y="431849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4.4</a:t>
            </a:r>
          </a:p>
        </p:txBody>
      </p: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9EF499E0-7B2E-41D0-9D02-7056189F06EA}"/>
              </a:ext>
            </a:extLst>
          </p:cNvPr>
          <p:cNvCxnSpPr>
            <a:cxnSpLocks/>
          </p:cNvCxnSpPr>
          <p:nvPr/>
        </p:nvCxnSpPr>
        <p:spPr>
          <a:xfrm flipV="1">
            <a:off x="7630852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69412B25-38CF-48C8-BF0F-BC2FB2365B5F}"/>
              </a:ext>
            </a:extLst>
          </p:cNvPr>
          <p:cNvCxnSpPr>
            <a:cxnSpLocks/>
          </p:cNvCxnSpPr>
          <p:nvPr/>
        </p:nvCxnSpPr>
        <p:spPr>
          <a:xfrm flipV="1">
            <a:off x="8577880" y="49682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63F402A1-3E6A-45DF-AA6D-29D7690380F4}"/>
              </a:ext>
            </a:extLst>
          </p:cNvPr>
          <p:cNvCxnSpPr>
            <a:cxnSpLocks/>
          </p:cNvCxnSpPr>
          <p:nvPr/>
        </p:nvCxnSpPr>
        <p:spPr>
          <a:xfrm flipV="1">
            <a:off x="8814637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2DFCBBCC-FEED-437D-8A59-80307E7D57D4}"/>
              </a:ext>
            </a:extLst>
          </p:cNvPr>
          <p:cNvCxnSpPr>
            <a:cxnSpLocks/>
          </p:cNvCxnSpPr>
          <p:nvPr/>
        </p:nvCxnSpPr>
        <p:spPr>
          <a:xfrm flipV="1">
            <a:off x="9288151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AC1BC460-3837-440C-AD45-E5507CAE82A4}"/>
              </a:ext>
            </a:extLst>
          </p:cNvPr>
          <p:cNvSpPr txBox="1"/>
          <p:nvPr/>
        </p:nvSpPr>
        <p:spPr>
          <a:xfrm>
            <a:off x="8423201" y="469034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</a:t>
            </a:r>
          </a:p>
        </p:txBody>
      </p: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FE6590F9-D5C5-4714-8452-86618B618CD3}"/>
              </a:ext>
            </a:extLst>
          </p:cNvPr>
          <p:cNvCxnSpPr>
            <a:cxnSpLocks/>
          </p:cNvCxnSpPr>
          <p:nvPr/>
        </p:nvCxnSpPr>
        <p:spPr>
          <a:xfrm flipV="1">
            <a:off x="9051394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56531EE2-488C-4678-BBF8-89F0A39F35C3}"/>
              </a:ext>
            </a:extLst>
          </p:cNvPr>
          <p:cNvCxnSpPr>
            <a:cxnSpLocks/>
          </p:cNvCxnSpPr>
          <p:nvPr/>
        </p:nvCxnSpPr>
        <p:spPr>
          <a:xfrm flipV="1">
            <a:off x="9524903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3E95AD15-BBF0-4FAB-91CC-57109A3800B4}"/>
              </a:ext>
            </a:extLst>
          </p:cNvPr>
          <p:cNvCxnSpPr>
            <a:cxnSpLocks/>
          </p:cNvCxnSpPr>
          <p:nvPr/>
        </p:nvCxnSpPr>
        <p:spPr>
          <a:xfrm flipV="1">
            <a:off x="6920581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TextBox 217">
            <a:extLst>
              <a:ext uri="{FF2B5EF4-FFF2-40B4-BE49-F238E27FC236}">
                <a16:creationId xmlns:a16="http://schemas.microsoft.com/office/drawing/2014/main" id="{B454C2DF-8251-4F3F-8222-6EDC62A728E6}"/>
              </a:ext>
            </a:extLst>
          </p:cNvPr>
          <p:cNvSpPr txBox="1"/>
          <p:nvPr/>
        </p:nvSpPr>
        <p:spPr>
          <a:xfrm>
            <a:off x="1637144" y="6031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CC9FF02C-85A7-4277-A982-A01A92E66B59}"/>
              </a:ext>
            </a:extLst>
          </p:cNvPr>
          <p:cNvCxnSpPr>
            <a:cxnSpLocks/>
          </p:cNvCxnSpPr>
          <p:nvPr/>
        </p:nvCxnSpPr>
        <p:spPr>
          <a:xfrm>
            <a:off x="152400" y="653034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EEEBE110-BB25-4EA3-8C53-6BF145C7FD41}"/>
              </a:ext>
            </a:extLst>
          </p:cNvPr>
          <p:cNvCxnSpPr>
            <a:cxnSpLocks/>
          </p:cNvCxnSpPr>
          <p:nvPr/>
        </p:nvCxnSpPr>
        <p:spPr>
          <a:xfrm flipV="1">
            <a:off x="599566" y="6405684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F3A26922-31A2-45B9-B0A0-6113F59E96E5}"/>
              </a:ext>
            </a:extLst>
          </p:cNvPr>
          <p:cNvCxnSpPr>
            <a:cxnSpLocks/>
          </p:cNvCxnSpPr>
          <p:nvPr/>
        </p:nvCxnSpPr>
        <p:spPr>
          <a:xfrm flipV="1">
            <a:off x="1546594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Arrow: Down 221">
            <a:extLst>
              <a:ext uri="{FF2B5EF4-FFF2-40B4-BE49-F238E27FC236}">
                <a16:creationId xmlns:a16="http://schemas.microsoft.com/office/drawing/2014/main" id="{F17AF4EA-F1CB-46A1-AB46-AE47ED94C73F}"/>
              </a:ext>
            </a:extLst>
          </p:cNvPr>
          <p:cNvSpPr/>
          <p:nvPr/>
        </p:nvSpPr>
        <p:spPr>
          <a:xfrm>
            <a:off x="949452" y="600357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EBF80840-9EC1-46E8-94B4-174DB09F82F3}"/>
              </a:ext>
            </a:extLst>
          </p:cNvPr>
          <p:cNvSpPr txBox="1"/>
          <p:nvPr/>
        </p:nvSpPr>
        <p:spPr>
          <a:xfrm>
            <a:off x="843092" y="5659612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5.6</a:t>
            </a:r>
          </a:p>
        </p:txBody>
      </p: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305AF103-36E3-4FC0-BC34-9584FE86355C}"/>
              </a:ext>
            </a:extLst>
          </p:cNvPr>
          <p:cNvCxnSpPr>
            <a:cxnSpLocks/>
          </p:cNvCxnSpPr>
          <p:nvPr/>
        </p:nvCxnSpPr>
        <p:spPr>
          <a:xfrm flipV="1">
            <a:off x="1073080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5069D371-C119-40EA-A236-CB438C9746D1}"/>
              </a:ext>
            </a:extLst>
          </p:cNvPr>
          <p:cNvCxnSpPr>
            <a:cxnSpLocks/>
          </p:cNvCxnSpPr>
          <p:nvPr/>
        </p:nvCxnSpPr>
        <p:spPr>
          <a:xfrm flipV="1">
            <a:off x="2020108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C0807A51-5105-4A9F-BF80-18750378C43A}"/>
              </a:ext>
            </a:extLst>
          </p:cNvPr>
          <p:cNvCxnSpPr>
            <a:cxnSpLocks/>
          </p:cNvCxnSpPr>
          <p:nvPr/>
        </p:nvCxnSpPr>
        <p:spPr>
          <a:xfrm flipV="1">
            <a:off x="2256865" y="630936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1EDF43BF-FD3E-41AE-9601-DB6EF4FA34DC}"/>
              </a:ext>
            </a:extLst>
          </p:cNvPr>
          <p:cNvCxnSpPr>
            <a:cxnSpLocks/>
          </p:cNvCxnSpPr>
          <p:nvPr/>
        </p:nvCxnSpPr>
        <p:spPr>
          <a:xfrm flipV="1">
            <a:off x="2730379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TextBox 227">
            <a:extLst>
              <a:ext uri="{FF2B5EF4-FFF2-40B4-BE49-F238E27FC236}">
                <a16:creationId xmlns:a16="http://schemas.microsoft.com/office/drawing/2014/main" id="{0C8A6652-8814-4C92-8191-3DB0BA475723}"/>
              </a:ext>
            </a:extLst>
          </p:cNvPr>
          <p:cNvSpPr txBox="1"/>
          <p:nvPr/>
        </p:nvSpPr>
        <p:spPr>
          <a:xfrm>
            <a:off x="2017334" y="6031468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7.8</a:t>
            </a:r>
          </a:p>
        </p:txBody>
      </p: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2AA1A9B7-5AC7-4277-AC17-C6EDA020EBF6}"/>
              </a:ext>
            </a:extLst>
          </p:cNvPr>
          <p:cNvCxnSpPr>
            <a:cxnSpLocks/>
          </p:cNvCxnSpPr>
          <p:nvPr/>
        </p:nvCxnSpPr>
        <p:spPr>
          <a:xfrm flipV="1">
            <a:off x="2493622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265FF2FC-4B49-498F-BA69-57A582855CCD}"/>
              </a:ext>
            </a:extLst>
          </p:cNvPr>
          <p:cNvCxnSpPr>
            <a:cxnSpLocks/>
          </p:cNvCxnSpPr>
          <p:nvPr/>
        </p:nvCxnSpPr>
        <p:spPr>
          <a:xfrm flipV="1">
            <a:off x="2967131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0D9CCEEC-F970-4376-92E0-F11C47E962C9}"/>
              </a:ext>
            </a:extLst>
          </p:cNvPr>
          <p:cNvCxnSpPr>
            <a:cxnSpLocks/>
          </p:cNvCxnSpPr>
          <p:nvPr/>
        </p:nvCxnSpPr>
        <p:spPr>
          <a:xfrm flipV="1">
            <a:off x="362809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TextBox 232">
            <a:extLst>
              <a:ext uri="{FF2B5EF4-FFF2-40B4-BE49-F238E27FC236}">
                <a16:creationId xmlns:a16="http://schemas.microsoft.com/office/drawing/2014/main" id="{ECECE8C5-6698-46FA-B147-B8D4FEF5C2F9}"/>
              </a:ext>
            </a:extLst>
          </p:cNvPr>
          <p:cNvSpPr txBox="1"/>
          <p:nvPr/>
        </p:nvSpPr>
        <p:spPr>
          <a:xfrm>
            <a:off x="3800983" y="6031468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0.1</a:t>
            </a:r>
          </a:p>
        </p:txBody>
      </p: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A343C57E-D9B1-4C2A-AA98-A40F9F8C88BA}"/>
              </a:ext>
            </a:extLst>
          </p:cNvPr>
          <p:cNvCxnSpPr>
            <a:cxnSpLocks/>
          </p:cNvCxnSpPr>
          <p:nvPr/>
        </p:nvCxnSpPr>
        <p:spPr>
          <a:xfrm>
            <a:off x="3425952" y="653034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7F058812-7E4E-403F-A99A-67AA6EC7F5CD}"/>
              </a:ext>
            </a:extLst>
          </p:cNvPr>
          <p:cNvCxnSpPr>
            <a:cxnSpLocks/>
          </p:cNvCxnSpPr>
          <p:nvPr/>
        </p:nvCxnSpPr>
        <p:spPr>
          <a:xfrm flipV="1">
            <a:off x="4237357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46502562-AE7D-4884-AB05-A9DD26C9488A}"/>
              </a:ext>
            </a:extLst>
          </p:cNvPr>
          <p:cNvCxnSpPr>
            <a:cxnSpLocks/>
          </p:cNvCxnSpPr>
          <p:nvPr/>
        </p:nvCxnSpPr>
        <p:spPr>
          <a:xfrm flipV="1">
            <a:off x="5038685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Arrow: Down 236">
            <a:extLst>
              <a:ext uri="{FF2B5EF4-FFF2-40B4-BE49-F238E27FC236}">
                <a16:creationId xmlns:a16="http://schemas.microsoft.com/office/drawing/2014/main" id="{1316DFB7-0DB3-4D1D-B483-74C69575EB74}"/>
              </a:ext>
            </a:extLst>
          </p:cNvPr>
          <p:cNvSpPr/>
          <p:nvPr/>
        </p:nvSpPr>
        <p:spPr>
          <a:xfrm>
            <a:off x="4885944" y="600357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DD6FD0B8-894A-4B45-888C-B156988FB701}"/>
              </a:ext>
            </a:extLst>
          </p:cNvPr>
          <p:cNvSpPr txBox="1"/>
          <p:nvPr/>
        </p:nvSpPr>
        <p:spPr>
          <a:xfrm>
            <a:off x="4779584" y="565961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0.4</a:t>
            </a:r>
          </a:p>
        </p:txBody>
      </p: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3892B598-FEEA-47D6-AC88-C7D2E3882352}"/>
              </a:ext>
            </a:extLst>
          </p:cNvPr>
          <p:cNvCxnSpPr>
            <a:cxnSpLocks/>
          </p:cNvCxnSpPr>
          <p:nvPr/>
        </p:nvCxnSpPr>
        <p:spPr>
          <a:xfrm flipV="1">
            <a:off x="5439349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9FC282B5-365E-4E3F-9322-B5B75F823676}"/>
              </a:ext>
            </a:extLst>
          </p:cNvPr>
          <p:cNvCxnSpPr>
            <a:cxnSpLocks/>
          </p:cNvCxnSpPr>
          <p:nvPr/>
        </p:nvCxnSpPr>
        <p:spPr>
          <a:xfrm flipV="1">
            <a:off x="5639681" y="630936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314C9C2C-8EBC-43ED-8C19-CFF01578FCD7}"/>
              </a:ext>
            </a:extLst>
          </p:cNvPr>
          <p:cNvCxnSpPr>
            <a:cxnSpLocks/>
          </p:cNvCxnSpPr>
          <p:nvPr/>
        </p:nvCxnSpPr>
        <p:spPr>
          <a:xfrm flipV="1">
            <a:off x="6040345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TextBox 242">
            <a:extLst>
              <a:ext uri="{FF2B5EF4-FFF2-40B4-BE49-F238E27FC236}">
                <a16:creationId xmlns:a16="http://schemas.microsoft.com/office/drawing/2014/main" id="{EE8F50B8-ED2B-422D-A71A-4A044858E2E4}"/>
              </a:ext>
            </a:extLst>
          </p:cNvPr>
          <p:cNvSpPr txBox="1"/>
          <p:nvPr/>
        </p:nvSpPr>
        <p:spPr>
          <a:xfrm>
            <a:off x="5405948" y="6031468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0.5</a:t>
            </a:r>
          </a:p>
        </p:txBody>
      </p:sp>
      <p:cxnSp>
        <p:nvCxnSpPr>
          <p:cNvPr id="244" name="Straight Connector 243">
            <a:extLst>
              <a:ext uri="{FF2B5EF4-FFF2-40B4-BE49-F238E27FC236}">
                <a16:creationId xmlns:a16="http://schemas.microsoft.com/office/drawing/2014/main" id="{FF922268-43D3-4980-A1B0-CF2E273CB5F8}"/>
              </a:ext>
            </a:extLst>
          </p:cNvPr>
          <p:cNvCxnSpPr>
            <a:cxnSpLocks/>
          </p:cNvCxnSpPr>
          <p:nvPr/>
        </p:nvCxnSpPr>
        <p:spPr>
          <a:xfrm flipV="1">
            <a:off x="584001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E190C9E8-E131-4979-AEF8-607896B0A390}"/>
              </a:ext>
            </a:extLst>
          </p:cNvPr>
          <p:cNvCxnSpPr>
            <a:cxnSpLocks/>
          </p:cNvCxnSpPr>
          <p:nvPr/>
        </p:nvCxnSpPr>
        <p:spPr>
          <a:xfrm flipV="1">
            <a:off x="624068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948F152B-B15B-4FE1-B4C8-1D7C604F0F8F}"/>
              </a:ext>
            </a:extLst>
          </p:cNvPr>
          <p:cNvCxnSpPr>
            <a:cxnSpLocks/>
          </p:cNvCxnSpPr>
          <p:nvPr/>
        </p:nvCxnSpPr>
        <p:spPr>
          <a:xfrm flipV="1">
            <a:off x="3636361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TextBox 247">
            <a:extLst>
              <a:ext uri="{FF2B5EF4-FFF2-40B4-BE49-F238E27FC236}">
                <a16:creationId xmlns:a16="http://schemas.microsoft.com/office/drawing/2014/main" id="{B94CF3B5-6895-47B1-B9BD-AC2C408B3031}"/>
              </a:ext>
            </a:extLst>
          </p:cNvPr>
          <p:cNvSpPr txBox="1"/>
          <p:nvPr/>
        </p:nvSpPr>
        <p:spPr>
          <a:xfrm>
            <a:off x="8287893" y="6031468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5.3</a:t>
            </a:r>
          </a:p>
        </p:txBody>
      </p:sp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C9146AD6-7D18-4A2A-ADBF-7F4C0AC7243C}"/>
              </a:ext>
            </a:extLst>
          </p:cNvPr>
          <p:cNvCxnSpPr>
            <a:cxnSpLocks/>
          </p:cNvCxnSpPr>
          <p:nvPr/>
        </p:nvCxnSpPr>
        <p:spPr>
          <a:xfrm>
            <a:off x="6710172" y="653034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FDEC104E-E366-4D5A-AEE3-3E343293C4E7}"/>
              </a:ext>
            </a:extLst>
          </p:cNvPr>
          <p:cNvCxnSpPr>
            <a:cxnSpLocks/>
          </p:cNvCxnSpPr>
          <p:nvPr/>
        </p:nvCxnSpPr>
        <p:spPr>
          <a:xfrm flipV="1">
            <a:off x="712091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F268AB4C-6D61-487D-8FAA-8F27845D00BC}"/>
              </a:ext>
            </a:extLst>
          </p:cNvPr>
          <p:cNvCxnSpPr>
            <a:cxnSpLocks/>
          </p:cNvCxnSpPr>
          <p:nvPr/>
        </p:nvCxnSpPr>
        <p:spPr>
          <a:xfrm flipV="1">
            <a:off x="7922241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Arrow: Down 251">
            <a:extLst>
              <a:ext uri="{FF2B5EF4-FFF2-40B4-BE49-F238E27FC236}">
                <a16:creationId xmlns:a16="http://schemas.microsoft.com/office/drawing/2014/main" id="{0BEBA6D4-D8E7-4420-ACF5-57EB169F147F}"/>
              </a:ext>
            </a:extLst>
          </p:cNvPr>
          <p:cNvSpPr/>
          <p:nvPr/>
        </p:nvSpPr>
        <p:spPr>
          <a:xfrm>
            <a:off x="7385304" y="600357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13AA09C9-C529-485F-88BE-340482384A2E}"/>
              </a:ext>
            </a:extLst>
          </p:cNvPr>
          <p:cNvSpPr txBox="1"/>
          <p:nvPr/>
        </p:nvSpPr>
        <p:spPr>
          <a:xfrm>
            <a:off x="7220435" y="565961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3.55</a:t>
            </a:r>
          </a:p>
        </p:txBody>
      </p: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A5014F00-B4E4-4860-A6AF-9A29069246A8}"/>
              </a:ext>
            </a:extLst>
          </p:cNvPr>
          <p:cNvCxnSpPr>
            <a:cxnSpLocks/>
          </p:cNvCxnSpPr>
          <p:nvPr/>
        </p:nvCxnSpPr>
        <p:spPr>
          <a:xfrm flipV="1">
            <a:off x="7521577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90B4BD0D-F4EB-43C9-87BC-1555FDECD825}"/>
              </a:ext>
            </a:extLst>
          </p:cNvPr>
          <p:cNvCxnSpPr>
            <a:cxnSpLocks/>
          </p:cNvCxnSpPr>
          <p:nvPr/>
        </p:nvCxnSpPr>
        <p:spPr>
          <a:xfrm flipV="1">
            <a:off x="8322905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D3EDB69F-8EF6-45B4-BA33-F20A45179964}"/>
              </a:ext>
            </a:extLst>
          </p:cNvPr>
          <p:cNvCxnSpPr>
            <a:cxnSpLocks/>
          </p:cNvCxnSpPr>
          <p:nvPr/>
        </p:nvCxnSpPr>
        <p:spPr>
          <a:xfrm flipV="1">
            <a:off x="8723569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29C6BDFD-BEDD-431E-9EDE-7BCF3507297E}"/>
              </a:ext>
            </a:extLst>
          </p:cNvPr>
          <p:cNvCxnSpPr>
            <a:cxnSpLocks/>
          </p:cNvCxnSpPr>
          <p:nvPr/>
        </p:nvCxnSpPr>
        <p:spPr>
          <a:xfrm flipV="1">
            <a:off x="9324565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TextBox 258">
            <a:extLst>
              <a:ext uri="{FF2B5EF4-FFF2-40B4-BE49-F238E27FC236}">
                <a16:creationId xmlns:a16="http://schemas.microsoft.com/office/drawing/2014/main" id="{9F375FD1-3762-4677-BAA9-DCB86D724B8F}"/>
              </a:ext>
            </a:extLst>
          </p:cNvPr>
          <p:cNvSpPr txBox="1"/>
          <p:nvPr/>
        </p:nvSpPr>
        <p:spPr>
          <a:xfrm>
            <a:off x="8768641" y="603146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</a:t>
            </a:r>
          </a:p>
        </p:txBody>
      </p: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3EE5C9A7-AC75-46CE-8EBD-1AE0217C8895}"/>
              </a:ext>
            </a:extLst>
          </p:cNvPr>
          <p:cNvCxnSpPr>
            <a:cxnSpLocks/>
          </p:cNvCxnSpPr>
          <p:nvPr/>
        </p:nvCxnSpPr>
        <p:spPr>
          <a:xfrm flipV="1">
            <a:off x="912423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Connector 260">
            <a:extLst>
              <a:ext uri="{FF2B5EF4-FFF2-40B4-BE49-F238E27FC236}">
                <a16:creationId xmlns:a16="http://schemas.microsoft.com/office/drawing/2014/main" id="{A022882A-EE74-459D-A31F-24DBDC0EA5E9}"/>
              </a:ext>
            </a:extLst>
          </p:cNvPr>
          <p:cNvCxnSpPr>
            <a:cxnSpLocks/>
          </p:cNvCxnSpPr>
          <p:nvPr/>
        </p:nvCxnSpPr>
        <p:spPr>
          <a:xfrm flipV="1">
            <a:off x="952490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261">
            <a:extLst>
              <a:ext uri="{FF2B5EF4-FFF2-40B4-BE49-F238E27FC236}">
                <a16:creationId xmlns:a16="http://schemas.microsoft.com/office/drawing/2014/main" id="{D34F054E-D665-4AC0-BA3C-441F57179760}"/>
              </a:ext>
            </a:extLst>
          </p:cNvPr>
          <p:cNvCxnSpPr>
            <a:cxnSpLocks/>
          </p:cNvCxnSpPr>
          <p:nvPr/>
        </p:nvCxnSpPr>
        <p:spPr>
          <a:xfrm flipV="1">
            <a:off x="6920581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F617DE81-33A3-46D5-B841-B8B33A429398}"/>
              </a:ext>
            </a:extLst>
          </p:cNvPr>
          <p:cNvCxnSpPr>
            <a:cxnSpLocks/>
          </p:cNvCxnSpPr>
          <p:nvPr/>
        </p:nvCxnSpPr>
        <p:spPr>
          <a:xfrm flipV="1">
            <a:off x="57983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25531C52-35E8-4F7E-B488-655B9D69F7F6}"/>
              </a:ext>
            </a:extLst>
          </p:cNvPr>
          <p:cNvCxnSpPr>
            <a:cxnSpLocks/>
          </p:cNvCxnSpPr>
          <p:nvPr/>
        </p:nvCxnSpPr>
        <p:spPr>
          <a:xfrm flipV="1">
            <a:off x="796863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id="{01D27054-447B-421D-9836-C8F76309D6F9}"/>
              </a:ext>
            </a:extLst>
          </p:cNvPr>
          <p:cNvCxnSpPr>
            <a:cxnSpLocks/>
          </p:cNvCxnSpPr>
          <p:nvPr/>
        </p:nvCxnSpPr>
        <p:spPr>
          <a:xfrm flipV="1">
            <a:off x="1230917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Straight Connector 278">
            <a:extLst>
              <a:ext uri="{FF2B5EF4-FFF2-40B4-BE49-F238E27FC236}">
                <a16:creationId xmlns:a16="http://schemas.microsoft.com/office/drawing/2014/main" id="{35A2FD92-0378-4F10-A0A3-B8DDFB87DBC7}"/>
              </a:ext>
            </a:extLst>
          </p:cNvPr>
          <p:cNvCxnSpPr>
            <a:cxnSpLocks/>
          </p:cNvCxnSpPr>
          <p:nvPr/>
        </p:nvCxnSpPr>
        <p:spPr>
          <a:xfrm flipV="1">
            <a:off x="166497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Straight Connector 280">
            <a:extLst>
              <a:ext uri="{FF2B5EF4-FFF2-40B4-BE49-F238E27FC236}">
                <a16:creationId xmlns:a16="http://schemas.microsoft.com/office/drawing/2014/main" id="{D2ABEE2F-5180-443A-A4A1-5883C2730475}"/>
              </a:ext>
            </a:extLst>
          </p:cNvPr>
          <p:cNvCxnSpPr>
            <a:cxnSpLocks/>
          </p:cNvCxnSpPr>
          <p:nvPr/>
        </p:nvCxnSpPr>
        <p:spPr>
          <a:xfrm flipV="1">
            <a:off x="5426831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9896F066-79F4-4624-8063-C9292852FEC5}"/>
              </a:ext>
            </a:extLst>
          </p:cNvPr>
          <p:cNvCxnSpPr>
            <a:cxnSpLocks/>
          </p:cNvCxnSpPr>
          <p:nvPr/>
        </p:nvCxnSpPr>
        <p:spPr>
          <a:xfrm flipV="1">
            <a:off x="510129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Straight Connector 282">
            <a:extLst>
              <a:ext uri="{FF2B5EF4-FFF2-40B4-BE49-F238E27FC236}">
                <a16:creationId xmlns:a16="http://schemas.microsoft.com/office/drawing/2014/main" id="{EF5B6A98-1F0D-4793-9DFB-D2CF2CEFFB27}"/>
              </a:ext>
            </a:extLst>
          </p:cNvPr>
          <p:cNvCxnSpPr>
            <a:cxnSpLocks/>
          </p:cNvCxnSpPr>
          <p:nvPr/>
        </p:nvCxnSpPr>
        <p:spPr>
          <a:xfrm flipV="1">
            <a:off x="477575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Connector 283">
            <a:extLst>
              <a:ext uri="{FF2B5EF4-FFF2-40B4-BE49-F238E27FC236}">
                <a16:creationId xmlns:a16="http://schemas.microsoft.com/office/drawing/2014/main" id="{0BE0A132-30AE-40AC-B801-797E78FD0C38}"/>
              </a:ext>
            </a:extLst>
          </p:cNvPr>
          <p:cNvCxnSpPr>
            <a:cxnSpLocks/>
          </p:cNvCxnSpPr>
          <p:nvPr/>
        </p:nvCxnSpPr>
        <p:spPr>
          <a:xfrm flipV="1">
            <a:off x="428744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Straight Connector 284">
            <a:extLst>
              <a:ext uri="{FF2B5EF4-FFF2-40B4-BE49-F238E27FC236}">
                <a16:creationId xmlns:a16="http://schemas.microsoft.com/office/drawing/2014/main" id="{935A86B0-88EC-480E-97BD-FF7669FA70AE}"/>
              </a:ext>
            </a:extLst>
          </p:cNvPr>
          <p:cNvCxnSpPr>
            <a:cxnSpLocks/>
          </p:cNvCxnSpPr>
          <p:nvPr/>
        </p:nvCxnSpPr>
        <p:spPr>
          <a:xfrm flipV="1">
            <a:off x="412467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07EB0E8F-ECDC-4CC2-9F48-A930FEED2511}"/>
              </a:ext>
            </a:extLst>
          </p:cNvPr>
          <p:cNvCxnSpPr>
            <a:cxnSpLocks/>
          </p:cNvCxnSpPr>
          <p:nvPr/>
        </p:nvCxnSpPr>
        <p:spPr>
          <a:xfrm flipV="1">
            <a:off x="526406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9BD89C36-C0EA-4457-9506-57DF84076607}"/>
              </a:ext>
            </a:extLst>
          </p:cNvPr>
          <p:cNvCxnSpPr>
            <a:cxnSpLocks/>
          </p:cNvCxnSpPr>
          <p:nvPr/>
        </p:nvCxnSpPr>
        <p:spPr>
          <a:xfrm flipV="1">
            <a:off x="493852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84FC1C2A-DE10-4855-88AA-912129DECCD7}"/>
              </a:ext>
            </a:extLst>
          </p:cNvPr>
          <p:cNvCxnSpPr>
            <a:cxnSpLocks/>
          </p:cNvCxnSpPr>
          <p:nvPr/>
        </p:nvCxnSpPr>
        <p:spPr>
          <a:xfrm flipV="1">
            <a:off x="461298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B8737BF2-CF3D-475E-BEF6-AC52A3167F2D}"/>
              </a:ext>
            </a:extLst>
          </p:cNvPr>
          <p:cNvCxnSpPr>
            <a:cxnSpLocks/>
          </p:cNvCxnSpPr>
          <p:nvPr/>
        </p:nvCxnSpPr>
        <p:spPr>
          <a:xfrm flipV="1">
            <a:off x="7521577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F7F22526-525E-4EA8-A8FE-DBA6476EFD07}"/>
              </a:ext>
            </a:extLst>
          </p:cNvPr>
          <p:cNvCxnSpPr>
            <a:cxnSpLocks/>
          </p:cNvCxnSpPr>
          <p:nvPr/>
        </p:nvCxnSpPr>
        <p:spPr>
          <a:xfrm flipV="1">
            <a:off x="7721909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F7F066EF-27A5-4E30-A8EF-91A7CB6EEF10}"/>
              </a:ext>
            </a:extLst>
          </p:cNvPr>
          <p:cNvCxnSpPr>
            <a:cxnSpLocks/>
          </p:cNvCxnSpPr>
          <p:nvPr/>
        </p:nvCxnSpPr>
        <p:spPr>
          <a:xfrm flipV="1">
            <a:off x="8122573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849CEE06-0A9B-4414-8D3B-6F18BA374263}"/>
              </a:ext>
            </a:extLst>
          </p:cNvPr>
          <p:cNvCxnSpPr>
            <a:cxnSpLocks/>
          </p:cNvCxnSpPr>
          <p:nvPr/>
        </p:nvCxnSpPr>
        <p:spPr>
          <a:xfrm flipV="1">
            <a:off x="8322905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AA22140B-BF43-4457-8EBF-8CBFA5911B4F}"/>
              </a:ext>
            </a:extLst>
          </p:cNvPr>
          <p:cNvCxnSpPr>
            <a:cxnSpLocks/>
          </p:cNvCxnSpPr>
          <p:nvPr/>
        </p:nvCxnSpPr>
        <p:spPr>
          <a:xfrm flipV="1">
            <a:off x="8723569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40D96B0E-2535-4D81-A469-AA111E0BB9CE}"/>
              </a:ext>
            </a:extLst>
          </p:cNvPr>
          <p:cNvCxnSpPr>
            <a:cxnSpLocks/>
          </p:cNvCxnSpPr>
          <p:nvPr/>
        </p:nvCxnSpPr>
        <p:spPr>
          <a:xfrm flipV="1">
            <a:off x="88367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Straight Connector 294">
            <a:extLst>
              <a:ext uri="{FF2B5EF4-FFF2-40B4-BE49-F238E27FC236}">
                <a16:creationId xmlns:a16="http://schemas.microsoft.com/office/drawing/2014/main" id="{B18BD329-0479-43DF-81E3-FD973F00B5C4}"/>
              </a:ext>
            </a:extLst>
          </p:cNvPr>
          <p:cNvCxnSpPr>
            <a:cxnSpLocks/>
          </p:cNvCxnSpPr>
          <p:nvPr/>
        </p:nvCxnSpPr>
        <p:spPr>
          <a:xfrm flipV="1">
            <a:off x="1144105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Straight Connector 295">
            <a:extLst>
              <a:ext uri="{FF2B5EF4-FFF2-40B4-BE49-F238E27FC236}">
                <a16:creationId xmlns:a16="http://schemas.microsoft.com/office/drawing/2014/main" id="{AD1C2160-62D9-4183-9A96-C04855B2B207}"/>
              </a:ext>
            </a:extLst>
          </p:cNvPr>
          <p:cNvCxnSpPr>
            <a:cxnSpLocks/>
          </p:cNvCxnSpPr>
          <p:nvPr/>
        </p:nvCxnSpPr>
        <p:spPr>
          <a:xfrm flipV="1">
            <a:off x="4109875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D4F525E0-ACCC-4B72-BC99-1CC39E1BC126}"/>
              </a:ext>
            </a:extLst>
          </p:cNvPr>
          <p:cNvCxnSpPr>
            <a:cxnSpLocks/>
          </p:cNvCxnSpPr>
          <p:nvPr/>
        </p:nvCxnSpPr>
        <p:spPr>
          <a:xfrm flipV="1">
            <a:off x="4583389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Straight Connector 297">
            <a:extLst>
              <a:ext uri="{FF2B5EF4-FFF2-40B4-BE49-F238E27FC236}">
                <a16:creationId xmlns:a16="http://schemas.microsoft.com/office/drawing/2014/main" id="{3B17D4FC-220C-4FBF-B46E-449C131B1A69}"/>
              </a:ext>
            </a:extLst>
          </p:cNvPr>
          <p:cNvCxnSpPr>
            <a:cxnSpLocks/>
          </p:cNvCxnSpPr>
          <p:nvPr/>
        </p:nvCxnSpPr>
        <p:spPr>
          <a:xfrm flipV="1">
            <a:off x="505690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A6660649-F885-4C4F-BAD4-4B9E13432909}"/>
              </a:ext>
            </a:extLst>
          </p:cNvPr>
          <p:cNvCxnSpPr>
            <a:cxnSpLocks/>
          </p:cNvCxnSpPr>
          <p:nvPr/>
        </p:nvCxnSpPr>
        <p:spPr>
          <a:xfrm flipV="1">
            <a:off x="726782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Straight Connector 299">
            <a:extLst>
              <a:ext uri="{FF2B5EF4-FFF2-40B4-BE49-F238E27FC236}">
                <a16:creationId xmlns:a16="http://schemas.microsoft.com/office/drawing/2014/main" id="{6E72CB9A-E4DD-41D7-9B2F-4849FC89ECBC}"/>
              </a:ext>
            </a:extLst>
          </p:cNvPr>
          <p:cNvCxnSpPr>
            <a:cxnSpLocks/>
          </p:cNvCxnSpPr>
          <p:nvPr/>
        </p:nvCxnSpPr>
        <p:spPr>
          <a:xfrm flipV="1">
            <a:off x="7615065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Straight Connector 300">
            <a:extLst>
              <a:ext uri="{FF2B5EF4-FFF2-40B4-BE49-F238E27FC236}">
                <a16:creationId xmlns:a16="http://schemas.microsoft.com/office/drawing/2014/main" id="{6E8C4220-3CB6-4EBC-AD3A-53F374474C9F}"/>
              </a:ext>
            </a:extLst>
          </p:cNvPr>
          <p:cNvCxnSpPr>
            <a:cxnSpLocks/>
          </p:cNvCxnSpPr>
          <p:nvPr/>
        </p:nvCxnSpPr>
        <p:spPr>
          <a:xfrm flipV="1">
            <a:off x="7962307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Connector 302">
            <a:extLst>
              <a:ext uri="{FF2B5EF4-FFF2-40B4-BE49-F238E27FC236}">
                <a16:creationId xmlns:a16="http://schemas.microsoft.com/office/drawing/2014/main" id="{9B157459-2E26-4639-9D04-070B7F3937B4}"/>
              </a:ext>
            </a:extLst>
          </p:cNvPr>
          <p:cNvCxnSpPr>
            <a:cxnSpLocks/>
          </p:cNvCxnSpPr>
          <p:nvPr/>
        </p:nvCxnSpPr>
        <p:spPr>
          <a:xfrm flipV="1">
            <a:off x="8309549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Connector 303">
            <a:extLst>
              <a:ext uri="{FF2B5EF4-FFF2-40B4-BE49-F238E27FC236}">
                <a16:creationId xmlns:a16="http://schemas.microsoft.com/office/drawing/2014/main" id="{E1BEB3C1-6F06-4E2D-A1D3-F905EEE09C91}"/>
              </a:ext>
            </a:extLst>
          </p:cNvPr>
          <p:cNvCxnSpPr>
            <a:cxnSpLocks/>
          </p:cNvCxnSpPr>
          <p:nvPr/>
        </p:nvCxnSpPr>
        <p:spPr>
          <a:xfrm flipV="1">
            <a:off x="8656791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Straight Connector 304">
            <a:extLst>
              <a:ext uri="{FF2B5EF4-FFF2-40B4-BE49-F238E27FC236}">
                <a16:creationId xmlns:a16="http://schemas.microsoft.com/office/drawing/2014/main" id="{42BD691A-76A3-4FDE-802B-F5F629A25F06}"/>
              </a:ext>
            </a:extLst>
          </p:cNvPr>
          <p:cNvCxnSpPr>
            <a:cxnSpLocks/>
          </p:cNvCxnSpPr>
          <p:nvPr/>
        </p:nvCxnSpPr>
        <p:spPr>
          <a:xfrm flipV="1">
            <a:off x="9004033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Straight Connector 305">
            <a:extLst>
              <a:ext uri="{FF2B5EF4-FFF2-40B4-BE49-F238E27FC236}">
                <a16:creationId xmlns:a16="http://schemas.microsoft.com/office/drawing/2014/main" id="{FA803C3C-2764-4B4D-9D4B-944A9969BCC2}"/>
              </a:ext>
            </a:extLst>
          </p:cNvPr>
          <p:cNvCxnSpPr>
            <a:cxnSpLocks/>
          </p:cNvCxnSpPr>
          <p:nvPr/>
        </p:nvCxnSpPr>
        <p:spPr>
          <a:xfrm flipV="1">
            <a:off x="8483170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Straight Connector 306">
            <a:extLst>
              <a:ext uri="{FF2B5EF4-FFF2-40B4-BE49-F238E27FC236}">
                <a16:creationId xmlns:a16="http://schemas.microsoft.com/office/drawing/2014/main" id="{24E51F52-5C29-40BF-B748-604D290DAB48}"/>
              </a:ext>
            </a:extLst>
          </p:cNvPr>
          <p:cNvCxnSpPr>
            <a:cxnSpLocks/>
          </p:cNvCxnSpPr>
          <p:nvPr/>
        </p:nvCxnSpPr>
        <p:spPr>
          <a:xfrm flipV="1">
            <a:off x="796863" y="49682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Straight Connector 307">
            <a:extLst>
              <a:ext uri="{FF2B5EF4-FFF2-40B4-BE49-F238E27FC236}">
                <a16:creationId xmlns:a16="http://schemas.microsoft.com/office/drawing/2014/main" id="{1CE76CCE-74C8-4998-8C05-DEC2E7278C47}"/>
              </a:ext>
            </a:extLst>
          </p:cNvPr>
          <p:cNvCxnSpPr>
            <a:cxnSpLocks/>
          </p:cNvCxnSpPr>
          <p:nvPr/>
        </p:nvCxnSpPr>
        <p:spPr>
          <a:xfrm flipV="1">
            <a:off x="1013890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308">
            <a:extLst>
              <a:ext uri="{FF2B5EF4-FFF2-40B4-BE49-F238E27FC236}">
                <a16:creationId xmlns:a16="http://schemas.microsoft.com/office/drawing/2014/main" id="{A8B4FCF4-A992-44DD-B044-D1C48E936227}"/>
              </a:ext>
            </a:extLst>
          </p:cNvPr>
          <p:cNvCxnSpPr>
            <a:cxnSpLocks/>
          </p:cNvCxnSpPr>
          <p:nvPr/>
        </p:nvCxnSpPr>
        <p:spPr>
          <a:xfrm flipV="1">
            <a:off x="1230917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Straight Connector 309">
            <a:extLst>
              <a:ext uri="{FF2B5EF4-FFF2-40B4-BE49-F238E27FC236}">
                <a16:creationId xmlns:a16="http://schemas.microsoft.com/office/drawing/2014/main" id="{F6F28717-B98E-45D7-88D8-E51FA14B0028}"/>
              </a:ext>
            </a:extLst>
          </p:cNvPr>
          <p:cNvCxnSpPr>
            <a:cxnSpLocks/>
          </p:cNvCxnSpPr>
          <p:nvPr/>
        </p:nvCxnSpPr>
        <p:spPr>
          <a:xfrm flipV="1">
            <a:off x="1664971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1" name="TextBox 310">
            <a:extLst>
              <a:ext uri="{FF2B5EF4-FFF2-40B4-BE49-F238E27FC236}">
                <a16:creationId xmlns:a16="http://schemas.microsoft.com/office/drawing/2014/main" id="{CACB87D8-EDF9-4CE3-A00C-3537B16D6397}"/>
              </a:ext>
            </a:extLst>
          </p:cNvPr>
          <p:cNvSpPr txBox="1"/>
          <p:nvPr/>
        </p:nvSpPr>
        <p:spPr>
          <a:xfrm>
            <a:off x="2388984" y="46903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953A0F2D-5B1D-48E5-9FDB-09CE97A4B316}"/>
              </a:ext>
            </a:extLst>
          </p:cNvPr>
          <p:cNvCxnSpPr>
            <a:cxnSpLocks/>
          </p:cNvCxnSpPr>
          <p:nvPr/>
        </p:nvCxnSpPr>
        <p:spPr>
          <a:xfrm flipV="1">
            <a:off x="4008407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Straight Connector 312">
            <a:extLst>
              <a:ext uri="{FF2B5EF4-FFF2-40B4-BE49-F238E27FC236}">
                <a16:creationId xmlns:a16="http://schemas.microsoft.com/office/drawing/2014/main" id="{EC45C0A9-C6C9-45DB-A1B0-D3998C9773C0}"/>
              </a:ext>
            </a:extLst>
          </p:cNvPr>
          <p:cNvCxnSpPr>
            <a:cxnSpLocks/>
          </p:cNvCxnSpPr>
          <p:nvPr/>
        </p:nvCxnSpPr>
        <p:spPr>
          <a:xfrm flipV="1">
            <a:off x="4194430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Straight Connector 313">
            <a:extLst>
              <a:ext uri="{FF2B5EF4-FFF2-40B4-BE49-F238E27FC236}">
                <a16:creationId xmlns:a16="http://schemas.microsoft.com/office/drawing/2014/main" id="{FA468E70-B81D-4EE3-8F8C-4AD0A6D0A4FF}"/>
              </a:ext>
            </a:extLst>
          </p:cNvPr>
          <p:cNvCxnSpPr>
            <a:cxnSpLocks/>
          </p:cNvCxnSpPr>
          <p:nvPr/>
        </p:nvCxnSpPr>
        <p:spPr>
          <a:xfrm flipV="1">
            <a:off x="4566476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Straight Connector 314">
            <a:extLst>
              <a:ext uri="{FF2B5EF4-FFF2-40B4-BE49-F238E27FC236}">
                <a16:creationId xmlns:a16="http://schemas.microsoft.com/office/drawing/2014/main" id="{F401E9E3-87FC-41D1-A3AC-48CA164B98B1}"/>
              </a:ext>
            </a:extLst>
          </p:cNvPr>
          <p:cNvCxnSpPr>
            <a:cxnSpLocks/>
          </p:cNvCxnSpPr>
          <p:nvPr/>
        </p:nvCxnSpPr>
        <p:spPr>
          <a:xfrm flipV="1">
            <a:off x="4752499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67FCE5ED-3E2B-4A20-BB6E-DDA8C0483D42}"/>
              </a:ext>
            </a:extLst>
          </p:cNvPr>
          <p:cNvCxnSpPr>
            <a:cxnSpLocks/>
          </p:cNvCxnSpPr>
          <p:nvPr/>
        </p:nvCxnSpPr>
        <p:spPr>
          <a:xfrm flipV="1">
            <a:off x="5124545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Connector 316">
            <a:extLst>
              <a:ext uri="{FF2B5EF4-FFF2-40B4-BE49-F238E27FC236}">
                <a16:creationId xmlns:a16="http://schemas.microsoft.com/office/drawing/2014/main" id="{82342FB5-FBBA-494B-BBA9-70D198AFFB7A}"/>
              </a:ext>
            </a:extLst>
          </p:cNvPr>
          <p:cNvCxnSpPr>
            <a:cxnSpLocks/>
          </p:cNvCxnSpPr>
          <p:nvPr/>
        </p:nvCxnSpPr>
        <p:spPr>
          <a:xfrm flipV="1">
            <a:off x="5310568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Connector 317">
            <a:extLst>
              <a:ext uri="{FF2B5EF4-FFF2-40B4-BE49-F238E27FC236}">
                <a16:creationId xmlns:a16="http://schemas.microsoft.com/office/drawing/2014/main" id="{2FD90C37-0C3D-47DA-AE80-4DADF173CD99}"/>
              </a:ext>
            </a:extLst>
          </p:cNvPr>
          <p:cNvCxnSpPr>
            <a:cxnSpLocks/>
          </p:cNvCxnSpPr>
          <p:nvPr/>
        </p:nvCxnSpPr>
        <p:spPr>
          <a:xfrm flipV="1">
            <a:off x="7394095" y="49682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Straight Connector 318">
            <a:extLst>
              <a:ext uri="{FF2B5EF4-FFF2-40B4-BE49-F238E27FC236}">
                <a16:creationId xmlns:a16="http://schemas.microsoft.com/office/drawing/2014/main" id="{1E9502F8-DDEF-40D7-BA29-79F6838A17E6}"/>
              </a:ext>
            </a:extLst>
          </p:cNvPr>
          <p:cNvCxnSpPr>
            <a:cxnSpLocks/>
          </p:cNvCxnSpPr>
          <p:nvPr/>
        </p:nvCxnSpPr>
        <p:spPr>
          <a:xfrm flipV="1">
            <a:off x="7867609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Straight Connector 319">
            <a:extLst>
              <a:ext uri="{FF2B5EF4-FFF2-40B4-BE49-F238E27FC236}">
                <a16:creationId xmlns:a16="http://schemas.microsoft.com/office/drawing/2014/main" id="{4812474D-3BEE-42A7-BA13-20910A9A52A9}"/>
              </a:ext>
            </a:extLst>
          </p:cNvPr>
          <p:cNvCxnSpPr>
            <a:cxnSpLocks/>
          </p:cNvCxnSpPr>
          <p:nvPr/>
        </p:nvCxnSpPr>
        <p:spPr>
          <a:xfrm flipV="1">
            <a:off x="8341123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Straight Connector 320">
            <a:extLst>
              <a:ext uri="{FF2B5EF4-FFF2-40B4-BE49-F238E27FC236}">
                <a16:creationId xmlns:a16="http://schemas.microsoft.com/office/drawing/2014/main" id="{D516441D-87FF-426F-82A2-6647CF92EBDF}"/>
              </a:ext>
            </a:extLst>
          </p:cNvPr>
          <p:cNvCxnSpPr>
            <a:cxnSpLocks/>
          </p:cNvCxnSpPr>
          <p:nvPr/>
        </p:nvCxnSpPr>
        <p:spPr>
          <a:xfrm flipV="1">
            <a:off x="836323" y="6405684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DE3A2732-9D7F-42AF-ACD5-E3802005A43C}"/>
              </a:ext>
            </a:extLst>
          </p:cNvPr>
          <p:cNvCxnSpPr>
            <a:cxnSpLocks/>
          </p:cNvCxnSpPr>
          <p:nvPr/>
        </p:nvCxnSpPr>
        <p:spPr>
          <a:xfrm flipV="1">
            <a:off x="1309837" y="6405684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Straight Connector 322">
            <a:extLst>
              <a:ext uri="{FF2B5EF4-FFF2-40B4-BE49-F238E27FC236}">
                <a16:creationId xmlns:a16="http://schemas.microsoft.com/office/drawing/2014/main" id="{F9AF9BA7-0B4D-4536-90A2-4C0C6C2F5772}"/>
              </a:ext>
            </a:extLst>
          </p:cNvPr>
          <p:cNvCxnSpPr>
            <a:cxnSpLocks/>
          </p:cNvCxnSpPr>
          <p:nvPr/>
        </p:nvCxnSpPr>
        <p:spPr>
          <a:xfrm flipV="1">
            <a:off x="1783351" y="6314244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Straight Connector 323">
            <a:extLst>
              <a:ext uri="{FF2B5EF4-FFF2-40B4-BE49-F238E27FC236}">
                <a16:creationId xmlns:a16="http://schemas.microsoft.com/office/drawing/2014/main" id="{C49FA82A-6EFB-4144-BAA2-1B3DCC09B184}"/>
              </a:ext>
            </a:extLst>
          </p:cNvPr>
          <p:cNvCxnSpPr>
            <a:cxnSpLocks/>
          </p:cNvCxnSpPr>
          <p:nvPr/>
        </p:nvCxnSpPr>
        <p:spPr>
          <a:xfrm flipV="1">
            <a:off x="483835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91F799E9-9EC8-40CB-A464-592BD4E28FB3}"/>
              </a:ext>
            </a:extLst>
          </p:cNvPr>
          <p:cNvCxnSpPr>
            <a:cxnSpLocks/>
          </p:cNvCxnSpPr>
          <p:nvPr/>
        </p:nvCxnSpPr>
        <p:spPr>
          <a:xfrm flipV="1">
            <a:off x="5239017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Straight Connector 328">
            <a:extLst>
              <a:ext uri="{FF2B5EF4-FFF2-40B4-BE49-F238E27FC236}">
                <a16:creationId xmlns:a16="http://schemas.microsoft.com/office/drawing/2014/main" id="{7BDD512B-D0E3-4964-AE18-7510EDCA7D10}"/>
              </a:ext>
            </a:extLst>
          </p:cNvPr>
          <p:cNvCxnSpPr>
            <a:cxnSpLocks/>
          </p:cNvCxnSpPr>
          <p:nvPr/>
        </p:nvCxnSpPr>
        <p:spPr>
          <a:xfrm flipV="1">
            <a:off x="383669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Straight Connector 329">
            <a:extLst>
              <a:ext uri="{FF2B5EF4-FFF2-40B4-BE49-F238E27FC236}">
                <a16:creationId xmlns:a16="http://schemas.microsoft.com/office/drawing/2014/main" id="{9E3E970A-3EEA-47BC-807E-0B59012CCA9A}"/>
              </a:ext>
            </a:extLst>
          </p:cNvPr>
          <p:cNvCxnSpPr>
            <a:cxnSpLocks/>
          </p:cNvCxnSpPr>
          <p:nvPr/>
        </p:nvCxnSpPr>
        <p:spPr>
          <a:xfrm flipV="1">
            <a:off x="4037025" y="630936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Straight Connector 330">
            <a:extLst>
              <a:ext uri="{FF2B5EF4-FFF2-40B4-BE49-F238E27FC236}">
                <a16:creationId xmlns:a16="http://schemas.microsoft.com/office/drawing/2014/main" id="{715FB5AB-7705-4E99-A4B4-803094AE0926}"/>
              </a:ext>
            </a:extLst>
          </p:cNvPr>
          <p:cNvCxnSpPr>
            <a:cxnSpLocks/>
          </p:cNvCxnSpPr>
          <p:nvPr/>
        </p:nvCxnSpPr>
        <p:spPr>
          <a:xfrm flipV="1">
            <a:off x="4437689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Straight Connector 331">
            <a:extLst>
              <a:ext uri="{FF2B5EF4-FFF2-40B4-BE49-F238E27FC236}">
                <a16:creationId xmlns:a16="http://schemas.microsoft.com/office/drawing/2014/main" id="{7024768E-D974-4F6C-8ADB-CC1B11BE2541}"/>
              </a:ext>
            </a:extLst>
          </p:cNvPr>
          <p:cNvCxnSpPr>
            <a:cxnSpLocks/>
          </p:cNvCxnSpPr>
          <p:nvPr/>
        </p:nvCxnSpPr>
        <p:spPr>
          <a:xfrm flipV="1">
            <a:off x="4638021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Straight Connector 333">
            <a:extLst>
              <a:ext uri="{FF2B5EF4-FFF2-40B4-BE49-F238E27FC236}">
                <a16:creationId xmlns:a16="http://schemas.microsoft.com/office/drawing/2014/main" id="{19D809D0-3CC2-42FB-A56A-DCF3AC1D2517}"/>
              </a:ext>
            </a:extLst>
          </p:cNvPr>
          <p:cNvCxnSpPr>
            <a:cxnSpLocks/>
          </p:cNvCxnSpPr>
          <p:nvPr/>
        </p:nvCxnSpPr>
        <p:spPr>
          <a:xfrm flipV="1">
            <a:off x="7321245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Straight Connector 334">
            <a:extLst>
              <a:ext uri="{FF2B5EF4-FFF2-40B4-BE49-F238E27FC236}">
                <a16:creationId xmlns:a16="http://schemas.microsoft.com/office/drawing/2014/main" id="{C3EB9E3A-3F7B-48F1-9B52-EAD0D8A80277}"/>
              </a:ext>
            </a:extLst>
          </p:cNvPr>
          <p:cNvCxnSpPr>
            <a:cxnSpLocks/>
          </p:cNvCxnSpPr>
          <p:nvPr/>
        </p:nvCxnSpPr>
        <p:spPr>
          <a:xfrm flipV="1">
            <a:off x="7721909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1158245A-68C8-4015-A9A1-791D48E088B6}"/>
              </a:ext>
            </a:extLst>
          </p:cNvPr>
          <p:cNvCxnSpPr>
            <a:cxnSpLocks/>
          </p:cNvCxnSpPr>
          <p:nvPr/>
        </p:nvCxnSpPr>
        <p:spPr>
          <a:xfrm flipV="1">
            <a:off x="812257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Straight Connector 336">
            <a:extLst>
              <a:ext uri="{FF2B5EF4-FFF2-40B4-BE49-F238E27FC236}">
                <a16:creationId xmlns:a16="http://schemas.microsoft.com/office/drawing/2014/main" id="{B58A6A1D-8680-41C6-8724-FD1094E34437}"/>
              </a:ext>
            </a:extLst>
          </p:cNvPr>
          <p:cNvCxnSpPr>
            <a:cxnSpLocks/>
          </p:cNvCxnSpPr>
          <p:nvPr/>
        </p:nvCxnSpPr>
        <p:spPr>
          <a:xfrm flipV="1">
            <a:off x="8523237" y="630936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Straight Connector 337">
            <a:extLst>
              <a:ext uri="{FF2B5EF4-FFF2-40B4-BE49-F238E27FC236}">
                <a16:creationId xmlns:a16="http://schemas.microsoft.com/office/drawing/2014/main" id="{84C231C4-01B4-441C-8B1A-20134730591B}"/>
              </a:ext>
            </a:extLst>
          </p:cNvPr>
          <p:cNvCxnSpPr>
            <a:cxnSpLocks/>
          </p:cNvCxnSpPr>
          <p:nvPr/>
        </p:nvCxnSpPr>
        <p:spPr>
          <a:xfrm flipV="1">
            <a:off x="8923901" y="630936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0E9B9FF-37D8-5918-4185-467995B0A0AC}"/>
              </a:ext>
            </a:extLst>
          </p:cNvPr>
          <p:cNvSpPr txBox="1"/>
          <p:nvPr/>
        </p:nvSpPr>
        <p:spPr>
          <a:xfrm>
            <a:off x="-23305" y="-61546"/>
            <a:ext cx="14228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b="1" dirty="0"/>
              <a:t>ТУУРА</a:t>
            </a:r>
            <a:r>
              <a:rPr lang="ru-RU" sz="1400" dirty="0"/>
              <a:t> же </a:t>
            </a:r>
            <a:r>
              <a:rPr lang="ru-RU" sz="1400" b="1" dirty="0"/>
              <a:t>КАТА</a:t>
            </a:r>
            <a:r>
              <a:rPr lang="en-GB" sz="1400" dirty="0"/>
              <a:t>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8895F9-8A49-F5F9-C57B-9697D717542B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А</a:t>
            </a:r>
            <a:endParaRPr lang="en-GB" sz="1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109BC5-1C2E-B596-EF22-037FDBCA9AEB}"/>
              </a:ext>
            </a:extLst>
          </p:cNvPr>
          <p:cNvSpPr txBox="1"/>
          <p:nvPr/>
        </p:nvSpPr>
        <p:spPr>
          <a:xfrm>
            <a:off x="3273243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Б</a:t>
            </a:r>
            <a:endParaRPr lang="en-GB" sz="16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611813-1852-4059-AF17-498C057C3AAA}"/>
              </a:ext>
            </a:extLst>
          </p:cNvPr>
          <p:cNvSpPr txBox="1"/>
          <p:nvPr/>
        </p:nvSpPr>
        <p:spPr>
          <a:xfrm>
            <a:off x="-1990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Г</a:t>
            </a:r>
            <a:endParaRPr lang="en-GB" sz="1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9EFE2F-1B0B-07F2-28A1-5E501CA50E0A}"/>
              </a:ext>
            </a:extLst>
          </p:cNvPr>
          <p:cNvSpPr txBox="1"/>
          <p:nvPr/>
        </p:nvSpPr>
        <p:spPr>
          <a:xfrm>
            <a:off x="3273243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Д</a:t>
            </a:r>
            <a:endParaRPr lang="en-GB" sz="1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BF1B94-3B3C-7CC9-8A70-B3B7B8ADDC7D}"/>
              </a:ext>
            </a:extLst>
          </p:cNvPr>
          <p:cNvSpPr txBox="1"/>
          <p:nvPr/>
        </p:nvSpPr>
        <p:spPr>
          <a:xfrm>
            <a:off x="-1990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Ё</a:t>
            </a:r>
            <a:endParaRPr lang="en-GB" sz="16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F5108D-AE2B-94A5-6F4F-E450D998094C}"/>
              </a:ext>
            </a:extLst>
          </p:cNvPr>
          <p:cNvSpPr txBox="1"/>
          <p:nvPr/>
        </p:nvSpPr>
        <p:spPr>
          <a:xfrm>
            <a:off x="3273243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Ж</a:t>
            </a:r>
            <a:endParaRPr lang="en-GB" sz="16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671CCE-8FEC-EBE1-102C-3DFA5AAADB72}"/>
              </a:ext>
            </a:extLst>
          </p:cNvPr>
          <p:cNvSpPr txBox="1"/>
          <p:nvPr/>
        </p:nvSpPr>
        <p:spPr>
          <a:xfrm>
            <a:off x="-1990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И</a:t>
            </a:r>
            <a:endParaRPr lang="en-GB" sz="16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B48AB7-F298-1C08-5363-D8AD5F720628}"/>
              </a:ext>
            </a:extLst>
          </p:cNvPr>
          <p:cNvSpPr txBox="1"/>
          <p:nvPr/>
        </p:nvSpPr>
        <p:spPr>
          <a:xfrm>
            <a:off x="3273243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Й</a:t>
            </a:r>
            <a:endParaRPr lang="en-GB" sz="16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7C06AF-7391-563D-0C1F-F6B7221C1DE6}"/>
              </a:ext>
            </a:extLst>
          </p:cNvPr>
          <p:cNvSpPr txBox="1"/>
          <p:nvPr/>
        </p:nvSpPr>
        <p:spPr>
          <a:xfrm>
            <a:off x="-1990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Л</a:t>
            </a:r>
            <a:endParaRPr lang="en-GB" sz="1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F67348-2C82-1AAD-BB3D-ECBCAF844519}"/>
              </a:ext>
            </a:extLst>
          </p:cNvPr>
          <p:cNvSpPr txBox="1"/>
          <p:nvPr/>
        </p:nvSpPr>
        <p:spPr>
          <a:xfrm>
            <a:off x="3273243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М</a:t>
            </a:r>
            <a:endParaRPr lang="en-GB" sz="16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8EF725-94D7-CB34-02E7-1594DB18413E}"/>
              </a:ext>
            </a:extLst>
          </p:cNvPr>
          <p:cNvSpPr txBox="1"/>
          <p:nvPr/>
        </p:nvSpPr>
        <p:spPr>
          <a:xfrm>
            <a:off x="6543981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В</a:t>
            </a:r>
            <a:endParaRPr lang="en-GB" sz="16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4CBE3C-B5BA-5B54-A2F9-C3EBB29EFA25}"/>
              </a:ext>
            </a:extLst>
          </p:cNvPr>
          <p:cNvSpPr txBox="1"/>
          <p:nvPr/>
        </p:nvSpPr>
        <p:spPr>
          <a:xfrm>
            <a:off x="6543981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Е</a:t>
            </a:r>
            <a:endParaRPr lang="en-GB" sz="16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D0A908-EB22-C2CE-E9C2-E93BA3A63BFD}"/>
              </a:ext>
            </a:extLst>
          </p:cNvPr>
          <p:cNvSpPr txBox="1"/>
          <p:nvPr/>
        </p:nvSpPr>
        <p:spPr>
          <a:xfrm>
            <a:off x="6543981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З</a:t>
            </a:r>
            <a:endParaRPr lang="en-GB" sz="16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5D2A3E-577D-0A73-94CA-B965EC8D6FC5}"/>
              </a:ext>
            </a:extLst>
          </p:cNvPr>
          <p:cNvSpPr txBox="1"/>
          <p:nvPr/>
        </p:nvSpPr>
        <p:spPr>
          <a:xfrm>
            <a:off x="6543981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К</a:t>
            </a:r>
            <a:endParaRPr lang="en-GB" sz="16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B0A3BE4-9120-E057-6FA4-0FA5488ECAD5}"/>
              </a:ext>
            </a:extLst>
          </p:cNvPr>
          <p:cNvSpPr txBox="1"/>
          <p:nvPr/>
        </p:nvSpPr>
        <p:spPr>
          <a:xfrm>
            <a:off x="6543981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Н</a:t>
            </a:r>
            <a:endParaRPr lang="en-GB" sz="1600" b="1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81F9F16-862A-C925-0B3F-F9E13D945C5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853565" y="221690"/>
            <a:ext cx="408033" cy="40803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649D91D-1EAE-2C59-D23B-6EE10D46651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6100400" y="232183"/>
            <a:ext cx="408033" cy="40803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13EFB30-A2D6-4728-9706-5BB8B8FEC0F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99145" y="221690"/>
            <a:ext cx="408033" cy="40803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AD09449-1817-EA03-E294-0FD5E5D9724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853565" y="1562810"/>
            <a:ext cx="408033" cy="40803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620A303-40EE-EA6C-EECC-E7A516166BC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6100400" y="1573303"/>
            <a:ext cx="408033" cy="40803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01C61AD-3CA7-E48C-B490-17A6EA031AE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377000" y="1573303"/>
            <a:ext cx="408033" cy="40803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F8C9E26-61C8-BA98-5C8E-591431E0C14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2831420" y="2883943"/>
            <a:ext cx="408033" cy="40803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8228180-818C-12C7-7FE6-EE07898987D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377000" y="2883943"/>
            <a:ext cx="408033" cy="40803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495FE58-23B6-5F49-0AE5-8CC26C2287D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6145405" y="2881070"/>
            <a:ext cx="408033" cy="40803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3A6A120-9B4C-1E9F-DC33-0217698931B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853565" y="4199330"/>
            <a:ext cx="408033" cy="40803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8DF7E797-7F52-9237-3162-C6E590AF295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6145405" y="4199330"/>
            <a:ext cx="408033" cy="40803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807E68B-18A5-9A36-AA52-D764ACF2E45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377000" y="4209823"/>
            <a:ext cx="408033" cy="408033"/>
          </a:xfrm>
          <a:prstGeom prst="rect">
            <a:avLst/>
          </a:prstGeom>
        </p:spPr>
      </p:pic>
      <p:pic>
        <p:nvPicPr>
          <p:cNvPr id="232" name="Picture 231">
            <a:extLst>
              <a:ext uri="{FF2B5EF4-FFF2-40B4-BE49-F238E27FC236}">
                <a16:creationId xmlns:a16="http://schemas.microsoft.com/office/drawing/2014/main" id="{CFC09E25-CB74-10A9-62B7-285CF08B509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2831420" y="5520463"/>
            <a:ext cx="408033" cy="408033"/>
          </a:xfrm>
          <a:prstGeom prst="rect">
            <a:avLst/>
          </a:prstGeom>
        </p:spPr>
      </p:pic>
      <p:pic>
        <p:nvPicPr>
          <p:cNvPr id="239" name="Picture 238">
            <a:extLst>
              <a:ext uri="{FF2B5EF4-FFF2-40B4-BE49-F238E27FC236}">
                <a16:creationId xmlns:a16="http://schemas.microsoft.com/office/drawing/2014/main" id="{A0511A38-7500-C270-6574-748B433A0CC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6138500" y="5520463"/>
            <a:ext cx="408033" cy="408033"/>
          </a:xfrm>
          <a:prstGeom prst="rect">
            <a:avLst/>
          </a:prstGeom>
        </p:spPr>
      </p:pic>
      <p:pic>
        <p:nvPicPr>
          <p:cNvPr id="247" name="Picture 246">
            <a:extLst>
              <a:ext uri="{FF2B5EF4-FFF2-40B4-BE49-F238E27FC236}">
                <a16:creationId xmlns:a16="http://schemas.microsoft.com/office/drawing/2014/main" id="{6A76D4AE-1040-8FD1-838B-9532A32B4D3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91525" y="5509970"/>
            <a:ext cx="408033" cy="408033"/>
          </a:xfrm>
          <a:prstGeom prst="rect">
            <a:avLst/>
          </a:prstGeom>
        </p:spPr>
      </p:pic>
      <p:sp>
        <p:nvSpPr>
          <p:cNvPr id="254" name="TextBox 253">
            <a:extLst>
              <a:ext uri="{FF2B5EF4-FFF2-40B4-BE49-F238E27FC236}">
                <a16:creationId xmlns:a16="http://schemas.microsoft.com/office/drawing/2014/main" id="{17E5F549-A4E6-0B0D-CA5E-6D62B1068E3C}"/>
              </a:ext>
            </a:extLst>
          </p:cNvPr>
          <p:cNvSpPr txBox="1"/>
          <p:nvPr/>
        </p:nvSpPr>
        <p:spPr>
          <a:xfrm>
            <a:off x="4604772" y="268208"/>
            <a:ext cx="705642" cy="584775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>
                <a:solidFill>
                  <a:srgbClr val="0070C0"/>
                </a:solidFill>
              </a:rPr>
              <a:t>5.2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7F0D181-F728-910E-91E3-34EE0AA1BC18}"/>
              </a:ext>
            </a:extLst>
          </p:cNvPr>
          <p:cNvSpPr txBox="1"/>
          <p:nvPr/>
        </p:nvSpPr>
        <p:spPr>
          <a:xfrm>
            <a:off x="4358337" y="1558528"/>
            <a:ext cx="914033" cy="584775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>
                <a:solidFill>
                  <a:srgbClr val="0070C0"/>
                </a:solidFill>
              </a:rPr>
              <a:t>7.25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2F3EB1F-C453-DEF2-B71F-6F9BB0072425}"/>
              </a:ext>
            </a:extLst>
          </p:cNvPr>
          <p:cNvSpPr txBox="1"/>
          <p:nvPr/>
        </p:nvSpPr>
        <p:spPr>
          <a:xfrm>
            <a:off x="7652772" y="1456928"/>
            <a:ext cx="705642" cy="584775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>
                <a:solidFill>
                  <a:srgbClr val="0070C0"/>
                </a:solidFill>
              </a:rPr>
              <a:t>6.2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40B2ECA-654D-8AC7-3C51-ABB7971DD396}"/>
              </a:ext>
            </a:extLst>
          </p:cNvPr>
          <p:cNvSpPr txBox="1"/>
          <p:nvPr/>
        </p:nvSpPr>
        <p:spPr>
          <a:xfrm>
            <a:off x="1597412" y="2950448"/>
            <a:ext cx="705642" cy="584775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>
                <a:solidFill>
                  <a:srgbClr val="0070C0"/>
                </a:solidFill>
              </a:rPr>
              <a:t>7.5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8CC945C-BCAE-41DD-7B93-6ADFB1E8EC1B}"/>
              </a:ext>
            </a:extLst>
          </p:cNvPr>
          <p:cNvSpPr txBox="1"/>
          <p:nvPr/>
        </p:nvSpPr>
        <p:spPr>
          <a:xfrm>
            <a:off x="8374024" y="2772648"/>
            <a:ext cx="1122422" cy="584775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>
                <a:solidFill>
                  <a:srgbClr val="0070C0"/>
                </a:solidFill>
              </a:rPr>
              <a:t>13.75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1C37893-1C58-2FCA-02D8-73C88E02D3C3}"/>
              </a:ext>
            </a:extLst>
          </p:cNvPr>
          <p:cNvSpPr txBox="1"/>
          <p:nvPr/>
        </p:nvSpPr>
        <p:spPr>
          <a:xfrm>
            <a:off x="8659882" y="4145518"/>
            <a:ext cx="705642" cy="584775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>
                <a:solidFill>
                  <a:srgbClr val="0070C0"/>
                </a:solidFill>
              </a:rPr>
              <a:t>4.2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BDF5F4C-77FF-0CE3-E4BF-5563EFD82397}"/>
              </a:ext>
            </a:extLst>
          </p:cNvPr>
          <p:cNvSpPr txBox="1"/>
          <p:nvPr/>
        </p:nvSpPr>
        <p:spPr>
          <a:xfrm>
            <a:off x="1353572" y="5480288"/>
            <a:ext cx="705642" cy="584775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>
                <a:solidFill>
                  <a:srgbClr val="0070C0"/>
                </a:solidFill>
              </a:rPr>
              <a:t>5.8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C09BB71-C288-6BF3-DA0D-10F7659258C7}"/>
              </a:ext>
            </a:extLst>
          </p:cNvPr>
          <p:cNvSpPr txBox="1"/>
          <p:nvPr/>
        </p:nvSpPr>
        <p:spPr>
          <a:xfrm>
            <a:off x="3918917" y="5465048"/>
            <a:ext cx="914033" cy="584775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>
                <a:solidFill>
                  <a:srgbClr val="0070C0"/>
                </a:solidFill>
              </a:rPr>
              <a:t>0.35</a:t>
            </a:r>
          </a:p>
        </p:txBody>
      </p:sp>
    </p:spTree>
    <p:extLst>
      <p:ext uri="{BB962C8B-B14F-4D97-AF65-F5344CB8AC3E}">
        <p14:creationId xmlns:p14="http://schemas.microsoft.com/office/powerpoint/2010/main" val="674853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DF59E264-B1E0-4B61-BA01-5489B067C95E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624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780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1847095305"/>
                    </a:ext>
                  </a:extLst>
                </a:gridCol>
              </a:tblGrid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91EF0D0-56DF-403D-9EC3-C3270A38FEE2}"/>
              </a:ext>
            </a:extLst>
          </p:cNvPr>
          <p:cNvSpPr txBox="1"/>
          <p:nvPr/>
        </p:nvSpPr>
        <p:spPr>
          <a:xfrm>
            <a:off x="2809787" y="-60351"/>
            <a:ext cx="71876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Белгиленген сандарды шкала</a:t>
            </a:r>
            <a:r>
              <a:rPr lang="ky-KG" sz="1400" dirty="0"/>
              <a:t>да</a:t>
            </a:r>
            <a:r>
              <a:rPr lang="ru-RU" sz="1400" dirty="0"/>
              <a:t> </a:t>
            </a:r>
            <a:r>
              <a:rPr lang="ru-RU" sz="1400" b="1" dirty="0"/>
              <a:t>ТУУРА</a:t>
            </a:r>
            <a:r>
              <a:rPr lang="ru-RU" sz="1400" dirty="0"/>
              <a:t> же </a:t>
            </a:r>
            <a:r>
              <a:rPr lang="ru-RU" sz="1400" b="1" dirty="0"/>
              <a:t>КАТА көрсөтүлгөнүн</a:t>
            </a:r>
            <a:r>
              <a:rPr lang="ru-RU" sz="1400" dirty="0"/>
              <a:t> аныкта!</a:t>
            </a:r>
            <a:endParaRPr lang="en-GB" sz="1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2ACC07B-9D6C-4BE7-A2A2-1DA9B6C8E8E8}"/>
              </a:ext>
            </a:extLst>
          </p:cNvPr>
          <p:cNvSpPr txBox="1"/>
          <p:nvPr/>
        </p:nvSpPr>
        <p:spPr>
          <a:xfrm>
            <a:off x="209664" y="6517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1BFFCFA-DE47-4860-89DC-C0F13224F7A6}"/>
              </a:ext>
            </a:extLst>
          </p:cNvPr>
          <p:cNvCxnSpPr>
            <a:cxnSpLocks/>
          </p:cNvCxnSpPr>
          <p:nvPr/>
        </p:nvCxnSpPr>
        <p:spPr>
          <a:xfrm>
            <a:off x="152400" y="11506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7CAFD1A-DD01-41C5-85AB-04107D8A1FC0}"/>
              </a:ext>
            </a:extLst>
          </p:cNvPr>
          <p:cNvCxnSpPr>
            <a:cxnSpLocks/>
          </p:cNvCxnSpPr>
          <p:nvPr/>
        </p:nvCxnSpPr>
        <p:spPr>
          <a:xfrm flipV="1">
            <a:off x="1013890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8D09D7A-E7F1-4E1B-8A2B-0B511BCAF840}"/>
              </a:ext>
            </a:extLst>
          </p:cNvPr>
          <p:cNvCxnSpPr>
            <a:cxnSpLocks/>
          </p:cNvCxnSpPr>
          <p:nvPr/>
        </p:nvCxnSpPr>
        <p:spPr>
          <a:xfrm flipV="1">
            <a:off x="1881998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rrow: Down 40">
            <a:extLst>
              <a:ext uri="{FF2B5EF4-FFF2-40B4-BE49-F238E27FC236}">
                <a16:creationId xmlns:a16="http://schemas.microsoft.com/office/drawing/2014/main" id="{4485DDF7-1B5F-48C5-BF08-F7F59C91AAB7}"/>
              </a:ext>
            </a:extLst>
          </p:cNvPr>
          <p:cNvSpPr/>
          <p:nvPr/>
        </p:nvSpPr>
        <p:spPr>
          <a:xfrm>
            <a:off x="1528572" y="6238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6346C2D-EF90-49FF-A006-E3C377CC7062}"/>
              </a:ext>
            </a:extLst>
          </p:cNvPr>
          <p:cNvSpPr txBox="1"/>
          <p:nvPr/>
        </p:nvSpPr>
        <p:spPr>
          <a:xfrm>
            <a:off x="1422212" y="27989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7.6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5CD4437-6B67-4006-A78D-0558EA8481F1}"/>
              </a:ext>
            </a:extLst>
          </p:cNvPr>
          <p:cNvCxnSpPr>
            <a:cxnSpLocks/>
          </p:cNvCxnSpPr>
          <p:nvPr/>
        </p:nvCxnSpPr>
        <p:spPr>
          <a:xfrm flipV="1">
            <a:off x="1447944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3B40168-87D1-4EE8-8388-00E0BF4A3C6D}"/>
              </a:ext>
            </a:extLst>
          </p:cNvPr>
          <p:cNvCxnSpPr>
            <a:cxnSpLocks/>
          </p:cNvCxnSpPr>
          <p:nvPr/>
        </p:nvCxnSpPr>
        <p:spPr>
          <a:xfrm flipV="1">
            <a:off x="2099025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8040816-4D57-4C01-A90F-A8B13EF246AC}"/>
              </a:ext>
            </a:extLst>
          </p:cNvPr>
          <p:cNvCxnSpPr>
            <a:cxnSpLocks/>
          </p:cNvCxnSpPr>
          <p:nvPr/>
        </p:nvCxnSpPr>
        <p:spPr>
          <a:xfrm flipV="1">
            <a:off x="2316052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81363CC-34B7-4E96-B228-06DCD3C2E1B9}"/>
              </a:ext>
            </a:extLst>
          </p:cNvPr>
          <p:cNvCxnSpPr>
            <a:cxnSpLocks/>
          </p:cNvCxnSpPr>
          <p:nvPr/>
        </p:nvCxnSpPr>
        <p:spPr>
          <a:xfrm flipV="1">
            <a:off x="275010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0138DF61-C503-4B63-A065-8E261EB82AC5}"/>
              </a:ext>
            </a:extLst>
          </p:cNvPr>
          <p:cNvSpPr txBox="1"/>
          <p:nvPr/>
        </p:nvSpPr>
        <p:spPr>
          <a:xfrm>
            <a:off x="2372159" y="65174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8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955DED6E-A985-455D-8443-1B9C9CF704DA}"/>
              </a:ext>
            </a:extLst>
          </p:cNvPr>
          <p:cNvCxnSpPr>
            <a:cxnSpLocks/>
          </p:cNvCxnSpPr>
          <p:nvPr/>
        </p:nvCxnSpPr>
        <p:spPr>
          <a:xfrm flipV="1">
            <a:off x="2533079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0941FBA-B9F6-4526-A1B1-970B95A4CB0D}"/>
              </a:ext>
            </a:extLst>
          </p:cNvPr>
          <p:cNvCxnSpPr>
            <a:cxnSpLocks/>
          </p:cNvCxnSpPr>
          <p:nvPr/>
        </p:nvCxnSpPr>
        <p:spPr>
          <a:xfrm flipV="1">
            <a:off x="296713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BFFDFAD-FD71-4C5A-B434-86D953B81EE9}"/>
              </a:ext>
            </a:extLst>
          </p:cNvPr>
          <p:cNvCxnSpPr>
            <a:cxnSpLocks/>
          </p:cNvCxnSpPr>
          <p:nvPr/>
        </p:nvCxnSpPr>
        <p:spPr>
          <a:xfrm flipV="1">
            <a:off x="362809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8856EDB2-E9A2-4A89-832D-3177F2719BA9}"/>
              </a:ext>
            </a:extLst>
          </p:cNvPr>
          <p:cNvSpPr txBox="1"/>
          <p:nvPr/>
        </p:nvSpPr>
        <p:spPr>
          <a:xfrm>
            <a:off x="3649586" y="6517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1E2ECD4-705B-42FF-9282-15B74D6C1626}"/>
              </a:ext>
            </a:extLst>
          </p:cNvPr>
          <p:cNvCxnSpPr>
            <a:cxnSpLocks/>
          </p:cNvCxnSpPr>
          <p:nvPr/>
        </p:nvCxnSpPr>
        <p:spPr>
          <a:xfrm>
            <a:off x="3425952" y="11506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7547432-246E-4AFC-A370-3C7F310E6A5F}"/>
              </a:ext>
            </a:extLst>
          </p:cNvPr>
          <p:cNvCxnSpPr>
            <a:cxnSpLocks/>
          </p:cNvCxnSpPr>
          <p:nvPr/>
        </p:nvCxnSpPr>
        <p:spPr>
          <a:xfrm flipV="1">
            <a:off x="3799131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47019C50-35BE-4BDA-8AF5-9CF1DA54906C}"/>
              </a:ext>
            </a:extLst>
          </p:cNvPr>
          <p:cNvCxnSpPr>
            <a:cxnSpLocks/>
          </p:cNvCxnSpPr>
          <p:nvPr/>
        </p:nvCxnSpPr>
        <p:spPr>
          <a:xfrm flipV="1">
            <a:off x="445021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Arrow: Down 56">
            <a:extLst>
              <a:ext uri="{FF2B5EF4-FFF2-40B4-BE49-F238E27FC236}">
                <a16:creationId xmlns:a16="http://schemas.microsoft.com/office/drawing/2014/main" id="{383BAEF5-04E8-475A-88F4-F4E1C7889C8D}"/>
              </a:ext>
            </a:extLst>
          </p:cNvPr>
          <p:cNvSpPr/>
          <p:nvPr/>
        </p:nvSpPr>
        <p:spPr>
          <a:xfrm>
            <a:off x="5617464" y="6238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579F962-0C3C-4C80-8CE7-F974F6DA8A39}"/>
              </a:ext>
            </a:extLst>
          </p:cNvPr>
          <p:cNvSpPr txBox="1"/>
          <p:nvPr/>
        </p:nvSpPr>
        <p:spPr>
          <a:xfrm>
            <a:off x="5495864" y="27989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5.3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91180ED-693C-48A4-B817-3AD33712750C}"/>
              </a:ext>
            </a:extLst>
          </p:cNvPr>
          <p:cNvCxnSpPr>
            <a:cxnSpLocks/>
          </p:cNvCxnSpPr>
          <p:nvPr/>
        </p:nvCxnSpPr>
        <p:spPr>
          <a:xfrm flipV="1">
            <a:off x="396190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46187A1-C56D-43D0-ACD7-8A636BF44ACF}"/>
              </a:ext>
            </a:extLst>
          </p:cNvPr>
          <p:cNvCxnSpPr>
            <a:cxnSpLocks/>
          </p:cNvCxnSpPr>
          <p:nvPr/>
        </p:nvCxnSpPr>
        <p:spPr>
          <a:xfrm flipV="1">
            <a:off x="558960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DD094AA-A6B3-40AF-9675-A737D3324CF4}"/>
              </a:ext>
            </a:extLst>
          </p:cNvPr>
          <p:cNvCxnSpPr>
            <a:cxnSpLocks/>
          </p:cNvCxnSpPr>
          <p:nvPr/>
        </p:nvCxnSpPr>
        <p:spPr>
          <a:xfrm flipV="1">
            <a:off x="575237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03A1F63-5CD1-4A3C-B4C9-DF45CDC011A3}"/>
              </a:ext>
            </a:extLst>
          </p:cNvPr>
          <p:cNvCxnSpPr>
            <a:cxnSpLocks/>
          </p:cNvCxnSpPr>
          <p:nvPr/>
        </p:nvCxnSpPr>
        <p:spPr>
          <a:xfrm flipV="1">
            <a:off x="607791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5967083F-FC3B-4379-9AC5-15F759BF94F4}"/>
              </a:ext>
            </a:extLst>
          </p:cNvPr>
          <p:cNvSpPr txBox="1"/>
          <p:nvPr/>
        </p:nvSpPr>
        <p:spPr>
          <a:xfrm>
            <a:off x="5276141" y="65174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6DC5966-0951-4552-8D64-2692637DD854}"/>
              </a:ext>
            </a:extLst>
          </p:cNvPr>
          <p:cNvCxnSpPr>
            <a:cxnSpLocks/>
          </p:cNvCxnSpPr>
          <p:nvPr/>
        </p:nvCxnSpPr>
        <p:spPr>
          <a:xfrm flipV="1">
            <a:off x="591514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C098492-36D5-4C4E-8FB0-8F1D4FD8D6C9}"/>
              </a:ext>
            </a:extLst>
          </p:cNvPr>
          <p:cNvCxnSpPr>
            <a:cxnSpLocks/>
          </p:cNvCxnSpPr>
          <p:nvPr/>
        </p:nvCxnSpPr>
        <p:spPr>
          <a:xfrm flipV="1">
            <a:off x="6240683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EA89D45B-361D-4C12-A9BA-8D37AC06FA77}"/>
              </a:ext>
            </a:extLst>
          </p:cNvPr>
          <p:cNvCxnSpPr>
            <a:cxnSpLocks/>
          </p:cNvCxnSpPr>
          <p:nvPr/>
        </p:nvCxnSpPr>
        <p:spPr>
          <a:xfrm flipV="1">
            <a:off x="363636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8331CB6A-5B48-4C95-9B7F-E4A115E4B5DE}"/>
              </a:ext>
            </a:extLst>
          </p:cNvPr>
          <p:cNvSpPr txBox="1"/>
          <p:nvPr/>
        </p:nvSpPr>
        <p:spPr>
          <a:xfrm>
            <a:off x="7136244" y="6517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8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66540EC-2B4F-4A7E-A7D8-DEC049F0C832}"/>
              </a:ext>
            </a:extLst>
          </p:cNvPr>
          <p:cNvCxnSpPr>
            <a:cxnSpLocks/>
          </p:cNvCxnSpPr>
          <p:nvPr/>
        </p:nvCxnSpPr>
        <p:spPr>
          <a:xfrm>
            <a:off x="6710172" y="11506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5A2DB5BB-B72F-4F2A-B73C-08F073005279}"/>
              </a:ext>
            </a:extLst>
          </p:cNvPr>
          <p:cNvCxnSpPr>
            <a:cxnSpLocks/>
          </p:cNvCxnSpPr>
          <p:nvPr/>
        </p:nvCxnSpPr>
        <p:spPr>
          <a:xfrm flipV="1">
            <a:off x="7284550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2928DA95-0621-491C-B2D6-DCB860C15B58}"/>
              </a:ext>
            </a:extLst>
          </p:cNvPr>
          <p:cNvCxnSpPr>
            <a:cxnSpLocks/>
          </p:cNvCxnSpPr>
          <p:nvPr/>
        </p:nvCxnSpPr>
        <p:spPr>
          <a:xfrm flipV="1">
            <a:off x="7921202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Arrow: Down 71">
            <a:extLst>
              <a:ext uri="{FF2B5EF4-FFF2-40B4-BE49-F238E27FC236}">
                <a16:creationId xmlns:a16="http://schemas.microsoft.com/office/drawing/2014/main" id="{182A255A-6E52-43FA-B6CB-E02D529818D5}"/>
              </a:ext>
            </a:extLst>
          </p:cNvPr>
          <p:cNvSpPr/>
          <p:nvPr/>
        </p:nvSpPr>
        <p:spPr>
          <a:xfrm>
            <a:off x="8745474" y="6238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81C9C48-D5FC-4DA5-BCDB-170D3780907C}"/>
              </a:ext>
            </a:extLst>
          </p:cNvPr>
          <p:cNvSpPr txBox="1"/>
          <p:nvPr/>
        </p:nvSpPr>
        <p:spPr>
          <a:xfrm>
            <a:off x="8569175" y="27989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10.5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515E8EE6-A409-453E-8CA0-4BEDF1BBEE23}"/>
              </a:ext>
            </a:extLst>
          </p:cNvPr>
          <p:cNvCxnSpPr>
            <a:cxnSpLocks/>
          </p:cNvCxnSpPr>
          <p:nvPr/>
        </p:nvCxnSpPr>
        <p:spPr>
          <a:xfrm flipV="1">
            <a:off x="760287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8414CA56-05CE-496E-AFA0-92F25171D00A}"/>
              </a:ext>
            </a:extLst>
          </p:cNvPr>
          <p:cNvCxnSpPr>
            <a:cxnSpLocks/>
          </p:cNvCxnSpPr>
          <p:nvPr/>
        </p:nvCxnSpPr>
        <p:spPr>
          <a:xfrm flipV="1">
            <a:off x="8239528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141EA88-5EE4-4F70-A6AA-D895D6DE6FBE}"/>
              </a:ext>
            </a:extLst>
          </p:cNvPr>
          <p:cNvCxnSpPr>
            <a:cxnSpLocks/>
          </p:cNvCxnSpPr>
          <p:nvPr/>
        </p:nvCxnSpPr>
        <p:spPr>
          <a:xfrm flipV="1">
            <a:off x="8557854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FF13994-3111-4A3B-A059-7605DA6403A7}"/>
              </a:ext>
            </a:extLst>
          </p:cNvPr>
          <p:cNvCxnSpPr>
            <a:cxnSpLocks/>
          </p:cNvCxnSpPr>
          <p:nvPr/>
        </p:nvCxnSpPr>
        <p:spPr>
          <a:xfrm flipV="1">
            <a:off x="919450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D6A41C1B-A2A8-4DA8-81F2-DF02EA4FF1B8}"/>
              </a:ext>
            </a:extLst>
          </p:cNvPr>
          <p:cNvSpPr txBox="1"/>
          <p:nvPr/>
        </p:nvSpPr>
        <p:spPr>
          <a:xfrm>
            <a:off x="7771691" y="65174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9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5AD9F30-35D6-496D-AEA6-C77F3B5E70BB}"/>
              </a:ext>
            </a:extLst>
          </p:cNvPr>
          <p:cNvCxnSpPr>
            <a:cxnSpLocks/>
          </p:cNvCxnSpPr>
          <p:nvPr/>
        </p:nvCxnSpPr>
        <p:spPr>
          <a:xfrm flipV="1">
            <a:off x="888589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42A907EB-46E7-41EB-9093-A17CA0974C5C}"/>
              </a:ext>
            </a:extLst>
          </p:cNvPr>
          <p:cNvCxnSpPr>
            <a:cxnSpLocks/>
          </p:cNvCxnSpPr>
          <p:nvPr/>
        </p:nvCxnSpPr>
        <p:spPr>
          <a:xfrm flipV="1">
            <a:off x="9524903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47DBDEE7-0094-4013-B350-D0B08A458D5C}"/>
              </a:ext>
            </a:extLst>
          </p:cNvPr>
          <p:cNvCxnSpPr>
            <a:cxnSpLocks/>
          </p:cNvCxnSpPr>
          <p:nvPr/>
        </p:nvCxnSpPr>
        <p:spPr>
          <a:xfrm flipV="1">
            <a:off x="692058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1C9CCACA-1E48-4E56-ADE8-5A54A449D13E}"/>
              </a:ext>
            </a:extLst>
          </p:cNvPr>
          <p:cNvSpPr txBox="1"/>
          <p:nvPr/>
        </p:nvSpPr>
        <p:spPr>
          <a:xfrm>
            <a:off x="209664" y="20157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9BA26B67-F4CA-4D5F-8A81-0B28B4245DC6}"/>
              </a:ext>
            </a:extLst>
          </p:cNvPr>
          <p:cNvCxnSpPr>
            <a:cxnSpLocks/>
          </p:cNvCxnSpPr>
          <p:nvPr/>
        </p:nvCxnSpPr>
        <p:spPr>
          <a:xfrm>
            <a:off x="152400" y="251460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2F48C0DE-15FC-49C2-9668-C3D4B913ED86}"/>
              </a:ext>
            </a:extLst>
          </p:cNvPr>
          <p:cNvCxnSpPr>
            <a:cxnSpLocks/>
          </p:cNvCxnSpPr>
          <p:nvPr/>
        </p:nvCxnSpPr>
        <p:spPr>
          <a:xfrm flipV="1">
            <a:off x="726778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161D02A2-A98B-4D01-8914-0A914FF5B539}"/>
              </a:ext>
            </a:extLst>
          </p:cNvPr>
          <p:cNvCxnSpPr>
            <a:cxnSpLocks/>
          </p:cNvCxnSpPr>
          <p:nvPr/>
        </p:nvCxnSpPr>
        <p:spPr>
          <a:xfrm flipV="1">
            <a:off x="1363430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Arrow: Down 86">
            <a:extLst>
              <a:ext uri="{FF2B5EF4-FFF2-40B4-BE49-F238E27FC236}">
                <a16:creationId xmlns:a16="http://schemas.microsoft.com/office/drawing/2014/main" id="{84E49FEE-5E20-4E15-AF1E-730BE587C615}"/>
              </a:ext>
            </a:extLst>
          </p:cNvPr>
          <p:cNvSpPr/>
          <p:nvPr/>
        </p:nvSpPr>
        <p:spPr>
          <a:xfrm>
            <a:off x="1223772" y="198783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834A4FC-EAF2-4EC9-8B03-526A1EA18BDE}"/>
              </a:ext>
            </a:extLst>
          </p:cNvPr>
          <p:cNvSpPr txBox="1"/>
          <p:nvPr/>
        </p:nvSpPr>
        <p:spPr>
          <a:xfrm>
            <a:off x="1117412" y="164387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0.6</a:t>
            </a: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612758D4-F8CC-43DA-8D33-0FAF1A291EF8}"/>
              </a:ext>
            </a:extLst>
          </p:cNvPr>
          <p:cNvCxnSpPr>
            <a:cxnSpLocks/>
          </p:cNvCxnSpPr>
          <p:nvPr/>
        </p:nvCxnSpPr>
        <p:spPr>
          <a:xfrm flipV="1">
            <a:off x="1045104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A34BC363-2DD1-403D-9AB6-DC41F6E65338}"/>
              </a:ext>
            </a:extLst>
          </p:cNvPr>
          <p:cNvCxnSpPr>
            <a:cxnSpLocks/>
          </p:cNvCxnSpPr>
          <p:nvPr/>
        </p:nvCxnSpPr>
        <p:spPr>
          <a:xfrm flipV="1">
            <a:off x="1681756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A749003B-2FD9-47FB-9084-4E2ECFA3C239}"/>
              </a:ext>
            </a:extLst>
          </p:cNvPr>
          <p:cNvCxnSpPr>
            <a:cxnSpLocks/>
          </p:cNvCxnSpPr>
          <p:nvPr/>
        </p:nvCxnSpPr>
        <p:spPr>
          <a:xfrm flipV="1">
            <a:off x="2000082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F0538897-A970-46B0-86EC-B7D81BDAD01D}"/>
              </a:ext>
            </a:extLst>
          </p:cNvPr>
          <p:cNvCxnSpPr>
            <a:cxnSpLocks/>
          </p:cNvCxnSpPr>
          <p:nvPr/>
        </p:nvCxnSpPr>
        <p:spPr>
          <a:xfrm flipV="1">
            <a:off x="2636734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147A3B21-E112-4616-B130-DCCDD9B98F2A}"/>
              </a:ext>
            </a:extLst>
          </p:cNvPr>
          <p:cNvSpPr txBox="1"/>
          <p:nvPr/>
        </p:nvSpPr>
        <p:spPr>
          <a:xfrm>
            <a:off x="1846379" y="20157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600FF7F3-4AB2-4020-9C2C-C99D2AC84B94}"/>
              </a:ext>
            </a:extLst>
          </p:cNvPr>
          <p:cNvCxnSpPr>
            <a:cxnSpLocks/>
          </p:cNvCxnSpPr>
          <p:nvPr/>
        </p:nvCxnSpPr>
        <p:spPr>
          <a:xfrm flipV="1">
            <a:off x="2328124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07EFD12D-5A69-44F7-8755-DAD241F068A0}"/>
              </a:ext>
            </a:extLst>
          </p:cNvPr>
          <p:cNvCxnSpPr>
            <a:cxnSpLocks/>
          </p:cNvCxnSpPr>
          <p:nvPr/>
        </p:nvCxnSpPr>
        <p:spPr>
          <a:xfrm flipV="1">
            <a:off x="296713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B3899ABC-D5E7-4506-B4BC-AE1F4A4CA4AC}"/>
              </a:ext>
            </a:extLst>
          </p:cNvPr>
          <p:cNvCxnSpPr>
            <a:cxnSpLocks/>
          </p:cNvCxnSpPr>
          <p:nvPr/>
        </p:nvCxnSpPr>
        <p:spPr>
          <a:xfrm flipV="1">
            <a:off x="362809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25E264F4-4EDA-4CF8-BC2C-491521E1FE9B}"/>
              </a:ext>
            </a:extLst>
          </p:cNvPr>
          <p:cNvSpPr txBox="1"/>
          <p:nvPr/>
        </p:nvSpPr>
        <p:spPr>
          <a:xfrm>
            <a:off x="3853548" y="20157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</a:t>
            </a: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00B2DFA5-21FD-45BB-9E4D-E019BC1065ED}"/>
              </a:ext>
            </a:extLst>
          </p:cNvPr>
          <p:cNvCxnSpPr>
            <a:cxnSpLocks/>
          </p:cNvCxnSpPr>
          <p:nvPr/>
        </p:nvCxnSpPr>
        <p:spPr>
          <a:xfrm>
            <a:off x="3425952" y="251460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7F29573F-3E59-4B9D-B50B-B7FC737B1A19}"/>
              </a:ext>
            </a:extLst>
          </p:cNvPr>
          <p:cNvCxnSpPr>
            <a:cxnSpLocks/>
          </p:cNvCxnSpPr>
          <p:nvPr/>
        </p:nvCxnSpPr>
        <p:spPr>
          <a:xfrm flipV="1">
            <a:off x="4000330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FA46D101-135F-4723-A4DA-5595C13CA02A}"/>
              </a:ext>
            </a:extLst>
          </p:cNvPr>
          <p:cNvCxnSpPr>
            <a:cxnSpLocks/>
          </p:cNvCxnSpPr>
          <p:nvPr/>
        </p:nvCxnSpPr>
        <p:spPr>
          <a:xfrm flipV="1">
            <a:off x="4636982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Arrow: Down 101">
            <a:extLst>
              <a:ext uri="{FF2B5EF4-FFF2-40B4-BE49-F238E27FC236}">
                <a16:creationId xmlns:a16="http://schemas.microsoft.com/office/drawing/2014/main" id="{75D14305-6628-4E3A-B726-EC8F97382219}"/>
              </a:ext>
            </a:extLst>
          </p:cNvPr>
          <p:cNvSpPr/>
          <p:nvPr/>
        </p:nvSpPr>
        <p:spPr>
          <a:xfrm>
            <a:off x="5472684" y="198783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AA16AEE-C52B-41C8-96EF-355856609A44}"/>
              </a:ext>
            </a:extLst>
          </p:cNvPr>
          <p:cNvSpPr txBox="1"/>
          <p:nvPr/>
        </p:nvSpPr>
        <p:spPr>
          <a:xfrm>
            <a:off x="5366324" y="164387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7.2</a:t>
            </a:r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BC627B51-E41E-4563-BEB2-1969E6CFC9F5}"/>
              </a:ext>
            </a:extLst>
          </p:cNvPr>
          <p:cNvCxnSpPr>
            <a:cxnSpLocks/>
          </p:cNvCxnSpPr>
          <p:nvPr/>
        </p:nvCxnSpPr>
        <p:spPr>
          <a:xfrm flipV="1">
            <a:off x="4318656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393B76AC-D9F7-4474-9FB8-B6BB22C03647}"/>
              </a:ext>
            </a:extLst>
          </p:cNvPr>
          <p:cNvCxnSpPr>
            <a:cxnSpLocks/>
          </p:cNvCxnSpPr>
          <p:nvPr/>
        </p:nvCxnSpPr>
        <p:spPr>
          <a:xfrm flipV="1">
            <a:off x="4955308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1D159C58-3D40-46EE-8771-C58E89EFE22E}"/>
              </a:ext>
            </a:extLst>
          </p:cNvPr>
          <p:cNvCxnSpPr>
            <a:cxnSpLocks/>
          </p:cNvCxnSpPr>
          <p:nvPr/>
        </p:nvCxnSpPr>
        <p:spPr>
          <a:xfrm flipV="1">
            <a:off x="5273634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8B44306F-A5D4-4A13-B52C-2409E060CB3F}"/>
              </a:ext>
            </a:extLst>
          </p:cNvPr>
          <p:cNvCxnSpPr>
            <a:cxnSpLocks/>
          </p:cNvCxnSpPr>
          <p:nvPr/>
        </p:nvCxnSpPr>
        <p:spPr>
          <a:xfrm flipV="1">
            <a:off x="5910286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B9A34D95-5693-4C4D-BEE1-95746948BCA9}"/>
              </a:ext>
            </a:extLst>
          </p:cNvPr>
          <p:cNvSpPr txBox="1"/>
          <p:nvPr/>
        </p:nvSpPr>
        <p:spPr>
          <a:xfrm>
            <a:off x="5127550" y="20157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D7394A6B-3B3C-41C4-8D76-ED64CDB7578C}"/>
              </a:ext>
            </a:extLst>
          </p:cNvPr>
          <p:cNvCxnSpPr>
            <a:cxnSpLocks/>
          </p:cNvCxnSpPr>
          <p:nvPr/>
        </p:nvCxnSpPr>
        <p:spPr>
          <a:xfrm flipV="1">
            <a:off x="5601676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2B57A5C5-B0D6-481E-93C4-136E23C091C1}"/>
              </a:ext>
            </a:extLst>
          </p:cNvPr>
          <p:cNvCxnSpPr>
            <a:cxnSpLocks/>
          </p:cNvCxnSpPr>
          <p:nvPr/>
        </p:nvCxnSpPr>
        <p:spPr>
          <a:xfrm flipV="1">
            <a:off x="6240683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08B2563B-C496-4093-8866-0FE6B9B7BF60}"/>
              </a:ext>
            </a:extLst>
          </p:cNvPr>
          <p:cNvCxnSpPr>
            <a:cxnSpLocks/>
          </p:cNvCxnSpPr>
          <p:nvPr/>
        </p:nvCxnSpPr>
        <p:spPr>
          <a:xfrm flipV="1">
            <a:off x="363636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5A2F29BD-CC25-4F91-B737-E9F6D29974A6}"/>
              </a:ext>
            </a:extLst>
          </p:cNvPr>
          <p:cNvSpPr txBox="1"/>
          <p:nvPr/>
        </p:nvSpPr>
        <p:spPr>
          <a:xfrm>
            <a:off x="7979016" y="201572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B23FD109-B308-45F3-96FE-BF71E63B83B4}"/>
              </a:ext>
            </a:extLst>
          </p:cNvPr>
          <p:cNvCxnSpPr>
            <a:cxnSpLocks/>
          </p:cNvCxnSpPr>
          <p:nvPr/>
        </p:nvCxnSpPr>
        <p:spPr>
          <a:xfrm>
            <a:off x="6710172" y="251460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6B1E19FE-9F75-4B04-B0C0-665AEDEA3C92}"/>
              </a:ext>
            </a:extLst>
          </p:cNvPr>
          <p:cNvCxnSpPr>
            <a:cxnSpLocks/>
          </p:cNvCxnSpPr>
          <p:nvPr/>
        </p:nvCxnSpPr>
        <p:spPr>
          <a:xfrm flipV="1">
            <a:off x="7120913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222C9BA0-9A3D-497A-A73E-2B8293190046}"/>
              </a:ext>
            </a:extLst>
          </p:cNvPr>
          <p:cNvCxnSpPr>
            <a:cxnSpLocks/>
          </p:cNvCxnSpPr>
          <p:nvPr/>
        </p:nvCxnSpPr>
        <p:spPr>
          <a:xfrm flipV="1">
            <a:off x="792224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Arrow: Down 116">
            <a:extLst>
              <a:ext uri="{FF2B5EF4-FFF2-40B4-BE49-F238E27FC236}">
                <a16:creationId xmlns:a16="http://schemas.microsoft.com/office/drawing/2014/main" id="{AC09850C-737E-407A-96B7-DC7DFD065FC5}"/>
              </a:ext>
            </a:extLst>
          </p:cNvPr>
          <p:cNvSpPr/>
          <p:nvPr/>
        </p:nvSpPr>
        <p:spPr>
          <a:xfrm>
            <a:off x="7194804" y="198783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4987686-0175-40E7-8866-A746EACC2BC1}"/>
              </a:ext>
            </a:extLst>
          </p:cNvPr>
          <p:cNvSpPr txBox="1"/>
          <p:nvPr/>
        </p:nvSpPr>
        <p:spPr>
          <a:xfrm>
            <a:off x="7029935" y="164387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6.25</a:t>
            </a:r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A935E491-851F-4725-BC64-595DEF86E772}"/>
              </a:ext>
            </a:extLst>
          </p:cNvPr>
          <p:cNvCxnSpPr>
            <a:cxnSpLocks/>
          </p:cNvCxnSpPr>
          <p:nvPr/>
        </p:nvCxnSpPr>
        <p:spPr>
          <a:xfrm flipV="1">
            <a:off x="7321245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BC3D0D45-B3AE-400C-BEB9-D054E97281EA}"/>
              </a:ext>
            </a:extLst>
          </p:cNvPr>
          <p:cNvCxnSpPr>
            <a:cxnSpLocks/>
          </p:cNvCxnSpPr>
          <p:nvPr/>
        </p:nvCxnSpPr>
        <p:spPr>
          <a:xfrm flipV="1">
            <a:off x="8523237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BD609A84-933E-43E5-AE40-DEBE6C0BB992}"/>
              </a:ext>
            </a:extLst>
          </p:cNvPr>
          <p:cNvCxnSpPr>
            <a:cxnSpLocks/>
          </p:cNvCxnSpPr>
          <p:nvPr/>
        </p:nvCxnSpPr>
        <p:spPr>
          <a:xfrm flipV="1">
            <a:off x="892390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2D69237A-A10A-4A73-9C52-138DEC46736D}"/>
              </a:ext>
            </a:extLst>
          </p:cNvPr>
          <p:cNvCxnSpPr>
            <a:cxnSpLocks/>
          </p:cNvCxnSpPr>
          <p:nvPr/>
        </p:nvCxnSpPr>
        <p:spPr>
          <a:xfrm flipV="1">
            <a:off x="9324565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F8A8EBB6-6626-489D-A007-A723F6C34BAA}"/>
              </a:ext>
            </a:extLst>
          </p:cNvPr>
          <p:cNvSpPr txBox="1"/>
          <p:nvPr/>
        </p:nvSpPr>
        <p:spPr>
          <a:xfrm>
            <a:off x="8971841" y="201572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8</a:t>
            </a: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FB9A0701-7AFC-4ED0-9FD1-4BEEA50F4EB6}"/>
              </a:ext>
            </a:extLst>
          </p:cNvPr>
          <p:cNvCxnSpPr>
            <a:cxnSpLocks/>
          </p:cNvCxnSpPr>
          <p:nvPr/>
        </p:nvCxnSpPr>
        <p:spPr>
          <a:xfrm flipV="1">
            <a:off x="9124233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71DC16CA-3476-4E3F-BB32-59B390DEC774}"/>
              </a:ext>
            </a:extLst>
          </p:cNvPr>
          <p:cNvCxnSpPr>
            <a:cxnSpLocks/>
          </p:cNvCxnSpPr>
          <p:nvPr/>
        </p:nvCxnSpPr>
        <p:spPr>
          <a:xfrm flipV="1">
            <a:off x="9524903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A2E4213D-27AA-4647-A176-BBB65525A7AA}"/>
              </a:ext>
            </a:extLst>
          </p:cNvPr>
          <p:cNvCxnSpPr>
            <a:cxnSpLocks/>
          </p:cNvCxnSpPr>
          <p:nvPr/>
        </p:nvCxnSpPr>
        <p:spPr>
          <a:xfrm flipV="1">
            <a:off x="692058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DD4AE97B-B1DF-48AE-9819-A9F2475A5310}"/>
              </a:ext>
            </a:extLst>
          </p:cNvPr>
          <p:cNvSpPr txBox="1"/>
          <p:nvPr/>
        </p:nvSpPr>
        <p:spPr>
          <a:xfrm>
            <a:off x="472554" y="33568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791F9589-1E36-4BC9-BAF9-286F6BE847A2}"/>
              </a:ext>
            </a:extLst>
          </p:cNvPr>
          <p:cNvCxnSpPr>
            <a:cxnSpLocks/>
          </p:cNvCxnSpPr>
          <p:nvPr/>
        </p:nvCxnSpPr>
        <p:spPr>
          <a:xfrm>
            <a:off x="152400" y="38557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C9B2E1D3-C5BF-4053-8322-EFA647995617}"/>
              </a:ext>
            </a:extLst>
          </p:cNvPr>
          <p:cNvCxnSpPr>
            <a:cxnSpLocks/>
          </p:cNvCxnSpPr>
          <p:nvPr/>
        </p:nvCxnSpPr>
        <p:spPr>
          <a:xfrm flipV="1">
            <a:off x="623241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3FBAC284-225D-49E3-8B17-421742095118}"/>
              </a:ext>
            </a:extLst>
          </p:cNvPr>
          <p:cNvCxnSpPr>
            <a:cxnSpLocks/>
          </p:cNvCxnSpPr>
          <p:nvPr/>
        </p:nvCxnSpPr>
        <p:spPr>
          <a:xfrm flipV="1">
            <a:off x="1664969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Arrow: Down 131">
            <a:extLst>
              <a:ext uri="{FF2B5EF4-FFF2-40B4-BE49-F238E27FC236}">
                <a16:creationId xmlns:a16="http://schemas.microsoft.com/office/drawing/2014/main" id="{B176A201-1714-4FA8-8677-4254835F21DD}"/>
              </a:ext>
            </a:extLst>
          </p:cNvPr>
          <p:cNvSpPr/>
          <p:nvPr/>
        </p:nvSpPr>
        <p:spPr>
          <a:xfrm>
            <a:off x="1277112" y="33289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8524FA95-E923-4F9B-9EA2-92BD7E46CE4B}"/>
              </a:ext>
            </a:extLst>
          </p:cNvPr>
          <p:cNvSpPr txBox="1"/>
          <p:nvPr/>
        </p:nvSpPr>
        <p:spPr>
          <a:xfrm>
            <a:off x="1258115" y="2984992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46925C79-78CD-4675-A3AA-A407D780D29A}"/>
              </a:ext>
            </a:extLst>
          </p:cNvPr>
          <p:cNvCxnSpPr>
            <a:cxnSpLocks/>
          </p:cNvCxnSpPr>
          <p:nvPr/>
        </p:nvCxnSpPr>
        <p:spPr>
          <a:xfrm flipV="1">
            <a:off x="1404537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DF392F98-3009-48C2-9905-D94EF4F35D13}"/>
              </a:ext>
            </a:extLst>
          </p:cNvPr>
          <p:cNvCxnSpPr>
            <a:cxnSpLocks/>
          </p:cNvCxnSpPr>
          <p:nvPr/>
        </p:nvCxnSpPr>
        <p:spPr>
          <a:xfrm flipV="1">
            <a:off x="1925401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D48866A9-C4D2-40BE-903F-C97BEF9E6016}"/>
              </a:ext>
            </a:extLst>
          </p:cNvPr>
          <p:cNvCxnSpPr>
            <a:cxnSpLocks/>
          </p:cNvCxnSpPr>
          <p:nvPr/>
        </p:nvCxnSpPr>
        <p:spPr>
          <a:xfrm flipV="1">
            <a:off x="218583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F74A7DB6-9E1B-4AF1-99B7-4A5ECC62064D}"/>
              </a:ext>
            </a:extLst>
          </p:cNvPr>
          <p:cNvCxnSpPr>
            <a:cxnSpLocks/>
          </p:cNvCxnSpPr>
          <p:nvPr/>
        </p:nvCxnSpPr>
        <p:spPr>
          <a:xfrm flipV="1">
            <a:off x="2706697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368EE5F8-F227-4D57-B959-E16CDFFC6EA0}"/>
              </a:ext>
            </a:extLst>
          </p:cNvPr>
          <p:cNvSpPr txBox="1"/>
          <p:nvPr/>
        </p:nvSpPr>
        <p:spPr>
          <a:xfrm>
            <a:off x="989129" y="335684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</a:t>
            </a:r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4F4A17E6-019B-4F63-BBCB-C50B81EDFE24}"/>
              </a:ext>
            </a:extLst>
          </p:cNvPr>
          <p:cNvCxnSpPr>
            <a:cxnSpLocks/>
          </p:cNvCxnSpPr>
          <p:nvPr/>
        </p:nvCxnSpPr>
        <p:spPr>
          <a:xfrm flipV="1">
            <a:off x="2446265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AA95BCE3-A141-4D96-BF76-AD1D9CA96C1C}"/>
              </a:ext>
            </a:extLst>
          </p:cNvPr>
          <p:cNvCxnSpPr>
            <a:cxnSpLocks/>
          </p:cNvCxnSpPr>
          <p:nvPr/>
        </p:nvCxnSpPr>
        <p:spPr>
          <a:xfrm flipV="1">
            <a:off x="2967131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3F617E0C-89EF-4E72-B76D-C5A1EAA5D5DE}"/>
              </a:ext>
            </a:extLst>
          </p:cNvPr>
          <p:cNvCxnSpPr>
            <a:cxnSpLocks/>
          </p:cNvCxnSpPr>
          <p:nvPr/>
        </p:nvCxnSpPr>
        <p:spPr>
          <a:xfrm flipV="1">
            <a:off x="362809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extBox 142">
            <a:extLst>
              <a:ext uri="{FF2B5EF4-FFF2-40B4-BE49-F238E27FC236}">
                <a16:creationId xmlns:a16="http://schemas.microsoft.com/office/drawing/2014/main" id="{2B7DB6C6-5D84-4057-BE3C-8746A924809B}"/>
              </a:ext>
            </a:extLst>
          </p:cNvPr>
          <p:cNvSpPr txBox="1"/>
          <p:nvPr/>
        </p:nvSpPr>
        <p:spPr>
          <a:xfrm>
            <a:off x="5084597" y="335684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15</a:t>
            </a: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07619A45-E781-4CD7-9EC0-9238201AA3ED}"/>
              </a:ext>
            </a:extLst>
          </p:cNvPr>
          <p:cNvCxnSpPr>
            <a:cxnSpLocks/>
          </p:cNvCxnSpPr>
          <p:nvPr/>
        </p:nvCxnSpPr>
        <p:spPr>
          <a:xfrm>
            <a:off x="3425952" y="38557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B0F09973-0494-4FD0-B6BF-F5BBC8EED7C1}"/>
              </a:ext>
            </a:extLst>
          </p:cNvPr>
          <p:cNvCxnSpPr>
            <a:cxnSpLocks/>
          </p:cNvCxnSpPr>
          <p:nvPr/>
        </p:nvCxnSpPr>
        <p:spPr>
          <a:xfrm flipV="1">
            <a:off x="3873118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3B505074-F3E4-4A6D-830B-41E70758C6CC}"/>
              </a:ext>
            </a:extLst>
          </p:cNvPr>
          <p:cNvCxnSpPr>
            <a:cxnSpLocks/>
          </p:cNvCxnSpPr>
          <p:nvPr/>
        </p:nvCxnSpPr>
        <p:spPr>
          <a:xfrm flipV="1">
            <a:off x="4820146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Arrow: Down 146">
            <a:extLst>
              <a:ext uri="{FF2B5EF4-FFF2-40B4-BE49-F238E27FC236}">
                <a16:creationId xmlns:a16="http://schemas.microsoft.com/office/drawing/2014/main" id="{442A047A-618E-4E74-8834-E1C7A56608AD}"/>
              </a:ext>
            </a:extLst>
          </p:cNvPr>
          <p:cNvSpPr/>
          <p:nvPr/>
        </p:nvSpPr>
        <p:spPr>
          <a:xfrm>
            <a:off x="3746754" y="33289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24DD4F5D-6052-43A2-8461-CB915277EA49}"/>
              </a:ext>
            </a:extLst>
          </p:cNvPr>
          <p:cNvSpPr txBox="1"/>
          <p:nvPr/>
        </p:nvSpPr>
        <p:spPr>
          <a:xfrm>
            <a:off x="3676868" y="29849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13</a:t>
            </a:r>
          </a:p>
        </p:txBody>
      </p: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743533C5-28C8-49C6-A18E-E4C9D2604AA8}"/>
              </a:ext>
            </a:extLst>
          </p:cNvPr>
          <p:cNvCxnSpPr>
            <a:cxnSpLocks/>
          </p:cNvCxnSpPr>
          <p:nvPr/>
        </p:nvCxnSpPr>
        <p:spPr>
          <a:xfrm flipV="1">
            <a:off x="4346632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D74628F1-0E6F-4779-81E0-9A5B883497D5}"/>
              </a:ext>
            </a:extLst>
          </p:cNvPr>
          <p:cNvCxnSpPr>
            <a:cxnSpLocks/>
          </p:cNvCxnSpPr>
          <p:nvPr/>
        </p:nvCxnSpPr>
        <p:spPr>
          <a:xfrm flipV="1">
            <a:off x="5293660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7FFE387F-815E-4883-8815-0E939266C15A}"/>
              </a:ext>
            </a:extLst>
          </p:cNvPr>
          <p:cNvCxnSpPr>
            <a:cxnSpLocks/>
          </p:cNvCxnSpPr>
          <p:nvPr/>
        </p:nvCxnSpPr>
        <p:spPr>
          <a:xfrm flipV="1">
            <a:off x="5530417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01DE7E0B-1980-429D-A3AF-723ABC0232D9}"/>
              </a:ext>
            </a:extLst>
          </p:cNvPr>
          <p:cNvCxnSpPr>
            <a:cxnSpLocks/>
          </p:cNvCxnSpPr>
          <p:nvPr/>
        </p:nvCxnSpPr>
        <p:spPr>
          <a:xfrm flipV="1">
            <a:off x="6003931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12DE8489-66F6-430B-9B07-4ACED8ED46CD}"/>
              </a:ext>
            </a:extLst>
          </p:cNvPr>
          <p:cNvSpPr txBox="1"/>
          <p:nvPr/>
        </p:nvSpPr>
        <p:spPr>
          <a:xfrm>
            <a:off x="5789132" y="335684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16</a:t>
            </a:r>
          </a:p>
        </p:txBody>
      </p: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D524A2CB-DB4B-4B3D-A909-BAFD20929241}"/>
              </a:ext>
            </a:extLst>
          </p:cNvPr>
          <p:cNvCxnSpPr>
            <a:cxnSpLocks/>
          </p:cNvCxnSpPr>
          <p:nvPr/>
        </p:nvCxnSpPr>
        <p:spPr>
          <a:xfrm flipV="1">
            <a:off x="5767174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96ECD726-755E-4A3F-8565-4CD160F940BB}"/>
              </a:ext>
            </a:extLst>
          </p:cNvPr>
          <p:cNvCxnSpPr>
            <a:cxnSpLocks/>
          </p:cNvCxnSpPr>
          <p:nvPr/>
        </p:nvCxnSpPr>
        <p:spPr>
          <a:xfrm flipV="1">
            <a:off x="624068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85A7F866-7F3C-4F17-86FC-8B909EDBA948}"/>
              </a:ext>
            </a:extLst>
          </p:cNvPr>
          <p:cNvCxnSpPr>
            <a:cxnSpLocks/>
          </p:cNvCxnSpPr>
          <p:nvPr/>
        </p:nvCxnSpPr>
        <p:spPr>
          <a:xfrm flipV="1">
            <a:off x="3636361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Box 157">
            <a:extLst>
              <a:ext uri="{FF2B5EF4-FFF2-40B4-BE49-F238E27FC236}">
                <a16:creationId xmlns:a16="http://schemas.microsoft.com/office/drawing/2014/main" id="{1E1BA1AE-DAEB-47EE-A8B0-F4BB3666C13F}"/>
              </a:ext>
            </a:extLst>
          </p:cNvPr>
          <p:cNvSpPr txBox="1"/>
          <p:nvPr/>
        </p:nvSpPr>
        <p:spPr>
          <a:xfrm>
            <a:off x="7406157" y="335684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13</a:t>
            </a:r>
          </a:p>
        </p:txBody>
      </p: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0C24BD19-6E30-4F2B-9C23-DA3B12877939}"/>
              </a:ext>
            </a:extLst>
          </p:cNvPr>
          <p:cNvCxnSpPr>
            <a:cxnSpLocks/>
          </p:cNvCxnSpPr>
          <p:nvPr/>
        </p:nvCxnSpPr>
        <p:spPr>
          <a:xfrm>
            <a:off x="6710172" y="38557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EA0B3B81-F4C1-43AF-90BB-BEAFB6111D15}"/>
              </a:ext>
            </a:extLst>
          </p:cNvPr>
          <p:cNvCxnSpPr>
            <a:cxnSpLocks/>
          </p:cNvCxnSpPr>
          <p:nvPr/>
        </p:nvCxnSpPr>
        <p:spPr>
          <a:xfrm flipV="1">
            <a:off x="7094202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D7B582D4-5AFB-479D-9E05-CE695B55C527}"/>
              </a:ext>
            </a:extLst>
          </p:cNvPr>
          <p:cNvCxnSpPr>
            <a:cxnSpLocks/>
          </p:cNvCxnSpPr>
          <p:nvPr/>
        </p:nvCxnSpPr>
        <p:spPr>
          <a:xfrm flipV="1">
            <a:off x="7788686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Arrow: Down 161">
            <a:extLst>
              <a:ext uri="{FF2B5EF4-FFF2-40B4-BE49-F238E27FC236}">
                <a16:creationId xmlns:a16="http://schemas.microsoft.com/office/drawing/2014/main" id="{E9594454-9A2D-471F-A569-41EF8811DE2D}"/>
              </a:ext>
            </a:extLst>
          </p:cNvPr>
          <p:cNvSpPr/>
          <p:nvPr/>
        </p:nvSpPr>
        <p:spPr>
          <a:xfrm>
            <a:off x="8002524" y="33289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81E9D29C-8A54-404B-B62B-A69DCDA4CD84}"/>
              </a:ext>
            </a:extLst>
          </p:cNvPr>
          <p:cNvSpPr txBox="1"/>
          <p:nvPr/>
        </p:nvSpPr>
        <p:spPr>
          <a:xfrm>
            <a:off x="7847814" y="298499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13.8</a:t>
            </a:r>
          </a:p>
        </p:txBody>
      </p: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0604B6EC-D4DB-47AC-AA56-65ECA69E3DF6}"/>
              </a:ext>
            </a:extLst>
          </p:cNvPr>
          <p:cNvCxnSpPr>
            <a:cxnSpLocks/>
          </p:cNvCxnSpPr>
          <p:nvPr/>
        </p:nvCxnSpPr>
        <p:spPr>
          <a:xfrm flipV="1">
            <a:off x="7441444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5C76A35D-73A5-4A09-A27C-992E960AFC5E}"/>
              </a:ext>
            </a:extLst>
          </p:cNvPr>
          <p:cNvCxnSpPr>
            <a:cxnSpLocks/>
          </p:cNvCxnSpPr>
          <p:nvPr/>
        </p:nvCxnSpPr>
        <p:spPr>
          <a:xfrm flipV="1">
            <a:off x="8135928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B4C3004F-1262-46BF-BB79-9797B5765B73}"/>
              </a:ext>
            </a:extLst>
          </p:cNvPr>
          <p:cNvCxnSpPr>
            <a:cxnSpLocks/>
          </p:cNvCxnSpPr>
          <p:nvPr/>
        </p:nvCxnSpPr>
        <p:spPr>
          <a:xfrm flipV="1">
            <a:off x="8830412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5E73DDF8-BF92-43FE-9CA5-01D661F6ABA0}"/>
              </a:ext>
            </a:extLst>
          </p:cNvPr>
          <p:cNvCxnSpPr>
            <a:cxnSpLocks/>
          </p:cNvCxnSpPr>
          <p:nvPr/>
        </p:nvCxnSpPr>
        <p:spPr>
          <a:xfrm flipV="1">
            <a:off x="9351275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TextBox 167">
            <a:extLst>
              <a:ext uri="{FF2B5EF4-FFF2-40B4-BE49-F238E27FC236}">
                <a16:creationId xmlns:a16="http://schemas.microsoft.com/office/drawing/2014/main" id="{D7C7A46B-0A16-4DA7-820E-889FD7EA9BB1}"/>
              </a:ext>
            </a:extLst>
          </p:cNvPr>
          <p:cNvSpPr txBox="1"/>
          <p:nvPr/>
        </p:nvSpPr>
        <p:spPr>
          <a:xfrm>
            <a:off x="8793952" y="335684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15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BCD0546C-C582-4ACC-AE2C-5CDE4C49F28C}"/>
              </a:ext>
            </a:extLst>
          </p:cNvPr>
          <p:cNvCxnSpPr>
            <a:cxnSpLocks/>
          </p:cNvCxnSpPr>
          <p:nvPr/>
        </p:nvCxnSpPr>
        <p:spPr>
          <a:xfrm flipV="1">
            <a:off x="9177654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7B7BA70D-E9C1-4304-BB65-309C2F276EBE}"/>
              </a:ext>
            </a:extLst>
          </p:cNvPr>
          <p:cNvCxnSpPr>
            <a:cxnSpLocks/>
          </p:cNvCxnSpPr>
          <p:nvPr/>
        </p:nvCxnSpPr>
        <p:spPr>
          <a:xfrm flipV="1">
            <a:off x="952490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04F1AD7F-7C3D-42D8-B0BD-7F75EEC127F0}"/>
              </a:ext>
            </a:extLst>
          </p:cNvPr>
          <p:cNvCxnSpPr>
            <a:cxnSpLocks/>
          </p:cNvCxnSpPr>
          <p:nvPr/>
        </p:nvCxnSpPr>
        <p:spPr>
          <a:xfrm flipV="1">
            <a:off x="6920581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046DF001-429B-4EE0-8142-6291508B8905}"/>
              </a:ext>
            </a:extLst>
          </p:cNvPr>
          <p:cNvSpPr txBox="1"/>
          <p:nvPr/>
        </p:nvSpPr>
        <p:spPr>
          <a:xfrm>
            <a:off x="646544" y="46903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7FA73ACB-92B6-418C-BC8C-6B41FBBD6D96}"/>
              </a:ext>
            </a:extLst>
          </p:cNvPr>
          <p:cNvCxnSpPr>
            <a:cxnSpLocks/>
          </p:cNvCxnSpPr>
          <p:nvPr/>
        </p:nvCxnSpPr>
        <p:spPr>
          <a:xfrm>
            <a:off x="152400" y="51892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BDAE74FA-50A4-45F5-9C67-EA255689647F}"/>
              </a:ext>
            </a:extLst>
          </p:cNvPr>
          <p:cNvCxnSpPr>
            <a:cxnSpLocks/>
          </p:cNvCxnSpPr>
          <p:nvPr/>
        </p:nvCxnSpPr>
        <p:spPr>
          <a:xfrm flipV="1">
            <a:off x="579836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E97769CE-1D25-4FBE-944C-909C047F027F}"/>
              </a:ext>
            </a:extLst>
          </p:cNvPr>
          <p:cNvCxnSpPr>
            <a:cxnSpLocks/>
          </p:cNvCxnSpPr>
          <p:nvPr/>
        </p:nvCxnSpPr>
        <p:spPr>
          <a:xfrm flipV="1">
            <a:off x="1881998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Arrow: Down 176">
            <a:extLst>
              <a:ext uri="{FF2B5EF4-FFF2-40B4-BE49-F238E27FC236}">
                <a16:creationId xmlns:a16="http://schemas.microsoft.com/office/drawing/2014/main" id="{D98F1BC9-8B94-4E75-A2D6-88A6BC39A226}"/>
              </a:ext>
            </a:extLst>
          </p:cNvPr>
          <p:cNvSpPr/>
          <p:nvPr/>
        </p:nvSpPr>
        <p:spPr>
          <a:xfrm>
            <a:off x="443992" y="46624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00B60503-D7EA-42E4-A378-A15D72E8C58A}"/>
              </a:ext>
            </a:extLst>
          </p:cNvPr>
          <p:cNvSpPr txBox="1"/>
          <p:nvPr/>
        </p:nvSpPr>
        <p:spPr>
          <a:xfrm>
            <a:off x="279123" y="431849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1.75</a:t>
            </a:r>
          </a:p>
        </p:txBody>
      </p: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18F974DC-7BCE-4CF5-8988-92E7FC24C50E}"/>
              </a:ext>
            </a:extLst>
          </p:cNvPr>
          <p:cNvCxnSpPr>
            <a:cxnSpLocks/>
          </p:cNvCxnSpPr>
          <p:nvPr/>
        </p:nvCxnSpPr>
        <p:spPr>
          <a:xfrm flipV="1">
            <a:off x="1447944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F8A095F8-9427-41F1-835A-4677842A8CEF}"/>
              </a:ext>
            </a:extLst>
          </p:cNvPr>
          <p:cNvCxnSpPr>
            <a:cxnSpLocks/>
          </p:cNvCxnSpPr>
          <p:nvPr/>
        </p:nvCxnSpPr>
        <p:spPr>
          <a:xfrm flipV="1">
            <a:off x="2099025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099EBAC8-67EF-4270-A7D7-96AFA18D3D87}"/>
              </a:ext>
            </a:extLst>
          </p:cNvPr>
          <p:cNvCxnSpPr>
            <a:cxnSpLocks/>
          </p:cNvCxnSpPr>
          <p:nvPr/>
        </p:nvCxnSpPr>
        <p:spPr>
          <a:xfrm flipV="1">
            <a:off x="2316052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0A88CCD6-4A9E-4042-87A1-2AD7BC624DF4}"/>
              </a:ext>
            </a:extLst>
          </p:cNvPr>
          <p:cNvCxnSpPr>
            <a:cxnSpLocks/>
          </p:cNvCxnSpPr>
          <p:nvPr/>
        </p:nvCxnSpPr>
        <p:spPr>
          <a:xfrm flipV="1">
            <a:off x="2750106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8F777D2F-355E-4C40-BB4F-277C6E8C7640}"/>
              </a:ext>
            </a:extLst>
          </p:cNvPr>
          <p:cNvCxnSpPr>
            <a:cxnSpLocks/>
          </p:cNvCxnSpPr>
          <p:nvPr/>
        </p:nvCxnSpPr>
        <p:spPr>
          <a:xfrm flipV="1">
            <a:off x="2533079" y="49682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410390D6-BE23-4296-B14A-1C0683875604}"/>
              </a:ext>
            </a:extLst>
          </p:cNvPr>
          <p:cNvCxnSpPr>
            <a:cxnSpLocks/>
          </p:cNvCxnSpPr>
          <p:nvPr/>
        </p:nvCxnSpPr>
        <p:spPr>
          <a:xfrm flipV="1">
            <a:off x="2967131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DC658FD9-896F-4641-8B48-78F6D57952F3}"/>
              </a:ext>
            </a:extLst>
          </p:cNvPr>
          <p:cNvCxnSpPr>
            <a:cxnSpLocks/>
          </p:cNvCxnSpPr>
          <p:nvPr/>
        </p:nvCxnSpPr>
        <p:spPr>
          <a:xfrm flipV="1">
            <a:off x="362809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extBox 187">
            <a:extLst>
              <a:ext uri="{FF2B5EF4-FFF2-40B4-BE49-F238E27FC236}">
                <a16:creationId xmlns:a16="http://schemas.microsoft.com/office/drawing/2014/main" id="{22E9554E-9C43-482E-9B93-19F7E986FF3E}"/>
              </a:ext>
            </a:extLst>
          </p:cNvPr>
          <p:cNvSpPr txBox="1"/>
          <p:nvPr/>
        </p:nvSpPr>
        <p:spPr>
          <a:xfrm>
            <a:off x="5920346" y="46903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F33DC356-C05D-4307-817A-8EBB8EA5921F}"/>
              </a:ext>
            </a:extLst>
          </p:cNvPr>
          <p:cNvCxnSpPr>
            <a:cxnSpLocks/>
          </p:cNvCxnSpPr>
          <p:nvPr/>
        </p:nvCxnSpPr>
        <p:spPr>
          <a:xfrm>
            <a:off x="3425952" y="51892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7CDF7840-364E-467C-A47B-A90647A5EF68}"/>
              </a:ext>
            </a:extLst>
          </p:cNvPr>
          <p:cNvCxnSpPr>
            <a:cxnSpLocks/>
          </p:cNvCxnSpPr>
          <p:nvPr/>
        </p:nvCxnSpPr>
        <p:spPr>
          <a:xfrm flipV="1">
            <a:off x="3822384" y="49682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6F9998EF-079F-47FB-A6AB-148095F2BAB6}"/>
              </a:ext>
            </a:extLst>
          </p:cNvPr>
          <p:cNvCxnSpPr>
            <a:cxnSpLocks/>
          </p:cNvCxnSpPr>
          <p:nvPr/>
        </p:nvCxnSpPr>
        <p:spPr>
          <a:xfrm flipV="1">
            <a:off x="4938522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Arrow: Down 191">
            <a:extLst>
              <a:ext uri="{FF2B5EF4-FFF2-40B4-BE49-F238E27FC236}">
                <a16:creationId xmlns:a16="http://schemas.microsoft.com/office/drawing/2014/main" id="{BACBBAA8-6C7D-474A-86DC-4F59E5423463}"/>
              </a:ext>
            </a:extLst>
          </p:cNvPr>
          <p:cNvSpPr/>
          <p:nvPr/>
        </p:nvSpPr>
        <p:spPr>
          <a:xfrm>
            <a:off x="4985004" y="46624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3CF56D52-7959-4839-B4B0-50335CEF7A1E}"/>
              </a:ext>
            </a:extLst>
          </p:cNvPr>
          <p:cNvSpPr txBox="1"/>
          <p:nvPr/>
        </p:nvSpPr>
        <p:spPr>
          <a:xfrm>
            <a:off x="4878645" y="431849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6.5</a:t>
            </a:r>
          </a:p>
        </p:txBody>
      </p: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042907F5-84D6-4802-8DCB-AB3D2A613DAE}"/>
              </a:ext>
            </a:extLst>
          </p:cNvPr>
          <p:cNvCxnSpPr>
            <a:cxnSpLocks/>
          </p:cNvCxnSpPr>
          <p:nvPr/>
        </p:nvCxnSpPr>
        <p:spPr>
          <a:xfrm flipV="1">
            <a:off x="4380453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26905093-2244-4CA5-88C8-A7A652D0336A}"/>
              </a:ext>
            </a:extLst>
          </p:cNvPr>
          <p:cNvCxnSpPr>
            <a:cxnSpLocks/>
          </p:cNvCxnSpPr>
          <p:nvPr/>
        </p:nvCxnSpPr>
        <p:spPr>
          <a:xfrm flipV="1">
            <a:off x="5496591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45775623-8444-4D2A-9C93-A5F492363910}"/>
              </a:ext>
            </a:extLst>
          </p:cNvPr>
          <p:cNvCxnSpPr>
            <a:cxnSpLocks/>
          </p:cNvCxnSpPr>
          <p:nvPr/>
        </p:nvCxnSpPr>
        <p:spPr>
          <a:xfrm flipV="1">
            <a:off x="5682614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60914DA4-D397-4499-84F2-C7D24DB540B3}"/>
              </a:ext>
            </a:extLst>
          </p:cNvPr>
          <p:cNvCxnSpPr>
            <a:cxnSpLocks/>
          </p:cNvCxnSpPr>
          <p:nvPr/>
        </p:nvCxnSpPr>
        <p:spPr>
          <a:xfrm flipV="1">
            <a:off x="6054660" y="49682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TextBox 197">
            <a:extLst>
              <a:ext uri="{FF2B5EF4-FFF2-40B4-BE49-F238E27FC236}">
                <a16:creationId xmlns:a16="http://schemas.microsoft.com/office/drawing/2014/main" id="{AC73772B-955D-4577-9B4A-CF828C9160BF}"/>
              </a:ext>
            </a:extLst>
          </p:cNvPr>
          <p:cNvSpPr txBox="1"/>
          <p:nvPr/>
        </p:nvSpPr>
        <p:spPr>
          <a:xfrm>
            <a:off x="3592388" y="4690348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5.8</a:t>
            </a:r>
          </a:p>
        </p:txBody>
      </p: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3371D6DB-F72A-4B22-A612-E0931F8CD19A}"/>
              </a:ext>
            </a:extLst>
          </p:cNvPr>
          <p:cNvCxnSpPr>
            <a:cxnSpLocks/>
          </p:cNvCxnSpPr>
          <p:nvPr/>
        </p:nvCxnSpPr>
        <p:spPr>
          <a:xfrm flipV="1">
            <a:off x="5868637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216939DE-6675-463B-96A9-025A9FE771AD}"/>
              </a:ext>
            </a:extLst>
          </p:cNvPr>
          <p:cNvCxnSpPr>
            <a:cxnSpLocks/>
          </p:cNvCxnSpPr>
          <p:nvPr/>
        </p:nvCxnSpPr>
        <p:spPr>
          <a:xfrm flipV="1">
            <a:off x="6240683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B2EC8C62-3905-4C3F-9A6D-920E7FD9C427}"/>
              </a:ext>
            </a:extLst>
          </p:cNvPr>
          <p:cNvCxnSpPr>
            <a:cxnSpLocks/>
          </p:cNvCxnSpPr>
          <p:nvPr/>
        </p:nvCxnSpPr>
        <p:spPr>
          <a:xfrm flipV="1">
            <a:off x="3636361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TextBox 202">
            <a:extLst>
              <a:ext uri="{FF2B5EF4-FFF2-40B4-BE49-F238E27FC236}">
                <a16:creationId xmlns:a16="http://schemas.microsoft.com/office/drawing/2014/main" id="{69B8FED9-E490-4656-AA46-5F306B4E7EDA}"/>
              </a:ext>
            </a:extLst>
          </p:cNvPr>
          <p:cNvSpPr txBox="1"/>
          <p:nvPr/>
        </p:nvSpPr>
        <p:spPr>
          <a:xfrm>
            <a:off x="7247496" y="46903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8049413A-7F9C-4891-859C-3109CFDDDB2D}"/>
              </a:ext>
            </a:extLst>
          </p:cNvPr>
          <p:cNvCxnSpPr>
            <a:cxnSpLocks/>
          </p:cNvCxnSpPr>
          <p:nvPr/>
        </p:nvCxnSpPr>
        <p:spPr>
          <a:xfrm>
            <a:off x="6710172" y="51892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B40D1736-A9A4-48AC-A169-27EEAC9104B0}"/>
              </a:ext>
            </a:extLst>
          </p:cNvPr>
          <p:cNvCxnSpPr>
            <a:cxnSpLocks/>
          </p:cNvCxnSpPr>
          <p:nvPr/>
        </p:nvCxnSpPr>
        <p:spPr>
          <a:xfrm flipV="1">
            <a:off x="7157338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8C62F060-8DA8-41DC-88CB-4AA95B84659B}"/>
              </a:ext>
            </a:extLst>
          </p:cNvPr>
          <p:cNvCxnSpPr>
            <a:cxnSpLocks/>
          </p:cNvCxnSpPr>
          <p:nvPr/>
        </p:nvCxnSpPr>
        <p:spPr>
          <a:xfrm flipV="1">
            <a:off x="8104366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Arrow: Down 206">
            <a:extLst>
              <a:ext uri="{FF2B5EF4-FFF2-40B4-BE49-F238E27FC236}">
                <a16:creationId xmlns:a16="http://schemas.microsoft.com/office/drawing/2014/main" id="{14AC37AE-4D89-4EFF-9CC1-C7DFCDB9CD8A}"/>
              </a:ext>
            </a:extLst>
          </p:cNvPr>
          <p:cNvSpPr/>
          <p:nvPr/>
        </p:nvSpPr>
        <p:spPr>
          <a:xfrm>
            <a:off x="7972044" y="46624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83C98667-89B4-470A-8101-072A25046F88}"/>
              </a:ext>
            </a:extLst>
          </p:cNvPr>
          <p:cNvSpPr txBox="1"/>
          <p:nvPr/>
        </p:nvSpPr>
        <p:spPr>
          <a:xfrm>
            <a:off x="7877114" y="431849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4.4</a:t>
            </a:r>
          </a:p>
        </p:txBody>
      </p: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9EF499E0-7B2E-41D0-9D02-7056189F06EA}"/>
              </a:ext>
            </a:extLst>
          </p:cNvPr>
          <p:cNvCxnSpPr>
            <a:cxnSpLocks/>
          </p:cNvCxnSpPr>
          <p:nvPr/>
        </p:nvCxnSpPr>
        <p:spPr>
          <a:xfrm flipV="1">
            <a:off x="7630852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69412B25-38CF-48C8-BF0F-BC2FB2365B5F}"/>
              </a:ext>
            </a:extLst>
          </p:cNvPr>
          <p:cNvCxnSpPr>
            <a:cxnSpLocks/>
          </p:cNvCxnSpPr>
          <p:nvPr/>
        </p:nvCxnSpPr>
        <p:spPr>
          <a:xfrm flipV="1">
            <a:off x="8577880" y="49682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63F402A1-3E6A-45DF-AA6D-29D7690380F4}"/>
              </a:ext>
            </a:extLst>
          </p:cNvPr>
          <p:cNvCxnSpPr>
            <a:cxnSpLocks/>
          </p:cNvCxnSpPr>
          <p:nvPr/>
        </p:nvCxnSpPr>
        <p:spPr>
          <a:xfrm flipV="1">
            <a:off x="8814637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2DFCBBCC-FEED-437D-8A59-80307E7D57D4}"/>
              </a:ext>
            </a:extLst>
          </p:cNvPr>
          <p:cNvCxnSpPr>
            <a:cxnSpLocks/>
          </p:cNvCxnSpPr>
          <p:nvPr/>
        </p:nvCxnSpPr>
        <p:spPr>
          <a:xfrm flipV="1">
            <a:off x="9288151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AC1BC460-3837-440C-AD45-E5507CAE82A4}"/>
              </a:ext>
            </a:extLst>
          </p:cNvPr>
          <p:cNvSpPr txBox="1"/>
          <p:nvPr/>
        </p:nvSpPr>
        <p:spPr>
          <a:xfrm>
            <a:off x="8423201" y="469034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</a:t>
            </a:r>
          </a:p>
        </p:txBody>
      </p: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FE6590F9-D5C5-4714-8452-86618B618CD3}"/>
              </a:ext>
            </a:extLst>
          </p:cNvPr>
          <p:cNvCxnSpPr>
            <a:cxnSpLocks/>
          </p:cNvCxnSpPr>
          <p:nvPr/>
        </p:nvCxnSpPr>
        <p:spPr>
          <a:xfrm flipV="1">
            <a:off x="9051394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56531EE2-488C-4678-BBF8-89F0A39F35C3}"/>
              </a:ext>
            </a:extLst>
          </p:cNvPr>
          <p:cNvCxnSpPr>
            <a:cxnSpLocks/>
          </p:cNvCxnSpPr>
          <p:nvPr/>
        </p:nvCxnSpPr>
        <p:spPr>
          <a:xfrm flipV="1">
            <a:off x="9524903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3E95AD15-BBF0-4FAB-91CC-57109A3800B4}"/>
              </a:ext>
            </a:extLst>
          </p:cNvPr>
          <p:cNvCxnSpPr>
            <a:cxnSpLocks/>
          </p:cNvCxnSpPr>
          <p:nvPr/>
        </p:nvCxnSpPr>
        <p:spPr>
          <a:xfrm flipV="1">
            <a:off x="6920581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TextBox 217">
            <a:extLst>
              <a:ext uri="{FF2B5EF4-FFF2-40B4-BE49-F238E27FC236}">
                <a16:creationId xmlns:a16="http://schemas.microsoft.com/office/drawing/2014/main" id="{B454C2DF-8251-4F3F-8222-6EDC62A728E6}"/>
              </a:ext>
            </a:extLst>
          </p:cNvPr>
          <p:cNvSpPr txBox="1"/>
          <p:nvPr/>
        </p:nvSpPr>
        <p:spPr>
          <a:xfrm>
            <a:off x="1637144" y="6031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CC9FF02C-85A7-4277-A982-A01A92E66B59}"/>
              </a:ext>
            </a:extLst>
          </p:cNvPr>
          <p:cNvCxnSpPr>
            <a:cxnSpLocks/>
          </p:cNvCxnSpPr>
          <p:nvPr/>
        </p:nvCxnSpPr>
        <p:spPr>
          <a:xfrm>
            <a:off x="152400" y="653034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EEEBE110-BB25-4EA3-8C53-6BF145C7FD41}"/>
              </a:ext>
            </a:extLst>
          </p:cNvPr>
          <p:cNvCxnSpPr>
            <a:cxnSpLocks/>
          </p:cNvCxnSpPr>
          <p:nvPr/>
        </p:nvCxnSpPr>
        <p:spPr>
          <a:xfrm flipV="1">
            <a:off x="599566" y="6405684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F3A26922-31A2-45B9-B0A0-6113F59E96E5}"/>
              </a:ext>
            </a:extLst>
          </p:cNvPr>
          <p:cNvCxnSpPr>
            <a:cxnSpLocks/>
          </p:cNvCxnSpPr>
          <p:nvPr/>
        </p:nvCxnSpPr>
        <p:spPr>
          <a:xfrm flipV="1">
            <a:off x="1546594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Arrow: Down 221">
            <a:extLst>
              <a:ext uri="{FF2B5EF4-FFF2-40B4-BE49-F238E27FC236}">
                <a16:creationId xmlns:a16="http://schemas.microsoft.com/office/drawing/2014/main" id="{F17AF4EA-F1CB-46A1-AB46-AE47ED94C73F}"/>
              </a:ext>
            </a:extLst>
          </p:cNvPr>
          <p:cNvSpPr/>
          <p:nvPr/>
        </p:nvSpPr>
        <p:spPr>
          <a:xfrm>
            <a:off x="949452" y="600357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EBF80840-9EC1-46E8-94B4-174DB09F82F3}"/>
              </a:ext>
            </a:extLst>
          </p:cNvPr>
          <p:cNvSpPr txBox="1"/>
          <p:nvPr/>
        </p:nvSpPr>
        <p:spPr>
          <a:xfrm>
            <a:off x="843092" y="5659612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5.6</a:t>
            </a:r>
          </a:p>
        </p:txBody>
      </p: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305AF103-36E3-4FC0-BC34-9584FE86355C}"/>
              </a:ext>
            </a:extLst>
          </p:cNvPr>
          <p:cNvCxnSpPr>
            <a:cxnSpLocks/>
          </p:cNvCxnSpPr>
          <p:nvPr/>
        </p:nvCxnSpPr>
        <p:spPr>
          <a:xfrm flipV="1">
            <a:off x="1073080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5069D371-C119-40EA-A236-CB438C9746D1}"/>
              </a:ext>
            </a:extLst>
          </p:cNvPr>
          <p:cNvCxnSpPr>
            <a:cxnSpLocks/>
          </p:cNvCxnSpPr>
          <p:nvPr/>
        </p:nvCxnSpPr>
        <p:spPr>
          <a:xfrm flipV="1">
            <a:off x="2020108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C0807A51-5105-4A9F-BF80-18750378C43A}"/>
              </a:ext>
            </a:extLst>
          </p:cNvPr>
          <p:cNvCxnSpPr>
            <a:cxnSpLocks/>
          </p:cNvCxnSpPr>
          <p:nvPr/>
        </p:nvCxnSpPr>
        <p:spPr>
          <a:xfrm flipV="1">
            <a:off x="2256865" y="630936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1EDF43BF-FD3E-41AE-9601-DB6EF4FA34DC}"/>
              </a:ext>
            </a:extLst>
          </p:cNvPr>
          <p:cNvCxnSpPr>
            <a:cxnSpLocks/>
          </p:cNvCxnSpPr>
          <p:nvPr/>
        </p:nvCxnSpPr>
        <p:spPr>
          <a:xfrm flipV="1">
            <a:off x="2730379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TextBox 227">
            <a:extLst>
              <a:ext uri="{FF2B5EF4-FFF2-40B4-BE49-F238E27FC236}">
                <a16:creationId xmlns:a16="http://schemas.microsoft.com/office/drawing/2014/main" id="{0C8A6652-8814-4C92-8191-3DB0BA475723}"/>
              </a:ext>
            </a:extLst>
          </p:cNvPr>
          <p:cNvSpPr txBox="1"/>
          <p:nvPr/>
        </p:nvSpPr>
        <p:spPr>
          <a:xfrm>
            <a:off x="2017334" y="6031468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7.8</a:t>
            </a:r>
          </a:p>
        </p:txBody>
      </p: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2AA1A9B7-5AC7-4277-AC17-C6EDA020EBF6}"/>
              </a:ext>
            </a:extLst>
          </p:cNvPr>
          <p:cNvCxnSpPr>
            <a:cxnSpLocks/>
          </p:cNvCxnSpPr>
          <p:nvPr/>
        </p:nvCxnSpPr>
        <p:spPr>
          <a:xfrm flipV="1">
            <a:off x="2493622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265FF2FC-4B49-498F-BA69-57A582855CCD}"/>
              </a:ext>
            </a:extLst>
          </p:cNvPr>
          <p:cNvCxnSpPr>
            <a:cxnSpLocks/>
          </p:cNvCxnSpPr>
          <p:nvPr/>
        </p:nvCxnSpPr>
        <p:spPr>
          <a:xfrm flipV="1">
            <a:off x="2967131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0D9CCEEC-F970-4376-92E0-F11C47E962C9}"/>
              </a:ext>
            </a:extLst>
          </p:cNvPr>
          <p:cNvCxnSpPr>
            <a:cxnSpLocks/>
          </p:cNvCxnSpPr>
          <p:nvPr/>
        </p:nvCxnSpPr>
        <p:spPr>
          <a:xfrm flipV="1">
            <a:off x="362809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TextBox 232">
            <a:extLst>
              <a:ext uri="{FF2B5EF4-FFF2-40B4-BE49-F238E27FC236}">
                <a16:creationId xmlns:a16="http://schemas.microsoft.com/office/drawing/2014/main" id="{ECECE8C5-6698-46FA-B147-B8D4FEF5C2F9}"/>
              </a:ext>
            </a:extLst>
          </p:cNvPr>
          <p:cNvSpPr txBox="1"/>
          <p:nvPr/>
        </p:nvSpPr>
        <p:spPr>
          <a:xfrm>
            <a:off x="3800983" y="6031468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0.1</a:t>
            </a:r>
          </a:p>
        </p:txBody>
      </p: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A343C57E-D9B1-4C2A-AA98-A40F9F8C88BA}"/>
              </a:ext>
            </a:extLst>
          </p:cNvPr>
          <p:cNvCxnSpPr>
            <a:cxnSpLocks/>
          </p:cNvCxnSpPr>
          <p:nvPr/>
        </p:nvCxnSpPr>
        <p:spPr>
          <a:xfrm>
            <a:off x="3425952" y="653034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7F058812-7E4E-403F-A99A-67AA6EC7F5CD}"/>
              </a:ext>
            </a:extLst>
          </p:cNvPr>
          <p:cNvCxnSpPr>
            <a:cxnSpLocks/>
          </p:cNvCxnSpPr>
          <p:nvPr/>
        </p:nvCxnSpPr>
        <p:spPr>
          <a:xfrm flipV="1">
            <a:off x="4237357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46502562-AE7D-4884-AB05-A9DD26C9488A}"/>
              </a:ext>
            </a:extLst>
          </p:cNvPr>
          <p:cNvCxnSpPr>
            <a:cxnSpLocks/>
          </p:cNvCxnSpPr>
          <p:nvPr/>
        </p:nvCxnSpPr>
        <p:spPr>
          <a:xfrm flipV="1">
            <a:off x="5038685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Arrow: Down 236">
            <a:extLst>
              <a:ext uri="{FF2B5EF4-FFF2-40B4-BE49-F238E27FC236}">
                <a16:creationId xmlns:a16="http://schemas.microsoft.com/office/drawing/2014/main" id="{1316DFB7-0DB3-4D1D-B483-74C69575EB74}"/>
              </a:ext>
            </a:extLst>
          </p:cNvPr>
          <p:cNvSpPr/>
          <p:nvPr/>
        </p:nvSpPr>
        <p:spPr>
          <a:xfrm>
            <a:off x="4885944" y="600357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DD6FD0B8-894A-4B45-888C-B156988FB701}"/>
              </a:ext>
            </a:extLst>
          </p:cNvPr>
          <p:cNvSpPr txBox="1"/>
          <p:nvPr/>
        </p:nvSpPr>
        <p:spPr>
          <a:xfrm>
            <a:off x="4779584" y="565961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0.4</a:t>
            </a:r>
          </a:p>
        </p:txBody>
      </p: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3892B598-FEEA-47D6-AC88-C7D2E3882352}"/>
              </a:ext>
            </a:extLst>
          </p:cNvPr>
          <p:cNvCxnSpPr>
            <a:cxnSpLocks/>
          </p:cNvCxnSpPr>
          <p:nvPr/>
        </p:nvCxnSpPr>
        <p:spPr>
          <a:xfrm flipV="1">
            <a:off x="5439349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9FC282B5-365E-4E3F-9322-B5B75F823676}"/>
              </a:ext>
            </a:extLst>
          </p:cNvPr>
          <p:cNvCxnSpPr>
            <a:cxnSpLocks/>
          </p:cNvCxnSpPr>
          <p:nvPr/>
        </p:nvCxnSpPr>
        <p:spPr>
          <a:xfrm flipV="1">
            <a:off x="5639681" y="630936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314C9C2C-8EBC-43ED-8C19-CFF01578FCD7}"/>
              </a:ext>
            </a:extLst>
          </p:cNvPr>
          <p:cNvCxnSpPr>
            <a:cxnSpLocks/>
          </p:cNvCxnSpPr>
          <p:nvPr/>
        </p:nvCxnSpPr>
        <p:spPr>
          <a:xfrm flipV="1">
            <a:off x="6040345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TextBox 242">
            <a:extLst>
              <a:ext uri="{FF2B5EF4-FFF2-40B4-BE49-F238E27FC236}">
                <a16:creationId xmlns:a16="http://schemas.microsoft.com/office/drawing/2014/main" id="{EE8F50B8-ED2B-422D-A71A-4A044858E2E4}"/>
              </a:ext>
            </a:extLst>
          </p:cNvPr>
          <p:cNvSpPr txBox="1"/>
          <p:nvPr/>
        </p:nvSpPr>
        <p:spPr>
          <a:xfrm>
            <a:off x="5405948" y="6031468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0.5</a:t>
            </a:r>
          </a:p>
        </p:txBody>
      </p:sp>
      <p:cxnSp>
        <p:nvCxnSpPr>
          <p:cNvPr id="244" name="Straight Connector 243">
            <a:extLst>
              <a:ext uri="{FF2B5EF4-FFF2-40B4-BE49-F238E27FC236}">
                <a16:creationId xmlns:a16="http://schemas.microsoft.com/office/drawing/2014/main" id="{FF922268-43D3-4980-A1B0-CF2E273CB5F8}"/>
              </a:ext>
            </a:extLst>
          </p:cNvPr>
          <p:cNvCxnSpPr>
            <a:cxnSpLocks/>
          </p:cNvCxnSpPr>
          <p:nvPr/>
        </p:nvCxnSpPr>
        <p:spPr>
          <a:xfrm flipV="1">
            <a:off x="584001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E190C9E8-E131-4979-AEF8-607896B0A390}"/>
              </a:ext>
            </a:extLst>
          </p:cNvPr>
          <p:cNvCxnSpPr>
            <a:cxnSpLocks/>
          </p:cNvCxnSpPr>
          <p:nvPr/>
        </p:nvCxnSpPr>
        <p:spPr>
          <a:xfrm flipV="1">
            <a:off x="624068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948F152B-B15B-4FE1-B4C8-1D7C604F0F8F}"/>
              </a:ext>
            </a:extLst>
          </p:cNvPr>
          <p:cNvCxnSpPr>
            <a:cxnSpLocks/>
          </p:cNvCxnSpPr>
          <p:nvPr/>
        </p:nvCxnSpPr>
        <p:spPr>
          <a:xfrm flipV="1">
            <a:off x="3636361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TextBox 247">
            <a:extLst>
              <a:ext uri="{FF2B5EF4-FFF2-40B4-BE49-F238E27FC236}">
                <a16:creationId xmlns:a16="http://schemas.microsoft.com/office/drawing/2014/main" id="{B94CF3B5-6895-47B1-B9BD-AC2C408B3031}"/>
              </a:ext>
            </a:extLst>
          </p:cNvPr>
          <p:cNvSpPr txBox="1"/>
          <p:nvPr/>
        </p:nvSpPr>
        <p:spPr>
          <a:xfrm>
            <a:off x="8287893" y="6031468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5.3</a:t>
            </a:r>
          </a:p>
        </p:txBody>
      </p:sp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C9146AD6-7D18-4A2A-ADBF-7F4C0AC7243C}"/>
              </a:ext>
            </a:extLst>
          </p:cNvPr>
          <p:cNvCxnSpPr>
            <a:cxnSpLocks/>
          </p:cNvCxnSpPr>
          <p:nvPr/>
        </p:nvCxnSpPr>
        <p:spPr>
          <a:xfrm>
            <a:off x="6710172" y="653034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FDEC104E-E366-4D5A-AEE3-3E343293C4E7}"/>
              </a:ext>
            </a:extLst>
          </p:cNvPr>
          <p:cNvCxnSpPr>
            <a:cxnSpLocks/>
          </p:cNvCxnSpPr>
          <p:nvPr/>
        </p:nvCxnSpPr>
        <p:spPr>
          <a:xfrm flipV="1">
            <a:off x="712091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F268AB4C-6D61-487D-8FAA-8F27845D00BC}"/>
              </a:ext>
            </a:extLst>
          </p:cNvPr>
          <p:cNvCxnSpPr>
            <a:cxnSpLocks/>
          </p:cNvCxnSpPr>
          <p:nvPr/>
        </p:nvCxnSpPr>
        <p:spPr>
          <a:xfrm flipV="1">
            <a:off x="7922241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Arrow: Down 251">
            <a:extLst>
              <a:ext uri="{FF2B5EF4-FFF2-40B4-BE49-F238E27FC236}">
                <a16:creationId xmlns:a16="http://schemas.microsoft.com/office/drawing/2014/main" id="{0BEBA6D4-D8E7-4420-ACF5-57EB169F147F}"/>
              </a:ext>
            </a:extLst>
          </p:cNvPr>
          <p:cNvSpPr/>
          <p:nvPr/>
        </p:nvSpPr>
        <p:spPr>
          <a:xfrm>
            <a:off x="7385304" y="600357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13AA09C9-C529-485F-88BE-340482384A2E}"/>
              </a:ext>
            </a:extLst>
          </p:cNvPr>
          <p:cNvSpPr txBox="1"/>
          <p:nvPr/>
        </p:nvSpPr>
        <p:spPr>
          <a:xfrm>
            <a:off x="7220435" y="565961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3.55</a:t>
            </a:r>
          </a:p>
        </p:txBody>
      </p: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A5014F00-B4E4-4860-A6AF-9A29069246A8}"/>
              </a:ext>
            </a:extLst>
          </p:cNvPr>
          <p:cNvCxnSpPr>
            <a:cxnSpLocks/>
          </p:cNvCxnSpPr>
          <p:nvPr/>
        </p:nvCxnSpPr>
        <p:spPr>
          <a:xfrm flipV="1">
            <a:off x="7521577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90B4BD0D-F4EB-43C9-87BC-1555FDECD825}"/>
              </a:ext>
            </a:extLst>
          </p:cNvPr>
          <p:cNvCxnSpPr>
            <a:cxnSpLocks/>
          </p:cNvCxnSpPr>
          <p:nvPr/>
        </p:nvCxnSpPr>
        <p:spPr>
          <a:xfrm flipV="1">
            <a:off x="8322905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D3EDB69F-8EF6-45B4-BA33-F20A45179964}"/>
              </a:ext>
            </a:extLst>
          </p:cNvPr>
          <p:cNvCxnSpPr>
            <a:cxnSpLocks/>
          </p:cNvCxnSpPr>
          <p:nvPr/>
        </p:nvCxnSpPr>
        <p:spPr>
          <a:xfrm flipV="1">
            <a:off x="8723569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29C6BDFD-BEDD-431E-9EDE-7BCF3507297E}"/>
              </a:ext>
            </a:extLst>
          </p:cNvPr>
          <p:cNvCxnSpPr>
            <a:cxnSpLocks/>
          </p:cNvCxnSpPr>
          <p:nvPr/>
        </p:nvCxnSpPr>
        <p:spPr>
          <a:xfrm flipV="1">
            <a:off x="9324565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TextBox 258">
            <a:extLst>
              <a:ext uri="{FF2B5EF4-FFF2-40B4-BE49-F238E27FC236}">
                <a16:creationId xmlns:a16="http://schemas.microsoft.com/office/drawing/2014/main" id="{9F375FD1-3762-4677-BAA9-DCB86D724B8F}"/>
              </a:ext>
            </a:extLst>
          </p:cNvPr>
          <p:cNvSpPr txBox="1"/>
          <p:nvPr/>
        </p:nvSpPr>
        <p:spPr>
          <a:xfrm>
            <a:off x="8768641" y="603146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</a:t>
            </a:r>
          </a:p>
        </p:txBody>
      </p: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3EE5C9A7-AC75-46CE-8EBD-1AE0217C8895}"/>
              </a:ext>
            </a:extLst>
          </p:cNvPr>
          <p:cNvCxnSpPr>
            <a:cxnSpLocks/>
          </p:cNvCxnSpPr>
          <p:nvPr/>
        </p:nvCxnSpPr>
        <p:spPr>
          <a:xfrm flipV="1">
            <a:off x="912423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Connector 260">
            <a:extLst>
              <a:ext uri="{FF2B5EF4-FFF2-40B4-BE49-F238E27FC236}">
                <a16:creationId xmlns:a16="http://schemas.microsoft.com/office/drawing/2014/main" id="{A022882A-EE74-459D-A31F-24DBDC0EA5E9}"/>
              </a:ext>
            </a:extLst>
          </p:cNvPr>
          <p:cNvCxnSpPr>
            <a:cxnSpLocks/>
          </p:cNvCxnSpPr>
          <p:nvPr/>
        </p:nvCxnSpPr>
        <p:spPr>
          <a:xfrm flipV="1">
            <a:off x="952490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261">
            <a:extLst>
              <a:ext uri="{FF2B5EF4-FFF2-40B4-BE49-F238E27FC236}">
                <a16:creationId xmlns:a16="http://schemas.microsoft.com/office/drawing/2014/main" id="{D34F054E-D665-4AC0-BA3C-441F57179760}"/>
              </a:ext>
            </a:extLst>
          </p:cNvPr>
          <p:cNvCxnSpPr>
            <a:cxnSpLocks/>
          </p:cNvCxnSpPr>
          <p:nvPr/>
        </p:nvCxnSpPr>
        <p:spPr>
          <a:xfrm flipV="1">
            <a:off x="6920581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F617DE81-33A3-46D5-B841-B8B33A429398}"/>
              </a:ext>
            </a:extLst>
          </p:cNvPr>
          <p:cNvCxnSpPr>
            <a:cxnSpLocks/>
          </p:cNvCxnSpPr>
          <p:nvPr/>
        </p:nvCxnSpPr>
        <p:spPr>
          <a:xfrm flipV="1">
            <a:off x="57983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25531C52-35E8-4F7E-B488-655B9D69F7F6}"/>
              </a:ext>
            </a:extLst>
          </p:cNvPr>
          <p:cNvCxnSpPr>
            <a:cxnSpLocks/>
          </p:cNvCxnSpPr>
          <p:nvPr/>
        </p:nvCxnSpPr>
        <p:spPr>
          <a:xfrm flipV="1">
            <a:off x="796863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id="{01D27054-447B-421D-9836-C8F76309D6F9}"/>
              </a:ext>
            </a:extLst>
          </p:cNvPr>
          <p:cNvCxnSpPr>
            <a:cxnSpLocks/>
          </p:cNvCxnSpPr>
          <p:nvPr/>
        </p:nvCxnSpPr>
        <p:spPr>
          <a:xfrm flipV="1">
            <a:off x="1230917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Straight Connector 278">
            <a:extLst>
              <a:ext uri="{FF2B5EF4-FFF2-40B4-BE49-F238E27FC236}">
                <a16:creationId xmlns:a16="http://schemas.microsoft.com/office/drawing/2014/main" id="{35A2FD92-0378-4F10-A0A3-B8DDFB87DBC7}"/>
              </a:ext>
            </a:extLst>
          </p:cNvPr>
          <p:cNvCxnSpPr>
            <a:cxnSpLocks/>
          </p:cNvCxnSpPr>
          <p:nvPr/>
        </p:nvCxnSpPr>
        <p:spPr>
          <a:xfrm flipV="1">
            <a:off x="166497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Straight Connector 280">
            <a:extLst>
              <a:ext uri="{FF2B5EF4-FFF2-40B4-BE49-F238E27FC236}">
                <a16:creationId xmlns:a16="http://schemas.microsoft.com/office/drawing/2014/main" id="{D2ABEE2F-5180-443A-A4A1-5883C2730475}"/>
              </a:ext>
            </a:extLst>
          </p:cNvPr>
          <p:cNvCxnSpPr>
            <a:cxnSpLocks/>
          </p:cNvCxnSpPr>
          <p:nvPr/>
        </p:nvCxnSpPr>
        <p:spPr>
          <a:xfrm flipV="1">
            <a:off x="5426831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9896F066-79F4-4624-8063-C9292852FEC5}"/>
              </a:ext>
            </a:extLst>
          </p:cNvPr>
          <p:cNvCxnSpPr>
            <a:cxnSpLocks/>
          </p:cNvCxnSpPr>
          <p:nvPr/>
        </p:nvCxnSpPr>
        <p:spPr>
          <a:xfrm flipV="1">
            <a:off x="510129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Straight Connector 282">
            <a:extLst>
              <a:ext uri="{FF2B5EF4-FFF2-40B4-BE49-F238E27FC236}">
                <a16:creationId xmlns:a16="http://schemas.microsoft.com/office/drawing/2014/main" id="{EF5B6A98-1F0D-4793-9DFB-D2CF2CEFFB27}"/>
              </a:ext>
            </a:extLst>
          </p:cNvPr>
          <p:cNvCxnSpPr>
            <a:cxnSpLocks/>
          </p:cNvCxnSpPr>
          <p:nvPr/>
        </p:nvCxnSpPr>
        <p:spPr>
          <a:xfrm flipV="1">
            <a:off x="477575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Connector 283">
            <a:extLst>
              <a:ext uri="{FF2B5EF4-FFF2-40B4-BE49-F238E27FC236}">
                <a16:creationId xmlns:a16="http://schemas.microsoft.com/office/drawing/2014/main" id="{0BE0A132-30AE-40AC-B801-797E78FD0C38}"/>
              </a:ext>
            </a:extLst>
          </p:cNvPr>
          <p:cNvCxnSpPr>
            <a:cxnSpLocks/>
          </p:cNvCxnSpPr>
          <p:nvPr/>
        </p:nvCxnSpPr>
        <p:spPr>
          <a:xfrm flipV="1">
            <a:off x="428744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Straight Connector 284">
            <a:extLst>
              <a:ext uri="{FF2B5EF4-FFF2-40B4-BE49-F238E27FC236}">
                <a16:creationId xmlns:a16="http://schemas.microsoft.com/office/drawing/2014/main" id="{935A86B0-88EC-480E-97BD-FF7669FA70AE}"/>
              </a:ext>
            </a:extLst>
          </p:cNvPr>
          <p:cNvCxnSpPr>
            <a:cxnSpLocks/>
          </p:cNvCxnSpPr>
          <p:nvPr/>
        </p:nvCxnSpPr>
        <p:spPr>
          <a:xfrm flipV="1">
            <a:off x="412467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07EB0E8F-ECDC-4CC2-9F48-A930FEED2511}"/>
              </a:ext>
            </a:extLst>
          </p:cNvPr>
          <p:cNvCxnSpPr>
            <a:cxnSpLocks/>
          </p:cNvCxnSpPr>
          <p:nvPr/>
        </p:nvCxnSpPr>
        <p:spPr>
          <a:xfrm flipV="1">
            <a:off x="526406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9BD89C36-C0EA-4457-9506-57DF84076607}"/>
              </a:ext>
            </a:extLst>
          </p:cNvPr>
          <p:cNvCxnSpPr>
            <a:cxnSpLocks/>
          </p:cNvCxnSpPr>
          <p:nvPr/>
        </p:nvCxnSpPr>
        <p:spPr>
          <a:xfrm flipV="1">
            <a:off x="493852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84FC1C2A-DE10-4855-88AA-912129DECCD7}"/>
              </a:ext>
            </a:extLst>
          </p:cNvPr>
          <p:cNvCxnSpPr>
            <a:cxnSpLocks/>
          </p:cNvCxnSpPr>
          <p:nvPr/>
        </p:nvCxnSpPr>
        <p:spPr>
          <a:xfrm flipV="1">
            <a:off x="461298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B8737BF2-CF3D-475E-BEF6-AC52A3167F2D}"/>
              </a:ext>
            </a:extLst>
          </p:cNvPr>
          <p:cNvCxnSpPr>
            <a:cxnSpLocks/>
          </p:cNvCxnSpPr>
          <p:nvPr/>
        </p:nvCxnSpPr>
        <p:spPr>
          <a:xfrm flipV="1">
            <a:off x="7521577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F7F22526-525E-4EA8-A8FE-DBA6476EFD07}"/>
              </a:ext>
            </a:extLst>
          </p:cNvPr>
          <p:cNvCxnSpPr>
            <a:cxnSpLocks/>
          </p:cNvCxnSpPr>
          <p:nvPr/>
        </p:nvCxnSpPr>
        <p:spPr>
          <a:xfrm flipV="1">
            <a:off x="7721909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F7F066EF-27A5-4E30-A8EF-91A7CB6EEF10}"/>
              </a:ext>
            </a:extLst>
          </p:cNvPr>
          <p:cNvCxnSpPr>
            <a:cxnSpLocks/>
          </p:cNvCxnSpPr>
          <p:nvPr/>
        </p:nvCxnSpPr>
        <p:spPr>
          <a:xfrm flipV="1">
            <a:off x="8122573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849CEE06-0A9B-4414-8D3B-6F18BA374263}"/>
              </a:ext>
            </a:extLst>
          </p:cNvPr>
          <p:cNvCxnSpPr>
            <a:cxnSpLocks/>
          </p:cNvCxnSpPr>
          <p:nvPr/>
        </p:nvCxnSpPr>
        <p:spPr>
          <a:xfrm flipV="1">
            <a:off x="8322905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AA22140B-BF43-4457-8EBF-8CBFA5911B4F}"/>
              </a:ext>
            </a:extLst>
          </p:cNvPr>
          <p:cNvCxnSpPr>
            <a:cxnSpLocks/>
          </p:cNvCxnSpPr>
          <p:nvPr/>
        </p:nvCxnSpPr>
        <p:spPr>
          <a:xfrm flipV="1">
            <a:off x="8723569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40D96B0E-2535-4D81-A469-AA111E0BB9CE}"/>
              </a:ext>
            </a:extLst>
          </p:cNvPr>
          <p:cNvCxnSpPr>
            <a:cxnSpLocks/>
          </p:cNvCxnSpPr>
          <p:nvPr/>
        </p:nvCxnSpPr>
        <p:spPr>
          <a:xfrm flipV="1">
            <a:off x="88367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Straight Connector 294">
            <a:extLst>
              <a:ext uri="{FF2B5EF4-FFF2-40B4-BE49-F238E27FC236}">
                <a16:creationId xmlns:a16="http://schemas.microsoft.com/office/drawing/2014/main" id="{B18BD329-0479-43DF-81E3-FD973F00B5C4}"/>
              </a:ext>
            </a:extLst>
          </p:cNvPr>
          <p:cNvCxnSpPr>
            <a:cxnSpLocks/>
          </p:cNvCxnSpPr>
          <p:nvPr/>
        </p:nvCxnSpPr>
        <p:spPr>
          <a:xfrm flipV="1">
            <a:off x="1144105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Straight Connector 295">
            <a:extLst>
              <a:ext uri="{FF2B5EF4-FFF2-40B4-BE49-F238E27FC236}">
                <a16:creationId xmlns:a16="http://schemas.microsoft.com/office/drawing/2014/main" id="{AD1C2160-62D9-4183-9A96-C04855B2B207}"/>
              </a:ext>
            </a:extLst>
          </p:cNvPr>
          <p:cNvCxnSpPr>
            <a:cxnSpLocks/>
          </p:cNvCxnSpPr>
          <p:nvPr/>
        </p:nvCxnSpPr>
        <p:spPr>
          <a:xfrm flipV="1">
            <a:off x="4109875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D4F525E0-ACCC-4B72-BC99-1CC39E1BC126}"/>
              </a:ext>
            </a:extLst>
          </p:cNvPr>
          <p:cNvCxnSpPr>
            <a:cxnSpLocks/>
          </p:cNvCxnSpPr>
          <p:nvPr/>
        </p:nvCxnSpPr>
        <p:spPr>
          <a:xfrm flipV="1">
            <a:off x="4583389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Straight Connector 297">
            <a:extLst>
              <a:ext uri="{FF2B5EF4-FFF2-40B4-BE49-F238E27FC236}">
                <a16:creationId xmlns:a16="http://schemas.microsoft.com/office/drawing/2014/main" id="{3B17D4FC-220C-4FBF-B46E-449C131B1A69}"/>
              </a:ext>
            </a:extLst>
          </p:cNvPr>
          <p:cNvCxnSpPr>
            <a:cxnSpLocks/>
          </p:cNvCxnSpPr>
          <p:nvPr/>
        </p:nvCxnSpPr>
        <p:spPr>
          <a:xfrm flipV="1">
            <a:off x="505690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A6660649-F885-4C4F-BAD4-4B9E13432909}"/>
              </a:ext>
            </a:extLst>
          </p:cNvPr>
          <p:cNvCxnSpPr>
            <a:cxnSpLocks/>
          </p:cNvCxnSpPr>
          <p:nvPr/>
        </p:nvCxnSpPr>
        <p:spPr>
          <a:xfrm flipV="1">
            <a:off x="726782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Straight Connector 299">
            <a:extLst>
              <a:ext uri="{FF2B5EF4-FFF2-40B4-BE49-F238E27FC236}">
                <a16:creationId xmlns:a16="http://schemas.microsoft.com/office/drawing/2014/main" id="{6E72CB9A-E4DD-41D7-9B2F-4849FC89ECBC}"/>
              </a:ext>
            </a:extLst>
          </p:cNvPr>
          <p:cNvCxnSpPr>
            <a:cxnSpLocks/>
          </p:cNvCxnSpPr>
          <p:nvPr/>
        </p:nvCxnSpPr>
        <p:spPr>
          <a:xfrm flipV="1">
            <a:off x="7615065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Straight Connector 300">
            <a:extLst>
              <a:ext uri="{FF2B5EF4-FFF2-40B4-BE49-F238E27FC236}">
                <a16:creationId xmlns:a16="http://schemas.microsoft.com/office/drawing/2014/main" id="{6E8C4220-3CB6-4EBC-AD3A-53F374474C9F}"/>
              </a:ext>
            </a:extLst>
          </p:cNvPr>
          <p:cNvCxnSpPr>
            <a:cxnSpLocks/>
          </p:cNvCxnSpPr>
          <p:nvPr/>
        </p:nvCxnSpPr>
        <p:spPr>
          <a:xfrm flipV="1">
            <a:off x="7962307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Connector 302">
            <a:extLst>
              <a:ext uri="{FF2B5EF4-FFF2-40B4-BE49-F238E27FC236}">
                <a16:creationId xmlns:a16="http://schemas.microsoft.com/office/drawing/2014/main" id="{9B157459-2E26-4639-9D04-070B7F3937B4}"/>
              </a:ext>
            </a:extLst>
          </p:cNvPr>
          <p:cNvCxnSpPr>
            <a:cxnSpLocks/>
          </p:cNvCxnSpPr>
          <p:nvPr/>
        </p:nvCxnSpPr>
        <p:spPr>
          <a:xfrm flipV="1">
            <a:off x="8309549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Connector 303">
            <a:extLst>
              <a:ext uri="{FF2B5EF4-FFF2-40B4-BE49-F238E27FC236}">
                <a16:creationId xmlns:a16="http://schemas.microsoft.com/office/drawing/2014/main" id="{E1BEB3C1-6F06-4E2D-A1D3-F905EEE09C91}"/>
              </a:ext>
            </a:extLst>
          </p:cNvPr>
          <p:cNvCxnSpPr>
            <a:cxnSpLocks/>
          </p:cNvCxnSpPr>
          <p:nvPr/>
        </p:nvCxnSpPr>
        <p:spPr>
          <a:xfrm flipV="1">
            <a:off x="8656791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Straight Connector 304">
            <a:extLst>
              <a:ext uri="{FF2B5EF4-FFF2-40B4-BE49-F238E27FC236}">
                <a16:creationId xmlns:a16="http://schemas.microsoft.com/office/drawing/2014/main" id="{42BD691A-76A3-4FDE-802B-F5F629A25F06}"/>
              </a:ext>
            </a:extLst>
          </p:cNvPr>
          <p:cNvCxnSpPr>
            <a:cxnSpLocks/>
          </p:cNvCxnSpPr>
          <p:nvPr/>
        </p:nvCxnSpPr>
        <p:spPr>
          <a:xfrm flipV="1">
            <a:off x="9004033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Straight Connector 305">
            <a:extLst>
              <a:ext uri="{FF2B5EF4-FFF2-40B4-BE49-F238E27FC236}">
                <a16:creationId xmlns:a16="http://schemas.microsoft.com/office/drawing/2014/main" id="{FA803C3C-2764-4B4D-9D4B-944A9969BCC2}"/>
              </a:ext>
            </a:extLst>
          </p:cNvPr>
          <p:cNvCxnSpPr>
            <a:cxnSpLocks/>
          </p:cNvCxnSpPr>
          <p:nvPr/>
        </p:nvCxnSpPr>
        <p:spPr>
          <a:xfrm flipV="1">
            <a:off x="8483170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Straight Connector 306">
            <a:extLst>
              <a:ext uri="{FF2B5EF4-FFF2-40B4-BE49-F238E27FC236}">
                <a16:creationId xmlns:a16="http://schemas.microsoft.com/office/drawing/2014/main" id="{24E51F52-5C29-40BF-B748-604D290DAB48}"/>
              </a:ext>
            </a:extLst>
          </p:cNvPr>
          <p:cNvCxnSpPr>
            <a:cxnSpLocks/>
          </p:cNvCxnSpPr>
          <p:nvPr/>
        </p:nvCxnSpPr>
        <p:spPr>
          <a:xfrm flipV="1">
            <a:off x="796863" y="49682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Straight Connector 307">
            <a:extLst>
              <a:ext uri="{FF2B5EF4-FFF2-40B4-BE49-F238E27FC236}">
                <a16:creationId xmlns:a16="http://schemas.microsoft.com/office/drawing/2014/main" id="{1CE76CCE-74C8-4998-8C05-DEC2E7278C47}"/>
              </a:ext>
            </a:extLst>
          </p:cNvPr>
          <p:cNvCxnSpPr>
            <a:cxnSpLocks/>
          </p:cNvCxnSpPr>
          <p:nvPr/>
        </p:nvCxnSpPr>
        <p:spPr>
          <a:xfrm flipV="1">
            <a:off x="1013890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308">
            <a:extLst>
              <a:ext uri="{FF2B5EF4-FFF2-40B4-BE49-F238E27FC236}">
                <a16:creationId xmlns:a16="http://schemas.microsoft.com/office/drawing/2014/main" id="{A8B4FCF4-A992-44DD-B044-D1C48E936227}"/>
              </a:ext>
            </a:extLst>
          </p:cNvPr>
          <p:cNvCxnSpPr>
            <a:cxnSpLocks/>
          </p:cNvCxnSpPr>
          <p:nvPr/>
        </p:nvCxnSpPr>
        <p:spPr>
          <a:xfrm flipV="1">
            <a:off x="1230917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Straight Connector 309">
            <a:extLst>
              <a:ext uri="{FF2B5EF4-FFF2-40B4-BE49-F238E27FC236}">
                <a16:creationId xmlns:a16="http://schemas.microsoft.com/office/drawing/2014/main" id="{F6F28717-B98E-45D7-88D8-E51FA14B0028}"/>
              </a:ext>
            </a:extLst>
          </p:cNvPr>
          <p:cNvCxnSpPr>
            <a:cxnSpLocks/>
          </p:cNvCxnSpPr>
          <p:nvPr/>
        </p:nvCxnSpPr>
        <p:spPr>
          <a:xfrm flipV="1">
            <a:off x="1664971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1" name="TextBox 310">
            <a:extLst>
              <a:ext uri="{FF2B5EF4-FFF2-40B4-BE49-F238E27FC236}">
                <a16:creationId xmlns:a16="http://schemas.microsoft.com/office/drawing/2014/main" id="{CACB87D8-EDF9-4CE3-A00C-3537B16D6397}"/>
              </a:ext>
            </a:extLst>
          </p:cNvPr>
          <p:cNvSpPr txBox="1"/>
          <p:nvPr/>
        </p:nvSpPr>
        <p:spPr>
          <a:xfrm>
            <a:off x="2388984" y="46903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953A0F2D-5B1D-48E5-9FDB-09CE97A4B316}"/>
              </a:ext>
            </a:extLst>
          </p:cNvPr>
          <p:cNvCxnSpPr>
            <a:cxnSpLocks/>
          </p:cNvCxnSpPr>
          <p:nvPr/>
        </p:nvCxnSpPr>
        <p:spPr>
          <a:xfrm flipV="1">
            <a:off x="4008407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Straight Connector 312">
            <a:extLst>
              <a:ext uri="{FF2B5EF4-FFF2-40B4-BE49-F238E27FC236}">
                <a16:creationId xmlns:a16="http://schemas.microsoft.com/office/drawing/2014/main" id="{EC45C0A9-C6C9-45DB-A1B0-D3998C9773C0}"/>
              </a:ext>
            </a:extLst>
          </p:cNvPr>
          <p:cNvCxnSpPr>
            <a:cxnSpLocks/>
          </p:cNvCxnSpPr>
          <p:nvPr/>
        </p:nvCxnSpPr>
        <p:spPr>
          <a:xfrm flipV="1">
            <a:off x="4194430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Straight Connector 313">
            <a:extLst>
              <a:ext uri="{FF2B5EF4-FFF2-40B4-BE49-F238E27FC236}">
                <a16:creationId xmlns:a16="http://schemas.microsoft.com/office/drawing/2014/main" id="{FA468E70-B81D-4EE3-8F8C-4AD0A6D0A4FF}"/>
              </a:ext>
            </a:extLst>
          </p:cNvPr>
          <p:cNvCxnSpPr>
            <a:cxnSpLocks/>
          </p:cNvCxnSpPr>
          <p:nvPr/>
        </p:nvCxnSpPr>
        <p:spPr>
          <a:xfrm flipV="1">
            <a:off x="4566476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Straight Connector 314">
            <a:extLst>
              <a:ext uri="{FF2B5EF4-FFF2-40B4-BE49-F238E27FC236}">
                <a16:creationId xmlns:a16="http://schemas.microsoft.com/office/drawing/2014/main" id="{F401E9E3-87FC-41D1-A3AC-48CA164B98B1}"/>
              </a:ext>
            </a:extLst>
          </p:cNvPr>
          <p:cNvCxnSpPr>
            <a:cxnSpLocks/>
          </p:cNvCxnSpPr>
          <p:nvPr/>
        </p:nvCxnSpPr>
        <p:spPr>
          <a:xfrm flipV="1">
            <a:off x="4752499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67FCE5ED-3E2B-4A20-BB6E-DDA8C0483D42}"/>
              </a:ext>
            </a:extLst>
          </p:cNvPr>
          <p:cNvCxnSpPr>
            <a:cxnSpLocks/>
          </p:cNvCxnSpPr>
          <p:nvPr/>
        </p:nvCxnSpPr>
        <p:spPr>
          <a:xfrm flipV="1">
            <a:off x="5124545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Connector 316">
            <a:extLst>
              <a:ext uri="{FF2B5EF4-FFF2-40B4-BE49-F238E27FC236}">
                <a16:creationId xmlns:a16="http://schemas.microsoft.com/office/drawing/2014/main" id="{82342FB5-FBBA-494B-BBA9-70D198AFFB7A}"/>
              </a:ext>
            </a:extLst>
          </p:cNvPr>
          <p:cNvCxnSpPr>
            <a:cxnSpLocks/>
          </p:cNvCxnSpPr>
          <p:nvPr/>
        </p:nvCxnSpPr>
        <p:spPr>
          <a:xfrm flipV="1">
            <a:off x="5310568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Connector 317">
            <a:extLst>
              <a:ext uri="{FF2B5EF4-FFF2-40B4-BE49-F238E27FC236}">
                <a16:creationId xmlns:a16="http://schemas.microsoft.com/office/drawing/2014/main" id="{2FD90C37-0C3D-47DA-AE80-4DADF173CD99}"/>
              </a:ext>
            </a:extLst>
          </p:cNvPr>
          <p:cNvCxnSpPr>
            <a:cxnSpLocks/>
          </p:cNvCxnSpPr>
          <p:nvPr/>
        </p:nvCxnSpPr>
        <p:spPr>
          <a:xfrm flipV="1">
            <a:off x="7394095" y="49682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Straight Connector 318">
            <a:extLst>
              <a:ext uri="{FF2B5EF4-FFF2-40B4-BE49-F238E27FC236}">
                <a16:creationId xmlns:a16="http://schemas.microsoft.com/office/drawing/2014/main" id="{1E9502F8-DDEF-40D7-BA29-79F6838A17E6}"/>
              </a:ext>
            </a:extLst>
          </p:cNvPr>
          <p:cNvCxnSpPr>
            <a:cxnSpLocks/>
          </p:cNvCxnSpPr>
          <p:nvPr/>
        </p:nvCxnSpPr>
        <p:spPr>
          <a:xfrm flipV="1">
            <a:off x="7867609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Straight Connector 319">
            <a:extLst>
              <a:ext uri="{FF2B5EF4-FFF2-40B4-BE49-F238E27FC236}">
                <a16:creationId xmlns:a16="http://schemas.microsoft.com/office/drawing/2014/main" id="{4812474D-3BEE-42A7-BA13-20910A9A52A9}"/>
              </a:ext>
            </a:extLst>
          </p:cNvPr>
          <p:cNvCxnSpPr>
            <a:cxnSpLocks/>
          </p:cNvCxnSpPr>
          <p:nvPr/>
        </p:nvCxnSpPr>
        <p:spPr>
          <a:xfrm flipV="1">
            <a:off x="8341123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Straight Connector 320">
            <a:extLst>
              <a:ext uri="{FF2B5EF4-FFF2-40B4-BE49-F238E27FC236}">
                <a16:creationId xmlns:a16="http://schemas.microsoft.com/office/drawing/2014/main" id="{D516441D-87FF-426F-82A2-6647CF92EBDF}"/>
              </a:ext>
            </a:extLst>
          </p:cNvPr>
          <p:cNvCxnSpPr>
            <a:cxnSpLocks/>
          </p:cNvCxnSpPr>
          <p:nvPr/>
        </p:nvCxnSpPr>
        <p:spPr>
          <a:xfrm flipV="1">
            <a:off x="836323" y="6405684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DE3A2732-9D7F-42AF-ACD5-E3802005A43C}"/>
              </a:ext>
            </a:extLst>
          </p:cNvPr>
          <p:cNvCxnSpPr>
            <a:cxnSpLocks/>
          </p:cNvCxnSpPr>
          <p:nvPr/>
        </p:nvCxnSpPr>
        <p:spPr>
          <a:xfrm flipV="1">
            <a:off x="1309837" y="6405684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Straight Connector 322">
            <a:extLst>
              <a:ext uri="{FF2B5EF4-FFF2-40B4-BE49-F238E27FC236}">
                <a16:creationId xmlns:a16="http://schemas.microsoft.com/office/drawing/2014/main" id="{F9AF9BA7-0B4D-4536-90A2-4C0C6C2F5772}"/>
              </a:ext>
            </a:extLst>
          </p:cNvPr>
          <p:cNvCxnSpPr>
            <a:cxnSpLocks/>
          </p:cNvCxnSpPr>
          <p:nvPr/>
        </p:nvCxnSpPr>
        <p:spPr>
          <a:xfrm flipV="1">
            <a:off x="1783351" y="6314244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Straight Connector 323">
            <a:extLst>
              <a:ext uri="{FF2B5EF4-FFF2-40B4-BE49-F238E27FC236}">
                <a16:creationId xmlns:a16="http://schemas.microsoft.com/office/drawing/2014/main" id="{C49FA82A-6EFB-4144-BAA2-1B3DCC09B184}"/>
              </a:ext>
            </a:extLst>
          </p:cNvPr>
          <p:cNvCxnSpPr>
            <a:cxnSpLocks/>
          </p:cNvCxnSpPr>
          <p:nvPr/>
        </p:nvCxnSpPr>
        <p:spPr>
          <a:xfrm flipV="1">
            <a:off x="483835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91F799E9-9EC8-40CB-A464-592BD4E28FB3}"/>
              </a:ext>
            </a:extLst>
          </p:cNvPr>
          <p:cNvCxnSpPr>
            <a:cxnSpLocks/>
          </p:cNvCxnSpPr>
          <p:nvPr/>
        </p:nvCxnSpPr>
        <p:spPr>
          <a:xfrm flipV="1">
            <a:off x="5239017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Straight Connector 328">
            <a:extLst>
              <a:ext uri="{FF2B5EF4-FFF2-40B4-BE49-F238E27FC236}">
                <a16:creationId xmlns:a16="http://schemas.microsoft.com/office/drawing/2014/main" id="{7BDD512B-D0E3-4964-AE18-7510EDCA7D10}"/>
              </a:ext>
            </a:extLst>
          </p:cNvPr>
          <p:cNvCxnSpPr>
            <a:cxnSpLocks/>
          </p:cNvCxnSpPr>
          <p:nvPr/>
        </p:nvCxnSpPr>
        <p:spPr>
          <a:xfrm flipV="1">
            <a:off x="383669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Straight Connector 329">
            <a:extLst>
              <a:ext uri="{FF2B5EF4-FFF2-40B4-BE49-F238E27FC236}">
                <a16:creationId xmlns:a16="http://schemas.microsoft.com/office/drawing/2014/main" id="{9E3E970A-3EEA-47BC-807E-0B59012CCA9A}"/>
              </a:ext>
            </a:extLst>
          </p:cNvPr>
          <p:cNvCxnSpPr>
            <a:cxnSpLocks/>
          </p:cNvCxnSpPr>
          <p:nvPr/>
        </p:nvCxnSpPr>
        <p:spPr>
          <a:xfrm flipV="1">
            <a:off x="4037025" y="630936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Straight Connector 330">
            <a:extLst>
              <a:ext uri="{FF2B5EF4-FFF2-40B4-BE49-F238E27FC236}">
                <a16:creationId xmlns:a16="http://schemas.microsoft.com/office/drawing/2014/main" id="{715FB5AB-7705-4E99-A4B4-803094AE0926}"/>
              </a:ext>
            </a:extLst>
          </p:cNvPr>
          <p:cNvCxnSpPr>
            <a:cxnSpLocks/>
          </p:cNvCxnSpPr>
          <p:nvPr/>
        </p:nvCxnSpPr>
        <p:spPr>
          <a:xfrm flipV="1">
            <a:off x="4437689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Straight Connector 331">
            <a:extLst>
              <a:ext uri="{FF2B5EF4-FFF2-40B4-BE49-F238E27FC236}">
                <a16:creationId xmlns:a16="http://schemas.microsoft.com/office/drawing/2014/main" id="{7024768E-D974-4F6C-8ADB-CC1B11BE2541}"/>
              </a:ext>
            </a:extLst>
          </p:cNvPr>
          <p:cNvCxnSpPr>
            <a:cxnSpLocks/>
          </p:cNvCxnSpPr>
          <p:nvPr/>
        </p:nvCxnSpPr>
        <p:spPr>
          <a:xfrm flipV="1">
            <a:off x="4638021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Straight Connector 333">
            <a:extLst>
              <a:ext uri="{FF2B5EF4-FFF2-40B4-BE49-F238E27FC236}">
                <a16:creationId xmlns:a16="http://schemas.microsoft.com/office/drawing/2014/main" id="{19D809D0-3CC2-42FB-A56A-DCF3AC1D2517}"/>
              </a:ext>
            </a:extLst>
          </p:cNvPr>
          <p:cNvCxnSpPr>
            <a:cxnSpLocks/>
          </p:cNvCxnSpPr>
          <p:nvPr/>
        </p:nvCxnSpPr>
        <p:spPr>
          <a:xfrm flipV="1">
            <a:off x="7321245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Straight Connector 334">
            <a:extLst>
              <a:ext uri="{FF2B5EF4-FFF2-40B4-BE49-F238E27FC236}">
                <a16:creationId xmlns:a16="http://schemas.microsoft.com/office/drawing/2014/main" id="{C3EB9E3A-3F7B-48F1-9B52-EAD0D8A80277}"/>
              </a:ext>
            </a:extLst>
          </p:cNvPr>
          <p:cNvCxnSpPr>
            <a:cxnSpLocks/>
          </p:cNvCxnSpPr>
          <p:nvPr/>
        </p:nvCxnSpPr>
        <p:spPr>
          <a:xfrm flipV="1">
            <a:off x="7721909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1158245A-68C8-4015-A9A1-791D48E088B6}"/>
              </a:ext>
            </a:extLst>
          </p:cNvPr>
          <p:cNvCxnSpPr>
            <a:cxnSpLocks/>
          </p:cNvCxnSpPr>
          <p:nvPr/>
        </p:nvCxnSpPr>
        <p:spPr>
          <a:xfrm flipV="1">
            <a:off x="812257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Straight Connector 336">
            <a:extLst>
              <a:ext uri="{FF2B5EF4-FFF2-40B4-BE49-F238E27FC236}">
                <a16:creationId xmlns:a16="http://schemas.microsoft.com/office/drawing/2014/main" id="{B58A6A1D-8680-41C6-8724-FD1094E34437}"/>
              </a:ext>
            </a:extLst>
          </p:cNvPr>
          <p:cNvCxnSpPr>
            <a:cxnSpLocks/>
          </p:cNvCxnSpPr>
          <p:nvPr/>
        </p:nvCxnSpPr>
        <p:spPr>
          <a:xfrm flipV="1">
            <a:off x="8523237" y="630936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Straight Connector 337">
            <a:extLst>
              <a:ext uri="{FF2B5EF4-FFF2-40B4-BE49-F238E27FC236}">
                <a16:creationId xmlns:a16="http://schemas.microsoft.com/office/drawing/2014/main" id="{84C231C4-01B4-441C-8B1A-20134730591B}"/>
              </a:ext>
            </a:extLst>
          </p:cNvPr>
          <p:cNvCxnSpPr>
            <a:cxnSpLocks/>
          </p:cNvCxnSpPr>
          <p:nvPr/>
        </p:nvCxnSpPr>
        <p:spPr>
          <a:xfrm flipV="1">
            <a:off x="8923901" y="630936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0E9B9FF-37D8-5918-4185-467995B0A0AC}"/>
              </a:ext>
            </a:extLst>
          </p:cNvPr>
          <p:cNvSpPr txBox="1"/>
          <p:nvPr/>
        </p:nvSpPr>
        <p:spPr>
          <a:xfrm>
            <a:off x="-23305" y="-61546"/>
            <a:ext cx="14228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b="1" dirty="0"/>
              <a:t>ТУУРА</a:t>
            </a:r>
            <a:r>
              <a:rPr lang="ru-RU" sz="1400" dirty="0"/>
              <a:t> же </a:t>
            </a:r>
            <a:r>
              <a:rPr lang="ru-RU" sz="1400" b="1" dirty="0"/>
              <a:t>КАТА</a:t>
            </a:r>
            <a:r>
              <a:rPr lang="en-GB" sz="1400" dirty="0"/>
              <a:t>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8895F9-8A49-F5F9-C57B-9697D717542B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А</a:t>
            </a:r>
            <a:endParaRPr lang="en-GB" sz="1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109BC5-1C2E-B596-EF22-037FDBCA9AEB}"/>
              </a:ext>
            </a:extLst>
          </p:cNvPr>
          <p:cNvSpPr txBox="1"/>
          <p:nvPr/>
        </p:nvSpPr>
        <p:spPr>
          <a:xfrm>
            <a:off x="3273243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Б</a:t>
            </a:r>
            <a:endParaRPr lang="en-GB" sz="16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611813-1852-4059-AF17-498C057C3AAA}"/>
              </a:ext>
            </a:extLst>
          </p:cNvPr>
          <p:cNvSpPr txBox="1"/>
          <p:nvPr/>
        </p:nvSpPr>
        <p:spPr>
          <a:xfrm>
            <a:off x="-1990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Г</a:t>
            </a:r>
            <a:endParaRPr lang="en-GB" sz="1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9EFE2F-1B0B-07F2-28A1-5E501CA50E0A}"/>
              </a:ext>
            </a:extLst>
          </p:cNvPr>
          <p:cNvSpPr txBox="1"/>
          <p:nvPr/>
        </p:nvSpPr>
        <p:spPr>
          <a:xfrm>
            <a:off x="3273243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Д</a:t>
            </a:r>
            <a:endParaRPr lang="en-GB" sz="1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BF1B94-3B3C-7CC9-8A70-B3B7B8ADDC7D}"/>
              </a:ext>
            </a:extLst>
          </p:cNvPr>
          <p:cNvSpPr txBox="1"/>
          <p:nvPr/>
        </p:nvSpPr>
        <p:spPr>
          <a:xfrm>
            <a:off x="-1990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Ё</a:t>
            </a:r>
            <a:endParaRPr lang="en-GB" sz="16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F5108D-AE2B-94A5-6F4F-E450D998094C}"/>
              </a:ext>
            </a:extLst>
          </p:cNvPr>
          <p:cNvSpPr txBox="1"/>
          <p:nvPr/>
        </p:nvSpPr>
        <p:spPr>
          <a:xfrm>
            <a:off x="3273243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Ж</a:t>
            </a:r>
            <a:endParaRPr lang="en-GB" sz="16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671CCE-8FEC-EBE1-102C-3DFA5AAADB72}"/>
              </a:ext>
            </a:extLst>
          </p:cNvPr>
          <p:cNvSpPr txBox="1"/>
          <p:nvPr/>
        </p:nvSpPr>
        <p:spPr>
          <a:xfrm>
            <a:off x="-1990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И</a:t>
            </a:r>
            <a:endParaRPr lang="en-GB" sz="16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B48AB7-F298-1C08-5363-D8AD5F720628}"/>
              </a:ext>
            </a:extLst>
          </p:cNvPr>
          <p:cNvSpPr txBox="1"/>
          <p:nvPr/>
        </p:nvSpPr>
        <p:spPr>
          <a:xfrm>
            <a:off x="3273243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Й</a:t>
            </a:r>
            <a:endParaRPr lang="en-GB" sz="16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7C06AF-7391-563D-0C1F-F6B7221C1DE6}"/>
              </a:ext>
            </a:extLst>
          </p:cNvPr>
          <p:cNvSpPr txBox="1"/>
          <p:nvPr/>
        </p:nvSpPr>
        <p:spPr>
          <a:xfrm>
            <a:off x="-1990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Л</a:t>
            </a:r>
            <a:endParaRPr lang="en-GB" sz="1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F67348-2C82-1AAD-BB3D-ECBCAF844519}"/>
              </a:ext>
            </a:extLst>
          </p:cNvPr>
          <p:cNvSpPr txBox="1"/>
          <p:nvPr/>
        </p:nvSpPr>
        <p:spPr>
          <a:xfrm>
            <a:off x="3273243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М</a:t>
            </a:r>
            <a:endParaRPr lang="en-GB" sz="16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8EF725-94D7-CB34-02E7-1594DB18413E}"/>
              </a:ext>
            </a:extLst>
          </p:cNvPr>
          <p:cNvSpPr txBox="1"/>
          <p:nvPr/>
        </p:nvSpPr>
        <p:spPr>
          <a:xfrm>
            <a:off x="6543981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В</a:t>
            </a:r>
            <a:endParaRPr lang="en-GB" sz="16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4CBE3C-B5BA-5B54-A2F9-C3EBB29EFA25}"/>
              </a:ext>
            </a:extLst>
          </p:cNvPr>
          <p:cNvSpPr txBox="1"/>
          <p:nvPr/>
        </p:nvSpPr>
        <p:spPr>
          <a:xfrm>
            <a:off x="6543981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Е</a:t>
            </a:r>
            <a:endParaRPr lang="en-GB" sz="16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D0A908-EB22-C2CE-E9C2-E93BA3A63BFD}"/>
              </a:ext>
            </a:extLst>
          </p:cNvPr>
          <p:cNvSpPr txBox="1"/>
          <p:nvPr/>
        </p:nvSpPr>
        <p:spPr>
          <a:xfrm>
            <a:off x="6543981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З</a:t>
            </a:r>
            <a:endParaRPr lang="en-GB" sz="16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5D2A3E-577D-0A73-94CA-B965EC8D6FC5}"/>
              </a:ext>
            </a:extLst>
          </p:cNvPr>
          <p:cNvSpPr txBox="1"/>
          <p:nvPr/>
        </p:nvSpPr>
        <p:spPr>
          <a:xfrm>
            <a:off x="6543981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К</a:t>
            </a:r>
            <a:endParaRPr lang="en-GB" sz="16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B0A3BE4-9120-E057-6FA4-0FA5488ECAD5}"/>
              </a:ext>
            </a:extLst>
          </p:cNvPr>
          <p:cNvSpPr txBox="1"/>
          <p:nvPr/>
        </p:nvSpPr>
        <p:spPr>
          <a:xfrm>
            <a:off x="6543981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Н</a:t>
            </a:r>
            <a:endParaRPr lang="en-GB" sz="1600" b="1" dirty="0"/>
          </a:p>
        </p:txBody>
      </p:sp>
    </p:spTree>
    <p:extLst>
      <p:ext uri="{BB962C8B-B14F-4D97-AF65-F5344CB8AC3E}">
        <p14:creationId xmlns:p14="http://schemas.microsoft.com/office/powerpoint/2010/main" val="2003224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74FB7EB-ACAE-630E-7FCC-05089EB673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64482" y="1014489"/>
            <a:ext cx="6813377" cy="48082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858F9C8-112C-AB1B-69BD-1C110DEE5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57106" y="1014490"/>
            <a:ext cx="6813377" cy="480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2896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3EC2A6-CEDC-4571-121F-4C9651341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510"/>
            <a:ext cx="4901183" cy="33718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381AF86-8847-7D1E-4BAC-FE0934201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819" y="35844"/>
            <a:ext cx="4901183" cy="33718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B687CBD-3DE4-1EFD-C5FA-D4F5015D0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" y="3462671"/>
            <a:ext cx="4901183" cy="33718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A94310-DD49-ACE6-99D2-1D5265A6E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817" y="3475005"/>
            <a:ext cx="4901183" cy="3371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831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5855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62448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10465</TotalTime>
  <Words>441</Words>
  <Application>Microsoft Office PowerPoint</Application>
  <PresentationFormat>A4 Paper (210x297 mm)</PresentationFormat>
  <Paragraphs>309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Calibri</vt:lpstr>
      <vt:lpstr>Calibri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505</cp:revision>
  <cp:lastPrinted>2024-09-23T16:40:59Z</cp:lastPrinted>
  <dcterms:created xsi:type="dcterms:W3CDTF">2017-01-17T16:57:04Z</dcterms:created>
  <dcterms:modified xsi:type="dcterms:W3CDTF">2024-09-23T16:41:40Z</dcterms:modified>
</cp:coreProperties>
</file>