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2" r:id="rId2"/>
    <p:sldId id="939" r:id="rId3"/>
    <p:sldId id="948" r:id="rId4"/>
    <p:sldId id="947" r:id="rId5"/>
    <p:sldId id="949" r:id="rId6"/>
    <p:sldId id="941" r:id="rId7"/>
    <p:sldId id="945" r:id="rId8"/>
    <p:sldId id="946" r:id="rId9"/>
    <p:sldId id="952" r:id="rId10"/>
    <p:sldId id="954" r:id="rId11"/>
    <p:sldId id="942" r:id="rId12"/>
    <p:sldId id="950" r:id="rId13"/>
    <p:sldId id="953" r:id="rId14"/>
    <p:sldId id="951" r:id="rId15"/>
    <p:sldId id="943" r:id="rId16"/>
    <p:sldId id="957" r:id="rId17"/>
    <p:sldId id="967" r:id="rId18"/>
    <p:sldId id="955" r:id="rId19"/>
    <p:sldId id="956" r:id="rId20"/>
    <p:sldId id="964" r:id="rId21"/>
    <p:sldId id="968" r:id="rId22"/>
    <p:sldId id="961" r:id="rId23"/>
    <p:sldId id="963" r:id="rId24"/>
    <p:sldId id="962" r:id="rId25"/>
    <p:sldId id="959" r:id="rId26"/>
    <p:sldId id="960" r:id="rId27"/>
    <p:sldId id="965" r:id="rId28"/>
    <p:sldId id="966" r:id="rId29"/>
    <p:sldId id="969" r:id="rId30"/>
    <p:sldId id="970" r:id="rId31"/>
    <p:sldId id="973" r:id="rId3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Кошуу" id="{059544AC-2C27-45B1-9F95-F87DF8854DD6}">
          <p14:sldIdLst>
            <p14:sldId id="939"/>
            <p14:sldId id="948"/>
            <p14:sldId id="947"/>
            <p14:sldId id="949"/>
            <p14:sldId id="941"/>
            <p14:sldId id="945"/>
            <p14:sldId id="946"/>
            <p14:sldId id="952"/>
            <p14:sldId id="954"/>
            <p14:sldId id="942"/>
            <p14:sldId id="950"/>
            <p14:sldId id="953"/>
            <p14:sldId id="951"/>
            <p14:sldId id="943"/>
            <p14:sldId id="957"/>
            <p14:sldId id="967"/>
            <p14:sldId id="955"/>
            <p14:sldId id="956"/>
          </p14:sldIdLst>
        </p14:section>
        <p14:section name="Кемитүү" id="{06048E46-622E-4571-BAB5-D9F3F92356DE}">
          <p14:sldIdLst>
            <p14:sldId id="964"/>
            <p14:sldId id="968"/>
            <p14:sldId id="961"/>
            <p14:sldId id="963"/>
            <p14:sldId id="962"/>
            <p14:sldId id="959"/>
            <p14:sldId id="960"/>
            <p14:sldId id="965"/>
            <p14:sldId id="966"/>
            <p14:sldId id="969"/>
            <p14:sldId id="970"/>
          </p14:sldIdLst>
        </p14:section>
        <p14:section name="MATHKGZ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жана кемитүү –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Мага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6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+   0.3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AFC55-E4A7-E305-32B7-8C5CA1718999}"/>
              </a:ext>
            </a:extLst>
          </p:cNvPr>
          <p:cNvGrpSpPr/>
          <p:nvPr/>
        </p:nvGrpSpPr>
        <p:grpSpPr>
          <a:xfrm>
            <a:off x="3073882" y="3743324"/>
            <a:ext cx="3758235" cy="2294136"/>
            <a:chOff x="3052986" y="3743324"/>
            <a:chExt cx="3758235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557991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604473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2EAC5CD6-79BE-9B72-E3A2-A6F70EB8D205}"/>
                </a:ext>
              </a:extLst>
            </p:cNvPr>
            <p:cNvGrpSpPr/>
            <p:nvPr/>
          </p:nvGrpSpPr>
          <p:grpSpPr>
            <a:xfrm>
              <a:off x="650955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DA9AE61F-79A8-7F16-228C-4A6DE2660B0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68308E0-1B91-9789-FB02-A80759090F1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FCABC95-AF2A-2492-FEAA-3FB51A8A6C3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98B1020D-0775-4666-D3E0-A47C43C544A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D18E1C0A-F589-391B-67D8-E03796A2EAF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69C5D82-2528-6425-04A5-DBCCA0C2B8B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8AD078BC-BBBD-C3D8-7279-C8B7BBC4B15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D65F2E52-98E8-0937-A5DA-187F5A5D787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7E9F393A-4D15-CA19-355A-18E34D1C83A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707A2C64-AB73-BB90-D251-1497A0B8B8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3052986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D6AAD26-E60C-EED2-4BE3-48F0B505EE7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00891" y="1834868"/>
            <a:ext cx="8504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+ 0.2 + 0.05   =   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3621D-E5D8-5387-50DB-598A7F1865BD}"/>
              </a:ext>
            </a:extLst>
          </p:cNvPr>
          <p:cNvGrpSpPr/>
          <p:nvPr/>
        </p:nvGrpSpPr>
        <p:grpSpPr>
          <a:xfrm>
            <a:off x="3057837" y="3743324"/>
            <a:ext cx="3790326" cy="2294136"/>
            <a:chOff x="5779561" y="3743324"/>
            <a:chExt cx="3790326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830649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877131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5779561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1F301F9-CC3E-E387-8E62-D804C51F43A1}"/>
                </a:ext>
              </a:extLst>
            </p:cNvPr>
            <p:cNvSpPr/>
            <p:nvPr/>
          </p:nvSpPr>
          <p:spPr>
            <a:xfrm>
              <a:off x="9227747" y="5700099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62C14CED-64A2-F79B-CC39-DA2300BC1464}"/>
                </a:ext>
              </a:extLst>
            </p:cNvPr>
            <p:cNvSpPr/>
            <p:nvPr/>
          </p:nvSpPr>
          <p:spPr>
            <a:xfrm>
              <a:off x="9227747" y="544848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9AD87FC-E7BD-F205-751C-E39ACA2A0119}"/>
                </a:ext>
              </a:extLst>
            </p:cNvPr>
            <p:cNvSpPr/>
            <p:nvPr/>
          </p:nvSpPr>
          <p:spPr>
            <a:xfrm>
              <a:off x="9227747" y="519686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8B0FA02-6471-7740-F7A3-5585CBC1FD51}"/>
                </a:ext>
              </a:extLst>
            </p:cNvPr>
            <p:cNvSpPr/>
            <p:nvPr/>
          </p:nvSpPr>
          <p:spPr>
            <a:xfrm>
              <a:off x="9227747" y="494524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7EF7612F-19DF-C34E-5284-7473D69943F7}"/>
                </a:ext>
              </a:extLst>
            </p:cNvPr>
            <p:cNvSpPr/>
            <p:nvPr/>
          </p:nvSpPr>
          <p:spPr>
            <a:xfrm>
              <a:off x="9227747" y="469362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59A1130-BB79-2E9A-980B-94FC156006B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97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0.4   +   0.2   =   _________</a:t>
            </a: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1E81A38-2B9D-3896-F317-B0DE9DF7DAD0}"/>
              </a:ext>
            </a:extLst>
          </p:cNvPr>
          <p:cNvGrpSpPr/>
          <p:nvPr/>
        </p:nvGrpSpPr>
        <p:grpSpPr>
          <a:xfrm>
            <a:off x="36368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9E8B908C-CF91-39A6-5F14-FDE4887459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6C019AE-2DBD-4884-2D32-9171578F480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91134DA2-A2AD-D9CA-30C5-47786D85331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E99A29AF-C71E-8EE3-B554-4191825E482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048D1C10-DE7F-EC06-6FDB-3CED0B7FD4C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83CBF201-D95F-09C3-DADD-6E913AD7480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B072A145-43F9-E00D-2351-B84F43306F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D35FEAF2-1CF2-A06C-D813-C5925F26F9B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8BCC4E12-2D19-1EF6-6C79-8E0E3A4207E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46A5CF8D-244A-4A6C-B548-661BEE13CED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1A5B878-B5D8-02EB-4149-60EA88732D3F}"/>
              </a:ext>
            </a:extLst>
          </p:cNvPr>
          <p:cNvGrpSpPr/>
          <p:nvPr/>
        </p:nvGrpSpPr>
        <p:grpSpPr>
          <a:xfrm>
            <a:off x="41016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3A8F0BFB-2D32-4E82-30AD-D91D1A0216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C477EA2F-56C1-43EC-DA31-3926B5578E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56F01CF-8B02-B29B-F1FD-C5D4D972E95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1BB3AEEE-D5ED-3ECB-0195-B439947043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337453EB-33CC-3A64-960D-EB4594B1A26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61052329-8C31-301D-8259-9398FCC2C8E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C311FE41-9A88-CDB4-8FA0-4C036EB070C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168048D1-DAF6-27B4-495E-3031574F8B1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386A41B-C023-2A69-4F2B-117AE92A5F1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052DC481-F4B9-8F5A-CF10-D58C1898091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A50670-E1BA-2ECE-D929-C69EB68AB7FF}"/>
              </a:ext>
            </a:extLst>
          </p:cNvPr>
          <p:cNvGrpSpPr/>
          <p:nvPr/>
        </p:nvGrpSpPr>
        <p:grpSpPr>
          <a:xfrm>
            <a:off x="456645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7A593B88-40E4-D852-AC90-D55DABEAF41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A222516-A7EB-842C-4389-76AED9768EF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A31E5343-4D3B-ED30-5A49-0A3A7EF9370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C991D33-2496-F6E1-D454-F1B0E28F57B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67271EE7-6E25-CA6D-1330-829485E8A96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AA87046-69DC-9AB1-1053-2569E3849E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531566FC-5A1E-47DF-19F9-26A33265736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9B429EA3-DE2C-E10D-6C86-0C4C3366ED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7C641BCA-6B22-BB12-6E1A-82D7948C3EA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4FAD1A2B-145B-8282-FED8-341D75E08C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D121F9-80B5-1B1B-44BF-7D37D9A6D789}"/>
              </a:ext>
            </a:extLst>
          </p:cNvPr>
          <p:cNvGrpSpPr/>
          <p:nvPr/>
        </p:nvGrpSpPr>
        <p:grpSpPr>
          <a:xfrm>
            <a:off x="503127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E569AF0F-EBC9-A1B7-753D-37DCFAB2760D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73BF69C6-BDC6-9848-B137-2E67F9FDE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30951B19-3A3D-3D3A-CBF0-2F863000D7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8A643487-FCEC-36AB-C19B-0889B37A55D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C2EF62F7-FBCE-FBE7-4732-9D727CCF5A9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D6BBE5CF-8151-9F6C-21A1-DF45B4BB02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7D17CF7E-615E-7853-364F-7029E379050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53DB9C5E-DEA9-3C86-2F17-EAC260B315E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CB356F40-3467-2BF9-F82F-08276CCA986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A12085B-D2E4-C579-7D38-50351F8C75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A998BFB-38D5-6576-FCF0-E2357D120B42}"/>
              </a:ext>
            </a:extLst>
          </p:cNvPr>
          <p:cNvGrpSpPr/>
          <p:nvPr/>
        </p:nvGrpSpPr>
        <p:grpSpPr>
          <a:xfrm>
            <a:off x="549609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EF6D35A0-BD59-DA02-633C-74B895045BD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16973DE0-61E9-60A1-FB3C-EC61D859C59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195097E9-D4F2-427C-29E4-6A79B76CE28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45C319BF-ACCA-DBD7-0116-F035BE1DE81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B843E5A-D865-E95E-4F70-F0566CCFCCE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5863DEA-6FA4-1F5B-A26C-20FA298CC3F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1B720D8E-50B1-D541-3625-11FF73E5989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C0CC2826-CCB9-63E6-B93F-7634CE3FAF3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291960-A1A5-6E64-AF5A-83576CE21D7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E058B19F-D8B4-0038-B261-6E547FB3DF5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EAC5CD6-79BE-9B72-E3A2-A6F70EB8D205}"/>
              </a:ext>
            </a:extLst>
          </p:cNvPr>
          <p:cNvGrpSpPr/>
          <p:nvPr/>
        </p:nvGrpSpPr>
        <p:grpSpPr>
          <a:xfrm>
            <a:off x="59609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DA9AE61F-79A8-7F16-228C-4A6DE2660B0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868308E0-1B91-9789-FB02-A80759090F1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5FCABC95-AF2A-2492-FEAA-3FB51A8A6C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98B1020D-0775-4666-D3E0-A47C43C544A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D18E1C0A-F589-391B-67D8-E03796A2EAF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169C5D82-2528-6425-04A5-DBCCA0C2B8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8AD078BC-BBBD-C3D8-7279-C8B7BBC4B15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D65F2E52-98E8-0937-A5DA-187F5A5D787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7E9F393A-4D15-CA19-355A-18E34D1C83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707A2C64-AB73-BB90-D251-1497A0B8B85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D886DBA-82F2-2370-7D91-AB90C178DBF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1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   +   0.5   =   _________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347E14-6806-58DA-0E15-0F978AB4EB97}"/>
              </a:ext>
            </a:extLst>
          </p:cNvPr>
          <p:cNvGrpSpPr/>
          <p:nvPr/>
        </p:nvGrpSpPr>
        <p:grpSpPr>
          <a:xfrm>
            <a:off x="6448300" y="4096339"/>
            <a:ext cx="2188514" cy="2188514"/>
            <a:chOff x="414598" y="546495"/>
            <a:chExt cx="5852156" cy="5898407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3B24E17-6E73-24B0-D165-3DFD18975FA3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96DCD9AD-2819-0CE0-8EBA-A2C3B8E921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C76258CF-04CC-B39B-6E0B-2209E18967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5A54C73A-1E17-1577-7A15-FC13E8DE315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4435C850-E435-D0B7-B741-FC4C88180D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32063B69-251C-7367-E1E7-D5BDF82B84A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504C1FF0-905D-0F19-C5A9-E2A4E389AC4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89228CF8-B85C-8E19-73D6-92D2D465518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C403233F-0F00-EB63-87E8-94E08ECFE5E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4" name="Cube 433">
                <a:extLst>
                  <a:ext uri="{FF2B5EF4-FFF2-40B4-BE49-F238E27FC236}">
                    <a16:creationId xmlns:a16="http://schemas.microsoft.com/office/drawing/2014/main" id="{2D8E454F-AA1C-E5CC-45E7-A08A0963BA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5" name="Cube 434">
                <a:extLst>
                  <a:ext uri="{FF2B5EF4-FFF2-40B4-BE49-F238E27FC236}">
                    <a16:creationId xmlns:a16="http://schemas.microsoft.com/office/drawing/2014/main" id="{3290B6E1-38AD-0414-65F2-E0DF357AB8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D20486-0141-2120-B8DF-DA95CF52E1D6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47518B89-B29D-7BEB-3809-42ADE7EC904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17B0D085-2F4B-B384-941A-EB236F22E2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E71F38CB-DD83-BF31-7D92-D68A6962DCF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24B8BCF5-478D-FF71-417C-1A36C93E835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10E8A570-BBC8-DC60-074A-87B7579B083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21EEFDB9-50F1-11CD-E622-0ABC9E96389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2E3C4EBC-760A-782B-6021-1855B1EBDA1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3" name="Cube 422">
                <a:extLst>
                  <a:ext uri="{FF2B5EF4-FFF2-40B4-BE49-F238E27FC236}">
                    <a16:creationId xmlns:a16="http://schemas.microsoft.com/office/drawing/2014/main" id="{CCAC9EB6-41C9-AC38-C4F8-9845E109114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EF442C66-1E5E-6B92-B38F-FB308215C2F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705B1DDC-168F-BFE6-C655-27A028052F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457DDD0-BC48-ACB2-8C04-E4013F17A43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268AC2E8-90D4-8821-77A3-45C4A444313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85819314-C120-8D78-3422-1E542837451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A52F756-97DD-253E-BF9B-1CB69EA134B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047112F2-F89A-7F31-3D69-50269AFCF9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040DA90-0311-89BA-AEBE-9424A3D3C1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B349856-2FE9-9493-F284-CA25B13D832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A7716C86-22A6-30DC-6D6E-522C5136CB3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8B89BD24-232F-509D-C2FC-051A2BC6357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75BE7DE7-BFDB-1E89-1547-B30659FBA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2CAD5CCE-6445-E28A-8573-1CEB08E533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712856EC-E40D-DF92-3337-78DEB668AE3B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CDC7BE16-DB0F-DD0E-8046-BCE2E4B2000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3868DDAF-2A0F-4786-59FD-82070B5DF6E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3C3B3215-7AD0-A208-36AD-D041392743C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639AA05-A92F-53DE-CFC4-38C45AFD536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94BCFF44-6F84-25CE-E2CB-AF67B680866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685A2FD9-19B2-FF0E-B19F-59C72E56903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75550684-787C-23D3-B2E9-51BFB43FAE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FA273665-C0E3-ACCF-8CC9-3B8CA89334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CA39BD2-DC8A-483C-CCF4-40BA21F31A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59637882-1E2A-5CF3-0F0F-75234634F2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8E9D8AC9-366E-7922-5A7B-EA2E1C863884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A4BB30A0-FE0D-4664-2559-22C0935173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8CEB8962-AF17-3F9C-E8F8-AC0AE34F5B0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6F39D902-C3C1-E90E-1D25-9F4C28C4668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E44EBD30-9B3B-0987-CE4F-5DFADAE5B6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8F065D44-2A34-0834-1D4E-80ED92EF78E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3016F33B-235D-20BD-990A-DF7E2136EE6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C3DC0801-66C4-FB13-5E83-D699FDDACF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6EFA13FF-4115-235E-1CCA-42EF3DF60F5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9F409115-0653-FAAD-ADA0-79041E154F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89B1E2BF-588B-BCB7-BC80-A9F04ED92A2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A80E4F62-3BEB-A42C-F6A9-8683564FB26E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80C4BFED-141C-3D1D-185C-9C67A101D57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0589510E-27EF-6A4A-D59C-BC3E29300F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F3A9E301-A5DB-AF28-C417-25A56DE4C6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FB9D3F98-4F88-1F69-742A-B71E2217C73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C2D05190-FFA5-C96E-9FB0-23E6CE7A43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3BBB7496-2857-4069-391C-CCBF0433822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C92D8167-06D6-D988-0FCC-BF9B0E739B7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400FC656-9F6C-1741-9E9A-131A9EA6ADA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2C6F6282-C4F1-5B8F-7605-273F0C271F5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D6C215C8-AD81-FC9E-2F4A-2676DD465DA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F5B64C6-26E2-2C64-1BEB-1D711D3532DB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17D41C3F-22D6-3ACC-A79E-31076F2B2A4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5DB26325-B00A-1942-5864-2F23B4ADA7A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B739CCD6-B299-2A93-517C-D42DB69142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A88588F6-6B18-7104-49A9-2056D0A2F7D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E9EAE328-39E4-FA7B-9DD0-FCAC961D6E5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9B8956A2-D2CE-7409-EF93-7277CE7EB8C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38C1EA99-9723-8D95-9D2B-52FBC70CA4E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63D06EE-BBA7-9974-442B-9D719262775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3DD693EE-9B8F-B82F-10D8-9EAD579FD5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21D1254F-1602-CF59-37F7-7B872FDB802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3A42148-69F0-D0A1-9820-3C885EBB8D7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030AE56D-A55D-EA48-08DF-C79942BB0A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38D71B-0FFA-6EB5-D419-E606C6F50C8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F1A6F934-B0D9-B713-B282-2C6345B954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51A01F6A-52F7-476C-6345-2781BE1C52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92328883-42FE-848A-ED47-5156482CF44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B7D83891-8A19-0974-6DA2-7F6C4813638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3ADCC398-5B95-A854-F153-104F70AECA9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ADB2B462-A31C-9144-BAAB-B9A536D1492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E0314FB0-196A-D5CB-B8C7-8FF5E510BC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39A5F5F2-DC2F-0381-F270-7259B1A2ECE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A4343F6-143B-EB5F-E082-C916D98EE587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CF28D418-5812-D8C2-15B1-1DED681045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62C025A-DD82-7E6F-D132-FC70CD74BAA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4F71C83E-AF39-CF38-D81D-C42C2599D79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D344033B-3D9F-E3BC-25B4-034E239E14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F192C447-E449-60A0-D7A2-5DC08B8A57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ED0C537E-C7AC-7C78-B828-43170DFD146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5E5B0C5-59E2-3A37-BFE0-CD1589B4369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B0FA6AA3-92D1-A03B-048E-745FE9C971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BE50A9B2-F3C7-31E8-233B-7661FFCD61E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5EA3B6F-6503-D917-382D-076E615B91C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CA5CB05-548B-A1AF-04DF-37CEA026479E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0E5F3DA-8529-BD59-AC75-03306EC9248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AD0AC226-6445-DEF6-FE52-9D428E77FE7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6D7622C3-1C2F-78F4-1C0A-FD8A966A2D2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870566C5-8AA5-269F-D75C-EBFFE3489B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278B8C98-39FE-F2A2-E756-88A118FD8F4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4D9781C-9E53-9AC0-E29A-995A3B1561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CA24ACCC-C503-62EF-1EB3-5B9D4B079E0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ECDA811E-DF19-BF97-85FA-5CA7AF2ACDA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7FA9889-FAA4-0C7F-E09D-22D3CAFB3DD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ADAEC659-466D-E251-E9F2-826258D3E80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61345473-27B9-8DDE-079A-583E99B1549E}"/>
              </a:ext>
            </a:extLst>
          </p:cNvPr>
          <p:cNvGrpSpPr/>
          <p:nvPr/>
        </p:nvGrpSpPr>
        <p:grpSpPr>
          <a:xfrm>
            <a:off x="8892217" y="4089862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57" name="Cube 456">
              <a:extLst>
                <a:ext uri="{FF2B5EF4-FFF2-40B4-BE49-F238E27FC236}">
                  <a16:creationId xmlns:a16="http://schemas.microsoft.com/office/drawing/2014/main" id="{D77EB3AF-9B34-E867-2F1A-DA74BB3F0E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8" name="Cube 457">
              <a:extLst>
                <a:ext uri="{FF2B5EF4-FFF2-40B4-BE49-F238E27FC236}">
                  <a16:creationId xmlns:a16="http://schemas.microsoft.com/office/drawing/2014/main" id="{1ED2B2F8-74EF-8C9C-FD39-1FC1BF66BF5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9" name="Cube 458">
              <a:extLst>
                <a:ext uri="{FF2B5EF4-FFF2-40B4-BE49-F238E27FC236}">
                  <a16:creationId xmlns:a16="http://schemas.microsoft.com/office/drawing/2014/main" id="{EB587400-E596-46ED-6B5B-C5FA68112B5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0" name="Cube 459">
              <a:extLst>
                <a:ext uri="{FF2B5EF4-FFF2-40B4-BE49-F238E27FC236}">
                  <a16:creationId xmlns:a16="http://schemas.microsoft.com/office/drawing/2014/main" id="{9A60C492-2772-A0CC-8822-D1A1455F81D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1" name="Cube 460">
              <a:extLst>
                <a:ext uri="{FF2B5EF4-FFF2-40B4-BE49-F238E27FC236}">
                  <a16:creationId xmlns:a16="http://schemas.microsoft.com/office/drawing/2014/main" id="{193CE4E0-B3AC-BCD7-0F69-DDF82CE9679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2" name="Cube 461">
              <a:extLst>
                <a:ext uri="{FF2B5EF4-FFF2-40B4-BE49-F238E27FC236}">
                  <a16:creationId xmlns:a16="http://schemas.microsoft.com/office/drawing/2014/main" id="{006635FB-A36A-D8CB-C7E7-80F55F15569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3" name="Cube 462">
              <a:extLst>
                <a:ext uri="{FF2B5EF4-FFF2-40B4-BE49-F238E27FC236}">
                  <a16:creationId xmlns:a16="http://schemas.microsoft.com/office/drawing/2014/main" id="{06B2A1F9-08ED-57DA-E892-C4B2DB6DB4E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4" name="Cube 463">
              <a:extLst>
                <a:ext uri="{FF2B5EF4-FFF2-40B4-BE49-F238E27FC236}">
                  <a16:creationId xmlns:a16="http://schemas.microsoft.com/office/drawing/2014/main" id="{D4EA633B-A1D5-6D5C-934D-5695442D145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5" name="Cube 464">
              <a:extLst>
                <a:ext uri="{FF2B5EF4-FFF2-40B4-BE49-F238E27FC236}">
                  <a16:creationId xmlns:a16="http://schemas.microsoft.com/office/drawing/2014/main" id="{2A3B9A49-C25B-AAD6-9143-E64284CAE42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6" name="Cube 465">
              <a:extLst>
                <a:ext uri="{FF2B5EF4-FFF2-40B4-BE49-F238E27FC236}">
                  <a16:creationId xmlns:a16="http://schemas.microsoft.com/office/drawing/2014/main" id="{B2EA8793-44ED-B34D-BA7D-A495B11F43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68" name="Arrow: Left-Right 467">
            <a:extLst>
              <a:ext uri="{FF2B5EF4-FFF2-40B4-BE49-F238E27FC236}">
                <a16:creationId xmlns:a16="http://schemas.microsoft.com/office/drawing/2014/main" id="{3CCD6E7D-6898-505C-1F0C-C9E9969C4E2A}"/>
              </a:ext>
            </a:extLst>
          </p:cNvPr>
          <p:cNvSpPr/>
          <p:nvPr/>
        </p:nvSpPr>
        <p:spPr>
          <a:xfrm>
            <a:off x="4986953" y="4975538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03D55B9-DFB5-FD4B-B11D-A49F715D889F}"/>
              </a:ext>
            </a:extLst>
          </p:cNvPr>
          <p:cNvGrpSpPr/>
          <p:nvPr/>
        </p:nvGrpSpPr>
        <p:grpSpPr>
          <a:xfrm>
            <a:off x="22387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0" name="Cube 469">
              <a:extLst>
                <a:ext uri="{FF2B5EF4-FFF2-40B4-BE49-F238E27FC236}">
                  <a16:creationId xmlns:a16="http://schemas.microsoft.com/office/drawing/2014/main" id="{0AE557F1-57B9-85A5-D1B2-5EE2466182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1" name="Cube 470">
              <a:extLst>
                <a:ext uri="{FF2B5EF4-FFF2-40B4-BE49-F238E27FC236}">
                  <a16:creationId xmlns:a16="http://schemas.microsoft.com/office/drawing/2014/main" id="{B3F2F0A4-CF53-3E31-76F7-5CA3DD13205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2" name="Cube 471">
              <a:extLst>
                <a:ext uri="{FF2B5EF4-FFF2-40B4-BE49-F238E27FC236}">
                  <a16:creationId xmlns:a16="http://schemas.microsoft.com/office/drawing/2014/main" id="{666A2B54-4DB0-809C-30A0-FBB1D150B91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3" name="Cube 472">
              <a:extLst>
                <a:ext uri="{FF2B5EF4-FFF2-40B4-BE49-F238E27FC236}">
                  <a16:creationId xmlns:a16="http://schemas.microsoft.com/office/drawing/2014/main" id="{FBDA73EA-9401-A313-584B-FD8A22F3B19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4" name="Cube 473">
              <a:extLst>
                <a:ext uri="{FF2B5EF4-FFF2-40B4-BE49-F238E27FC236}">
                  <a16:creationId xmlns:a16="http://schemas.microsoft.com/office/drawing/2014/main" id="{69DFB81E-4614-07AA-714C-93DC1381124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5" name="Cube 474">
              <a:extLst>
                <a:ext uri="{FF2B5EF4-FFF2-40B4-BE49-F238E27FC236}">
                  <a16:creationId xmlns:a16="http://schemas.microsoft.com/office/drawing/2014/main" id="{40B5D8A9-88A8-C431-7AB1-722015ED1D0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6" name="Cube 475">
              <a:extLst>
                <a:ext uri="{FF2B5EF4-FFF2-40B4-BE49-F238E27FC236}">
                  <a16:creationId xmlns:a16="http://schemas.microsoft.com/office/drawing/2014/main" id="{235E2D51-C12B-38AD-ED04-683B34F87D2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7" name="Cube 476">
              <a:extLst>
                <a:ext uri="{FF2B5EF4-FFF2-40B4-BE49-F238E27FC236}">
                  <a16:creationId xmlns:a16="http://schemas.microsoft.com/office/drawing/2014/main" id="{88249479-0870-D536-4B27-5DE5A902FD8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8" name="Cube 477">
              <a:extLst>
                <a:ext uri="{FF2B5EF4-FFF2-40B4-BE49-F238E27FC236}">
                  <a16:creationId xmlns:a16="http://schemas.microsoft.com/office/drawing/2014/main" id="{7FBFFF76-CAA0-B09E-F629-A74C2AED35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9" name="Cube 478">
              <a:extLst>
                <a:ext uri="{FF2B5EF4-FFF2-40B4-BE49-F238E27FC236}">
                  <a16:creationId xmlns:a16="http://schemas.microsoft.com/office/drawing/2014/main" id="{F47353FA-7E85-AC4A-352F-705495E3AAB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3B3ECC8-8534-67AD-1CC4-572CECFD3532}"/>
              </a:ext>
            </a:extLst>
          </p:cNvPr>
          <p:cNvGrpSpPr/>
          <p:nvPr/>
        </p:nvGrpSpPr>
        <p:grpSpPr>
          <a:xfrm>
            <a:off x="26347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81" name="Cube 480">
              <a:extLst>
                <a:ext uri="{FF2B5EF4-FFF2-40B4-BE49-F238E27FC236}">
                  <a16:creationId xmlns:a16="http://schemas.microsoft.com/office/drawing/2014/main" id="{76438501-6F80-BD16-B005-FF7EEFDCA5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2" name="Cube 481">
              <a:extLst>
                <a:ext uri="{FF2B5EF4-FFF2-40B4-BE49-F238E27FC236}">
                  <a16:creationId xmlns:a16="http://schemas.microsoft.com/office/drawing/2014/main" id="{B9F5BA27-89F4-E66E-4399-CEE7261157D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3" name="Cube 482">
              <a:extLst>
                <a:ext uri="{FF2B5EF4-FFF2-40B4-BE49-F238E27FC236}">
                  <a16:creationId xmlns:a16="http://schemas.microsoft.com/office/drawing/2014/main" id="{ECAC2A90-DFA0-CBBF-D43A-7B0DE96076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4" name="Cube 483">
              <a:extLst>
                <a:ext uri="{FF2B5EF4-FFF2-40B4-BE49-F238E27FC236}">
                  <a16:creationId xmlns:a16="http://schemas.microsoft.com/office/drawing/2014/main" id="{EB85CAD3-AEC6-4434-85FD-1E69BE559A0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5" name="Cube 484">
              <a:extLst>
                <a:ext uri="{FF2B5EF4-FFF2-40B4-BE49-F238E27FC236}">
                  <a16:creationId xmlns:a16="http://schemas.microsoft.com/office/drawing/2014/main" id="{2DD288CC-1306-9FEC-F27F-827B1B9A50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6" name="Cube 485">
              <a:extLst>
                <a:ext uri="{FF2B5EF4-FFF2-40B4-BE49-F238E27FC236}">
                  <a16:creationId xmlns:a16="http://schemas.microsoft.com/office/drawing/2014/main" id="{4852340E-759C-BBF2-1CCE-39EAE8C79E2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7" name="Cube 486">
              <a:extLst>
                <a:ext uri="{FF2B5EF4-FFF2-40B4-BE49-F238E27FC236}">
                  <a16:creationId xmlns:a16="http://schemas.microsoft.com/office/drawing/2014/main" id="{FC826588-5EF2-C2EF-1E50-BA532FD34CD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8" name="Cube 487">
              <a:extLst>
                <a:ext uri="{FF2B5EF4-FFF2-40B4-BE49-F238E27FC236}">
                  <a16:creationId xmlns:a16="http://schemas.microsoft.com/office/drawing/2014/main" id="{FDD66802-112D-05B0-7FB9-6B0364F529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9" name="Cube 488">
              <a:extLst>
                <a:ext uri="{FF2B5EF4-FFF2-40B4-BE49-F238E27FC236}">
                  <a16:creationId xmlns:a16="http://schemas.microsoft.com/office/drawing/2014/main" id="{8D32CE71-DAD6-B1FA-941F-7ECC601C0C9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0" name="Cube 489">
              <a:extLst>
                <a:ext uri="{FF2B5EF4-FFF2-40B4-BE49-F238E27FC236}">
                  <a16:creationId xmlns:a16="http://schemas.microsoft.com/office/drawing/2014/main" id="{DB3981B6-41AD-6BC9-CC07-A8F0E4BA3F3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B6D8139E-D67E-35A0-EDEE-2FAD2FA191D2}"/>
              </a:ext>
            </a:extLst>
          </p:cNvPr>
          <p:cNvGrpSpPr/>
          <p:nvPr/>
        </p:nvGrpSpPr>
        <p:grpSpPr>
          <a:xfrm>
            <a:off x="30307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92" name="Cube 491">
              <a:extLst>
                <a:ext uri="{FF2B5EF4-FFF2-40B4-BE49-F238E27FC236}">
                  <a16:creationId xmlns:a16="http://schemas.microsoft.com/office/drawing/2014/main" id="{7E47AD63-128A-5638-DDF9-D2EC3E79E7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3" name="Cube 492">
              <a:extLst>
                <a:ext uri="{FF2B5EF4-FFF2-40B4-BE49-F238E27FC236}">
                  <a16:creationId xmlns:a16="http://schemas.microsoft.com/office/drawing/2014/main" id="{527C8F32-BBF9-FDD4-9A20-9D5A88571A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4" name="Cube 493">
              <a:extLst>
                <a:ext uri="{FF2B5EF4-FFF2-40B4-BE49-F238E27FC236}">
                  <a16:creationId xmlns:a16="http://schemas.microsoft.com/office/drawing/2014/main" id="{E64C0DCC-3431-ED93-0CCA-FBCC86F464F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5" name="Cube 494">
              <a:extLst>
                <a:ext uri="{FF2B5EF4-FFF2-40B4-BE49-F238E27FC236}">
                  <a16:creationId xmlns:a16="http://schemas.microsoft.com/office/drawing/2014/main" id="{BEBC360C-1311-65AD-72CE-FA085636ACD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6" name="Cube 495">
              <a:extLst>
                <a:ext uri="{FF2B5EF4-FFF2-40B4-BE49-F238E27FC236}">
                  <a16:creationId xmlns:a16="http://schemas.microsoft.com/office/drawing/2014/main" id="{208452FA-831C-A35A-91AC-59016DC163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7" name="Cube 496">
              <a:extLst>
                <a:ext uri="{FF2B5EF4-FFF2-40B4-BE49-F238E27FC236}">
                  <a16:creationId xmlns:a16="http://schemas.microsoft.com/office/drawing/2014/main" id="{B44ACD55-D27E-A7DD-FD44-26C0D6C681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8" name="Cube 497">
              <a:extLst>
                <a:ext uri="{FF2B5EF4-FFF2-40B4-BE49-F238E27FC236}">
                  <a16:creationId xmlns:a16="http://schemas.microsoft.com/office/drawing/2014/main" id="{776A5644-8AF5-1D30-802A-DD7494D37BD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9" name="Cube 498">
              <a:extLst>
                <a:ext uri="{FF2B5EF4-FFF2-40B4-BE49-F238E27FC236}">
                  <a16:creationId xmlns:a16="http://schemas.microsoft.com/office/drawing/2014/main" id="{5CD4D0A5-5AFF-DDD7-151A-BA520B6B85E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0" name="Cube 499">
              <a:extLst>
                <a:ext uri="{FF2B5EF4-FFF2-40B4-BE49-F238E27FC236}">
                  <a16:creationId xmlns:a16="http://schemas.microsoft.com/office/drawing/2014/main" id="{45E68855-F9ED-4F97-F7C5-49058C332AB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1" name="Cube 500">
              <a:extLst>
                <a:ext uri="{FF2B5EF4-FFF2-40B4-BE49-F238E27FC236}">
                  <a16:creationId xmlns:a16="http://schemas.microsoft.com/office/drawing/2014/main" id="{84D6E6FB-D986-E012-AF0D-97929D6027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3D27FF7-4794-B6C3-7C5A-116CAAC0F05E}"/>
              </a:ext>
            </a:extLst>
          </p:cNvPr>
          <p:cNvGrpSpPr/>
          <p:nvPr/>
        </p:nvGrpSpPr>
        <p:grpSpPr>
          <a:xfrm>
            <a:off x="34267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03" name="Cube 502">
              <a:extLst>
                <a:ext uri="{FF2B5EF4-FFF2-40B4-BE49-F238E27FC236}">
                  <a16:creationId xmlns:a16="http://schemas.microsoft.com/office/drawing/2014/main" id="{92E42659-6F42-8218-DF6B-4687EC29164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4" name="Cube 503">
              <a:extLst>
                <a:ext uri="{FF2B5EF4-FFF2-40B4-BE49-F238E27FC236}">
                  <a16:creationId xmlns:a16="http://schemas.microsoft.com/office/drawing/2014/main" id="{CE5220A9-B906-0288-2462-3B56BBE6AD3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5" name="Cube 504">
              <a:extLst>
                <a:ext uri="{FF2B5EF4-FFF2-40B4-BE49-F238E27FC236}">
                  <a16:creationId xmlns:a16="http://schemas.microsoft.com/office/drawing/2014/main" id="{3363E8D6-2ED7-48F3-D895-5B284A8908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6" name="Cube 505">
              <a:extLst>
                <a:ext uri="{FF2B5EF4-FFF2-40B4-BE49-F238E27FC236}">
                  <a16:creationId xmlns:a16="http://schemas.microsoft.com/office/drawing/2014/main" id="{10F719CB-2D09-1079-DA4C-181735D2AB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7" name="Cube 506">
              <a:extLst>
                <a:ext uri="{FF2B5EF4-FFF2-40B4-BE49-F238E27FC236}">
                  <a16:creationId xmlns:a16="http://schemas.microsoft.com/office/drawing/2014/main" id="{25403C08-C8F3-425F-E13D-9A6DEB9827D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8" name="Cube 507">
              <a:extLst>
                <a:ext uri="{FF2B5EF4-FFF2-40B4-BE49-F238E27FC236}">
                  <a16:creationId xmlns:a16="http://schemas.microsoft.com/office/drawing/2014/main" id="{70DA4DBF-9711-288E-7D35-0653E4E5146D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9" name="Cube 508">
              <a:extLst>
                <a:ext uri="{FF2B5EF4-FFF2-40B4-BE49-F238E27FC236}">
                  <a16:creationId xmlns:a16="http://schemas.microsoft.com/office/drawing/2014/main" id="{117E043F-A1CB-2D97-9E89-E719D6E0B2C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0" name="Cube 509">
              <a:extLst>
                <a:ext uri="{FF2B5EF4-FFF2-40B4-BE49-F238E27FC236}">
                  <a16:creationId xmlns:a16="http://schemas.microsoft.com/office/drawing/2014/main" id="{2B4F7BE7-430F-2325-11F6-2B79479E67D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1" name="Cube 510">
              <a:extLst>
                <a:ext uri="{FF2B5EF4-FFF2-40B4-BE49-F238E27FC236}">
                  <a16:creationId xmlns:a16="http://schemas.microsoft.com/office/drawing/2014/main" id="{6C863D40-6406-D0F2-EA7B-B8834D5BE5E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2" name="Cube 511">
              <a:extLst>
                <a:ext uri="{FF2B5EF4-FFF2-40B4-BE49-F238E27FC236}">
                  <a16:creationId xmlns:a16="http://schemas.microsoft.com/office/drawing/2014/main" id="{8E8B65A4-9825-94DE-B0F8-E7D58670EE4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D0373C1-DFE6-BEEF-3599-D4374816243D}"/>
              </a:ext>
            </a:extLst>
          </p:cNvPr>
          <p:cNvGrpSpPr/>
          <p:nvPr/>
        </p:nvGrpSpPr>
        <p:grpSpPr>
          <a:xfrm>
            <a:off x="38228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14" name="Cube 513">
              <a:extLst>
                <a:ext uri="{FF2B5EF4-FFF2-40B4-BE49-F238E27FC236}">
                  <a16:creationId xmlns:a16="http://schemas.microsoft.com/office/drawing/2014/main" id="{3D80E1D4-ABF1-D269-054D-92F9928184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5" name="Cube 514">
              <a:extLst>
                <a:ext uri="{FF2B5EF4-FFF2-40B4-BE49-F238E27FC236}">
                  <a16:creationId xmlns:a16="http://schemas.microsoft.com/office/drawing/2014/main" id="{3CBF89BA-B861-0F1C-139A-31483124533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6" name="Cube 515">
              <a:extLst>
                <a:ext uri="{FF2B5EF4-FFF2-40B4-BE49-F238E27FC236}">
                  <a16:creationId xmlns:a16="http://schemas.microsoft.com/office/drawing/2014/main" id="{A758034D-17FD-26D6-5E9C-15DCA88864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7" name="Cube 516">
              <a:extLst>
                <a:ext uri="{FF2B5EF4-FFF2-40B4-BE49-F238E27FC236}">
                  <a16:creationId xmlns:a16="http://schemas.microsoft.com/office/drawing/2014/main" id="{E1AFB6DB-85B3-AE51-2217-056CA1E33F6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8" name="Cube 517">
              <a:extLst>
                <a:ext uri="{FF2B5EF4-FFF2-40B4-BE49-F238E27FC236}">
                  <a16:creationId xmlns:a16="http://schemas.microsoft.com/office/drawing/2014/main" id="{7DB7CE2E-31C6-F651-843D-0DD865B5EF7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9" name="Cube 518">
              <a:extLst>
                <a:ext uri="{FF2B5EF4-FFF2-40B4-BE49-F238E27FC236}">
                  <a16:creationId xmlns:a16="http://schemas.microsoft.com/office/drawing/2014/main" id="{A533267F-0BED-B717-5721-8835177DE7B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0" name="Cube 519">
              <a:extLst>
                <a:ext uri="{FF2B5EF4-FFF2-40B4-BE49-F238E27FC236}">
                  <a16:creationId xmlns:a16="http://schemas.microsoft.com/office/drawing/2014/main" id="{07B061A8-A8C0-C954-A080-935AA22E031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1" name="Cube 520">
              <a:extLst>
                <a:ext uri="{FF2B5EF4-FFF2-40B4-BE49-F238E27FC236}">
                  <a16:creationId xmlns:a16="http://schemas.microsoft.com/office/drawing/2014/main" id="{732EA768-CC81-A426-A73D-DD2B9B780B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2" name="Cube 521">
              <a:extLst>
                <a:ext uri="{FF2B5EF4-FFF2-40B4-BE49-F238E27FC236}">
                  <a16:creationId xmlns:a16="http://schemas.microsoft.com/office/drawing/2014/main" id="{478135EE-EF2B-7204-AC4E-CF69149E81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3" name="Cube 522">
              <a:extLst>
                <a:ext uri="{FF2B5EF4-FFF2-40B4-BE49-F238E27FC236}">
                  <a16:creationId xmlns:a16="http://schemas.microsoft.com/office/drawing/2014/main" id="{DD7EF33D-4FE9-D6DD-2608-FA40C89B697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FA05F2-26DF-2A90-6300-5FCD59953FDB}"/>
              </a:ext>
            </a:extLst>
          </p:cNvPr>
          <p:cNvGrpSpPr/>
          <p:nvPr/>
        </p:nvGrpSpPr>
        <p:grpSpPr>
          <a:xfrm>
            <a:off x="42188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25" name="Cube 524">
              <a:extLst>
                <a:ext uri="{FF2B5EF4-FFF2-40B4-BE49-F238E27FC236}">
                  <a16:creationId xmlns:a16="http://schemas.microsoft.com/office/drawing/2014/main" id="{22FCA4D9-8250-95F9-BDEF-B67E0D6E8D3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6" name="Cube 525">
              <a:extLst>
                <a:ext uri="{FF2B5EF4-FFF2-40B4-BE49-F238E27FC236}">
                  <a16:creationId xmlns:a16="http://schemas.microsoft.com/office/drawing/2014/main" id="{6FD40284-90E1-B369-D178-61F700F462D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7" name="Cube 526">
              <a:extLst>
                <a:ext uri="{FF2B5EF4-FFF2-40B4-BE49-F238E27FC236}">
                  <a16:creationId xmlns:a16="http://schemas.microsoft.com/office/drawing/2014/main" id="{915D3107-82A8-CB5A-EAFA-20D7BA1FDC4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8" name="Cube 527">
              <a:extLst>
                <a:ext uri="{FF2B5EF4-FFF2-40B4-BE49-F238E27FC236}">
                  <a16:creationId xmlns:a16="http://schemas.microsoft.com/office/drawing/2014/main" id="{8FF5DDF8-8A06-FC2C-3E50-9DB91D60B8F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9" name="Cube 528">
              <a:extLst>
                <a:ext uri="{FF2B5EF4-FFF2-40B4-BE49-F238E27FC236}">
                  <a16:creationId xmlns:a16="http://schemas.microsoft.com/office/drawing/2014/main" id="{98F7CE18-DEA6-3A30-13A4-5C6EDA25C7F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0" name="Cube 529">
              <a:extLst>
                <a:ext uri="{FF2B5EF4-FFF2-40B4-BE49-F238E27FC236}">
                  <a16:creationId xmlns:a16="http://schemas.microsoft.com/office/drawing/2014/main" id="{F570ED87-5BCD-C25A-2BE0-1CB15CF08F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1" name="Cube 530">
              <a:extLst>
                <a:ext uri="{FF2B5EF4-FFF2-40B4-BE49-F238E27FC236}">
                  <a16:creationId xmlns:a16="http://schemas.microsoft.com/office/drawing/2014/main" id="{BFAF37B7-7AA4-D079-0AAE-77A6F0A6C02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2" name="Cube 531">
              <a:extLst>
                <a:ext uri="{FF2B5EF4-FFF2-40B4-BE49-F238E27FC236}">
                  <a16:creationId xmlns:a16="http://schemas.microsoft.com/office/drawing/2014/main" id="{1DC252A1-6626-D177-1DB5-0F69D0DE2C1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3" name="Cube 532">
              <a:extLst>
                <a:ext uri="{FF2B5EF4-FFF2-40B4-BE49-F238E27FC236}">
                  <a16:creationId xmlns:a16="http://schemas.microsoft.com/office/drawing/2014/main" id="{DB2D2203-A020-15DA-9271-99D71FC7796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4" name="Cube 533">
              <a:extLst>
                <a:ext uri="{FF2B5EF4-FFF2-40B4-BE49-F238E27FC236}">
                  <a16:creationId xmlns:a16="http://schemas.microsoft.com/office/drawing/2014/main" id="{08DD2478-60BE-9C61-67F0-E5D6AA59C58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3229D4E2-3489-2F33-C1A3-27BAF748D3E1}"/>
              </a:ext>
            </a:extLst>
          </p:cNvPr>
          <p:cNvGrpSpPr/>
          <p:nvPr/>
        </p:nvGrpSpPr>
        <p:grpSpPr>
          <a:xfrm>
            <a:off x="2585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36" name="Cube 535">
              <a:extLst>
                <a:ext uri="{FF2B5EF4-FFF2-40B4-BE49-F238E27FC236}">
                  <a16:creationId xmlns:a16="http://schemas.microsoft.com/office/drawing/2014/main" id="{773FD9EA-018D-7A63-C6F3-38AEF2AECBB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7" name="Cube 536">
              <a:extLst>
                <a:ext uri="{FF2B5EF4-FFF2-40B4-BE49-F238E27FC236}">
                  <a16:creationId xmlns:a16="http://schemas.microsoft.com/office/drawing/2014/main" id="{57A09DF5-E766-F3E2-D3A0-1B8EDC8F6F7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8" name="Cube 537">
              <a:extLst>
                <a:ext uri="{FF2B5EF4-FFF2-40B4-BE49-F238E27FC236}">
                  <a16:creationId xmlns:a16="http://schemas.microsoft.com/office/drawing/2014/main" id="{A9BF1831-3A5A-A4EA-68FF-24F79D32B20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9" name="Cube 538">
              <a:extLst>
                <a:ext uri="{FF2B5EF4-FFF2-40B4-BE49-F238E27FC236}">
                  <a16:creationId xmlns:a16="http://schemas.microsoft.com/office/drawing/2014/main" id="{4409C694-914F-E018-54EE-65A1B1DD23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0" name="Cube 539">
              <a:extLst>
                <a:ext uri="{FF2B5EF4-FFF2-40B4-BE49-F238E27FC236}">
                  <a16:creationId xmlns:a16="http://schemas.microsoft.com/office/drawing/2014/main" id="{2D60979C-DDA3-AAB2-FC88-B6FB6D28C87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1" name="Cube 540">
              <a:extLst>
                <a:ext uri="{FF2B5EF4-FFF2-40B4-BE49-F238E27FC236}">
                  <a16:creationId xmlns:a16="http://schemas.microsoft.com/office/drawing/2014/main" id="{D0708CB7-6150-6C84-8464-39E1D87D4C8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2" name="Cube 541">
              <a:extLst>
                <a:ext uri="{FF2B5EF4-FFF2-40B4-BE49-F238E27FC236}">
                  <a16:creationId xmlns:a16="http://schemas.microsoft.com/office/drawing/2014/main" id="{2B603A0E-77B1-41A9-2B9A-9AA75704670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3" name="Cube 542">
              <a:extLst>
                <a:ext uri="{FF2B5EF4-FFF2-40B4-BE49-F238E27FC236}">
                  <a16:creationId xmlns:a16="http://schemas.microsoft.com/office/drawing/2014/main" id="{33641618-9656-14CD-1910-AA483F64B7E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4" name="Cube 543">
              <a:extLst>
                <a:ext uri="{FF2B5EF4-FFF2-40B4-BE49-F238E27FC236}">
                  <a16:creationId xmlns:a16="http://schemas.microsoft.com/office/drawing/2014/main" id="{A6394FD0-2D90-897B-44B5-14DBC4E4E7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5" name="Cube 544">
              <a:extLst>
                <a:ext uri="{FF2B5EF4-FFF2-40B4-BE49-F238E27FC236}">
                  <a16:creationId xmlns:a16="http://schemas.microsoft.com/office/drawing/2014/main" id="{C1B60DD8-B17E-930E-6A3D-4519399AE78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ED9A7221-3826-6C99-BC1D-51EF7F7AF31E}"/>
              </a:ext>
            </a:extLst>
          </p:cNvPr>
          <p:cNvGrpSpPr/>
          <p:nvPr/>
        </p:nvGrpSpPr>
        <p:grpSpPr>
          <a:xfrm>
            <a:off x="6546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47" name="Cube 546">
              <a:extLst>
                <a:ext uri="{FF2B5EF4-FFF2-40B4-BE49-F238E27FC236}">
                  <a16:creationId xmlns:a16="http://schemas.microsoft.com/office/drawing/2014/main" id="{EA7F485D-DBCF-E005-A51D-F386FC302EA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8" name="Cube 547">
              <a:extLst>
                <a:ext uri="{FF2B5EF4-FFF2-40B4-BE49-F238E27FC236}">
                  <a16:creationId xmlns:a16="http://schemas.microsoft.com/office/drawing/2014/main" id="{3907CE1A-FD0F-A08B-0B9D-5A6CC022A31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9" name="Cube 548">
              <a:extLst>
                <a:ext uri="{FF2B5EF4-FFF2-40B4-BE49-F238E27FC236}">
                  <a16:creationId xmlns:a16="http://schemas.microsoft.com/office/drawing/2014/main" id="{8F3F986A-9848-B0C1-959B-05A075978EB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0" name="Cube 549">
              <a:extLst>
                <a:ext uri="{FF2B5EF4-FFF2-40B4-BE49-F238E27FC236}">
                  <a16:creationId xmlns:a16="http://schemas.microsoft.com/office/drawing/2014/main" id="{A589E673-D46B-C28F-2104-9245601D440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1" name="Cube 550">
              <a:extLst>
                <a:ext uri="{FF2B5EF4-FFF2-40B4-BE49-F238E27FC236}">
                  <a16:creationId xmlns:a16="http://schemas.microsoft.com/office/drawing/2014/main" id="{419F5FB1-C2D6-B2C0-3F87-3CE46F89ABF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2" name="Cube 551">
              <a:extLst>
                <a:ext uri="{FF2B5EF4-FFF2-40B4-BE49-F238E27FC236}">
                  <a16:creationId xmlns:a16="http://schemas.microsoft.com/office/drawing/2014/main" id="{B1F0B409-DA1B-0529-9955-5DF0F20B84A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36AE2078-6DA6-069F-AC93-D064E145496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4" name="Cube 553">
              <a:extLst>
                <a:ext uri="{FF2B5EF4-FFF2-40B4-BE49-F238E27FC236}">
                  <a16:creationId xmlns:a16="http://schemas.microsoft.com/office/drawing/2014/main" id="{7FB5B1D3-3076-8337-E0F7-FF9C14BE4FC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5" name="Cube 554">
              <a:extLst>
                <a:ext uri="{FF2B5EF4-FFF2-40B4-BE49-F238E27FC236}">
                  <a16:creationId xmlns:a16="http://schemas.microsoft.com/office/drawing/2014/main" id="{3E7302D0-4A8A-7268-C489-996B4A1176E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6" name="Cube 555">
              <a:extLst>
                <a:ext uri="{FF2B5EF4-FFF2-40B4-BE49-F238E27FC236}">
                  <a16:creationId xmlns:a16="http://schemas.microsoft.com/office/drawing/2014/main" id="{896A84C6-7C4C-823F-8FF5-B4C8501139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B8466A8D-BD2B-85B5-31F4-BCAFAB0D818A}"/>
              </a:ext>
            </a:extLst>
          </p:cNvPr>
          <p:cNvGrpSpPr/>
          <p:nvPr/>
        </p:nvGrpSpPr>
        <p:grpSpPr>
          <a:xfrm>
            <a:off x="10506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58" name="Cube 557">
              <a:extLst>
                <a:ext uri="{FF2B5EF4-FFF2-40B4-BE49-F238E27FC236}">
                  <a16:creationId xmlns:a16="http://schemas.microsoft.com/office/drawing/2014/main" id="{5D15649E-5DF4-7CA1-0724-D40F522527D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9" name="Cube 558">
              <a:extLst>
                <a:ext uri="{FF2B5EF4-FFF2-40B4-BE49-F238E27FC236}">
                  <a16:creationId xmlns:a16="http://schemas.microsoft.com/office/drawing/2014/main" id="{06337BEE-F392-C290-CD58-A6D4455F1AB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0" name="Cube 559">
              <a:extLst>
                <a:ext uri="{FF2B5EF4-FFF2-40B4-BE49-F238E27FC236}">
                  <a16:creationId xmlns:a16="http://schemas.microsoft.com/office/drawing/2014/main" id="{F3184E79-1376-1CF0-7D8F-06531E38E0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7A2D7D19-9BAB-C6BD-7345-FBA815383A42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2" name="Cube 561">
              <a:extLst>
                <a:ext uri="{FF2B5EF4-FFF2-40B4-BE49-F238E27FC236}">
                  <a16:creationId xmlns:a16="http://schemas.microsoft.com/office/drawing/2014/main" id="{FF7AB439-BBCD-74C0-5FC3-AAF716E63C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3" name="Cube 562">
              <a:extLst>
                <a:ext uri="{FF2B5EF4-FFF2-40B4-BE49-F238E27FC236}">
                  <a16:creationId xmlns:a16="http://schemas.microsoft.com/office/drawing/2014/main" id="{6C79B644-BFA5-4E7F-CC44-233AF7B3E8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4" name="Cube 563">
              <a:extLst>
                <a:ext uri="{FF2B5EF4-FFF2-40B4-BE49-F238E27FC236}">
                  <a16:creationId xmlns:a16="http://schemas.microsoft.com/office/drawing/2014/main" id="{7BCB8AC9-9736-C983-BD2C-97FF0D9A7FC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5" name="Cube 564">
              <a:extLst>
                <a:ext uri="{FF2B5EF4-FFF2-40B4-BE49-F238E27FC236}">
                  <a16:creationId xmlns:a16="http://schemas.microsoft.com/office/drawing/2014/main" id="{5685175B-1BA1-87BB-2DED-7D8EFDD7FA7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6" name="Cube 565">
              <a:extLst>
                <a:ext uri="{FF2B5EF4-FFF2-40B4-BE49-F238E27FC236}">
                  <a16:creationId xmlns:a16="http://schemas.microsoft.com/office/drawing/2014/main" id="{41690321-09C6-3E96-A35D-3EF3F602C20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7" name="Cube 566">
              <a:extLst>
                <a:ext uri="{FF2B5EF4-FFF2-40B4-BE49-F238E27FC236}">
                  <a16:creationId xmlns:a16="http://schemas.microsoft.com/office/drawing/2014/main" id="{28FC8F77-BD6D-088A-FC75-68873D0591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59A75E-E274-BB5A-079C-EFF57914DF1F}"/>
              </a:ext>
            </a:extLst>
          </p:cNvPr>
          <p:cNvGrpSpPr/>
          <p:nvPr/>
        </p:nvGrpSpPr>
        <p:grpSpPr>
          <a:xfrm>
            <a:off x="14466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03C1AD30-26A1-4098-834D-9F5C30DB72B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0" name="Cube 569">
              <a:extLst>
                <a:ext uri="{FF2B5EF4-FFF2-40B4-BE49-F238E27FC236}">
                  <a16:creationId xmlns:a16="http://schemas.microsoft.com/office/drawing/2014/main" id="{D6270C19-2343-420F-598C-57B73AFBD6E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1" name="Cube 570">
              <a:extLst>
                <a:ext uri="{FF2B5EF4-FFF2-40B4-BE49-F238E27FC236}">
                  <a16:creationId xmlns:a16="http://schemas.microsoft.com/office/drawing/2014/main" id="{FD32A81D-E500-5E93-F205-61E2F8B1A11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2" name="Cube 571">
              <a:extLst>
                <a:ext uri="{FF2B5EF4-FFF2-40B4-BE49-F238E27FC236}">
                  <a16:creationId xmlns:a16="http://schemas.microsoft.com/office/drawing/2014/main" id="{6AEF92DD-E565-7D62-0F23-3CD72F7444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3" name="Cube 572">
              <a:extLst>
                <a:ext uri="{FF2B5EF4-FFF2-40B4-BE49-F238E27FC236}">
                  <a16:creationId xmlns:a16="http://schemas.microsoft.com/office/drawing/2014/main" id="{23F2ABD0-AE00-15A0-1324-9E0750F84F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4" name="Cube 573">
              <a:extLst>
                <a:ext uri="{FF2B5EF4-FFF2-40B4-BE49-F238E27FC236}">
                  <a16:creationId xmlns:a16="http://schemas.microsoft.com/office/drawing/2014/main" id="{9B9BAFB3-1743-5495-A185-33387BD3BC4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5" name="Cube 574">
              <a:extLst>
                <a:ext uri="{FF2B5EF4-FFF2-40B4-BE49-F238E27FC236}">
                  <a16:creationId xmlns:a16="http://schemas.microsoft.com/office/drawing/2014/main" id="{7E399723-E355-9F95-8B96-1A1740C507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6" name="Cube 575">
              <a:extLst>
                <a:ext uri="{FF2B5EF4-FFF2-40B4-BE49-F238E27FC236}">
                  <a16:creationId xmlns:a16="http://schemas.microsoft.com/office/drawing/2014/main" id="{9BA673E6-329F-E2A2-7376-BAA69F4A18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3116F2BE-EFE6-3CFF-8ABB-ED16F1832A3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8" name="Cube 577">
              <a:extLst>
                <a:ext uri="{FF2B5EF4-FFF2-40B4-BE49-F238E27FC236}">
                  <a16:creationId xmlns:a16="http://schemas.microsoft.com/office/drawing/2014/main" id="{65B01EC2-CFE6-58C6-CFFA-CA69C9D5E5A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BC334B33-967C-E1C4-D320-C987B7CB53EA}"/>
              </a:ext>
            </a:extLst>
          </p:cNvPr>
          <p:cNvGrpSpPr/>
          <p:nvPr/>
        </p:nvGrpSpPr>
        <p:grpSpPr>
          <a:xfrm>
            <a:off x="18426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0" name="Cube 579">
              <a:extLst>
                <a:ext uri="{FF2B5EF4-FFF2-40B4-BE49-F238E27FC236}">
                  <a16:creationId xmlns:a16="http://schemas.microsoft.com/office/drawing/2014/main" id="{614BB669-5E9F-88B3-C04A-BD160F064CA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1" name="Cube 580">
              <a:extLst>
                <a:ext uri="{FF2B5EF4-FFF2-40B4-BE49-F238E27FC236}">
                  <a16:creationId xmlns:a16="http://schemas.microsoft.com/office/drawing/2014/main" id="{7DDFEED9-DE2C-479F-B7C1-532C2F60835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2" name="Cube 581">
              <a:extLst>
                <a:ext uri="{FF2B5EF4-FFF2-40B4-BE49-F238E27FC236}">
                  <a16:creationId xmlns:a16="http://schemas.microsoft.com/office/drawing/2014/main" id="{AE32FD41-A2D4-094D-64B5-23B66725E4A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3" name="Cube 582">
              <a:extLst>
                <a:ext uri="{FF2B5EF4-FFF2-40B4-BE49-F238E27FC236}">
                  <a16:creationId xmlns:a16="http://schemas.microsoft.com/office/drawing/2014/main" id="{BF3393AC-1847-D133-7FE7-6225534BC8E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4" name="Cube 583">
              <a:extLst>
                <a:ext uri="{FF2B5EF4-FFF2-40B4-BE49-F238E27FC236}">
                  <a16:creationId xmlns:a16="http://schemas.microsoft.com/office/drawing/2014/main" id="{5A6A87F9-20E6-E54C-21CF-5B004509DF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B8093846-402C-088C-EC28-D01A757588C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6" name="Cube 585">
              <a:extLst>
                <a:ext uri="{FF2B5EF4-FFF2-40B4-BE49-F238E27FC236}">
                  <a16:creationId xmlns:a16="http://schemas.microsoft.com/office/drawing/2014/main" id="{D8D913E0-618B-75FF-FB33-58979BC2BF6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7" name="Cube 586">
              <a:extLst>
                <a:ext uri="{FF2B5EF4-FFF2-40B4-BE49-F238E27FC236}">
                  <a16:creationId xmlns:a16="http://schemas.microsoft.com/office/drawing/2014/main" id="{9BF7B604-BD2E-DDAE-D736-D02CACB7D65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8" name="Cube 587">
              <a:extLst>
                <a:ext uri="{FF2B5EF4-FFF2-40B4-BE49-F238E27FC236}">
                  <a16:creationId xmlns:a16="http://schemas.microsoft.com/office/drawing/2014/main" id="{1E135C77-EEC9-D28B-5A88-32E35BBEEB1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9" name="Cube 588">
              <a:extLst>
                <a:ext uri="{FF2B5EF4-FFF2-40B4-BE49-F238E27FC236}">
                  <a16:creationId xmlns:a16="http://schemas.microsoft.com/office/drawing/2014/main" id="{71F1CB6F-55E6-BEA9-B8D6-F44F216DBD2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4F520C3-8266-2B9C-7E9A-752287A9448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0.03   +   0.04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478301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478301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478301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478301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478301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478301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01165E4E-0463-808A-A991-BB550C8B0EF9}"/>
              </a:ext>
            </a:extLst>
          </p:cNvPr>
          <p:cNvSpPr/>
          <p:nvPr/>
        </p:nvSpPr>
        <p:spPr>
          <a:xfrm>
            <a:off x="478301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8EDE1-1A16-C470-2018-0839A6C9745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0.07   +   0.04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EDD7B-C5CE-B89B-372A-9AE037A3724D}"/>
              </a:ext>
            </a:extLst>
          </p:cNvPr>
          <p:cNvGrpSpPr/>
          <p:nvPr/>
        </p:nvGrpSpPr>
        <p:grpSpPr>
          <a:xfrm>
            <a:off x="71780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57B9351D-3A60-08D9-1365-B449357A3E1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E665E22-EA27-6A0C-B31B-B04F3C619BF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0D75C06D-F9AA-65C9-DC24-C74F3E801F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22BB60D4-6E53-2208-DBF6-3B2504B2AD2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21CCE342-25D0-1EAD-855E-66DE7237AE0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AD7BE34-0398-E3FF-E796-4D384C4B805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848AC908-26C4-E509-9213-BF4B268845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5EF9D162-4083-0C05-DFA4-01A98434DE3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1DD862-A95F-B598-CDF1-5E9EBF3FBD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90E33D49-AA2F-5C2F-0D3F-B7108F21DC2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Cube 14">
            <a:extLst>
              <a:ext uri="{FF2B5EF4-FFF2-40B4-BE49-F238E27FC236}">
                <a16:creationId xmlns:a16="http://schemas.microsoft.com/office/drawing/2014/main" id="{6347D924-E5DA-27AD-EF89-E6C4A6F9D157}"/>
              </a:ext>
            </a:extLst>
          </p:cNvPr>
          <p:cNvSpPr/>
          <p:nvPr/>
        </p:nvSpPr>
        <p:spPr>
          <a:xfrm>
            <a:off x="766753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BB0154EF-0570-9C11-904E-8D16A93955DB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7858A0B-F242-C91F-FC90-9148FE3DBE86}"/>
              </a:ext>
            </a:extLst>
          </p:cNvPr>
          <p:cNvSpPr/>
          <p:nvPr/>
        </p:nvSpPr>
        <p:spPr>
          <a:xfrm>
            <a:off x="277133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798F3C3-034D-F136-0CF9-F1D2025577CA}"/>
              </a:ext>
            </a:extLst>
          </p:cNvPr>
          <p:cNvGrpSpPr/>
          <p:nvPr/>
        </p:nvGrpSpPr>
        <p:grpSpPr>
          <a:xfrm>
            <a:off x="2285564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521D1867-C8F1-2A69-89A2-F19171E61B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10D6E6D0-98BA-6D25-CB8A-751CCDDAE82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BCC38045-654E-A02A-AE3D-47137BCB492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DF7D30A-94D4-3B5B-64BE-1E9A19ACA6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95DD797-1D55-03DE-8204-28EA2DC8B84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86991B38-2367-328B-F37B-679E6FC3C1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4388270A-F16B-2375-906C-15A24E378BE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7A1DE70-080A-73AD-F580-58566F25035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B44A3FFC-D28E-77D8-79DF-830B69C745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539DF296-480C-7D8D-7AC2-58C53CB026A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2758FC0-F0B3-C15F-48B3-6EB321820F0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5" grpId="0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0.03   =   _________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CFC0B0F4-0AB0-7C41-A93F-1D81A5589801}"/>
              </a:ext>
            </a:extLst>
          </p:cNvPr>
          <p:cNvSpPr/>
          <p:nvPr/>
        </p:nvSpPr>
        <p:spPr>
          <a:xfrm>
            <a:off x="500399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398638F3-B966-C05B-7DAB-F215EB39750B}"/>
              </a:ext>
            </a:extLst>
          </p:cNvPr>
          <p:cNvSpPr/>
          <p:nvPr/>
        </p:nvSpPr>
        <p:spPr>
          <a:xfrm>
            <a:off x="500399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FA550C1B-721C-D7E8-09E1-4773DE776412}"/>
              </a:ext>
            </a:extLst>
          </p:cNvPr>
          <p:cNvSpPr/>
          <p:nvPr/>
        </p:nvSpPr>
        <p:spPr>
          <a:xfrm>
            <a:off x="500399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3083FEB-953A-2970-7C20-9E9BBECD0442}"/>
              </a:ext>
            </a:extLst>
          </p:cNvPr>
          <p:cNvSpPr/>
          <p:nvPr/>
        </p:nvSpPr>
        <p:spPr>
          <a:xfrm>
            <a:off x="500399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EA6C5AB9-68D5-2CBB-5632-FB4680FFA231}"/>
              </a:ext>
            </a:extLst>
          </p:cNvPr>
          <p:cNvSpPr/>
          <p:nvPr/>
        </p:nvSpPr>
        <p:spPr>
          <a:xfrm>
            <a:off x="500399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F7A41352-E568-8FD5-49C1-E28E41B527F0}"/>
              </a:ext>
            </a:extLst>
          </p:cNvPr>
          <p:cNvSpPr/>
          <p:nvPr/>
        </p:nvSpPr>
        <p:spPr>
          <a:xfrm>
            <a:off x="500399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373F486A-8BD7-88FE-AA26-0DE449B71036}"/>
              </a:ext>
            </a:extLst>
          </p:cNvPr>
          <p:cNvSpPr/>
          <p:nvPr/>
        </p:nvSpPr>
        <p:spPr>
          <a:xfrm>
            <a:off x="500399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305E9BD2-F38F-8FDD-AA14-E1008E087100}"/>
              </a:ext>
            </a:extLst>
          </p:cNvPr>
          <p:cNvSpPr/>
          <p:nvPr/>
        </p:nvSpPr>
        <p:spPr>
          <a:xfrm>
            <a:off x="5003999" y="418641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2D4F9123-0348-C379-9DAD-489BFF9C48BC}"/>
              </a:ext>
            </a:extLst>
          </p:cNvPr>
          <p:cNvSpPr/>
          <p:nvPr/>
        </p:nvSpPr>
        <p:spPr>
          <a:xfrm>
            <a:off x="5003999" y="393479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059BF-D50D-FA1A-D119-FF7738CC5176}"/>
              </a:ext>
            </a:extLst>
          </p:cNvPr>
          <p:cNvGrpSpPr/>
          <p:nvPr/>
        </p:nvGrpSpPr>
        <p:grpSpPr>
          <a:xfrm>
            <a:off x="44514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2DEDC0B-03D1-1DA9-1716-4B6EA76AB34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D6DE1859-ACA3-5BB1-BFB6-92828983393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D69C269-0578-A657-5A35-950F00C6A5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D16603B2-2B4E-3F6C-591A-4A8209FFDB3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8FAE93EE-6C54-D1FF-A14B-36E5CDA72BD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EA84778C-4CEA-3C6A-C8C6-002E914E524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9C1C71D1-E7D5-59A9-BFE4-3D46AA999B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BD61CE-9B96-A12A-999A-F9C800E2C2E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4026C1C-7EED-85CF-FA9A-4C6194ED44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63E65EB-7D10-8869-1702-8C9819C35F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A369ED-54CC-F1B6-F1B7-7CAA2745DE8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98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0.15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1BF63F-F9B2-F2CB-C30A-B94B8D320A15}"/>
              </a:ext>
            </a:extLst>
          </p:cNvPr>
          <p:cNvGrpSpPr/>
          <p:nvPr/>
        </p:nvGrpSpPr>
        <p:grpSpPr>
          <a:xfrm>
            <a:off x="506158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F0C69825-1F6D-C5F2-8126-E5340D238F5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B0B1A0F5-8F28-E9A7-401B-97251B1DA99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A6030381-046A-5E2C-43AC-3C672455405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158C70AC-26CC-3DE6-4C88-98212C1A89A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01C64D1E-FEE0-8E3A-4F44-EE41A297D3B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594DF907-1AA4-BE3F-1CC7-541C6BF0C5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2440C6D-4F75-103E-8456-6B103D74D6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E2286AF-BF77-FC37-FE0F-454E8C2414D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0514D407-6514-7593-6B56-716BFE10046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381736B-1D13-573C-3BC4-9E114777DB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F53F67-4A25-9820-6B41-B71C3E0CD4CE}"/>
              </a:ext>
            </a:extLst>
          </p:cNvPr>
          <p:cNvGrpSpPr/>
          <p:nvPr/>
        </p:nvGrpSpPr>
        <p:grpSpPr>
          <a:xfrm>
            <a:off x="448800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9F5DF50-7FD3-3D23-5784-8FEF3DBC1F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D2B634CF-E570-9F54-940A-703CC95018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345CC84-D42E-CF90-E955-92B1DB1D41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68863AED-C360-C4D0-D78D-C03AB0DFE7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40A5F0C9-4169-D3A5-3EE0-1BF1939C074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BEC7468-FAA1-5988-B2D7-3B686C156E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49B1B5F-1D0E-BF89-3AFA-1115B0C25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6A06FD33-C7A6-87A1-3C7C-DA7B48070E5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C357668-13B8-CF6A-2835-4536F3705E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D9BB9856-81EE-1779-2ED3-660FA98FD38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744423B-B1CD-00A5-69E0-CE1C472A80B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4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0.14   =   _________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997731-B44A-CD97-70AD-B3990B2946F0}"/>
              </a:ext>
            </a:extLst>
          </p:cNvPr>
          <p:cNvGrpSpPr/>
          <p:nvPr/>
        </p:nvGrpSpPr>
        <p:grpSpPr>
          <a:xfrm>
            <a:off x="420208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2B42F3E3-E45F-A823-9299-E34BF7E4DF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2D821FEE-FB97-BA98-7150-E7D20801802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5A130AC-C1BA-545F-075B-D4F914FB41C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C632E442-65E7-82F6-14B3-E80A0301C0A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25A850-3AAF-9952-02EA-592D9C748BD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C19E6DE-391A-8DA0-9C58-3A67B097A61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C3BFCFD1-0693-99B4-E439-3197D0D5EF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E68A0FD9-93A0-01C8-52D7-8037B7A1D14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B16B5947-F225-B1D4-39EC-AC159406335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ACE19DD-76B2-4D2B-00C0-151CD960903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A3127-F0DE-36B3-021C-317613E15C59}"/>
              </a:ext>
            </a:extLst>
          </p:cNvPr>
          <p:cNvGrpSpPr/>
          <p:nvPr/>
        </p:nvGrpSpPr>
        <p:grpSpPr>
          <a:xfrm>
            <a:off x="476734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20DFF753-BF6F-67C7-6A8D-0AB910B84FC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AFBE58A9-770C-D12A-86A7-D2194F0C3B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4771AC2C-4D08-CBD6-C9C3-E4D11291346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303FEA11-9A26-15B6-3D80-1D696843AAB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2E3BC4F-D04D-73EE-40B6-8F47624EFF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0069660D-316C-AFA7-658B-AA6835059D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6B994922-C3D4-74C7-C4C7-037A42DDFC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D6945C5-E901-FFD1-460A-50934CBEC48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30C3E245-25CA-F67C-B9C7-3841EE543F7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2AFCA49E-57C6-D119-7A5B-76C3BE6304B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95071D-CBF7-D440-C31B-1BEA849C1A55}"/>
              </a:ext>
            </a:extLst>
          </p:cNvPr>
          <p:cNvGrpSpPr/>
          <p:nvPr/>
        </p:nvGrpSpPr>
        <p:grpSpPr>
          <a:xfrm>
            <a:off x="540742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8874FC-312B-D3B4-9C94-2303F56DA81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3314A722-84BC-91A7-35A6-5DF1CEFA71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E96A648D-CDBF-FD96-8667-A344CE6748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763A3C8-3712-A298-A036-F8535B01AA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48E95E5-7866-F8E8-0418-0821A37D747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654A33D-5838-CC44-9DBE-1D117551E29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242FE173-4537-1E5C-0601-753380BEF0F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B2FD2A6A-0C16-1192-ED1F-5FB0175C60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547CD3AD-DB91-CE76-F4A3-65A6EBC32F9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E4452A4-DD13-B2A4-1D4E-69876A90DFD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20168F5-8272-562E-0A9F-D56CA935364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93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+   0.14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5547790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5547790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5547790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5547790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5547790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5547790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497014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CC1C2-B704-D60F-936A-5DC9162556D7}"/>
              </a:ext>
            </a:extLst>
          </p:cNvPr>
          <p:cNvGrpSpPr/>
          <p:nvPr/>
        </p:nvGrpSpPr>
        <p:grpSpPr>
          <a:xfrm>
            <a:off x="43965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08241473-8F12-712B-FB44-F0E8C1C00D2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0B9A815C-482D-D761-0DB6-3DAFB0C8AB5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C320313E-D89E-0AD6-A1A6-55C4D36898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52D994D0-84F2-151C-6E28-A972985B79C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50C217-C0B3-2E02-1845-7A78D91A6E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CD73339-D87C-A7C7-D42C-1C1299C4A5F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C28AA7D7-16C9-363F-4F30-2CADFB74343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DFA8075-8F29-F690-6B56-CF4BCE1E853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2AABF32-BEA8-AF6E-1358-8505CCBC51F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B32B706-02A7-6D34-FB8F-E4A2F5A346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A3883E-7613-9FCE-E624-0132DC66E1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1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1.25   +   0.11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787095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787095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787095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787095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787095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787095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36BBEC4-4E74-D520-AD95-B143C934E70F}"/>
              </a:ext>
            </a:extLst>
          </p:cNvPr>
          <p:cNvGrpSpPr/>
          <p:nvPr/>
        </p:nvGrpSpPr>
        <p:grpSpPr>
          <a:xfrm>
            <a:off x="607020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ED1448F9-F266-6277-0623-680BB9F003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1F10F593-5B4D-57DA-6292-EFB7295B6AC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2" name="Cube 291">
              <a:extLst>
                <a:ext uri="{FF2B5EF4-FFF2-40B4-BE49-F238E27FC236}">
                  <a16:creationId xmlns:a16="http://schemas.microsoft.com/office/drawing/2014/main" id="{40379138-EE95-90AC-52CF-3CEC9DF98FE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3" name="Cube 292">
              <a:extLst>
                <a:ext uri="{FF2B5EF4-FFF2-40B4-BE49-F238E27FC236}">
                  <a16:creationId xmlns:a16="http://schemas.microsoft.com/office/drawing/2014/main" id="{833A0382-19E6-ADA7-326A-4EE4A46ADC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4" name="Cube 293">
              <a:extLst>
                <a:ext uri="{FF2B5EF4-FFF2-40B4-BE49-F238E27FC236}">
                  <a16:creationId xmlns:a16="http://schemas.microsoft.com/office/drawing/2014/main" id="{03450FFA-0480-53EB-7883-128F23C69DD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5" name="Cube 294">
              <a:extLst>
                <a:ext uri="{FF2B5EF4-FFF2-40B4-BE49-F238E27FC236}">
                  <a16:creationId xmlns:a16="http://schemas.microsoft.com/office/drawing/2014/main" id="{DA471066-563F-AB5E-DF6C-15F27B8DD68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6" name="Cube 295">
              <a:extLst>
                <a:ext uri="{FF2B5EF4-FFF2-40B4-BE49-F238E27FC236}">
                  <a16:creationId xmlns:a16="http://schemas.microsoft.com/office/drawing/2014/main" id="{9698B7C5-3E33-B7DB-3EB4-61B1256A02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7" name="Cube 296">
              <a:extLst>
                <a:ext uri="{FF2B5EF4-FFF2-40B4-BE49-F238E27FC236}">
                  <a16:creationId xmlns:a16="http://schemas.microsoft.com/office/drawing/2014/main" id="{03A25F1F-60C6-4BF6-09D7-3B714AEFF9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DE9073B9-DDDE-2933-EF66-EA3DC9BFE4E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8C1A816-1194-3AAC-7AFD-D702FF9DFB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010435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26BA876-BE3E-38A9-F139-F085B1C4DED7}"/>
              </a:ext>
            </a:extLst>
          </p:cNvPr>
          <p:cNvGrpSpPr/>
          <p:nvPr/>
        </p:nvGrpSpPr>
        <p:grpSpPr>
          <a:xfrm>
            <a:off x="556728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1EC30DF9-A250-FD2E-F5BD-EAE8EF311C0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F01BC2C-844B-9CE5-D2D5-FBCC26639D4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A1306511-EFCA-7519-A7AB-FA3FE0C1A9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BE625066-6474-9B84-5909-EBA96DE1C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B30FD06C-EE22-DD66-E238-DAF8CDB360B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B2B6187F-616B-3F64-C282-77086E1398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B2E68D82-5F41-3FF2-95EF-50FD9E7E57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2D54ADAD-61C0-A899-1B6F-1F1F58C9051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4EC9EBC4-2131-8974-FDBE-03E99658C2C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3DBD35B0-7B99-0E2B-4C2C-6044BD6ED4B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D01AB69-2094-A07A-E309-F3F155486BD5}"/>
              </a:ext>
            </a:extLst>
          </p:cNvPr>
          <p:cNvGrpSpPr/>
          <p:nvPr/>
        </p:nvGrpSpPr>
        <p:grpSpPr>
          <a:xfrm>
            <a:off x="506436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32883E64-D1C4-D9B0-1005-A0057E4087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67710109-DA6C-EC57-49EB-D2960B55C7F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C5E67772-7E3B-E573-5911-A6E7F65A889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D38C8821-1F9D-FAF0-8A1A-2AFB513249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EB9A07A6-B784-96F9-CB83-B37977DBC2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4F097718-D168-FAA6-EFF5-1D13A3B9E0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834EEC6B-CD02-C32B-D42C-D3E9425CA0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8DDCC527-F2F9-23D4-7792-4215AC832A4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EE891A35-5EE2-3002-4EE3-1C91EF018B4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781880B9-EB84-9B1B-5261-63A1723020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02438FB-5B5C-25E3-766B-1C19D8C9FF7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0.25   =   _________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3DB28C-B6B0-D3CB-4110-48D449E0B0F4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15A7520-40D3-1579-9AA9-FA1EC019870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BB7609CC-6FD8-7843-9F44-07D64BA7903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A09B27E1-D28C-82FB-9C25-7C809072B01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661B003E-F495-FA52-95EB-AF3CC18C688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71E80E1F-1145-7A47-3C18-32E91106544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5C3E9E4-52C5-DBAC-5516-4004B98F856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CDAEFDDA-FDCB-9EB4-7663-D43BC281477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BC6B3AAF-9171-0948-5496-EBA1D486033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EA6347F1-5FA3-1C98-971F-AF22B9D013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438276F4-946E-51F5-CD18-D1397322752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73847D-BB64-3FE3-48C5-F669A263C222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8DC163A-759B-8769-C305-9D977B11E09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EF263C7-2B98-F6D6-A265-BC0338C8FFC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746ED492-40A3-8A86-3D49-7C829E8A6CA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E56D1991-964F-6233-CDD0-76213E40104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0D634154-FAE1-58A5-9337-C2B65A67F5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14CB40B2-C20D-7F2F-AFF6-1BC82DB5AB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386BA894-1648-E039-EEFB-9FAE9E3AFFD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CD65D384-4FF5-3329-1935-4B6D6785B76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00B8DFD7-3A32-EE9D-6DFB-8BF077C2F7F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833ECC61-422D-AD80-7A8E-FDE02CE35D7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1" name="Cube 70">
            <a:extLst>
              <a:ext uri="{FF2B5EF4-FFF2-40B4-BE49-F238E27FC236}">
                <a16:creationId xmlns:a16="http://schemas.microsoft.com/office/drawing/2014/main" id="{D9D556D0-B6B4-D0DC-D2DD-A1212FB117CC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348EE2-2F2D-9A8E-800D-204D812DDE39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6EF5B7C-01B8-F322-66D4-AB5AEFBE295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FFAD77D1-EC2E-6E51-E3C0-1BF8201417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CF3100AA-2706-9AEC-34EF-C57073B324F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D94091C9-0BC9-CC95-E772-B077A4261AA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24E8D9C-CCB4-E564-AC8D-052E9404F4D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FC6B26B-AED1-063A-8C21-17DE122D0DE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8F5EB744-85C0-8FEC-2E0F-DD0B48542E4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0F4B4F9D-F788-A72C-16CF-E86C4F121E5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B74E79F-9346-E386-2354-5B95FC967DE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44B85BDA-36BB-500A-60FA-93EFA9F7400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9" name="Arrow: Left-Right 118">
            <a:extLst>
              <a:ext uri="{FF2B5EF4-FFF2-40B4-BE49-F238E27FC236}">
                <a16:creationId xmlns:a16="http://schemas.microsoft.com/office/drawing/2014/main" id="{6F77A6D9-1A30-9C40-8282-882C0BFC03D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8BFDE9-EC1B-3926-9E6B-7B90FD3BEE1A}"/>
              </a:ext>
            </a:extLst>
          </p:cNvPr>
          <p:cNvGrpSpPr/>
          <p:nvPr/>
        </p:nvGrpSpPr>
        <p:grpSpPr>
          <a:xfrm>
            <a:off x="104878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92F123CC-FA2D-ACE4-DA5B-D2226780DD2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ECB02282-EBA7-D7D7-1818-DCB30E4C201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9F2B039B-9E8B-4228-7DA1-64BD7CA513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A0F607E-A74E-2E48-CCCA-9847B5997D9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B3BD7D7D-F4BD-FA4B-3D21-05ED05E6FD7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E0A0DAC0-01BA-EF00-487C-0CE421E9743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DBAD439-E93F-43E7-F970-4AAFC88952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A4A37B43-1BD4-4351-A675-C5C117CFE78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1CAB8C9E-2854-9137-1682-5B34FAA83C0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7A57A38F-7F4F-FC19-7C14-3EE044D58D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591F1-29E8-D216-42BB-C79BD367DA00}"/>
              </a:ext>
            </a:extLst>
          </p:cNvPr>
          <p:cNvGrpSpPr/>
          <p:nvPr/>
        </p:nvGrpSpPr>
        <p:grpSpPr>
          <a:xfrm>
            <a:off x="7829720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C8367B28-8F30-46F6-DC56-F8EAF0F79AA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0EF4D0E-E881-6E66-E8DE-FAD99D4A3EE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465D2CF8-E7F3-2F12-5EFD-9CAC10823A5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E8478FB-7E7B-B2A3-C125-7FCD5F74266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379D1EA-0511-5947-228B-62CD551C382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CA8FE8BB-6804-628C-1B5A-F63D22C5DB8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9633F6-EBED-4EE2-9DAE-A4B269EB0B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0FD81F6-A3E4-24A6-4598-8D6F1D80A77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39CD67AC-F6B4-1A50-A1F9-119EF0079F0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972FD21-9B67-524E-0917-2C662577E3A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79F71D-FEE4-4EBB-9EA1-C543EE178AF0}"/>
              </a:ext>
            </a:extLst>
          </p:cNvPr>
          <p:cNvGrpSpPr/>
          <p:nvPr/>
        </p:nvGrpSpPr>
        <p:grpSpPr>
          <a:xfrm>
            <a:off x="732489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2A05C7D-1885-74F3-FAC9-995049E2086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DFCC266B-57D0-7DD1-9132-E0BFE330F24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5E599B1E-E9CB-E689-AA80-077A9F654E4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38235A50-74D8-DA5E-46B1-BA245B1CFB8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89173037-C45F-55F2-206A-B03B73F2350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40AFA9D1-66DE-A41D-08B5-F7F484F29A7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97AC4DDD-E563-7B8C-EB34-8FC8B2ACEE4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3AEF479C-A12B-8A84-9505-842C06011F4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E11BCAAC-3FC7-ED71-0EEC-2483B5B68CB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7B0C5E71-F054-01CE-6570-7F973C88364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4" name="Cube 163">
            <a:extLst>
              <a:ext uri="{FF2B5EF4-FFF2-40B4-BE49-F238E27FC236}">
                <a16:creationId xmlns:a16="http://schemas.microsoft.com/office/drawing/2014/main" id="{FD0DA560-C76B-CF8F-50F6-5CA39C2311B7}"/>
              </a:ext>
            </a:extLst>
          </p:cNvPr>
          <p:cNvSpPr/>
          <p:nvPr/>
        </p:nvSpPr>
        <p:spPr>
          <a:xfrm>
            <a:off x="842035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3382A6-EFB6-8827-CD6B-CFAE72285A97}"/>
              </a:ext>
            </a:extLst>
          </p:cNvPr>
          <p:cNvGrpSpPr/>
          <p:nvPr/>
        </p:nvGrpSpPr>
        <p:grpSpPr>
          <a:xfrm>
            <a:off x="684275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A4E56AA-A6C5-5E65-7A7A-C1E679DC23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0AB41F00-5753-9275-7D86-D13EDF4719A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AD2DB0CE-7ABB-6EFC-4AA9-F49A04275E4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B0DD4249-694F-AD53-1651-1B381806691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DC4B597-2296-609C-0B91-434F128293F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68D60C44-EFC4-518C-7A07-0D53CC46462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9E0E0A83-F8EC-0266-496E-7ECFE78763A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69D64B84-5DB4-4165-A3CA-8D454064F0F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35CF4C20-2252-6DEC-AF05-AFDE53B3D92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CC86DAD8-AA78-FC09-86C2-6CCDFFC8DB4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0E7699B-8A52-2013-F4AA-CCC8F35B455F}"/>
              </a:ext>
            </a:extLst>
          </p:cNvPr>
          <p:cNvGrpSpPr/>
          <p:nvPr/>
        </p:nvGrpSpPr>
        <p:grpSpPr>
          <a:xfrm>
            <a:off x="636061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C0EAA6E2-63BA-8559-4063-A6A13A87E4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4C4E9D9F-1845-AC3C-DFF0-51DDB2D0CB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74190A9B-C327-2A1F-3D5D-24AD338B7B4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F13184D4-356B-D0F1-8ABC-96D086F797D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D974961E-7C8E-96CD-3F6E-0F7D1C05E3F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53F681E7-755F-1FBF-7556-5085A49C835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9D98611E-5684-1BC8-D845-4E49F182E20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A4DE58CC-1C10-DFD7-BC58-431123048E8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168088D2-04CE-A784-505C-8F5D5A931C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931D0377-3D45-9DD8-7C4C-5B93EA65B0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97A14BA-E8A4-3FFE-03E2-4F89C044657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7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19" grpId="0" animBg="1"/>
      <p:bldP spid="1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1.03   +   0.07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246768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246768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246768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246768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246768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246768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6" name="Cube 305">
            <a:extLst>
              <a:ext uri="{FF2B5EF4-FFF2-40B4-BE49-F238E27FC236}">
                <a16:creationId xmlns:a16="http://schemas.microsoft.com/office/drawing/2014/main" id="{5E88FFD4-38E0-BD4F-47D3-63AF2BA9D39E}"/>
              </a:ext>
            </a:extLst>
          </p:cNvPr>
          <p:cNvSpPr/>
          <p:nvPr/>
        </p:nvSpPr>
        <p:spPr>
          <a:xfrm>
            <a:off x="6246768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Cube 306">
            <a:extLst>
              <a:ext uri="{FF2B5EF4-FFF2-40B4-BE49-F238E27FC236}">
                <a16:creationId xmlns:a16="http://schemas.microsoft.com/office/drawing/2014/main" id="{C434F9D7-66B2-834E-6F23-618902E8D9EC}"/>
              </a:ext>
            </a:extLst>
          </p:cNvPr>
          <p:cNvSpPr/>
          <p:nvPr/>
        </p:nvSpPr>
        <p:spPr>
          <a:xfrm>
            <a:off x="6246768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8" name="Cube 307">
            <a:extLst>
              <a:ext uri="{FF2B5EF4-FFF2-40B4-BE49-F238E27FC236}">
                <a16:creationId xmlns:a16="http://schemas.microsoft.com/office/drawing/2014/main" id="{F2C5239C-B7C7-5C8B-543F-3CB7F73D7DAA}"/>
              </a:ext>
            </a:extLst>
          </p:cNvPr>
          <p:cNvSpPr/>
          <p:nvPr/>
        </p:nvSpPr>
        <p:spPr>
          <a:xfrm>
            <a:off x="6246768" y="3913167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9" name="Cube 308">
            <a:extLst>
              <a:ext uri="{FF2B5EF4-FFF2-40B4-BE49-F238E27FC236}">
                <a16:creationId xmlns:a16="http://schemas.microsoft.com/office/drawing/2014/main" id="{DC9B10CE-E8E3-4CF6-2D1A-E50795CFAA4C}"/>
              </a:ext>
            </a:extLst>
          </p:cNvPr>
          <p:cNvSpPr/>
          <p:nvPr/>
        </p:nvSpPr>
        <p:spPr>
          <a:xfrm>
            <a:off x="6246768" y="366019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949773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EBCF73-E852-8DC8-A6A1-F09D40A2B50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42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0.27   =   _________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6F6E21D-063F-A0F8-8458-C1BD79755C5D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B416DAE1-ACEC-9D76-358B-2432957FB5C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F1A3F9CC-8923-FA5D-2A9D-0E3218953EB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8649828-C4B3-DF3E-696E-177396A2BA9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AD855A22-F668-A457-7C56-908AB636950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A519E2EE-7082-9DD5-C010-B586833956A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4CE414BC-1368-5923-3630-7015E4D2AE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FB37F608-4936-1FA4-EC8A-A65BCA67923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4E018E81-F65B-6379-30FC-16AC8E4E64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4556290D-B477-7272-BE28-E4BF1AD90D9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C04E8598-A6A0-6F56-1D47-18D0AC867CE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6" name="Cube 35">
            <a:extLst>
              <a:ext uri="{FF2B5EF4-FFF2-40B4-BE49-F238E27FC236}">
                <a16:creationId xmlns:a16="http://schemas.microsoft.com/office/drawing/2014/main" id="{4F84D6F2-3D88-30B6-8EB0-7D9B89BC22B1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DB0255EB-46BE-598C-7854-70FF50A34E29}"/>
              </a:ext>
            </a:extLst>
          </p:cNvPr>
          <p:cNvSpPr/>
          <p:nvPr/>
        </p:nvSpPr>
        <p:spPr>
          <a:xfrm>
            <a:off x="3108525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0354B0-1A8C-B397-D584-CCE01C14CAFB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799525DA-6EA1-EFFB-58D9-9AB4588D6D4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A5EB6C8-25B2-25C8-2A05-F45D78D79A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A3C9FC9-4A8F-CD83-BE65-54F203ED583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65A09C27-F9BB-8151-75C2-C2B651C72D6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1ADCDD0-5C67-4EFC-6D5F-6F25E2ACB31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D81BB272-61E5-ECAE-232D-5E1B263EEE6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59053AA4-D22F-BD25-15AB-FACC7B7DDA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7EA9062A-16C1-8FC5-D6DD-D4A4026BE19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DC139FAC-FDF1-73EB-84EB-B010B8D375B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CEEEED1E-0DFB-595D-E519-8681472F14E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7422397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691757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0" name="Cube 99">
            <a:extLst>
              <a:ext uri="{FF2B5EF4-FFF2-40B4-BE49-F238E27FC236}">
                <a16:creationId xmlns:a16="http://schemas.microsoft.com/office/drawing/2014/main" id="{649E51B8-47D0-E0F2-0CD4-EF951A4B9BFB}"/>
              </a:ext>
            </a:extLst>
          </p:cNvPr>
          <p:cNvSpPr/>
          <p:nvPr/>
        </p:nvSpPr>
        <p:spPr>
          <a:xfrm>
            <a:off x="801303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B93AF567-998D-6FF2-E3C9-B46B3F532990}"/>
              </a:ext>
            </a:extLst>
          </p:cNvPr>
          <p:cNvSpPr/>
          <p:nvPr/>
        </p:nvSpPr>
        <p:spPr>
          <a:xfrm>
            <a:off x="801303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64354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5DF24-827C-8F22-0A8E-C23DAD16543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6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00" grpId="0" animBg="1"/>
      <p:bldP spid="10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0.18   +   0.37   =   _________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808741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685931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685931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C8EC538F-3E52-B44C-DB62-DAA298ED7AB0}"/>
              </a:ext>
            </a:extLst>
          </p:cNvPr>
          <p:cNvSpPr/>
          <p:nvPr/>
        </p:nvSpPr>
        <p:spPr>
          <a:xfrm>
            <a:off x="8685931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D05A904-C631-3749-5A01-71108B357666}"/>
              </a:ext>
            </a:extLst>
          </p:cNvPr>
          <p:cNvSpPr/>
          <p:nvPr/>
        </p:nvSpPr>
        <p:spPr>
          <a:xfrm>
            <a:off x="8685931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1909B9DD-8FC7-4799-E9F8-CE2DCD77399E}"/>
              </a:ext>
            </a:extLst>
          </p:cNvPr>
          <p:cNvSpPr/>
          <p:nvPr/>
        </p:nvSpPr>
        <p:spPr>
          <a:xfrm>
            <a:off x="8685931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AAE2B8-A29C-0B26-8A6F-BD42020F1CAF}"/>
              </a:ext>
            </a:extLst>
          </p:cNvPr>
          <p:cNvGrpSpPr/>
          <p:nvPr/>
        </p:nvGrpSpPr>
        <p:grpSpPr>
          <a:xfrm>
            <a:off x="279220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21E5EFB-2284-E5E3-D681-D957AE8A79B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406AB72-EF67-2099-FA46-7256A426991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12871AD6-4E4D-A463-A80F-1A926199F72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3952DFA7-CED6-CEDA-058D-C2E2332ACD3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9FFFA32A-D6C6-622D-9207-093A633A7E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70B5B671-7194-C3CA-3591-1CB52FCB757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C1ED375A-AB30-014B-AD9C-75B0915BB4A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19F71A6-198A-5D4B-BB4D-8E6239AEADC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D720F88E-959C-90B7-15B2-D433BC0920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17C6283-9521-BAC2-EEF4-CE1A1DF1A6F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3EF310-BF73-95A8-05EB-CB50491870CA}"/>
              </a:ext>
            </a:extLst>
          </p:cNvPr>
          <p:cNvGrpSpPr/>
          <p:nvPr/>
        </p:nvGrpSpPr>
        <p:grpSpPr>
          <a:xfrm>
            <a:off x="22873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8583056C-15A0-4BC8-ECFF-861FF0B215D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144D6320-67EC-8C97-77AB-29FA8C832A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1D54C13-1CBD-DC90-17EC-D9CDEB2AE84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9FEABF0F-2D64-414D-A6F1-C26AA528D51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43E3E3A-FDE6-9AFD-A224-5EAB3137F1C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5B108EF7-F559-9224-4993-B6D5AA35D0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60E387B2-0633-A63C-180D-E7DA1039AC1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F8DAA6-8B7D-4103-EFFC-51E23EC2AC9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4BC63B4A-977E-C074-08CB-CB8A0FE5D41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9FB7FB6A-46CF-8F17-664A-2F70811FF3A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F978B6-D3AB-0C8F-EA15-173E06CE7C2C}"/>
              </a:ext>
            </a:extLst>
          </p:cNvPr>
          <p:cNvGrpSpPr/>
          <p:nvPr/>
        </p:nvGrpSpPr>
        <p:grpSpPr>
          <a:xfrm>
            <a:off x="180524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CCD5F0A6-43AD-7734-8BD0-210C49E9FC7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6F482E2-BC7B-5268-55A9-5B86428ED71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3ADC3927-9A6A-13E6-67FF-4B942DBC2E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AB72C04-3818-ACE1-A0B5-9FD3251848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E14A4AD2-29EE-0849-1BBE-DE9A312865E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39B40D58-45BE-1037-F8A5-2FA838F757B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B039074-2B1E-B584-0D2D-7F8B1DFE48A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A327026F-CD8A-1576-1EF2-B275B709564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42DE760-58E0-1189-2E73-5EA8B1143FE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A8ABB0A4-7056-317B-8D9C-E1FB8FD8B83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8EB195C-26F4-4F2A-1EC2-309BF6A51238}"/>
              </a:ext>
            </a:extLst>
          </p:cNvPr>
          <p:cNvGrpSpPr/>
          <p:nvPr/>
        </p:nvGrpSpPr>
        <p:grpSpPr>
          <a:xfrm>
            <a:off x="129816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E0A40F-8228-EDE4-220F-826EBE37DD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6A5B8D94-96EB-DA1F-13FA-0DD8561C732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24C33000-0371-03C7-FF5A-A650DFF05FB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57B12BA1-4D15-96C6-3835-06792900F76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CB1CC19C-167E-B899-93AA-D7BEF25B3B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95DD3F32-F1BB-A102-1664-ED0896F1B8B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8F345D92-FF3E-84DA-E554-A9799A945D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E53C49BD-6D19-5F38-A039-1CCF885B863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260F78A8-0D1F-BB0A-BC9E-7A68286330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FFC3E725-9849-AAD3-374E-EECA5C2A331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188109F-E5C3-1A8B-4873-97DDDB78B6D0}"/>
              </a:ext>
            </a:extLst>
          </p:cNvPr>
          <p:cNvGrpSpPr/>
          <p:nvPr/>
        </p:nvGrpSpPr>
        <p:grpSpPr>
          <a:xfrm>
            <a:off x="81603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77D54C39-8FCE-DD4B-E1D5-53CB364547F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CCF81569-DEE1-7D33-1CA8-7A121BB591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D4DDA1E2-8350-4C52-086A-B5D6D32006E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BFE6E4A-8144-30A6-D153-3CF6845ACC6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9537DAA0-0E6A-549F-4196-84CB2AF189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ED45FE6-1E27-39AA-0B52-384B678A42A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E36CB434-756D-B534-5061-5DE9811A897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AF7A286A-1EBF-9A65-B469-86C81ABDBFA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0F005426-044B-8BE5-2E20-F325B573769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46D1C76C-6AC2-2648-8F29-074019ABD4F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85" name="Cube 184">
            <a:extLst>
              <a:ext uri="{FF2B5EF4-FFF2-40B4-BE49-F238E27FC236}">
                <a16:creationId xmlns:a16="http://schemas.microsoft.com/office/drawing/2014/main" id="{5A5A5725-1B4B-6329-CF78-FF4EF52C79BF}"/>
              </a:ext>
            </a:extLst>
          </p:cNvPr>
          <p:cNvSpPr/>
          <p:nvPr/>
        </p:nvSpPr>
        <p:spPr>
          <a:xfrm>
            <a:off x="339072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Cube 185">
            <a:extLst>
              <a:ext uri="{FF2B5EF4-FFF2-40B4-BE49-F238E27FC236}">
                <a16:creationId xmlns:a16="http://schemas.microsoft.com/office/drawing/2014/main" id="{CF327F2F-66D3-CBD2-1E2D-1C80FBB1138F}"/>
              </a:ext>
            </a:extLst>
          </p:cNvPr>
          <p:cNvSpPr/>
          <p:nvPr/>
        </p:nvSpPr>
        <p:spPr>
          <a:xfrm>
            <a:off x="339072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Cube 186">
            <a:extLst>
              <a:ext uri="{FF2B5EF4-FFF2-40B4-BE49-F238E27FC236}">
                <a16:creationId xmlns:a16="http://schemas.microsoft.com/office/drawing/2014/main" id="{79479AA9-FB06-7C95-4B34-CD527BE5F8E2}"/>
              </a:ext>
            </a:extLst>
          </p:cNvPr>
          <p:cNvSpPr/>
          <p:nvPr/>
        </p:nvSpPr>
        <p:spPr>
          <a:xfrm>
            <a:off x="3390724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Cube 187">
            <a:extLst>
              <a:ext uri="{FF2B5EF4-FFF2-40B4-BE49-F238E27FC236}">
                <a16:creationId xmlns:a16="http://schemas.microsoft.com/office/drawing/2014/main" id="{3113D145-9E53-ACCA-3A26-171740729446}"/>
              </a:ext>
            </a:extLst>
          </p:cNvPr>
          <p:cNvSpPr/>
          <p:nvPr/>
        </p:nvSpPr>
        <p:spPr>
          <a:xfrm>
            <a:off x="3390724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Cube 188">
            <a:extLst>
              <a:ext uri="{FF2B5EF4-FFF2-40B4-BE49-F238E27FC236}">
                <a16:creationId xmlns:a16="http://schemas.microsoft.com/office/drawing/2014/main" id="{CABB53F7-BAFA-73B2-7507-D6820AA2963A}"/>
              </a:ext>
            </a:extLst>
          </p:cNvPr>
          <p:cNvSpPr/>
          <p:nvPr/>
        </p:nvSpPr>
        <p:spPr>
          <a:xfrm>
            <a:off x="3390724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75BD2-EEE5-D6D3-C496-0928C745918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12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0.23   +   0.19   =   _________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128978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128978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3AF17-B9B1-160B-4BB7-7F9AEF1BD73C}"/>
              </a:ext>
            </a:extLst>
          </p:cNvPr>
          <p:cNvGrpSpPr/>
          <p:nvPr/>
        </p:nvGrpSpPr>
        <p:grpSpPr>
          <a:xfrm>
            <a:off x="284433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A1EB314-DE8E-8D43-F5EE-1FF1682EA9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D28E9CC-81F6-B0BD-205B-022F8A82354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F6A01BDA-11D6-5332-3CD1-50C47A03A59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96094DB-BEF5-C846-8ECC-8111880628F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5231B2F-BFF8-D900-D9E7-0FFFE1634EB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A943DB79-7D44-108F-166B-A69DC5A3A22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F453700B-54A5-CB4A-F89C-B9DFAD0F78A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0CB1310D-600B-48A8-30B5-FCD30B302A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2FF882F-DA76-008D-F731-8B6CE251EC5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5B15AE8-088A-E42A-A7EF-8602C45BE1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237DD-0197-29C2-1EC0-442193726704}"/>
              </a:ext>
            </a:extLst>
          </p:cNvPr>
          <p:cNvGrpSpPr/>
          <p:nvPr/>
        </p:nvGrpSpPr>
        <p:grpSpPr>
          <a:xfrm>
            <a:off x="236219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F83BF33E-7B81-726C-E7DC-B69AC24236C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71F8F801-5D62-ABF5-15DA-3A68017BFF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CABFC136-3625-341C-F124-275B3639239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FA4F3C2-60E8-99EC-9ED7-FB7D9E5908B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2AF5D05-4A66-377E-D9DC-17CAF80AD86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2256765-C591-4FF2-492B-82EC249BCFF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62A8EC6-2690-67E8-DD6D-EF2D868877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602D0148-9FE6-6EE6-055E-6A9216F55AF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909DFC7C-7871-279F-D8D1-8934EE4FFC6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68E0F7C0-0A1F-85C2-AE91-F5CE86813F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1C1E83-E63A-8A07-AAD8-3F50C0C3CE71}"/>
              </a:ext>
            </a:extLst>
          </p:cNvPr>
          <p:cNvGrpSpPr/>
          <p:nvPr/>
        </p:nvGrpSpPr>
        <p:grpSpPr>
          <a:xfrm>
            <a:off x="185512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B750A359-C68E-0428-5107-6292B33020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25308C9-06D8-CA70-85C5-B77EAE86A6C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F92927D6-9E07-CD44-7FFD-82FAA0A7CF6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5B8F4AF-B725-A98B-3A22-24096F2B37F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8C4A5CE-FA0B-1E01-3495-E15E8268E73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67361EC-613D-BE1F-AC99-FDAD5406E48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9D1E94A3-64F6-BC2A-D4D6-4BAF6DC05BB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DF8615E8-FEE4-69D5-4FDA-6F96FAFB03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07194E21-4ADE-00D7-96B7-352ED8803EB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5B4663E9-8D1C-E23A-F31C-112C57038E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DCCC1-E222-FC38-63F4-68C2EA21CFA5}"/>
              </a:ext>
            </a:extLst>
          </p:cNvPr>
          <p:cNvGrpSpPr/>
          <p:nvPr/>
        </p:nvGrpSpPr>
        <p:grpSpPr>
          <a:xfrm>
            <a:off x="13729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CB6A4288-7270-EDB4-2E21-6E58CE0B9F9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7F599BF-A3C2-4B70-D9C6-F92338A555B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4EC3B87C-3F1B-0298-9FA8-8E5B2C85EA2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278F31DD-3317-989D-94D6-E94A069524E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0968063E-B992-36D9-9B7C-1B6150FDB4D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AB9F997F-76A5-729A-2AB3-A095032C2E8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FE0A8CF-AC28-D9CB-08DA-CDD2D044270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A3A1A91B-F61E-8157-3096-4296353876B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CCD5C4A2-DF09-F691-73AE-ECE3AA0275F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E4038315-BE32-24BB-CFE9-5050C4146F3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4" name="Cube 73">
            <a:extLst>
              <a:ext uri="{FF2B5EF4-FFF2-40B4-BE49-F238E27FC236}">
                <a16:creationId xmlns:a16="http://schemas.microsoft.com/office/drawing/2014/main" id="{642CE0EC-A924-1B4F-AE4E-A72E434C3D79}"/>
              </a:ext>
            </a:extLst>
          </p:cNvPr>
          <p:cNvSpPr/>
          <p:nvPr/>
        </p:nvSpPr>
        <p:spPr>
          <a:xfrm>
            <a:off x="3390723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98D6A46-ED76-FDF3-8F17-F1EF1450548C}"/>
              </a:ext>
            </a:extLst>
          </p:cNvPr>
          <p:cNvSpPr/>
          <p:nvPr/>
        </p:nvSpPr>
        <p:spPr>
          <a:xfrm>
            <a:off x="3390723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A360D5-068D-A858-B394-132AFC387EE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567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4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5488" y="1834868"/>
            <a:ext cx="957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 + 0.46 + 0.17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D01C251-19AC-53E8-CC27-77090A172018}"/>
              </a:ext>
            </a:extLst>
          </p:cNvPr>
          <p:cNvSpPr/>
          <p:nvPr/>
        </p:nvSpPr>
        <p:spPr>
          <a:xfrm>
            <a:off x="703647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4059112-E83A-D4F0-8A4D-A2EC8CC127EB}"/>
              </a:ext>
            </a:extLst>
          </p:cNvPr>
          <p:cNvSpPr/>
          <p:nvPr/>
        </p:nvSpPr>
        <p:spPr>
          <a:xfrm>
            <a:off x="703647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06E8750-C6EE-55BD-D991-BFC3DD5DACF6}"/>
              </a:ext>
            </a:extLst>
          </p:cNvPr>
          <p:cNvSpPr/>
          <p:nvPr/>
        </p:nvSpPr>
        <p:spPr>
          <a:xfrm>
            <a:off x="703647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6763E-F4DF-CB6A-177F-BC4FD7D60D3A}"/>
              </a:ext>
            </a:extLst>
          </p:cNvPr>
          <p:cNvGrpSpPr/>
          <p:nvPr/>
        </p:nvGrpSpPr>
        <p:grpSpPr>
          <a:xfrm>
            <a:off x="63195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2EA1BA12-318C-D15E-EF7F-28C4CEE803A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D08A1F18-BD93-435C-BE4E-2157A672D7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86AE458-A59F-0636-7677-EF91E0F01D3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FB8DFF4B-3F0B-6796-0E00-C801C881E53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570234BD-EF1D-71D1-077F-DA9F543AF9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288429D5-C8DA-C4FB-B68C-FE9AD78EFA1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C658C189-67DA-63A0-F3F0-83AE15FAD7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9AB8F4B2-ECEC-DE9D-C258-2EECE81BE91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BA6075C-0871-1379-D0E3-04CF804E87D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E723BB44-8E25-8667-DA12-68ABB8C9478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168377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81666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31374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BCF2965-32DD-5E43-A4E7-A91BC17DF0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26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6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0.78   +   0.46   =   _________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3E0520D-F85C-DB59-DAAC-000BA977CC4F}"/>
              </a:ext>
            </a:extLst>
          </p:cNvPr>
          <p:cNvGrpSpPr/>
          <p:nvPr/>
        </p:nvGrpSpPr>
        <p:grpSpPr>
          <a:xfrm>
            <a:off x="6529402" y="5178023"/>
            <a:ext cx="343978" cy="1098085"/>
            <a:chOff x="6986601" y="5178023"/>
            <a:chExt cx="343978" cy="1098085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D01C251-19AC-53E8-CC27-77090A172018}"/>
                </a:ext>
              </a:extLst>
            </p:cNvPr>
            <p:cNvSpPr/>
            <p:nvPr/>
          </p:nvSpPr>
          <p:spPr>
            <a:xfrm>
              <a:off x="6986601" y="5936936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4059112-E83A-D4F0-8A4D-A2EC8CC127EB}"/>
                </a:ext>
              </a:extLst>
            </p:cNvPr>
            <p:cNvSpPr/>
            <p:nvPr/>
          </p:nvSpPr>
          <p:spPr>
            <a:xfrm>
              <a:off x="6986601" y="5683965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06E8750-C6EE-55BD-D991-BFC3DD5DACF6}"/>
                </a:ext>
              </a:extLst>
            </p:cNvPr>
            <p:cNvSpPr/>
            <p:nvPr/>
          </p:nvSpPr>
          <p:spPr>
            <a:xfrm>
              <a:off x="6986601" y="5430994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039F4A3-D6DB-B30A-4E4E-FD7B29023528}"/>
                </a:ext>
              </a:extLst>
            </p:cNvPr>
            <p:cNvSpPr/>
            <p:nvPr/>
          </p:nvSpPr>
          <p:spPr>
            <a:xfrm>
              <a:off x="6986601" y="5178023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276443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7986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29711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909DE31-3E03-CCB5-260F-3EF40DFFEF2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5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7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−   0.8   =   _________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450740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50144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55662C-4355-2629-E893-B56F2900F14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3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5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1.4   −   0.2   =   _________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60895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5613000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612007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1667FEA-A2F1-4C36-1495-F3F1E35EFB7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24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0.26   −   0.03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88AE24-EC75-31D6-6545-95F2403FC0B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11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   −   0.05   =   _________</a:t>
            </a:r>
          </a:p>
        </p:txBody>
      </p:sp>
      <p:sp>
        <p:nvSpPr>
          <p:cNvPr id="347" name="Cube 346">
            <a:extLst>
              <a:ext uri="{FF2B5EF4-FFF2-40B4-BE49-F238E27FC236}">
                <a16:creationId xmlns:a16="http://schemas.microsoft.com/office/drawing/2014/main" id="{7D25AF84-9D74-4795-BF52-D22FB0479EE6}"/>
              </a:ext>
            </a:extLst>
          </p:cNvPr>
          <p:cNvSpPr/>
          <p:nvPr/>
        </p:nvSpPr>
        <p:spPr>
          <a:xfrm>
            <a:off x="534283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8" name="Cube 347">
            <a:extLst>
              <a:ext uri="{FF2B5EF4-FFF2-40B4-BE49-F238E27FC236}">
                <a16:creationId xmlns:a16="http://schemas.microsoft.com/office/drawing/2014/main" id="{0F4DAD12-AAD9-B060-8931-8CB4AAA117E9}"/>
              </a:ext>
            </a:extLst>
          </p:cNvPr>
          <p:cNvSpPr/>
          <p:nvPr/>
        </p:nvSpPr>
        <p:spPr>
          <a:xfrm>
            <a:off x="534283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9" name="Cube 348">
            <a:extLst>
              <a:ext uri="{FF2B5EF4-FFF2-40B4-BE49-F238E27FC236}">
                <a16:creationId xmlns:a16="http://schemas.microsoft.com/office/drawing/2014/main" id="{362BB55C-0F6C-8D2D-E34C-14C8E9F15959}"/>
              </a:ext>
            </a:extLst>
          </p:cNvPr>
          <p:cNvSpPr/>
          <p:nvPr/>
        </p:nvSpPr>
        <p:spPr>
          <a:xfrm>
            <a:off x="534283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0" name="Cube 349">
            <a:extLst>
              <a:ext uri="{FF2B5EF4-FFF2-40B4-BE49-F238E27FC236}">
                <a16:creationId xmlns:a16="http://schemas.microsoft.com/office/drawing/2014/main" id="{09428AD0-E518-EDD1-95AA-D65AB0A47075}"/>
              </a:ext>
            </a:extLst>
          </p:cNvPr>
          <p:cNvSpPr/>
          <p:nvPr/>
        </p:nvSpPr>
        <p:spPr>
          <a:xfrm>
            <a:off x="5342837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Cube 350">
            <a:extLst>
              <a:ext uri="{FF2B5EF4-FFF2-40B4-BE49-F238E27FC236}">
                <a16:creationId xmlns:a16="http://schemas.microsoft.com/office/drawing/2014/main" id="{9EAAE1E0-8DA2-DEB7-EFA3-85C4A203C349}"/>
              </a:ext>
            </a:extLst>
          </p:cNvPr>
          <p:cNvSpPr/>
          <p:nvPr/>
        </p:nvSpPr>
        <p:spPr>
          <a:xfrm>
            <a:off x="5342837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3991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3411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CBDD311-CBD3-746B-9229-EA968611B1A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009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  <p:bldP spid="349" grpId="0" animBg="1"/>
      <p:bldP spid="350" grpId="0" animBg="1"/>
      <p:bldP spid="3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1.37   −   0.21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6B6759A1-EF4D-4B04-537D-F1759FEBFFCE}"/>
              </a:ext>
            </a:extLst>
          </p:cNvPr>
          <p:cNvSpPr/>
          <p:nvPr/>
        </p:nvSpPr>
        <p:spPr>
          <a:xfrm>
            <a:off x="62717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9D95238-1BF5-036A-354E-7D4FB1542641}"/>
              </a:ext>
            </a:extLst>
          </p:cNvPr>
          <p:cNvSpPr/>
          <p:nvPr/>
        </p:nvSpPr>
        <p:spPr>
          <a:xfrm>
            <a:off x="62717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BCBA86A-BA5F-F368-4279-3116C5E9C738}"/>
              </a:ext>
            </a:extLst>
          </p:cNvPr>
          <p:cNvSpPr/>
          <p:nvPr/>
        </p:nvSpPr>
        <p:spPr>
          <a:xfrm>
            <a:off x="627170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A7D2AB1-974A-015B-EEFD-444BABAE49A0}"/>
              </a:ext>
            </a:extLst>
          </p:cNvPr>
          <p:cNvSpPr/>
          <p:nvPr/>
        </p:nvSpPr>
        <p:spPr>
          <a:xfrm>
            <a:off x="627170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5D636A-DC04-E77F-5667-435898926DF9}"/>
              </a:ext>
            </a:extLst>
          </p:cNvPr>
          <p:cNvSpPr/>
          <p:nvPr/>
        </p:nvSpPr>
        <p:spPr>
          <a:xfrm>
            <a:off x="627170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D6EFEB20-0D91-104D-25EC-533388B09EED}"/>
              </a:ext>
            </a:extLst>
          </p:cNvPr>
          <p:cNvSpPr/>
          <p:nvPr/>
        </p:nvSpPr>
        <p:spPr>
          <a:xfrm>
            <a:off x="627170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33463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8FFB58B8-E83A-0E4A-1C00-66537413D134}"/>
              </a:ext>
            </a:extLst>
          </p:cNvPr>
          <p:cNvGrpSpPr/>
          <p:nvPr/>
        </p:nvGrpSpPr>
        <p:grpSpPr>
          <a:xfrm>
            <a:off x="538855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25" name="Cube 424">
              <a:extLst>
                <a:ext uri="{FF2B5EF4-FFF2-40B4-BE49-F238E27FC236}">
                  <a16:creationId xmlns:a16="http://schemas.microsoft.com/office/drawing/2014/main" id="{BA62CB11-6290-F89A-A515-2F86B8146F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6" name="Cube 425">
              <a:extLst>
                <a:ext uri="{FF2B5EF4-FFF2-40B4-BE49-F238E27FC236}">
                  <a16:creationId xmlns:a16="http://schemas.microsoft.com/office/drawing/2014/main" id="{43B7B9B9-A36E-2D34-3189-CB8EDA79648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7" name="Cube 426">
              <a:extLst>
                <a:ext uri="{FF2B5EF4-FFF2-40B4-BE49-F238E27FC236}">
                  <a16:creationId xmlns:a16="http://schemas.microsoft.com/office/drawing/2014/main" id="{4A3FF871-6222-7BE1-B7E0-8CE064ED183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8" name="Cube 427">
              <a:extLst>
                <a:ext uri="{FF2B5EF4-FFF2-40B4-BE49-F238E27FC236}">
                  <a16:creationId xmlns:a16="http://schemas.microsoft.com/office/drawing/2014/main" id="{2E284ABF-CD07-6B0C-FC13-7537F75A03E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9" name="Cube 428">
              <a:extLst>
                <a:ext uri="{FF2B5EF4-FFF2-40B4-BE49-F238E27FC236}">
                  <a16:creationId xmlns:a16="http://schemas.microsoft.com/office/drawing/2014/main" id="{68721713-4AED-EAF9-3535-88EC5BA20A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0" name="Cube 429">
              <a:extLst>
                <a:ext uri="{FF2B5EF4-FFF2-40B4-BE49-F238E27FC236}">
                  <a16:creationId xmlns:a16="http://schemas.microsoft.com/office/drawing/2014/main" id="{38C08335-A90A-C91E-BBD7-78708A92ECC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1" name="Cube 430">
              <a:extLst>
                <a:ext uri="{FF2B5EF4-FFF2-40B4-BE49-F238E27FC236}">
                  <a16:creationId xmlns:a16="http://schemas.microsoft.com/office/drawing/2014/main" id="{FF46FB76-661E-DAFC-101C-1EB58600319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2" name="Cube 431">
              <a:extLst>
                <a:ext uri="{FF2B5EF4-FFF2-40B4-BE49-F238E27FC236}">
                  <a16:creationId xmlns:a16="http://schemas.microsoft.com/office/drawing/2014/main" id="{C86C1325-670E-DFF6-1C8B-870DE6322D4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3" name="Cube 432">
              <a:extLst>
                <a:ext uri="{FF2B5EF4-FFF2-40B4-BE49-F238E27FC236}">
                  <a16:creationId xmlns:a16="http://schemas.microsoft.com/office/drawing/2014/main" id="{F68D43AD-BD2F-65F4-099D-158A839B0B9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4" name="Cube 433">
              <a:extLst>
                <a:ext uri="{FF2B5EF4-FFF2-40B4-BE49-F238E27FC236}">
                  <a16:creationId xmlns:a16="http://schemas.microsoft.com/office/drawing/2014/main" id="{94C6B8F5-9EF8-C1B7-AFA3-8C39F108040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2A7BC44-004D-FDBD-02D6-D96BD1E848C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33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0.32   −   0.04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1B406E06-DD01-FE4B-CE40-0F55F39104BA}"/>
              </a:ext>
            </a:extLst>
          </p:cNvPr>
          <p:cNvSpPr/>
          <p:nvPr/>
        </p:nvSpPr>
        <p:spPr>
          <a:xfrm>
            <a:off x="544674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6411698D-BAF7-137E-9206-BA1B866929F6}"/>
              </a:ext>
            </a:extLst>
          </p:cNvPr>
          <p:cNvSpPr/>
          <p:nvPr/>
        </p:nvSpPr>
        <p:spPr>
          <a:xfrm>
            <a:off x="544674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D148E3C4-65AD-7F76-2C18-F22256DCBD5A}"/>
              </a:ext>
            </a:extLst>
          </p:cNvPr>
          <p:cNvSpPr/>
          <p:nvPr/>
        </p:nvSpPr>
        <p:spPr>
          <a:xfrm>
            <a:off x="544674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68DD421-6734-2A6A-5871-7D51533935E5}"/>
              </a:ext>
            </a:extLst>
          </p:cNvPr>
          <p:cNvSpPr/>
          <p:nvPr/>
        </p:nvSpPr>
        <p:spPr>
          <a:xfrm>
            <a:off x="544674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C33B895B-47AB-A855-E14A-E47D6521AC74}"/>
              </a:ext>
            </a:extLst>
          </p:cNvPr>
          <p:cNvSpPr/>
          <p:nvPr/>
        </p:nvSpPr>
        <p:spPr>
          <a:xfrm>
            <a:off x="544674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A2E2144-AF78-C4C1-CB06-8DDF15F7D7C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33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−   0.1   =   _________</a:t>
            </a:r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4792041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4792041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D3E25-369D-C9F2-FEBB-ED19F6CF4EA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30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1.04   −   0.62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8125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8125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530958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B7B619-BB2B-6FFC-5EE1-FADFC1C52A48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A1DA6372-3195-B784-BBD2-7A1F40574D3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A85C713-7869-9A46-A1DF-7B8C14AF064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4841420F-B2FB-5BF6-AF5A-F1D98D07B9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87CBBA6-D0BF-F6CD-2B3E-171D1E01417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7D2F693F-509D-9C71-BB98-118A95AD58C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CFF9A765-CC7E-E989-81E0-F404D8D474E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A7F9976-B60C-C530-7E23-8E93C47A034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C119C6E4-3297-58A6-6289-58483CA1747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229F261E-2BB2-1B14-DB02-B5A1320180D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BDD2200-ED7E-9D14-90C4-181FF07AD19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90DBA7B-5BBB-5026-9C0A-F4F6575A9272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E9B7AB2A-1967-C432-9A26-118CE138DFF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96DD9331-021B-3392-1041-C0201A3D93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CE8EA963-DDCF-3E9F-EA6B-2F4D70D5A07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60C9CA7D-F10C-4451-55EE-006D53289A4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B63BD24F-B43B-79D0-70B0-952CF3A85F9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812F907-F620-1699-9838-C14A4E3AD1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7E6DE49A-A36E-8ED5-80FD-B0BB7A7E125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9C2F45A-47CD-C919-9157-96EFACDEF25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C9B81A99-0A05-A7F8-471A-0912701FBB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795AD1B8-B2D1-4DAF-FF59-301C20E6E43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325AB6-C8C4-27F2-016D-44168F39E46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996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0.5   −   0.22   =   _________</a:t>
            </a:r>
          </a:p>
        </p:txBody>
      </p:sp>
      <p:sp>
        <p:nvSpPr>
          <p:cNvPr id="358" name="Cube 357">
            <a:extLst>
              <a:ext uri="{FF2B5EF4-FFF2-40B4-BE49-F238E27FC236}">
                <a16:creationId xmlns:a16="http://schemas.microsoft.com/office/drawing/2014/main" id="{51611EF2-17C9-CCC3-6190-2300EAA62B52}"/>
              </a:ext>
            </a:extLst>
          </p:cNvPr>
          <p:cNvSpPr/>
          <p:nvPr/>
        </p:nvSpPr>
        <p:spPr>
          <a:xfrm>
            <a:off x="522230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Cube 358">
            <a:extLst>
              <a:ext uri="{FF2B5EF4-FFF2-40B4-BE49-F238E27FC236}">
                <a16:creationId xmlns:a16="http://schemas.microsoft.com/office/drawing/2014/main" id="{A32AB36C-0538-1977-1E2E-3288E7F36EAF}"/>
              </a:ext>
            </a:extLst>
          </p:cNvPr>
          <p:cNvSpPr/>
          <p:nvPr/>
        </p:nvSpPr>
        <p:spPr>
          <a:xfrm>
            <a:off x="522230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0" name="Cube 359">
            <a:extLst>
              <a:ext uri="{FF2B5EF4-FFF2-40B4-BE49-F238E27FC236}">
                <a16:creationId xmlns:a16="http://schemas.microsoft.com/office/drawing/2014/main" id="{C383FDF8-D9AE-6BA9-19D7-70E759A55A66}"/>
              </a:ext>
            </a:extLst>
          </p:cNvPr>
          <p:cNvSpPr/>
          <p:nvPr/>
        </p:nvSpPr>
        <p:spPr>
          <a:xfrm>
            <a:off x="522230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1" name="Cube 360">
            <a:extLst>
              <a:ext uri="{FF2B5EF4-FFF2-40B4-BE49-F238E27FC236}">
                <a16:creationId xmlns:a16="http://schemas.microsoft.com/office/drawing/2014/main" id="{0B72844C-3EF9-86B8-C162-805E31112294}"/>
              </a:ext>
            </a:extLst>
          </p:cNvPr>
          <p:cNvSpPr/>
          <p:nvPr/>
        </p:nvSpPr>
        <p:spPr>
          <a:xfrm>
            <a:off x="522230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2" name="Cube 361">
            <a:extLst>
              <a:ext uri="{FF2B5EF4-FFF2-40B4-BE49-F238E27FC236}">
                <a16:creationId xmlns:a16="http://schemas.microsoft.com/office/drawing/2014/main" id="{5150D18C-4D3A-A851-8F7B-47D565046C11}"/>
              </a:ext>
            </a:extLst>
          </p:cNvPr>
          <p:cNvSpPr/>
          <p:nvPr/>
        </p:nvSpPr>
        <p:spPr>
          <a:xfrm>
            <a:off x="522230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3" name="Cube 362">
            <a:extLst>
              <a:ext uri="{FF2B5EF4-FFF2-40B4-BE49-F238E27FC236}">
                <a16:creationId xmlns:a16="http://schemas.microsoft.com/office/drawing/2014/main" id="{D5BA05DF-6EB5-05B7-DF10-F34EF84B490A}"/>
              </a:ext>
            </a:extLst>
          </p:cNvPr>
          <p:cNvSpPr/>
          <p:nvPr/>
        </p:nvSpPr>
        <p:spPr>
          <a:xfrm>
            <a:off x="522230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4" name="Cube 363">
            <a:extLst>
              <a:ext uri="{FF2B5EF4-FFF2-40B4-BE49-F238E27FC236}">
                <a16:creationId xmlns:a16="http://schemas.microsoft.com/office/drawing/2014/main" id="{D954C426-1883-A23E-77F0-0B733DA4D4EB}"/>
              </a:ext>
            </a:extLst>
          </p:cNvPr>
          <p:cNvSpPr/>
          <p:nvPr/>
        </p:nvSpPr>
        <p:spPr>
          <a:xfrm>
            <a:off x="522230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5" name="Cube 364">
            <a:extLst>
              <a:ext uri="{FF2B5EF4-FFF2-40B4-BE49-F238E27FC236}">
                <a16:creationId xmlns:a16="http://schemas.microsoft.com/office/drawing/2014/main" id="{6C0E68B2-520E-58AF-6ADB-A6799E1F7597}"/>
              </a:ext>
            </a:extLst>
          </p:cNvPr>
          <p:cNvSpPr/>
          <p:nvPr/>
        </p:nvSpPr>
        <p:spPr>
          <a:xfrm>
            <a:off x="5222302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72353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950517-100E-A314-0600-E9F5F54C6D57}"/>
              </a:ext>
            </a:extLst>
          </p:cNvPr>
          <p:cNvGrpSpPr/>
          <p:nvPr/>
        </p:nvGrpSpPr>
        <p:grpSpPr>
          <a:xfrm>
            <a:off x="422477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FD2B626E-261C-6740-0803-D158A775FC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DB1AB694-B779-1B33-669E-AE133A220D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329A55DF-F36A-11AF-C9B3-83FD4099331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A2E786D3-A9E6-5AA7-B050-8D1158BA03F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86A1C9E0-FC0C-4269-9BC4-15D8BDF71B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B5265513-692D-FD34-727F-E3626A465B4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2B3ACAE2-E9A4-CC9F-75BF-3F04C8B1972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A362ED39-9548-B9FF-532E-386D7BBBAFF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37DF4E4-94F2-9E42-4AB3-C5983186FFE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4937E0A1-8AB2-C502-81C2-FCFE45D0715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7FE1210-C0A0-2C08-BF4C-70B15EE9682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08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0.34   −  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3F812CF-FE7F-39C5-E42F-CB039CB83989}"/>
              </a:ext>
            </a:extLst>
          </p:cNvPr>
          <p:cNvSpPr/>
          <p:nvPr/>
        </p:nvSpPr>
        <p:spPr>
          <a:xfrm>
            <a:off x="500617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4076699E-0C0D-CA49-CF06-FE1ED0A89A5C}"/>
              </a:ext>
            </a:extLst>
          </p:cNvPr>
          <p:cNvSpPr/>
          <p:nvPr/>
        </p:nvSpPr>
        <p:spPr>
          <a:xfrm>
            <a:off x="500617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EDD40FA-2343-826C-2A08-76F66B984419}"/>
              </a:ext>
            </a:extLst>
          </p:cNvPr>
          <p:cNvSpPr/>
          <p:nvPr/>
        </p:nvSpPr>
        <p:spPr>
          <a:xfrm>
            <a:off x="500617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DEDE8B7E-8FC5-6236-E155-F2D48AF6AA81}"/>
              </a:ext>
            </a:extLst>
          </p:cNvPr>
          <p:cNvSpPr/>
          <p:nvPr/>
        </p:nvSpPr>
        <p:spPr>
          <a:xfrm>
            <a:off x="500617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3D03921-D46D-99C5-5E15-106ADC770E62}"/>
              </a:ext>
            </a:extLst>
          </p:cNvPr>
          <p:cNvSpPr/>
          <p:nvPr/>
        </p:nvSpPr>
        <p:spPr>
          <a:xfrm>
            <a:off x="500617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CB8D9BF6-1E4F-F9F6-5D69-2A84206806B1}"/>
              </a:ext>
            </a:extLst>
          </p:cNvPr>
          <p:cNvSpPr/>
          <p:nvPr/>
        </p:nvSpPr>
        <p:spPr>
          <a:xfrm>
            <a:off x="500617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C8AD0109-F304-B757-F1E0-44734B4611B2}"/>
              </a:ext>
            </a:extLst>
          </p:cNvPr>
          <p:cNvSpPr/>
          <p:nvPr/>
        </p:nvSpPr>
        <p:spPr>
          <a:xfrm>
            <a:off x="500617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7DE3E0-DB0F-56E2-DAE3-005E25C94561}"/>
              </a:ext>
            </a:extLst>
          </p:cNvPr>
          <p:cNvGrpSpPr/>
          <p:nvPr/>
        </p:nvGrpSpPr>
        <p:grpSpPr>
          <a:xfrm>
            <a:off x="450325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794722F-4869-C997-E702-6526E747FD2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917C27F-BB0A-AEBE-E498-D440F1A1E93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2C8AF9D5-2168-7CDE-566F-CB0877342EB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AA6B6807-9010-3A32-961E-54B9A7BC50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FC21740C-1E13-71B6-959C-1CDA60A25AB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3EA0A7A1-3615-A2EF-264E-8F7EFB7296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8E71C0D-627E-6FFD-8C34-2C2504D111A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D7765DA8-251E-7159-FC8B-4A3773406DD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A639B9F-B5A1-D1B6-FB14-E754F3D7FFF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EC36346B-98DC-510A-F89D-10F59F6D16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A700E43-027D-9B2E-0B2F-D6ACF7E250B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08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1.26   −   0.78   =   _________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1FC07ED2-EB2D-803F-80B5-92BEB6C41EC2}"/>
              </a:ext>
            </a:extLst>
          </p:cNvPr>
          <p:cNvSpPr/>
          <p:nvPr/>
        </p:nvSpPr>
        <p:spPr>
          <a:xfrm>
            <a:off x="530958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FA1CF1BB-20DB-9770-5E62-2F32EE590FDD}"/>
              </a:ext>
            </a:extLst>
          </p:cNvPr>
          <p:cNvSpPr/>
          <p:nvPr/>
        </p:nvSpPr>
        <p:spPr>
          <a:xfrm>
            <a:off x="530958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B083104C-52F8-F16A-CF14-514D327D6E48}"/>
              </a:ext>
            </a:extLst>
          </p:cNvPr>
          <p:cNvSpPr/>
          <p:nvPr/>
        </p:nvSpPr>
        <p:spPr>
          <a:xfrm>
            <a:off x="530958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0ACE1C16-42EE-F7AD-CC69-EDAB2AE60E9A}"/>
              </a:ext>
            </a:extLst>
          </p:cNvPr>
          <p:cNvSpPr/>
          <p:nvPr/>
        </p:nvSpPr>
        <p:spPr>
          <a:xfrm>
            <a:off x="530958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193ED994-1ADB-0B99-1BCB-9E3C715E8689}"/>
              </a:ext>
            </a:extLst>
          </p:cNvPr>
          <p:cNvSpPr/>
          <p:nvPr/>
        </p:nvSpPr>
        <p:spPr>
          <a:xfrm>
            <a:off x="530958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E29C66F8-24AA-0219-58A1-B9542FE191AD}"/>
              </a:ext>
            </a:extLst>
          </p:cNvPr>
          <p:cNvSpPr/>
          <p:nvPr/>
        </p:nvSpPr>
        <p:spPr>
          <a:xfrm>
            <a:off x="530958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78A71E0C-35E4-16A5-6B25-E099C9F12870}"/>
              </a:ext>
            </a:extLst>
          </p:cNvPr>
          <p:cNvSpPr/>
          <p:nvPr/>
        </p:nvSpPr>
        <p:spPr>
          <a:xfrm>
            <a:off x="530958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1B9B29AF-6881-52D3-FC75-0A8B4280713A}"/>
              </a:ext>
            </a:extLst>
          </p:cNvPr>
          <p:cNvSpPr/>
          <p:nvPr/>
        </p:nvSpPr>
        <p:spPr>
          <a:xfrm>
            <a:off x="530958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2355CB-7ADF-F85C-5291-EB8FF35F92F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5C1B015B-4808-54FC-D1A1-5A1DBFBB149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ED0D885C-E70D-30FE-8D66-B3E260E9DC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7055B72-5759-A7A8-7E23-91F727AC31D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A821C1E1-E9DE-FFAD-63FD-48898866AD9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148A83F5-E9AD-9C74-F77F-6F34EEC7ECC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D5035D7D-1825-3780-55C5-62CD25D092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5F93058A-753A-C82D-DD1C-0D8B5C06BBD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A5280886-DABE-DDD8-E02A-A8F109A4F8C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50409D20-C45A-C7C8-A3F3-40F388F661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DD5DEC8D-C384-3002-74E3-195BA1B56A8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15D04DA-921B-D100-95A4-AE1131CF577A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A49CA87F-7FD7-0D11-4C09-7F90C35B3C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D3CB907-46C3-B2A9-FF3C-66E15A996C7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BCE19AEC-7F18-44FF-D33B-F51CDA15FB5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DCE68EF-74BB-0375-9569-B249C33495D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21F0B5D-E1B4-6248-1B85-5165F12148C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EABD8DF-1185-7D08-3900-C0774BA4AEF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34F8420-02EF-848C-50CC-6A616D23635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9C8F0A14-E844-F5AC-3EEA-E7C1EBD014B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B519993B-74A9-5E3E-F452-AA3AA966A48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D919366-BB40-4543-F0D3-10FC2607B73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C138B0-DE70-F21C-8367-DC38E0BD28D9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2EEC7DCF-46AD-2CE9-3DD8-5725D4F4138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E6066492-A3D7-CA83-7FDB-683D63762AF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8C6B8FF3-02A5-7538-276B-1C872C6BCF6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53FC3B99-D15E-4BB8-DF1A-CCF017B172D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058F9319-4B24-A71E-47DB-4AEDFF38089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6148CBB2-9C03-2496-08C3-6B4249C3C37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A5D95565-BF71-30E9-4A45-BB24188786D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94A9DC7A-8C30-63D0-4E08-60F17BF9336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6A9DD19-D8B8-12F2-BE10-CFE158038FF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F962C91D-F4EE-0005-6201-715E17AB9E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2988098-2EB3-09CC-B10B-2EAAA6109918}"/>
              </a:ext>
            </a:extLst>
          </p:cNvPr>
          <p:cNvGrpSpPr/>
          <p:nvPr/>
        </p:nvGrpSpPr>
        <p:grpSpPr>
          <a:xfrm>
            <a:off x="327712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D1A10229-9AAD-2E4B-63C3-4149BDB374E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F866D22F-2593-2D10-0FE3-83C973B4820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F8CD156F-1450-A1D9-0CD5-65CC1827AE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693909C8-602D-7FBC-A1F5-6BEEB38233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00814EF-41A7-272B-13E1-E0C43C9FFFF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FFBD1155-4355-6AA6-4E8C-93C710101A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9AE8C63D-8593-F920-DCCD-8DCA911571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D59A004A-5617-C418-FFCD-DA640064678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217B28EB-0637-5F24-92C2-3FBAB7451B4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37160E6C-6C25-31C7-C962-D3130593DD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21ABF80-A9E3-BCA3-173E-AC14B287946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30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10465</TotalTime>
  <Words>355</Words>
  <Application>Microsoft Office PowerPoint</Application>
  <PresentationFormat>A4 Paper (210x297 mm)</PresentationFormat>
  <Paragraphs>81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2024-05-22T12:36:28Z</dcterms:modified>
</cp:coreProperties>
</file>