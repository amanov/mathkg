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948" r:id="rId4"/>
    <p:sldId id="939" r:id="rId5"/>
    <p:sldId id="833" r:id="rId6"/>
    <p:sldId id="834" r:id="rId7"/>
    <p:sldId id="946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Титулдук слайд" id="{0E9D2BA4-C7A1-4290-9EC3-40A7EE55AE03}">
          <p14:sldIdLst>
            <p14:sldId id="281"/>
            <p14:sldId id="948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8/29/2024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3994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Ондуктарды пайыздарга айландыруу– Тарсиа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294667" y="2174039"/>
            <a:ext cx="381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210257" y="2517286"/>
            <a:ext cx="55180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0DC343-7C82-4AAF-A2BB-BEC9F66A2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439" y="0"/>
            <a:ext cx="4941561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E1FA7B-6631-41F9-9D6D-E06E51FAE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" y="0"/>
            <a:ext cx="49617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0AD88CC-FCA4-4FB2-B998-982849AE6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60511" y="1060510"/>
            <a:ext cx="6893322" cy="47722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685816-B8CA-41F7-A65E-B25819C66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94816" y="1060512"/>
            <a:ext cx="6893322" cy="477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D014EA8-1D4C-41EB-8513-0ADF73165D4B}"/>
              </a:ext>
            </a:extLst>
          </p:cNvPr>
          <p:cNvGrpSpPr/>
          <p:nvPr/>
        </p:nvGrpSpPr>
        <p:grpSpPr>
          <a:xfrm>
            <a:off x="1994263" y="172"/>
            <a:ext cx="7911737" cy="6857828"/>
            <a:chOff x="1428121" y="661851"/>
            <a:chExt cx="6741472" cy="584345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1E35E46-14D4-40C4-BCD1-D5657B744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67781" y="661851"/>
              <a:ext cx="3452108" cy="292322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E4D76B6-574E-4957-BD67-6D14599CD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8121" y="3567655"/>
              <a:ext cx="6741472" cy="2937648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49DD5A9-350C-DEB6-E6E0-8A06C3F0275C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8366</TotalTime>
  <Words>148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356</cp:revision>
  <cp:lastPrinted>2024-08-29T16:17:34Z</cp:lastPrinted>
  <dcterms:created xsi:type="dcterms:W3CDTF">2017-01-17T16:57:04Z</dcterms:created>
  <dcterms:modified xsi:type="dcterms:W3CDTF">2024-08-29T16:17:41Z</dcterms:modified>
</cp:coreProperties>
</file>