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56" r:id="rId2"/>
    <p:sldId id="957" r:id="rId3"/>
    <p:sldId id="945" r:id="rId4"/>
    <p:sldId id="946" r:id="rId5"/>
    <p:sldId id="944" r:id="rId6"/>
    <p:sldId id="947" r:id="rId7"/>
    <p:sldId id="948" r:id="rId8"/>
    <p:sldId id="949" r:id="rId9"/>
    <p:sldId id="959" r:id="rId10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9813FF6B-ECF9-4AC0-BAD9-CCB5496E6809}">
          <p14:sldIdLst>
            <p14:sldId id="956"/>
            <p14:sldId id="957"/>
          </p14:sldIdLst>
        </p14:section>
        <p14:section name="Көрсөтүү үчүн" id="{059544AC-2C27-45B1-9F95-F87DF8854DD6}">
          <p14:sldIdLst>
            <p14:sldId id="945"/>
          </p14:sldIdLst>
        </p14:section>
        <p14:section name="Жооптор" id="{1FEDB314-42DC-4694-9B04-D4A4AAE625F7}">
          <p14:sldIdLst>
            <p14:sldId id="946"/>
            <p14:sldId id="944"/>
          </p14:sldIdLst>
        </p14:section>
        <p14:section name="Таркатма иш кагаздар" id="{A78D9305-6AAE-4715-A210-52F6908F30F7}">
          <p14:sldIdLst>
            <p14:sldId id="947"/>
            <p14:sldId id="948"/>
            <p14:sldId id="949"/>
          </p14:sldIdLst>
        </p14:section>
        <p14:section name="Кайтарым байланыш" id="{F3D720CF-F566-46A6-9361-125255B68FA6}">
          <p14:sldIdLst>
            <p14:sldId id="9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9773920" cy="435133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Ир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- 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Calibri" panose="020F0502020204030204"/>
              </a:rPr>
              <a:t>Окуучулар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ар бир картанын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экенин чечиши керек.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карталарды кесип кереги жок.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Карталар 3 өлчөмдө болот.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7E18450-7A47-4E2E-841B-B413166E4333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иреттеңиз: ТУУРА &amp; КАТА</a:t>
            </a:r>
            <a:endParaRPr lang="en-GB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0.65 &gt; 0.567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33C93F-AF94-4B7A-BD97-FF74522CBCE8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4.6 &lt; 4.09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E0DD62-7CC3-4C6A-AB0D-D40658AB1C1D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0.3212 &gt; 0.3208 &gt; 0.3039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1759BA-25BD-4B3A-AFE1-D5077D955475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3.7 &lt; 3.705 &lt; 3.7105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F3BF85C-722A-4D12-8B46-557B930983A3}"/>
              </a:ext>
            </a:extLst>
          </p:cNvPr>
          <p:cNvSpPr txBox="1"/>
          <p:nvPr/>
        </p:nvSpPr>
        <p:spPr>
          <a:xfrm>
            <a:off x="321459" y="4753316"/>
            <a:ext cx="4359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Бул ондуктар өсүү тартибинде жайгашкан.</a:t>
            </a:r>
          </a:p>
          <a:p>
            <a:pPr algn="ctr"/>
            <a:r>
              <a:rPr lang="ky-KG" dirty="0"/>
              <a:t>6.56, 6.606, 6.6056</a:t>
            </a:r>
            <a:endParaRPr lang="en-GB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F56DA7-45D0-43F0-9BB6-374974CC1DC8}"/>
              </a:ext>
            </a:extLst>
          </p:cNvPr>
          <p:cNvSpPr txBox="1"/>
          <p:nvPr/>
        </p:nvSpPr>
        <p:spPr>
          <a:xfrm>
            <a:off x="5158221" y="4753316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ондуктар кемүү тартибинде жайгашкан.</a:t>
            </a:r>
          </a:p>
          <a:p>
            <a:pPr algn="ctr"/>
            <a:r>
              <a:rPr lang="ru-RU" dirty="0"/>
              <a:t>0,1201, 0,121, 0,12201</a:t>
            </a:r>
            <a:endParaRPr lang="en-GB" sz="2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900E06E-09E2-495D-8089-A950CCBAEB96}"/>
              </a:ext>
            </a:extLst>
          </p:cNvPr>
          <p:cNvSpPr txBox="1"/>
          <p:nvPr/>
        </p:nvSpPr>
        <p:spPr>
          <a:xfrm>
            <a:off x="378173" y="5869938"/>
            <a:ext cx="4245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чоңдон эң кичинеге карай </a:t>
            </a:r>
          </a:p>
          <a:p>
            <a:pPr algn="ctr"/>
            <a:r>
              <a:rPr lang="ru-RU" dirty="0"/>
              <a:t>ирээттелген.</a:t>
            </a:r>
          </a:p>
          <a:p>
            <a:pPr algn="ctr"/>
            <a:r>
              <a:rPr lang="ru-RU" dirty="0"/>
              <a:t>6.787, 6.7868, 6.71, 6.7097</a:t>
            </a:r>
            <a:endParaRPr lang="en-GB" sz="2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4308FBE-FB80-427F-ACDE-C9F3F29A05B5}"/>
              </a:ext>
            </a:extLst>
          </p:cNvPr>
          <p:cNvSpPr txBox="1"/>
          <p:nvPr/>
        </p:nvSpPr>
        <p:spPr>
          <a:xfrm>
            <a:off x="5436534" y="5843562"/>
            <a:ext cx="3958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кичинеден чоңго карай </a:t>
            </a:r>
          </a:p>
          <a:p>
            <a:pPr algn="ctr"/>
            <a:r>
              <a:rPr lang="ru-RU" dirty="0"/>
              <a:t> ирээттелген.</a:t>
            </a:r>
          </a:p>
          <a:p>
            <a:pPr algn="ctr"/>
            <a:r>
              <a:rPr lang="ru-RU" dirty="0"/>
              <a:t>0,043, 0,403, 0,3404, 0,3432</a:t>
            </a:r>
            <a:endParaRPr lang="en-GB" sz="2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2AC09E3-FEE4-4ACD-91EC-F609E0E64DC3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5.76 &gt; 5.676 &gt; 5.67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066824-DEB8-4955-8FEF-D18B590A3556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0.89 &lt; 0.889 &lt; 0.989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CACC325-303A-4A7C-BF14-8E645C289A56}"/>
              </a:ext>
            </a:extLst>
          </p:cNvPr>
          <p:cNvSpPr txBox="1"/>
          <p:nvPr/>
        </p:nvSpPr>
        <p:spPr>
          <a:xfrm>
            <a:off x="74275" y="3663070"/>
            <a:ext cx="485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0,8080 өлчөмү тартибинде жайгаштырылганда </a:t>
            </a:r>
          </a:p>
          <a:p>
            <a:pPr algn="ctr"/>
            <a:r>
              <a:rPr lang="ru-RU" dirty="0"/>
              <a:t>0,8085 жана 0,809 ортосунда болот</a:t>
            </a:r>
            <a:endParaRPr lang="en-GB" sz="2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6CB7687-139D-4866-9B1B-2E6FC415305B}"/>
              </a:ext>
            </a:extLst>
          </p:cNvPr>
          <p:cNvSpPr txBox="1"/>
          <p:nvPr/>
        </p:nvSpPr>
        <p:spPr>
          <a:xfrm>
            <a:off x="4989168" y="3663070"/>
            <a:ext cx="4853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0,6501 өлчөмү тартибинде жайгаштырылганда </a:t>
            </a:r>
            <a:endParaRPr lang="en-US" dirty="0"/>
          </a:p>
          <a:p>
            <a:pPr algn="ctr"/>
            <a:r>
              <a:rPr lang="ru-RU" dirty="0"/>
              <a:t>0,506 жана 0,65 ортосунда болот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86853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" name="Table 5">
            <a:extLst>
              <a:ext uri="{FF2B5EF4-FFF2-40B4-BE49-F238E27FC236}">
                <a16:creationId xmlns:a16="http://schemas.microsoft.com/office/drawing/2014/main" id="{45818D1A-5F54-6A5B-1797-27FE30174C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26486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68" name="TextBox 267">
            <a:extLst>
              <a:ext uri="{FF2B5EF4-FFF2-40B4-BE49-F238E27FC236}">
                <a16:creationId xmlns:a16="http://schemas.microsoft.com/office/drawing/2014/main" id="{D383B2F7-F021-328F-A3D9-EB1AD6380A01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72B93549-023D-1164-4ED5-60E327FB0CC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14DCBA75-7E0C-ABED-AAA4-7CDFC0EB57E0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иреттеңиз: ТУУРА &amp; КАТА</a:t>
            </a:r>
            <a:endParaRPr lang="en-GB" sz="1400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85853544-6BD2-D32B-46D4-D8EFAC72A488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051E21A-6425-0020-AA9E-CF730A07FA0A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4465F9AC-3B99-B6CC-463F-21946E67DE78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E557B3A0-74CF-EA22-4854-69996F26D391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B36F8B00-3C49-4A6D-D85F-8E739477FBC9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282" name="TextBox 281">
            <a:extLst>
              <a:ext uri="{FF2B5EF4-FFF2-40B4-BE49-F238E27FC236}">
                <a16:creationId xmlns:a16="http://schemas.microsoft.com/office/drawing/2014/main" id="{EF9D9F6D-341D-463B-E483-27DDBD837F46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0.65 &gt; 0.567</a:t>
            </a:r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1D3EC7E3-3AC4-9AC8-DB60-789F747F2BDA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4.6 &lt; 4.09</a:t>
            </a:r>
          </a:p>
        </p:txBody>
      </p:sp>
      <p:sp>
        <p:nvSpPr>
          <p:cNvPr id="284" name="TextBox 283">
            <a:extLst>
              <a:ext uri="{FF2B5EF4-FFF2-40B4-BE49-F238E27FC236}">
                <a16:creationId xmlns:a16="http://schemas.microsoft.com/office/drawing/2014/main" id="{D62DAA57-87E4-71A5-4C6A-9B398B5E1E4A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0.3212 &gt; 0.3208 &gt; 0.3039</a:t>
            </a:r>
          </a:p>
        </p:txBody>
      </p:sp>
      <p:sp>
        <p:nvSpPr>
          <p:cNvPr id="285" name="TextBox 284">
            <a:extLst>
              <a:ext uri="{FF2B5EF4-FFF2-40B4-BE49-F238E27FC236}">
                <a16:creationId xmlns:a16="http://schemas.microsoft.com/office/drawing/2014/main" id="{F078EF11-64B9-2262-B326-6C8C1C6A1057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3.7 &lt; 3.705 &lt; 3.7105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ABEF511-09D4-5EBD-5C94-61B69260F688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5.76 &gt; 5.676 &gt; 5.67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A3EE0B-5D33-0488-DFB3-4A8FD724F539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0.89 &lt; 0.889 &lt; 0.989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9C6B2AFE-FE7C-4447-94D5-A35678D73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19934" y="3053182"/>
            <a:ext cx="408033" cy="4080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C0F018-6A08-4B41-901B-6F7C0F7506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395927" y="1863081"/>
            <a:ext cx="408033" cy="40803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DE3A267-B4EB-4BF4-B7D2-84FDB375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395926" y="825424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EF5078-B7C0-4EAE-A1B3-64F29FAC13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56269" y="1840646"/>
            <a:ext cx="408033" cy="408033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D8DBC6ED-745D-48C5-9286-B0D6960B0B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68319" y="750400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B6A1C01-3ADB-4A45-A1C7-3DD0C404CF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71064" y="2976898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016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F95C422C-24B0-F854-39BC-AB6BA9BBB90E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0E6422-EB1E-FA1B-B72B-389EDA165FA5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738DE8-6695-C996-DC97-DAFD88060F4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B13AC-1040-FC2F-DF56-C2644FC6587B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иреттеңиз: ТУУРА &amp; КАТА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98EFF-2832-7E18-1866-AB7EB46C5679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CBA17B-74AA-5004-53B4-18ACD624C9F9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6B3CCE-EEFE-C986-9790-526DCE5E4E07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B3FE46-E65F-ED28-5365-C6A62AB5E966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3E135-80DF-58D7-262C-78C7AD924F34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8F8601-FD23-752C-AE6E-874F5BC8582C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5BCDCE-2255-741D-5293-11FB111C6596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066E5A-C7FF-5DE7-6C96-85033E1228FA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6F626C-2631-F7DD-B045-256E483A9E96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7C2189-FDFB-4D92-A8A5-B320225FCE41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5C54750-3487-EFD3-1248-0B6DA6F6F4C9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5DE432A9-AB0E-1A6D-58AA-ED3BF9B1D39F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0.65 &gt; 0.567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76CF532A-4D71-64BB-CBDA-A5C80290D70D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4.6 &lt; 4.09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D08D9468-81B7-7EE2-C472-BF67BD4931F9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0.3212 &gt; 0.3208 &gt; 0.3039</a:t>
            </a:r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6C4F0F4B-0033-AF76-4DDB-C51B286514C7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3.7 &lt; 3.705 &lt; 3.7105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D6A7BEC9-A571-A5A1-9B93-AD8263B63E29}"/>
              </a:ext>
            </a:extLst>
          </p:cNvPr>
          <p:cNvSpPr txBox="1"/>
          <p:nvPr/>
        </p:nvSpPr>
        <p:spPr>
          <a:xfrm>
            <a:off x="321459" y="4753316"/>
            <a:ext cx="4359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Бул ондуктар өсүү тартибинде жайгашкан.</a:t>
            </a:r>
          </a:p>
          <a:p>
            <a:pPr algn="ctr"/>
            <a:r>
              <a:rPr lang="ky-KG" dirty="0"/>
              <a:t>6.56, 6.606, 6.6056</a:t>
            </a:r>
            <a:endParaRPr lang="en-GB" sz="28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092C602D-ABBA-6E5F-22B4-722998FAACD0}"/>
              </a:ext>
            </a:extLst>
          </p:cNvPr>
          <p:cNvSpPr txBox="1"/>
          <p:nvPr/>
        </p:nvSpPr>
        <p:spPr>
          <a:xfrm>
            <a:off x="5158221" y="4753316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ондуктар кемүү тартибинде жайгашкан.</a:t>
            </a:r>
          </a:p>
          <a:p>
            <a:pPr algn="ctr"/>
            <a:r>
              <a:rPr lang="ru-RU" dirty="0"/>
              <a:t>0,1201, 0,121, 0,12201</a:t>
            </a:r>
            <a:endParaRPr lang="en-GB" sz="28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47D72377-5814-DB07-3C8B-02A65064E5EB}"/>
              </a:ext>
            </a:extLst>
          </p:cNvPr>
          <p:cNvSpPr txBox="1"/>
          <p:nvPr/>
        </p:nvSpPr>
        <p:spPr>
          <a:xfrm>
            <a:off x="378173" y="5869938"/>
            <a:ext cx="4245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чоңдон эң кичинеге карай </a:t>
            </a:r>
          </a:p>
          <a:p>
            <a:pPr algn="ctr"/>
            <a:r>
              <a:rPr lang="ru-RU" dirty="0"/>
              <a:t>ирээттелген.</a:t>
            </a:r>
          </a:p>
          <a:p>
            <a:pPr algn="ctr"/>
            <a:r>
              <a:rPr lang="ru-RU" dirty="0"/>
              <a:t>6.787, 6.7868, 6.71, 6.7097</a:t>
            </a:r>
            <a:endParaRPr lang="en-GB" sz="2800" dirty="0"/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F529C4A4-9E88-0B2C-3EF5-4C8402DB3508}"/>
              </a:ext>
            </a:extLst>
          </p:cNvPr>
          <p:cNvSpPr txBox="1"/>
          <p:nvPr/>
        </p:nvSpPr>
        <p:spPr>
          <a:xfrm>
            <a:off x="5436534" y="5843562"/>
            <a:ext cx="3958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кичинеден чоңго карай </a:t>
            </a:r>
          </a:p>
          <a:p>
            <a:pPr algn="ctr"/>
            <a:r>
              <a:rPr lang="ru-RU" dirty="0"/>
              <a:t> ирээттелген.</a:t>
            </a:r>
          </a:p>
          <a:p>
            <a:pPr algn="ctr"/>
            <a:r>
              <a:rPr lang="ru-RU" dirty="0"/>
              <a:t>0,043, 0,403, 0,3404, 0,3432</a:t>
            </a:r>
            <a:endParaRPr lang="en-GB" sz="2800" dirty="0"/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F866238-10E0-972A-6161-C310AF511170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5.76 &gt; 5.676 &gt; 5.67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2F93BA5-DEBE-8CFF-CDA3-C7E2B1F1B138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0.89 &lt; 0.889 &lt; 0.989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CD1A840C-D72E-4896-5E79-2F0B030DEC6C}"/>
              </a:ext>
            </a:extLst>
          </p:cNvPr>
          <p:cNvSpPr txBox="1"/>
          <p:nvPr/>
        </p:nvSpPr>
        <p:spPr>
          <a:xfrm>
            <a:off x="74275" y="3663070"/>
            <a:ext cx="485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0,8080 өлчөмү тартибинде жайгаштырылганда </a:t>
            </a:r>
          </a:p>
          <a:p>
            <a:pPr algn="ctr"/>
            <a:r>
              <a:rPr lang="ru-RU" dirty="0"/>
              <a:t>0,8085 жана 0,809 ортосунда болот</a:t>
            </a:r>
            <a:endParaRPr lang="en-GB" sz="28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EFA600E6-A3FA-7098-1A48-81E7CF4D2118}"/>
              </a:ext>
            </a:extLst>
          </p:cNvPr>
          <p:cNvSpPr txBox="1"/>
          <p:nvPr/>
        </p:nvSpPr>
        <p:spPr>
          <a:xfrm>
            <a:off x="4989168" y="3663070"/>
            <a:ext cx="4853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0,6501 өлчөмү тартибинде жайгаштырылганда </a:t>
            </a:r>
            <a:endParaRPr lang="en-US" dirty="0"/>
          </a:p>
          <a:p>
            <a:pPr algn="ctr"/>
            <a:r>
              <a:rPr lang="ru-RU" dirty="0"/>
              <a:t>0,506 жана 0,65 ортосунда болот</a:t>
            </a:r>
            <a:endParaRPr lang="en-GB" sz="28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E3A267-B4EB-4BF4-B7D2-84FDB3757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75453" y="268093"/>
            <a:ext cx="408033" cy="40803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99C0F018-6A08-4B41-901B-6F7C0F7506A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43351" y="1315142"/>
            <a:ext cx="408033" cy="408033"/>
          </a:xfrm>
          <a:prstGeom prst="rect">
            <a:avLst/>
          </a:prstGeom>
        </p:spPr>
      </p:pic>
      <p:pic>
        <p:nvPicPr>
          <p:cNvPr id="302" name="Picture 301">
            <a:extLst>
              <a:ext uri="{FF2B5EF4-FFF2-40B4-BE49-F238E27FC236}">
                <a16:creationId xmlns:a16="http://schemas.microsoft.com/office/drawing/2014/main" id="{D8DBC6ED-745D-48C5-9286-B0D6960B0B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5286" y="270438"/>
            <a:ext cx="408033" cy="408033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62EF5078-B7C0-4EAE-A1B3-64F29FAC13A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75286" y="1325515"/>
            <a:ext cx="408033" cy="408033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472D218E-5948-4B4F-8585-55CA9A2404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5374" y="4105384"/>
            <a:ext cx="408033" cy="40803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5B9B54C-FF3D-43C0-986B-DDA84485950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395374" y="6225562"/>
            <a:ext cx="408033" cy="40803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F0FC562E-FD94-4DA9-A52D-593BAC471E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89693" y="5160951"/>
            <a:ext cx="408033" cy="408033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D60DE4E-3E6E-46E8-9F9C-8E6481CA798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489693" y="4066462"/>
            <a:ext cx="408033" cy="40803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9C6B2AFE-FE7C-4447-94D5-A35678D7319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43351" y="2484519"/>
            <a:ext cx="408033" cy="408033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1B6A1C01-3ADB-4A45-A1C7-3DD0C404CF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02212" y="2484519"/>
            <a:ext cx="408033" cy="40803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558293E-61E0-41D1-BC77-A916102B34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02212" y="5149779"/>
            <a:ext cx="408033" cy="408033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3FED7DB5-1CE5-4551-9AC6-E3FD67C583A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9693" y="6212374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853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5">
            <a:extLst>
              <a:ext uri="{FF2B5EF4-FFF2-40B4-BE49-F238E27FC236}">
                <a16:creationId xmlns:a16="http://schemas.microsoft.com/office/drawing/2014/main" id="{A2265674-ACBF-01F0-964F-A7EA69661D59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1FFA186-2730-1B90-72D9-581BF12234A6}"/>
              </a:ext>
            </a:extLst>
          </p:cNvPr>
          <p:cNvSpPr txBox="1"/>
          <p:nvPr/>
        </p:nvSpPr>
        <p:spPr>
          <a:xfrm>
            <a:off x="-23305" y="-61546"/>
            <a:ext cx="14228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b="1" dirty="0"/>
              <a:t>ТУУРА</a:t>
            </a:r>
            <a:r>
              <a:rPr lang="ru-RU" sz="1400" dirty="0"/>
              <a:t> же </a:t>
            </a:r>
            <a:r>
              <a:rPr lang="ru-RU" sz="1400" b="1" dirty="0"/>
              <a:t>КАТА</a:t>
            </a:r>
            <a:r>
              <a:rPr lang="en-GB" sz="1400" dirty="0"/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4DEFD5-3850-DBB3-D8A9-3543C4ABF2F1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FEE5C9-2C56-0472-CFF5-26069639C99A}"/>
              </a:ext>
            </a:extLst>
          </p:cNvPr>
          <p:cNvSpPr txBox="1"/>
          <p:nvPr/>
        </p:nvSpPr>
        <p:spPr>
          <a:xfrm>
            <a:off x="2175948" y="-61546"/>
            <a:ext cx="5534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/>
              <a:t>Бардык 12 картаны кесип. Аларды эки топко иреттеңиз: ТУУРА &amp; КАТА</a:t>
            </a:r>
            <a:endParaRPr lang="en-GB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6A2D080-9E20-7832-331B-B0F2C1657BCA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7D49BB-BA6F-FA91-867C-B77D816D0A46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E2AB6A-59B0-A668-E2B5-E3CF42476322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2FAEF1-5192-A987-8162-9829D2610120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E427F-16B5-C30C-A51E-EEE7F5EEB9D7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43ACC8-E5F7-82F6-6BAA-6B051A2AE8F2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FBB51F-B625-09BE-9B08-D9F27F602911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4D7BF6-1973-183D-CA88-08D7558A45B7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BC2525-9433-0A77-D3E2-B9853C6D0725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49E6B4-E4F5-8EA0-F15C-3D62175C58FE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AC5C1F-8267-6C74-28D8-D7C12A55C762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15F7C2-EEE3-6E7C-3AC7-9C6C47F8B589}"/>
              </a:ext>
            </a:extLst>
          </p:cNvPr>
          <p:cNvSpPr txBox="1"/>
          <p:nvPr/>
        </p:nvSpPr>
        <p:spPr>
          <a:xfrm>
            <a:off x="1506238" y="489046"/>
            <a:ext cx="19896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0.65 &gt; 0.567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674A9F-4EB2-CD8A-7969-7111C3E412FA}"/>
              </a:ext>
            </a:extLst>
          </p:cNvPr>
          <p:cNvSpPr txBox="1"/>
          <p:nvPr/>
        </p:nvSpPr>
        <p:spPr>
          <a:xfrm>
            <a:off x="6603873" y="489046"/>
            <a:ext cx="1624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4.6 &lt; 4.09</a:t>
            </a:r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80C05B68-7C16-7C52-B0FE-EE39C67B967E}"/>
              </a:ext>
            </a:extLst>
          </p:cNvPr>
          <p:cNvSpPr txBox="1"/>
          <p:nvPr/>
        </p:nvSpPr>
        <p:spPr>
          <a:xfrm>
            <a:off x="558061" y="2678329"/>
            <a:ext cx="3886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0.3212 &gt; 0.3208 &gt; 0.3039</a:t>
            </a:r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A522146D-B341-63FB-12FF-F6A9EAA17934}"/>
              </a:ext>
            </a:extLst>
          </p:cNvPr>
          <p:cNvSpPr txBox="1"/>
          <p:nvPr/>
        </p:nvSpPr>
        <p:spPr>
          <a:xfrm>
            <a:off x="5838439" y="2678329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3.7 &lt; 3.705 &lt; 3.7105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73FD8FDB-116A-731D-C7A5-07635ED8566D}"/>
              </a:ext>
            </a:extLst>
          </p:cNvPr>
          <p:cNvSpPr txBox="1"/>
          <p:nvPr/>
        </p:nvSpPr>
        <p:spPr>
          <a:xfrm>
            <a:off x="321459" y="4753316"/>
            <a:ext cx="43592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dirty="0"/>
              <a:t>Бул ондуктар өсүү тартибинде жайгашкан.</a:t>
            </a:r>
          </a:p>
          <a:p>
            <a:pPr algn="ctr"/>
            <a:r>
              <a:rPr lang="ky-KG" dirty="0"/>
              <a:t>6.56, 6.606, 6.6056</a:t>
            </a:r>
            <a:endParaRPr lang="en-GB" sz="2800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8A076261-9AF4-ABA1-4CD4-A23F8998931A}"/>
              </a:ext>
            </a:extLst>
          </p:cNvPr>
          <p:cNvSpPr txBox="1"/>
          <p:nvPr/>
        </p:nvSpPr>
        <p:spPr>
          <a:xfrm>
            <a:off x="5158221" y="4753316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ондуктар кемүү тартибинде жайгашкан.</a:t>
            </a:r>
          </a:p>
          <a:p>
            <a:pPr algn="ctr"/>
            <a:r>
              <a:rPr lang="ru-RU" dirty="0"/>
              <a:t>0,1201, 0,121, 0,12201</a:t>
            </a:r>
            <a:endParaRPr lang="en-GB" sz="2800" dirty="0"/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58409588-41AB-881E-E4DE-460F38839565}"/>
              </a:ext>
            </a:extLst>
          </p:cNvPr>
          <p:cNvSpPr txBox="1"/>
          <p:nvPr/>
        </p:nvSpPr>
        <p:spPr>
          <a:xfrm>
            <a:off x="378173" y="5869938"/>
            <a:ext cx="42457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чоңдон эң кичинеге карай </a:t>
            </a:r>
          </a:p>
          <a:p>
            <a:pPr algn="ctr"/>
            <a:r>
              <a:rPr lang="ru-RU" dirty="0"/>
              <a:t>ирээттелген.</a:t>
            </a:r>
          </a:p>
          <a:p>
            <a:pPr algn="ctr"/>
            <a:r>
              <a:rPr lang="ru-RU" dirty="0"/>
              <a:t>6.787, 6.7868, 6.71, 6.7097</a:t>
            </a:r>
            <a:endParaRPr lang="en-GB" sz="2800" dirty="0"/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DEFD620C-A18D-A431-9FA3-3B75458C25E5}"/>
              </a:ext>
            </a:extLst>
          </p:cNvPr>
          <p:cNvSpPr txBox="1"/>
          <p:nvPr/>
        </p:nvSpPr>
        <p:spPr>
          <a:xfrm>
            <a:off x="5436534" y="5843562"/>
            <a:ext cx="39588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Бул сандар эң кичинеден чоңго карай </a:t>
            </a:r>
          </a:p>
          <a:p>
            <a:pPr algn="ctr"/>
            <a:r>
              <a:rPr lang="ru-RU" dirty="0"/>
              <a:t> ирээттелген.</a:t>
            </a:r>
          </a:p>
          <a:p>
            <a:pPr algn="ctr"/>
            <a:r>
              <a:rPr lang="ru-RU" dirty="0"/>
              <a:t>0,043, 0,403, 0,3404, 0,3432</a:t>
            </a:r>
            <a:endParaRPr lang="en-GB" sz="2800" dirty="0"/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B8111BE1-5B10-906C-135B-665BCE77A66D}"/>
              </a:ext>
            </a:extLst>
          </p:cNvPr>
          <p:cNvSpPr txBox="1"/>
          <p:nvPr/>
        </p:nvSpPr>
        <p:spPr>
          <a:xfrm>
            <a:off x="1014917" y="1588083"/>
            <a:ext cx="29722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5.76 &gt; 5.676 &gt; 5.67</a:t>
            </a:r>
          </a:p>
        </p:txBody>
      </p:sp>
      <p:sp>
        <p:nvSpPr>
          <p:cNvPr id="231" name="TextBox 230">
            <a:extLst>
              <a:ext uri="{FF2B5EF4-FFF2-40B4-BE49-F238E27FC236}">
                <a16:creationId xmlns:a16="http://schemas.microsoft.com/office/drawing/2014/main" id="{B06C3CA9-E89C-67B6-1A03-1EB375FDAE61}"/>
              </a:ext>
            </a:extLst>
          </p:cNvPr>
          <p:cNvSpPr txBox="1"/>
          <p:nvPr/>
        </p:nvSpPr>
        <p:spPr>
          <a:xfrm>
            <a:off x="5838439" y="1588083"/>
            <a:ext cx="31550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0.89 &lt; 0.889 &lt; 0.989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EF2AED27-EAA8-3BB9-F927-A48DDCD4EDCA}"/>
              </a:ext>
            </a:extLst>
          </p:cNvPr>
          <p:cNvSpPr txBox="1"/>
          <p:nvPr/>
        </p:nvSpPr>
        <p:spPr>
          <a:xfrm>
            <a:off x="74275" y="3663070"/>
            <a:ext cx="4853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0,8080 өлчөмү тартибинде жайгаштырылганда </a:t>
            </a:r>
          </a:p>
          <a:p>
            <a:pPr algn="ctr"/>
            <a:r>
              <a:rPr lang="ru-RU" dirty="0"/>
              <a:t>0,8085 жана 0,809 ортосунда болот</a:t>
            </a:r>
            <a:endParaRPr lang="en-GB" sz="2800" dirty="0"/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47D4BB9A-9382-47E0-0FB5-C55646196DA7}"/>
              </a:ext>
            </a:extLst>
          </p:cNvPr>
          <p:cNvSpPr txBox="1"/>
          <p:nvPr/>
        </p:nvSpPr>
        <p:spPr>
          <a:xfrm>
            <a:off x="4989168" y="3663070"/>
            <a:ext cx="48535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0,6501 өлчөмү тартибинде жайгаштырылганда </a:t>
            </a:r>
            <a:endParaRPr lang="en-US" dirty="0"/>
          </a:p>
          <a:p>
            <a:pPr algn="ctr"/>
            <a:r>
              <a:rPr lang="ru-RU" dirty="0"/>
              <a:t>0,506 жана 0,65 ортосунда болот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2732172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DCA8B3-06EB-A79A-18EE-01C4DD76D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7272" y="1065207"/>
            <a:ext cx="6810384" cy="4775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013781-98C4-15A9-C140-2844CDC9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11610" y="1065206"/>
            <a:ext cx="6810384" cy="47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DE2FBF0-FCF3-EF8C-439E-59365242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71"/>
            <a:ext cx="4907280" cy="33915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1FD063-E7B2-DA2A-5555-5C97AFB66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0" y="0"/>
            <a:ext cx="4907280" cy="3391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08D849A-BBC5-68AE-8715-D3142CE70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50251"/>
            <a:ext cx="4907280" cy="33915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067FA4-F769-A66C-807B-E7C8383C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720" y="3434080"/>
            <a:ext cx="4907280" cy="339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48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10418</TotalTime>
  <Words>520</Words>
  <Application>Microsoft Office PowerPoint</Application>
  <PresentationFormat>A4 Paper (210x297 mm)</PresentationFormat>
  <Paragraphs>138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493</cp:revision>
  <cp:lastPrinted>2024-09-20T17:39:45Z</cp:lastPrinted>
  <dcterms:created xsi:type="dcterms:W3CDTF">2017-01-17T16:57:04Z</dcterms:created>
  <dcterms:modified xsi:type="dcterms:W3CDTF">2024-09-20T17:41:19Z</dcterms:modified>
</cp:coreProperties>
</file>