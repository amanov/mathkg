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61"/>
  </p:notesMasterIdLst>
  <p:handoutMasterIdLst>
    <p:handoutMasterId r:id="rId62"/>
  </p:handoutMasterIdLst>
  <p:sldIdLst>
    <p:sldId id="257" r:id="rId3"/>
    <p:sldId id="1055" r:id="rId4"/>
    <p:sldId id="1056" r:id="rId5"/>
    <p:sldId id="1054" r:id="rId6"/>
    <p:sldId id="1057" r:id="rId7"/>
    <p:sldId id="1060" r:id="rId8"/>
    <p:sldId id="1061" r:id="rId9"/>
    <p:sldId id="1062" r:id="rId10"/>
    <p:sldId id="1063" r:id="rId11"/>
    <p:sldId id="1064" r:id="rId12"/>
    <p:sldId id="1085" r:id="rId13"/>
    <p:sldId id="1087" r:id="rId14"/>
    <p:sldId id="1086" r:id="rId15"/>
    <p:sldId id="1088" r:id="rId16"/>
    <p:sldId id="1089" r:id="rId17"/>
    <p:sldId id="1034" r:id="rId18"/>
    <p:sldId id="1030" r:id="rId19"/>
    <p:sldId id="1029" r:id="rId20"/>
    <p:sldId id="1031" r:id="rId21"/>
    <p:sldId id="1032" r:id="rId22"/>
    <p:sldId id="1033" r:id="rId23"/>
    <p:sldId id="1026" r:id="rId24"/>
    <p:sldId id="1035" r:id="rId25"/>
    <p:sldId id="1039" r:id="rId26"/>
    <p:sldId id="1040" r:id="rId27"/>
    <p:sldId id="1041" r:id="rId28"/>
    <p:sldId id="1042" r:id="rId29"/>
    <p:sldId id="1036" r:id="rId30"/>
    <p:sldId id="1038" r:id="rId31"/>
    <p:sldId id="1052" r:id="rId32"/>
    <p:sldId id="1046" r:id="rId33"/>
    <p:sldId id="1043" r:id="rId34"/>
    <p:sldId id="1044" r:id="rId35"/>
    <p:sldId id="1045" r:id="rId36"/>
    <p:sldId id="1047" r:id="rId37"/>
    <p:sldId id="1090" r:id="rId38"/>
    <p:sldId id="1091" r:id="rId39"/>
    <p:sldId id="1092" r:id="rId40"/>
    <p:sldId id="1093" r:id="rId41"/>
    <p:sldId id="1094" r:id="rId42"/>
    <p:sldId id="1095" r:id="rId43"/>
    <p:sldId id="1096" r:id="rId44"/>
    <p:sldId id="1066" r:id="rId45"/>
    <p:sldId id="1065" r:id="rId46"/>
    <p:sldId id="1067" r:id="rId47"/>
    <p:sldId id="1070" r:id="rId48"/>
    <p:sldId id="1068" r:id="rId49"/>
    <p:sldId id="1069" r:id="rId50"/>
    <p:sldId id="1071" r:id="rId51"/>
    <p:sldId id="1072" r:id="rId52"/>
    <p:sldId id="1073" r:id="rId53"/>
    <p:sldId id="1074" r:id="rId54"/>
    <p:sldId id="1075" r:id="rId55"/>
    <p:sldId id="1076" r:id="rId56"/>
    <p:sldId id="1048" r:id="rId57"/>
    <p:sldId id="1097" r:id="rId58"/>
    <p:sldId id="1084" r:id="rId59"/>
    <p:sldId id="274" r:id="rId60"/>
  </p:sldIdLst>
  <p:sldSz cx="9906000" cy="6858000" type="A4"/>
  <p:notesSz cx="7104063" cy="10234613"/>
  <p:embeddedFontLst>
    <p:embeddedFont>
      <p:font typeface="Arial Black" panose="020B0A04020102020204" pitchFamily="34" charset="0"/>
      <p:bold r:id="rId63"/>
    </p:embeddedFont>
    <p:embeddedFont>
      <p:font typeface="Bodoni MT Black" panose="02070A03080606020203" pitchFamily="18" charset="0"/>
      <p:bold r:id="rId64"/>
      <p:boldItalic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  <p:embeddedFont>
      <p:font typeface="Calibri Light" panose="020F0302020204030204" pitchFamily="34" charset="0"/>
      <p:regular r:id="rId70"/>
      <p:italic r:id="rId71"/>
    </p:embeddedFont>
    <p:embeddedFont>
      <p:font typeface="Stencil" panose="040409050D0802020404" pitchFamily="82" charset="0"/>
      <p:regular r:id="rId7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257"/>
          </p14:sldIdLst>
        </p14:section>
        <p14:section name="Кошуу Сабак" id="{059544AC-2C27-45B1-9F95-F87DF8854DD6}">
          <p14:sldIdLst>
            <p14:sldId id="1055"/>
            <p14:sldId id="1056"/>
            <p14:sldId id="1054"/>
            <p14:sldId id="1057"/>
            <p14:sldId id="1060"/>
            <p14:sldId id="1061"/>
            <p14:sldId id="1062"/>
            <p14:sldId id="1063"/>
            <p14:sldId id="1064"/>
            <p14:sldId id="1085"/>
            <p14:sldId id="1087"/>
            <p14:sldId id="1086"/>
            <p14:sldId id="1088"/>
            <p14:sldId id="1089"/>
            <p14:sldId id="1034"/>
            <p14:sldId id="1030"/>
            <p14:sldId id="1029"/>
            <p14:sldId id="1031"/>
            <p14:sldId id="1032"/>
            <p14:sldId id="1033"/>
            <p14:sldId id="1026"/>
            <p14:sldId id="1035"/>
            <p14:sldId id="1039"/>
            <p14:sldId id="1040"/>
            <p14:sldId id="1041"/>
            <p14:sldId id="1042"/>
            <p14:sldId id="1036"/>
            <p14:sldId id="1038"/>
            <p14:sldId id="1052"/>
            <p14:sldId id="1046"/>
            <p14:sldId id="1043"/>
            <p14:sldId id="1044"/>
            <p14:sldId id="1045"/>
            <p14:sldId id="1047"/>
          </p14:sldIdLst>
        </p14:section>
        <p14:section name="Үйрөнүү үчүн баалоо" id="{1FEDB314-42DC-4694-9B04-D4A4AAE625F7}">
          <p14:sldIdLst>
            <p14:sldId id="1090"/>
            <p14:sldId id="1091"/>
          </p14:sldIdLst>
        </p14:section>
        <p14:section name="Кемитүү Сабак" id="{CCAA12B3-15ED-4681-A04F-4E3F45CE5E0D}">
          <p14:sldIdLst>
            <p14:sldId id="1092"/>
            <p14:sldId id="1093"/>
            <p14:sldId id="1094"/>
            <p14:sldId id="1095"/>
            <p14:sldId id="1096"/>
            <p14:sldId id="1066"/>
            <p14:sldId id="1065"/>
            <p14:sldId id="1067"/>
            <p14:sldId id="1070"/>
            <p14:sldId id="1068"/>
            <p14:sldId id="1069"/>
            <p14:sldId id="1071"/>
            <p14:sldId id="1072"/>
            <p14:sldId id="1073"/>
            <p14:sldId id="1074"/>
            <p14:sldId id="1075"/>
            <p14:sldId id="1076"/>
          </p14:sldIdLst>
        </p14:section>
        <p14:section name="Үйрөнүү үчүн баалоо" id="{22D31624-9505-4F17-B006-DEB3DE3255C4}">
          <p14:sldIdLst>
            <p14:sldId id="1048"/>
            <p14:sldId id="1097"/>
          </p14:sldIdLst>
        </p14:section>
        <p14:section name="Adding &amp; Subtracting" id="{1F09129A-235C-4CBA-B06B-49E6E34FE40D}">
          <p14:sldIdLst>
            <p14:sldId id="1084"/>
          </p14:sldIdLst>
        </p14:section>
        <p14:section name="mathkgz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3.fntdata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70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20/10/2023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2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9897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921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3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0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0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11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65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30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8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86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9984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43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microsoft.com/office/2007/relationships/hdphoto" Target="../media/hdphoto1.wdp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</a:t>
            </a:r>
            <a:r>
              <a:rPr lang="ru-RU"/>
              <a:t>– Кошуу </a:t>
            </a:r>
            <a:r>
              <a:rPr lang="ru-RU" dirty="0"/>
              <a:t>жана Кемитүү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+ 0,04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 + 0,12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0,05 + 0,06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0,26 + 0,27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0,1 − 0,01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9021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0,24 − 0,11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0,3 − 0,16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0,33 − 0,08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0,45 − 0,27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648799" y="546564"/>
            <a:ext cx="3693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Use blocks &amp; numbers to </a:t>
            </a:r>
            <a:r>
              <a:rPr lang="en-GB" sz="2000" b="1" dirty="0"/>
              <a:t>express</a:t>
            </a:r>
            <a:r>
              <a:rPr lang="en-GB" sz="2000" dirty="0"/>
              <a:t>: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8674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98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23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6,53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23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47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0,27  +  0,11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0,16  +  0,3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 +  0,29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2,24  +  0,6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1,41  +  2,3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  +  1,6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0,36  +  0,27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  +  0,18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0,56  +  0,26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3,47  +  1,33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0,55  +  0,68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2,37  +  0,9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2,75  +  4,42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+  0,68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0,84  +  0,78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1,47  +  0,96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3,65  +  1,87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5997" y="1085485"/>
            <a:ext cx="2919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0,4  +  0,17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98783" y="1930035"/>
            <a:ext cx="3142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0,26  +  0,11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5997" y="27745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2,51  +  1,37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98783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0,74  +  0,07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986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0,5  +  0,63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30203" y="5308235"/>
            <a:ext cx="3079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0,64  +  0,28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7600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1,36  +  0,87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2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жуптун жалпы баасы канча?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0,52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0,24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0,76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1,53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0,82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2,68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1,57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2,35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0,28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1,35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1,63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4,25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856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−  0,3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  − 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280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  −  0,9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−  0,17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0,54  −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-189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−  0,27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1,27  −  0,4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−  2,19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  −  0,55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4150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2,21  −  0,68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3071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3,53  −  0,94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4093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4,24  −  1,56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  −  2,83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2,84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84293" y="3054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СЕНИН КЕЗЕГИҢ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0,26  −  0,12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0,52  −  0,3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0,32  −  0,18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1,54  −  0,26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3,5  −  1,02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558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 −  3,57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   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3,42  −  2,59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кемитүү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2,34  −  0,47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encil" panose="040409050D0802020404" pitchFamily="82" charset="0"/>
                <a:ea typeface="+mn-ea"/>
                <a:cs typeface="+mn-cs"/>
              </a:rPr>
              <a:t>КӨРГӨЗМӨ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encil" panose="040409050D0802020404" pitchFamily="82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Эсептеңиз: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1,55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1,68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1,63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2,27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715266" y="149283"/>
            <a:ext cx="4475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Түшкү тамагын сатып алгандан кийин,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биринде канча акча калтырышат?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3,87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3,85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5,06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3,48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1118306" y="30633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2,32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2,17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2,79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1,85 </a:t>
            </a:r>
            <a:r>
              <a:rPr kumimoji="0" lang="ru-RU" sz="2400" b="0" i="0" u="sng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с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калды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319953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35177" y="3077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041461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1,34  +  2,15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236269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41461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2,64  −  1,2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236269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041461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0,35  +  0,48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236269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41461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3,63  −  1,51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236269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041461" y="4463685"/>
            <a:ext cx="3134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0,68  +  0,45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236269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041461" y="5308235"/>
            <a:ext cx="3079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4,21  −  0,37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236269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041461" y="6152785"/>
            <a:ext cx="4059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4,54 − 1,75 + 2,35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942851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503992" y="0"/>
            <a:ext cx="2898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эсептөө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9BADD-D71D-3CD5-7D9E-9264D45F7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080" y="3731637"/>
            <a:ext cx="2576339" cy="29933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6A8B31D-5C77-D452-91A3-B8F0ACD03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80" y="509649"/>
            <a:ext cx="2576339" cy="265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6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10688</TotalTime>
  <Words>1953</Words>
  <Application>Microsoft Office PowerPoint</Application>
  <PresentationFormat>A4 Paper (210x297 mm)</PresentationFormat>
  <Paragraphs>1187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Calibri Light</vt:lpstr>
      <vt:lpstr>Stencil</vt:lpstr>
      <vt:lpstr>Arial</vt:lpstr>
      <vt:lpstr>Bodoni MT Black</vt:lpstr>
      <vt:lpstr>Arial Black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519</cp:revision>
  <cp:lastPrinted>2017-12-31T22:38:51Z</cp:lastPrinted>
  <dcterms:created xsi:type="dcterms:W3CDTF">2017-01-17T16:57:04Z</dcterms:created>
  <dcterms:modified xsi:type="dcterms:W3CDTF">2023-10-20T07:24:49Z</dcterms:modified>
</cp:coreProperties>
</file>