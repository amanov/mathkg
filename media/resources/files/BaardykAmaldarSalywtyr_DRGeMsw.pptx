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984" r:id="rId3"/>
    <p:sldId id="958" r:id="rId4"/>
    <p:sldId id="985" r:id="rId5"/>
    <p:sldId id="986" r:id="rId6"/>
    <p:sldId id="981" r:id="rId7"/>
    <p:sldId id="982" r:id="rId8"/>
    <p:sldId id="983" r:id="rId9"/>
    <p:sldId id="941" r:id="rId10"/>
  </p:sldIdLst>
  <p:sldSz cx="9906000" cy="6858000" type="A4"/>
  <p:notesSz cx="7104063" cy="10234613"/>
  <p:embeddedFontLst>
    <p:embeddedFont>
      <p:font typeface="Aharoni" panose="02010803020104030203" pitchFamily="2" charset="-79"/>
      <p:bold r:id="rId12"/>
    </p:embeddedFont>
    <p:embeddedFont>
      <p:font typeface="Cambria Math" panose="02040503050406030204" pitchFamily="18" charset="0"/>
      <p:regular r:id="rId13"/>
    </p:embeddedFont>
    <p:embeddedFont>
      <p:font typeface="Snap ITC" panose="04040A07060A02020202" pitchFamily="82" charset="0"/>
      <p:regular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6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12" tIns="47306" rIns="94612" bIns="4730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925410"/>
            <a:ext cx="5683250" cy="4029878"/>
          </a:xfrm>
          <a:prstGeom prst="rect">
            <a:avLst/>
          </a:prstGeom>
        </p:spPr>
        <p:txBody>
          <a:bodyPr vert="horz" lIns="94612" tIns="47306" rIns="94612" bIns="4730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6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microsoft.com/office/2007/relationships/hdphoto" Target="../media/hdphoto1.wdp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49.png"/><Relationship Id="rId3" Type="http://schemas.microsoft.com/office/2007/relationships/hdphoto" Target="../media/hdphoto1.wdp"/><Relationship Id="rId21" Type="http://schemas.openxmlformats.org/officeDocument/2006/relationships/image" Target="../media/image44.png"/><Relationship Id="rId34" Type="http://schemas.openxmlformats.org/officeDocument/2006/relationships/image" Target="../media/image57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48.png"/><Relationship Id="rId33" Type="http://schemas.openxmlformats.org/officeDocument/2006/relationships/image" Target="../media/image56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54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</a:t>
            </a:r>
            <a:r>
              <a:rPr lang="en-US" dirty="0"/>
              <a:t>   </a:t>
            </a:r>
            <a:r>
              <a:rPr lang="ru-RU" dirty="0"/>
              <a:t>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Жеңүүчү деп эң жогорку баалуулукка ээ болгон студент/топ/ тарап эсептелет.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05945" cy="4767761"/>
            <a:chOff x="346710" y="356888"/>
            <a:chExt cx="6837615" cy="486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6695412" cy="3594130"/>
              <a:chOff x="2769041" y="1416296"/>
              <a:chExt cx="6695412" cy="359413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5229553" cy="3594130"/>
                <a:chOff x="2769041" y="1416296"/>
                <a:chExt cx="5229553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663636"/>
                    <a:gd name="connsiteY0" fmla="*/ 591831 h 3550916"/>
                    <a:gd name="connsiteX1" fmla="*/ 591831 w 3663636"/>
                    <a:gd name="connsiteY1" fmla="*/ 0 h 3550916"/>
                    <a:gd name="connsiteX2" fmla="*/ 1087826 w 3663636"/>
                    <a:gd name="connsiteY2" fmla="*/ 0 h 3550916"/>
                    <a:gd name="connsiteX3" fmla="*/ 1534221 w 3663636"/>
                    <a:gd name="connsiteY3" fmla="*/ 0 h 3550916"/>
                    <a:gd name="connsiteX4" fmla="*/ 2055016 w 3663636"/>
                    <a:gd name="connsiteY4" fmla="*/ 0 h 3550916"/>
                    <a:gd name="connsiteX5" fmla="*/ 2501411 w 3663636"/>
                    <a:gd name="connsiteY5" fmla="*/ 0 h 3550916"/>
                    <a:gd name="connsiteX6" fmla="*/ 3071805 w 3663636"/>
                    <a:gd name="connsiteY6" fmla="*/ 0 h 3550916"/>
                    <a:gd name="connsiteX7" fmla="*/ 3663636 w 3663636"/>
                    <a:gd name="connsiteY7" fmla="*/ 591831 h 3550916"/>
                    <a:gd name="connsiteX8" fmla="*/ 3663636 w 3663636"/>
                    <a:gd name="connsiteY8" fmla="*/ 1207317 h 3550916"/>
                    <a:gd name="connsiteX9" fmla="*/ 3663636 w 3663636"/>
                    <a:gd name="connsiteY9" fmla="*/ 1728113 h 3550916"/>
                    <a:gd name="connsiteX10" fmla="*/ 3663636 w 3663636"/>
                    <a:gd name="connsiteY10" fmla="*/ 2272581 h 3550916"/>
                    <a:gd name="connsiteX11" fmla="*/ 3663636 w 3663636"/>
                    <a:gd name="connsiteY11" fmla="*/ 2959085 h 3550916"/>
                    <a:gd name="connsiteX12" fmla="*/ 3071805 w 3663636"/>
                    <a:gd name="connsiteY12" fmla="*/ 3550916 h 3550916"/>
                    <a:gd name="connsiteX13" fmla="*/ 2625410 w 3663636"/>
                    <a:gd name="connsiteY13" fmla="*/ 3550916 h 3550916"/>
                    <a:gd name="connsiteX14" fmla="*/ 2154215 w 3663636"/>
                    <a:gd name="connsiteY14" fmla="*/ 3550916 h 3550916"/>
                    <a:gd name="connsiteX15" fmla="*/ 1658220 w 3663636"/>
                    <a:gd name="connsiteY15" fmla="*/ 3550916 h 3550916"/>
                    <a:gd name="connsiteX16" fmla="*/ 1211824 w 3663636"/>
                    <a:gd name="connsiteY16" fmla="*/ 3550916 h 3550916"/>
                    <a:gd name="connsiteX17" fmla="*/ 591831 w 3663636"/>
                    <a:gd name="connsiteY17" fmla="*/ 3550916 h 3550916"/>
                    <a:gd name="connsiteX18" fmla="*/ 0 w 3663636"/>
                    <a:gd name="connsiteY18" fmla="*/ 2959085 h 3550916"/>
                    <a:gd name="connsiteX19" fmla="*/ 0 w 3663636"/>
                    <a:gd name="connsiteY19" fmla="*/ 2438289 h 3550916"/>
                    <a:gd name="connsiteX20" fmla="*/ 0 w 3663636"/>
                    <a:gd name="connsiteY20" fmla="*/ 1870148 h 3550916"/>
                    <a:gd name="connsiteX21" fmla="*/ 0 w 3663636"/>
                    <a:gd name="connsiteY21" fmla="*/ 1254662 h 3550916"/>
                    <a:gd name="connsiteX22" fmla="*/ 0 w 3663636"/>
                    <a:gd name="connsiteY22" fmla="*/ 591831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6" h="3550916" fill="none" extrusionOk="0">
                      <a:moveTo>
                        <a:pt x="0" y="591831"/>
                      </a:moveTo>
                      <a:cubicBezTo>
                        <a:pt x="-14819" y="264133"/>
                        <a:pt x="325797" y="52367"/>
                        <a:pt x="591831" y="0"/>
                      </a:cubicBezTo>
                      <a:cubicBezTo>
                        <a:pt x="766256" y="-3116"/>
                        <a:pt x="850238" y="27263"/>
                        <a:pt x="1087826" y="0"/>
                      </a:cubicBezTo>
                      <a:cubicBezTo>
                        <a:pt x="1325414" y="-27263"/>
                        <a:pt x="1412894" y="34229"/>
                        <a:pt x="1534221" y="0"/>
                      </a:cubicBezTo>
                      <a:cubicBezTo>
                        <a:pt x="1655549" y="-34229"/>
                        <a:pt x="1921438" y="723"/>
                        <a:pt x="2055016" y="0"/>
                      </a:cubicBezTo>
                      <a:cubicBezTo>
                        <a:pt x="2188594" y="-723"/>
                        <a:pt x="2403171" y="8889"/>
                        <a:pt x="2501411" y="0"/>
                      </a:cubicBezTo>
                      <a:cubicBezTo>
                        <a:pt x="2599651" y="-8889"/>
                        <a:pt x="2804032" y="44750"/>
                        <a:pt x="3071805" y="0"/>
                      </a:cubicBezTo>
                      <a:cubicBezTo>
                        <a:pt x="3377769" y="21152"/>
                        <a:pt x="3653659" y="286322"/>
                        <a:pt x="3663636" y="591831"/>
                      </a:cubicBezTo>
                      <a:cubicBezTo>
                        <a:pt x="3697781" y="744684"/>
                        <a:pt x="3657186" y="983601"/>
                        <a:pt x="3663636" y="1207317"/>
                      </a:cubicBezTo>
                      <a:cubicBezTo>
                        <a:pt x="3670086" y="1431033"/>
                        <a:pt x="3662078" y="1605281"/>
                        <a:pt x="3663636" y="1728113"/>
                      </a:cubicBezTo>
                      <a:cubicBezTo>
                        <a:pt x="3665194" y="1850945"/>
                        <a:pt x="3601109" y="2124922"/>
                        <a:pt x="3663636" y="2272581"/>
                      </a:cubicBezTo>
                      <a:cubicBezTo>
                        <a:pt x="3726163" y="2420240"/>
                        <a:pt x="3601481" y="2719509"/>
                        <a:pt x="3663636" y="2959085"/>
                      </a:cubicBezTo>
                      <a:cubicBezTo>
                        <a:pt x="3734528" y="3267180"/>
                        <a:pt x="3387850" y="3625827"/>
                        <a:pt x="3071805" y="3550916"/>
                      </a:cubicBezTo>
                      <a:cubicBezTo>
                        <a:pt x="2971440" y="3554034"/>
                        <a:pt x="2829590" y="3546522"/>
                        <a:pt x="2625410" y="3550916"/>
                      </a:cubicBezTo>
                      <a:cubicBezTo>
                        <a:pt x="2421231" y="3555310"/>
                        <a:pt x="2385563" y="3537018"/>
                        <a:pt x="2154215" y="3550916"/>
                      </a:cubicBezTo>
                      <a:cubicBezTo>
                        <a:pt x="1922868" y="3564814"/>
                        <a:pt x="1809032" y="3523024"/>
                        <a:pt x="1658220" y="3550916"/>
                      </a:cubicBezTo>
                      <a:cubicBezTo>
                        <a:pt x="1507408" y="3578808"/>
                        <a:pt x="1325681" y="3508156"/>
                        <a:pt x="1211824" y="3550916"/>
                      </a:cubicBezTo>
                      <a:cubicBezTo>
                        <a:pt x="1097967" y="3593676"/>
                        <a:pt x="864677" y="3538525"/>
                        <a:pt x="591831" y="3550916"/>
                      </a:cubicBezTo>
                      <a:cubicBezTo>
                        <a:pt x="220141" y="3470839"/>
                        <a:pt x="-66719" y="3316952"/>
                        <a:pt x="0" y="2959085"/>
                      </a:cubicBezTo>
                      <a:cubicBezTo>
                        <a:pt x="-32739" y="2804439"/>
                        <a:pt x="22364" y="2671309"/>
                        <a:pt x="0" y="2438289"/>
                      </a:cubicBezTo>
                      <a:cubicBezTo>
                        <a:pt x="-22364" y="2205269"/>
                        <a:pt x="44019" y="2084663"/>
                        <a:pt x="0" y="1870148"/>
                      </a:cubicBezTo>
                      <a:cubicBezTo>
                        <a:pt x="-44019" y="1655633"/>
                        <a:pt x="56243" y="1441425"/>
                        <a:pt x="0" y="1254662"/>
                      </a:cubicBezTo>
                      <a:cubicBezTo>
                        <a:pt x="-56243" y="1067899"/>
                        <a:pt x="30482" y="791697"/>
                        <a:pt x="0" y="591831"/>
                      </a:cubicBezTo>
                      <a:close/>
                    </a:path>
                    <a:path w="3663636" h="3550916" stroke="0" extrusionOk="0">
                      <a:moveTo>
                        <a:pt x="0" y="591831"/>
                      </a:moveTo>
                      <a:cubicBezTo>
                        <a:pt x="-62955" y="226140"/>
                        <a:pt x="204526" y="22686"/>
                        <a:pt x="591831" y="0"/>
                      </a:cubicBezTo>
                      <a:cubicBezTo>
                        <a:pt x="760773" y="-27336"/>
                        <a:pt x="969160" y="11738"/>
                        <a:pt x="1137425" y="0"/>
                      </a:cubicBezTo>
                      <a:cubicBezTo>
                        <a:pt x="1305690" y="-11738"/>
                        <a:pt x="1443692" y="51024"/>
                        <a:pt x="1608620" y="0"/>
                      </a:cubicBezTo>
                      <a:cubicBezTo>
                        <a:pt x="1773549" y="-51024"/>
                        <a:pt x="1941967" y="33261"/>
                        <a:pt x="2055016" y="0"/>
                      </a:cubicBezTo>
                      <a:cubicBezTo>
                        <a:pt x="2168065" y="-33261"/>
                        <a:pt x="2403096" y="15789"/>
                        <a:pt x="2575810" y="0"/>
                      </a:cubicBezTo>
                      <a:cubicBezTo>
                        <a:pt x="2748524" y="-15789"/>
                        <a:pt x="2897636" y="4654"/>
                        <a:pt x="3071805" y="0"/>
                      </a:cubicBezTo>
                      <a:cubicBezTo>
                        <a:pt x="3446978" y="-78624"/>
                        <a:pt x="3636038" y="289225"/>
                        <a:pt x="3663636" y="591831"/>
                      </a:cubicBezTo>
                      <a:cubicBezTo>
                        <a:pt x="3720613" y="844230"/>
                        <a:pt x="3636291" y="928859"/>
                        <a:pt x="3663636" y="1183645"/>
                      </a:cubicBezTo>
                      <a:cubicBezTo>
                        <a:pt x="3690981" y="1438431"/>
                        <a:pt x="3638168" y="1548091"/>
                        <a:pt x="3663636" y="1704440"/>
                      </a:cubicBezTo>
                      <a:cubicBezTo>
                        <a:pt x="3689104" y="1860790"/>
                        <a:pt x="3639471" y="2044753"/>
                        <a:pt x="3663636" y="2296254"/>
                      </a:cubicBezTo>
                      <a:cubicBezTo>
                        <a:pt x="3687801" y="2547755"/>
                        <a:pt x="3604208" y="2766873"/>
                        <a:pt x="3663636" y="2959085"/>
                      </a:cubicBezTo>
                      <a:cubicBezTo>
                        <a:pt x="3707950" y="3242154"/>
                        <a:pt x="3450467" y="3517513"/>
                        <a:pt x="3071805" y="3550916"/>
                      </a:cubicBezTo>
                      <a:cubicBezTo>
                        <a:pt x="2895148" y="3563690"/>
                        <a:pt x="2690616" y="3545270"/>
                        <a:pt x="2575810" y="3550916"/>
                      </a:cubicBezTo>
                      <a:cubicBezTo>
                        <a:pt x="2461005" y="3556562"/>
                        <a:pt x="2245345" y="3500851"/>
                        <a:pt x="2129415" y="3550916"/>
                      </a:cubicBezTo>
                      <a:cubicBezTo>
                        <a:pt x="2013486" y="3600981"/>
                        <a:pt x="1840008" y="3505168"/>
                        <a:pt x="1633420" y="3550916"/>
                      </a:cubicBezTo>
                      <a:cubicBezTo>
                        <a:pt x="1426832" y="3596664"/>
                        <a:pt x="1265487" y="3495230"/>
                        <a:pt x="1087826" y="3550916"/>
                      </a:cubicBezTo>
                      <a:cubicBezTo>
                        <a:pt x="910165" y="3606602"/>
                        <a:pt x="822351" y="3540181"/>
                        <a:pt x="591831" y="3550916"/>
                      </a:cubicBezTo>
                      <a:cubicBezTo>
                        <a:pt x="240973" y="3593827"/>
                        <a:pt x="25203" y="3304671"/>
                        <a:pt x="0" y="2959085"/>
                      </a:cubicBezTo>
                      <a:cubicBezTo>
                        <a:pt x="-4747" y="2691493"/>
                        <a:pt x="55554" y="2663788"/>
                        <a:pt x="0" y="2414617"/>
                      </a:cubicBezTo>
                      <a:cubicBezTo>
                        <a:pt x="-55554" y="2165446"/>
                        <a:pt x="48069" y="1964773"/>
                        <a:pt x="0" y="1822803"/>
                      </a:cubicBezTo>
                      <a:cubicBezTo>
                        <a:pt x="-48069" y="1680833"/>
                        <a:pt x="42078" y="1507961"/>
                        <a:pt x="0" y="1278335"/>
                      </a:cubicBezTo>
                      <a:cubicBezTo>
                        <a:pt x="-42078" y="1048709"/>
                        <a:pt x="73722" y="846655"/>
                        <a:pt x="0" y="5918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045594" y="3948707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6" y="3656075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4+2×3−6</m:t>
                            </m:r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9−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e>
                          </m:rad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4×3</m:t>
                              </m:r>
                            </m:num>
                            <m:den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754224" y="2318958"/>
            <a:ext cx="5527311" cy="4235109"/>
            <a:chOff x="549590" y="843280"/>
            <a:chExt cx="5244784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49590" y="1639219"/>
              <a:ext cx="5244784" cy="3527963"/>
              <a:chOff x="2829718" y="1425037"/>
              <a:chExt cx="5244784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29718" y="1425037"/>
                <a:ext cx="5244784" cy="3527963"/>
                <a:chOff x="2829718" y="1425037"/>
                <a:chExt cx="5244784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663637"/>
                    <a:gd name="connsiteY0" fmla="*/ 588006 h 3527963"/>
                    <a:gd name="connsiteX1" fmla="*/ 588006 w 3663637"/>
                    <a:gd name="connsiteY1" fmla="*/ 0 h 3527963"/>
                    <a:gd name="connsiteX2" fmla="*/ 1085531 w 3663637"/>
                    <a:gd name="connsiteY2" fmla="*/ 0 h 3527963"/>
                    <a:gd name="connsiteX3" fmla="*/ 1533304 w 3663637"/>
                    <a:gd name="connsiteY3" fmla="*/ 0 h 3527963"/>
                    <a:gd name="connsiteX4" fmla="*/ 2055705 w 3663637"/>
                    <a:gd name="connsiteY4" fmla="*/ 0 h 3527963"/>
                    <a:gd name="connsiteX5" fmla="*/ 2503477 w 3663637"/>
                    <a:gd name="connsiteY5" fmla="*/ 0 h 3527963"/>
                    <a:gd name="connsiteX6" fmla="*/ 3075631 w 3663637"/>
                    <a:gd name="connsiteY6" fmla="*/ 0 h 3527963"/>
                    <a:gd name="connsiteX7" fmla="*/ 3663637 w 3663637"/>
                    <a:gd name="connsiteY7" fmla="*/ 588006 h 3527963"/>
                    <a:gd name="connsiteX8" fmla="*/ 3663637 w 3663637"/>
                    <a:gd name="connsiteY8" fmla="*/ 1199513 h 3527963"/>
                    <a:gd name="connsiteX9" fmla="*/ 3663637 w 3663637"/>
                    <a:gd name="connsiteY9" fmla="*/ 1716942 h 3527963"/>
                    <a:gd name="connsiteX10" fmla="*/ 3663637 w 3663637"/>
                    <a:gd name="connsiteY10" fmla="*/ 2257891 h 3527963"/>
                    <a:gd name="connsiteX11" fmla="*/ 3663637 w 3663637"/>
                    <a:gd name="connsiteY11" fmla="*/ 2939957 h 3527963"/>
                    <a:gd name="connsiteX12" fmla="*/ 3075631 w 3663637"/>
                    <a:gd name="connsiteY12" fmla="*/ 3527963 h 3527963"/>
                    <a:gd name="connsiteX13" fmla="*/ 2627859 w 3663637"/>
                    <a:gd name="connsiteY13" fmla="*/ 3527963 h 3527963"/>
                    <a:gd name="connsiteX14" fmla="*/ 2155210 w 3663637"/>
                    <a:gd name="connsiteY14" fmla="*/ 3527963 h 3527963"/>
                    <a:gd name="connsiteX15" fmla="*/ 1657685 w 3663637"/>
                    <a:gd name="connsiteY15" fmla="*/ 3527963 h 3527963"/>
                    <a:gd name="connsiteX16" fmla="*/ 1209912 w 3663637"/>
                    <a:gd name="connsiteY16" fmla="*/ 3527963 h 3527963"/>
                    <a:gd name="connsiteX17" fmla="*/ 588006 w 3663637"/>
                    <a:gd name="connsiteY17" fmla="*/ 3527963 h 3527963"/>
                    <a:gd name="connsiteX18" fmla="*/ 0 w 3663637"/>
                    <a:gd name="connsiteY18" fmla="*/ 2939957 h 3527963"/>
                    <a:gd name="connsiteX19" fmla="*/ 0 w 3663637"/>
                    <a:gd name="connsiteY19" fmla="*/ 2422528 h 3527963"/>
                    <a:gd name="connsiteX20" fmla="*/ 0 w 3663637"/>
                    <a:gd name="connsiteY20" fmla="*/ 1858060 h 3527963"/>
                    <a:gd name="connsiteX21" fmla="*/ 0 w 3663637"/>
                    <a:gd name="connsiteY21" fmla="*/ 1246552 h 3527963"/>
                    <a:gd name="connsiteX22" fmla="*/ 0 w 3663637"/>
                    <a:gd name="connsiteY22" fmla="*/ 588006 h 352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7" h="3527963" fill="none" extrusionOk="0">
                      <a:moveTo>
                        <a:pt x="0" y="588006"/>
                      </a:moveTo>
                      <a:cubicBezTo>
                        <a:pt x="-86830" y="258345"/>
                        <a:pt x="331155" y="58454"/>
                        <a:pt x="588006" y="0"/>
                      </a:cubicBezTo>
                      <a:cubicBezTo>
                        <a:pt x="826540" y="-55344"/>
                        <a:pt x="897210" y="40933"/>
                        <a:pt x="1085531" y="0"/>
                      </a:cubicBezTo>
                      <a:cubicBezTo>
                        <a:pt x="1273852" y="-40933"/>
                        <a:pt x="1392820" y="30525"/>
                        <a:pt x="1533304" y="0"/>
                      </a:cubicBezTo>
                      <a:cubicBezTo>
                        <a:pt x="1673788" y="-30525"/>
                        <a:pt x="1813664" y="37718"/>
                        <a:pt x="2055705" y="0"/>
                      </a:cubicBezTo>
                      <a:cubicBezTo>
                        <a:pt x="2297746" y="-37718"/>
                        <a:pt x="2285125" y="48442"/>
                        <a:pt x="2503477" y="0"/>
                      </a:cubicBezTo>
                      <a:cubicBezTo>
                        <a:pt x="2721829" y="-48442"/>
                        <a:pt x="2806733" y="55020"/>
                        <a:pt x="3075631" y="0"/>
                      </a:cubicBezTo>
                      <a:cubicBezTo>
                        <a:pt x="3370869" y="29870"/>
                        <a:pt x="3634406" y="325813"/>
                        <a:pt x="3663637" y="588006"/>
                      </a:cubicBezTo>
                      <a:cubicBezTo>
                        <a:pt x="3731522" y="747641"/>
                        <a:pt x="3635774" y="954133"/>
                        <a:pt x="3663637" y="1199513"/>
                      </a:cubicBezTo>
                      <a:cubicBezTo>
                        <a:pt x="3691500" y="1444893"/>
                        <a:pt x="3640419" y="1550775"/>
                        <a:pt x="3663637" y="1716942"/>
                      </a:cubicBezTo>
                      <a:cubicBezTo>
                        <a:pt x="3686855" y="1883109"/>
                        <a:pt x="3613958" y="2092982"/>
                        <a:pt x="3663637" y="2257891"/>
                      </a:cubicBezTo>
                      <a:cubicBezTo>
                        <a:pt x="3713316" y="2422800"/>
                        <a:pt x="3617943" y="2684616"/>
                        <a:pt x="3663637" y="2939957"/>
                      </a:cubicBezTo>
                      <a:cubicBezTo>
                        <a:pt x="3752587" y="3241161"/>
                        <a:pt x="3390088" y="3599241"/>
                        <a:pt x="3075631" y="3527963"/>
                      </a:cubicBezTo>
                      <a:cubicBezTo>
                        <a:pt x="2945360" y="3563998"/>
                        <a:pt x="2735574" y="3498795"/>
                        <a:pt x="2627859" y="3527963"/>
                      </a:cubicBezTo>
                      <a:cubicBezTo>
                        <a:pt x="2520144" y="3557131"/>
                        <a:pt x="2251805" y="3498495"/>
                        <a:pt x="2155210" y="3527963"/>
                      </a:cubicBezTo>
                      <a:cubicBezTo>
                        <a:pt x="2058615" y="3557431"/>
                        <a:pt x="1843896" y="3505772"/>
                        <a:pt x="1657685" y="3527963"/>
                      </a:cubicBezTo>
                      <a:cubicBezTo>
                        <a:pt x="1471475" y="3550154"/>
                        <a:pt x="1418891" y="3497675"/>
                        <a:pt x="1209912" y="3527963"/>
                      </a:cubicBezTo>
                      <a:cubicBezTo>
                        <a:pt x="1000933" y="3558251"/>
                        <a:pt x="798826" y="3459528"/>
                        <a:pt x="588006" y="3527963"/>
                      </a:cubicBezTo>
                      <a:cubicBezTo>
                        <a:pt x="233803" y="3475348"/>
                        <a:pt x="-10811" y="3269728"/>
                        <a:pt x="0" y="2939957"/>
                      </a:cubicBezTo>
                      <a:cubicBezTo>
                        <a:pt x="-35744" y="2727581"/>
                        <a:pt x="17575" y="2611477"/>
                        <a:pt x="0" y="2422528"/>
                      </a:cubicBezTo>
                      <a:cubicBezTo>
                        <a:pt x="-17575" y="2233579"/>
                        <a:pt x="15697" y="2091754"/>
                        <a:pt x="0" y="1858060"/>
                      </a:cubicBezTo>
                      <a:cubicBezTo>
                        <a:pt x="-15697" y="1624366"/>
                        <a:pt x="39312" y="1516499"/>
                        <a:pt x="0" y="1246552"/>
                      </a:cubicBezTo>
                      <a:cubicBezTo>
                        <a:pt x="-39312" y="976605"/>
                        <a:pt x="39586" y="813712"/>
                        <a:pt x="0" y="588006"/>
                      </a:cubicBezTo>
                      <a:close/>
                    </a:path>
                    <a:path w="3663637" h="3527963" stroke="0" extrusionOk="0">
                      <a:moveTo>
                        <a:pt x="0" y="588006"/>
                      </a:moveTo>
                      <a:cubicBezTo>
                        <a:pt x="-7875" y="258402"/>
                        <a:pt x="248655" y="5481"/>
                        <a:pt x="588006" y="0"/>
                      </a:cubicBezTo>
                      <a:cubicBezTo>
                        <a:pt x="832285" y="-56023"/>
                        <a:pt x="862814" y="46030"/>
                        <a:pt x="1135284" y="0"/>
                      </a:cubicBezTo>
                      <a:cubicBezTo>
                        <a:pt x="1407754" y="-46030"/>
                        <a:pt x="1466562" y="1058"/>
                        <a:pt x="1607932" y="0"/>
                      </a:cubicBezTo>
                      <a:cubicBezTo>
                        <a:pt x="1749302" y="-1058"/>
                        <a:pt x="1909332" y="19843"/>
                        <a:pt x="2055705" y="0"/>
                      </a:cubicBezTo>
                      <a:cubicBezTo>
                        <a:pt x="2202078" y="-19843"/>
                        <a:pt x="2376716" y="17184"/>
                        <a:pt x="2578106" y="0"/>
                      </a:cubicBezTo>
                      <a:cubicBezTo>
                        <a:pt x="2779496" y="-17184"/>
                        <a:pt x="2975099" y="2650"/>
                        <a:pt x="3075631" y="0"/>
                      </a:cubicBezTo>
                      <a:cubicBezTo>
                        <a:pt x="3416851" y="-26808"/>
                        <a:pt x="3592038" y="326179"/>
                        <a:pt x="3663637" y="588006"/>
                      </a:cubicBezTo>
                      <a:cubicBezTo>
                        <a:pt x="3682443" y="850804"/>
                        <a:pt x="3623412" y="953547"/>
                        <a:pt x="3663637" y="1175994"/>
                      </a:cubicBezTo>
                      <a:cubicBezTo>
                        <a:pt x="3703862" y="1398441"/>
                        <a:pt x="3626320" y="1443132"/>
                        <a:pt x="3663637" y="1693423"/>
                      </a:cubicBezTo>
                      <a:cubicBezTo>
                        <a:pt x="3700954" y="1943714"/>
                        <a:pt x="3630688" y="2056091"/>
                        <a:pt x="3663637" y="2281411"/>
                      </a:cubicBezTo>
                      <a:cubicBezTo>
                        <a:pt x="3696586" y="2506731"/>
                        <a:pt x="3658346" y="2639264"/>
                        <a:pt x="3663637" y="2939957"/>
                      </a:cubicBezTo>
                      <a:cubicBezTo>
                        <a:pt x="3723411" y="3205637"/>
                        <a:pt x="3412996" y="3519827"/>
                        <a:pt x="3075631" y="3527963"/>
                      </a:cubicBezTo>
                      <a:cubicBezTo>
                        <a:pt x="2925498" y="3557076"/>
                        <a:pt x="2726137" y="3519675"/>
                        <a:pt x="2578106" y="3527963"/>
                      </a:cubicBezTo>
                      <a:cubicBezTo>
                        <a:pt x="2430076" y="3536251"/>
                        <a:pt x="2308241" y="3475234"/>
                        <a:pt x="2130334" y="3527963"/>
                      </a:cubicBezTo>
                      <a:cubicBezTo>
                        <a:pt x="1952427" y="3580692"/>
                        <a:pt x="1783345" y="3504709"/>
                        <a:pt x="1632808" y="3527963"/>
                      </a:cubicBezTo>
                      <a:cubicBezTo>
                        <a:pt x="1482271" y="3551217"/>
                        <a:pt x="1284739" y="3476218"/>
                        <a:pt x="1085531" y="3527963"/>
                      </a:cubicBezTo>
                      <a:cubicBezTo>
                        <a:pt x="886323" y="3579708"/>
                        <a:pt x="730701" y="3481748"/>
                        <a:pt x="588006" y="3527963"/>
                      </a:cubicBezTo>
                      <a:cubicBezTo>
                        <a:pt x="247163" y="3556743"/>
                        <a:pt x="25276" y="3283486"/>
                        <a:pt x="0" y="2939957"/>
                      </a:cubicBezTo>
                      <a:cubicBezTo>
                        <a:pt x="-39915" y="2757014"/>
                        <a:pt x="12926" y="2523565"/>
                        <a:pt x="0" y="2399008"/>
                      </a:cubicBezTo>
                      <a:cubicBezTo>
                        <a:pt x="-12926" y="2274451"/>
                        <a:pt x="47432" y="2016271"/>
                        <a:pt x="0" y="1811021"/>
                      </a:cubicBezTo>
                      <a:cubicBezTo>
                        <a:pt x="-47432" y="1605771"/>
                        <a:pt x="15850" y="1533193"/>
                        <a:pt x="0" y="1270072"/>
                      </a:cubicBezTo>
                      <a:cubicBezTo>
                        <a:pt x="-15850" y="1006951"/>
                        <a:pt x="8508" y="899473"/>
                        <a:pt x="0" y="58800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2" y="4082012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2946" y="2667323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9718" y="3716415"/>
                  <a:ext cx="3705297" cy="739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527335"/>
                  <a:ext cx="14868" cy="342566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1407" y="2991575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3+(4−1)</m:t>
                                </m:r>
                              </m:e>
                              <m:sup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71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8−1×3−1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  <a:p>
                    <a:endPara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10+15</m:t>
                              </m:r>
                            </m:e>
                          </m:rad>
                          <m:r>
                            <a:rPr lang="en-GB" sz="2400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+8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783080" y="1529228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9B3A3-C115-FE29-B5E3-E16CEFB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57" y="136166"/>
            <a:ext cx="2540131" cy="29020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тен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 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F0F699-2636-A7EC-8B90-260A722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74" y="266495"/>
            <a:ext cx="2514729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2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83028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топторго бөлүштүрүңүз. Устунку картаны гана ачып караңыз.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тең чыгуу болсо, сол жактагы </a:t>
            </a:r>
          </a:p>
          <a:p>
            <a:r>
              <a:rPr lang="ru-RU" sz="2000" dirty="0"/>
              <a:t>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  <a:p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EA5A-2B21-20F0-7978-05209F0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6" y="129700"/>
            <a:ext cx="2579669" cy="31559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2D8EC5-0CD7-EDFD-CAFF-634C9E85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08" y="109736"/>
            <a:ext cx="2696911" cy="30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6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Илгир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р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г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Алгыр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Чилтен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Шып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Билек</a:t>
            </a:r>
            <a:endParaRPr lang="en-GB" sz="16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34541" y="2695344"/>
            <a:ext cx="1266628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Тыншаар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Жайдар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Тапкыч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Күлкүч</a:t>
            </a:r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ү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Чечен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4+2×3−6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3+(4−1)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8−1×3−1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10+15</m:t>
                                    </m:r>
                                  </m:e>
                                </m:rad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20−4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(20−5)−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4+3×2−4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9+7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30−5×2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(7−4)×3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30−5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(2+3)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5+20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×2−12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−(8+6)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15−3×2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30−3×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10−4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5−2</m:t>
                                    </m:r>
                                  </m:e>
                                </m: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10+14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6+10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×(6−4)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15−5+15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4−3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32+4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8+3×4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(14+10)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3+6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15+20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(9−6)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10+15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4×(8−5)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000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935780"/>
              </p:ext>
            </p:extLst>
          </p:nvPr>
        </p:nvGraphicFramePr>
        <p:xfrm>
          <a:off x="35168" y="12524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632776" y="502427"/>
            <a:ext cx="1371929" cy="2543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Шамдагай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578720" y="457263"/>
            <a:ext cx="1308842" cy="3107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Баракелде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Ой-Ой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Ай-Ай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643901" y="459057"/>
            <a:ext cx="1291734" cy="2866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Чыдамкай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Балбан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Зер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Уста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Дыйкан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Багбан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Адам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Байкуш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с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B40C607-C02D-4EF8-8E73-10E6139A2698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24845EB3-B609-4994-B4DE-84D189797EC0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6FA3BB8E-3399-4EB6-981E-AE074E2F3DB5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72AF2F3-A4C7-4083-BD77-6C65CD3C2631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C6CA138-8DB4-45E5-A659-C0BD39DF3BD5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6D1F05AA-F312-4CB4-B240-91607E320379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1B593A10-F1FF-44D1-B2DE-4F3479F37D96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35E2CCB4-EF00-4B72-B69B-A97E5DCF6D5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21A7DDF2-5A71-46BD-B3B5-E2ECE681F35F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266453D2-104C-4FE4-8D78-8339D83F9E08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D684E1A7-8D9D-41B9-8A30-B4D6E7834DF8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78CCBA5B-1C22-41C6-8BD0-0CA8B588062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96B08E25-D5A6-455F-8FA2-D16549EC6AC9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9D0EEAEF-C1C2-42CA-84D6-0AEC0E2F4A1C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D6184AE-2D8F-4E42-81EE-20500FE324D2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4+2×4+3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4×3+6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÷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(7−5)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80+20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15+10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8×3−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(35−7)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3×(8−4)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2×6−1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30−5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20−21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8+2×0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(4−3)×8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20−10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2+(10−8)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(1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+3)×3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e>
                                </m:d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baseline="30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+8−4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1−2×3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(8+8)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3+3×4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−(5+3)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40−4×3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6+30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2×5+8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(5+15)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3+1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8−2×4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(3×0)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14−13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2×2+9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062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ABEF56-8821-012F-0C6D-15F83E3F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127758" y="1127757"/>
            <a:ext cx="6858000" cy="4602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DE9137-380F-6E37-1A93-4E6ADB2B0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5355" y="922091"/>
            <a:ext cx="6731140" cy="509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10895</TotalTime>
  <Words>691</Words>
  <Application>Microsoft Office PowerPoint</Application>
  <PresentationFormat>A4 Paper (210x297 mm)</PresentationFormat>
  <Paragraphs>318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Verdana</vt:lpstr>
      <vt:lpstr>Cambria Math</vt:lpstr>
      <vt:lpstr>Aharoni</vt:lpstr>
      <vt:lpstr>Arial</vt:lpstr>
      <vt:lpstr>Snap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542</cp:revision>
  <cp:lastPrinted>2019-05-09T03:10:12Z</cp:lastPrinted>
  <dcterms:created xsi:type="dcterms:W3CDTF">2017-01-17T16:57:04Z</dcterms:created>
  <dcterms:modified xsi:type="dcterms:W3CDTF">2024-09-02T18:49:45Z</dcterms:modified>
</cp:coreProperties>
</file>