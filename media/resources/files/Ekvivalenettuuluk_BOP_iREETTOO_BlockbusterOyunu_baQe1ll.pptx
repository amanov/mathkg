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60" r:id="rId2"/>
    <p:sldId id="961" r:id="rId3"/>
    <p:sldId id="940" r:id="rId4"/>
    <p:sldId id="298" r:id="rId5"/>
    <p:sldId id="302" r:id="rId6"/>
    <p:sldId id="266" r:id="rId7"/>
    <p:sldId id="277" r:id="rId8"/>
    <p:sldId id="279" r:id="rId9"/>
    <p:sldId id="282" r:id="rId10"/>
    <p:sldId id="270" r:id="rId11"/>
    <p:sldId id="269" r:id="rId12"/>
    <p:sldId id="273" r:id="rId13"/>
    <p:sldId id="265" r:id="rId14"/>
    <p:sldId id="272" r:id="rId15"/>
    <p:sldId id="278" r:id="rId16"/>
    <p:sldId id="289" r:id="rId17"/>
    <p:sldId id="271" r:id="rId18"/>
    <p:sldId id="284" r:id="rId19"/>
    <p:sldId id="274" r:id="rId20"/>
    <p:sldId id="287" r:id="rId21"/>
    <p:sldId id="276" r:id="rId22"/>
    <p:sldId id="267" r:id="rId23"/>
    <p:sldId id="285" r:id="rId24"/>
    <p:sldId id="268" r:id="rId25"/>
    <p:sldId id="286" r:id="rId26"/>
    <p:sldId id="275" r:id="rId27"/>
    <p:sldId id="283" r:id="rId28"/>
    <p:sldId id="280" r:id="rId29"/>
    <p:sldId id="288" r:id="rId30"/>
    <p:sldId id="281" r:id="rId31"/>
    <p:sldId id="941" r:id="rId32"/>
  </p:sldIdLst>
  <p:sldSz cx="9906000" cy="6858000" type="A4"/>
  <p:notesSz cx="6889750" cy="10021888"/>
  <p:embeddedFontLst>
    <p:embeddedFont>
      <p:font typeface="Cambria Math" panose="02040503050406030204" pitchFamily="18" charset="0"/>
      <p:regular r:id="rId34"/>
    </p:embeddedFont>
    <p:embeddedFont>
      <p:font typeface="Sylfaen" panose="010A0502050306030303" pitchFamily="18" charset="0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C0972E5-6D85-4B53-B29F-59E09F30D002}">
          <p14:sldIdLst>
            <p14:sldId id="960"/>
            <p14:sldId id="961"/>
            <p14:sldId id="940"/>
          </p14:sldIdLst>
        </p14:section>
        <p14:section name="Титулдук слайд" id="{059544AC-2C27-45B1-9F95-F87DF8854DD6}">
          <p14:sldIdLst>
            <p14:sldId id="298"/>
          </p14:sldIdLst>
        </p14:section>
        <p14:section name="Оюн тактасы" id="{3D8DB889-E63E-4B80-A5EC-319851BCE2AD}">
          <p14:sldIdLst>
            <p14:sldId id="302"/>
          </p14:sldIdLst>
        </p14:section>
        <p14:section name="Суроолор" id="{4C156A6F-C1A9-4DDE-83CC-F96388F98FA5}">
          <p14:sldIdLst>
            <p14:sldId id="266"/>
            <p14:sldId id="277"/>
            <p14:sldId id="279"/>
            <p14:sldId id="282"/>
            <p14:sldId id="270"/>
            <p14:sldId id="269"/>
            <p14:sldId id="273"/>
            <p14:sldId id="265"/>
            <p14:sldId id="272"/>
            <p14:sldId id="278"/>
            <p14:sldId id="289"/>
            <p14:sldId id="271"/>
            <p14:sldId id="284"/>
            <p14:sldId id="274"/>
            <p14:sldId id="287"/>
            <p14:sldId id="276"/>
            <p14:sldId id="267"/>
            <p14:sldId id="285"/>
            <p14:sldId id="268"/>
            <p14:sldId id="286"/>
            <p14:sldId id="275"/>
            <p14:sldId id="283"/>
            <p14:sldId id="280"/>
            <p14:sldId id="288"/>
            <p14:sldId id="281"/>
          </p14:sldIdLst>
        </p14:section>
        <p14:section name="Кайтарым байланыш" id="{9FFBD1C2-6C35-4278-9352-BDC1D42D1991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971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.png"/><Relationship Id="rId7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3.png"/><Relationship Id="rId7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3.png"/><Relationship Id="rId7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3.png"/><Relationship Id="rId7" Type="http://schemas.openxmlformats.org/officeDocument/2006/relationships/image" Target="../media/image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Бөлчөктөрдү, ондуктарды жана пайыздарды ирээттөө –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Блокбастер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оюну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ыкманы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сөтөт.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6" y="309551"/>
            <a:ext cx="8860367" cy="453354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Суроого өтүү үчүн алты бурчтуктагы тамганы басыңыз.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Алты бурчтукту ээлөө үчүн команданын түсүн тандаңыз.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kumimoji="0" lang="en-GB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салышат..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2/5   45%   0,54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8325781"/>
                  </p:ext>
                </p:extLst>
              </p:nvPr>
            </p:nvGraphicFramePr>
            <p:xfrm>
              <a:off x="16158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550903F-7BAA-47E3-8D49-9F578945EA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8325781"/>
                  </p:ext>
                </p:extLst>
              </p:nvPr>
            </p:nvGraphicFramePr>
            <p:xfrm>
              <a:off x="16158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E5A45ED-D010-4937-A79C-5755D40009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1338306"/>
                  </p:ext>
                </p:extLst>
              </p:nvPr>
            </p:nvGraphicFramePr>
            <p:xfrm>
              <a:off x="3338144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0E5A45ED-D010-4937-A79C-5755D40009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1338306"/>
                  </p:ext>
                </p:extLst>
              </p:nvPr>
            </p:nvGraphicFramePr>
            <p:xfrm>
              <a:off x="3338144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3679FD2-09E0-4624-BF93-CDF95336B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404291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45%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3679FD2-09E0-4624-BF93-CDF95336B3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404291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15" t="-220" r="-860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3/5  11/20  0,45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7569D6-7DF7-483B-AB10-82F30C31BB9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91934-EB38-4E2B-BE81-32C0873F1ADB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08DFADD-F900-42B8-842C-EA5968410E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0440270"/>
                  </p:ext>
                </p:extLst>
              </p:nvPr>
            </p:nvGraphicFramePr>
            <p:xfrm>
              <a:off x="4271107" y="1367835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08DFADD-F900-42B8-842C-EA5968410E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0440270"/>
                  </p:ext>
                </p:extLst>
              </p:nvPr>
            </p:nvGraphicFramePr>
            <p:xfrm>
              <a:off x="4271107" y="1367835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FB9D6A3-8FE8-4B47-BF89-678D0D8C7C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42363"/>
                  </p:ext>
                </p:extLst>
              </p:nvPr>
            </p:nvGraphicFramePr>
            <p:xfrm>
              <a:off x="14917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FB9D6A3-8FE8-4B47-BF89-678D0D8C7C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42363"/>
                  </p:ext>
                </p:extLst>
              </p:nvPr>
            </p:nvGraphicFramePr>
            <p:xfrm>
              <a:off x="14917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6EBBD50-DB51-410F-8653-843A324E5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4744048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36EBBD50-DB51-410F-8653-843A324E55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4744048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594401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3/10  35%  16/40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D96E6E-E27A-4C02-BB52-B5E497380A2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9C6C68-6748-4B43-8656-8380CE1FE7BD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CF2ECB87-E8DE-4171-B5D4-170A95F8CA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6004419"/>
                  </p:ext>
                </p:extLst>
              </p:nvPr>
            </p:nvGraphicFramePr>
            <p:xfrm>
              <a:off x="43854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CF2ECB87-E8DE-4171-B5D4-170A95F8CA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6004419"/>
                  </p:ext>
                </p:extLst>
              </p:nvPr>
            </p:nvGraphicFramePr>
            <p:xfrm>
              <a:off x="43854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3860A0EC-0112-49C4-94AF-8026A027B7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2712623"/>
                  </p:ext>
                </p:extLst>
              </p:nvPr>
            </p:nvGraphicFramePr>
            <p:xfrm>
              <a:off x="14917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3860A0EC-0112-49C4-94AF-8026A027B7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2712623"/>
                  </p:ext>
                </p:extLst>
              </p:nvPr>
            </p:nvGraphicFramePr>
            <p:xfrm>
              <a:off x="14917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6ECD703-94F5-44D6-8226-E821A871FD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8954175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6ECD703-94F5-44D6-8226-E821A871FD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8954175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2158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8/25  34%  0,4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98C942-3A10-477B-B097-80D575F985A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7D1459-20F7-4254-A101-3268255943C6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390B00F-C1AA-407A-90FF-AF4DBBE5D3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1664141"/>
                  </p:ext>
                </p:extLst>
              </p:nvPr>
            </p:nvGraphicFramePr>
            <p:xfrm>
              <a:off x="4242774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390B00F-C1AA-407A-90FF-AF4DBBE5D3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1664141"/>
                  </p:ext>
                </p:extLst>
              </p:nvPr>
            </p:nvGraphicFramePr>
            <p:xfrm>
              <a:off x="4242774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36E688B-A1C9-4554-B63A-AEC7C1F704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9219968"/>
                  </p:ext>
                </p:extLst>
              </p:nvPr>
            </p:nvGraphicFramePr>
            <p:xfrm>
              <a:off x="143021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336E688B-A1C9-4554-B63A-AEC7C1F704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9219968"/>
                  </p:ext>
                </p:extLst>
              </p:nvPr>
            </p:nvGraphicFramePr>
            <p:xfrm>
              <a:off x="143021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A49F733-07C1-459F-98B3-D413F1C340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9754036"/>
                  </p:ext>
                </p:extLst>
              </p:nvPr>
            </p:nvGraphicFramePr>
            <p:xfrm>
              <a:off x="5975836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34%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A49F733-07C1-459F-98B3-D413F1C340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9754036"/>
                  </p:ext>
                </p:extLst>
              </p:nvPr>
            </p:nvGraphicFramePr>
            <p:xfrm>
              <a:off x="5975836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16" t="-220" r="-862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0,66  13/20  6,5%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CF5F72-C2B0-424A-8B0E-75531EF0B8F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BC6267-8CE5-45B2-BF2A-459A4809F3D8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9325E0A4-A27B-49A9-A9BE-C6660AF45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1793606"/>
                  </p:ext>
                </p:extLst>
              </p:nvPr>
            </p:nvGraphicFramePr>
            <p:xfrm>
              <a:off x="703403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9325E0A4-A27B-49A9-A9BE-C6660AF45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1793606"/>
                  </p:ext>
                </p:extLst>
              </p:nvPr>
            </p:nvGraphicFramePr>
            <p:xfrm>
              <a:off x="703403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D593F76A-8220-4BC5-926B-F0B1C01CC9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2199379"/>
                  </p:ext>
                </p:extLst>
              </p:nvPr>
            </p:nvGraphicFramePr>
            <p:xfrm>
              <a:off x="121919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D593F76A-8220-4BC5-926B-F0B1C01CC9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2199379"/>
                  </p:ext>
                </p:extLst>
              </p:nvPr>
            </p:nvGraphicFramePr>
            <p:xfrm>
              <a:off x="121919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5" t="-220" r="-94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DB270EA-6A9E-4A6E-8A89-1EAA5F49E9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5159560"/>
                  </p:ext>
                </p:extLst>
              </p:nvPr>
            </p:nvGraphicFramePr>
            <p:xfrm>
              <a:off x="3909644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6.5%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DB270EA-6A9E-4A6E-8A89-1EAA5F49E9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5159560"/>
                  </p:ext>
                </p:extLst>
              </p:nvPr>
            </p:nvGraphicFramePr>
            <p:xfrm>
              <a:off x="3909644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16" t="-220" r="-862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3/5  0,7  3/4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9D9B68-592F-4EEE-87CB-93D1DC2BDF2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4C9DE6-125C-4232-9D6E-E663AB11B6C1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D1A4F1AE-B231-4863-A5A7-49BECA76EF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8179695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D1A4F1AE-B231-4863-A5A7-49BECA76EF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8179695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66689073-9A9D-4B53-AE9C-DD96E73381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1951552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>
                <a:extLst>
                  <a:ext uri="{FF2B5EF4-FFF2-40B4-BE49-F238E27FC236}">
                    <a16:creationId xmlns:a16="http://schemas.microsoft.com/office/drawing/2014/main" id="{66689073-9A9D-4B53-AE9C-DD96E73381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1951552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01E83293-AF5F-40C4-9E2B-AEEEB8DDE0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2661949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01E83293-AF5F-40C4-9E2B-AEEEB8DDE0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2661949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1794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20,6  13/50  7/20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5F5F16-2994-43B6-B47F-D9F619CC648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6CAA1B-7306-46AD-81EA-B0E3B1EF34DD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13B4463-9951-4D05-828F-237889E0F7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506100"/>
                  </p:ext>
                </p:extLst>
              </p:nvPr>
            </p:nvGraphicFramePr>
            <p:xfrm>
              <a:off x="157186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13B4463-9951-4D05-828F-237889E0F7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506100"/>
                  </p:ext>
                </p:extLst>
              </p:nvPr>
            </p:nvGraphicFramePr>
            <p:xfrm>
              <a:off x="157186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5D0AA9B-EB4B-473D-968F-254301340A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2324727"/>
                  </p:ext>
                </p:extLst>
              </p:nvPr>
            </p:nvGraphicFramePr>
            <p:xfrm>
              <a:off x="3455377" y="1376627"/>
              <a:ext cx="332935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2935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20.6%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5D0AA9B-EB4B-473D-968F-254301340A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2324727"/>
                  </p:ext>
                </p:extLst>
              </p:nvPr>
            </p:nvGraphicFramePr>
            <p:xfrm>
              <a:off x="3455377" y="1376627"/>
              <a:ext cx="332935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2935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83" t="-220" r="-91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7A9027D-47C2-4E03-86F2-A28A901FA1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7861905"/>
                  </p:ext>
                </p:extLst>
              </p:nvPr>
            </p:nvGraphicFramePr>
            <p:xfrm>
              <a:off x="7339623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7A9027D-47C2-4E03-86F2-A28A901FA1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7861905"/>
                  </p:ext>
                </p:extLst>
              </p:nvPr>
            </p:nvGraphicFramePr>
            <p:xfrm>
              <a:off x="7339623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97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35%  9/25  3/5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AA1B77-A39F-47ED-840E-AFF2F7217D0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243F7B-D6CA-4308-AE42-DA559C4E8260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ED2CD36-0A1A-491D-B9FC-09429596A5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255942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2ED2CD36-0A1A-491D-B9FC-09429596A5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255942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5FBCDAFD-C2A4-46E3-9466-352A78B04A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1866230"/>
                  </p:ext>
                </p:extLst>
              </p:nvPr>
            </p:nvGraphicFramePr>
            <p:xfrm>
              <a:off x="633632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5FBCDAFD-C2A4-46E3-9466-352A78B04A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1866230"/>
                  </p:ext>
                </p:extLst>
              </p:nvPr>
            </p:nvGraphicFramePr>
            <p:xfrm>
              <a:off x="633632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78DD1B5-882B-4DBC-A5B0-414744663B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7934521"/>
                  </p:ext>
                </p:extLst>
              </p:nvPr>
            </p:nvGraphicFramePr>
            <p:xfrm>
              <a:off x="43590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678DD1B5-882B-4DBC-A5B0-414744663B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7934521"/>
                  </p:ext>
                </p:extLst>
              </p:nvPr>
            </p:nvGraphicFramePr>
            <p:xfrm>
              <a:off x="43590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8,1  17/20  82%  4/5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2BDE99-C6EC-4EE8-913C-ED612D75260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A603E9-70D4-48A3-B7CD-7C3F90A70F87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21D2DBE-EBE9-4509-95DB-7DCAEBFCA1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5713989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21D2DBE-EBE9-4509-95DB-7DCAEBFCA1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5713989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0E2D3DC-5DC7-4E55-A9A8-6C5CD0C02B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4741472"/>
                  </p:ext>
                </p:extLst>
              </p:nvPr>
            </p:nvGraphicFramePr>
            <p:xfrm>
              <a:off x="470095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82%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0E2D3DC-5DC7-4E55-A9A8-6C5CD0C02B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4741472"/>
                  </p:ext>
                </p:extLst>
              </p:nvPr>
            </p:nvGraphicFramePr>
            <p:xfrm>
              <a:off x="470095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3C1AF68-432E-423D-8BA7-0DF078C00B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5327414"/>
                  </p:ext>
                </p:extLst>
              </p:nvPr>
            </p:nvGraphicFramePr>
            <p:xfrm>
              <a:off x="295519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3C1AF68-432E-423D-8BA7-0DF078C00B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5327414"/>
                  </p:ext>
                </p:extLst>
              </p:nvPr>
            </p:nvGraphicFramePr>
            <p:xfrm>
              <a:off x="295519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F91AEB7E-CC5B-4655-8B2A-9CE20BB07A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219563"/>
                  </p:ext>
                </p:extLst>
              </p:nvPr>
            </p:nvGraphicFramePr>
            <p:xfrm>
              <a:off x="719796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8.1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F91AEB7E-CC5B-4655-8B2A-9CE20BB07A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219563"/>
                  </p:ext>
                </p:extLst>
              </p:nvPr>
            </p:nvGraphicFramePr>
            <p:xfrm>
              <a:off x="719796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23710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28%  28/40  18/25  0,82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ACC9AA-7FCF-4466-B0E2-75B0C2BBAC17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078B92-8627-49B7-9FFD-D0E47766C5E1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E7CB10F-D62A-4E75-A2D6-ADB2354169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2645866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28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8E7CB10F-D62A-4E75-A2D6-ADB2354169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2645866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B68BCC9-C33C-4011-A9F1-493C3061FB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3049542"/>
                  </p:ext>
                </p:extLst>
              </p:nvPr>
            </p:nvGraphicFramePr>
            <p:xfrm>
              <a:off x="262596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28%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B68BCC9-C33C-4011-A9F1-493C3061FB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3049542"/>
                  </p:ext>
                </p:extLst>
              </p:nvPr>
            </p:nvGraphicFramePr>
            <p:xfrm>
              <a:off x="262596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1179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79D5CBB-7293-4899-A6C5-FE4502CAC5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2845797"/>
                  </p:ext>
                </p:extLst>
              </p:nvPr>
            </p:nvGraphicFramePr>
            <p:xfrm>
              <a:off x="548737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79D5CBB-7293-4899-A6C5-FE4502CAC5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2845797"/>
                  </p:ext>
                </p:extLst>
              </p:nvPr>
            </p:nvGraphicFramePr>
            <p:xfrm>
              <a:off x="548737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16465CE3-48E6-4B99-82CF-C8A63E2729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9706148"/>
                  </p:ext>
                </p:extLst>
              </p:nvPr>
            </p:nvGraphicFramePr>
            <p:xfrm>
              <a:off x="70309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16465CE3-48E6-4B99-82CF-C8A63E2729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9706148"/>
                  </p:ext>
                </p:extLst>
              </p:nvPr>
            </p:nvGraphicFramePr>
            <p:xfrm>
              <a:off x="70309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0,08  95/200 3/5  94%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D538B4-4CEF-4512-8B67-CD7566D898B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D99FD-E880-40E1-92F6-96311D5EDBBC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688328B-88F5-46AF-AE8C-3611105A08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9045697"/>
                  </p:ext>
                </p:extLst>
              </p:nvPr>
            </p:nvGraphicFramePr>
            <p:xfrm>
              <a:off x="33303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6688328B-88F5-46AF-AE8C-3611105A08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9045697"/>
                  </p:ext>
                </p:extLst>
              </p:nvPr>
            </p:nvGraphicFramePr>
            <p:xfrm>
              <a:off x="3330330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6F20F8A-75C0-4E9F-9071-C0148C4835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6120865"/>
                  </p:ext>
                </p:extLst>
              </p:nvPr>
            </p:nvGraphicFramePr>
            <p:xfrm>
              <a:off x="65649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94%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6F20F8A-75C0-4E9F-9071-C0148C4835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6120865"/>
                  </p:ext>
                </p:extLst>
              </p:nvPr>
            </p:nvGraphicFramePr>
            <p:xfrm>
              <a:off x="65649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6C07834-C48D-4335-97C5-13D07A2B1E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774208"/>
                  </p:ext>
                </p:extLst>
              </p:nvPr>
            </p:nvGraphicFramePr>
            <p:xfrm>
              <a:off x="4883634" y="1376627"/>
              <a:ext cx="212383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83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94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76C07834-C48D-4335-97C5-13D07A2B1E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774208"/>
                  </p:ext>
                </p:extLst>
              </p:nvPr>
            </p:nvGraphicFramePr>
            <p:xfrm>
              <a:off x="4883634" y="1376627"/>
              <a:ext cx="212383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83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87" t="-220" r="-114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F77D2651-4ABF-4710-9E81-A82FE98A1A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8382131"/>
                  </p:ext>
                </p:extLst>
              </p:nvPr>
            </p:nvGraphicFramePr>
            <p:xfrm>
              <a:off x="704849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F77D2651-4ABF-4710-9E81-A82FE98A1A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8382131"/>
                  </p:ext>
                </p:extLst>
              </p:nvPr>
            </p:nvGraphicFramePr>
            <p:xfrm>
              <a:off x="7048499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7/20  11/25  50,7% 0,53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FC8D06-09C4-4728-9AC3-18FE2F13710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2FB955-E77A-4E36-8929-AF6E281AD366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F489770-17B9-4782-B2A4-438FD9FFD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430990"/>
                  </p:ext>
                </p:extLst>
              </p:nvPr>
            </p:nvGraphicFramePr>
            <p:xfrm>
              <a:off x="392820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F489770-17B9-4782-B2A4-438FD9FFD0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8430990"/>
                  </p:ext>
                </p:extLst>
              </p:nvPr>
            </p:nvGraphicFramePr>
            <p:xfrm>
              <a:off x="392820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2D2B91A-E850-43C3-9265-3DDD61814C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454571"/>
                  </p:ext>
                </p:extLst>
              </p:nvPr>
            </p:nvGraphicFramePr>
            <p:xfrm>
              <a:off x="606670" y="1367834"/>
              <a:ext cx="3033347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33347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50.7%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2D2B91A-E850-43C3-9265-3DDD61814C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6454571"/>
                  </p:ext>
                </p:extLst>
              </p:nvPr>
            </p:nvGraphicFramePr>
            <p:xfrm>
              <a:off x="606670" y="1367834"/>
              <a:ext cx="3033347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33347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0" t="-220" r="-802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5F2160B-9121-41D1-94D8-9B8D4AD788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5909637"/>
                  </p:ext>
                </p:extLst>
              </p:nvPr>
            </p:nvGraphicFramePr>
            <p:xfrm>
              <a:off x="79668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5F2160B-9121-41D1-94D8-9B8D4AD788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5909637"/>
                  </p:ext>
                </p:extLst>
              </p:nvPr>
            </p:nvGraphicFramePr>
            <p:xfrm>
              <a:off x="79668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4B5DCE75-C447-4413-8029-04E6162FFE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9993995"/>
                  </p:ext>
                </p:extLst>
              </p:nvPr>
            </p:nvGraphicFramePr>
            <p:xfrm>
              <a:off x="5298831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4B5DCE75-C447-4413-8029-04E6162FFE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9993995"/>
                  </p:ext>
                </p:extLst>
              </p:nvPr>
            </p:nvGraphicFramePr>
            <p:xfrm>
              <a:off x="5298831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1032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18/15  130%  7/5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FB3546-0012-40A9-94F3-DDF29F973C7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64152-A0B7-41F6-9203-309B1E557913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C22353D-83AA-42C4-982B-9170A6A4AC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1971279"/>
                  </p:ext>
                </p:extLst>
              </p:nvPr>
            </p:nvGraphicFramePr>
            <p:xfrm>
              <a:off x="168616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C22353D-83AA-42C4-982B-9170A6A4AC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1971279"/>
                  </p:ext>
                </p:extLst>
              </p:nvPr>
            </p:nvGraphicFramePr>
            <p:xfrm>
              <a:off x="168616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FC66455-32B9-4B47-8E49-69FD74D0F3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383962"/>
                  </p:ext>
                </p:extLst>
              </p:nvPr>
            </p:nvGraphicFramePr>
            <p:xfrm>
              <a:off x="613410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130%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FC66455-32B9-4B47-8E49-69FD74D0F3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383962"/>
                  </p:ext>
                </p:extLst>
              </p:nvPr>
            </p:nvGraphicFramePr>
            <p:xfrm>
              <a:off x="613410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E2C0E80D-0764-47D9-A9EC-E296B97572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5417799"/>
                  </p:ext>
                </p:extLst>
              </p:nvPr>
            </p:nvGraphicFramePr>
            <p:xfrm>
              <a:off x="4095261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E2C0E80D-0764-47D9-A9EC-E296B97572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5417799"/>
                  </p:ext>
                </p:extLst>
              </p:nvPr>
            </p:nvGraphicFramePr>
            <p:xfrm>
              <a:off x="4095261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08534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16/25  0,645  13/20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3548E-D199-41E4-963A-D0B33225394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2589BB-BD7C-401D-B1A0-39C606504506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8D5937D-172A-4638-A7DB-13C74A3D2F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9365758"/>
                  </p:ext>
                </p:extLst>
              </p:nvPr>
            </p:nvGraphicFramePr>
            <p:xfrm>
              <a:off x="43854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8D5937D-172A-4638-A7DB-13C74A3D2F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9365758"/>
                  </p:ext>
                </p:extLst>
              </p:nvPr>
            </p:nvGraphicFramePr>
            <p:xfrm>
              <a:off x="43854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B9D4A93-48AD-448D-A55D-CA1A07787A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8630849"/>
                  </p:ext>
                </p:extLst>
              </p:nvPr>
            </p:nvGraphicFramePr>
            <p:xfrm>
              <a:off x="111369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0.645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1B9D4A93-48AD-448D-A55D-CA1A07787A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8630849"/>
                  </p:ext>
                </p:extLst>
              </p:nvPr>
            </p:nvGraphicFramePr>
            <p:xfrm>
              <a:off x="111369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4E09A17C-279A-46E1-AD68-0A14935DA1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4253587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4E09A17C-279A-46E1-AD68-0A14935DA1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4253587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594401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9/25  66/150  0,45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48A36A-DE46-4EE8-9CC6-1C2A40335CC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09EEF-C782-439D-BCC6-0798BDA24654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9766AF75-C9E8-4793-A12D-2EF30A95D0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2407164"/>
                  </p:ext>
                </p:extLst>
              </p:nvPr>
            </p:nvGraphicFramePr>
            <p:xfrm>
              <a:off x="1503486" y="1376627"/>
              <a:ext cx="224887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887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66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9766AF75-C9E8-4793-A12D-2EF30A95D0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2407164"/>
                  </p:ext>
                </p:extLst>
              </p:nvPr>
            </p:nvGraphicFramePr>
            <p:xfrm>
              <a:off x="1503486" y="1376627"/>
              <a:ext cx="224887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887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70" t="-220" r="-1081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E31DE28-6364-496C-89AA-AE7C9F1A92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3220008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E31DE28-6364-496C-89AA-AE7C9F1A92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3220008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460868B-5CC9-451F-9684-231D9DB73E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7612313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460868B-5CC9-451F-9684-231D9DB73E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7612313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1/4  22%  0,209  1/5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EB1E75-D39C-428E-9142-C7B356832EB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19B328-100B-4A5F-BEFE-D36A199C90D5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F8DCD1C-85CC-4B6B-AC5A-1CEA8F738F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104891"/>
                  </p:ext>
                </p:extLst>
              </p:nvPr>
            </p:nvGraphicFramePr>
            <p:xfrm>
              <a:off x="354134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0F8DCD1C-85CC-4B6B-AC5A-1CEA8F738F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104891"/>
                  </p:ext>
                </p:extLst>
              </p:nvPr>
            </p:nvGraphicFramePr>
            <p:xfrm>
              <a:off x="354134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5550463-B277-479D-AE36-B06E57F73A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073417"/>
                  </p:ext>
                </p:extLst>
              </p:nvPr>
            </p:nvGraphicFramePr>
            <p:xfrm>
              <a:off x="726831" y="1394211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22%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5550463-B277-479D-AE36-B06E57F73A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073417"/>
                  </p:ext>
                </p:extLst>
              </p:nvPr>
            </p:nvGraphicFramePr>
            <p:xfrm>
              <a:off x="726831" y="1394211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90DD41C-F7A8-482B-AE87-7C80D4719F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2589494"/>
                  </p:ext>
                </p:extLst>
              </p:nvPr>
            </p:nvGraphicFramePr>
            <p:xfrm>
              <a:off x="7492022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90DD41C-F7A8-482B-AE87-7C80D4719F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2589494"/>
                  </p:ext>
                </p:extLst>
              </p:nvPr>
            </p:nvGraphicFramePr>
            <p:xfrm>
              <a:off x="7492022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97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D42EB07E-57F5-4ADF-ACAA-6E84AE1F6B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6479871"/>
                  </p:ext>
                </p:extLst>
              </p:nvPr>
            </p:nvGraphicFramePr>
            <p:xfrm>
              <a:off x="494713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0.209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D42EB07E-57F5-4ADF-ACAA-6E84AE1F6B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6479871"/>
                  </p:ext>
                </p:extLst>
              </p:nvPr>
            </p:nvGraphicFramePr>
            <p:xfrm>
              <a:off x="494713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599222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23%  13/50  24/80  0,32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8E8789-B09D-40E5-A315-3441D8FE877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7BE2ED-C898-482F-B89D-918A82257BAA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7B57761-8A0F-410B-90B2-E91D6A7737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5432407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E7B57761-8A0F-410B-90B2-E91D6A7737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5432407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EB1D28DB-77AF-4662-B362-D2ED90585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838641"/>
                  </p:ext>
                </p:extLst>
              </p:nvPr>
            </p:nvGraphicFramePr>
            <p:xfrm>
              <a:off x="267872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23%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EB1D28DB-77AF-4662-B362-D2ED90585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838641"/>
                  </p:ext>
                </p:extLst>
              </p:nvPr>
            </p:nvGraphicFramePr>
            <p:xfrm>
              <a:off x="267872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215506B-D2F0-4974-A87E-46380CC42A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213990"/>
                  </p:ext>
                </p:extLst>
              </p:nvPr>
            </p:nvGraphicFramePr>
            <p:xfrm>
              <a:off x="5548922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215506B-D2F0-4974-A87E-46380CC42A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213990"/>
                  </p:ext>
                </p:extLst>
              </p:nvPr>
            </p:nvGraphicFramePr>
            <p:xfrm>
              <a:off x="5548922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BFB4516A-1498-4626-90A2-B4D367C227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42862"/>
                  </p:ext>
                </p:extLst>
              </p:nvPr>
            </p:nvGraphicFramePr>
            <p:xfrm>
              <a:off x="702212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BFB4516A-1498-4626-90A2-B4D367C227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742862"/>
                  </p:ext>
                </p:extLst>
              </p:nvPr>
            </p:nvGraphicFramePr>
            <p:xfrm>
              <a:off x="7022123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r="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142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4/25  21%  1,2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789077-FA17-4493-ABF4-2FACCF1BC24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CD09F1-D8A9-4D51-B9D7-C9773BB7B115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D868D3C-9080-4F13-B6E3-42C7467976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1397182"/>
                  </p:ext>
                </p:extLst>
              </p:nvPr>
            </p:nvGraphicFramePr>
            <p:xfrm>
              <a:off x="209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D868D3C-9080-4F13-B6E3-42C7467976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1397182"/>
                  </p:ext>
                </p:extLst>
              </p:nvPr>
            </p:nvGraphicFramePr>
            <p:xfrm>
              <a:off x="209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0D35B42-6CFF-4B33-B8AF-29BB478BCB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47305"/>
                  </p:ext>
                </p:extLst>
              </p:nvPr>
            </p:nvGraphicFramePr>
            <p:xfrm>
              <a:off x="35491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70D35B42-6CFF-4B33-B8AF-29BB478BCB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47305"/>
                  </p:ext>
                </p:extLst>
              </p:nvPr>
            </p:nvGraphicFramePr>
            <p:xfrm>
              <a:off x="35491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52B52B-0473-4F5B-B841-4C02E6E95B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3246225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21%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52B52B-0473-4F5B-B841-4C02E6E95B8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3246225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15" t="-220" r="-860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182/200  27/30  9,4%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53B0AA-1ED8-47A4-9C21-95A9813B8C8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2E1B2-9243-4A23-A3FA-BF5370D2E694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CEF1D4F-B2C1-49A2-A2E4-DFFFB100C9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9459393"/>
                  </p:ext>
                </p:extLst>
              </p:nvPr>
            </p:nvGraphicFramePr>
            <p:xfrm>
              <a:off x="176529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CEF1D4F-B2C1-49A2-A2E4-DFFFB100C9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9459393"/>
                  </p:ext>
                </p:extLst>
              </p:nvPr>
            </p:nvGraphicFramePr>
            <p:xfrm>
              <a:off x="1765299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3FAE236-BCBC-4350-9219-C2CCFE4F59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8535414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9.4%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3FAE236-BCBC-4350-9219-C2CCFE4F59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8535414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E697726-DAF6-485D-A88B-556FD54B9E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1005261"/>
                  </p:ext>
                </p:extLst>
              </p:nvPr>
            </p:nvGraphicFramePr>
            <p:xfrm>
              <a:off x="6943968" y="1376627"/>
              <a:ext cx="186592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6592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182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E697726-DAF6-485D-A88B-556FD54B9E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1005261"/>
                  </p:ext>
                </p:extLst>
              </p:nvPr>
            </p:nvGraphicFramePr>
            <p:xfrm>
              <a:off x="6943968" y="1376627"/>
              <a:ext cx="1865926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65926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26" t="-220" r="-130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597626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23/20  1,2  21/15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0C7107-FD32-41AB-8353-C743557D225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4A64D4-CEEC-49C2-B5A5-FD99C5F2CF17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46E1EDC-B0D8-44E0-8246-113B9CB5F5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3551317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46E1EDC-B0D8-44E0-8246-113B9CB5F5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3551317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B652E7B-74E3-4395-8432-6D903D8C65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516427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B652E7B-74E3-4395-8432-6D903D8C65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1516427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B1DCB35-EC1F-4264-B998-ED24B0787D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8010200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AB1DCB35-EC1F-4264-B998-ED24B0787D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8010200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0,57  74%  9/12  19/25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76C29B-9EBF-4CC9-B544-35F8B33261EF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A953F-A3E4-413D-90A1-B575C6D60A88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7A9FB3F-897C-47D9-8D5D-BA8E4336A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757497"/>
                  </p:ext>
                </p:extLst>
              </p:nvPr>
            </p:nvGraphicFramePr>
            <p:xfrm>
              <a:off x="336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7A9FB3F-897C-47D9-8D5D-BA8E4336AD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757497"/>
                  </p:ext>
                </p:extLst>
              </p:nvPr>
            </p:nvGraphicFramePr>
            <p:xfrm>
              <a:off x="336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FF385B5-4393-457A-B669-FE97B45F1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6514423"/>
                  </p:ext>
                </p:extLst>
              </p:nvPr>
            </p:nvGraphicFramePr>
            <p:xfrm>
              <a:off x="550984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74%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8FF385B5-4393-457A-B669-FE97B45F1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6514423"/>
                  </p:ext>
                </p:extLst>
              </p:nvPr>
            </p:nvGraphicFramePr>
            <p:xfrm>
              <a:off x="550984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660A4D6-16AB-4609-AB81-227C388462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2899563"/>
                  </p:ext>
                </p:extLst>
              </p:nvPr>
            </p:nvGraphicFramePr>
            <p:xfrm>
              <a:off x="77382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660A4D6-16AB-4609-AB81-227C388462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2899563"/>
                  </p:ext>
                </p:extLst>
              </p:nvPr>
            </p:nvGraphicFramePr>
            <p:xfrm>
              <a:off x="7738207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E9234108-9BA9-49BB-9E86-BC62093F6E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2345447"/>
                  </p:ext>
                </p:extLst>
              </p:nvPr>
            </p:nvGraphicFramePr>
            <p:xfrm>
              <a:off x="494713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E9234108-9BA9-49BB-9E86-BC62093F6E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2345447"/>
                  </p:ext>
                </p:extLst>
              </p:nvPr>
            </p:nvGraphicFramePr>
            <p:xfrm>
              <a:off x="4947138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4635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40%  21/60  1/4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D8286C-ACCB-4CC0-9F63-34362003BFF1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A9981-E87C-4A53-ABBB-E86B67D968AD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9AF4675-A67D-4AEB-AB54-EB7517A868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566416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9AF4675-A67D-4AEB-AB54-EB7517A868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2566416"/>
                  </p:ext>
                </p:extLst>
              </p:nvPr>
            </p:nvGraphicFramePr>
            <p:xfrm>
              <a:off x="19499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C0A227F-BE39-4D96-9CCF-BEBC47B080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61173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C0A227F-BE39-4D96-9CCF-BEBC47B080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761173"/>
                  </p:ext>
                </p:extLst>
              </p:nvPr>
            </p:nvGraphicFramePr>
            <p:xfrm>
              <a:off x="3830515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19484B4-6247-4A3F-AC88-4DE76CA973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4784631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19484B4-6247-4A3F-AC88-4DE76CA973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4784631"/>
                  </p:ext>
                </p:extLst>
              </p:nvPr>
            </p:nvGraphicFramePr>
            <p:xfrm>
              <a:off x="6935176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0,1  10,1%  21/200  7/50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EC66C6-36C1-4819-AD0E-88B84B91849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A3A09-11B1-4BAC-8189-3D120E824192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D28D5FE-3E51-48BE-A135-9FB248CEA7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5816013"/>
                  </p:ext>
                </p:extLst>
              </p:nvPr>
            </p:nvGraphicFramePr>
            <p:xfrm>
              <a:off x="806937" y="1376627"/>
              <a:ext cx="1936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6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D28D5FE-3E51-48BE-A135-9FB248CEA7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5816013"/>
                  </p:ext>
                </p:extLst>
              </p:nvPr>
            </p:nvGraphicFramePr>
            <p:xfrm>
              <a:off x="806937" y="1376627"/>
              <a:ext cx="1936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6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13" t="-220" r="-125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2548C07-40A3-46CC-83AD-4003179A17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0906733"/>
                  </p:ext>
                </p:extLst>
              </p:nvPr>
            </p:nvGraphicFramePr>
            <p:xfrm>
              <a:off x="2836009" y="1376627"/>
              <a:ext cx="321407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1407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10.1%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C2548C07-40A3-46CC-83AD-4003179A17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80906733"/>
                  </p:ext>
                </p:extLst>
              </p:nvPr>
            </p:nvGraphicFramePr>
            <p:xfrm>
              <a:off x="2836009" y="1376627"/>
              <a:ext cx="321407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1407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89" t="-220" r="-758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CB1A19F-BBE5-427C-B981-1C042C0133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0816654"/>
                  </p:ext>
                </p:extLst>
              </p:nvPr>
            </p:nvGraphicFramePr>
            <p:xfrm>
              <a:off x="6155591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CB1A19F-BBE5-427C-B981-1C042C0133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0816654"/>
                  </p:ext>
                </p:extLst>
              </p:nvPr>
            </p:nvGraphicFramePr>
            <p:xfrm>
              <a:off x="6155591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583B5407-A6EB-4365-8776-81BAAB08B6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8021151"/>
                  </p:ext>
                </p:extLst>
              </p:nvPr>
            </p:nvGraphicFramePr>
            <p:xfrm>
              <a:off x="7338646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583B5407-A6EB-4365-8776-81BAAB08B6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8021151"/>
                  </p:ext>
                </p:extLst>
              </p:nvPr>
            </p:nvGraphicFramePr>
            <p:xfrm>
              <a:off x="7338646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2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82%  0,8  3/5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8CA010-F25B-48ED-AD70-B2F443F65AF2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5B36EC-47EA-4273-938E-9D818E58A4A9}"/>
              </a:ext>
            </a:extLst>
          </p:cNvPr>
          <p:cNvSpPr txBox="1"/>
          <p:nvPr/>
        </p:nvSpPr>
        <p:spPr>
          <a:xfrm>
            <a:off x="663851" y="310346"/>
            <a:ext cx="6471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кемүү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63CCB9-F48C-4866-81E6-C5D78FE164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8585807"/>
                  </p:ext>
                </p:extLst>
              </p:nvPr>
            </p:nvGraphicFramePr>
            <p:xfrm>
              <a:off x="209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763CCB9-F48C-4866-81E6-C5D78FE164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8585807"/>
                  </p:ext>
                </p:extLst>
              </p:nvPr>
            </p:nvGraphicFramePr>
            <p:xfrm>
              <a:off x="209061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6" t="-220" r="-1786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9C327EC-D365-4561-9918-123550DF2A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21935"/>
                  </p:ext>
                </p:extLst>
              </p:nvPr>
            </p:nvGraphicFramePr>
            <p:xfrm>
              <a:off x="35491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99C327EC-D365-4561-9918-123550DF2A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221935"/>
                  </p:ext>
                </p:extLst>
              </p:nvPr>
            </p:nvGraphicFramePr>
            <p:xfrm>
              <a:off x="3549160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943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5B9493EB-FD2D-4F53-9858-A70F22329B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0961072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82%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5B9493EB-FD2D-4F53-9858-A70F22329B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0961072"/>
                  </p:ext>
                </p:extLst>
              </p:nvPr>
            </p:nvGraphicFramePr>
            <p:xfrm>
              <a:off x="6186852" y="1376627"/>
              <a:ext cx="2825264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25264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15" t="-220" r="-860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5400" dirty="0">
                <a:solidFill>
                  <a:schemeClr val="tx1"/>
                </a:solidFill>
              </a:rPr>
              <a:t>Жооп</a:t>
            </a:r>
            <a:endParaRPr lang="en-GB" sz="5400" dirty="0">
              <a:solidFill>
                <a:schemeClr val="tx1"/>
              </a:solidFill>
            </a:endParaRP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5,0%  0,5  3/5  6/8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C07984-7578-46CC-9A85-B5266471149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167D7D-E703-4051-B9DF-8E3B2396E2C4}"/>
              </a:ext>
            </a:extLst>
          </p:cNvPr>
          <p:cNvSpPr txBox="1"/>
          <p:nvPr/>
        </p:nvSpPr>
        <p:spPr>
          <a:xfrm>
            <a:off x="663851" y="310346"/>
            <a:ext cx="623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/>
              <a:t>Берилген сандарды өсүү ирээтинде жаз: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5E7164F-9533-4C0A-89C3-96167463CD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0969189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5E7164F-9533-4C0A-89C3-96167463CD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0969189"/>
                  </p:ext>
                </p:extLst>
              </p:nvPr>
            </p:nvGraphicFramePr>
            <p:xfrm>
              <a:off x="921238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7A2FE95-1D18-4297-A715-9F83C935CC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1549612"/>
                  </p:ext>
                </p:extLst>
              </p:nvPr>
            </p:nvGraphicFramePr>
            <p:xfrm>
              <a:off x="2687514" y="1403004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5.0%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7A2FE95-1D18-4297-A715-9F83C935CC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1549612"/>
                  </p:ext>
                </p:extLst>
              </p:nvPr>
            </p:nvGraphicFramePr>
            <p:xfrm>
              <a:off x="2687514" y="1403004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36" t="-220" r="-1179" b="-8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4CB97AD-C0CD-443A-9663-D7E0C52108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852286"/>
                  </p:ext>
                </p:extLst>
              </p:nvPr>
            </p:nvGraphicFramePr>
            <p:xfrm>
              <a:off x="548737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8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F4CB97AD-C0CD-443A-9663-D7E0C52108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852286"/>
                  </p:ext>
                </p:extLst>
              </p:nvPr>
            </p:nvGraphicFramePr>
            <p:xfrm>
              <a:off x="5487375" y="1376627"/>
              <a:ext cx="1355969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969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48" t="-220" r="-1794" b="-8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6B588A76-5212-4D0A-8556-C8AE90FF83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648378"/>
                  </p:ext>
                </p:extLst>
              </p:nvPr>
            </p:nvGraphicFramePr>
            <p:xfrm>
              <a:off x="682869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6B588A76-5212-4D0A-8556-C8AE90FF83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648378"/>
                  </p:ext>
                </p:extLst>
              </p:nvPr>
            </p:nvGraphicFramePr>
            <p:xfrm>
              <a:off x="6828692" y="1376627"/>
              <a:ext cx="2579078" cy="276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79078">
                      <a:extLst>
                        <a:ext uri="{9D8B030D-6E8A-4147-A177-3AD203B41FA5}">
                          <a16:colId xmlns:a16="http://schemas.microsoft.com/office/drawing/2014/main" val="3947610837"/>
                        </a:ext>
                      </a:extLst>
                    </a:gridCol>
                  </a:tblGrid>
                  <a:tr h="2764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200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10429</TotalTime>
  <Words>689</Words>
  <Application>Microsoft Office PowerPoint</Application>
  <PresentationFormat>A4 Paper (210x297 mm)</PresentationFormat>
  <Paragraphs>249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 Light</vt:lpstr>
      <vt:lpstr>Cambria Math</vt:lpstr>
      <vt:lpstr>Sylfaen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482</cp:revision>
  <cp:lastPrinted>2019-01-23T09:39:04Z</cp:lastPrinted>
  <dcterms:created xsi:type="dcterms:W3CDTF">2017-01-17T16:57:04Z</dcterms:created>
  <dcterms:modified xsi:type="dcterms:W3CDTF">2024-09-03T16:45:21Z</dcterms:modified>
</cp:coreProperties>
</file>