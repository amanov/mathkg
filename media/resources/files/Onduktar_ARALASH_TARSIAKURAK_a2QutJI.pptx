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941" r:id="rId4"/>
    <p:sldId id="939" r:id="rId5"/>
    <p:sldId id="834" r:id="rId6"/>
    <p:sldId id="833" r:id="rId7"/>
    <p:sldId id="942" r:id="rId8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943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Бир орундуу ондуктар - аралаш -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Тарсиа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куракты туура чогулткандан кийин гана клей менен чапташсын.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ордуна, окуучулар жөн гана тамгаларды  колдонуу менен суроолор менен жоопторду дал келтирип чыгышса болот, (кайчы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даярдалган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18115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025854"/>
            <a:ext cx="42733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586293" y="2222097"/>
            <a:ext cx="4366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-23532" y="3113031"/>
            <a:ext cx="501528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2A22C0-678C-6EC5-6ACF-F914426D1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341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3943DF-1274-4DBB-921B-BAFE5373B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8" y="0"/>
            <a:ext cx="494377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8535B7-E949-4D25-8868-492864FE3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520" y="0"/>
            <a:ext cx="4949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84790D3-4B07-4ECF-AC58-6BDD185A0A89}"/>
              </a:ext>
            </a:extLst>
          </p:cNvPr>
          <p:cNvGrpSpPr/>
          <p:nvPr/>
        </p:nvGrpSpPr>
        <p:grpSpPr>
          <a:xfrm>
            <a:off x="2103121" y="50424"/>
            <a:ext cx="7802880" cy="6741360"/>
            <a:chOff x="2072640" y="2213280"/>
            <a:chExt cx="4563015" cy="394225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F1D5AA-3C67-47C3-B015-BB02F1FA3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83255" y="2213280"/>
              <a:ext cx="2364105" cy="1978354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D4C2D7D-7F86-4B15-B41D-87F8C28347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72640" y="4176394"/>
              <a:ext cx="4563015" cy="1979139"/>
            </a:xfrm>
            <a:prstGeom prst="rect">
              <a:avLst/>
            </a:prstGeom>
          </p:spPr>
        </p:pic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1502246-AC03-33E4-B4F2-4103019D58B1}"/>
              </a:ext>
            </a:extLst>
          </p:cNvPr>
          <p:cNvSpPr/>
          <p:nvPr/>
        </p:nvSpPr>
        <p:spPr>
          <a:xfrm>
            <a:off x="198324" y="213975"/>
            <a:ext cx="41501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86F1245B-D9A4-06B1-6D22-04D2FCAE1AD0}"/>
              </a:ext>
            </a:extLst>
          </p:cNvPr>
          <p:cNvSpPr txBox="1">
            <a:spLocks/>
          </p:cNvSpPr>
          <p:nvPr/>
        </p:nvSpPr>
        <p:spPr>
          <a:xfrm>
            <a:off x="91440" y="5689600"/>
            <a:ext cx="2101944" cy="116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4A61F0E-2604-4A60-AABC-76B7D3D70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1045667" y="1079228"/>
            <a:ext cx="6815737" cy="472440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C11A3A-54F5-4774-AFD6-6FE0308BA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3993694" y="1087931"/>
            <a:ext cx="6815737" cy="4724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696956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8367</TotalTime>
  <Words>152</Words>
  <Application>Microsoft Office PowerPoint</Application>
  <PresentationFormat>A4 Paper (210x297 mm)</PresentationFormat>
  <Paragraphs>35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</vt:lpstr>
      <vt:lpstr>Arial</vt:lpstr>
      <vt:lpstr>Calibri Light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356</cp:revision>
  <cp:lastPrinted>2024-05-13T09:44:03Z</cp:lastPrinted>
  <dcterms:created xsi:type="dcterms:W3CDTF">2017-01-17T16:57:04Z</dcterms:created>
  <dcterms:modified xsi:type="dcterms:W3CDTF">2024-05-13T09:45:34Z</dcterms:modified>
</cp:coreProperties>
</file>