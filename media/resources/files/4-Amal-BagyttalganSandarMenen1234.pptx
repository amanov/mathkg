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848" r:id="rId2"/>
    <p:sldId id="945" r:id="rId3"/>
    <p:sldId id="944" r:id="rId4"/>
    <p:sldId id="946" r:id="rId5"/>
    <p:sldId id="938" r:id="rId6"/>
  </p:sldIdLst>
  <p:sldSz cx="9906000" cy="6858000" type="A4"/>
  <p:notesSz cx="7104063" cy="10234613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Cambria Math" panose="020405030504060302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848"/>
          </p14:sldIdLst>
        </p14:section>
        <p14:section name="Көрсөтүү үчүн" id="{059544AC-2C27-45B1-9F95-F87DF8854DD6}">
          <p14:sldIdLst>
            <p14:sldId id="945"/>
          </p14:sldIdLst>
        </p14:section>
        <p14:section name="Жооптор" id="{1FEDB314-42DC-4694-9B04-D4A4AAE625F7}">
          <p14:sldIdLst>
            <p14:sldId id="944"/>
          </p14:sldIdLst>
        </p14:section>
        <p14:section name="Таркатма" id="{A78D9305-6AAE-4715-A210-52F6908F30F7}">
          <p14:sldIdLst>
            <p14:sldId id="946"/>
          </p14:sldIdLst>
        </p14:section>
        <p14:section name="mathkgz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63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png"/><Relationship Id="rId18" Type="http://schemas.openxmlformats.org/officeDocument/2006/relationships/image" Target="../media/image20.png"/><Relationship Id="rId3" Type="http://schemas.openxmlformats.org/officeDocument/2006/relationships/image" Target="../media/image14.png"/><Relationship Id="rId21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17.png"/><Relationship Id="rId17" Type="http://schemas.openxmlformats.org/officeDocument/2006/relationships/image" Target="../media/image11.png"/><Relationship Id="rId2" Type="http://schemas.openxmlformats.org/officeDocument/2006/relationships/image" Target="../media/image2.png"/><Relationship Id="rId16" Type="http://schemas.openxmlformats.org/officeDocument/2006/relationships/image" Target="../media/image19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15.png"/><Relationship Id="rId15" Type="http://schemas.openxmlformats.org/officeDocument/2006/relationships/image" Target="../media/image10.png"/><Relationship Id="rId10" Type="http://schemas.openxmlformats.org/officeDocument/2006/relationships/image" Target="../media/image7.png"/><Relationship Id="rId19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8.png"/><Relationship Id="rId22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– </a:t>
            </a:r>
            <a:r>
              <a:rPr lang="ru-RU" dirty="0"/>
              <a:t>Багытталган сандар менен</a:t>
            </a:r>
          </a:p>
          <a:p>
            <a:endParaRPr lang="ru-RU" dirty="0"/>
          </a:p>
          <a:p>
            <a:r>
              <a:rPr lang="ru-RU" dirty="0"/>
              <a:t>Проектордо чагылдырып койсо болот же принтерден чыгарып </a:t>
            </a:r>
            <a:r>
              <a:rPr lang="ky-KG" dirty="0"/>
              <a:t>таркатып койсо болот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1045355" y="512662"/>
                <a:ext cx="19410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7+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55" y="512662"/>
                <a:ext cx="1941044" cy="400110"/>
              </a:xfrm>
              <a:prstGeom prst="rect">
                <a:avLst/>
              </a:prstGeom>
              <a:blipFill>
                <a:blip r:embed="rId2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518D4C-21C2-A5C2-27B5-E01243687017}"/>
                  </a:ext>
                </a:extLst>
              </p:cNvPr>
              <p:cNvSpPr txBox="1"/>
              <p:nvPr/>
            </p:nvSpPr>
            <p:spPr>
              <a:xfrm>
                <a:off x="767234" y="1427062"/>
                <a:ext cx="24972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(−6)+10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518D4C-21C2-A5C2-27B5-E01243687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34" y="1427062"/>
                <a:ext cx="2497287" cy="400110"/>
              </a:xfrm>
              <a:prstGeom prst="rect">
                <a:avLst/>
              </a:prstGeom>
              <a:blipFill>
                <a:blip r:embed="rId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C84552-44A8-1359-A6CA-EA587E798860}"/>
                  </a:ext>
                </a:extLst>
              </p:cNvPr>
              <p:cNvSpPr txBox="1"/>
              <p:nvPr/>
            </p:nvSpPr>
            <p:spPr>
              <a:xfrm>
                <a:off x="843377" y="2341462"/>
                <a:ext cx="23450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6)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C84552-44A8-1359-A6CA-EA587E798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377" y="2341462"/>
                <a:ext cx="2345001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17E8E5B-EEC9-4AB4-6AA8-6F98D0D1C6F4}"/>
              </a:ext>
            </a:extLst>
          </p:cNvPr>
          <p:cNvSpPr txBox="1"/>
          <p:nvPr/>
        </p:nvSpPr>
        <p:spPr>
          <a:xfrm>
            <a:off x="2865" y="3439863"/>
            <a:ext cx="4469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Теңдемелерди туура кылуу үчүн ар бир </a:t>
            </a:r>
            <a:endParaRPr lang="en-US" dirty="0"/>
          </a:p>
          <a:p>
            <a:r>
              <a:rPr lang="ru-RU" dirty="0"/>
              <a:t>эсептөөгө кашаалардын топтомун кошуңуз</a:t>
            </a:r>
            <a:r>
              <a:rPr lang="en-GB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FB91D0-51CC-79BA-4D27-E2A9CD8BA32F}"/>
                  </a:ext>
                </a:extLst>
              </p:cNvPr>
              <p:cNvSpPr txBox="1"/>
              <p:nvPr/>
            </p:nvSpPr>
            <p:spPr>
              <a:xfrm>
                <a:off x="1061809" y="4286640"/>
                <a:ext cx="26729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5 −4=2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FB91D0-51CC-79BA-4D27-E2A9CD8BA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09" y="4286640"/>
                <a:ext cx="267291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E454296-224E-BFB7-E388-C6B248FD5B76}"/>
                  </a:ext>
                </a:extLst>
              </p:cNvPr>
              <p:cNvSpPr txBox="1"/>
              <p:nvPr/>
            </p:nvSpPr>
            <p:spPr>
              <a:xfrm>
                <a:off x="838192" y="5117913"/>
                <a:ext cx="31201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16 ÷ −2 − 3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=4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E454296-224E-BFB7-E388-C6B248FD5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2" y="5117913"/>
                <a:ext cx="3120150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564777-06B4-9AE7-46A7-E888A815BCBD}"/>
                  </a:ext>
                </a:extLst>
              </p:cNvPr>
              <p:cNvSpPr txBox="1"/>
              <p:nvPr/>
            </p:nvSpPr>
            <p:spPr>
              <a:xfrm>
                <a:off x="531218" y="5949185"/>
                <a:ext cx="37340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 −2 =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564777-06B4-9AE7-46A7-E888A815B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218" y="5949185"/>
                <a:ext cx="3734099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00487932-4BD3-045C-A340-5D3BC76CB755}"/>
              </a:ext>
            </a:extLst>
          </p:cNvPr>
          <p:cNvSpPr txBox="1"/>
          <p:nvPr/>
        </p:nvSpPr>
        <p:spPr>
          <a:xfrm>
            <a:off x="4979296" y="3444501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A7B75ED-873D-8207-C6A6-1732F26B666C}"/>
                  </a:ext>
                </a:extLst>
              </p:cNvPr>
              <p:cNvSpPr txBox="1"/>
              <p:nvPr/>
            </p:nvSpPr>
            <p:spPr>
              <a:xfrm>
                <a:off x="5834930" y="3950456"/>
                <a:ext cx="22981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5−</m:t>
                      </m:r>
                      <m:sSup>
                        <m:sSup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2−8=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A7B75ED-873D-8207-C6A6-1732F26B6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930" y="3950456"/>
                <a:ext cx="229813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928A456-F878-4D28-EC39-B127FE6FB122}"/>
                  </a:ext>
                </a:extLst>
              </p:cNvPr>
              <p:cNvSpPr txBox="1"/>
              <p:nvPr/>
            </p:nvSpPr>
            <p:spPr>
              <a:xfrm>
                <a:off x="5339445" y="4864856"/>
                <a:ext cx="3289106" cy="461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÷</m:t>
                      </m:r>
                      <m:d>
                        <m:d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−2−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rad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928A456-F878-4D28-EC39-B127FE6FB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445" y="4864856"/>
                <a:ext cx="3289106" cy="4610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9E5EA49-68CE-8282-058D-0BFECFE57EF9}"/>
                  </a:ext>
                </a:extLst>
              </p:cNvPr>
              <p:cNvSpPr txBox="1"/>
              <p:nvPr/>
            </p:nvSpPr>
            <p:spPr>
              <a:xfrm>
                <a:off x="5700406" y="5779256"/>
                <a:ext cx="2567177" cy="7280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+6×−2</m:t>
                          </m:r>
                        </m:num>
                        <m:den>
                          <m:r>
                            <a:rPr lang="en-GB" sz="200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ad>
                            <m:radPr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−−4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9E5EA49-68CE-8282-058D-0BFECFE57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406" y="5779256"/>
                <a:ext cx="2567177" cy="7280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07B6533-5EBA-E8EB-3C03-5F010FCDBC8D}"/>
              </a:ext>
            </a:extLst>
          </p:cNvPr>
          <p:cNvSpPr txBox="1"/>
          <p:nvPr/>
        </p:nvSpPr>
        <p:spPr>
          <a:xfrm>
            <a:off x="4964823" y="-4681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5B039-E356-BC0B-CD38-8F0EBD14E896}"/>
                  </a:ext>
                </a:extLst>
              </p:cNvPr>
              <p:cNvSpPr txBox="1"/>
              <p:nvPr/>
            </p:nvSpPr>
            <p:spPr>
              <a:xfrm>
                <a:off x="5692731" y="501274"/>
                <a:ext cx="25535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5B039-E356-BC0B-CD38-8F0EBD14E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731" y="501274"/>
                <a:ext cx="2553583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E39199-C7D1-791C-5417-1A3E0F223EC2}"/>
                  </a:ext>
                </a:extLst>
              </p:cNvPr>
              <p:cNvSpPr txBox="1"/>
              <p:nvPr/>
            </p:nvSpPr>
            <p:spPr>
              <a:xfrm>
                <a:off x="5712767" y="1415674"/>
                <a:ext cx="25135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7+−12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E39199-C7D1-791C-5417-1A3E0F223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767" y="1415674"/>
                <a:ext cx="2513509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D52933-2E3D-E2F4-F35D-B00BD8FE0B3C}"/>
                  </a:ext>
                </a:extLst>
              </p:cNvPr>
              <p:cNvSpPr txBox="1"/>
              <p:nvPr/>
            </p:nvSpPr>
            <p:spPr>
              <a:xfrm>
                <a:off x="5602161" y="2330074"/>
                <a:ext cx="27347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8−(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8+24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÷−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4)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D52933-2E3D-E2F4-F35D-B00BD8FE0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161" y="2330074"/>
                <a:ext cx="2734723" cy="400110"/>
              </a:xfrm>
              <a:prstGeom prst="rect">
                <a:avLst/>
              </a:prstGeom>
              <a:blipFill>
                <a:blip r:embed="rId1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FBB09A9-89DA-3330-F873-02240833F235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6322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  <a:p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1045355" y="512662"/>
                <a:ext cx="19410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7+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55" y="512662"/>
                <a:ext cx="1941044" cy="400110"/>
              </a:xfrm>
              <a:prstGeom prst="rect">
                <a:avLst/>
              </a:prstGeom>
              <a:blipFill>
                <a:blip r:embed="rId2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/>
              <p:nvPr/>
            </p:nvSpPr>
            <p:spPr>
              <a:xfrm>
                <a:off x="3303685" y="512662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685" y="512662"/>
                <a:ext cx="57740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518D4C-21C2-A5C2-27B5-E01243687017}"/>
                  </a:ext>
                </a:extLst>
              </p:cNvPr>
              <p:cNvSpPr txBox="1"/>
              <p:nvPr/>
            </p:nvSpPr>
            <p:spPr>
              <a:xfrm>
                <a:off x="767234" y="1427062"/>
                <a:ext cx="24972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(−6)+10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518D4C-21C2-A5C2-27B5-E01243687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34" y="1427062"/>
                <a:ext cx="2497287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0FD3B5-3423-4377-DB4D-A3614FDA8769}"/>
                  </a:ext>
                </a:extLst>
              </p:cNvPr>
              <p:cNvSpPr txBox="1"/>
              <p:nvPr/>
            </p:nvSpPr>
            <p:spPr>
              <a:xfrm>
                <a:off x="3232351" y="1427062"/>
                <a:ext cx="72006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−11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0FD3B5-3423-4377-DB4D-A3614FDA8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351" y="1427062"/>
                <a:ext cx="72006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C84552-44A8-1359-A6CA-EA587E798860}"/>
                  </a:ext>
                </a:extLst>
              </p:cNvPr>
              <p:cNvSpPr txBox="1"/>
              <p:nvPr/>
            </p:nvSpPr>
            <p:spPr>
              <a:xfrm>
                <a:off x="843377" y="2341462"/>
                <a:ext cx="23450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6)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C84552-44A8-1359-A6CA-EA587E798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377" y="2341462"/>
                <a:ext cx="2345001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0B3E8A-F8A3-E458-0AF1-239EB1DAB667}"/>
                  </a:ext>
                </a:extLst>
              </p:cNvPr>
              <p:cNvSpPr txBox="1"/>
              <p:nvPr/>
            </p:nvSpPr>
            <p:spPr>
              <a:xfrm>
                <a:off x="3232351" y="2341462"/>
                <a:ext cx="72006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−12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0B3E8A-F8A3-E458-0AF1-239EB1DAB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351" y="2341462"/>
                <a:ext cx="720069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17E8E5B-EEC9-4AB4-6AA8-6F98D0D1C6F4}"/>
              </a:ext>
            </a:extLst>
          </p:cNvPr>
          <p:cNvSpPr txBox="1"/>
          <p:nvPr/>
        </p:nvSpPr>
        <p:spPr>
          <a:xfrm>
            <a:off x="2865" y="3439863"/>
            <a:ext cx="4465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Теңдемелерди туура кылуу үчүн ар бир</a:t>
            </a:r>
            <a:endParaRPr lang="en-US" dirty="0"/>
          </a:p>
          <a:p>
            <a:r>
              <a:rPr lang="ru-RU" dirty="0"/>
              <a:t> эсептөөгө кашаалардын топтомун кошуңуз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FB91D0-51CC-79BA-4D27-E2A9CD8BA32F}"/>
                  </a:ext>
                </a:extLst>
              </p:cNvPr>
              <p:cNvSpPr txBox="1"/>
              <p:nvPr/>
            </p:nvSpPr>
            <p:spPr>
              <a:xfrm>
                <a:off x="1061809" y="4286640"/>
                <a:ext cx="26729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5 −4=2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FB91D0-51CC-79BA-4D27-E2A9CD8BA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09" y="4286640"/>
                <a:ext cx="267291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736FA9D9-A13F-FFED-0A72-E816FD27D3BD}"/>
              </a:ext>
            </a:extLst>
          </p:cNvPr>
          <p:cNvSpPr txBox="1"/>
          <p:nvPr/>
        </p:nvSpPr>
        <p:spPr>
          <a:xfrm>
            <a:off x="1542413" y="4166304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(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1CB359-60E6-4F4E-2726-2E6A9C6366E6}"/>
              </a:ext>
            </a:extLst>
          </p:cNvPr>
          <p:cNvSpPr txBox="1"/>
          <p:nvPr/>
        </p:nvSpPr>
        <p:spPr>
          <a:xfrm>
            <a:off x="2533966" y="4166304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E454296-224E-BFB7-E388-C6B248FD5B76}"/>
                  </a:ext>
                </a:extLst>
              </p:cNvPr>
              <p:cNvSpPr txBox="1"/>
              <p:nvPr/>
            </p:nvSpPr>
            <p:spPr>
              <a:xfrm>
                <a:off x="838192" y="5117913"/>
                <a:ext cx="31201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16 ÷ −2 − 3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=4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E454296-224E-BFB7-E388-C6B248FD5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2" y="5117913"/>
                <a:ext cx="3120150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E4F0ABC1-1779-7B11-81D4-263E9152AF97}"/>
              </a:ext>
            </a:extLst>
          </p:cNvPr>
          <p:cNvSpPr txBox="1"/>
          <p:nvPr/>
        </p:nvSpPr>
        <p:spPr>
          <a:xfrm>
            <a:off x="1452272" y="4997577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(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18D620-515C-3C1E-30E1-0AE029F1D789}"/>
              </a:ext>
            </a:extLst>
          </p:cNvPr>
          <p:cNvSpPr txBox="1"/>
          <p:nvPr/>
        </p:nvSpPr>
        <p:spPr>
          <a:xfrm>
            <a:off x="3199071" y="4997577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564777-06B4-9AE7-46A7-E888A815BCBD}"/>
                  </a:ext>
                </a:extLst>
              </p:cNvPr>
              <p:cNvSpPr txBox="1"/>
              <p:nvPr/>
            </p:nvSpPr>
            <p:spPr>
              <a:xfrm>
                <a:off x="531218" y="5949185"/>
                <a:ext cx="37340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 −2 =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564777-06B4-9AE7-46A7-E888A815B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218" y="5949185"/>
                <a:ext cx="373409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E774F345-601B-25ED-3CF7-21EED3E3DCC5}"/>
              </a:ext>
            </a:extLst>
          </p:cNvPr>
          <p:cNvSpPr txBox="1"/>
          <p:nvPr/>
        </p:nvSpPr>
        <p:spPr>
          <a:xfrm>
            <a:off x="509298" y="5828849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(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C4DA59-9229-53BA-6911-E3EF758E2C4D}"/>
              </a:ext>
            </a:extLst>
          </p:cNvPr>
          <p:cNvSpPr txBox="1"/>
          <p:nvPr/>
        </p:nvSpPr>
        <p:spPr>
          <a:xfrm>
            <a:off x="1838120" y="5828849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487932-4BD3-045C-A340-5D3BC76CB755}"/>
              </a:ext>
            </a:extLst>
          </p:cNvPr>
          <p:cNvSpPr txBox="1"/>
          <p:nvPr/>
        </p:nvSpPr>
        <p:spPr>
          <a:xfrm>
            <a:off x="4979296" y="3444501"/>
            <a:ext cx="1314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  <a:p>
            <a:r>
              <a:rPr lang="en-GB" dirty="0"/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A7B75ED-873D-8207-C6A6-1732F26B666C}"/>
                  </a:ext>
                </a:extLst>
              </p:cNvPr>
              <p:cNvSpPr txBox="1"/>
              <p:nvPr/>
            </p:nvSpPr>
            <p:spPr>
              <a:xfrm>
                <a:off x="5834930" y="3950456"/>
                <a:ext cx="22981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5−</m:t>
                      </m:r>
                      <m:sSup>
                        <m:sSup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2−8=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A7B75ED-873D-8207-C6A6-1732F26B6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930" y="3950456"/>
                <a:ext cx="2298130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070BDFB-93A4-B6C0-0546-2F848ABD5DD3}"/>
                  </a:ext>
                </a:extLst>
              </p:cNvPr>
              <p:cNvSpPr txBox="1"/>
              <p:nvPr/>
            </p:nvSpPr>
            <p:spPr>
              <a:xfrm>
                <a:off x="8180270" y="3950456"/>
                <a:ext cx="52770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070BDFB-93A4-B6C0-0546-2F848ABD5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0270" y="3950456"/>
                <a:ext cx="527709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928A456-F878-4D28-EC39-B127FE6FB122}"/>
                  </a:ext>
                </a:extLst>
              </p:cNvPr>
              <p:cNvSpPr txBox="1"/>
              <p:nvPr/>
            </p:nvSpPr>
            <p:spPr>
              <a:xfrm>
                <a:off x="5339445" y="4864856"/>
                <a:ext cx="3289106" cy="461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÷</m:t>
                      </m:r>
                      <m:d>
                        <m:d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−2−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rad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928A456-F878-4D28-EC39-B127FE6FB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445" y="4864856"/>
                <a:ext cx="3289106" cy="46102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5C802FF-323E-9241-5535-FE2F5714AB02}"/>
                  </a:ext>
                </a:extLst>
              </p:cNvPr>
              <p:cNvSpPr txBox="1"/>
              <p:nvPr/>
            </p:nvSpPr>
            <p:spPr>
              <a:xfrm>
                <a:off x="8654187" y="4864856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5C802FF-323E-9241-5535-FE2F5714A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4187" y="4864856"/>
                <a:ext cx="577402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9E5EA49-68CE-8282-058D-0BFECFE57EF9}"/>
                  </a:ext>
                </a:extLst>
              </p:cNvPr>
              <p:cNvSpPr txBox="1"/>
              <p:nvPr/>
            </p:nvSpPr>
            <p:spPr>
              <a:xfrm>
                <a:off x="5700406" y="5779256"/>
                <a:ext cx="2567177" cy="7280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+6×−2</m:t>
                          </m:r>
                        </m:num>
                        <m:den>
                          <m:r>
                            <a:rPr lang="en-GB" sz="200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ad>
                            <m:radPr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−−4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9E5EA49-68CE-8282-058D-0BFECFE57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406" y="5779256"/>
                <a:ext cx="2567177" cy="72808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1D3C2C3-E86E-1D9C-B9DF-4FD6C633AC8B}"/>
                  </a:ext>
                </a:extLst>
              </p:cNvPr>
              <p:cNvSpPr txBox="1"/>
              <p:nvPr/>
            </p:nvSpPr>
            <p:spPr>
              <a:xfrm>
                <a:off x="8280114" y="5937198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1D3C2C3-E86E-1D9C-B9DF-4FD6C633A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114" y="5937198"/>
                <a:ext cx="577402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07B6533-5EBA-E8EB-3C03-5F010FCDBC8D}"/>
              </a:ext>
            </a:extLst>
          </p:cNvPr>
          <p:cNvSpPr txBox="1"/>
          <p:nvPr/>
        </p:nvSpPr>
        <p:spPr>
          <a:xfrm>
            <a:off x="4964823" y="-4681"/>
            <a:ext cx="1314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  <a:p>
            <a:r>
              <a:rPr lang="en-GB" dirty="0"/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5B039-E356-BC0B-CD38-8F0EBD14E896}"/>
                  </a:ext>
                </a:extLst>
              </p:cNvPr>
              <p:cNvSpPr txBox="1"/>
              <p:nvPr/>
            </p:nvSpPr>
            <p:spPr>
              <a:xfrm>
                <a:off x="5692731" y="501274"/>
                <a:ext cx="25535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5B039-E356-BC0B-CD38-8F0EBD14E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731" y="501274"/>
                <a:ext cx="2553583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6C5957-C243-7966-16EA-A08C904FD23A}"/>
                  </a:ext>
                </a:extLst>
              </p:cNvPr>
              <p:cNvSpPr txBox="1"/>
              <p:nvPr/>
            </p:nvSpPr>
            <p:spPr>
              <a:xfrm>
                <a:off x="8307206" y="501274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6C5957-C243-7966-16EA-A08C904FD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7206" y="501274"/>
                <a:ext cx="577402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E39199-C7D1-791C-5417-1A3E0F223EC2}"/>
                  </a:ext>
                </a:extLst>
              </p:cNvPr>
              <p:cNvSpPr txBox="1"/>
              <p:nvPr/>
            </p:nvSpPr>
            <p:spPr>
              <a:xfrm>
                <a:off x="5712767" y="1415674"/>
                <a:ext cx="25135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7+−12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E39199-C7D1-791C-5417-1A3E0F223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767" y="1415674"/>
                <a:ext cx="2513509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952593-564E-C441-E133-56C45C5269DF}"/>
                  </a:ext>
                </a:extLst>
              </p:cNvPr>
              <p:cNvSpPr txBox="1"/>
              <p:nvPr/>
            </p:nvSpPr>
            <p:spPr>
              <a:xfrm>
                <a:off x="8332052" y="1415674"/>
                <a:ext cx="52770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952593-564E-C441-E133-56C45C526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052" y="1415674"/>
                <a:ext cx="527709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D52933-2E3D-E2F4-F35D-B00BD8FE0B3C}"/>
                  </a:ext>
                </a:extLst>
              </p:cNvPr>
              <p:cNvSpPr txBox="1"/>
              <p:nvPr/>
            </p:nvSpPr>
            <p:spPr>
              <a:xfrm>
                <a:off x="5602161" y="2330074"/>
                <a:ext cx="27347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8−(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8+24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÷−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4)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D52933-2E3D-E2F4-F35D-B00BD8FE0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161" y="2330074"/>
                <a:ext cx="2734723" cy="400110"/>
              </a:xfrm>
              <a:prstGeom prst="rect">
                <a:avLst/>
              </a:prstGeom>
              <a:blipFill>
                <a:blip r:embed="rId21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C214D5-EE30-E83E-673F-2206CC7ABDD4}"/>
                  </a:ext>
                </a:extLst>
              </p:cNvPr>
              <p:cNvSpPr txBox="1"/>
              <p:nvPr/>
            </p:nvSpPr>
            <p:spPr>
              <a:xfrm>
                <a:off x="8332052" y="2330074"/>
                <a:ext cx="52770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C214D5-EE30-E83E-673F-2206CC7AB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052" y="2330074"/>
                <a:ext cx="527709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528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7" grpId="0" animBg="1"/>
      <p:bldP spid="10" grpId="0" animBg="1"/>
      <p:bldP spid="26" grpId="0"/>
      <p:bldP spid="27" grpId="0"/>
      <p:bldP spid="39" grpId="0"/>
      <p:bldP spid="40" grpId="0"/>
      <p:bldP spid="43" grpId="0"/>
      <p:bldP spid="44" grpId="0"/>
      <p:bldP spid="47" grpId="0" animBg="1"/>
      <p:bldP spid="49" grpId="0" animBg="1"/>
      <p:bldP spid="51" grpId="0" animBg="1"/>
      <p:bldP spid="5" grpId="0" animBg="1"/>
      <p:bldP spid="13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601D72-BDCE-89E2-CC48-F623108F7B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018" b="-2"/>
          <a:stretch/>
        </p:blipFill>
        <p:spPr>
          <a:xfrm rot="16200000">
            <a:off x="-307500" y="1126095"/>
            <a:ext cx="5743618" cy="46058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C7B80E-50F7-B0A4-BB73-D00796D02B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112" b="-2"/>
          <a:stretch/>
        </p:blipFill>
        <p:spPr>
          <a:xfrm rot="16200000">
            <a:off x="4467358" y="1123573"/>
            <a:ext cx="5743618" cy="461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57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6204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10593</TotalTime>
  <Words>318</Words>
  <Application>Microsoft Office PowerPoint</Application>
  <PresentationFormat>A4 Paper (210x297 mm)</PresentationFormat>
  <Paragraphs>78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Arial</vt:lpstr>
      <vt:lpstr>Cambria Math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528</cp:revision>
  <cp:lastPrinted>2017-12-31T22:38:51Z</cp:lastPrinted>
  <dcterms:created xsi:type="dcterms:W3CDTF">2017-01-17T16:57:04Z</dcterms:created>
  <dcterms:modified xsi:type="dcterms:W3CDTF">2023-09-29T02:50:09Z</dcterms:modified>
</cp:coreProperties>
</file>