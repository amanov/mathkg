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Бөлүү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389676" y="1057850"/>
            <a:ext cx="65085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 менен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9D2B7269-36AB-4AF8-A0C9-88BD0F437017}"/>
              </a:ext>
            </a:extLst>
          </p:cNvPr>
          <p:cNvSpPr txBox="1"/>
          <p:nvPr/>
        </p:nvSpPr>
        <p:spPr>
          <a:xfrm>
            <a:off x="658655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4.2 ÷ 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5B726A7-A33F-402B-8E4B-802189FDDBDF}"/>
              </a:ext>
            </a:extLst>
          </p:cNvPr>
          <p:cNvSpPr txBox="1"/>
          <p:nvPr/>
        </p:nvSpPr>
        <p:spPr>
          <a:xfrm>
            <a:off x="7308836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÷ 1.2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76D530-A90D-40D6-B5A2-46318997C432}"/>
              </a:ext>
            </a:extLst>
          </p:cNvPr>
          <p:cNvSpPr txBox="1"/>
          <p:nvPr/>
        </p:nvSpPr>
        <p:spPr>
          <a:xfrm>
            <a:off x="3917299" y="2952523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5.4 ÷ 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5A5201-B521-40CB-A871-FD24EE5A284D}"/>
              </a:ext>
            </a:extLst>
          </p:cNvPr>
          <p:cNvSpPr txBox="1"/>
          <p:nvPr/>
        </p:nvSpPr>
        <p:spPr>
          <a:xfrm>
            <a:off x="658655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6.5 ÷ 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0FEFD90-3736-4395-93B3-EBD34218AB93}"/>
              </a:ext>
            </a:extLst>
          </p:cNvPr>
          <p:cNvSpPr txBox="1"/>
          <p:nvPr/>
        </p:nvSpPr>
        <p:spPr>
          <a:xfrm>
            <a:off x="7308836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6.8 ÷ 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D4CB89-7F90-4B59-91A1-E14CA8104E9A}"/>
              </a:ext>
            </a:extLst>
          </p:cNvPr>
          <p:cNvSpPr txBox="1"/>
          <p:nvPr/>
        </p:nvSpPr>
        <p:spPr>
          <a:xfrm>
            <a:off x="3919094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8 ÷ 0.5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357960-89AE-4598-89BE-2DE9C936EE67}"/>
              </a:ext>
            </a:extLst>
          </p:cNvPr>
          <p:cNvSpPr txBox="1"/>
          <p:nvPr/>
        </p:nvSpPr>
        <p:spPr>
          <a:xfrm>
            <a:off x="3743566" y="5261619"/>
            <a:ext cx="2422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16 ÷ 3.2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65F840-9ACC-41FF-9EEB-8C3D1ABFB882}"/>
              </a:ext>
            </a:extLst>
          </p:cNvPr>
          <p:cNvSpPr txBox="1"/>
          <p:nvPr/>
        </p:nvSpPr>
        <p:spPr>
          <a:xfrm>
            <a:off x="400003" y="2998710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 ÷ 0.4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1C9B75-FC55-41CF-8951-AFC442FD9083}"/>
              </a:ext>
            </a:extLst>
          </p:cNvPr>
          <p:cNvSpPr txBox="1"/>
          <p:nvPr/>
        </p:nvSpPr>
        <p:spPr>
          <a:xfrm>
            <a:off x="7308841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9 ÷ 0.3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0C2ACF-5FE8-4B21-98C6-13BD0515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90" y="0"/>
            <a:ext cx="9250018" cy="652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27F69C-32B8-4F3F-A1FA-38C51F77D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595839-063F-41E2-87C3-E93686F3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0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282FA-5AF2-4285-950C-580DA7307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9767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49628C-8F65-4F88-9E7E-FBE6748F3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072" y="3489767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151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2024-08-28T10:05:36Z</dcterms:modified>
</cp:coreProperties>
</file>