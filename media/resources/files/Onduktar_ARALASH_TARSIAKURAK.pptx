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4" r:id="rId6"/>
    <p:sldId id="833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Бир орундуу ондуктар - аралаш -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943DF-1274-4DBB-921B-BAFE5373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8535B7-E949-4D25-8868-492864FE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20" y="0"/>
            <a:ext cx="494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84790D3-4B07-4ECF-AC58-6BDD185A0A89}"/>
              </a:ext>
            </a:extLst>
          </p:cNvPr>
          <p:cNvGrpSpPr/>
          <p:nvPr/>
        </p:nvGrpSpPr>
        <p:grpSpPr>
          <a:xfrm>
            <a:off x="2103121" y="50424"/>
            <a:ext cx="7802880" cy="6741360"/>
            <a:chOff x="2072640" y="2213280"/>
            <a:chExt cx="4563015" cy="39422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F1D5AA-3C67-47C3-B015-BB02F1FA3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3255" y="2213280"/>
              <a:ext cx="2364105" cy="19783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D4C2D7D-7F86-4B15-B41D-87F8C2834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2640" y="4176394"/>
              <a:ext cx="4563015" cy="1979139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1502246-AC03-33E4-B4F2-4103019D58B1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6F1245B-D9A4-06B1-6D22-04D2FCAE1AD0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4A61F0E-2604-4A60-AABC-76B7D3D7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5667" y="1079228"/>
            <a:ext cx="6815737" cy="47244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11A3A-54F5-4774-AFD6-6FE0308B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3694" y="1087931"/>
            <a:ext cx="6815737" cy="472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2024-05-13T09:44:03Z</cp:lastPrinted>
  <dcterms:created xsi:type="dcterms:W3CDTF">2017-01-17T16:57:04Z</dcterms:created>
  <dcterms:modified xsi:type="dcterms:W3CDTF">2024-05-13T09:45:34Z</dcterms:modified>
</cp:coreProperties>
</file>