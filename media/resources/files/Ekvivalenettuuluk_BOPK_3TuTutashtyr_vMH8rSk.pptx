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704" r:id="rId1"/>
  </p:sldMasterIdLst>
  <p:notesMasterIdLst>
    <p:notesMasterId r:id="rId6"/>
  </p:notesMasterIdLst>
  <p:sldIdLst>
    <p:sldId id="941" r:id="rId2"/>
    <p:sldId id="850" r:id="rId3"/>
    <p:sldId id="939" r:id="rId4"/>
    <p:sldId id="274" r:id="rId5"/>
  </p:sldIdLst>
  <p:sldSz cx="9906000" cy="6858000" type="A4"/>
  <p:notesSz cx="6669088" cy="9926638"/>
  <p:embeddedFontLst>
    <p:embeddedFont>
      <p:font typeface="Cambria Math" panose="02040503050406030204" pitchFamily="18" charset="0"/>
      <p:regular r:id="rId7"/>
    </p:embeddedFont>
    <p:embeddedFont>
      <p:font typeface="Ravie" panose="04040805050809020602" pitchFamily="82" charset="0"/>
      <p:regular r:id="rId8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Капкак слайд" id="{2FDBF3D2-AF8E-4A92-84B1-51A754FEF665}">
          <p14:sldIdLst>
            <p14:sldId id="941"/>
          </p14:sldIdLst>
        </p14:section>
        <p14:section name="Суроолор" id="{A762EA83-E639-46EB-896F-C5F39615FAD1}">
          <p14:sldIdLst>
            <p14:sldId id="850"/>
            <p14:sldId id="939"/>
          </p14:sldIdLst>
        </p14:section>
        <p14:section name="Кайтарым байланыш" id="{9919CDD7-72C6-4B90-A07C-4F52C5471EDB}">
          <p14:sldIdLst>
            <p14:sldId id="274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12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4B183"/>
    <a:srgbClr val="FF3300"/>
    <a:srgbClr val="FF0066"/>
    <a:srgbClr val="00FF00"/>
    <a:srgbClr val="4472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1691" autoAdjust="0"/>
    <p:restoredTop sz="94660"/>
  </p:normalViewPr>
  <p:slideViewPr>
    <p:cSldViewPr snapToGrid="0" showGuides="1">
      <p:cViewPr varScale="1">
        <p:scale>
          <a:sx n="63" d="100"/>
          <a:sy n="63" d="100"/>
        </p:scale>
        <p:origin x="1380" y="4"/>
      </p:cViewPr>
      <p:guideLst>
        <p:guide orient="horz" pos="2160"/>
        <p:guide pos="312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25" d="100"/>
        <a:sy n="25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2.fntdata"/><Relationship Id="rId3" Type="http://schemas.openxmlformats.org/officeDocument/2006/relationships/slide" Target="slides/slide2.xml"/><Relationship Id="rId7" Type="http://schemas.openxmlformats.org/officeDocument/2006/relationships/font" Target="fonts/font1.fntdata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2889938" cy="498056"/>
          </a:xfrm>
          <a:prstGeom prst="rect">
            <a:avLst/>
          </a:prstGeom>
        </p:spPr>
        <p:txBody>
          <a:bodyPr vert="horz" lIns="90589" tIns="45294" rIns="90589" bIns="45294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777607" y="0"/>
            <a:ext cx="2889938" cy="498056"/>
          </a:xfrm>
          <a:prstGeom prst="rect">
            <a:avLst/>
          </a:prstGeom>
        </p:spPr>
        <p:txBody>
          <a:bodyPr vert="horz" lIns="90589" tIns="45294" rIns="90589" bIns="45294" rtlCol="0"/>
          <a:lstStyle>
            <a:lvl1pPr algn="r">
              <a:defRPr sz="1200"/>
            </a:lvl1pPr>
          </a:lstStyle>
          <a:p>
            <a:fld id="{9C6A85EB-AF26-437E-8488-94E19A13AA79}" type="datetimeFigureOut">
              <a:rPr lang="en-GB" smtClean="0"/>
              <a:t>04/09/2024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915988" y="1241425"/>
            <a:ext cx="4837112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0589" tIns="45294" rIns="90589" bIns="45294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66909" y="4777196"/>
            <a:ext cx="5335270" cy="3908613"/>
          </a:xfrm>
          <a:prstGeom prst="rect">
            <a:avLst/>
          </a:prstGeom>
        </p:spPr>
        <p:txBody>
          <a:bodyPr vert="horz" lIns="90589" tIns="45294" rIns="90589" bIns="45294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1" y="9428586"/>
            <a:ext cx="2889938" cy="498055"/>
          </a:xfrm>
          <a:prstGeom prst="rect">
            <a:avLst/>
          </a:prstGeom>
        </p:spPr>
        <p:txBody>
          <a:bodyPr vert="horz" lIns="90589" tIns="45294" rIns="90589" bIns="45294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777607" y="9428586"/>
            <a:ext cx="2889938" cy="498055"/>
          </a:xfrm>
          <a:prstGeom prst="rect">
            <a:avLst/>
          </a:prstGeom>
        </p:spPr>
        <p:txBody>
          <a:bodyPr vert="horz" lIns="90589" tIns="45294" rIns="90589" bIns="45294" rtlCol="0" anchor="b"/>
          <a:lstStyle>
            <a:lvl1pPr algn="r">
              <a:defRPr sz="1200"/>
            </a:lvl1pPr>
          </a:lstStyle>
          <a:p>
            <a:fld id="{DD4EDCD2-601A-461C-9AB5-639C33E3F98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94927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9/4/2024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91471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9/4/2024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29953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9/4/2024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48310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9/4/2024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98940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9/4/2024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10504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9/4/2024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67655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9/4/2024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67749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9/4/2024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356809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9/4/2024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862159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9/4/2024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80174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9/4/2024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514273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7398827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0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55F08A-1E71-4B2B-BB49-E743F2903911}" type="datetime1">
              <a:rPr lang="en-US" smtClean="0"/>
              <a:t>9/4/2024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47201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smtClean="0"/>
              <a:t>9/4/2024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00797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5" r:id="rId1"/>
    <p:sldLayoutId id="2147483706" r:id="rId2"/>
    <p:sldLayoutId id="2147483707" r:id="rId3"/>
    <p:sldLayoutId id="2147483708" r:id="rId4"/>
    <p:sldLayoutId id="2147483709" r:id="rId5"/>
    <p:sldLayoutId id="2147483710" r:id="rId6"/>
    <p:sldLayoutId id="2147483711" r:id="rId7"/>
    <p:sldLayoutId id="2147483712" r:id="rId8"/>
    <p:sldLayoutId id="2147483713" r:id="rId9"/>
    <p:sldLayoutId id="2147483714" r:id="rId10"/>
    <p:sldLayoutId id="2147483715" r:id="rId11"/>
    <p:sldLayoutId id="2147483716" r:id="rId12"/>
    <p:sldLayoutId id="2147483717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8025EA81-A56A-F313-A57E-1902D826223E}"/>
              </a:ext>
            </a:extLst>
          </p:cNvPr>
          <p:cNvSpPr txBox="1"/>
          <p:nvPr/>
        </p:nvSpPr>
        <p:spPr>
          <a:xfrm>
            <a:off x="538480" y="1361441"/>
            <a:ext cx="8605520" cy="52322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Эквивалент – Бөлчөктөр, Ондуктар, Пайыздар жана катыштар–– 3тү Туташтыр</a:t>
            </a: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Бул окуучулардын эки командасын сыноо үчүн тез оюн.</a:t>
            </a: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Бир команданын окуучусу суроону тандап, андан кийин тиешелүү жоопту бериши керек.</a:t>
            </a: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Ошол команданын квадратын ээлөө үчүн жооп кутучасынын боёлгон бөлүгүн басыңыз.</a:t>
            </a: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3 катары менен туташтырган утат!</a:t>
            </a: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Суроо слайддарынын кыйынчылык деңгээли </a:t>
            </a:r>
            <a:r>
              <a:rPr kumimoji="0" lang="ky-KG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барган сайын</a:t>
            </a: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жогорулайт.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Анимацияларды текшерип, </a:t>
            </a:r>
            <a:r>
              <a:rPr kumimoji="0" lang="ky-KG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сабагы</a:t>
            </a: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ң</a:t>
            </a:r>
            <a:r>
              <a:rPr kumimoji="0" lang="ky-KG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ызга </a:t>
            </a:r>
            <a:r>
              <a:rPr kumimoji="0" lang="ru-RU" sz="1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КЕРЕГИ ЖОК </a:t>
            </a: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слайддарды </a:t>
            </a:r>
            <a:r>
              <a:rPr kumimoji="0" lang="ru-RU" sz="3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ӨЧҮРҮ</a:t>
            </a:r>
            <a:r>
              <a:rPr kumimoji="0" lang="ky-KG" sz="3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П САЛЫ</a:t>
            </a:r>
            <a:r>
              <a:rPr kumimoji="0" lang="ru-RU" sz="3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ҢЫЗ.</a:t>
            </a:r>
            <a:endParaRPr kumimoji="0" lang="en-US" sz="18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itle 3">
            <a:extLst>
              <a:ext uri="{FF2B5EF4-FFF2-40B4-BE49-F238E27FC236}">
                <a16:creationId xmlns:a16="http://schemas.microsoft.com/office/drawing/2014/main" id="{A5549679-E227-A24B-8160-3267950C6BC5}"/>
              </a:ext>
            </a:extLst>
          </p:cNvPr>
          <p:cNvSpPr txBox="1">
            <a:spLocks/>
          </p:cNvSpPr>
          <p:nvPr/>
        </p:nvSpPr>
        <p:spPr>
          <a:xfrm>
            <a:off x="71120" y="279718"/>
            <a:ext cx="9404350" cy="14001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600" b="0" i="0" u="none" strike="noStrike" kern="1200" cap="none" spc="0" normalizeH="0" baseline="0" noProof="0" dirty="0" err="1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MathKGZ</a:t>
            </a:r>
            <a:r>
              <a:rPr kumimoji="0" lang="en-US" sz="5200" b="0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  -- </a:t>
            </a:r>
          </a:p>
        </p:txBody>
      </p:sp>
    </p:spTree>
    <p:extLst>
      <p:ext uri="{BB962C8B-B14F-4D97-AF65-F5344CB8AC3E}">
        <p14:creationId xmlns:p14="http://schemas.microsoft.com/office/powerpoint/2010/main" val="17735663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88" name="Table 87">
                <a:extLst>
                  <a:ext uri="{FF2B5EF4-FFF2-40B4-BE49-F238E27FC236}">
                    <a16:creationId xmlns:a16="http://schemas.microsoft.com/office/drawing/2014/main" id="{F0FB5B1D-69AC-483C-9C68-E5E31C8B58D4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168347847"/>
                  </p:ext>
                </p:extLst>
              </p:nvPr>
            </p:nvGraphicFramePr>
            <p:xfrm>
              <a:off x="4608496" y="1531911"/>
              <a:ext cx="5168552" cy="518541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292138">
                      <a:extLst>
                        <a:ext uri="{9D8B030D-6E8A-4147-A177-3AD203B41FA5}">
                          <a16:colId xmlns:a16="http://schemas.microsoft.com/office/drawing/2014/main" val="3926725342"/>
                        </a:ext>
                      </a:extLst>
                    </a:gridCol>
                    <a:gridCol w="1292138">
                      <a:extLst>
                        <a:ext uri="{9D8B030D-6E8A-4147-A177-3AD203B41FA5}">
                          <a16:colId xmlns:a16="http://schemas.microsoft.com/office/drawing/2014/main" val="146485823"/>
                        </a:ext>
                      </a:extLst>
                    </a:gridCol>
                    <a:gridCol w="1292138">
                      <a:extLst>
                        <a:ext uri="{9D8B030D-6E8A-4147-A177-3AD203B41FA5}">
                          <a16:colId xmlns:a16="http://schemas.microsoft.com/office/drawing/2014/main" val="3088939633"/>
                        </a:ext>
                      </a:extLst>
                    </a:gridCol>
                    <a:gridCol w="1292138">
                      <a:extLst>
                        <a:ext uri="{9D8B030D-6E8A-4147-A177-3AD203B41FA5}">
                          <a16:colId xmlns:a16="http://schemas.microsoft.com/office/drawing/2014/main" val="3508545897"/>
                        </a:ext>
                      </a:extLst>
                    </a:gridCol>
                  </a:tblGrid>
                  <a:tr h="1296353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32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1 :4</m:t>
                                </m:r>
                              </m:oMath>
                            </m:oMathPara>
                          </a14:m>
                          <a:endParaRPr lang="en-GB" sz="32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50698" marR="50698" marT="50698" marB="50698" anchor="ctr">
                        <a:lnL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GB" sz="32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GB" sz="32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num>
                                  <m:den>
                                    <m:r>
                                      <a:rPr lang="en-GB" sz="32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7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sz="32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50698" marR="50698" marT="50698" marB="50698" anchor="ctr">
                        <a:lnL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32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80%</m:t>
                                </m:r>
                              </m:oMath>
                            </m:oMathPara>
                          </a14:m>
                          <a:endParaRPr lang="en-GB" sz="32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50698" marR="50698" marT="50698" marB="50698" anchor="ctr">
                        <a:lnL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32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3 :17</m:t>
                                </m:r>
                              </m:oMath>
                            </m:oMathPara>
                          </a14:m>
                          <a:endParaRPr lang="en-GB" sz="32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50698" marR="50698" marT="50698" marB="50698" anchor="ctr">
                        <a:lnL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628675500"/>
                      </a:ext>
                    </a:extLst>
                  </a:tr>
                  <a:tr h="1296353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GB" sz="32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GB" sz="32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num>
                                  <m:den>
                                    <m:r>
                                      <a:rPr lang="en-GB" sz="32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5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sz="32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50698" marR="50698" marT="50698" marB="50698" anchor="ctr">
                        <a:lnL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32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70%</m:t>
                                </m:r>
                              </m:oMath>
                            </m:oMathPara>
                          </a14:m>
                          <a:endParaRPr lang="en-GB" sz="32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50698" marR="50698" marT="50698" marB="50698" anchor="ctr">
                        <a:lnL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GB" sz="32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GB" sz="32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GB" sz="32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sz="32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50698" marR="50698" marT="50698" marB="50698" anchor="ctr">
                        <a:lnL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32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0.25</m:t>
                                </m:r>
                              </m:oMath>
                            </m:oMathPara>
                          </a14:m>
                          <a:endParaRPr lang="en-GB" sz="32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50698" marR="50698" marT="50698" marB="50698" anchor="ctr">
                        <a:lnL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108309862"/>
                      </a:ext>
                    </a:extLst>
                  </a:tr>
                  <a:tr h="1296353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32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35%</m:t>
                                </m:r>
                              </m:oMath>
                            </m:oMathPara>
                          </a14:m>
                          <a:endParaRPr lang="en-GB" sz="32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50698" marR="50698" marT="50698" marB="50698" anchor="ctr">
                        <a:lnL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GB" sz="32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GB" sz="32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9</m:t>
                                    </m:r>
                                  </m:num>
                                  <m:den>
                                    <m:r>
                                      <a:rPr lang="en-GB" sz="32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sz="32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50698" marR="50698" marT="50698" marB="50698" anchor="ctr">
                        <a:lnL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32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1 :2</m:t>
                                </m:r>
                              </m:oMath>
                            </m:oMathPara>
                          </a14:m>
                          <a:endParaRPr lang="en-GB" sz="32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50698" marR="50698" marT="50698" marB="50698" anchor="ctr">
                        <a:lnL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GB" sz="32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GB" sz="32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GB" sz="32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sz="32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50698" marR="50698" marT="50698" marB="50698" anchor="ctr">
                        <a:lnL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31593046"/>
                      </a:ext>
                    </a:extLst>
                  </a:tr>
                  <a:tr h="1296353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32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0.3</m:t>
                                </m:r>
                              </m:oMath>
                            </m:oMathPara>
                          </a14:m>
                          <a:endParaRPr lang="en-GB" sz="32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50698" marR="50698" marT="50698" marB="50698" anchor="ctr">
                        <a:lnL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32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3 :1</m:t>
                                </m:r>
                              </m:oMath>
                            </m:oMathPara>
                          </a14:m>
                          <a:endParaRPr lang="en-GB" sz="32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50698" marR="50698" marT="50698" marB="50698" anchor="ctr">
                        <a:lnL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32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0.4</m:t>
                                </m:r>
                              </m:oMath>
                            </m:oMathPara>
                          </a14:m>
                          <a:endParaRPr lang="en-GB" sz="32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50698" marR="50698" marT="50698" marB="50698" anchor="ctr">
                        <a:lnL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32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45%</m:t>
                                </m:r>
                              </m:oMath>
                            </m:oMathPara>
                          </a14:m>
                          <a:endParaRPr lang="en-GB" sz="32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50698" marR="50698" marT="50698" marB="50698" anchor="ctr">
                        <a:lnL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346563922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88" name="Table 87">
                <a:extLst>
                  <a:ext uri="{FF2B5EF4-FFF2-40B4-BE49-F238E27FC236}">
                    <a16:creationId xmlns:a16="http://schemas.microsoft.com/office/drawing/2014/main" id="{F0FB5B1D-69AC-483C-9C68-E5E31C8B58D4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168347847"/>
                  </p:ext>
                </p:extLst>
              </p:nvPr>
            </p:nvGraphicFramePr>
            <p:xfrm>
              <a:off x="4608496" y="1531911"/>
              <a:ext cx="5168552" cy="518541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292138">
                      <a:extLst>
                        <a:ext uri="{9D8B030D-6E8A-4147-A177-3AD203B41FA5}">
                          <a16:colId xmlns:a16="http://schemas.microsoft.com/office/drawing/2014/main" val="3926725342"/>
                        </a:ext>
                      </a:extLst>
                    </a:gridCol>
                    <a:gridCol w="1292138">
                      <a:extLst>
                        <a:ext uri="{9D8B030D-6E8A-4147-A177-3AD203B41FA5}">
                          <a16:colId xmlns:a16="http://schemas.microsoft.com/office/drawing/2014/main" val="146485823"/>
                        </a:ext>
                      </a:extLst>
                    </a:gridCol>
                    <a:gridCol w="1292138">
                      <a:extLst>
                        <a:ext uri="{9D8B030D-6E8A-4147-A177-3AD203B41FA5}">
                          <a16:colId xmlns:a16="http://schemas.microsoft.com/office/drawing/2014/main" val="3088939633"/>
                        </a:ext>
                      </a:extLst>
                    </a:gridCol>
                    <a:gridCol w="1292138">
                      <a:extLst>
                        <a:ext uri="{9D8B030D-6E8A-4147-A177-3AD203B41FA5}">
                          <a16:colId xmlns:a16="http://schemas.microsoft.com/office/drawing/2014/main" val="3508545897"/>
                        </a:ext>
                      </a:extLst>
                    </a:gridCol>
                  </a:tblGrid>
                  <a:tr h="1296353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50698" marR="50698" marT="50698" marB="50698" anchor="ctr">
                        <a:lnL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r="-300943" b="-3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50698" marR="50698" marT="50698" marB="50698" anchor="ctr">
                        <a:lnL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99531" r="-199531" b="-3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50698" marR="50698" marT="50698" marB="50698" anchor="ctr">
                        <a:lnL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00472" r="-100472" b="-3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50698" marR="50698" marT="50698" marB="50698" anchor="ctr">
                        <a:lnL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300472" r="-472" b="-300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628675500"/>
                      </a:ext>
                    </a:extLst>
                  </a:tr>
                  <a:tr h="1296353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50698" marR="50698" marT="50698" marB="50698" anchor="ctr">
                        <a:lnL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t="-100000" r="-300943" b="-2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50698" marR="50698" marT="50698" marB="50698" anchor="ctr">
                        <a:lnL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99531" t="-100000" r="-199531" b="-2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50698" marR="50698" marT="50698" marB="50698" anchor="ctr">
                        <a:lnL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00472" t="-100000" r="-100472" b="-2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50698" marR="50698" marT="50698" marB="50698" anchor="ctr">
                        <a:lnL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300472" t="-100000" r="-472" b="-200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08309862"/>
                      </a:ext>
                    </a:extLst>
                  </a:tr>
                  <a:tr h="1296353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50698" marR="50698" marT="50698" marB="50698" anchor="ctr">
                        <a:lnL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t="-200943" r="-300943" b="-10094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50698" marR="50698" marT="50698" marB="50698" anchor="ctr">
                        <a:lnL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99531" t="-200943" r="-199531" b="-10094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50698" marR="50698" marT="50698" marB="50698" anchor="ctr">
                        <a:lnL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00472" t="-200943" r="-100472" b="-10094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50698" marR="50698" marT="50698" marB="50698" anchor="ctr">
                        <a:lnL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300472" t="-200943" r="-472" b="-10094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1593046"/>
                      </a:ext>
                    </a:extLst>
                  </a:tr>
                  <a:tr h="1296353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50698" marR="50698" marT="50698" marB="50698" anchor="ctr">
                        <a:lnL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t="-299531" r="-300943" b="-46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50698" marR="50698" marT="50698" marB="50698" anchor="ctr">
                        <a:lnL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99531" t="-299531" r="-199531" b="-46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50698" marR="50698" marT="50698" marB="50698" anchor="ctr">
                        <a:lnL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00472" t="-299531" r="-100472" b="-46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50698" marR="50698" marT="50698" marB="50698" anchor="ctr">
                        <a:lnL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300472" t="-299531" r="-472" b="-46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346563922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186" name="Rectangle 185">
            <a:extLst>
              <a:ext uri="{FF2B5EF4-FFF2-40B4-BE49-F238E27FC236}">
                <a16:creationId xmlns:a16="http://schemas.microsoft.com/office/drawing/2014/main" id="{62675465-07BE-4C08-AFCE-7FEF3769919F}"/>
              </a:ext>
            </a:extLst>
          </p:cNvPr>
          <p:cNvSpPr/>
          <p:nvPr/>
        </p:nvSpPr>
        <p:spPr>
          <a:xfrm>
            <a:off x="9138440" y="1542949"/>
            <a:ext cx="648000" cy="1296000"/>
          </a:xfrm>
          <a:prstGeom prst="rect">
            <a:avLst/>
          </a:prstGeom>
          <a:gradFill flip="none" rotWithShape="1">
            <a:gsLst>
              <a:gs pos="6200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0" scaled="1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87" name="Rectangle 186">
            <a:extLst>
              <a:ext uri="{FF2B5EF4-FFF2-40B4-BE49-F238E27FC236}">
                <a16:creationId xmlns:a16="http://schemas.microsoft.com/office/drawing/2014/main" id="{A39AFF5B-617B-4C69-AE20-062BB534C4AA}"/>
              </a:ext>
            </a:extLst>
          </p:cNvPr>
          <p:cNvSpPr/>
          <p:nvPr/>
        </p:nvSpPr>
        <p:spPr>
          <a:xfrm rot="10800000">
            <a:off x="8490441" y="1542949"/>
            <a:ext cx="648000" cy="1296000"/>
          </a:xfrm>
          <a:prstGeom prst="rect">
            <a:avLst/>
          </a:prstGeom>
          <a:gradFill flip="none" rotWithShape="1">
            <a:gsLst>
              <a:gs pos="6500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  <a:gs pos="97000">
                <a:schemeClr val="accent2">
                  <a:lumMod val="60000"/>
                  <a:lumOff val="40000"/>
                </a:schemeClr>
              </a:gs>
            </a:gsLst>
            <a:lin ang="0" scaled="1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88" name="Rectangle 187">
            <a:extLst>
              <a:ext uri="{FF2B5EF4-FFF2-40B4-BE49-F238E27FC236}">
                <a16:creationId xmlns:a16="http://schemas.microsoft.com/office/drawing/2014/main" id="{7F4031DD-441E-4A13-95AE-9DB7C32715C0}"/>
              </a:ext>
            </a:extLst>
          </p:cNvPr>
          <p:cNvSpPr/>
          <p:nvPr/>
        </p:nvSpPr>
        <p:spPr>
          <a:xfrm>
            <a:off x="8490440" y="1542949"/>
            <a:ext cx="1296000" cy="1296000"/>
          </a:xfrm>
          <a:prstGeom prst="rect">
            <a:avLst/>
          </a:prstGeom>
          <a:solidFill>
            <a:schemeClr val="accent1">
              <a:lumMod val="40000"/>
              <a:lumOff val="60000"/>
              <a:alpha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89" name="Rectangle 188">
            <a:extLst>
              <a:ext uri="{FF2B5EF4-FFF2-40B4-BE49-F238E27FC236}">
                <a16:creationId xmlns:a16="http://schemas.microsoft.com/office/drawing/2014/main" id="{62F740BD-84DF-4C95-89B8-9E769E123519}"/>
              </a:ext>
            </a:extLst>
          </p:cNvPr>
          <p:cNvSpPr/>
          <p:nvPr/>
        </p:nvSpPr>
        <p:spPr>
          <a:xfrm>
            <a:off x="8490440" y="1542949"/>
            <a:ext cx="1296000" cy="1296000"/>
          </a:xfrm>
          <a:prstGeom prst="rect">
            <a:avLst/>
          </a:prstGeom>
          <a:solidFill>
            <a:schemeClr val="accent2">
              <a:lumMod val="60000"/>
              <a:lumOff val="40000"/>
              <a:alpha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5" name="Table 4">
                <a:extLst>
                  <a:ext uri="{FF2B5EF4-FFF2-40B4-BE49-F238E27FC236}">
                    <a16:creationId xmlns:a16="http://schemas.microsoft.com/office/drawing/2014/main" id="{6F6E4B9A-CCC4-408A-92D6-AF0A7B46DF69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766740062"/>
                  </p:ext>
                </p:extLst>
              </p:nvPr>
            </p:nvGraphicFramePr>
            <p:xfrm>
              <a:off x="146447" y="61547"/>
              <a:ext cx="4317999" cy="5899639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439333">
                      <a:extLst>
                        <a:ext uri="{9D8B030D-6E8A-4147-A177-3AD203B41FA5}">
                          <a16:colId xmlns:a16="http://schemas.microsoft.com/office/drawing/2014/main" val="1783487117"/>
                        </a:ext>
                      </a:extLst>
                    </a:gridCol>
                    <a:gridCol w="1439333">
                      <a:extLst>
                        <a:ext uri="{9D8B030D-6E8A-4147-A177-3AD203B41FA5}">
                          <a16:colId xmlns:a16="http://schemas.microsoft.com/office/drawing/2014/main" val="287481676"/>
                        </a:ext>
                      </a:extLst>
                    </a:gridCol>
                    <a:gridCol w="1439333">
                      <a:extLst>
                        <a:ext uri="{9D8B030D-6E8A-4147-A177-3AD203B41FA5}">
                          <a16:colId xmlns:a16="http://schemas.microsoft.com/office/drawing/2014/main" val="1215249565"/>
                        </a:ext>
                      </a:extLst>
                    </a:gridCol>
                  </a:tblGrid>
                  <a:tr h="625303">
                    <a:tc gridSpan="3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ru-RU" sz="3200" dirty="0">
                              <a:solidFill>
                                <a:schemeClr val="tx1"/>
                              </a:solidFill>
                              <a:latin typeface="Ravie" panose="04040805050809020602" pitchFamily="82" charset="0"/>
                            </a:rPr>
                            <a:t>Суроолор</a:t>
                          </a:r>
                          <a:endParaRPr lang="en-GB" sz="3200" b="0" dirty="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45720" marR="45720" anchor="ctr">
                        <a:lnL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60000"/>
                            <a:lumOff val="40000"/>
                          </a:schemeClr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sz="2400" b="0" dirty="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sz="3200" b="0" dirty="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45720" marR="45720" anchor="ctr">
                        <a:lnL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60000"/>
                            <a:lumOff val="4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40666071"/>
                      </a:ext>
                    </a:extLst>
                  </a:tr>
                  <a:tr h="939001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GB" sz="2800" b="0" i="1" dirty="0" smtClean="0"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GB" sz="2800" b="0" i="1" dirty="0" smtClean="0"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GB" sz="2800" b="0" i="1" dirty="0" smtClean="0"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  <m:t>3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sz="2800" b="0" dirty="0"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0" marR="0" marT="0" marB="0" anchor="ctr">
                        <a:lnL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2800" b="0" i="1" dirty="0" smtClean="0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0.9</m:t>
                                </m:r>
                              </m:oMath>
                            </m:oMathPara>
                          </a14:m>
                          <a:endParaRPr lang="en-GB" sz="2800" b="0" dirty="0"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GB" sz="2800" b="0" i="1" dirty="0" smtClean="0"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GB" sz="2800" b="0" i="1" dirty="0" smtClean="0"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  <m:t>7</m:t>
                                    </m:r>
                                  </m:num>
                                  <m:den>
                                    <m:r>
                                      <a:rPr lang="en-GB" sz="2800" b="0" i="1" dirty="0" smtClean="0"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  <m:t>10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sz="2800" b="0" dirty="0"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366825991"/>
                      </a:ext>
                    </a:extLst>
                  </a:tr>
                  <a:tr h="867067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2800" b="0" i="1" dirty="0" smtClean="0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75%</m:t>
                                </m:r>
                              </m:oMath>
                            </m:oMathPara>
                          </a14:m>
                          <a:endParaRPr lang="en-GB" sz="2800" b="0" dirty="0"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0" marR="0" marT="0" marB="0" anchor="ctr">
                        <a:lnL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GB" sz="2800" b="0" i="1" dirty="0" smtClean="0"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GB" sz="2800" b="0" i="1" dirty="0" smtClean="0"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GB" sz="2800" b="0" i="1" dirty="0" smtClean="0"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  <m:t>4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sz="2800" b="0" dirty="0"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2800" b="0" i="1" dirty="0" smtClean="0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0.8</m:t>
                                </m:r>
                              </m:oMath>
                            </m:oMathPara>
                          </a14:m>
                          <a:endParaRPr lang="en-GB" sz="2800" b="0" dirty="0"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169722879"/>
                      </a:ext>
                    </a:extLst>
                  </a:tr>
                  <a:tr h="867067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2800" b="0" i="1" dirty="0" smtClean="0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60%</m:t>
                                </m:r>
                              </m:oMath>
                            </m:oMathPara>
                          </a14:m>
                          <a:endParaRPr lang="en-GB" sz="2800" b="0" dirty="0"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0" marR="0" marT="0" marB="0" anchor="ctr">
                        <a:lnL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2800" b="0" i="1" dirty="0" smtClean="0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3 :4</m:t>
                                </m:r>
                              </m:oMath>
                            </m:oMathPara>
                          </a14:m>
                          <a:endParaRPr lang="en-GB" sz="2800" b="0" dirty="0"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2800" b="0" i="1" dirty="0" smtClean="0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40%</m:t>
                                </m:r>
                              </m:oMath>
                            </m:oMathPara>
                          </a14:m>
                          <a:endParaRPr lang="en-GB" sz="2800" b="0" dirty="0"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698696694"/>
                      </a:ext>
                    </a:extLst>
                  </a:tr>
                  <a:tr h="867067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GB" sz="2800" b="0" i="1" dirty="0" smtClean="0"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GB" sz="2800" b="0" i="1" dirty="0" smtClean="0"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  <m:t>3</m:t>
                                    </m:r>
                                  </m:num>
                                  <m:den>
                                    <m:r>
                                      <a:rPr lang="en-GB" sz="2800" b="0" i="1" dirty="0" smtClean="0"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  <m:t>10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sz="2800" b="0" dirty="0"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0" marR="0" marT="0" marB="0" anchor="ctr">
                        <a:lnL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2800" b="0" i="1" dirty="0" smtClean="0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50%</m:t>
                                </m:r>
                              </m:oMath>
                            </m:oMathPara>
                          </a14:m>
                          <a:endParaRPr lang="en-GB" sz="2800" b="0" dirty="0"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GB" sz="2800" b="0" i="1" dirty="0" smtClean="0"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GB" sz="2800" b="0" i="1" dirty="0" smtClean="0"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GB" sz="2800" b="0" i="1" dirty="0" smtClean="0"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  <m:t>5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sz="2800" b="0" dirty="0"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867597803"/>
                      </a:ext>
                    </a:extLst>
                  </a:tr>
                  <a:tr h="867067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2800" b="0" i="1" dirty="0" smtClean="0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0.1</m:t>
                                </m:r>
                              </m:oMath>
                            </m:oMathPara>
                          </a14:m>
                          <a:endParaRPr lang="en-GB" sz="2800" b="0" dirty="0"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0" marR="0" marT="0" marB="0" anchor="ctr">
                        <a:lnL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2800" b="0" i="1" dirty="0" smtClean="0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7 :13</m:t>
                                </m:r>
                              </m:oMath>
                            </m:oMathPara>
                          </a14:m>
                          <a:endParaRPr lang="en-GB" sz="2800" b="0" dirty="0"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2800" b="0" i="1" dirty="0" smtClean="0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9 :11</m:t>
                                </m:r>
                              </m:oMath>
                            </m:oMathPara>
                          </a14:m>
                          <a:endParaRPr lang="en-GB" sz="2800" b="0" dirty="0"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10141422"/>
                      </a:ext>
                    </a:extLst>
                  </a:tr>
                  <a:tr h="867067">
                    <a:tc gridSpan="3"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2800" b="0" i="1" dirty="0" smtClean="0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15%</m:t>
                                </m:r>
                              </m:oMath>
                            </m:oMathPara>
                          </a14:m>
                          <a:endParaRPr lang="en-GB" sz="2800" b="0" dirty="0"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0" marR="0" marT="0" marB="0" anchor="ctr">
                        <a:lnL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GB" sz="2400" b="0" dirty="0"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GB" sz="2400" b="0" dirty="0"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610340960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5" name="Table 4">
                <a:extLst>
                  <a:ext uri="{FF2B5EF4-FFF2-40B4-BE49-F238E27FC236}">
                    <a16:creationId xmlns:a16="http://schemas.microsoft.com/office/drawing/2014/main" id="{6F6E4B9A-CCC4-408A-92D6-AF0A7B46DF69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766740062"/>
                  </p:ext>
                </p:extLst>
              </p:nvPr>
            </p:nvGraphicFramePr>
            <p:xfrm>
              <a:off x="146447" y="61547"/>
              <a:ext cx="4317999" cy="5899639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439333">
                      <a:extLst>
                        <a:ext uri="{9D8B030D-6E8A-4147-A177-3AD203B41FA5}">
                          <a16:colId xmlns:a16="http://schemas.microsoft.com/office/drawing/2014/main" val="1783487117"/>
                        </a:ext>
                      </a:extLst>
                    </a:gridCol>
                    <a:gridCol w="1439333">
                      <a:extLst>
                        <a:ext uri="{9D8B030D-6E8A-4147-A177-3AD203B41FA5}">
                          <a16:colId xmlns:a16="http://schemas.microsoft.com/office/drawing/2014/main" val="287481676"/>
                        </a:ext>
                      </a:extLst>
                    </a:gridCol>
                    <a:gridCol w="1439333">
                      <a:extLst>
                        <a:ext uri="{9D8B030D-6E8A-4147-A177-3AD203B41FA5}">
                          <a16:colId xmlns:a16="http://schemas.microsoft.com/office/drawing/2014/main" val="1215249565"/>
                        </a:ext>
                      </a:extLst>
                    </a:gridCol>
                  </a:tblGrid>
                  <a:tr h="625303">
                    <a:tc gridSpan="3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ru-RU" sz="3200" dirty="0">
                              <a:solidFill>
                                <a:schemeClr val="tx1"/>
                              </a:solidFill>
                              <a:latin typeface="Ravie" panose="04040805050809020602" pitchFamily="82" charset="0"/>
                            </a:rPr>
                            <a:t>Суроолор</a:t>
                          </a:r>
                          <a:endParaRPr lang="en-GB" sz="3200" b="0" dirty="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45720" marR="45720" anchor="ctr">
                        <a:lnL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60000"/>
                            <a:lumOff val="40000"/>
                          </a:schemeClr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sz="2400" b="0" dirty="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sz="3200" b="0" dirty="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45720" marR="45720" anchor="ctr">
                        <a:lnL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60000"/>
                            <a:lumOff val="4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40666071"/>
                      </a:ext>
                    </a:extLst>
                  </a:tr>
                  <a:tr h="939001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695" t="-72727" r="-202966" b="-46493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01266" t="-72727" r="-102110" b="-46493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02119" t="-72727" r="-2542" b="-46493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366825991"/>
                      </a:ext>
                    </a:extLst>
                  </a:tr>
                  <a:tr h="867067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695" t="-187324" r="-202966" b="-40422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01266" t="-187324" r="-102110" b="-40422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02119" t="-187324" r="-2542" b="-40422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169722879"/>
                      </a:ext>
                    </a:extLst>
                  </a:tr>
                  <a:tr h="867067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695" t="-287324" r="-202966" b="-30422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01266" t="-287324" r="-102110" b="-30422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02119" t="-287324" r="-2542" b="-30422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698696694"/>
                      </a:ext>
                    </a:extLst>
                  </a:tr>
                  <a:tr h="867067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695" t="-387324" r="-202966" b="-20422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01266" t="-387324" r="-102110" b="-20422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02119" t="-387324" r="-2542" b="-20422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867597803"/>
                      </a:ext>
                    </a:extLst>
                  </a:tr>
                  <a:tr h="867067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695" t="-483916" r="-202966" b="-10279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01266" t="-483916" r="-102110" b="-10279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02119" t="-483916" r="-2542" b="-10279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10141422"/>
                      </a:ext>
                    </a:extLst>
                  </a:tr>
                  <a:tr h="867067">
                    <a:tc gridSpan="3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564" t="-588028" r="-846" b="-3521"/>
                          </a:stretch>
                        </a:blipFill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GB" sz="2400" b="0" dirty="0"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GB" sz="2400" b="0" dirty="0"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610340960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7" name="TextBox 6">
            <a:extLst>
              <a:ext uri="{FF2B5EF4-FFF2-40B4-BE49-F238E27FC236}">
                <a16:creationId xmlns:a16="http://schemas.microsoft.com/office/drawing/2014/main" id="{23F9E95B-D71B-4C19-BEF1-A48C15169383}"/>
              </a:ext>
            </a:extLst>
          </p:cNvPr>
          <p:cNvSpPr txBox="1"/>
          <p:nvPr/>
        </p:nvSpPr>
        <p:spPr>
          <a:xfrm>
            <a:off x="4987400" y="70090"/>
            <a:ext cx="477215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4800" dirty="0">
                <a:latin typeface="Ravie" panose="04040805050809020602" pitchFamily="82" charset="0"/>
              </a:rPr>
              <a:t>3-тү Туташ</a:t>
            </a:r>
            <a:r>
              <a:rPr lang="ky-KG" sz="4800" dirty="0">
                <a:latin typeface="Ravie" panose="04040805050809020602" pitchFamily="82" charset="0"/>
              </a:rPr>
              <a:t>тыр</a:t>
            </a:r>
            <a:endParaRPr lang="en-GB" sz="4800" dirty="0">
              <a:latin typeface="Ravie" panose="04040805050809020602" pitchFamily="82" charset="0"/>
            </a:endParaRPr>
          </a:p>
        </p:txBody>
      </p:sp>
      <p:sp>
        <p:nvSpPr>
          <p:cNvPr id="105" name="Rectangle 104">
            <a:extLst>
              <a:ext uri="{FF2B5EF4-FFF2-40B4-BE49-F238E27FC236}">
                <a16:creationId xmlns:a16="http://schemas.microsoft.com/office/drawing/2014/main" id="{A50162D6-872D-43BB-9FEF-EECF6FC53B01}"/>
              </a:ext>
            </a:extLst>
          </p:cNvPr>
          <p:cNvSpPr/>
          <p:nvPr/>
        </p:nvSpPr>
        <p:spPr>
          <a:xfrm>
            <a:off x="5250440" y="1542949"/>
            <a:ext cx="648000" cy="1296000"/>
          </a:xfrm>
          <a:prstGeom prst="rect">
            <a:avLst/>
          </a:prstGeom>
          <a:gradFill flip="none" rotWithShape="1">
            <a:gsLst>
              <a:gs pos="6200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0" scaled="1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06" name="Rectangle 105">
            <a:extLst>
              <a:ext uri="{FF2B5EF4-FFF2-40B4-BE49-F238E27FC236}">
                <a16:creationId xmlns:a16="http://schemas.microsoft.com/office/drawing/2014/main" id="{64FDF907-EF28-4FA8-8214-DDF40006FA84}"/>
              </a:ext>
            </a:extLst>
          </p:cNvPr>
          <p:cNvSpPr/>
          <p:nvPr/>
        </p:nvSpPr>
        <p:spPr>
          <a:xfrm rot="10800000">
            <a:off x="4602441" y="1542949"/>
            <a:ext cx="648000" cy="1296000"/>
          </a:xfrm>
          <a:prstGeom prst="rect">
            <a:avLst/>
          </a:prstGeom>
          <a:gradFill flip="none" rotWithShape="1">
            <a:gsLst>
              <a:gs pos="6500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  <a:gs pos="97000">
                <a:schemeClr val="accent2">
                  <a:lumMod val="60000"/>
                  <a:lumOff val="40000"/>
                </a:schemeClr>
              </a:gs>
            </a:gsLst>
            <a:lin ang="0" scaled="1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07" name="Rectangle 106">
            <a:extLst>
              <a:ext uri="{FF2B5EF4-FFF2-40B4-BE49-F238E27FC236}">
                <a16:creationId xmlns:a16="http://schemas.microsoft.com/office/drawing/2014/main" id="{EA4302C5-5B05-4159-A145-31D9AD79CE61}"/>
              </a:ext>
            </a:extLst>
          </p:cNvPr>
          <p:cNvSpPr/>
          <p:nvPr/>
        </p:nvSpPr>
        <p:spPr>
          <a:xfrm>
            <a:off x="4602440" y="1542949"/>
            <a:ext cx="1296000" cy="1296000"/>
          </a:xfrm>
          <a:prstGeom prst="rect">
            <a:avLst/>
          </a:prstGeom>
          <a:solidFill>
            <a:schemeClr val="accent1">
              <a:lumMod val="40000"/>
              <a:lumOff val="60000"/>
              <a:alpha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08" name="Rectangle 107">
            <a:extLst>
              <a:ext uri="{FF2B5EF4-FFF2-40B4-BE49-F238E27FC236}">
                <a16:creationId xmlns:a16="http://schemas.microsoft.com/office/drawing/2014/main" id="{F1A255DF-0050-467E-81DC-5CD96909E865}"/>
              </a:ext>
            </a:extLst>
          </p:cNvPr>
          <p:cNvSpPr/>
          <p:nvPr/>
        </p:nvSpPr>
        <p:spPr>
          <a:xfrm>
            <a:off x="4602440" y="1542949"/>
            <a:ext cx="1296000" cy="1296000"/>
          </a:xfrm>
          <a:prstGeom prst="rect">
            <a:avLst/>
          </a:prstGeom>
          <a:solidFill>
            <a:schemeClr val="accent2">
              <a:lumMod val="60000"/>
              <a:lumOff val="40000"/>
              <a:alpha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09" name="Rectangle 108">
            <a:extLst>
              <a:ext uri="{FF2B5EF4-FFF2-40B4-BE49-F238E27FC236}">
                <a16:creationId xmlns:a16="http://schemas.microsoft.com/office/drawing/2014/main" id="{3F82E250-B4E6-4F44-811E-26FA95B46E2A}"/>
              </a:ext>
            </a:extLst>
          </p:cNvPr>
          <p:cNvSpPr/>
          <p:nvPr/>
        </p:nvSpPr>
        <p:spPr>
          <a:xfrm>
            <a:off x="4602440" y="1542949"/>
            <a:ext cx="1296000" cy="1296000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76" name="Rectangle 175">
            <a:extLst>
              <a:ext uri="{FF2B5EF4-FFF2-40B4-BE49-F238E27FC236}">
                <a16:creationId xmlns:a16="http://schemas.microsoft.com/office/drawing/2014/main" id="{7BF7E733-249B-4CBA-842C-4D6E70A095B5}"/>
              </a:ext>
            </a:extLst>
          </p:cNvPr>
          <p:cNvSpPr/>
          <p:nvPr/>
        </p:nvSpPr>
        <p:spPr>
          <a:xfrm>
            <a:off x="6546440" y="1542949"/>
            <a:ext cx="648000" cy="1296000"/>
          </a:xfrm>
          <a:prstGeom prst="rect">
            <a:avLst/>
          </a:prstGeom>
          <a:gradFill flip="none" rotWithShape="1">
            <a:gsLst>
              <a:gs pos="6200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0" scaled="1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77" name="Rectangle 176">
            <a:extLst>
              <a:ext uri="{FF2B5EF4-FFF2-40B4-BE49-F238E27FC236}">
                <a16:creationId xmlns:a16="http://schemas.microsoft.com/office/drawing/2014/main" id="{1F6D0ADE-F371-4DF0-842D-8C6E6B3C5D47}"/>
              </a:ext>
            </a:extLst>
          </p:cNvPr>
          <p:cNvSpPr/>
          <p:nvPr/>
        </p:nvSpPr>
        <p:spPr>
          <a:xfrm rot="10800000">
            <a:off x="5898441" y="1542949"/>
            <a:ext cx="648000" cy="1296000"/>
          </a:xfrm>
          <a:prstGeom prst="rect">
            <a:avLst/>
          </a:prstGeom>
          <a:gradFill flip="none" rotWithShape="1">
            <a:gsLst>
              <a:gs pos="6500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  <a:gs pos="97000">
                <a:schemeClr val="accent2">
                  <a:lumMod val="60000"/>
                  <a:lumOff val="40000"/>
                </a:schemeClr>
              </a:gs>
            </a:gsLst>
            <a:lin ang="0" scaled="1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78" name="Rectangle 177">
            <a:extLst>
              <a:ext uri="{FF2B5EF4-FFF2-40B4-BE49-F238E27FC236}">
                <a16:creationId xmlns:a16="http://schemas.microsoft.com/office/drawing/2014/main" id="{44E0094D-73D1-4761-8ABB-8170AECFF4DB}"/>
              </a:ext>
            </a:extLst>
          </p:cNvPr>
          <p:cNvSpPr/>
          <p:nvPr/>
        </p:nvSpPr>
        <p:spPr>
          <a:xfrm>
            <a:off x="5898440" y="1542949"/>
            <a:ext cx="1296000" cy="1296000"/>
          </a:xfrm>
          <a:prstGeom prst="rect">
            <a:avLst/>
          </a:prstGeom>
          <a:solidFill>
            <a:schemeClr val="accent1">
              <a:lumMod val="40000"/>
              <a:lumOff val="60000"/>
              <a:alpha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79" name="Rectangle 178">
            <a:extLst>
              <a:ext uri="{FF2B5EF4-FFF2-40B4-BE49-F238E27FC236}">
                <a16:creationId xmlns:a16="http://schemas.microsoft.com/office/drawing/2014/main" id="{87F3274F-9FF0-4C63-9343-26746FC3C570}"/>
              </a:ext>
            </a:extLst>
          </p:cNvPr>
          <p:cNvSpPr/>
          <p:nvPr/>
        </p:nvSpPr>
        <p:spPr>
          <a:xfrm>
            <a:off x="5898440" y="1542949"/>
            <a:ext cx="1296000" cy="1296000"/>
          </a:xfrm>
          <a:prstGeom prst="rect">
            <a:avLst/>
          </a:prstGeom>
          <a:solidFill>
            <a:schemeClr val="accent2">
              <a:lumMod val="60000"/>
              <a:lumOff val="40000"/>
              <a:alpha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80" name="Rectangle 179">
            <a:extLst>
              <a:ext uri="{FF2B5EF4-FFF2-40B4-BE49-F238E27FC236}">
                <a16:creationId xmlns:a16="http://schemas.microsoft.com/office/drawing/2014/main" id="{09EBF7F7-DF54-4AEE-B7C5-08111334F2BA}"/>
              </a:ext>
            </a:extLst>
          </p:cNvPr>
          <p:cNvSpPr/>
          <p:nvPr/>
        </p:nvSpPr>
        <p:spPr>
          <a:xfrm>
            <a:off x="5898440" y="1542949"/>
            <a:ext cx="1296000" cy="1296000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81" name="Rectangle 180">
            <a:extLst>
              <a:ext uri="{FF2B5EF4-FFF2-40B4-BE49-F238E27FC236}">
                <a16:creationId xmlns:a16="http://schemas.microsoft.com/office/drawing/2014/main" id="{47C2D886-F92B-4C9E-8604-8174D9A21FF1}"/>
              </a:ext>
            </a:extLst>
          </p:cNvPr>
          <p:cNvSpPr/>
          <p:nvPr/>
        </p:nvSpPr>
        <p:spPr>
          <a:xfrm>
            <a:off x="7842440" y="1542949"/>
            <a:ext cx="648000" cy="1296000"/>
          </a:xfrm>
          <a:prstGeom prst="rect">
            <a:avLst/>
          </a:prstGeom>
          <a:gradFill flip="none" rotWithShape="1">
            <a:gsLst>
              <a:gs pos="6200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0" scaled="1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82" name="Rectangle 181">
            <a:extLst>
              <a:ext uri="{FF2B5EF4-FFF2-40B4-BE49-F238E27FC236}">
                <a16:creationId xmlns:a16="http://schemas.microsoft.com/office/drawing/2014/main" id="{F26F8B55-0FC0-4EBC-8D87-E3F9D10C2C87}"/>
              </a:ext>
            </a:extLst>
          </p:cNvPr>
          <p:cNvSpPr/>
          <p:nvPr/>
        </p:nvSpPr>
        <p:spPr>
          <a:xfrm rot="10800000">
            <a:off x="7194441" y="1542949"/>
            <a:ext cx="648000" cy="1296000"/>
          </a:xfrm>
          <a:prstGeom prst="rect">
            <a:avLst/>
          </a:prstGeom>
          <a:gradFill flip="none" rotWithShape="1">
            <a:gsLst>
              <a:gs pos="6500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  <a:gs pos="97000">
                <a:schemeClr val="accent2">
                  <a:lumMod val="60000"/>
                  <a:lumOff val="40000"/>
                </a:schemeClr>
              </a:gs>
            </a:gsLst>
            <a:lin ang="0" scaled="1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83" name="Rectangle 182">
            <a:extLst>
              <a:ext uri="{FF2B5EF4-FFF2-40B4-BE49-F238E27FC236}">
                <a16:creationId xmlns:a16="http://schemas.microsoft.com/office/drawing/2014/main" id="{02E58798-CC68-4003-B4FD-98ACB5F1946A}"/>
              </a:ext>
            </a:extLst>
          </p:cNvPr>
          <p:cNvSpPr/>
          <p:nvPr/>
        </p:nvSpPr>
        <p:spPr>
          <a:xfrm>
            <a:off x="7194440" y="1542949"/>
            <a:ext cx="1296000" cy="1296000"/>
          </a:xfrm>
          <a:prstGeom prst="rect">
            <a:avLst/>
          </a:prstGeom>
          <a:solidFill>
            <a:schemeClr val="accent1">
              <a:lumMod val="40000"/>
              <a:lumOff val="60000"/>
              <a:alpha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84" name="Rectangle 183">
            <a:extLst>
              <a:ext uri="{FF2B5EF4-FFF2-40B4-BE49-F238E27FC236}">
                <a16:creationId xmlns:a16="http://schemas.microsoft.com/office/drawing/2014/main" id="{FC3E2E6B-7D6C-474B-905C-D87E4A28155D}"/>
              </a:ext>
            </a:extLst>
          </p:cNvPr>
          <p:cNvSpPr/>
          <p:nvPr/>
        </p:nvSpPr>
        <p:spPr>
          <a:xfrm>
            <a:off x="7194440" y="1542949"/>
            <a:ext cx="1296000" cy="1296000"/>
          </a:xfrm>
          <a:prstGeom prst="rect">
            <a:avLst/>
          </a:prstGeom>
          <a:solidFill>
            <a:schemeClr val="accent2">
              <a:lumMod val="60000"/>
              <a:lumOff val="40000"/>
              <a:alpha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85" name="Rectangle 184">
            <a:extLst>
              <a:ext uri="{FF2B5EF4-FFF2-40B4-BE49-F238E27FC236}">
                <a16:creationId xmlns:a16="http://schemas.microsoft.com/office/drawing/2014/main" id="{AF37C3D8-FE98-4586-B07E-36D0C77CD1F7}"/>
              </a:ext>
            </a:extLst>
          </p:cNvPr>
          <p:cNvSpPr/>
          <p:nvPr/>
        </p:nvSpPr>
        <p:spPr>
          <a:xfrm>
            <a:off x="7194440" y="1542949"/>
            <a:ext cx="1296000" cy="1296000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90" name="Rectangle 189">
            <a:extLst>
              <a:ext uri="{FF2B5EF4-FFF2-40B4-BE49-F238E27FC236}">
                <a16:creationId xmlns:a16="http://schemas.microsoft.com/office/drawing/2014/main" id="{1F6A9050-67F2-4DD6-B6D2-F6E0B9B81288}"/>
              </a:ext>
            </a:extLst>
          </p:cNvPr>
          <p:cNvSpPr/>
          <p:nvPr/>
        </p:nvSpPr>
        <p:spPr>
          <a:xfrm>
            <a:off x="8490440" y="1542949"/>
            <a:ext cx="1296000" cy="1296000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91" name="Rectangle 190">
            <a:extLst>
              <a:ext uri="{FF2B5EF4-FFF2-40B4-BE49-F238E27FC236}">
                <a16:creationId xmlns:a16="http://schemas.microsoft.com/office/drawing/2014/main" id="{B745BDC5-5118-4308-8A0F-FF6CE7C21039}"/>
              </a:ext>
            </a:extLst>
          </p:cNvPr>
          <p:cNvSpPr/>
          <p:nvPr/>
        </p:nvSpPr>
        <p:spPr>
          <a:xfrm>
            <a:off x="5250440" y="2838949"/>
            <a:ext cx="648000" cy="1296000"/>
          </a:xfrm>
          <a:prstGeom prst="rect">
            <a:avLst/>
          </a:prstGeom>
          <a:gradFill flip="none" rotWithShape="1">
            <a:gsLst>
              <a:gs pos="6200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0" scaled="1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92" name="Rectangle 191">
            <a:extLst>
              <a:ext uri="{FF2B5EF4-FFF2-40B4-BE49-F238E27FC236}">
                <a16:creationId xmlns:a16="http://schemas.microsoft.com/office/drawing/2014/main" id="{A8431C4F-B658-41DF-B38E-41E35B92C9B2}"/>
              </a:ext>
            </a:extLst>
          </p:cNvPr>
          <p:cNvSpPr/>
          <p:nvPr/>
        </p:nvSpPr>
        <p:spPr>
          <a:xfrm rot="10800000">
            <a:off x="4602441" y="2838949"/>
            <a:ext cx="648000" cy="1296000"/>
          </a:xfrm>
          <a:prstGeom prst="rect">
            <a:avLst/>
          </a:prstGeom>
          <a:gradFill flip="none" rotWithShape="1">
            <a:gsLst>
              <a:gs pos="6500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  <a:gs pos="97000">
                <a:schemeClr val="accent2">
                  <a:lumMod val="60000"/>
                  <a:lumOff val="40000"/>
                </a:schemeClr>
              </a:gs>
            </a:gsLst>
            <a:lin ang="0" scaled="1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93" name="Rectangle 192">
            <a:extLst>
              <a:ext uri="{FF2B5EF4-FFF2-40B4-BE49-F238E27FC236}">
                <a16:creationId xmlns:a16="http://schemas.microsoft.com/office/drawing/2014/main" id="{1EF3A9D6-6028-4428-9A9E-ECB34F25236C}"/>
              </a:ext>
            </a:extLst>
          </p:cNvPr>
          <p:cNvSpPr/>
          <p:nvPr/>
        </p:nvSpPr>
        <p:spPr>
          <a:xfrm>
            <a:off x="4602440" y="2838949"/>
            <a:ext cx="1296000" cy="1296000"/>
          </a:xfrm>
          <a:prstGeom prst="rect">
            <a:avLst/>
          </a:prstGeom>
          <a:solidFill>
            <a:schemeClr val="accent1">
              <a:lumMod val="40000"/>
              <a:lumOff val="60000"/>
              <a:alpha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94" name="Rectangle 193">
            <a:extLst>
              <a:ext uri="{FF2B5EF4-FFF2-40B4-BE49-F238E27FC236}">
                <a16:creationId xmlns:a16="http://schemas.microsoft.com/office/drawing/2014/main" id="{DA7DDAC3-FDE4-44ED-9ECC-2B8D88E943C1}"/>
              </a:ext>
            </a:extLst>
          </p:cNvPr>
          <p:cNvSpPr/>
          <p:nvPr/>
        </p:nvSpPr>
        <p:spPr>
          <a:xfrm>
            <a:off x="4602440" y="2838949"/>
            <a:ext cx="1296000" cy="1296000"/>
          </a:xfrm>
          <a:prstGeom prst="rect">
            <a:avLst/>
          </a:prstGeom>
          <a:solidFill>
            <a:schemeClr val="accent2">
              <a:lumMod val="60000"/>
              <a:lumOff val="40000"/>
              <a:alpha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95" name="Rectangle 194">
            <a:extLst>
              <a:ext uri="{FF2B5EF4-FFF2-40B4-BE49-F238E27FC236}">
                <a16:creationId xmlns:a16="http://schemas.microsoft.com/office/drawing/2014/main" id="{6209B313-12BE-4570-91BA-E37087F0DFEF}"/>
              </a:ext>
            </a:extLst>
          </p:cNvPr>
          <p:cNvSpPr/>
          <p:nvPr/>
        </p:nvSpPr>
        <p:spPr>
          <a:xfrm>
            <a:off x="4602440" y="2838949"/>
            <a:ext cx="1296000" cy="1296000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96" name="Rectangle 195">
            <a:extLst>
              <a:ext uri="{FF2B5EF4-FFF2-40B4-BE49-F238E27FC236}">
                <a16:creationId xmlns:a16="http://schemas.microsoft.com/office/drawing/2014/main" id="{5C41B541-3831-4072-9CF4-43E2AB8DA60B}"/>
              </a:ext>
            </a:extLst>
          </p:cNvPr>
          <p:cNvSpPr/>
          <p:nvPr/>
        </p:nvSpPr>
        <p:spPr>
          <a:xfrm>
            <a:off x="6546440" y="2838949"/>
            <a:ext cx="648000" cy="1296000"/>
          </a:xfrm>
          <a:prstGeom prst="rect">
            <a:avLst/>
          </a:prstGeom>
          <a:gradFill flip="none" rotWithShape="1">
            <a:gsLst>
              <a:gs pos="6200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0" scaled="1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97" name="Rectangle 196">
            <a:extLst>
              <a:ext uri="{FF2B5EF4-FFF2-40B4-BE49-F238E27FC236}">
                <a16:creationId xmlns:a16="http://schemas.microsoft.com/office/drawing/2014/main" id="{4C3F6B52-8E19-4679-B22F-5D70EC60FB54}"/>
              </a:ext>
            </a:extLst>
          </p:cNvPr>
          <p:cNvSpPr/>
          <p:nvPr/>
        </p:nvSpPr>
        <p:spPr>
          <a:xfrm rot="10800000">
            <a:off x="5898441" y="2838949"/>
            <a:ext cx="648000" cy="1296000"/>
          </a:xfrm>
          <a:prstGeom prst="rect">
            <a:avLst/>
          </a:prstGeom>
          <a:gradFill flip="none" rotWithShape="1">
            <a:gsLst>
              <a:gs pos="6500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  <a:gs pos="97000">
                <a:schemeClr val="accent2">
                  <a:lumMod val="60000"/>
                  <a:lumOff val="40000"/>
                </a:schemeClr>
              </a:gs>
            </a:gsLst>
            <a:lin ang="0" scaled="1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98" name="Rectangle 197">
            <a:extLst>
              <a:ext uri="{FF2B5EF4-FFF2-40B4-BE49-F238E27FC236}">
                <a16:creationId xmlns:a16="http://schemas.microsoft.com/office/drawing/2014/main" id="{A0F7FC00-144A-45F0-8E6F-0212A7320C7B}"/>
              </a:ext>
            </a:extLst>
          </p:cNvPr>
          <p:cNvSpPr/>
          <p:nvPr/>
        </p:nvSpPr>
        <p:spPr>
          <a:xfrm>
            <a:off x="5898440" y="2838949"/>
            <a:ext cx="1296000" cy="1296000"/>
          </a:xfrm>
          <a:prstGeom prst="rect">
            <a:avLst/>
          </a:prstGeom>
          <a:solidFill>
            <a:schemeClr val="accent1">
              <a:lumMod val="40000"/>
              <a:lumOff val="60000"/>
              <a:alpha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99" name="Rectangle 198">
            <a:extLst>
              <a:ext uri="{FF2B5EF4-FFF2-40B4-BE49-F238E27FC236}">
                <a16:creationId xmlns:a16="http://schemas.microsoft.com/office/drawing/2014/main" id="{67502935-F92F-4E3E-8C5C-634FED415A09}"/>
              </a:ext>
            </a:extLst>
          </p:cNvPr>
          <p:cNvSpPr/>
          <p:nvPr/>
        </p:nvSpPr>
        <p:spPr>
          <a:xfrm>
            <a:off x="5898440" y="2838949"/>
            <a:ext cx="1296000" cy="1296000"/>
          </a:xfrm>
          <a:prstGeom prst="rect">
            <a:avLst/>
          </a:prstGeom>
          <a:solidFill>
            <a:schemeClr val="accent2">
              <a:lumMod val="60000"/>
              <a:lumOff val="40000"/>
              <a:alpha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00" name="Rectangle 199">
            <a:extLst>
              <a:ext uri="{FF2B5EF4-FFF2-40B4-BE49-F238E27FC236}">
                <a16:creationId xmlns:a16="http://schemas.microsoft.com/office/drawing/2014/main" id="{3D51DE75-3A96-4ADC-ACE3-69ECB71F5BB1}"/>
              </a:ext>
            </a:extLst>
          </p:cNvPr>
          <p:cNvSpPr/>
          <p:nvPr/>
        </p:nvSpPr>
        <p:spPr>
          <a:xfrm>
            <a:off x="5898440" y="2838949"/>
            <a:ext cx="1296000" cy="1296000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01" name="Rectangle 200">
            <a:extLst>
              <a:ext uri="{FF2B5EF4-FFF2-40B4-BE49-F238E27FC236}">
                <a16:creationId xmlns:a16="http://schemas.microsoft.com/office/drawing/2014/main" id="{31D9427D-74D7-4851-AEB0-1E5E3E662EAB}"/>
              </a:ext>
            </a:extLst>
          </p:cNvPr>
          <p:cNvSpPr/>
          <p:nvPr/>
        </p:nvSpPr>
        <p:spPr>
          <a:xfrm>
            <a:off x="7842440" y="2838949"/>
            <a:ext cx="648000" cy="1296000"/>
          </a:xfrm>
          <a:prstGeom prst="rect">
            <a:avLst/>
          </a:prstGeom>
          <a:gradFill flip="none" rotWithShape="1">
            <a:gsLst>
              <a:gs pos="6200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0" scaled="1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02" name="Rectangle 201">
            <a:extLst>
              <a:ext uri="{FF2B5EF4-FFF2-40B4-BE49-F238E27FC236}">
                <a16:creationId xmlns:a16="http://schemas.microsoft.com/office/drawing/2014/main" id="{2579F212-214E-4F53-BC3E-3C9E46090A1E}"/>
              </a:ext>
            </a:extLst>
          </p:cNvPr>
          <p:cNvSpPr/>
          <p:nvPr/>
        </p:nvSpPr>
        <p:spPr>
          <a:xfrm rot="10800000">
            <a:off x="7194441" y="2838949"/>
            <a:ext cx="648000" cy="1296000"/>
          </a:xfrm>
          <a:prstGeom prst="rect">
            <a:avLst/>
          </a:prstGeom>
          <a:gradFill flip="none" rotWithShape="1">
            <a:gsLst>
              <a:gs pos="6500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  <a:gs pos="97000">
                <a:schemeClr val="accent2">
                  <a:lumMod val="60000"/>
                  <a:lumOff val="40000"/>
                </a:schemeClr>
              </a:gs>
            </a:gsLst>
            <a:lin ang="0" scaled="1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03" name="Rectangle 202">
            <a:extLst>
              <a:ext uri="{FF2B5EF4-FFF2-40B4-BE49-F238E27FC236}">
                <a16:creationId xmlns:a16="http://schemas.microsoft.com/office/drawing/2014/main" id="{02A43986-452C-4CDB-A02E-EDAC834D5316}"/>
              </a:ext>
            </a:extLst>
          </p:cNvPr>
          <p:cNvSpPr/>
          <p:nvPr/>
        </p:nvSpPr>
        <p:spPr>
          <a:xfrm>
            <a:off x="7194440" y="2838949"/>
            <a:ext cx="1296000" cy="1296000"/>
          </a:xfrm>
          <a:prstGeom prst="rect">
            <a:avLst/>
          </a:prstGeom>
          <a:solidFill>
            <a:schemeClr val="accent1">
              <a:lumMod val="40000"/>
              <a:lumOff val="60000"/>
              <a:alpha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04" name="Rectangle 203">
            <a:extLst>
              <a:ext uri="{FF2B5EF4-FFF2-40B4-BE49-F238E27FC236}">
                <a16:creationId xmlns:a16="http://schemas.microsoft.com/office/drawing/2014/main" id="{D933DA31-F906-4730-8C7D-35541A1B2F5C}"/>
              </a:ext>
            </a:extLst>
          </p:cNvPr>
          <p:cNvSpPr/>
          <p:nvPr/>
        </p:nvSpPr>
        <p:spPr>
          <a:xfrm>
            <a:off x="7194440" y="2838949"/>
            <a:ext cx="1296000" cy="1296000"/>
          </a:xfrm>
          <a:prstGeom prst="rect">
            <a:avLst/>
          </a:prstGeom>
          <a:solidFill>
            <a:schemeClr val="accent2">
              <a:lumMod val="60000"/>
              <a:lumOff val="40000"/>
              <a:alpha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05" name="Rectangle 204">
            <a:extLst>
              <a:ext uri="{FF2B5EF4-FFF2-40B4-BE49-F238E27FC236}">
                <a16:creationId xmlns:a16="http://schemas.microsoft.com/office/drawing/2014/main" id="{B72613C6-CC1D-49B4-BBB0-A335552CE214}"/>
              </a:ext>
            </a:extLst>
          </p:cNvPr>
          <p:cNvSpPr/>
          <p:nvPr/>
        </p:nvSpPr>
        <p:spPr>
          <a:xfrm>
            <a:off x="7194440" y="2838949"/>
            <a:ext cx="1296000" cy="1296000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06" name="Rectangle 205">
            <a:extLst>
              <a:ext uri="{FF2B5EF4-FFF2-40B4-BE49-F238E27FC236}">
                <a16:creationId xmlns:a16="http://schemas.microsoft.com/office/drawing/2014/main" id="{00253ECC-47DD-40D7-9C6B-9C831B97C771}"/>
              </a:ext>
            </a:extLst>
          </p:cNvPr>
          <p:cNvSpPr/>
          <p:nvPr/>
        </p:nvSpPr>
        <p:spPr>
          <a:xfrm>
            <a:off x="9138440" y="2838949"/>
            <a:ext cx="648000" cy="1296000"/>
          </a:xfrm>
          <a:prstGeom prst="rect">
            <a:avLst/>
          </a:prstGeom>
          <a:gradFill flip="none" rotWithShape="1">
            <a:gsLst>
              <a:gs pos="6200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0" scaled="1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07" name="Rectangle 206">
            <a:extLst>
              <a:ext uri="{FF2B5EF4-FFF2-40B4-BE49-F238E27FC236}">
                <a16:creationId xmlns:a16="http://schemas.microsoft.com/office/drawing/2014/main" id="{D6A24C6B-2E3D-4CBA-BC56-61EFFF2983EC}"/>
              </a:ext>
            </a:extLst>
          </p:cNvPr>
          <p:cNvSpPr/>
          <p:nvPr/>
        </p:nvSpPr>
        <p:spPr>
          <a:xfrm rot="10800000">
            <a:off x="8490441" y="2838949"/>
            <a:ext cx="648000" cy="1296000"/>
          </a:xfrm>
          <a:prstGeom prst="rect">
            <a:avLst/>
          </a:prstGeom>
          <a:gradFill flip="none" rotWithShape="1">
            <a:gsLst>
              <a:gs pos="6500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  <a:gs pos="97000">
                <a:schemeClr val="accent2">
                  <a:lumMod val="60000"/>
                  <a:lumOff val="40000"/>
                </a:schemeClr>
              </a:gs>
            </a:gsLst>
            <a:lin ang="0" scaled="1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08" name="Rectangle 207">
            <a:extLst>
              <a:ext uri="{FF2B5EF4-FFF2-40B4-BE49-F238E27FC236}">
                <a16:creationId xmlns:a16="http://schemas.microsoft.com/office/drawing/2014/main" id="{B781F274-9E62-466C-A49A-77767D9C6C9F}"/>
              </a:ext>
            </a:extLst>
          </p:cNvPr>
          <p:cNvSpPr/>
          <p:nvPr/>
        </p:nvSpPr>
        <p:spPr>
          <a:xfrm>
            <a:off x="8490440" y="2838949"/>
            <a:ext cx="1296000" cy="1296000"/>
          </a:xfrm>
          <a:prstGeom prst="rect">
            <a:avLst/>
          </a:prstGeom>
          <a:solidFill>
            <a:schemeClr val="accent1">
              <a:lumMod val="40000"/>
              <a:lumOff val="60000"/>
              <a:alpha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09" name="Rectangle 208">
            <a:extLst>
              <a:ext uri="{FF2B5EF4-FFF2-40B4-BE49-F238E27FC236}">
                <a16:creationId xmlns:a16="http://schemas.microsoft.com/office/drawing/2014/main" id="{E0587DD8-365D-43E1-BEE9-43A0953A9AEC}"/>
              </a:ext>
            </a:extLst>
          </p:cNvPr>
          <p:cNvSpPr/>
          <p:nvPr/>
        </p:nvSpPr>
        <p:spPr>
          <a:xfrm>
            <a:off x="8490440" y="2838949"/>
            <a:ext cx="1296000" cy="1296000"/>
          </a:xfrm>
          <a:prstGeom prst="rect">
            <a:avLst/>
          </a:prstGeom>
          <a:solidFill>
            <a:schemeClr val="accent2">
              <a:lumMod val="60000"/>
              <a:lumOff val="40000"/>
              <a:alpha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10" name="Rectangle 209">
            <a:extLst>
              <a:ext uri="{FF2B5EF4-FFF2-40B4-BE49-F238E27FC236}">
                <a16:creationId xmlns:a16="http://schemas.microsoft.com/office/drawing/2014/main" id="{930C9A1A-2F97-4936-9A43-1EAFB05FFE7E}"/>
              </a:ext>
            </a:extLst>
          </p:cNvPr>
          <p:cNvSpPr/>
          <p:nvPr/>
        </p:nvSpPr>
        <p:spPr>
          <a:xfrm>
            <a:off x="8490440" y="2838949"/>
            <a:ext cx="1296000" cy="1296000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11" name="Rectangle 210">
            <a:extLst>
              <a:ext uri="{FF2B5EF4-FFF2-40B4-BE49-F238E27FC236}">
                <a16:creationId xmlns:a16="http://schemas.microsoft.com/office/drawing/2014/main" id="{8E0C0616-1816-4BAB-A5CC-5F9D81E195AA}"/>
              </a:ext>
            </a:extLst>
          </p:cNvPr>
          <p:cNvSpPr/>
          <p:nvPr/>
        </p:nvSpPr>
        <p:spPr>
          <a:xfrm>
            <a:off x="5250440" y="4134949"/>
            <a:ext cx="648000" cy="1296000"/>
          </a:xfrm>
          <a:prstGeom prst="rect">
            <a:avLst/>
          </a:prstGeom>
          <a:gradFill flip="none" rotWithShape="1">
            <a:gsLst>
              <a:gs pos="6200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0" scaled="1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12" name="Rectangle 211">
            <a:extLst>
              <a:ext uri="{FF2B5EF4-FFF2-40B4-BE49-F238E27FC236}">
                <a16:creationId xmlns:a16="http://schemas.microsoft.com/office/drawing/2014/main" id="{3BEA8652-F4A1-4135-B6BB-4510F7D864F6}"/>
              </a:ext>
            </a:extLst>
          </p:cNvPr>
          <p:cNvSpPr/>
          <p:nvPr/>
        </p:nvSpPr>
        <p:spPr>
          <a:xfrm rot="10800000">
            <a:off x="4602441" y="4134949"/>
            <a:ext cx="648000" cy="1296000"/>
          </a:xfrm>
          <a:prstGeom prst="rect">
            <a:avLst/>
          </a:prstGeom>
          <a:gradFill flip="none" rotWithShape="1">
            <a:gsLst>
              <a:gs pos="6500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  <a:gs pos="97000">
                <a:schemeClr val="accent2">
                  <a:lumMod val="60000"/>
                  <a:lumOff val="40000"/>
                </a:schemeClr>
              </a:gs>
            </a:gsLst>
            <a:lin ang="0" scaled="1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13" name="Rectangle 212">
            <a:extLst>
              <a:ext uri="{FF2B5EF4-FFF2-40B4-BE49-F238E27FC236}">
                <a16:creationId xmlns:a16="http://schemas.microsoft.com/office/drawing/2014/main" id="{6429BC56-AA10-4CED-B781-D76B75CB561B}"/>
              </a:ext>
            </a:extLst>
          </p:cNvPr>
          <p:cNvSpPr/>
          <p:nvPr/>
        </p:nvSpPr>
        <p:spPr>
          <a:xfrm>
            <a:off x="4602440" y="4134949"/>
            <a:ext cx="1296000" cy="1296000"/>
          </a:xfrm>
          <a:prstGeom prst="rect">
            <a:avLst/>
          </a:prstGeom>
          <a:solidFill>
            <a:schemeClr val="accent1">
              <a:lumMod val="40000"/>
              <a:lumOff val="60000"/>
              <a:alpha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14" name="Rectangle 213">
            <a:extLst>
              <a:ext uri="{FF2B5EF4-FFF2-40B4-BE49-F238E27FC236}">
                <a16:creationId xmlns:a16="http://schemas.microsoft.com/office/drawing/2014/main" id="{8F73407F-B942-48B7-A721-2C2A5525E170}"/>
              </a:ext>
            </a:extLst>
          </p:cNvPr>
          <p:cNvSpPr/>
          <p:nvPr/>
        </p:nvSpPr>
        <p:spPr>
          <a:xfrm>
            <a:off x="4602440" y="4134949"/>
            <a:ext cx="1296000" cy="1296000"/>
          </a:xfrm>
          <a:prstGeom prst="rect">
            <a:avLst/>
          </a:prstGeom>
          <a:solidFill>
            <a:schemeClr val="accent2">
              <a:lumMod val="60000"/>
              <a:lumOff val="40000"/>
              <a:alpha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15" name="Rectangle 214">
            <a:extLst>
              <a:ext uri="{FF2B5EF4-FFF2-40B4-BE49-F238E27FC236}">
                <a16:creationId xmlns:a16="http://schemas.microsoft.com/office/drawing/2014/main" id="{A2EDED72-99F8-46FC-AF54-CC91185214B3}"/>
              </a:ext>
            </a:extLst>
          </p:cNvPr>
          <p:cNvSpPr/>
          <p:nvPr/>
        </p:nvSpPr>
        <p:spPr>
          <a:xfrm>
            <a:off x="4602440" y="4134949"/>
            <a:ext cx="1296000" cy="1296000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16" name="Rectangle 215">
            <a:extLst>
              <a:ext uri="{FF2B5EF4-FFF2-40B4-BE49-F238E27FC236}">
                <a16:creationId xmlns:a16="http://schemas.microsoft.com/office/drawing/2014/main" id="{98AFD714-EF72-46E2-A088-4DE8E97880D3}"/>
              </a:ext>
            </a:extLst>
          </p:cNvPr>
          <p:cNvSpPr/>
          <p:nvPr/>
        </p:nvSpPr>
        <p:spPr>
          <a:xfrm>
            <a:off x="6546440" y="4134949"/>
            <a:ext cx="648000" cy="1296000"/>
          </a:xfrm>
          <a:prstGeom prst="rect">
            <a:avLst/>
          </a:prstGeom>
          <a:gradFill flip="none" rotWithShape="1">
            <a:gsLst>
              <a:gs pos="6200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0" scaled="1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17" name="Rectangle 216">
            <a:extLst>
              <a:ext uri="{FF2B5EF4-FFF2-40B4-BE49-F238E27FC236}">
                <a16:creationId xmlns:a16="http://schemas.microsoft.com/office/drawing/2014/main" id="{79BA726C-860E-4DA5-B28F-408BA987FA0A}"/>
              </a:ext>
            </a:extLst>
          </p:cNvPr>
          <p:cNvSpPr/>
          <p:nvPr/>
        </p:nvSpPr>
        <p:spPr>
          <a:xfrm rot="10800000">
            <a:off x="5898441" y="4134949"/>
            <a:ext cx="648000" cy="1296000"/>
          </a:xfrm>
          <a:prstGeom prst="rect">
            <a:avLst/>
          </a:prstGeom>
          <a:gradFill flip="none" rotWithShape="1">
            <a:gsLst>
              <a:gs pos="6500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  <a:gs pos="97000">
                <a:schemeClr val="accent2">
                  <a:lumMod val="60000"/>
                  <a:lumOff val="40000"/>
                </a:schemeClr>
              </a:gs>
            </a:gsLst>
            <a:lin ang="0" scaled="1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18" name="Rectangle 217">
            <a:extLst>
              <a:ext uri="{FF2B5EF4-FFF2-40B4-BE49-F238E27FC236}">
                <a16:creationId xmlns:a16="http://schemas.microsoft.com/office/drawing/2014/main" id="{4A74B3A9-6C18-4CBD-B06A-4B2D2A6E3006}"/>
              </a:ext>
            </a:extLst>
          </p:cNvPr>
          <p:cNvSpPr/>
          <p:nvPr/>
        </p:nvSpPr>
        <p:spPr>
          <a:xfrm>
            <a:off x="5898440" y="4134949"/>
            <a:ext cx="1296000" cy="1296000"/>
          </a:xfrm>
          <a:prstGeom prst="rect">
            <a:avLst/>
          </a:prstGeom>
          <a:solidFill>
            <a:schemeClr val="accent1">
              <a:lumMod val="40000"/>
              <a:lumOff val="60000"/>
              <a:alpha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19" name="Rectangle 218">
            <a:extLst>
              <a:ext uri="{FF2B5EF4-FFF2-40B4-BE49-F238E27FC236}">
                <a16:creationId xmlns:a16="http://schemas.microsoft.com/office/drawing/2014/main" id="{B6858F78-0EC9-427A-8F27-04B2A1D55CF0}"/>
              </a:ext>
            </a:extLst>
          </p:cNvPr>
          <p:cNvSpPr/>
          <p:nvPr/>
        </p:nvSpPr>
        <p:spPr>
          <a:xfrm>
            <a:off x="5898440" y="4134949"/>
            <a:ext cx="1296000" cy="1296000"/>
          </a:xfrm>
          <a:prstGeom prst="rect">
            <a:avLst/>
          </a:prstGeom>
          <a:solidFill>
            <a:schemeClr val="accent2">
              <a:lumMod val="60000"/>
              <a:lumOff val="40000"/>
              <a:alpha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20" name="Rectangle 219">
            <a:extLst>
              <a:ext uri="{FF2B5EF4-FFF2-40B4-BE49-F238E27FC236}">
                <a16:creationId xmlns:a16="http://schemas.microsoft.com/office/drawing/2014/main" id="{D16CFF13-63D2-4329-80E6-EA884914E7BE}"/>
              </a:ext>
            </a:extLst>
          </p:cNvPr>
          <p:cNvSpPr/>
          <p:nvPr/>
        </p:nvSpPr>
        <p:spPr>
          <a:xfrm>
            <a:off x="5898440" y="4134949"/>
            <a:ext cx="1296000" cy="1296000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21" name="Rectangle 220">
            <a:extLst>
              <a:ext uri="{FF2B5EF4-FFF2-40B4-BE49-F238E27FC236}">
                <a16:creationId xmlns:a16="http://schemas.microsoft.com/office/drawing/2014/main" id="{30A269F0-311A-4552-9F92-B739B32D3064}"/>
              </a:ext>
            </a:extLst>
          </p:cNvPr>
          <p:cNvSpPr/>
          <p:nvPr/>
        </p:nvSpPr>
        <p:spPr>
          <a:xfrm>
            <a:off x="7842440" y="4134949"/>
            <a:ext cx="648000" cy="1296000"/>
          </a:xfrm>
          <a:prstGeom prst="rect">
            <a:avLst/>
          </a:prstGeom>
          <a:gradFill flip="none" rotWithShape="1">
            <a:gsLst>
              <a:gs pos="6200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0" scaled="1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22" name="Rectangle 221">
            <a:extLst>
              <a:ext uri="{FF2B5EF4-FFF2-40B4-BE49-F238E27FC236}">
                <a16:creationId xmlns:a16="http://schemas.microsoft.com/office/drawing/2014/main" id="{ACD9DC23-0D2E-48D0-AAF4-02C07A7CC218}"/>
              </a:ext>
            </a:extLst>
          </p:cNvPr>
          <p:cNvSpPr/>
          <p:nvPr/>
        </p:nvSpPr>
        <p:spPr>
          <a:xfrm rot="10800000">
            <a:off x="7194441" y="4134949"/>
            <a:ext cx="648000" cy="1296000"/>
          </a:xfrm>
          <a:prstGeom prst="rect">
            <a:avLst/>
          </a:prstGeom>
          <a:gradFill flip="none" rotWithShape="1">
            <a:gsLst>
              <a:gs pos="6500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  <a:gs pos="97000">
                <a:schemeClr val="accent2">
                  <a:lumMod val="60000"/>
                  <a:lumOff val="40000"/>
                </a:schemeClr>
              </a:gs>
            </a:gsLst>
            <a:lin ang="0" scaled="1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23" name="Rectangle 222">
            <a:extLst>
              <a:ext uri="{FF2B5EF4-FFF2-40B4-BE49-F238E27FC236}">
                <a16:creationId xmlns:a16="http://schemas.microsoft.com/office/drawing/2014/main" id="{2F03A175-B6AE-4AEF-9D9C-D50883B3CA60}"/>
              </a:ext>
            </a:extLst>
          </p:cNvPr>
          <p:cNvSpPr/>
          <p:nvPr/>
        </p:nvSpPr>
        <p:spPr>
          <a:xfrm>
            <a:off x="7194440" y="4134949"/>
            <a:ext cx="1296000" cy="1296000"/>
          </a:xfrm>
          <a:prstGeom prst="rect">
            <a:avLst/>
          </a:prstGeom>
          <a:solidFill>
            <a:schemeClr val="accent1">
              <a:lumMod val="40000"/>
              <a:lumOff val="60000"/>
              <a:alpha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24" name="Rectangle 223">
            <a:extLst>
              <a:ext uri="{FF2B5EF4-FFF2-40B4-BE49-F238E27FC236}">
                <a16:creationId xmlns:a16="http://schemas.microsoft.com/office/drawing/2014/main" id="{2029D8D7-B216-4F69-8DA3-4293BA7AC175}"/>
              </a:ext>
            </a:extLst>
          </p:cNvPr>
          <p:cNvSpPr/>
          <p:nvPr/>
        </p:nvSpPr>
        <p:spPr>
          <a:xfrm>
            <a:off x="7194440" y="4134949"/>
            <a:ext cx="1296000" cy="1296000"/>
          </a:xfrm>
          <a:prstGeom prst="rect">
            <a:avLst/>
          </a:prstGeom>
          <a:solidFill>
            <a:schemeClr val="accent2">
              <a:lumMod val="60000"/>
              <a:lumOff val="40000"/>
              <a:alpha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25" name="Rectangle 224">
            <a:extLst>
              <a:ext uri="{FF2B5EF4-FFF2-40B4-BE49-F238E27FC236}">
                <a16:creationId xmlns:a16="http://schemas.microsoft.com/office/drawing/2014/main" id="{953C0EF6-FD77-4BD6-BC04-E92315694807}"/>
              </a:ext>
            </a:extLst>
          </p:cNvPr>
          <p:cNvSpPr/>
          <p:nvPr/>
        </p:nvSpPr>
        <p:spPr>
          <a:xfrm>
            <a:off x="7194440" y="4134949"/>
            <a:ext cx="1296000" cy="1296000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26" name="Rectangle 225">
            <a:extLst>
              <a:ext uri="{FF2B5EF4-FFF2-40B4-BE49-F238E27FC236}">
                <a16:creationId xmlns:a16="http://schemas.microsoft.com/office/drawing/2014/main" id="{CD97CEA9-78E6-4C36-9F71-91C33E1CFE3A}"/>
              </a:ext>
            </a:extLst>
          </p:cNvPr>
          <p:cNvSpPr/>
          <p:nvPr/>
        </p:nvSpPr>
        <p:spPr>
          <a:xfrm>
            <a:off x="9138440" y="4134949"/>
            <a:ext cx="648000" cy="1296000"/>
          </a:xfrm>
          <a:prstGeom prst="rect">
            <a:avLst/>
          </a:prstGeom>
          <a:gradFill flip="none" rotWithShape="1">
            <a:gsLst>
              <a:gs pos="6200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0" scaled="1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27" name="Rectangle 226">
            <a:extLst>
              <a:ext uri="{FF2B5EF4-FFF2-40B4-BE49-F238E27FC236}">
                <a16:creationId xmlns:a16="http://schemas.microsoft.com/office/drawing/2014/main" id="{27167918-0B36-4CB5-958B-CE6F9D4CF9C7}"/>
              </a:ext>
            </a:extLst>
          </p:cNvPr>
          <p:cNvSpPr/>
          <p:nvPr/>
        </p:nvSpPr>
        <p:spPr>
          <a:xfrm rot="10800000">
            <a:off x="8490441" y="4134949"/>
            <a:ext cx="648000" cy="1296000"/>
          </a:xfrm>
          <a:prstGeom prst="rect">
            <a:avLst/>
          </a:prstGeom>
          <a:gradFill flip="none" rotWithShape="1">
            <a:gsLst>
              <a:gs pos="6500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  <a:gs pos="97000">
                <a:schemeClr val="accent2">
                  <a:lumMod val="60000"/>
                  <a:lumOff val="40000"/>
                </a:schemeClr>
              </a:gs>
            </a:gsLst>
            <a:lin ang="0" scaled="1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28" name="Rectangle 227">
            <a:extLst>
              <a:ext uri="{FF2B5EF4-FFF2-40B4-BE49-F238E27FC236}">
                <a16:creationId xmlns:a16="http://schemas.microsoft.com/office/drawing/2014/main" id="{B835D401-E094-4FE3-9A1F-E1DC8A9E7EFB}"/>
              </a:ext>
            </a:extLst>
          </p:cNvPr>
          <p:cNvSpPr/>
          <p:nvPr/>
        </p:nvSpPr>
        <p:spPr>
          <a:xfrm>
            <a:off x="8490440" y="4134949"/>
            <a:ext cx="1296000" cy="1296000"/>
          </a:xfrm>
          <a:prstGeom prst="rect">
            <a:avLst/>
          </a:prstGeom>
          <a:solidFill>
            <a:schemeClr val="accent1">
              <a:lumMod val="40000"/>
              <a:lumOff val="60000"/>
              <a:alpha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29" name="Rectangle 228">
            <a:extLst>
              <a:ext uri="{FF2B5EF4-FFF2-40B4-BE49-F238E27FC236}">
                <a16:creationId xmlns:a16="http://schemas.microsoft.com/office/drawing/2014/main" id="{FC907535-5639-4C56-B074-CF05EED59705}"/>
              </a:ext>
            </a:extLst>
          </p:cNvPr>
          <p:cNvSpPr/>
          <p:nvPr/>
        </p:nvSpPr>
        <p:spPr>
          <a:xfrm>
            <a:off x="8490440" y="4134949"/>
            <a:ext cx="1296000" cy="1296000"/>
          </a:xfrm>
          <a:prstGeom prst="rect">
            <a:avLst/>
          </a:prstGeom>
          <a:solidFill>
            <a:schemeClr val="accent2">
              <a:lumMod val="60000"/>
              <a:lumOff val="40000"/>
              <a:alpha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30" name="Rectangle 229">
            <a:extLst>
              <a:ext uri="{FF2B5EF4-FFF2-40B4-BE49-F238E27FC236}">
                <a16:creationId xmlns:a16="http://schemas.microsoft.com/office/drawing/2014/main" id="{610185A1-337C-4699-96BF-E45792DC4DE2}"/>
              </a:ext>
            </a:extLst>
          </p:cNvPr>
          <p:cNvSpPr/>
          <p:nvPr/>
        </p:nvSpPr>
        <p:spPr>
          <a:xfrm>
            <a:off x="8490440" y="4134949"/>
            <a:ext cx="1296000" cy="1296000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31" name="Rectangle 230">
            <a:extLst>
              <a:ext uri="{FF2B5EF4-FFF2-40B4-BE49-F238E27FC236}">
                <a16:creationId xmlns:a16="http://schemas.microsoft.com/office/drawing/2014/main" id="{08C87F22-DDC5-4DD7-99B1-5E447E9A0AEA}"/>
              </a:ext>
            </a:extLst>
          </p:cNvPr>
          <p:cNvSpPr/>
          <p:nvPr/>
        </p:nvSpPr>
        <p:spPr>
          <a:xfrm>
            <a:off x="5250440" y="5430949"/>
            <a:ext cx="648000" cy="1296000"/>
          </a:xfrm>
          <a:prstGeom prst="rect">
            <a:avLst/>
          </a:prstGeom>
          <a:gradFill flip="none" rotWithShape="1">
            <a:gsLst>
              <a:gs pos="6200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0" scaled="1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32" name="Rectangle 231">
            <a:extLst>
              <a:ext uri="{FF2B5EF4-FFF2-40B4-BE49-F238E27FC236}">
                <a16:creationId xmlns:a16="http://schemas.microsoft.com/office/drawing/2014/main" id="{CBB470AB-7C30-4B58-BE8B-F38C5E2ADE95}"/>
              </a:ext>
            </a:extLst>
          </p:cNvPr>
          <p:cNvSpPr/>
          <p:nvPr/>
        </p:nvSpPr>
        <p:spPr>
          <a:xfrm rot="10800000">
            <a:off x="4602441" y="5430949"/>
            <a:ext cx="648000" cy="1296000"/>
          </a:xfrm>
          <a:prstGeom prst="rect">
            <a:avLst/>
          </a:prstGeom>
          <a:gradFill flip="none" rotWithShape="1">
            <a:gsLst>
              <a:gs pos="6500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  <a:gs pos="97000">
                <a:schemeClr val="accent2">
                  <a:lumMod val="60000"/>
                  <a:lumOff val="40000"/>
                </a:schemeClr>
              </a:gs>
            </a:gsLst>
            <a:lin ang="0" scaled="1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33" name="Rectangle 232">
            <a:extLst>
              <a:ext uri="{FF2B5EF4-FFF2-40B4-BE49-F238E27FC236}">
                <a16:creationId xmlns:a16="http://schemas.microsoft.com/office/drawing/2014/main" id="{148343C4-9B0F-4935-8BBF-EF567C3EAFAD}"/>
              </a:ext>
            </a:extLst>
          </p:cNvPr>
          <p:cNvSpPr/>
          <p:nvPr/>
        </p:nvSpPr>
        <p:spPr>
          <a:xfrm>
            <a:off x="4602440" y="5430949"/>
            <a:ext cx="1296000" cy="1296000"/>
          </a:xfrm>
          <a:prstGeom prst="rect">
            <a:avLst/>
          </a:prstGeom>
          <a:solidFill>
            <a:schemeClr val="accent1">
              <a:lumMod val="40000"/>
              <a:lumOff val="60000"/>
              <a:alpha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34" name="Rectangle 233">
            <a:extLst>
              <a:ext uri="{FF2B5EF4-FFF2-40B4-BE49-F238E27FC236}">
                <a16:creationId xmlns:a16="http://schemas.microsoft.com/office/drawing/2014/main" id="{D4FAFFEB-90D7-4261-86F7-B7F1CBCD1925}"/>
              </a:ext>
            </a:extLst>
          </p:cNvPr>
          <p:cNvSpPr/>
          <p:nvPr/>
        </p:nvSpPr>
        <p:spPr>
          <a:xfrm>
            <a:off x="4602440" y="5430949"/>
            <a:ext cx="1296000" cy="1296000"/>
          </a:xfrm>
          <a:prstGeom prst="rect">
            <a:avLst/>
          </a:prstGeom>
          <a:solidFill>
            <a:schemeClr val="accent2">
              <a:lumMod val="60000"/>
              <a:lumOff val="40000"/>
              <a:alpha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35" name="Rectangle 234">
            <a:extLst>
              <a:ext uri="{FF2B5EF4-FFF2-40B4-BE49-F238E27FC236}">
                <a16:creationId xmlns:a16="http://schemas.microsoft.com/office/drawing/2014/main" id="{B2278E52-1E8A-4EA3-8C0F-301FF2D237D7}"/>
              </a:ext>
            </a:extLst>
          </p:cNvPr>
          <p:cNvSpPr/>
          <p:nvPr/>
        </p:nvSpPr>
        <p:spPr>
          <a:xfrm>
            <a:off x="4602440" y="5430949"/>
            <a:ext cx="1296000" cy="1296000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36" name="Rectangle 235">
            <a:extLst>
              <a:ext uri="{FF2B5EF4-FFF2-40B4-BE49-F238E27FC236}">
                <a16:creationId xmlns:a16="http://schemas.microsoft.com/office/drawing/2014/main" id="{1A7D40EA-D897-4680-9C9E-95A604B071C1}"/>
              </a:ext>
            </a:extLst>
          </p:cNvPr>
          <p:cNvSpPr/>
          <p:nvPr/>
        </p:nvSpPr>
        <p:spPr>
          <a:xfrm>
            <a:off x="6546440" y="5430949"/>
            <a:ext cx="648000" cy="1296000"/>
          </a:xfrm>
          <a:prstGeom prst="rect">
            <a:avLst/>
          </a:prstGeom>
          <a:gradFill flip="none" rotWithShape="1">
            <a:gsLst>
              <a:gs pos="6200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0" scaled="1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37" name="Rectangle 236">
            <a:extLst>
              <a:ext uri="{FF2B5EF4-FFF2-40B4-BE49-F238E27FC236}">
                <a16:creationId xmlns:a16="http://schemas.microsoft.com/office/drawing/2014/main" id="{249900C4-E900-4A37-BDAF-8BBD95ED7237}"/>
              </a:ext>
            </a:extLst>
          </p:cNvPr>
          <p:cNvSpPr/>
          <p:nvPr/>
        </p:nvSpPr>
        <p:spPr>
          <a:xfrm rot="10800000">
            <a:off x="5898441" y="5430949"/>
            <a:ext cx="648000" cy="1296000"/>
          </a:xfrm>
          <a:prstGeom prst="rect">
            <a:avLst/>
          </a:prstGeom>
          <a:gradFill flip="none" rotWithShape="1">
            <a:gsLst>
              <a:gs pos="6500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  <a:gs pos="97000">
                <a:schemeClr val="accent2">
                  <a:lumMod val="60000"/>
                  <a:lumOff val="40000"/>
                </a:schemeClr>
              </a:gs>
            </a:gsLst>
            <a:lin ang="0" scaled="1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38" name="Rectangle 237">
            <a:extLst>
              <a:ext uri="{FF2B5EF4-FFF2-40B4-BE49-F238E27FC236}">
                <a16:creationId xmlns:a16="http://schemas.microsoft.com/office/drawing/2014/main" id="{F819064D-457F-4548-9487-87B9BC359777}"/>
              </a:ext>
            </a:extLst>
          </p:cNvPr>
          <p:cNvSpPr/>
          <p:nvPr/>
        </p:nvSpPr>
        <p:spPr>
          <a:xfrm>
            <a:off x="5898440" y="5430949"/>
            <a:ext cx="1296000" cy="1296000"/>
          </a:xfrm>
          <a:prstGeom prst="rect">
            <a:avLst/>
          </a:prstGeom>
          <a:solidFill>
            <a:schemeClr val="accent1">
              <a:lumMod val="40000"/>
              <a:lumOff val="60000"/>
              <a:alpha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39" name="Rectangle 238">
            <a:extLst>
              <a:ext uri="{FF2B5EF4-FFF2-40B4-BE49-F238E27FC236}">
                <a16:creationId xmlns:a16="http://schemas.microsoft.com/office/drawing/2014/main" id="{FED612D4-82F5-4C76-8AED-8B3D8ED7FACB}"/>
              </a:ext>
            </a:extLst>
          </p:cNvPr>
          <p:cNvSpPr/>
          <p:nvPr/>
        </p:nvSpPr>
        <p:spPr>
          <a:xfrm>
            <a:off x="5898440" y="5430949"/>
            <a:ext cx="1296000" cy="1296000"/>
          </a:xfrm>
          <a:prstGeom prst="rect">
            <a:avLst/>
          </a:prstGeom>
          <a:solidFill>
            <a:schemeClr val="accent2">
              <a:lumMod val="60000"/>
              <a:lumOff val="40000"/>
              <a:alpha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40" name="Rectangle 239">
            <a:extLst>
              <a:ext uri="{FF2B5EF4-FFF2-40B4-BE49-F238E27FC236}">
                <a16:creationId xmlns:a16="http://schemas.microsoft.com/office/drawing/2014/main" id="{FFE32A8D-5943-425C-81DA-F38EB64F768F}"/>
              </a:ext>
            </a:extLst>
          </p:cNvPr>
          <p:cNvSpPr/>
          <p:nvPr/>
        </p:nvSpPr>
        <p:spPr>
          <a:xfrm>
            <a:off x="5898440" y="5430949"/>
            <a:ext cx="1296000" cy="1296000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41" name="Rectangle 240">
            <a:extLst>
              <a:ext uri="{FF2B5EF4-FFF2-40B4-BE49-F238E27FC236}">
                <a16:creationId xmlns:a16="http://schemas.microsoft.com/office/drawing/2014/main" id="{462F9E53-909C-46DA-AF56-7E521EEBD4EE}"/>
              </a:ext>
            </a:extLst>
          </p:cNvPr>
          <p:cNvSpPr/>
          <p:nvPr/>
        </p:nvSpPr>
        <p:spPr>
          <a:xfrm>
            <a:off x="7842440" y="5430949"/>
            <a:ext cx="648000" cy="1296000"/>
          </a:xfrm>
          <a:prstGeom prst="rect">
            <a:avLst/>
          </a:prstGeom>
          <a:gradFill flip="none" rotWithShape="1">
            <a:gsLst>
              <a:gs pos="6200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0" scaled="1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42" name="Rectangle 241">
            <a:extLst>
              <a:ext uri="{FF2B5EF4-FFF2-40B4-BE49-F238E27FC236}">
                <a16:creationId xmlns:a16="http://schemas.microsoft.com/office/drawing/2014/main" id="{D680835F-6065-49CA-AAFD-A1448B22C9DD}"/>
              </a:ext>
            </a:extLst>
          </p:cNvPr>
          <p:cNvSpPr/>
          <p:nvPr/>
        </p:nvSpPr>
        <p:spPr>
          <a:xfrm rot="10800000">
            <a:off x="7194441" y="5430949"/>
            <a:ext cx="648000" cy="1296000"/>
          </a:xfrm>
          <a:prstGeom prst="rect">
            <a:avLst/>
          </a:prstGeom>
          <a:gradFill flip="none" rotWithShape="1">
            <a:gsLst>
              <a:gs pos="6500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  <a:gs pos="97000">
                <a:schemeClr val="accent2">
                  <a:lumMod val="60000"/>
                  <a:lumOff val="40000"/>
                </a:schemeClr>
              </a:gs>
            </a:gsLst>
            <a:lin ang="0" scaled="1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43" name="Rectangle 242">
            <a:extLst>
              <a:ext uri="{FF2B5EF4-FFF2-40B4-BE49-F238E27FC236}">
                <a16:creationId xmlns:a16="http://schemas.microsoft.com/office/drawing/2014/main" id="{5EABF406-9F9F-493F-9EB6-D2EB05CFB153}"/>
              </a:ext>
            </a:extLst>
          </p:cNvPr>
          <p:cNvSpPr/>
          <p:nvPr/>
        </p:nvSpPr>
        <p:spPr>
          <a:xfrm>
            <a:off x="7194440" y="5430949"/>
            <a:ext cx="1296000" cy="1296000"/>
          </a:xfrm>
          <a:prstGeom prst="rect">
            <a:avLst/>
          </a:prstGeom>
          <a:solidFill>
            <a:schemeClr val="accent1">
              <a:lumMod val="40000"/>
              <a:lumOff val="60000"/>
              <a:alpha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44" name="Rectangle 243">
            <a:extLst>
              <a:ext uri="{FF2B5EF4-FFF2-40B4-BE49-F238E27FC236}">
                <a16:creationId xmlns:a16="http://schemas.microsoft.com/office/drawing/2014/main" id="{E4F8540D-149F-4543-B466-669FBA807515}"/>
              </a:ext>
            </a:extLst>
          </p:cNvPr>
          <p:cNvSpPr/>
          <p:nvPr/>
        </p:nvSpPr>
        <p:spPr>
          <a:xfrm>
            <a:off x="7194440" y="5430949"/>
            <a:ext cx="1296000" cy="1296000"/>
          </a:xfrm>
          <a:prstGeom prst="rect">
            <a:avLst/>
          </a:prstGeom>
          <a:solidFill>
            <a:schemeClr val="accent2">
              <a:lumMod val="60000"/>
              <a:lumOff val="40000"/>
              <a:alpha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45" name="Rectangle 244">
            <a:extLst>
              <a:ext uri="{FF2B5EF4-FFF2-40B4-BE49-F238E27FC236}">
                <a16:creationId xmlns:a16="http://schemas.microsoft.com/office/drawing/2014/main" id="{9547475C-A21F-4004-8D13-F978BFC4BD9A}"/>
              </a:ext>
            </a:extLst>
          </p:cNvPr>
          <p:cNvSpPr/>
          <p:nvPr/>
        </p:nvSpPr>
        <p:spPr>
          <a:xfrm>
            <a:off x="7194440" y="5430949"/>
            <a:ext cx="1296000" cy="1296000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46" name="Rectangle 245">
            <a:extLst>
              <a:ext uri="{FF2B5EF4-FFF2-40B4-BE49-F238E27FC236}">
                <a16:creationId xmlns:a16="http://schemas.microsoft.com/office/drawing/2014/main" id="{187F359F-1075-411A-8C13-B652493C90E5}"/>
              </a:ext>
            </a:extLst>
          </p:cNvPr>
          <p:cNvSpPr/>
          <p:nvPr/>
        </p:nvSpPr>
        <p:spPr>
          <a:xfrm>
            <a:off x="9138440" y="5430949"/>
            <a:ext cx="648000" cy="1296000"/>
          </a:xfrm>
          <a:prstGeom prst="rect">
            <a:avLst/>
          </a:prstGeom>
          <a:gradFill flip="none" rotWithShape="1">
            <a:gsLst>
              <a:gs pos="6200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0" scaled="1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47" name="Rectangle 246">
            <a:extLst>
              <a:ext uri="{FF2B5EF4-FFF2-40B4-BE49-F238E27FC236}">
                <a16:creationId xmlns:a16="http://schemas.microsoft.com/office/drawing/2014/main" id="{8C4E5959-B853-41E9-A0C0-8EB4EEB3C0D0}"/>
              </a:ext>
            </a:extLst>
          </p:cNvPr>
          <p:cNvSpPr/>
          <p:nvPr/>
        </p:nvSpPr>
        <p:spPr>
          <a:xfrm rot="10800000">
            <a:off x="8490441" y="5430949"/>
            <a:ext cx="648000" cy="1296000"/>
          </a:xfrm>
          <a:prstGeom prst="rect">
            <a:avLst/>
          </a:prstGeom>
          <a:gradFill flip="none" rotWithShape="1">
            <a:gsLst>
              <a:gs pos="6500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  <a:gs pos="97000">
                <a:schemeClr val="accent2">
                  <a:lumMod val="60000"/>
                  <a:lumOff val="40000"/>
                </a:schemeClr>
              </a:gs>
            </a:gsLst>
            <a:lin ang="0" scaled="1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48" name="Rectangle 247">
            <a:extLst>
              <a:ext uri="{FF2B5EF4-FFF2-40B4-BE49-F238E27FC236}">
                <a16:creationId xmlns:a16="http://schemas.microsoft.com/office/drawing/2014/main" id="{C98E1FD5-DE2E-4592-8960-D494F3F78556}"/>
              </a:ext>
            </a:extLst>
          </p:cNvPr>
          <p:cNvSpPr/>
          <p:nvPr/>
        </p:nvSpPr>
        <p:spPr>
          <a:xfrm>
            <a:off x="8490440" y="5430949"/>
            <a:ext cx="1296000" cy="1296000"/>
          </a:xfrm>
          <a:prstGeom prst="rect">
            <a:avLst/>
          </a:prstGeom>
          <a:solidFill>
            <a:schemeClr val="accent1">
              <a:lumMod val="40000"/>
              <a:lumOff val="60000"/>
              <a:alpha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49" name="Rectangle 248">
            <a:extLst>
              <a:ext uri="{FF2B5EF4-FFF2-40B4-BE49-F238E27FC236}">
                <a16:creationId xmlns:a16="http://schemas.microsoft.com/office/drawing/2014/main" id="{5D65DBB2-4EE8-411D-AB9D-E71C65147B08}"/>
              </a:ext>
            </a:extLst>
          </p:cNvPr>
          <p:cNvSpPr/>
          <p:nvPr/>
        </p:nvSpPr>
        <p:spPr>
          <a:xfrm>
            <a:off x="8490440" y="5430949"/>
            <a:ext cx="1296000" cy="1296000"/>
          </a:xfrm>
          <a:prstGeom prst="rect">
            <a:avLst/>
          </a:prstGeom>
          <a:solidFill>
            <a:schemeClr val="accent2">
              <a:lumMod val="60000"/>
              <a:lumOff val="40000"/>
              <a:alpha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50" name="Rectangle 249">
            <a:extLst>
              <a:ext uri="{FF2B5EF4-FFF2-40B4-BE49-F238E27FC236}">
                <a16:creationId xmlns:a16="http://schemas.microsoft.com/office/drawing/2014/main" id="{B833D34C-F502-4A90-A9C9-34645AB7A278}"/>
              </a:ext>
            </a:extLst>
          </p:cNvPr>
          <p:cNvSpPr/>
          <p:nvPr/>
        </p:nvSpPr>
        <p:spPr>
          <a:xfrm>
            <a:off x="8490440" y="5430949"/>
            <a:ext cx="1296000" cy="1296000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446DC06-2922-4CC5-A10D-AE0DECC6F007}"/>
              </a:ext>
            </a:extLst>
          </p:cNvPr>
          <p:cNvSpPr/>
          <p:nvPr/>
        </p:nvSpPr>
        <p:spPr>
          <a:xfrm>
            <a:off x="4602440" y="957957"/>
            <a:ext cx="5183999" cy="575696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51" name="TextBox 250">
            <a:extLst>
              <a:ext uri="{FF2B5EF4-FFF2-40B4-BE49-F238E27FC236}">
                <a16:creationId xmlns:a16="http://schemas.microsoft.com/office/drawing/2014/main" id="{99564FC8-ABD0-4D18-9DA1-698A14DDCD30}"/>
              </a:ext>
            </a:extLst>
          </p:cNvPr>
          <p:cNvSpPr txBox="1"/>
          <p:nvPr/>
        </p:nvSpPr>
        <p:spPr>
          <a:xfrm>
            <a:off x="5190658" y="964311"/>
            <a:ext cx="435974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3200" b="1" dirty="0">
                <a:latin typeface="Ravie" panose="04040805050809020602" pitchFamily="82" charset="0"/>
              </a:rPr>
              <a:t>Жооптор торчолору</a:t>
            </a:r>
            <a:endParaRPr lang="en-GB" sz="3200" b="1" dirty="0">
              <a:latin typeface="Ravie" panose="04040805050809020602" pitchFamily="82" charset="0"/>
            </a:endParaRPr>
          </a:p>
        </p:txBody>
      </p:sp>
      <p:sp>
        <p:nvSpPr>
          <p:cNvPr id="87" name="Rectangle 86">
            <a:extLst>
              <a:ext uri="{FF2B5EF4-FFF2-40B4-BE49-F238E27FC236}">
                <a16:creationId xmlns:a16="http://schemas.microsoft.com/office/drawing/2014/main" id="{364B85DC-15D7-4674-AB83-858538C52B7F}"/>
              </a:ext>
            </a:extLst>
          </p:cNvPr>
          <p:cNvSpPr/>
          <p:nvPr/>
        </p:nvSpPr>
        <p:spPr>
          <a:xfrm>
            <a:off x="-37262" y="5900043"/>
            <a:ext cx="4692823" cy="107721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ky-KG" sz="1600" dirty="0">
                <a:latin typeface="Arial" panose="020B0604020202020204" pitchFamily="34" charset="0"/>
                <a:cs typeface="Arial" panose="020B0604020202020204" pitchFamily="34" charset="0"/>
              </a:rPr>
              <a:t>Жооптор торчосунан эквиваленттүү</a:t>
            </a:r>
          </a:p>
          <a:p>
            <a:pPr algn="ctr"/>
            <a:r>
              <a:rPr lang="ky-KG" sz="1600" dirty="0">
                <a:latin typeface="Arial" panose="020B0604020202020204" pitchFamily="34" charset="0"/>
                <a:cs typeface="Arial" panose="020B0604020202020204" pitchFamily="34" charset="0"/>
              </a:rPr>
              <a:t> санды тап.</a:t>
            </a:r>
          </a:p>
          <a:p>
            <a:pPr algn="ctr"/>
            <a:r>
              <a:rPr lang="ky-KG" sz="1600" dirty="0">
                <a:latin typeface="Arial" panose="020B0604020202020204" pitchFamily="34" charset="0"/>
                <a:cs typeface="Arial" panose="020B0604020202020204" pitchFamily="34" charset="0"/>
              </a:rPr>
              <a:t>Катыштар үчүн биринчи бөлүккө эквивалентти </a:t>
            </a:r>
          </a:p>
          <a:p>
            <a:pPr algn="ctr"/>
            <a:r>
              <a:rPr lang="ky-KG" sz="1600" dirty="0">
                <a:latin typeface="Arial" panose="020B0604020202020204" pitchFamily="34" charset="0"/>
                <a:cs typeface="Arial" panose="020B0604020202020204" pitchFamily="34" charset="0"/>
              </a:rPr>
              <a:t>тап.</a:t>
            </a:r>
            <a:endParaRPr lang="en-GB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579005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0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" dur="5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"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6"/>
                  </p:tgtEl>
                </p:cond>
              </p:nextCondLst>
            </p:seq>
            <p:seq concurrent="1" nextAc="seek">
              <p:cTn id="15" restart="whenNotActive" fill="hold" evtFilter="cancelBubble" nodeType="interactiveSeq">
                <p:stCondLst>
                  <p:cond evt="onClick" delay="0">
                    <p:tgtEl>
                      <p:spTgt spid="10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6" fill="hold">
                      <p:stCondLst>
                        <p:cond delay="0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0" dur="50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500"/>
                            </p:stCondLst>
                            <p:childTnLst>
                              <p:par>
                                <p:cTn id="22" presetID="10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3" dur="5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6"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5"/>
                  </p:tgtEl>
                </p:cond>
              </p:nextCondLst>
            </p:seq>
            <p:seq concurrent="1" nextAc="seek">
              <p:cTn id="28" restart="whenNotActive" fill="hold" evtFilter="cancelBubble" nodeType="interactiveSeq">
                <p:stCondLst>
                  <p:cond evt="onClick" delay="0">
                    <p:tgtEl>
                      <p:spTgt spid="17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9" fill="hold">
                      <p:stCondLst>
                        <p:cond delay="0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1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500"/>
                            </p:stCondLst>
                            <p:childTnLst>
                              <p:par>
                                <p:cTn id="35" presetID="10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6" dur="500"/>
                                        <p:tgtEl>
                                          <p:spTgt spid="17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9" dur="500"/>
                                        <p:tgtEl>
                                          <p:spTgt spid="17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77"/>
                  </p:tgtEl>
                </p:cond>
              </p:nextCondLst>
            </p:seq>
            <p:seq concurrent="1" nextAc="seek">
              <p:cTn id="41" restart="whenNotActive" fill="hold" evtFilter="cancelBubble" nodeType="interactiveSeq">
                <p:stCondLst>
                  <p:cond evt="onClick" delay="0">
                    <p:tgtEl>
                      <p:spTgt spid="17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2" fill="hold">
                      <p:stCondLst>
                        <p:cond delay="0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6" dur="500"/>
                                        <p:tgtEl>
                                          <p:spTgt spid="1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500"/>
                            </p:stCondLst>
                            <p:childTnLst>
                              <p:par>
                                <p:cTn id="48" presetID="10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9" dur="500"/>
                                        <p:tgtEl>
                                          <p:spTgt spid="17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2" dur="500"/>
                                        <p:tgtEl>
                                          <p:spTgt spid="17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76"/>
                  </p:tgtEl>
                </p:cond>
              </p:nextCondLst>
            </p:seq>
            <p:seq concurrent="1" nextAc="seek">
              <p:cTn id="54" restart="whenNotActive" fill="hold" evtFilter="cancelBubble" nodeType="interactiveSeq">
                <p:stCondLst>
                  <p:cond evt="onClick" delay="0">
                    <p:tgtEl>
                      <p:spTgt spid="18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5" fill="hold">
                      <p:stCondLst>
                        <p:cond delay="0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1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500"/>
                            </p:stCondLst>
                            <p:childTnLst>
                              <p:par>
                                <p:cTn id="61" presetID="10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2" dur="500"/>
                                        <p:tgtEl>
                                          <p:spTgt spid="18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4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5" dur="500"/>
                                        <p:tgtEl>
                                          <p:spTgt spid="18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82"/>
                  </p:tgtEl>
                </p:cond>
              </p:nextCondLst>
            </p:seq>
            <p:seq concurrent="1" nextAc="seek">
              <p:cTn id="67" restart="whenNotActive" fill="hold" evtFilter="cancelBubble" nodeType="interactiveSeq">
                <p:stCondLst>
                  <p:cond evt="onClick" delay="0">
                    <p:tgtEl>
                      <p:spTgt spid="18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8" fill="hold">
                      <p:stCondLst>
                        <p:cond delay="0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2" dur="500"/>
                                        <p:tgtEl>
                                          <p:spTgt spid="1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3" fill="hold">
                            <p:stCondLst>
                              <p:cond delay="500"/>
                            </p:stCondLst>
                            <p:childTnLst>
                              <p:par>
                                <p:cTn id="74" presetID="10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5" dur="500"/>
                                        <p:tgtEl>
                                          <p:spTgt spid="18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8" dur="500"/>
                                        <p:tgtEl>
                                          <p:spTgt spid="18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81"/>
                  </p:tgtEl>
                </p:cond>
              </p:nextCondLst>
            </p:seq>
            <p:seq concurrent="1" nextAc="seek">
              <p:cTn id="80" restart="whenNotActive" fill="hold" evtFilter="cancelBubble" nodeType="interactiveSeq">
                <p:stCondLst>
                  <p:cond evt="onClick" delay="0">
                    <p:tgtEl>
                      <p:spTgt spid="18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1" fill="hold">
                      <p:stCondLst>
                        <p:cond delay="0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5" dur="500"/>
                                        <p:tgtEl>
                                          <p:spTgt spid="1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6" fill="hold">
                            <p:stCondLst>
                              <p:cond delay="500"/>
                            </p:stCondLst>
                            <p:childTnLst>
                              <p:par>
                                <p:cTn id="87" presetID="10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8" dur="500"/>
                                        <p:tgtEl>
                                          <p:spTgt spid="18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0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1" dur="500"/>
                                        <p:tgtEl>
                                          <p:spTgt spid="18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87"/>
                  </p:tgtEl>
                </p:cond>
              </p:nextCondLst>
            </p:seq>
            <p:seq concurrent="1" nextAc="seek">
              <p:cTn id="93" restart="whenNotActive" fill="hold" evtFilter="cancelBubble" nodeType="interactiveSeq">
                <p:stCondLst>
                  <p:cond evt="onClick" delay="0">
                    <p:tgtEl>
                      <p:spTgt spid="18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4" fill="hold">
                      <p:stCondLst>
                        <p:cond delay="0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98" dur="500"/>
                                        <p:tgtEl>
                                          <p:spTgt spid="1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9" fill="hold">
                            <p:stCondLst>
                              <p:cond delay="500"/>
                            </p:stCondLst>
                            <p:childTnLst>
                              <p:par>
                                <p:cTn id="100" presetID="10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1" dur="500"/>
                                        <p:tgtEl>
                                          <p:spTgt spid="18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3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4" dur="500"/>
                                        <p:tgtEl>
                                          <p:spTgt spid="18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86"/>
                  </p:tgtEl>
                </p:cond>
              </p:nextCondLst>
            </p:seq>
            <p:seq concurrent="1" nextAc="seek">
              <p:cTn id="106" restart="whenNotActive" fill="hold" evtFilter="cancelBubble" nodeType="interactiveSeq">
                <p:stCondLst>
                  <p:cond evt="onClick" delay="0">
                    <p:tgtEl>
                      <p:spTgt spid="19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7" fill="hold">
                      <p:stCondLst>
                        <p:cond delay="0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1" dur="500"/>
                                        <p:tgtEl>
                                          <p:spTgt spid="1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2" fill="hold">
                            <p:stCondLst>
                              <p:cond delay="500"/>
                            </p:stCondLst>
                            <p:childTnLst>
                              <p:par>
                                <p:cTn id="113" presetID="10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4" dur="500"/>
                                        <p:tgtEl>
                                          <p:spTgt spid="19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6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7" dur="500"/>
                                        <p:tgtEl>
                                          <p:spTgt spid="19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92"/>
                  </p:tgtEl>
                </p:cond>
              </p:nextCondLst>
            </p:seq>
            <p:seq concurrent="1" nextAc="seek">
              <p:cTn id="119" restart="whenNotActive" fill="hold" evtFilter="cancelBubble" nodeType="interactiveSeq">
                <p:stCondLst>
                  <p:cond evt="onClick" delay="0">
                    <p:tgtEl>
                      <p:spTgt spid="19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20" fill="hold">
                      <p:stCondLst>
                        <p:cond delay="0"/>
                      </p:stCondLst>
                      <p:childTnLst>
                        <p:par>
                          <p:cTn id="121" fill="hold">
                            <p:stCondLst>
                              <p:cond delay="0"/>
                            </p:stCondLst>
                            <p:childTnLst>
                              <p:par>
                                <p:cTn id="122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24" dur="500"/>
                                        <p:tgtEl>
                                          <p:spTgt spid="1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5" fill="hold">
                            <p:stCondLst>
                              <p:cond delay="500"/>
                            </p:stCondLst>
                            <p:childTnLst>
                              <p:par>
                                <p:cTn id="126" presetID="10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7" dur="500"/>
                                        <p:tgtEl>
                                          <p:spTgt spid="19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9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0" dur="500"/>
                                        <p:tgtEl>
                                          <p:spTgt spid="19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91"/>
                  </p:tgtEl>
                </p:cond>
              </p:nextCondLst>
            </p:seq>
            <p:seq concurrent="1" nextAc="seek">
              <p:cTn id="132" restart="whenNotActive" fill="hold" evtFilter="cancelBubble" nodeType="interactiveSeq">
                <p:stCondLst>
                  <p:cond evt="onClick" delay="0">
                    <p:tgtEl>
                      <p:spTgt spid="19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33" fill="hold">
                      <p:stCondLst>
                        <p:cond delay="0"/>
                      </p:stCondLst>
                      <p:childTnLst>
                        <p:par>
                          <p:cTn id="134" fill="hold">
                            <p:stCondLst>
                              <p:cond delay="0"/>
                            </p:stCondLst>
                            <p:childTnLst>
                              <p:par>
                                <p:cTn id="1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7" dur="500"/>
                                        <p:tgtEl>
                                          <p:spTgt spid="1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8" fill="hold">
                            <p:stCondLst>
                              <p:cond delay="500"/>
                            </p:stCondLst>
                            <p:childTnLst>
                              <p:par>
                                <p:cTn id="139" presetID="10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0" dur="500"/>
                                        <p:tgtEl>
                                          <p:spTgt spid="19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2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3" dur="500"/>
                                        <p:tgtEl>
                                          <p:spTgt spid="19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97"/>
                  </p:tgtEl>
                </p:cond>
              </p:nextCondLst>
            </p:seq>
            <p:seq concurrent="1" nextAc="seek">
              <p:cTn id="145" restart="whenNotActive" fill="hold" evtFilter="cancelBubble" nodeType="interactiveSeq">
                <p:stCondLst>
                  <p:cond evt="onClick" delay="0">
                    <p:tgtEl>
                      <p:spTgt spid="19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46" fill="hold">
                      <p:stCondLst>
                        <p:cond delay="0"/>
                      </p:stCondLst>
                      <p:childTnLst>
                        <p:par>
                          <p:cTn id="147" fill="hold">
                            <p:stCondLst>
                              <p:cond delay="0"/>
                            </p:stCondLst>
                            <p:childTnLst>
                              <p:par>
                                <p:cTn id="148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50" dur="500"/>
                                        <p:tgtEl>
                                          <p:spTgt spid="1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1" fill="hold">
                            <p:stCondLst>
                              <p:cond delay="500"/>
                            </p:stCondLst>
                            <p:childTnLst>
                              <p:par>
                                <p:cTn id="152" presetID="10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3" dur="500"/>
                                        <p:tgtEl>
                                          <p:spTgt spid="19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5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6" dur="500"/>
                                        <p:tgtEl>
                                          <p:spTgt spid="19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96"/>
                  </p:tgtEl>
                </p:cond>
              </p:nextCondLst>
            </p:seq>
            <p:seq concurrent="1" nextAc="seek">
              <p:cTn id="158" restart="whenNotActive" fill="hold" evtFilter="cancelBubble" nodeType="interactiveSeq">
                <p:stCondLst>
                  <p:cond evt="onClick" delay="0">
                    <p:tgtEl>
                      <p:spTgt spid="20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9" fill="hold">
                      <p:stCondLst>
                        <p:cond delay="0"/>
                      </p:stCondLst>
                      <p:childTnLst>
                        <p:par>
                          <p:cTn id="160" fill="hold">
                            <p:stCondLst>
                              <p:cond delay="0"/>
                            </p:stCondLst>
                            <p:childTnLst>
                              <p:par>
                                <p:cTn id="16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3" dur="500"/>
                                        <p:tgtEl>
                                          <p:spTgt spid="2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4" fill="hold">
                            <p:stCondLst>
                              <p:cond delay="500"/>
                            </p:stCondLst>
                            <p:childTnLst>
                              <p:par>
                                <p:cTn id="165" presetID="10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6" dur="500"/>
                                        <p:tgtEl>
                                          <p:spTgt spid="20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8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9" dur="500"/>
                                        <p:tgtEl>
                                          <p:spTgt spid="20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02"/>
                  </p:tgtEl>
                </p:cond>
              </p:nextCondLst>
            </p:seq>
            <p:seq concurrent="1" nextAc="seek">
              <p:cTn id="171" restart="whenNotActive" fill="hold" evtFilter="cancelBubble" nodeType="interactiveSeq">
                <p:stCondLst>
                  <p:cond evt="onClick" delay="0">
                    <p:tgtEl>
                      <p:spTgt spid="20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72" fill="hold">
                      <p:stCondLst>
                        <p:cond delay="0"/>
                      </p:stCondLst>
                      <p:childTnLst>
                        <p:par>
                          <p:cTn id="173" fill="hold">
                            <p:stCondLst>
                              <p:cond delay="0"/>
                            </p:stCondLst>
                            <p:childTnLst>
                              <p:par>
                                <p:cTn id="174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76" dur="500"/>
                                        <p:tgtEl>
                                          <p:spTgt spid="2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7" fill="hold">
                            <p:stCondLst>
                              <p:cond delay="500"/>
                            </p:stCondLst>
                            <p:childTnLst>
                              <p:par>
                                <p:cTn id="178" presetID="10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79" dur="500"/>
                                        <p:tgtEl>
                                          <p:spTgt spid="20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1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2" dur="500"/>
                                        <p:tgtEl>
                                          <p:spTgt spid="20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01"/>
                  </p:tgtEl>
                </p:cond>
              </p:nextCondLst>
            </p:seq>
            <p:seq concurrent="1" nextAc="seek">
              <p:cTn id="184" restart="whenNotActive" fill="hold" evtFilter="cancelBubble" nodeType="interactiveSeq">
                <p:stCondLst>
                  <p:cond evt="onClick" delay="0">
                    <p:tgtEl>
                      <p:spTgt spid="20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85" fill="hold">
                      <p:stCondLst>
                        <p:cond delay="0"/>
                      </p:stCondLst>
                      <p:childTnLst>
                        <p:par>
                          <p:cTn id="186" fill="hold">
                            <p:stCondLst>
                              <p:cond delay="0"/>
                            </p:stCondLst>
                            <p:childTnLst>
                              <p:par>
                                <p:cTn id="18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9" dur="500"/>
                                        <p:tgtEl>
                                          <p:spTgt spid="2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0" fill="hold">
                            <p:stCondLst>
                              <p:cond delay="500"/>
                            </p:stCondLst>
                            <p:childTnLst>
                              <p:par>
                                <p:cTn id="191" presetID="10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92" dur="500"/>
                                        <p:tgtEl>
                                          <p:spTgt spid="20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4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95" dur="500"/>
                                        <p:tgtEl>
                                          <p:spTgt spid="20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07"/>
                  </p:tgtEl>
                </p:cond>
              </p:nextCondLst>
            </p:seq>
            <p:seq concurrent="1" nextAc="seek">
              <p:cTn id="197" restart="whenNotActive" fill="hold" evtFilter="cancelBubble" nodeType="interactiveSeq">
                <p:stCondLst>
                  <p:cond evt="onClick" delay="0">
                    <p:tgtEl>
                      <p:spTgt spid="20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98" fill="hold">
                      <p:stCondLst>
                        <p:cond delay="0"/>
                      </p:stCondLst>
                      <p:childTnLst>
                        <p:par>
                          <p:cTn id="199" fill="hold">
                            <p:stCondLst>
                              <p:cond delay="0"/>
                            </p:stCondLst>
                            <p:childTnLst>
                              <p:par>
                                <p:cTn id="200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02" dur="500"/>
                                        <p:tgtEl>
                                          <p:spTgt spid="2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3" fill="hold">
                            <p:stCondLst>
                              <p:cond delay="500"/>
                            </p:stCondLst>
                            <p:childTnLst>
                              <p:par>
                                <p:cTn id="204" presetID="10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05" dur="500"/>
                                        <p:tgtEl>
                                          <p:spTgt spid="20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7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08" dur="500"/>
                                        <p:tgtEl>
                                          <p:spTgt spid="20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06"/>
                  </p:tgtEl>
                </p:cond>
              </p:nextCondLst>
            </p:seq>
            <p:seq concurrent="1" nextAc="seek">
              <p:cTn id="210" restart="whenNotActive" fill="hold" evtFilter="cancelBubble" nodeType="interactiveSeq">
                <p:stCondLst>
                  <p:cond evt="onClick" delay="0">
                    <p:tgtEl>
                      <p:spTgt spid="21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11" fill="hold">
                      <p:stCondLst>
                        <p:cond delay="0"/>
                      </p:stCondLst>
                      <p:childTnLst>
                        <p:par>
                          <p:cTn id="212" fill="hold">
                            <p:stCondLst>
                              <p:cond delay="0"/>
                            </p:stCondLst>
                            <p:childTnLst>
                              <p:par>
                                <p:cTn id="21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5" dur="500"/>
                                        <p:tgtEl>
                                          <p:spTgt spid="2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6" fill="hold">
                            <p:stCondLst>
                              <p:cond delay="500"/>
                            </p:stCondLst>
                            <p:childTnLst>
                              <p:par>
                                <p:cTn id="217" presetID="10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18" dur="500"/>
                                        <p:tgtEl>
                                          <p:spTgt spid="2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0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21" dur="500"/>
                                        <p:tgtEl>
                                          <p:spTgt spid="2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12"/>
                  </p:tgtEl>
                </p:cond>
              </p:nextCondLst>
            </p:seq>
            <p:seq concurrent="1" nextAc="seek">
              <p:cTn id="223" restart="whenNotActive" fill="hold" evtFilter="cancelBubble" nodeType="interactiveSeq">
                <p:stCondLst>
                  <p:cond evt="onClick" delay="0">
                    <p:tgtEl>
                      <p:spTgt spid="2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24" fill="hold">
                      <p:stCondLst>
                        <p:cond delay="0"/>
                      </p:stCondLst>
                      <p:childTnLst>
                        <p:par>
                          <p:cTn id="225" fill="hold">
                            <p:stCondLst>
                              <p:cond delay="0"/>
                            </p:stCondLst>
                            <p:childTnLst>
                              <p:par>
                                <p:cTn id="226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28" dur="500"/>
                                        <p:tgtEl>
                                          <p:spTgt spid="2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9" fill="hold">
                            <p:stCondLst>
                              <p:cond delay="500"/>
                            </p:stCondLst>
                            <p:childTnLst>
                              <p:par>
                                <p:cTn id="230" presetID="10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31" dur="500"/>
                                        <p:tgtEl>
                                          <p:spTgt spid="2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3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34" dur="500"/>
                                        <p:tgtEl>
                                          <p:spTgt spid="2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3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11"/>
                  </p:tgtEl>
                </p:cond>
              </p:nextCondLst>
            </p:seq>
            <p:seq concurrent="1" nextAc="seek">
              <p:cTn id="236" restart="whenNotActive" fill="hold" evtFilter="cancelBubble" nodeType="interactiveSeq">
                <p:stCondLst>
                  <p:cond evt="onClick" delay="0">
                    <p:tgtEl>
                      <p:spTgt spid="21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37" fill="hold">
                      <p:stCondLst>
                        <p:cond delay="0"/>
                      </p:stCondLst>
                      <p:childTnLst>
                        <p:par>
                          <p:cTn id="238" fill="hold">
                            <p:stCondLst>
                              <p:cond delay="0"/>
                            </p:stCondLst>
                            <p:childTnLst>
                              <p:par>
                                <p:cTn id="23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1" dur="500"/>
                                        <p:tgtEl>
                                          <p:spTgt spid="2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2" fill="hold">
                            <p:stCondLst>
                              <p:cond delay="500"/>
                            </p:stCondLst>
                            <p:childTnLst>
                              <p:par>
                                <p:cTn id="243" presetID="10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44" dur="500"/>
                                        <p:tgtEl>
                                          <p:spTgt spid="2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4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6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47" dur="500"/>
                                        <p:tgtEl>
                                          <p:spTgt spid="2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4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17"/>
                  </p:tgtEl>
                </p:cond>
              </p:nextCondLst>
            </p:seq>
            <p:seq concurrent="1" nextAc="seek">
              <p:cTn id="249" restart="whenNotActive" fill="hold" evtFilter="cancelBubble" nodeType="interactiveSeq">
                <p:stCondLst>
                  <p:cond evt="onClick" delay="0">
                    <p:tgtEl>
                      <p:spTgt spid="21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50" fill="hold">
                      <p:stCondLst>
                        <p:cond delay="0"/>
                      </p:stCondLst>
                      <p:childTnLst>
                        <p:par>
                          <p:cTn id="251" fill="hold">
                            <p:stCondLst>
                              <p:cond delay="0"/>
                            </p:stCondLst>
                            <p:childTnLst>
                              <p:par>
                                <p:cTn id="252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54" dur="500"/>
                                        <p:tgtEl>
                                          <p:spTgt spid="2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5" fill="hold">
                            <p:stCondLst>
                              <p:cond delay="500"/>
                            </p:stCondLst>
                            <p:childTnLst>
                              <p:par>
                                <p:cTn id="256" presetID="10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57" dur="500"/>
                                        <p:tgtEl>
                                          <p:spTgt spid="2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9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60" dur="500"/>
                                        <p:tgtEl>
                                          <p:spTgt spid="2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6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16"/>
                  </p:tgtEl>
                </p:cond>
              </p:nextCondLst>
            </p:seq>
            <p:seq concurrent="1" nextAc="seek">
              <p:cTn id="262" restart="whenNotActive" fill="hold" evtFilter="cancelBubble" nodeType="interactiveSeq">
                <p:stCondLst>
                  <p:cond evt="onClick" delay="0">
                    <p:tgtEl>
                      <p:spTgt spid="22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63" fill="hold">
                      <p:stCondLst>
                        <p:cond delay="0"/>
                      </p:stCondLst>
                      <p:childTnLst>
                        <p:par>
                          <p:cTn id="264" fill="hold">
                            <p:stCondLst>
                              <p:cond delay="0"/>
                            </p:stCondLst>
                            <p:childTnLst>
                              <p:par>
                                <p:cTn id="26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7" dur="500"/>
                                        <p:tgtEl>
                                          <p:spTgt spid="2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8" fill="hold">
                            <p:stCondLst>
                              <p:cond delay="500"/>
                            </p:stCondLst>
                            <p:childTnLst>
                              <p:par>
                                <p:cTn id="269" presetID="10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70" dur="500"/>
                                        <p:tgtEl>
                                          <p:spTgt spid="22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2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73" dur="500"/>
                                        <p:tgtEl>
                                          <p:spTgt spid="2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22"/>
                  </p:tgtEl>
                </p:cond>
              </p:nextCondLst>
            </p:seq>
            <p:seq concurrent="1" nextAc="seek">
              <p:cTn id="275" restart="whenNotActive" fill="hold" evtFilter="cancelBubble" nodeType="interactiveSeq">
                <p:stCondLst>
                  <p:cond evt="onClick" delay="0">
                    <p:tgtEl>
                      <p:spTgt spid="22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76" fill="hold">
                      <p:stCondLst>
                        <p:cond delay="0"/>
                      </p:stCondLst>
                      <p:childTnLst>
                        <p:par>
                          <p:cTn id="277" fill="hold">
                            <p:stCondLst>
                              <p:cond delay="0"/>
                            </p:stCondLst>
                            <p:childTnLst>
                              <p:par>
                                <p:cTn id="278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80" dur="500"/>
                                        <p:tgtEl>
                                          <p:spTgt spid="2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1" fill="hold">
                            <p:stCondLst>
                              <p:cond delay="500"/>
                            </p:stCondLst>
                            <p:childTnLst>
                              <p:par>
                                <p:cTn id="282" presetID="10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83" dur="500"/>
                                        <p:tgtEl>
                                          <p:spTgt spid="22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5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86" dur="500"/>
                                        <p:tgtEl>
                                          <p:spTgt spid="2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21"/>
                  </p:tgtEl>
                </p:cond>
              </p:nextCondLst>
            </p:seq>
            <p:seq concurrent="1" nextAc="seek">
              <p:cTn id="288" restart="whenNotActive" fill="hold" evtFilter="cancelBubble" nodeType="interactiveSeq">
                <p:stCondLst>
                  <p:cond evt="onClick" delay="0">
                    <p:tgtEl>
                      <p:spTgt spid="22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89" fill="hold">
                      <p:stCondLst>
                        <p:cond delay="0"/>
                      </p:stCondLst>
                      <p:childTnLst>
                        <p:par>
                          <p:cTn id="290" fill="hold">
                            <p:stCondLst>
                              <p:cond delay="0"/>
                            </p:stCondLst>
                            <p:childTnLst>
                              <p:par>
                                <p:cTn id="29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3" dur="500"/>
                                        <p:tgtEl>
                                          <p:spTgt spid="2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4" fill="hold">
                            <p:stCondLst>
                              <p:cond delay="500"/>
                            </p:stCondLst>
                            <p:childTnLst>
                              <p:par>
                                <p:cTn id="295" presetID="10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96" dur="500"/>
                                        <p:tgtEl>
                                          <p:spTgt spid="22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9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8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99" dur="500"/>
                                        <p:tgtEl>
                                          <p:spTgt spid="2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0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27"/>
                  </p:tgtEl>
                </p:cond>
              </p:nextCondLst>
            </p:seq>
            <p:seq concurrent="1" nextAc="seek">
              <p:cTn id="301" restart="whenNotActive" fill="hold" evtFilter="cancelBubble" nodeType="interactiveSeq">
                <p:stCondLst>
                  <p:cond evt="onClick" delay="0">
                    <p:tgtEl>
                      <p:spTgt spid="22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02" fill="hold">
                      <p:stCondLst>
                        <p:cond delay="0"/>
                      </p:stCondLst>
                      <p:childTnLst>
                        <p:par>
                          <p:cTn id="303" fill="hold">
                            <p:stCondLst>
                              <p:cond delay="0"/>
                            </p:stCondLst>
                            <p:childTnLst>
                              <p:par>
                                <p:cTn id="304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06" dur="500"/>
                                        <p:tgtEl>
                                          <p:spTgt spid="2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7" fill="hold">
                            <p:stCondLst>
                              <p:cond delay="500"/>
                            </p:stCondLst>
                            <p:childTnLst>
                              <p:par>
                                <p:cTn id="308" presetID="10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09" dur="500"/>
                                        <p:tgtEl>
                                          <p:spTgt spid="22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1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12" dur="500"/>
                                        <p:tgtEl>
                                          <p:spTgt spid="2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26"/>
                  </p:tgtEl>
                </p:cond>
              </p:nextCondLst>
            </p:seq>
            <p:seq concurrent="1" nextAc="seek">
              <p:cTn id="314" restart="whenNotActive" fill="hold" evtFilter="cancelBubble" nodeType="interactiveSeq">
                <p:stCondLst>
                  <p:cond evt="onClick" delay="0">
                    <p:tgtEl>
                      <p:spTgt spid="23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15" fill="hold">
                      <p:stCondLst>
                        <p:cond delay="0"/>
                      </p:stCondLst>
                      <p:childTnLst>
                        <p:par>
                          <p:cTn id="316" fill="hold">
                            <p:stCondLst>
                              <p:cond delay="0"/>
                            </p:stCondLst>
                            <p:childTnLst>
                              <p:par>
                                <p:cTn id="31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9" dur="500"/>
                                        <p:tgtEl>
                                          <p:spTgt spid="2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0" fill="hold">
                            <p:stCondLst>
                              <p:cond delay="500"/>
                            </p:stCondLst>
                            <p:childTnLst>
                              <p:par>
                                <p:cTn id="321" presetID="10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22" dur="500"/>
                                        <p:tgtEl>
                                          <p:spTgt spid="23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4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25" dur="500"/>
                                        <p:tgtEl>
                                          <p:spTgt spid="23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32"/>
                  </p:tgtEl>
                </p:cond>
              </p:nextCondLst>
            </p:seq>
            <p:seq concurrent="1" nextAc="seek">
              <p:cTn id="327" restart="whenNotActive" fill="hold" evtFilter="cancelBubble" nodeType="interactiveSeq">
                <p:stCondLst>
                  <p:cond evt="onClick" delay="0">
                    <p:tgtEl>
                      <p:spTgt spid="23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28" fill="hold">
                      <p:stCondLst>
                        <p:cond delay="0"/>
                      </p:stCondLst>
                      <p:childTnLst>
                        <p:par>
                          <p:cTn id="329" fill="hold">
                            <p:stCondLst>
                              <p:cond delay="0"/>
                            </p:stCondLst>
                            <p:childTnLst>
                              <p:par>
                                <p:cTn id="330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32" dur="500"/>
                                        <p:tgtEl>
                                          <p:spTgt spid="2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3" fill="hold">
                            <p:stCondLst>
                              <p:cond delay="500"/>
                            </p:stCondLst>
                            <p:childTnLst>
                              <p:par>
                                <p:cTn id="334" presetID="10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35" dur="500"/>
                                        <p:tgtEl>
                                          <p:spTgt spid="23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3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7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38" dur="500"/>
                                        <p:tgtEl>
                                          <p:spTgt spid="23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3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31"/>
                  </p:tgtEl>
                </p:cond>
              </p:nextCondLst>
            </p:seq>
            <p:seq concurrent="1" nextAc="seek">
              <p:cTn id="340" restart="whenNotActive" fill="hold" evtFilter="cancelBubble" nodeType="interactiveSeq">
                <p:stCondLst>
                  <p:cond evt="onClick" delay="0">
                    <p:tgtEl>
                      <p:spTgt spid="23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41" fill="hold">
                      <p:stCondLst>
                        <p:cond delay="0"/>
                      </p:stCondLst>
                      <p:childTnLst>
                        <p:par>
                          <p:cTn id="342" fill="hold">
                            <p:stCondLst>
                              <p:cond delay="0"/>
                            </p:stCondLst>
                            <p:childTnLst>
                              <p:par>
                                <p:cTn id="34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5" dur="500"/>
                                        <p:tgtEl>
                                          <p:spTgt spid="2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6" fill="hold">
                            <p:stCondLst>
                              <p:cond delay="500"/>
                            </p:stCondLst>
                            <p:childTnLst>
                              <p:par>
                                <p:cTn id="347" presetID="10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48" dur="500"/>
                                        <p:tgtEl>
                                          <p:spTgt spid="23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4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0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51" dur="500"/>
                                        <p:tgtEl>
                                          <p:spTgt spid="23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5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37"/>
                  </p:tgtEl>
                </p:cond>
              </p:nextCondLst>
            </p:seq>
            <p:seq concurrent="1" nextAc="seek">
              <p:cTn id="353" restart="whenNotActive" fill="hold" evtFilter="cancelBubble" nodeType="interactiveSeq">
                <p:stCondLst>
                  <p:cond evt="onClick" delay="0">
                    <p:tgtEl>
                      <p:spTgt spid="23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54" fill="hold">
                      <p:stCondLst>
                        <p:cond delay="0"/>
                      </p:stCondLst>
                      <p:childTnLst>
                        <p:par>
                          <p:cTn id="355" fill="hold">
                            <p:stCondLst>
                              <p:cond delay="0"/>
                            </p:stCondLst>
                            <p:childTnLst>
                              <p:par>
                                <p:cTn id="356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58" dur="500"/>
                                        <p:tgtEl>
                                          <p:spTgt spid="2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9" fill="hold">
                            <p:stCondLst>
                              <p:cond delay="500"/>
                            </p:stCondLst>
                            <p:childTnLst>
                              <p:par>
                                <p:cTn id="360" presetID="10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61" dur="500"/>
                                        <p:tgtEl>
                                          <p:spTgt spid="23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6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3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64" dur="500"/>
                                        <p:tgtEl>
                                          <p:spTgt spid="23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6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36"/>
                  </p:tgtEl>
                </p:cond>
              </p:nextCondLst>
            </p:seq>
            <p:seq concurrent="1" nextAc="seek">
              <p:cTn id="366" restart="whenNotActive" fill="hold" evtFilter="cancelBubble" nodeType="interactiveSeq">
                <p:stCondLst>
                  <p:cond evt="onClick" delay="0">
                    <p:tgtEl>
                      <p:spTgt spid="24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67" fill="hold">
                      <p:stCondLst>
                        <p:cond delay="0"/>
                      </p:stCondLst>
                      <p:childTnLst>
                        <p:par>
                          <p:cTn id="368" fill="hold">
                            <p:stCondLst>
                              <p:cond delay="0"/>
                            </p:stCondLst>
                            <p:childTnLst>
                              <p:par>
                                <p:cTn id="36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1" dur="500"/>
                                        <p:tgtEl>
                                          <p:spTgt spid="2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2" fill="hold">
                            <p:stCondLst>
                              <p:cond delay="500"/>
                            </p:stCondLst>
                            <p:childTnLst>
                              <p:par>
                                <p:cTn id="373" presetID="10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74" dur="500"/>
                                        <p:tgtEl>
                                          <p:spTgt spid="24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6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77" dur="500"/>
                                        <p:tgtEl>
                                          <p:spTgt spid="24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42"/>
                  </p:tgtEl>
                </p:cond>
              </p:nextCondLst>
            </p:seq>
            <p:seq concurrent="1" nextAc="seek">
              <p:cTn id="379" restart="whenNotActive" fill="hold" evtFilter="cancelBubble" nodeType="interactiveSeq">
                <p:stCondLst>
                  <p:cond evt="onClick" delay="0">
                    <p:tgtEl>
                      <p:spTgt spid="24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80" fill="hold">
                      <p:stCondLst>
                        <p:cond delay="0"/>
                      </p:stCondLst>
                      <p:childTnLst>
                        <p:par>
                          <p:cTn id="381" fill="hold">
                            <p:stCondLst>
                              <p:cond delay="0"/>
                            </p:stCondLst>
                            <p:childTnLst>
                              <p:par>
                                <p:cTn id="382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84" dur="500"/>
                                        <p:tgtEl>
                                          <p:spTgt spid="2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5" fill="hold">
                            <p:stCondLst>
                              <p:cond delay="500"/>
                            </p:stCondLst>
                            <p:childTnLst>
                              <p:par>
                                <p:cTn id="386" presetID="10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87" dur="500"/>
                                        <p:tgtEl>
                                          <p:spTgt spid="24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8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9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90" dur="500"/>
                                        <p:tgtEl>
                                          <p:spTgt spid="24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9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41"/>
                  </p:tgtEl>
                </p:cond>
              </p:nextCondLst>
            </p:seq>
            <p:seq concurrent="1" nextAc="seek">
              <p:cTn id="392" restart="whenNotActive" fill="hold" evtFilter="cancelBubble" nodeType="interactiveSeq">
                <p:stCondLst>
                  <p:cond evt="onClick" delay="0">
                    <p:tgtEl>
                      <p:spTgt spid="24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93" fill="hold">
                      <p:stCondLst>
                        <p:cond delay="0"/>
                      </p:stCondLst>
                      <p:childTnLst>
                        <p:par>
                          <p:cTn id="394" fill="hold">
                            <p:stCondLst>
                              <p:cond delay="0"/>
                            </p:stCondLst>
                            <p:childTnLst>
                              <p:par>
                                <p:cTn id="39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7" dur="500"/>
                                        <p:tgtEl>
                                          <p:spTgt spid="2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8" fill="hold">
                            <p:stCondLst>
                              <p:cond delay="500"/>
                            </p:stCondLst>
                            <p:childTnLst>
                              <p:par>
                                <p:cTn id="399" presetID="10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00" dur="500"/>
                                        <p:tgtEl>
                                          <p:spTgt spid="24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0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2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03" dur="500"/>
                                        <p:tgtEl>
                                          <p:spTgt spid="24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0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47"/>
                  </p:tgtEl>
                </p:cond>
              </p:nextCondLst>
            </p:seq>
            <p:seq concurrent="1" nextAc="seek">
              <p:cTn id="405" restart="whenNotActive" fill="hold" evtFilter="cancelBubble" nodeType="interactiveSeq">
                <p:stCondLst>
                  <p:cond evt="onClick" delay="0">
                    <p:tgtEl>
                      <p:spTgt spid="24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06" fill="hold">
                      <p:stCondLst>
                        <p:cond delay="0"/>
                      </p:stCondLst>
                      <p:childTnLst>
                        <p:par>
                          <p:cTn id="407" fill="hold">
                            <p:stCondLst>
                              <p:cond delay="0"/>
                            </p:stCondLst>
                            <p:childTnLst>
                              <p:par>
                                <p:cTn id="408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10" dur="500"/>
                                        <p:tgtEl>
                                          <p:spTgt spid="2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1" fill="hold">
                            <p:stCondLst>
                              <p:cond delay="500"/>
                            </p:stCondLst>
                            <p:childTnLst>
                              <p:par>
                                <p:cTn id="412" presetID="10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13" dur="500"/>
                                        <p:tgtEl>
                                          <p:spTgt spid="24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5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16" dur="500"/>
                                        <p:tgtEl>
                                          <p:spTgt spid="24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46"/>
                  </p:tgtEl>
                </p:cond>
              </p:nextCondLst>
            </p:seq>
          </p:childTnLst>
        </p:cTn>
      </p:par>
    </p:tnLst>
    <p:bldLst>
      <p:bldP spid="186" grpId="0" animBg="1"/>
      <p:bldP spid="186" grpId="1" animBg="1"/>
      <p:bldP spid="187" grpId="0" animBg="1"/>
      <p:bldP spid="187" grpId="1" animBg="1"/>
      <p:bldP spid="188" grpId="0" animBg="1"/>
      <p:bldP spid="189" grpId="0" animBg="1"/>
      <p:bldP spid="105" grpId="0" animBg="1"/>
      <p:bldP spid="105" grpId="1" animBg="1"/>
      <p:bldP spid="106" grpId="0" animBg="1"/>
      <p:bldP spid="106" grpId="1" animBg="1"/>
      <p:bldP spid="107" grpId="0" animBg="1"/>
      <p:bldP spid="108" grpId="0" animBg="1"/>
      <p:bldP spid="176" grpId="0" animBg="1"/>
      <p:bldP spid="176" grpId="1" animBg="1"/>
      <p:bldP spid="177" grpId="0" animBg="1"/>
      <p:bldP spid="177" grpId="1" animBg="1"/>
      <p:bldP spid="178" grpId="0" animBg="1"/>
      <p:bldP spid="179" grpId="0" animBg="1"/>
      <p:bldP spid="181" grpId="0" animBg="1"/>
      <p:bldP spid="181" grpId="1" animBg="1"/>
      <p:bldP spid="182" grpId="0" animBg="1"/>
      <p:bldP spid="182" grpId="1" animBg="1"/>
      <p:bldP spid="183" grpId="0" animBg="1"/>
      <p:bldP spid="184" grpId="0" animBg="1"/>
      <p:bldP spid="191" grpId="0" animBg="1"/>
      <p:bldP spid="191" grpId="1" animBg="1"/>
      <p:bldP spid="192" grpId="0" animBg="1"/>
      <p:bldP spid="192" grpId="1" animBg="1"/>
      <p:bldP spid="193" grpId="0" animBg="1"/>
      <p:bldP spid="194" grpId="0" animBg="1"/>
      <p:bldP spid="196" grpId="0" animBg="1"/>
      <p:bldP spid="196" grpId="1" animBg="1"/>
      <p:bldP spid="197" grpId="0" animBg="1"/>
      <p:bldP spid="197" grpId="1" animBg="1"/>
      <p:bldP spid="198" grpId="0" animBg="1"/>
      <p:bldP spid="199" grpId="0" animBg="1"/>
      <p:bldP spid="201" grpId="0" animBg="1"/>
      <p:bldP spid="201" grpId="1" animBg="1"/>
      <p:bldP spid="202" grpId="0" animBg="1"/>
      <p:bldP spid="202" grpId="1" animBg="1"/>
      <p:bldP spid="203" grpId="0" animBg="1"/>
      <p:bldP spid="204" grpId="0" animBg="1"/>
      <p:bldP spid="206" grpId="0" animBg="1"/>
      <p:bldP spid="206" grpId="1" animBg="1"/>
      <p:bldP spid="207" grpId="0" animBg="1"/>
      <p:bldP spid="207" grpId="1" animBg="1"/>
      <p:bldP spid="208" grpId="0" animBg="1"/>
      <p:bldP spid="209" grpId="0" animBg="1"/>
      <p:bldP spid="211" grpId="0" animBg="1"/>
      <p:bldP spid="211" grpId="1" animBg="1"/>
      <p:bldP spid="212" grpId="0" animBg="1"/>
      <p:bldP spid="212" grpId="1" animBg="1"/>
      <p:bldP spid="213" grpId="0" animBg="1"/>
      <p:bldP spid="214" grpId="0" animBg="1"/>
      <p:bldP spid="216" grpId="0" animBg="1"/>
      <p:bldP spid="216" grpId="1" animBg="1"/>
      <p:bldP spid="217" grpId="0" animBg="1"/>
      <p:bldP spid="217" grpId="1" animBg="1"/>
      <p:bldP spid="218" grpId="0" animBg="1"/>
      <p:bldP spid="219" grpId="0" animBg="1"/>
      <p:bldP spid="221" grpId="0" animBg="1"/>
      <p:bldP spid="221" grpId="1" animBg="1"/>
      <p:bldP spid="222" grpId="0" animBg="1"/>
      <p:bldP spid="222" grpId="1" animBg="1"/>
      <p:bldP spid="223" grpId="0" animBg="1"/>
      <p:bldP spid="224" grpId="0" animBg="1"/>
      <p:bldP spid="226" grpId="0" animBg="1"/>
      <p:bldP spid="226" grpId="1" animBg="1"/>
      <p:bldP spid="227" grpId="0" animBg="1"/>
      <p:bldP spid="227" grpId="1" animBg="1"/>
      <p:bldP spid="228" grpId="0" animBg="1"/>
      <p:bldP spid="229" grpId="0" animBg="1"/>
      <p:bldP spid="231" grpId="0" animBg="1"/>
      <p:bldP spid="231" grpId="1" animBg="1"/>
      <p:bldP spid="232" grpId="0" animBg="1"/>
      <p:bldP spid="232" grpId="1" animBg="1"/>
      <p:bldP spid="233" grpId="0" animBg="1"/>
      <p:bldP spid="234" grpId="0" animBg="1"/>
      <p:bldP spid="236" grpId="0" animBg="1"/>
      <p:bldP spid="236" grpId="1" animBg="1"/>
      <p:bldP spid="237" grpId="0" animBg="1"/>
      <p:bldP spid="237" grpId="1" animBg="1"/>
      <p:bldP spid="238" grpId="0" animBg="1"/>
      <p:bldP spid="239" grpId="0" animBg="1"/>
      <p:bldP spid="241" grpId="0" animBg="1"/>
      <p:bldP spid="241" grpId="1" animBg="1"/>
      <p:bldP spid="242" grpId="0" animBg="1"/>
      <p:bldP spid="242" grpId="1" animBg="1"/>
      <p:bldP spid="243" grpId="0" animBg="1"/>
      <p:bldP spid="244" grpId="0" animBg="1"/>
      <p:bldP spid="246" grpId="0" animBg="1"/>
      <p:bldP spid="246" grpId="1" animBg="1"/>
      <p:bldP spid="247" grpId="0" animBg="1"/>
      <p:bldP spid="247" grpId="1" animBg="1"/>
      <p:bldP spid="248" grpId="0" animBg="1"/>
      <p:bldP spid="249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88" name="Table 87">
                <a:extLst>
                  <a:ext uri="{FF2B5EF4-FFF2-40B4-BE49-F238E27FC236}">
                    <a16:creationId xmlns:a16="http://schemas.microsoft.com/office/drawing/2014/main" id="{F0FB5B1D-69AC-483C-9C68-E5E31C8B58D4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283635464"/>
                  </p:ext>
                </p:extLst>
              </p:nvPr>
            </p:nvGraphicFramePr>
            <p:xfrm>
              <a:off x="4608496" y="1531911"/>
              <a:ext cx="5168552" cy="518541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292138">
                      <a:extLst>
                        <a:ext uri="{9D8B030D-6E8A-4147-A177-3AD203B41FA5}">
                          <a16:colId xmlns:a16="http://schemas.microsoft.com/office/drawing/2014/main" val="3926725342"/>
                        </a:ext>
                      </a:extLst>
                    </a:gridCol>
                    <a:gridCol w="1292138">
                      <a:extLst>
                        <a:ext uri="{9D8B030D-6E8A-4147-A177-3AD203B41FA5}">
                          <a16:colId xmlns:a16="http://schemas.microsoft.com/office/drawing/2014/main" val="146485823"/>
                        </a:ext>
                      </a:extLst>
                    </a:gridCol>
                    <a:gridCol w="1292138">
                      <a:extLst>
                        <a:ext uri="{9D8B030D-6E8A-4147-A177-3AD203B41FA5}">
                          <a16:colId xmlns:a16="http://schemas.microsoft.com/office/drawing/2014/main" val="3088939633"/>
                        </a:ext>
                      </a:extLst>
                    </a:gridCol>
                    <a:gridCol w="1292138">
                      <a:extLst>
                        <a:ext uri="{9D8B030D-6E8A-4147-A177-3AD203B41FA5}">
                          <a16:colId xmlns:a16="http://schemas.microsoft.com/office/drawing/2014/main" val="3508545897"/>
                        </a:ext>
                      </a:extLst>
                    </a:gridCol>
                  </a:tblGrid>
                  <a:tr h="1296353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GB" sz="40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GB" sz="40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13</m:t>
                                    </m:r>
                                  </m:num>
                                  <m:den>
                                    <m:r>
                                      <a:rPr lang="en-GB" sz="40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sz="40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50698" marR="50698" marT="50698" marB="50698" anchor="ctr">
                        <a:lnL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40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0.12</m:t>
                                </m:r>
                              </m:oMath>
                            </m:oMathPara>
                          </a14:m>
                          <a:endParaRPr lang="en-GB" sz="40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50698" marR="50698" marT="50698" marB="50698" anchor="ctr">
                        <a:lnL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40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3%</m:t>
                                </m:r>
                              </m:oMath>
                            </m:oMathPara>
                          </a14:m>
                          <a:endParaRPr lang="en-GB" sz="40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50698" marR="50698" marT="50698" marB="50698" anchor="ctr">
                        <a:lnL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GB" sz="40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GB" sz="40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GB" sz="40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5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sz="40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50698" marR="50698" marT="50698" marB="50698" anchor="ctr">
                        <a:lnL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628675500"/>
                      </a:ext>
                    </a:extLst>
                  </a:tr>
                  <a:tr h="1296353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40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2 :3</m:t>
                                </m:r>
                              </m:oMath>
                            </m:oMathPara>
                          </a14:m>
                          <a:endParaRPr lang="en-GB" sz="40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50698" marR="50698" marT="50698" marB="50698" anchor="ctr">
                        <a:lnL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40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90%</m:t>
                                </m:r>
                              </m:oMath>
                            </m:oMathPara>
                          </a14:m>
                          <a:endParaRPr lang="en-GB" sz="40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50698" marR="50698" marT="50698" marB="50698" anchor="ctr">
                        <a:lnL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40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3:2</m:t>
                                </m:r>
                              </m:oMath>
                            </m:oMathPara>
                          </a14:m>
                          <a:endParaRPr lang="en-GB" sz="40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50698" marR="50698" marT="50698" marB="50698" anchor="ctr">
                        <a:lnL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GB" sz="40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GB" sz="40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9</m:t>
                                    </m:r>
                                  </m:num>
                                  <m:den>
                                    <m:r>
                                      <a:rPr lang="en-GB" sz="40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sz="40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50698" marR="50698" marT="50698" marB="50698" anchor="ctr">
                        <a:lnL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108309862"/>
                      </a:ext>
                    </a:extLst>
                  </a:tr>
                  <a:tr h="1296353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40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0.09</m:t>
                                </m:r>
                              </m:oMath>
                            </m:oMathPara>
                          </a14:m>
                          <a:endParaRPr lang="en-GB" sz="40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50698" marR="50698" marT="50698" marB="50698" anchor="ctr">
                        <a:lnL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GB" sz="40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GB" sz="40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19</m:t>
                                    </m:r>
                                  </m:num>
                                  <m:den>
                                    <m:r>
                                      <a:rPr lang="en-GB" sz="40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sz="40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50698" marR="50698" marT="50698" marB="50698" anchor="ctr">
                        <a:lnL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40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0.35</m:t>
                                </m:r>
                              </m:oMath>
                            </m:oMathPara>
                          </a14:m>
                          <a:endParaRPr lang="en-GB" sz="40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50698" marR="50698" marT="50698" marB="50698" anchor="ctr">
                        <a:lnL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GB" sz="40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GB" sz="40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13</m:t>
                                    </m:r>
                                  </m:num>
                                  <m:den>
                                    <m:r>
                                      <a:rPr lang="en-GB" sz="40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25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sz="40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50698" marR="50698" marT="50698" marB="50698" anchor="ctr">
                        <a:lnL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31593046"/>
                      </a:ext>
                    </a:extLst>
                  </a:tr>
                  <a:tr h="1296353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40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15%</m:t>
                                </m:r>
                              </m:oMath>
                            </m:oMathPara>
                          </a14:m>
                          <a:endParaRPr lang="en-GB" sz="40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50698" marR="50698" marT="50698" marB="50698" anchor="ctr">
                        <a:lnL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40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4 :1</m:t>
                                </m:r>
                              </m:oMath>
                            </m:oMathPara>
                          </a14:m>
                          <a:endParaRPr lang="en-GB" sz="40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50698" marR="50698" marT="50698" marB="50698" anchor="ctr">
                        <a:lnL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40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30%</m:t>
                                </m:r>
                              </m:oMath>
                            </m:oMathPara>
                          </a14:m>
                          <a:endParaRPr lang="en-GB" sz="40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50698" marR="50698" marT="50698" marB="50698" anchor="ctr">
                        <a:lnL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40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7 :3</m:t>
                                </m:r>
                              </m:oMath>
                            </m:oMathPara>
                          </a14:m>
                          <a:endParaRPr lang="en-GB" sz="40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50698" marR="50698" marT="50698" marB="50698" anchor="ctr">
                        <a:lnL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346563922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88" name="Table 87">
                <a:extLst>
                  <a:ext uri="{FF2B5EF4-FFF2-40B4-BE49-F238E27FC236}">
                    <a16:creationId xmlns:a16="http://schemas.microsoft.com/office/drawing/2014/main" id="{F0FB5B1D-69AC-483C-9C68-E5E31C8B58D4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283635464"/>
                  </p:ext>
                </p:extLst>
              </p:nvPr>
            </p:nvGraphicFramePr>
            <p:xfrm>
              <a:off x="4608496" y="1531911"/>
              <a:ext cx="5168552" cy="518541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292138">
                      <a:extLst>
                        <a:ext uri="{9D8B030D-6E8A-4147-A177-3AD203B41FA5}">
                          <a16:colId xmlns:a16="http://schemas.microsoft.com/office/drawing/2014/main" val="3926725342"/>
                        </a:ext>
                      </a:extLst>
                    </a:gridCol>
                    <a:gridCol w="1292138">
                      <a:extLst>
                        <a:ext uri="{9D8B030D-6E8A-4147-A177-3AD203B41FA5}">
                          <a16:colId xmlns:a16="http://schemas.microsoft.com/office/drawing/2014/main" val="146485823"/>
                        </a:ext>
                      </a:extLst>
                    </a:gridCol>
                    <a:gridCol w="1292138">
                      <a:extLst>
                        <a:ext uri="{9D8B030D-6E8A-4147-A177-3AD203B41FA5}">
                          <a16:colId xmlns:a16="http://schemas.microsoft.com/office/drawing/2014/main" val="3088939633"/>
                        </a:ext>
                      </a:extLst>
                    </a:gridCol>
                    <a:gridCol w="1292138">
                      <a:extLst>
                        <a:ext uri="{9D8B030D-6E8A-4147-A177-3AD203B41FA5}">
                          <a16:colId xmlns:a16="http://schemas.microsoft.com/office/drawing/2014/main" val="3508545897"/>
                        </a:ext>
                      </a:extLst>
                    </a:gridCol>
                  </a:tblGrid>
                  <a:tr h="1296353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50698" marR="50698" marT="50698" marB="50698" anchor="ctr">
                        <a:lnL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r="-300943" b="-3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50698" marR="50698" marT="50698" marB="50698" anchor="ctr">
                        <a:lnL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99531" r="-199531" b="-3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50698" marR="50698" marT="50698" marB="50698" anchor="ctr">
                        <a:lnL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00472" r="-100472" b="-3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50698" marR="50698" marT="50698" marB="50698" anchor="ctr">
                        <a:lnL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300472" r="-472" b="-300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628675500"/>
                      </a:ext>
                    </a:extLst>
                  </a:tr>
                  <a:tr h="1296353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50698" marR="50698" marT="50698" marB="50698" anchor="ctr">
                        <a:lnL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t="-100000" r="-300943" b="-2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50698" marR="50698" marT="50698" marB="50698" anchor="ctr">
                        <a:lnL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99531" t="-100000" r="-199531" b="-2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50698" marR="50698" marT="50698" marB="50698" anchor="ctr">
                        <a:lnL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00472" t="-100000" r="-100472" b="-2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50698" marR="50698" marT="50698" marB="50698" anchor="ctr">
                        <a:lnL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300472" t="-100000" r="-472" b="-200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08309862"/>
                      </a:ext>
                    </a:extLst>
                  </a:tr>
                  <a:tr h="1296353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50698" marR="50698" marT="50698" marB="50698" anchor="ctr">
                        <a:lnL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t="-200943" r="-300943" b="-10094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50698" marR="50698" marT="50698" marB="50698" anchor="ctr">
                        <a:lnL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99531" t="-200943" r="-199531" b="-10094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50698" marR="50698" marT="50698" marB="50698" anchor="ctr">
                        <a:lnL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00472" t="-200943" r="-100472" b="-10094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50698" marR="50698" marT="50698" marB="50698" anchor="ctr">
                        <a:lnL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300472" t="-200943" r="-472" b="-10094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1593046"/>
                      </a:ext>
                    </a:extLst>
                  </a:tr>
                  <a:tr h="1296353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50698" marR="50698" marT="50698" marB="50698" anchor="ctr">
                        <a:lnL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t="-299531" r="-300943" b="-46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50698" marR="50698" marT="50698" marB="50698" anchor="ctr">
                        <a:lnL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99531" t="-299531" r="-199531" b="-46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50698" marR="50698" marT="50698" marB="50698" anchor="ctr">
                        <a:lnL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00472" t="-299531" r="-100472" b="-46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50698" marR="50698" marT="50698" marB="50698" anchor="ctr">
                        <a:lnL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300472" t="-299531" r="-472" b="-46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346563922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186" name="Rectangle 185">
            <a:extLst>
              <a:ext uri="{FF2B5EF4-FFF2-40B4-BE49-F238E27FC236}">
                <a16:creationId xmlns:a16="http://schemas.microsoft.com/office/drawing/2014/main" id="{62675465-07BE-4C08-AFCE-7FEF3769919F}"/>
              </a:ext>
            </a:extLst>
          </p:cNvPr>
          <p:cNvSpPr/>
          <p:nvPr/>
        </p:nvSpPr>
        <p:spPr>
          <a:xfrm>
            <a:off x="9138440" y="1542949"/>
            <a:ext cx="648000" cy="1296000"/>
          </a:xfrm>
          <a:prstGeom prst="rect">
            <a:avLst/>
          </a:prstGeom>
          <a:gradFill flip="none" rotWithShape="1">
            <a:gsLst>
              <a:gs pos="6200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0" scaled="1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87" name="Rectangle 186">
            <a:extLst>
              <a:ext uri="{FF2B5EF4-FFF2-40B4-BE49-F238E27FC236}">
                <a16:creationId xmlns:a16="http://schemas.microsoft.com/office/drawing/2014/main" id="{A39AFF5B-617B-4C69-AE20-062BB534C4AA}"/>
              </a:ext>
            </a:extLst>
          </p:cNvPr>
          <p:cNvSpPr/>
          <p:nvPr/>
        </p:nvSpPr>
        <p:spPr>
          <a:xfrm rot="10800000">
            <a:off x="8490441" y="1542949"/>
            <a:ext cx="648000" cy="1296000"/>
          </a:xfrm>
          <a:prstGeom prst="rect">
            <a:avLst/>
          </a:prstGeom>
          <a:gradFill flip="none" rotWithShape="1">
            <a:gsLst>
              <a:gs pos="6500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  <a:gs pos="97000">
                <a:schemeClr val="accent2">
                  <a:lumMod val="60000"/>
                  <a:lumOff val="40000"/>
                </a:schemeClr>
              </a:gs>
            </a:gsLst>
            <a:lin ang="0" scaled="1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88" name="Rectangle 187">
            <a:extLst>
              <a:ext uri="{FF2B5EF4-FFF2-40B4-BE49-F238E27FC236}">
                <a16:creationId xmlns:a16="http://schemas.microsoft.com/office/drawing/2014/main" id="{7F4031DD-441E-4A13-95AE-9DB7C32715C0}"/>
              </a:ext>
            </a:extLst>
          </p:cNvPr>
          <p:cNvSpPr/>
          <p:nvPr/>
        </p:nvSpPr>
        <p:spPr>
          <a:xfrm>
            <a:off x="8490440" y="1542949"/>
            <a:ext cx="1296000" cy="1296000"/>
          </a:xfrm>
          <a:prstGeom prst="rect">
            <a:avLst/>
          </a:prstGeom>
          <a:solidFill>
            <a:schemeClr val="accent1">
              <a:lumMod val="40000"/>
              <a:lumOff val="60000"/>
              <a:alpha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89" name="Rectangle 188">
            <a:extLst>
              <a:ext uri="{FF2B5EF4-FFF2-40B4-BE49-F238E27FC236}">
                <a16:creationId xmlns:a16="http://schemas.microsoft.com/office/drawing/2014/main" id="{62F740BD-84DF-4C95-89B8-9E769E123519}"/>
              </a:ext>
            </a:extLst>
          </p:cNvPr>
          <p:cNvSpPr/>
          <p:nvPr/>
        </p:nvSpPr>
        <p:spPr>
          <a:xfrm>
            <a:off x="8490440" y="1542949"/>
            <a:ext cx="1296000" cy="1296000"/>
          </a:xfrm>
          <a:prstGeom prst="rect">
            <a:avLst/>
          </a:prstGeom>
          <a:solidFill>
            <a:schemeClr val="accent2">
              <a:lumMod val="60000"/>
              <a:lumOff val="40000"/>
              <a:alpha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5" name="Table 4">
                <a:extLst>
                  <a:ext uri="{FF2B5EF4-FFF2-40B4-BE49-F238E27FC236}">
                    <a16:creationId xmlns:a16="http://schemas.microsoft.com/office/drawing/2014/main" id="{6F6E4B9A-CCC4-408A-92D6-AF0A7B46DF69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671289800"/>
                  </p:ext>
                </p:extLst>
              </p:nvPr>
            </p:nvGraphicFramePr>
            <p:xfrm>
              <a:off x="146447" y="61547"/>
              <a:ext cx="4317999" cy="5899639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439333">
                      <a:extLst>
                        <a:ext uri="{9D8B030D-6E8A-4147-A177-3AD203B41FA5}">
                          <a16:colId xmlns:a16="http://schemas.microsoft.com/office/drawing/2014/main" val="1783487117"/>
                        </a:ext>
                      </a:extLst>
                    </a:gridCol>
                    <a:gridCol w="1439333">
                      <a:extLst>
                        <a:ext uri="{9D8B030D-6E8A-4147-A177-3AD203B41FA5}">
                          <a16:colId xmlns:a16="http://schemas.microsoft.com/office/drawing/2014/main" val="287481676"/>
                        </a:ext>
                      </a:extLst>
                    </a:gridCol>
                    <a:gridCol w="1439333">
                      <a:extLst>
                        <a:ext uri="{9D8B030D-6E8A-4147-A177-3AD203B41FA5}">
                          <a16:colId xmlns:a16="http://schemas.microsoft.com/office/drawing/2014/main" val="1215249565"/>
                        </a:ext>
                      </a:extLst>
                    </a:gridCol>
                  </a:tblGrid>
                  <a:tr h="625303">
                    <a:tc gridSpan="3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ru-RU" sz="3200" dirty="0">
                              <a:solidFill>
                                <a:schemeClr val="tx1"/>
                              </a:solidFill>
                              <a:latin typeface="Ravie" panose="04040805050809020602" pitchFamily="82" charset="0"/>
                            </a:rPr>
                            <a:t>Суроолор</a:t>
                          </a:r>
                          <a:endParaRPr lang="en-GB" sz="3200" b="0" dirty="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45720" marR="45720" anchor="ctr">
                        <a:lnL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60000"/>
                            <a:lumOff val="40000"/>
                          </a:schemeClr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sz="2400" b="0" dirty="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sz="3200" b="0" dirty="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45720" marR="45720" anchor="ctr">
                        <a:lnL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60000"/>
                            <a:lumOff val="4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40666071"/>
                      </a:ext>
                    </a:extLst>
                  </a:tr>
                  <a:tr h="939001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2400" b="0" i="1" dirty="0" smtClean="0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0.65</m:t>
                                </m:r>
                              </m:oMath>
                            </m:oMathPara>
                          </a14:m>
                          <a:endParaRPr lang="en-GB" sz="2400" b="0" dirty="0"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0" marR="0" marT="0" marB="0" anchor="ctr">
                        <a:lnL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2400" b="0" i="1" dirty="0" smtClean="0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60%</m:t>
                                </m:r>
                              </m:oMath>
                            </m:oMathPara>
                          </a14:m>
                          <a:endParaRPr lang="en-GB" sz="2400" b="0" dirty="0"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2400" b="0" i="1" dirty="0" smtClean="0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9%</m:t>
                                </m:r>
                              </m:oMath>
                            </m:oMathPara>
                          </a14:m>
                          <a:endParaRPr lang="en-GB" sz="2400" b="0" dirty="0"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366825991"/>
                      </a:ext>
                    </a:extLst>
                  </a:tr>
                  <a:tr h="867067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GB" sz="2400" b="0" i="1" dirty="0" smtClean="0"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GB" sz="2400" b="0" i="1" dirty="0" smtClean="0"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  <m:t>2</m:t>
                                    </m:r>
                                  </m:num>
                                  <m:den>
                                    <m:r>
                                      <a:rPr lang="en-GB" sz="2400" b="0" i="1" dirty="0" smtClean="0"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  <m:t>5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sz="2400" b="0" dirty="0"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0" marR="0" marT="0" marB="0" anchor="ctr">
                        <a:lnL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GB" sz="2400" b="0" i="1" dirty="0" smtClean="0"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GB" sz="2400" b="0" i="1" dirty="0" smtClean="0"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  <m:t>3</m:t>
                                    </m:r>
                                  </m:num>
                                  <m:den>
                                    <m:r>
                                      <a:rPr lang="en-GB" sz="2400" b="0" i="1" dirty="0" smtClean="0"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  <m:t>25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sz="2400" b="0" dirty="0"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2400" b="0" i="1" dirty="0" smtClean="0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0.45</m:t>
                                </m:r>
                              </m:oMath>
                            </m:oMathPara>
                          </a14:m>
                          <a:endParaRPr lang="en-GB" sz="2400" b="0" dirty="0"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169722879"/>
                      </a:ext>
                    </a:extLst>
                  </a:tr>
                  <a:tr h="867067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2400" b="0" i="1" dirty="0" smtClean="0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95%</m:t>
                                </m:r>
                              </m:oMath>
                            </m:oMathPara>
                          </a14:m>
                          <a:endParaRPr lang="en-GB" sz="2400" b="0" dirty="0"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0" marR="0" marT="0" marB="0" anchor="ctr">
                        <a:lnL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2400" b="0" i="1" dirty="0" smtClean="0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52%</m:t>
                                </m:r>
                              </m:oMath>
                            </m:oMathPara>
                          </a14:m>
                          <a:endParaRPr lang="en-GB" sz="2400" b="0" dirty="0"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2400" b="0" i="1" dirty="0" smtClean="0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9 : 1</m:t>
                                </m:r>
                              </m:oMath>
                            </m:oMathPara>
                          </a14:m>
                          <a:endParaRPr lang="en-GB" sz="2400" b="0" dirty="0"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698696694"/>
                      </a:ext>
                    </a:extLst>
                  </a:tr>
                  <a:tr h="867067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GB" sz="2400" b="0" i="1" dirty="0" smtClean="0"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GB" sz="2400" b="0" i="1" dirty="0" smtClean="0"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  <m:t>7</m:t>
                                    </m:r>
                                  </m:num>
                                  <m:den>
                                    <m:r>
                                      <a:rPr lang="en-GB" sz="2400" b="0" i="1" dirty="0" smtClean="0"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  <m:t>20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sz="2400" b="0" dirty="0"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0" marR="0" marT="0" marB="0" anchor="ctr">
                        <a:lnL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2400" b="0" i="1" dirty="0" smtClean="0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1:4</m:t>
                                </m:r>
                              </m:oMath>
                            </m:oMathPara>
                          </a14:m>
                          <a:endParaRPr lang="en-GB" sz="2400" b="0" dirty="0"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GB" sz="2400" b="0" i="1" dirty="0" smtClean="0"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GB" sz="2400" b="0" i="1" dirty="0" smtClean="0"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  <m:t>7</m:t>
                                    </m:r>
                                  </m:num>
                                  <m:den>
                                    <m:r>
                                      <a:rPr lang="en-GB" sz="2400" b="0" i="1" dirty="0" smtClean="0"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  <m:t>10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sz="2400" b="0" dirty="0"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867597803"/>
                      </a:ext>
                    </a:extLst>
                  </a:tr>
                  <a:tr h="867067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2400" b="0" i="1" dirty="0" smtClean="0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80%</m:t>
                                </m:r>
                              </m:oMath>
                            </m:oMathPara>
                          </a14:m>
                          <a:endParaRPr lang="en-GB" sz="2400" b="0" dirty="0"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0" marR="0" marT="0" marB="0" anchor="ctr">
                        <a:lnL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2400" b="0" i="1" dirty="0" smtClean="0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0.03</m:t>
                                </m:r>
                              </m:oMath>
                            </m:oMathPara>
                          </a14:m>
                          <a:endParaRPr lang="en-GB" sz="2400" b="0" dirty="0"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GB" sz="2400" b="0" i="1" dirty="0" smtClean="0"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GB" sz="2400" b="0" i="1" dirty="0" smtClean="0"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  <m:t>3</m:t>
                                    </m:r>
                                  </m:num>
                                  <m:den>
                                    <m:r>
                                      <a:rPr lang="en-GB" sz="2400" b="0" i="1" dirty="0" smtClean="0"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  <m:t>20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sz="2400" b="0" dirty="0"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10141422"/>
                      </a:ext>
                    </a:extLst>
                  </a:tr>
                  <a:tr h="867067">
                    <a:tc gridSpan="3"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2400" b="0" i="1" dirty="0" smtClean="0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3 :7</m:t>
                                </m:r>
                              </m:oMath>
                            </m:oMathPara>
                          </a14:m>
                          <a:endParaRPr lang="en-GB" sz="2400" b="0" dirty="0"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0" marR="0" marT="0" marB="0" anchor="ctr">
                        <a:lnL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GB" sz="2400" b="0" dirty="0"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GB" sz="2400" b="0" dirty="0"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610340960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5" name="Table 4">
                <a:extLst>
                  <a:ext uri="{FF2B5EF4-FFF2-40B4-BE49-F238E27FC236}">
                    <a16:creationId xmlns:a16="http://schemas.microsoft.com/office/drawing/2014/main" id="{6F6E4B9A-CCC4-408A-92D6-AF0A7B46DF69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671289800"/>
                  </p:ext>
                </p:extLst>
              </p:nvPr>
            </p:nvGraphicFramePr>
            <p:xfrm>
              <a:off x="146447" y="61547"/>
              <a:ext cx="4317999" cy="5899639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439333">
                      <a:extLst>
                        <a:ext uri="{9D8B030D-6E8A-4147-A177-3AD203B41FA5}">
                          <a16:colId xmlns:a16="http://schemas.microsoft.com/office/drawing/2014/main" val="1783487117"/>
                        </a:ext>
                      </a:extLst>
                    </a:gridCol>
                    <a:gridCol w="1439333">
                      <a:extLst>
                        <a:ext uri="{9D8B030D-6E8A-4147-A177-3AD203B41FA5}">
                          <a16:colId xmlns:a16="http://schemas.microsoft.com/office/drawing/2014/main" val="287481676"/>
                        </a:ext>
                      </a:extLst>
                    </a:gridCol>
                    <a:gridCol w="1439333">
                      <a:extLst>
                        <a:ext uri="{9D8B030D-6E8A-4147-A177-3AD203B41FA5}">
                          <a16:colId xmlns:a16="http://schemas.microsoft.com/office/drawing/2014/main" val="1215249565"/>
                        </a:ext>
                      </a:extLst>
                    </a:gridCol>
                  </a:tblGrid>
                  <a:tr h="625303">
                    <a:tc gridSpan="3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ru-RU" sz="3200" dirty="0">
                              <a:solidFill>
                                <a:schemeClr val="tx1"/>
                              </a:solidFill>
                              <a:latin typeface="Ravie" panose="04040805050809020602" pitchFamily="82" charset="0"/>
                            </a:rPr>
                            <a:t>Суроолор</a:t>
                          </a:r>
                          <a:endParaRPr lang="en-GB" sz="3200" b="0" dirty="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45720" marR="45720" anchor="ctr">
                        <a:lnL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60000"/>
                            <a:lumOff val="40000"/>
                          </a:schemeClr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sz="2400" b="0" dirty="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sz="3200" b="0" dirty="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45720" marR="45720" anchor="ctr">
                        <a:lnL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60000"/>
                            <a:lumOff val="4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40666071"/>
                      </a:ext>
                    </a:extLst>
                  </a:tr>
                  <a:tr h="939001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695" t="-72727" r="-202966" b="-46493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01266" t="-72727" r="-102110" b="-46493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02119" t="-72727" r="-2542" b="-46493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366825991"/>
                      </a:ext>
                    </a:extLst>
                  </a:tr>
                  <a:tr h="867067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695" t="-187324" r="-202966" b="-40422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01266" t="-187324" r="-102110" b="-40422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02119" t="-187324" r="-2542" b="-40422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169722879"/>
                      </a:ext>
                    </a:extLst>
                  </a:tr>
                  <a:tr h="867067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695" t="-287324" r="-202966" b="-30422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01266" t="-287324" r="-102110" b="-30422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02119" t="-287324" r="-2542" b="-30422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698696694"/>
                      </a:ext>
                    </a:extLst>
                  </a:tr>
                  <a:tr h="867067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695" t="-387324" r="-202966" b="-20422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01266" t="-387324" r="-102110" b="-20422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02119" t="-387324" r="-2542" b="-20422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867597803"/>
                      </a:ext>
                    </a:extLst>
                  </a:tr>
                  <a:tr h="867067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695" t="-483916" r="-202966" b="-10279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01266" t="-483916" r="-102110" b="-10279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02119" t="-483916" r="-2542" b="-10279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10141422"/>
                      </a:ext>
                    </a:extLst>
                  </a:tr>
                  <a:tr h="867067">
                    <a:tc gridSpan="3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564" t="-588028" r="-846" b="-3521"/>
                          </a:stretch>
                        </a:blipFill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GB" sz="2400" b="0" dirty="0"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GB" sz="2400" b="0" dirty="0"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610340960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7" name="TextBox 6">
            <a:extLst>
              <a:ext uri="{FF2B5EF4-FFF2-40B4-BE49-F238E27FC236}">
                <a16:creationId xmlns:a16="http://schemas.microsoft.com/office/drawing/2014/main" id="{23F9E95B-D71B-4C19-BEF1-A48C15169383}"/>
              </a:ext>
            </a:extLst>
          </p:cNvPr>
          <p:cNvSpPr txBox="1"/>
          <p:nvPr/>
        </p:nvSpPr>
        <p:spPr>
          <a:xfrm>
            <a:off x="4987400" y="70090"/>
            <a:ext cx="479903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4800" dirty="0">
                <a:latin typeface="Ravie" panose="04040805050809020602" pitchFamily="82" charset="0"/>
              </a:rPr>
              <a:t>3-тү Туташ</a:t>
            </a:r>
            <a:r>
              <a:rPr lang="ky-KG" sz="4800" dirty="0">
                <a:latin typeface="Ravie" panose="04040805050809020602" pitchFamily="82" charset="0"/>
              </a:rPr>
              <a:t>тыр</a:t>
            </a:r>
            <a:endParaRPr lang="en-GB" sz="4800" dirty="0">
              <a:latin typeface="Ravie" panose="04040805050809020602" pitchFamily="82" charset="0"/>
            </a:endParaRPr>
          </a:p>
        </p:txBody>
      </p:sp>
      <p:sp>
        <p:nvSpPr>
          <p:cNvPr id="105" name="Rectangle 104">
            <a:extLst>
              <a:ext uri="{FF2B5EF4-FFF2-40B4-BE49-F238E27FC236}">
                <a16:creationId xmlns:a16="http://schemas.microsoft.com/office/drawing/2014/main" id="{A50162D6-872D-43BB-9FEF-EECF6FC53B01}"/>
              </a:ext>
            </a:extLst>
          </p:cNvPr>
          <p:cNvSpPr/>
          <p:nvPr/>
        </p:nvSpPr>
        <p:spPr>
          <a:xfrm>
            <a:off x="5250440" y="1542949"/>
            <a:ext cx="648000" cy="1296000"/>
          </a:xfrm>
          <a:prstGeom prst="rect">
            <a:avLst/>
          </a:prstGeom>
          <a:gradFill flip="none" rotWithShape="1">
            <a:gsLst>
              <a:gs pos="6200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0" scaled="1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06" name="Rectangle 105">
            <a:extLst>
              <a:ext uri="{FF2B5EF4-FFF2-40B4-BE49-F238E27FC236}">
                <a16:creationId xmlns:a16="http://schemas.microsoft.com/office/drawing/2014/main" id="{64FDF907-EF28-4FA8-8214-DDF40006FA84}"/>
              </a:ext>
            </a:extLst>
          </p:cNvPr>
          <p:cNvSpPr/>
          <p:nvPr/>
        </p:nvSpPr>
        <p:spPr>
          <a:xfrm rot="10800000">
            <a:off x="4602441" y="1542949"/>
            <a:ext cx="648000" cy="1296000"/>
          </a:xfrm>
          <a:prstGeom prst="rect">
            <a:avLst/>
          </a:prstGeom>
          <a:gradFill flip="none" rotWithShape="1">
            <a:gsLst>
              <a:gs pos="6500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  <a:gs pos="97000">
                <a:schemeClr val="accent2">
                  <a:lumMod val="60000"/>
                  <a:lumOff val="40000"/>
                </a:schemeClr>
              </a:gs>
            </a:gsLst>
            <a:lin ang="0" scaled="1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07" name="Rectangle 106">
            <a:extLst>
              <a:ext uri="{FF2B5EF4-FFF2-40B4-BE49-F238E27FC236}">
                <a16:creationId xmlns:a16="http://schemas.microsoft.com/office/drawing/2014/main" id="{EA4302C5-5B05-4159-A145-31D9AD79CE61}"/>
              </a:ext>
            </a:extLst>
          </p:cNvPr>
          <p:cNvSpPr/>
          <p:nvPr/>
        </p:nvSpPr>
        <p:spPr>
          <a:xfrm>
            <a:off x="4602440" y="1542949"/>
            <a:ext cx="1296000" cy="1296000"/>
          </a:xfrm>
          <a:prstGeom prst="rect">
            <a:avLst/>
          </a:prstGeom>
          <a:solidFill>
            <a:schemeClr val="accent1">
              <a:lumMod val="40000"/>
              <a:lumOff val="60000"/>
              <a:alpha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08" name="Rectangle 107">
            <a:extLst>
              <a:ext uri="{FF2B5EF4-FFF2-40B4-BE49-F238E27FC236}">
                <a16:creationId xmlns:a16="http://schemas.microsoft.com/office/drawing/2014/main" id="{F1A255DF-0050-467E-81DC-5CD96909E865}"/>
              </a:ext>
            </a:extLst>
          </p:cNvPr>
          <p:cNvSpPr/>
          <p:nvPr/>
        </p:nvSpPr>
        <p:spPr>
          <a:xfrm>
            <a:off x="4602440" y="1542949"/>
            <a:ext cx="1296000" cy="1296000"/>
          </a:xfrm>
          <a:prstGeom prst="rect">
            <a:avLst/>
          </a:prstGeom>
          <a:solidFill>
            <a:schemeClr val="accent2">
              <a:lumMod val="60000"/>
              <a:lumOff val="40000"/>
              <a:alpha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09" name="Rectangle 108">
            <a:extLst>
              <a:ext uri="{FF2B5EF4-FFF2-40B4-BE49-F238E27FC236}">
                <a16:creationId xmlns:a16="http://schemas.microsoft.com/office/drawing/2014/main" id="{3F82E250-B4E6-4F44-811E-26FA95B46E2A}"/>
              </a:ext>
            </a:extLst>
          </p:cNvPr>
          <p:cNvSpPr/>
          <p:nvPr/>
        </p:nvSpPr>
        <p:spPr>
          <a:xfrm>
            <a:off x="4602440" y="1542949"/>
            <a:ext cx="1296000" cy="1296000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76" name="Rectangle 175">
            <a:extLst>
              <a:ext uri="{FF2B5EF4-FFF2-40B4-BE49-F238E27FC236}">
                <a16:creationId xmlns:a16="http://schemas.microsoft.com/office/drawing/2014/main" id="{7BF7E733-249B-4CBA-842C-4D6E70A095B5}"/>
              </a:ext>
            </a:extLst>
          </p:cNvPr>
          <p:cNvSpPr/>
          <p:nvPr/>
        </p:nvSpPr>
        <p:spPr>
          <a:xfrm>
            <a:off x="6546440" y="1542949"/>
            <a:ext cx="648000" cy="1296000"/>
          </a:xfrm>
          <a:prstGeom prst="rect">
            <a:avLst/>
          </a:prstGeom>
          <a:gradFill flip="none" rotWithShape="1">
            <a:gsLst>
              <a:gs pos="6200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0" scaled="1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77" name="Rectangle 176">
            <a:extLst>
              <a:ext uri="{FF2B5EF4-FFF2-40B4-BE49-F238E27FC236}">
                <a16:creationId xmlns:a16="http://schemas.microsoft.com/office/drawing/2014/main" id="{1F6D0ADE-F371-4DF0-842D-8C6E6B3C5D47}"/>
              </a:ext>
            </a:extLst>
          </p:cNvPr>
          <p:cNvSpPr/>
          <p:nvPr/>
        </p:nvSpPr>
        <p:spPr>
          <a:xfrm rot="10800000">
            <a:off x="5898441" y="1542949"/>
            <a:ext cx="648000" cy="1296000"/>
          </a:xfrm>
          <a:prstGeom prst="rect">
            <a:avLst/>
          </a:prstGeom>
          <a:gradFill flip="none" rotWithShape="1">
            <a:gsLst>
              <a:gs pos="6500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  <a:gs pos="97000">
                <a:schemeClr val="accent2">
                  <a:lumMod val="60000"/>
                  <a:lumOff val="40000"/>
                </a:schemeClr>
              </a:gs>
            </a:gsLst>
            <a:lin ang="0" scaled="1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78" name="Rectangle 177">
            <a:extLst>
              <a:ext uri="{FF2B5EF4-FFF2-40B4-BE49-F238E27FC236}">
                <a16:creationId xmlns:a16="http://schemas.microsoft.com/office/drawing/2014/main" id="{44E0094D-73D1-4761-8ABB-8170AECFF4DB}"/>
              </a:ext>
            </a:extLst>
          </p:cNvPr>
          <p:cNvSpPr/>
          <p:nvPr/>
        </p:nvSpPr>
        <p:spPr>
          <a:xfrm>
            <a:off x="5898440" y="1542949"/>
            <a:ext cx="1296000" cy="1296000"/>
          </a:xfrm>
          <a:prstGeom prst="rect">
            <a:avLst/>
          </a:prstGeom>
          <a:solidFill>
            <a:schemeClr val="accent1">
              <a:lumMod val="40000"/>
              <a:lumOff val="60000"/>
              <a:alpha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79" name="Rectangle 178">
            <a:extLst>
              <a:ext uri="{FF2B5EF4-FFF2-40B4-BE49-F238E27FC236}">
                <a16:creationId xmlns:a16="http://schemas.microsoft.com/office/drawing/2014/main" id="{87F3274F-9FF0-4C63-9343-26746FC3C570}"/>
              </a:ext>
            </a:extLst>
          </p:cNvPr>
          <p:cNvSpPr/>
          <p:nvPr/>
        </p:nvSpPr>
        <p:spPr>
          <a:xfrm>
            <a:off x="5898440" y="1542949"/>
            <a:ext cx="1296000" cy="1296000"/>
          </a:xfrm>
          <a:prstGeom prst="rect">
            <a:avLst/>
          </a:prstGeom>
          <a:solidFill>
            <a:schemeClr val="accent2">
              <a:lumMod val="60000"/>
              <a:lumOff val="40000"/>
              <a:alpha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80" name="Rectangle 179">
            <a:extLst>
              <a:ext uri="{FF2B5EF4-FFF2-40B4-BE49-F238E27FC236}">
                <a16:creationId xmlns:a16="http://schemas.microsoft.com/office/drawing/2014/main" id="{09EBF7F7-DF54-4AEE-B7C5-08111334F2BA}"/>
              </a:ext>
            </a:extLst>
          </p:cNvPr>
          <p:cNvSpPr/>
          <p:nvPr/>
        </p:nvSpPr>
        <p:spPr>
          <a:xfrm>
            <a:off x="5898440" y="1542949"/>
            <a:ext cx="1296000" cy="1296000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81" name="Rectangle 180">
            <a:extLst>
              <a:ext uri="{FF2B5EF4-FFF2-40B4-BE49-F238E27FC236}">
                <a16:creationId xmlns:a16="http://schemas.microsoft.com/office/drawing/2014/main" id="{47C2D886-F92B-4C9E-8604-8174D9A21FF1}"/>
              </a:ext>
            </a:extLst>
          </p:cNvPr>
          <p:cNvSpPr/>
          <p:nvPr/>
        </p:nvSpPr>
        <p:spPr>
          <a:xfrm>
            <a:off x="7842440" y="1542949"/>
            <a:ext cx="648000" cy="1296000"/>
          </a:xfrm>
          <a:prstGeom prst="rect">
            <a:avLst/>
          </a:prstGeom>
          <a:gradFill flip="none" rotWithShape="1">
            <a:gsLst>
              <a:gs pos="6200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0" scaled="1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82" name="Rectangle 181">
            <a:extLst>
              <a:ext uri="{FF2B5EF4-FFF2-40B4-BE49-F238E27FC236}">
                <a16:creationId xmlns:a16="http://schemas.microsoft.com/office/drawing/2014/main" id="{F26F8B55-0FC0-4EBC-8D87-E3F9D10C2C87}"/>
              </a:ext>
            </a:extLst>
          </p:cNvPr>
          <p:cNvSpPr/>
          <p:nvPr/>
        </p:nvSpPr>
        <p:spPr>
          <a:xfrm rot="10800000">
            <a:off x="7194441" y="1542949"/>
            <a:ext cx="648000" cy="1296000"/>
          </a:xfrm>
          <a:prstGeom prst="rect">
            <a:avLst/>
          </a:prstGeom>
          <a:gradFill flip="none" rotWithShape="1">
            <a:gsLst>
              <a:gs pos="6500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  <a:gs pos="97000">
                <a:schemeClr val="accent2">
                  <a:lumMod val="60000"/>
                  <a:lumOff val="40000"/>
                </a:schemeClr>
              </a:gs>
            </a:gsLst>
            <a:lin ang="0" scaled="1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83" name="Rectangle 182">
            <a:extLst>
              <a:ext uri="{FF2B5EF4-FFF2-40B4-BE49-F238E27FC236}">
                <a16:creationId xmlns:a16="http://schemas.microsoft.com/office/drawing/2014/main" id="{02E58798-CC68-4003-B4FD-98ACB5F1946A}"/>
              </a:ext>
            </a:extLst>
          </p:cNvPr>
          <p:cNvSpPr/>
          <p:nvPr/>
        </p:nvSpPr>
        <p:spPr>
          <a:xfrm>
            <a:off x="7194440" y="1542949"/>
            <a:ext cx="1296000" cy="1296000"/>
          </a:xfrm>
          <a:prstGeom prst="rect">
            <a:avLst/>
          </a:prstGeom>
          <a:solidFill>
            <a:schemeClr val="accent1">
              <a:lumMod val="40000"/>
              <a:lumOff val="60000"/>
              <a:alpha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84" name="Rectangle 183">
            <a:extLst>
              <a:ext uri="{FF2B5EF4-FFF2-40B4-BE49-F238E27FC236}">
                <a16:creationId xmlns:a16="http://schemas.microsoft.com/office/drawing/2014/main" id="{FC3E2E6B-7D6C-474B-905C-D87E4A28155D}"/>
              </a:ext>
            </a:extLst>
          </p:cNvPr>
          <p:cNvSpPr/>
          <p:nvPr/>
        </p:nvSpPr>
        <p:spPr>
          <a:xfrm>
            <a:off x="7194440" y="1542949"/>
            <a:ext cx="1296000" cy="1296000"/>
          </a:xfrm>
          <a:prstGeom prst="rect">
            <a:avLst/>
          </a:prstGeom>
          <a:solidFill>
            <a:schemeClr val="accent2">
              <a:lumMod val="60000"/>
              <a:lumOff val="40000"/>
              <a:alpha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85" name="Rectangle 184">
            <a:extLst>
              <a:ext uri="{FF2B5EF4-FFF2-40B4-BE49-F238E27FC236}">
                <a16:creationId xmlns:a16="http://schemas.microsoft.com/office/drawing/2014/main" id="{AF37C3D8-FE98-4586-B07E-36D0C77CD1F7}"/>
              </a:ext>
            </a:extLst>
          </p:cNvPr>
          <p:cNvSpPr/>
          <p:nvPr/>
        </p:nvSpPr>
        <p:spPr>
          <a:xfrm>
            <a:off x="7194440" y="1542949"/>
            <a:ext cx="1296000" cy="1296000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90" name="Rectangle 189">
            <a:extLst>
              <a:ext uri="{FF2B5EF4-FFF2-40B4-BE49-F238E27FC236}">
                <a16:creationId xmlns:a16="http://schemas.microsoft.com/office/drawing/2014/main" id="{1F6A9050-67F2-4DD6-B6D2-F6E0B9B81288}"/>
              </a:ext>
            </a:extLst>
          </p:cNvPr>
          <p:cNvSpPr/>
          <p:nvPr/>
        </p:nvSpPr>
        <p:spPr>
          <a:xfrm>
            <a:off x="8490440" y="1542949"/>
            <a:ext cx="1296000" cy="1296000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91" name="Rectangle 190">
            <a:extLst>
              <a:ext uri="{FF2B5EF4-FFF2-40B4-BE49-F238E27FC236}">
                <a16:creationId xmlns:a16="http://schemas.microsoft.com/office/drawing/2014/main" id="{B745BDC5-5118-4308-8A0F-FF6CE7C21039}"/>
              </a:ext>
            </a:extLst>
          </p:cNvPr>
          <p:cNvSpPr/>
          <p:nvPr/>
        </p:nvSpPr>
        <p:spPr>
          <a:xfrm>
            <a:off x="5250440" y="2838949"/>
            <a:ext cx="648000" cy="1296000"/>
          </a:xfrm>
          <a:prstGeom prst="rect">
            <a:avLst/>
          </a:prstGeom>
          <a:gradFill flip="none" rotWithShape="1">
            <a:gsLst>
              <a:gs pos="6200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0" scaled="1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92" name="Rectangle 191">
            <a:extLst>
              <a:ext uri="{FF2B5EF4-FFF2-40B4-BE49-F238E27FC236}">
                <a16:creationId xmlns:a16="http://schemas.microsoft.com/office/drawing/2014/main" id="{A8431C4F-B658-41DF-B38E-41E35B92C9B2}"/>
              </a:ext>
            </a:extLst>
          </p:cNvPr>
          <p:cNvSpPr/>
          <p:nvPr/>
        </p:nvSpPr>
        <p:spPr>
          <a:xfrm rot="10800000">
            <a:off x="4602441" y="2838949"/>
            <a:ext cx="648000" cy="1296000"/>
          </a:xfrm>
          <a:prstGeom prst="rect">
            <a:avLst/>
          </a:prstGeom>
          <a:gradFill flip="none" rotWithShape="1">
            <a:gsLst>
              <a:gs pos="6500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  <a:gs pos="97000">
                <a:schemeClr val="accent2">
                  <a:lumMod val="60000"/>
                  <a:lumOff val="40000"/>
                </a:schemeClr>
              </a:gs>
            </a:gsLst>
            <a:lin ang="0" scaled="1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93" name="Rectangle 192">
            <a:extLst>
              <a:ext uri="{FF2B5EF4-FFF2-40B4-BE49-F238E27FC236}">
                <a16:creationId xmlns:a16="http://schemas.microsoft.com/office/drawing/2014/main" id="{1EF3A9D6-6028-4428-9A9E-ECB34F25236C}"/>
              </a:ext>
            </a:extLst>
          </p:cNvPr>
          <p:cNvSpPr/>
          <p:nvPr/>
        </p:nvSpPr>
        <p:spPr>
          <a:xfrm>
            <a:off x="4602440" y="2838949"/>
            <a:ext cx="1296000" cy="1296000"/>
          </a:xfrm>
          <a:prstGeom prst="rect">
            <a:avLst/>
          </a:prstGeom>
          <a:solidFill>
            <a:schemeClr val="accent1">
              <a:lumMod val="40000"/>
              <a:lumOff val="60000"/>
              <a:alpha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94" name="Rectangle 193">
            <a:extLst>
              <a:ext uri="{FF2B5EF4-FFF2-40B4-BE49-F238E27FC236}">
                <a16:creationId xmlns:a16="http://schemas.microsoft.com/office/drawing/2014/main" id="{DA7DDAC3-FDE4-44ED-9ECC-2B8D88E943C1}"/>
              </a:ext>
            </a:extLst>
          </p:cNvPr>
          <p:cNvSpPr/>
          <p:nvPr/>
        </p:nvSpPr>
        <p:spPr>
          <a:xfrm>
            <a:off x="4602440" y="2838949"/>
            <a:ext cx="1296000" cy="1296000"/>
          </a:xfrm>
          <a:prstGeom prst="rect">
            <a:avLst/>
          </a:prstGeom>
          <a:solidFill>
            <a:schemeClr val="accent2">
              <a:lumMod val="60000"/>
              <a:lumOff val="40000"/>
              <a:alpha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95" name="Rectangle 194">
            <a:extLst>
              <a:ext uri="{FF2B5EF4-FFF2-40B4-BE49-F238E27FC236}">
                <a16:creationId xmlns:a16="http://schemas.microsoft.com/office/drawing/2014/main" id="{6209B313-12BE-4570-91BA-E37087F0DFEF}"/>
              </a:ext>
            </a:extLst>
          </p:cNvPr>
          <p:cNvSpPr/>
          <p:nvPr/>
        </p:nvSpPr>
        <p:spPr>
          <a:xfrm>
            <a:off x="4602440" y="2838949"/>
            <a:ext cx="1296000" cy="1296000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96" name="Rectangle 195">
            <a:extLst>
              <a:ext uri="{FF2B5EF4-FFF2-40B4-BE49-F238E27FC236}">
                <a16:creationId xmlns:a16="http://schemas.microsoft.com/office/drawing/2014/main" id="{5C41B541-3831-4072-9CF4-43E2AB8DA60B}"/>
              </a:ext>
            </a:extLst>
          </p:cNvPr>
          <p:cNvSpPr/>
          <p:nvPr/>
        </p:nvSpPr>
        <p:spPr>
          <a:xfrm>
            <a:off x="6546440" y="2838949"/>
            <a:ext cx="648000" cy="1296000"/>
          </a:xfrm>
          <a:prstGeom prst="rect">
            <a:avLst/>
          </a:prstGeom>
          <a:gradFill flip="none" rotWithShape="1">
            <a:gsLst>
              <a:gs pos="6200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0" scaled="1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97" name="Rectangle 196">
            <a:extLst>
              <a:ext uri="{FF2B5EF4-FFF2-40B4-BE49-F238E27FC236}">
                <a16:creationId xmlns:a16="http://schemas.microsoft.com/office/drawing/2014/main" id="{4C3F6B52-8E19-4679-B22F-5D70EC60FB54}"/>
              </a:ext>
            </a:extLst>
          </p:cNvPr>
          <p:cNvSpPr/>
          <p:nvPr/>
        </p:nvSpPr>
        <p:spPr>
          <a:xfrm rot="10800000">
            <a:off x="5898441" y="2838949"/>
            <a:ext cx="648000" cy="1296000"/>
          </a:xfrm>
          <a:prstGeom prst="rect">
            <a:avLst/>
          </a:prstGeom>
          <a:gradFill flip="none" rotWithShape="1">
            <a:gsLst>
              <a:gs pos="6500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  <a:gs pos="97000">
                <a:schemeClr val="accent2">
                  <a:lumMod val="60000"/>
                  <a:lumOff val="40000"/>
                </a:schemeClr>
              </a:gs>
            </a:gsLst>
            <a:lin ang="0" scaled="1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98" name="Rectangle 197">
            <a:extLst>
              <a:ext uri="{FF2B5EF4-FFF2-40B4-BE49-F238E27FC236}">
                <a16:creationId xmlns:a16="http://schemas.microsoft.com/office/drawing/2014/main" id="{A0F7FC00-144A-45F0-8E6F-0212A7320C7B}"/>
              </a:ext>
            </a:extLst>
          </p:cNvPr>
          <p:cNvSpPr/>
          <p:nvPr/>
        </p:nvSpPr>
        <p:spPr>
          <a:xfrm>
            <a:off x="5898440" y="2838949"/>
            <a:ext cx="1296000" cy="1296000"/>
          </a:xfrm>
          <a:prstGeom prst="rect">
            <a:avLst/>
          </a:prstGeom>
          <a:solidFill>
            <a:schemeClr val="accent1">
              <a:lumMod val="40000"/>
              <a:lumOff val="60000"/>
              <a:alpha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99" name="Rectangle 198">
            <a:extLst>
              <a:ext uri="{FF2B5EF4-FFF2-40B4-BE49-F238E27FC236}">
                <a16:creationId xmlns:a16="http://schemas.microsoft.com/office/drawing/2014/main" id="{67502935-F92F-4E3E-8C5C-634FED415A09}"/>
              </a:ext>
            </a:extLst>
          </p:cNvPr>
          <p:cNvSpPr/>
          <p:nvPr/>
        </p:nvSpPr>
        <p:spPr>
          <a:xfrm>
            <a:off x="5898440" y="2838949"/>
            <a:ext cx="1296000" cy="1296000"/>
          </a:xfrm>
          <a:prstGeom prst="rect">
            <a:avLst/>
          </a:prstGeom>
          <a:solidFill>
            <a:schemeClr val="accent2">
              <a:lumMod val="60000"/>
              <a:lumOff val="40000"/>
              <a:alpha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00" name="Rectangle 199">
            <a:extLst>
              <a:ext uri="{FF2B5EF4-FFF2-40B4-BE49-F238E27FC236}">
                <a16:creationId xmlns:a16="http://schemas.microsoft.com/office/drawing/2014/main" id="{3D51DE75-3A96-4ADC-ACE3-69ECB71F5BB1}"/>
              </a:ext>
            </a:extLst>
          </p:cNvPr>
          <p:cNvSpPr/>
          <p:nvPr/>
        </p:nvSpPr>
        <p:spPr>
          <a:xfrm>
            <a:off x="5898440" y="2838949"/>
            <a:ext cx="1296000" cy="1296000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01" name="Rectangle 200">
            <a:extLst>
              <a:ext uri="{FF2B5EF4-FFF2-40B4-BE49-F238E27FC236}">
                <a16:creationId xmlns:a16="http://schemas.microsoft.com/office/drawing/2014/main" id="{31D9427D-74D7-4851-AEB0-1E5E3E662EAB}"/>
              </a:ext>
            </a:extLst>
          </p:cNvPr>
          <p:cNvSpPr/>
          <p:nvPr/>
        </p:nvSpPr>
        <p:spPr>
          <a:xfrm>
            <a:off x="7842440" y="2838949"/>
            <a:ext cx="648000" cy="1296000"/>
          </a:xfrm>
          <a:prstGeom prst="rect">
            <a:avLst/>
          </a:prstGeom>
          <a:gradFill flip="none" rotWithShape="1">
            <a:gsLst>
              <a:gs pos="6200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0" scaled="1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02" name="Rectangle 201">
            <a:extLst>
              <a:ext uri="{FF2B5EF4-FFF2-40B4-BE49-F238E27FC236}">
                <a16:creationId xmlns:a16="http://schemas.microsoft.com/office/drawing/2014/main" id="{2579F212-214E-4F53-BC3E-3C9E46090A1E}"/>
              </a:ext>
            </a:extLst>
          </p:cNvPr>
          <p:cNvSpPr/>
          <p:nvPr/>
        </p:nvSpPr>
        <p:spPr>
          <a:xfrm rot="10800000">
            <a:off x="7194441" y="2838949"/>
            <a:ext cx="648000" cy="1296000"/>
          </a:xfrm>
          <a:prstGeom prst="rect">
            <a:avLst/>
          </a:prstGeom>
          <a:gradFill flip="none" rotWithShape="1">
            <a:gsLst>
              <a:gs pos="6500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  <a:gs pos="97000">
                <a:schemeClr val="accent2">
                  <a:lumMod val="60000"/>
                  <a:lumOff val="40000"/>
                </a:schemeClr>
              </a:gs>
            </a:gsLst>
            <a:lin ang="0" scaled="1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03" name="Rectangle 202">
            <a:extLst>
              <a:ext uri="{FF2B5EF4-FFF2-40B4-BE49-F238E27FC236}">
                <a16:creationId xmlns:a16="http://schemas.microsoft.com/office/drawing/2014/main" id="{02A43986-452C-4CDB-A02E-EDAC834D5316}"/>
              </a:ext>
            </a:extLst>
          </p:cNvPr>
          <p:cNvSpPr/>
          <p:nvPr/>
        </p:nvSpPr>
        <p:spPr>
          <a:xfrm>
            <a:off x="7194440" y="2838949"/>
            <a:ext cx="1296000" cy="1296000"/>
          </a:xfrm>
          <a:prstGeom prst="rect">
            <a:avLst/>
          </a:prstGeom>
          <a:solidFill>
            <a:schemeClr val="accent1">
              <a:lumMod val="40000"/>
              <a:lumOff val="60000"/>
              <a:alpha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04" name="Rectangle 203">
            <a:extLst>
              <a:ext uri="{FF2B5EF4-FFF2-40B4-BE49-F238E27FC236}">
                <a16:creationId xmlns:a16="http://schemas.microsoft.com/office/drawing/2014/main" id="{D933DA31-F906-4730-8C7D-35541A1B2F5C}"/>
              </a:ext>
            </a:extLst>
          </p:cNvPr>
          <p:cNvSpPr/>
          <p:nvPr/>
        </p:nvSpPr>
        <p:spPr>
          <a:xfrm>
            <a:off x="7194440" y="2838949"/>
            <a:ext cx="1296000" cy="1296000"/>
          </a:xfrm>
          <a:prstGeom prst="rect">
            <a:avLst/>
          </a:prstGeom>
          <a:solidFill>
            <a:schemeClr val="accent2">
              <a:lumMod val="60000"/>
              <a:lumOff val="40000"/>
              <a:alpha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05" name="Rectangle 204">
            <a:extLst>
              <a:ext uri="{FF2B5EF4-FFF2-40B4-BE49-F238E27FC236}">
                <a16:creationId xmlns:a16="http://schemas.microsoft.com/office/drawing/2014/main" id="{B72613C6-CC1D-49B4-BBB0-A335552CE214}"/>
              </a:ext>
            </a:extLst>
          </p:cNvPr>
          <p:cNvSpPr/>
          <p:nvPr/>
        </p:nvSpPr>
        <p:spPr>
          <a:xfrm>
            <a:off x="7194440" y="2838949"/>
            <a:ext cx="1296000" cy="1296000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06" name="Rectangle 205">
            <a:extLst>
              <a:ext uri="{FF2B5EF4-FFF2-40B4-BE49-F238E27FC236}">
                <a16:creationId xmlns:a16="http://schemas.microsoft.com/office/drawing/2014/main" id="{00253ECC-47DD-40D7-9C6B-9C831B97C771}"/>
              </a:ext>
            </a:extLst>
          </p:cNvPr>
          <p:cNvSpPr/>
          <p:nvPr/>
        </p:nvSpPr>
        <p:spPr>
          <a:xfrm>
            <a:off x="9138440" y="2838949"/>
            <a:ext cx="648000" cy="1296000"/>
          </a:xfrm>
          <a:prstGeom prst="rect">
            <a:avLst/>
          </a:prstGeom>
          <a:gradFill flip="none" rotWithShape="1">
            <a:gsLst>
              <a:gs pos="6200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0" scaled="1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07" name="Rectangle 206">
            <a:extLst>
              <a:ext uri="{FF2B5EF4-FFF2-40B4-BE49-F238E27FC236}">
                <a16:creationId xmlns:a16="http://schemas.microsoft.com/office/drawing/2014/main" id="{D6A24C6B-2E3D-4CBA-BC56-61EFFF2983EC}"/>
              </a:ext>
            </a:extLst>
          </p:cNvPr>
          <p:cNvSpPr/>
          <p:nvPr/>
        </p:nvSpPr>
        <p:spPr>
          <a:xfrm rot="10800000">
            <a:off x="8490441" y="2838949"/>
            <a:ext cx="648000" cy="1296000"/>
          </a:xfrm>
          <a:prstGeom prst="rect">
            <a:avLst/>
          </a:prstGeom>
          <a:gradFill flip="none" rotWithShape="1">
            <a:gsLst>
              <a:gs pos="6500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  <a:gs pos="97000">
                <a:schemeClr val="accent2">
                  <a:lumMod val="60000"/>
                  <a:lumOff val="40000"/>
                </a:schemeClr>
              </a:gs>
            </a:gsLst>
            <a:lin ang="0" scaled="1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08" name="Rectangle 207">
            <a:extLst>
              <a:ext uri="{FF2B5EF4-FFF2-40B4-BE49-F238E27FC236}">
                <a16:creationId xmlns:a16="http://schemas.microsoft.com/office/drawing/2014/main" id="{B781F274-9E62-466C-A49A-77767D9C6C9F}"/>
              </a:ext>
            </a:extLst>
          </p:cNvPr>
          <p:cNvSpPr/>
          <p:nvPr/>
        </p:nvSpPr>
        <p:spPr>
          <a:xfrm>
            <a:off x="8490440" y="2838949"/>
            <a:ext cx="1296000" cy="1296000"/>
          </a:xfrm>
          <a:prstGeom prst="rect">
            <a:avLst/>
          </a:prstGeom>
          <a:solidFill>
            <a:schemeClr val="accent1">
              <a:lumMod val="40000"/>
              <a:lumOff val="60000"/>
              <a:alpha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09" name="Rectangle 208">
            <a:extLst>
              <a:ext uri="{FF2B5EF4-FFF2-40B4-BE49-F238E27FC236}">
                <a16:creationId xmlns:a16="http://schemas.microsoft.com/office/drawing/2014/main" id="{E0587DD8-365D-43E1-BEE9-43A0953A9AEC}"/>
              </a:ext>
            </a:extLst>
          </p:cNvPr>
          <p:cNvSpPr/>
          <p:nvPr/>
        </p:nvSpPr>
        <p:spPr>
          <a:xfrm>
            <a:off x="8490440" y="2838949"/>
            <a:ext cx="1296000" cy="1296000"/>
          </a:xfrm>
          <a:prstGeom prst="rect">
            <a:avLst/>
          </a:prstGeom>
          <a:solidFill>
            <a:schemeClr val="accent2">
              <a:lumMod val="60000"/>
              <a:lumOff val="40000"/>
              <a:alpha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10" name="Rectangle 209">
            <a:extLst>
              <a:ext uri="{FF2B5EF4-FFF2-40B4-BE49-F238E27FC236}">
                <a16:creationId xmlns:a16="http://schemas.microsoft.com/office/drawing/2014/main" id="{930C9A1A-2F97-4936-9A43-1EAFB05FFE7E}"/>
              </a:ext>
            </a:extLst>
          </p:cNvPr>
          <p:cNvSpPr/>
          <p:nvPr/>
        </p:nvSpPr>
        <p:spPr>
          <a:xfrm>
            <a:off x="8490440" y="2838949"/>
            <a:ext cx="1296000" cy="1296000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11" name="Rectangle 210">
            <a:extLst>
              <a:ext uri="{FF2B5EF4-FFF2-40B4-BE49-F238E27FC236}">
                <a16:creationId xmlns:a16="http://schemas.microsoft.com/office/drawing/2014/main" id="{8E0C0616-1816-4BAB-A5CC-5F9D81E195AA}"/>
              </a:ext>
            </a:extLst>
          </p:cNvPr>
          <p:cNvSpPr/>
          <p:nvPr/>
        </p:nvSpPr>
        <p:spPr>
          <a:xfrm>
            <a:off x="5250440" y="4134949"/>
            <a:ext cx="648000" cy="1296000"/>
          </a:xfrm>
          <a:prstGeom prst="rect">
            <a:avLst/>
          </a:prstGeom>
          <a:gradFill flip="none" rotWithShape="1">
            <a:gsLst>
              <a:gs pos="6200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0" scaled="1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12" name="Rectangle 211">
            <a:extLst>
              <a:ext uri="{FF2B5EF4-FFF2-40B4-BE49-F238E27FC236}">
                <a16:creationId xmlns:a16="http://schemas.microsoft.com/office/drawing/2014/main" id="{3BEA8652-F4A1-4135-B6BB-4510F7D864F6}"/>
              </a:ext>
            </a:extLst>
          </p:cNvPr>
          <p:cNvSpPr/>
          <p:nvPr/>
        </p:nvSpPr>
        <p:spPr>
          <a:xfrm rot="10800000">
            <a:off x="4602441" y="4134949"/>
            <a:ext cx="648000" cy="1296000"/>
          </a:xfrm>
          <a:prstGeom prst="rect">
            <a:avLst/>
          </a:prstGeom>
          <a:gradFill flip="none" rotWithShape="1">
            <a:gsLst>
              <a:gs pos="6500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  <a:gs pos="97000">
                <a:schemeClr val="accent2">
                  <a:lumMod val="60000"/>
                  <a:lumOff val="40000"/>
                </a:schemeClr>
              </a:gs>
            </a:gsLst>
            <a:lin ang="0" scaled="1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13" name="Rectangle 212">
            <a:extLst>
              <a:ext uri="{FF2B5EF4-FFF2-40B4-BE49-F238E27FC236}">
                <a16:creationId xmlns:a16="http://schemas.microsoft.com/office/drawing/2014/main" id="{6429BC56-AA10-4CED-B781-D76B75CB561B}"/>
              </a:ext>
            </a:extLst>
          </p:cNvPr>
          <p:cNvSpPr/>
          <p:nvPr/>
        </p:nvSpPr>
        <p:spPr>
          <a:xfrm>
            <a:off x="4602440" y="4134949"/>
            <a:ext cx="1296000" cy="1296000"/>
          </a:xfrm>
          <a:prstGeom prst="rect">
            <a:avLst/>
          </a:prstGeom>
          <a:solidFill>
            <a:schemeClr val="accent1">
              <a:lumMod val="40000"/>
              <a:lumOff val="60000"/>
              <a:alpha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14" name="Rectangle 213">
            <a:extLst>
              <a:ext uri="{FF2B5EF4-FFF2-40B4-BE49-F238E27FC236}">
                <a16:creationId xmlns:a16="http://schemas.microsoft.com/office/drawing/2014/main" id="{8F73407F-B942-48B7-A721-2C2A5525E170}"/>
              </a:ext>
            </a:extLst>
          </p:cNvPr>
          <p:cNvSpPr/>
          <p:nvPr/>
        </p:nvSpPr>
        <p:spPr>
          <a:xfrm>
            <a:off x="4602440" y="4134949"/>
            <a:ext cx="1296000" cy="1296000"/>
          </a:xfrm>
          <a:prstGeom prst="rect">
            <a:avLst/>
          </a:prstGeom>
          <a:solidFill>
            <a:schemeClr val="accent2">
              <a:lumMod val="60000"/>
              <a:lumOff val="40000"/>
              <a:alpha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15" name="Rectangle 214">
            <a:extLst>
              <a:ext uri="{FF2B5EF4-FFF2-40B4-BE49-F238E27FC236}">
                <a16:creationId xmlns:a16="http://schemas.microsoft.com/office/drawing/2014/main" id="{A2EDED72-99F8-46FC-AF54-CC91185214B3}"/>
              </a:ext>
            </a:extLst>
          </p:cNvPr>
          <p:cNvSpPr/>
          <p:nvPr/>
        </p:nvSpPr>
        <p:spPr>
          <a:xfrm>
            <a:off x="4602440" y="4134949"/>
            <a:ext cx="1296000" cy="1296000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16" name="Rectangle 215">
            <a:extLst>
              <a:ext uri="{FF2B5EF4-FFF2-40B4-BE49-F238E27FC236}">
                <a16:creationId xmlns:a16="http://schemas.microsoft.com/office/drawing/2014/main" id="{98AFD714-EF72-46E2-A088-4DE8E97880D3}"/>
              </a:ext>
            </a:extLst>
          </p:cNvPr>
          <p:cNvSpPr/>
          <p:nvPr/>
        </p:nvSpPr>
        <p:spPr>
          <a:xfrm>
            <a:off x="6546440" y="4134949"/>
            <a:ext cx="648000" cy="1296000"/>
          </a:xfrm>
          <a:prstGeom prst="rect">
            <a:avLst/>
          </a:prstGeom>
          <a:gradFill flip="none" rotWithShape="1">
            <a:gsLst>
              <a:gs pos="6200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0" scaled="1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17" name="Rectangle 216">
            <a:extLst>
              <a:ext uri="{FF2B5EF4-FFF2-40B4-BE49-F238E27FC236}">
                <a16:creationId xmlns:a16="http://schemas.microsoft.com/office/drawing/2014/main" id="{79BA726C-860E-4DA5-B28F-408BA987FA0A}"/>
              </a:ext>
            </a:extLst>
          </p:cNvPr>
          <p:cNvSpPr/>
          <p:nvPr/>
        </p:nvSpPr>
        <p:spPr>
          <a:xfrm rot="10800000">
            <a:off x="5898441" y="4134949"/>
            <a:ext cx="648000" cy="1296000"/>
          </a:xfrm>
          <a:prstGeom prst="rect">
            <a:avLst/>
          </a:prstGeom>
          <a:gradFill flip="none" rotWithShape="1">
            <a:gsLst>
              <a:gs pos="6500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  <a:gs pos="97000">
                <a:schemeClr val="accent2">
                  <a:lumMod val="60000"/>
                  <a:lumOff val="40000"/>
                </a:schemeClr>
              </a:gs>
            </a:gsLst>
            <a:lin ang="0" scaled="1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18" name="Rectangle 217">
            <a:extLst>
              <a:ext uri="{FF2B5EF4-FFF2-40B4-BE49-F238E27FC236}">
                <a16:creationId xmlns:a16="http://schemas.microsoft.com/office/drawing/2014/main" id="{4A74B3A9-6C18-4CBD-B06A-4B2D2A6E3006}"/>
              </a:ext>
            </a:extLst>
          </p:cNvPr>
          <p:cNvSpPr/>
          <p:nvPr/>
        </p:nvSpPr>
        <p:spPr>
          <a:xfrm>
            <a:off x="5898440" y="4134949"/>
            <a:ext cx="1296000" cy="1296000"/>
          </a:xfrm>
          <a:prstGeom prst="rect">
            <a:avLst/>
          </a:prstGeom>
          <a:solidFill>
            <a:schemeClr val="accent1">
              <a:lumMod val="40000"/>
              <a:lumOff val="60000"/>
              <a:alpha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19" name="Rectangle 218">
            <a:extLst>
              <a:ext uri="{FF2B5EF4-FFF2-40B4-BE49-F238E27FC236}">
                <a16:creationId xmlns:a16="http://schemas.microsoft.com/office/drawing/2014/main" id="{B6858F78-0EC9-427A-8F27-04B2A1D55CF0}"/>
              </a:ext>
            </a:extLst>
          </p:cNvPr>
          <p:cNvSpPr/>
          <p:nvPr/>
        </p:nvSpPr>
        <p:spPr>
          <a:xfrm>
            <a:off x="5898440" y="4134949"/>
            <a:ext cx="1296000" cy="1296000"/>
          </a:xfrm>
          <a:prstGeom prst="rect">
            <a:avLst/>
          </a:prstGeom>
          <a:solidFill>
            <a:schemeClr val="accent2">
              <a:lumMod val="60000"/>
              <a:lumOff val="40000"/>
              <a:alpha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20" name="Rectangle 219">
            <a:extLst>
              <a:ext uri="{FF2B5EF4-FFF2-40B4-BE49-F238E27FC236}">
                <a16:creationId xmlns:a16="http://schemas.microsoft.com/office/drawing/2014/main" id="{D16CFF13-63D2-4329-80E6-EA884914E7BE}"/>
              </a:ext>
            </a:extLst>
          </p:cNvPr>
          <p:cNvSpPr/>
          <p:nvPr/>
        </p:nvSpPr>
        <p:spPr>
          <a:xfrm>
            <a:off x="5898440" y="4134949"/>
            <a:ext cx="1296000" cy="1296000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21" name="Rectangle 220">
            <a:extLst>
              <a:ext uri="{FF2B5EF4-FFF2-40B4-BE49-F238E27FC236}">
                <a16:creationId xmlns:a16="http://schemas.microsoft.com/office/drawing/2014/main" id="{30A269F0-311A-4552-9F92-B739B32D3064}"/>
              </a:ext>
            </a:extLst>
          </p:cNvPr>
          <p:cNvSpPr/>
          <p:nvPr/>
        </p:nvSpPr>
        <p:spPr>
          <a:xfrm>
            <a:off x="7842440" y="4134949"/>
            <a:ext cx="648000" cy="1296000"/>
          </a:xfrm>
          <a:prstGeom prst="rect">
            <a:avLst/>
          </a:prstGeom>
          <a:gradFill flip="none" rotWithShape="1">
            <a:gsLst>
              <a:gs pos="6200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0" scaled="1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22" name="Rectangle 221">
            <a:extLst>
              <a:ext uri="{FF2B5EF4-FFF2-40B4-BE49-F238E27FC236}">
                <a16:creationId xmlns:a16="http://schemas.microsoft.com/office/drawing/2014/main" id="{ACD9DC23-0D2E-48D0-AAF4-02C07A7CC218}"/>
              </a:ext>
            </a:extLst>
          </p:cNvPr>
          <p:cNvSpPr/>
          <p:nvPr/>
        </p:nvSpPr>
        <p:spPr>
          <a:xfrm rot="10800000">
            <a:off x="7194441" y="4134949"/>
            <a:ext cx="648000" cy="1296000"/>
          </a:xfrm>
          <a:prstGeom prst="rect">
            <a:avLst/>
          </a:prstGeom>
          <a:gradFill flip="none" rotWithShape="1">
            <a:gsLst>
              <a:gs pos="6500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  <a:gs pos="97000">
                <a:schemeClr val="accent2">
                  <a:lumMod val="60000"/>
                  <a:lumOff val="40000"/>
                </a:schemeClr>
              </a:gs>
            </a:gsLst>
            <a:lin ang="0" scaled="1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23" name="Rectangle 222">
            <a:extLst>
              <a:ext uri="{FF2B5EF4-FFF2-40B4-BE49-F238E27FC236}">
                <a16:creationId xmlns:a16="http://schemas.microsoft.com/office/drawing/2014/main" id="{2F03A175-B6AE-4AEF-9D9C-D50883B3CA60}"/>
              </a:ext>
            </a:extLst>
          </p:cNvPr>
          <p:cNvSpPr/>
          <p:nvPr/>
        </p:nvSpPr>
        <p:spPr>
          <a:xfrm>
            <a:off x="7194440" y="4134949"/>
            <a:ext cx="1296000" cy="1296000"/>
          </a:xfrm>
          <a:prstGeom prst="rect">
            <a:avLst/>
          </a:prstGeom>
          <a:solidFill>
            <a:schemeClr val="accent1">
              <a:lumMod val="40000"/>
              <a:lumOff val="60000"/>
              <a:alpha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24" name="Rectangle 223">
            <a:extLst>
              <a:ext uri="{FF2B5EF4-FFF2-40B4-BE49-F238E27FC236}">
                <a16:creationId xmlns:a16="http://schemas.microsoft.com/office/drawing/2014/main" id="{2029D8D7-B216-4F69-8DA3-4293BA7AC175}"/>
              </a:ext>
            </a:extLst>
          </p:cNvPr>
          <p:cNvSpPr/>
          <p:nvPr/>
        </p:nvSpPr>
        <p:spPr>
          <a:xfrm>
            <a:off x="7194440" y="4134949"/>
            <a:ext cx="1296000" cy="1296000"/>
          </a:xfrm>
          <a:prstGeom prst="rect">
            <a:avLst/>
          </a:prstGeom>
          <a:solidFill>
            <a:schemeClr val="accent2">
              <a:lumMod val="60000"/>
              <a:lumOff val="40000"/>
              <a:alpha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25" name="Rectangle 224">
            <a:extLst>
              <a:ext uri="{FF2B5EF4-FFF2-40B4-BE49-F238E27FC236}">
                <a16:creationId xmlns:a16="http://schemas.microsoft.com/office/drawing/2014/main" id="{953C0EF6-FD77-4BD6-BC04-E92315694807}"/>
              </a:ext>
            </a:extLst>
          </p:cNvPr>
          <p:cNvSpPr/>
          <p:nvPr/>
        </p:nvSpPr>
        <p:spPr>
          <a:xfrm>
            <a:off x="7194440" y="4134949"/>
            <a:ext cx="1296000" cy="1296000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26" name="Rectangle 225">
            <a:extLst>
              <a:ext uri="{FF2B5EF4-FFF2-40B4-BE49-F238E27FC236}">
                <a16:creationId xmlns:a16="http://schemas.microsoft.com/office/drawing/2014/main" id="{CD97CEA9-78E6-4C36-9F71-91C33E1CFE3A}"/>
              </a:ext>
            </a:extLst>
          </p:cNvPr>
          <p:cNvSpPr/>
          <p:nvPr/>
        </p:nvSpPr>
        <p:spPr>
          <a:xfrm>
            <a:off x="9138440" y="4134949"/>
            <a:ext cx="648000" cy="1296000"/>
          </a:xfrm>
          <a:prstGeom prst="rect">
            <a:avLst/>
          </a:prstGeom>
          <a:gradFill flip="none" rotWithShape="1">
            <a:gsLst>
              <a:gs pos="6200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0" scaled="1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27" name="Rectangle 226">
            <a:extLst>
              <a:ext uri="{FF2B5EF4-FFF2-40B4-BE49-F238E27FC236}">
                <a16:creationId xmlns:a16="http://schemas.microsoft.com/office/drawing/2014/main" id="{27167918-0B36-4CB5-958B-CE6F9D4CF9C7}"/>
              </a:ext>
            </a:extLst>
          </p:cNvPr>
          <p:cNvSpPr/>
          <p:nvPr/>
        </p:nvSpPr>
        <p:spPr>
          <a:xfrm rot="10800000">
            <a:off x="8490441" y="4134949"/>
            <a:ext cx="648000" cy="1296000"/>
          </a:xfrm>
          <a:prstGeom prst="rect">
            <a:avLst/>
          </a:prstGeom>
          <a:gradFill flip="none" rotWithShape="1">
            <a:gsLst>
              <a:gs pos="6500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  <a:gs pos="97000">
                <a:schemeClr val="accent2">
                  <a:lumMod val="60000"/>
                  <a:lumOff val="40000"/>
                </a:schemeClr>
              </a:gs>
            </a:gsLst>
            <a:lin ang="0" scaled="1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28" name="Rectangle 227">
            <a:extLst>
              <a:ext uri="{FF2B5EF4-FFF2-40B4-BE49-F238E27FC236}">
                <a16:creationId xmlns:a16="http://schemas.microsoft.com/office/drawing/2014/main" id="{B835D401-E094-4FE3-9A1F-E1DC8A9E7EFB}"/>
              </a:ext>
            </a:extLst>
          </p:cNvPr>
          <p:cNvSpPr/>
          <p:nvPr/>
        </p:nvSpPr>
        <p:spPr>
          <a:xfrm>
            <a:off x="8490440" y="4134949"/>
            <a:ext cx="1296000" cy="1296000"/>
          </a:xfrm>
          <a:prstGeom prst="rect">
            <a:avLst/>
          </a:prstGeom>
          <a:solidFill>
            <a:schemeClr val="accent1">
              <a:lumMod val="40000"/>
              <a:lumOff val="60000"/>
              <a:alpha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29" name="Rectangle 228">
            <a:extLst>
              <a:ext uri="{FF2B5EF4-FFF2-40B4-BE49-F238E27FC236}">
                <a16:creationId xmlns:a16="http://schemas.microsoft.com/office/drawing/2014/main" id="{FC907535-5639-4C56-B074-CF05EED59705}"/>
              </a:ext>
            </a:extLst>
          </p:cNvPr>
          <p:cNvSpPr/>
          <p:nvPr/>
        </p:nvSpPr>
        <p:spPr>
          <a:xfrm>
            <a:off x="8490440" y="4134949"/>
            <a:ext cx="1296000" cy="1296000"/>
          </a:xfrm>
          <a:prstGeom prst="rect">
            <a:avLst/>
          </a:prstGeom>
          <a:solidFill>
            <a:schemeClr val="accent2">
              <a:lumMod val="60000"/>
              <a:lumOff val="40000"/>
              <a:alpha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30" name="Rectangle 229">
            <a:extLst>
              <a:ext uri="{FF2B5EF4-FFF2-40B4-BE49-F238E27FC236}">
                <a16:creationId xmlns:a16="http://schemas.microsoft.com/office/drawing/2014/main" id="{610185A1-337C-4699-96BF-E45792DC4DE2}"/>
              </a:ext>
            </a:extLst>
          </p:cNvPr>
          <p:cNvSpPr/>
          <p:nvPr/>
        </p:nvSpPr>
        <p:spPr>
          <a:xfrm>
            <a:off x="8490440" y="4134949"/>
            <a:ext cx="1296000" cy="1296000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31" name="Rectangle 230">
            <a:extLst>
              <a:ext uri="{FF2B5EF4-FFF2-40B4-BE49-F238E27FC236}">
                <a16:creationId xmlns:a16="http://schemas.microsoft.com/office/drawing/2014/main" id="{08C87F22-DDC5-4DD7-99B1-5E447E9A0AEA}"/>
              </a:ext>
            </a:extLst>
          </p:cNvPr>
          <p:cNvSpPr/>
          <p:nvPr/>
        </p:nvSpPr>
        <p:spPr>
          <a:xfrm>
            <a:off x="5250440" y="5430949"/>
            <a:ext cx="648000" cy="1296000"/>
          </a:xfrm>
          <a:prstGeom prst="rect">
            <a:avLst/>
          </a:prstGeom>
          <a:gradFill flip="none" rotWithShape="1">
            <a:gsLst>
              <a:gs pos="6200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0" scaled="1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32" name="Rectangle 231">
            <a:extLst>
              <a:ext uri="{FF2B5EF4-FFF2-40B4-BE49-F238E27FC236}">
                <a16:creationId xmlns:a16="http://schemas.microsoft.com/office/drawing/2014/main" id="{CBB470AB-7C30-4B58-BE8B-F38C5E2ADE95}"/>
              </a:ext>
            </a:extLst>
          </p:cNvPr>
          <p:cNvSpPr/>
          <p:nvPr/>
        </p:nvSpPr>
        <p:spPr>
          <a:xfrm rot="10800000">
            <a:off x="4602441" y="5430949"/>
            <a:ext cx="648000" cy="1296000"/>
          </a:xfrm>
          <a:prstGeom prst="rect">
            <a:avLst/>
          </a:prstGeom>
          <a:gradFill flip="none" rotWithShape="1">
            <a:gsLst>
              <a:gs pos="6500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  <a:gs pos="97000">
                <a:schemeClr val="accent2">
                  <a:lumMod val="60000"/>
                  <a:lumOff val="40000"/>
                </a:schemeClr>
              </a:gs>
            </a:gsLst>
            <a:lin ang="0" scaled="1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33" name="Rectangle 232">
            <a:extLst>
              <a:ext uri="{FF2B5EF4-FFF2-40B4-BE49-F238E27FC236}">
                <a16:creationId xmlns:a16="http://schemas.microsoft.com/office/drawing/2014/main" id="{148343C4-9B0F-4935-8BBF-EF567C3EAFAD}"/>
              </a:ext>
            </a:extLst>
          </p:cNvPr>
          <p:cNvSpPr/>
          <p:nvPr/>
        </p:nvSpPr>
        <p:spPr>
          <a:xfrm>
            <a:off x="4602440" y="5430949"/>
            <a:ext cx="1296000" cy="1296000"/>
          </a:xfrm>
          <a:prstGeom prst="rect">
            <a:avLst/>
          </a:prstGeom>
          <a:solidFill>
            <a:schemeClr val="accent1">
              <a:lumMod val="40000"/>
              <a:lumOff val="60000"/>
              <a:alpha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34" name="Rectangle 233">
            <a:extLst>
              <a:ext uri="{FF2B5EF4-FFF2-40B4-BE49-F238E27FC236}">
                <a16:creationId xmlns:a16="http://schemas.microsoft.com/office/drawing/2014/main" id="{D4FAFFEB-90D7-4261-86F7-B7F1CBCD1925}"/>
              </a:ext>
            </a:extLst>
          </p:cNvPr>
          <p:cNvSpPr/>
          <p:nvPr/>
        </p:nvSpPr>
        <p:spPr>
          <a:xfrm>
            <a:off x="4602440" y="5430949"/>
            <a:ext cx="1296000" cy="1296000"/>
          </a:xfrm>
          <a:prstGeom prst="rect">
            <a:avLst/>
          </a:prstGeom>
          <a:solidFill>
            <a:schemeClr val="accent2">
              <a:lumMod val="60000"/>
              <a:lumOff val="40000"/>
              <a:alpha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35" name="Rectangle 234">
            <a:extLst>
              <a:ext uri="{FF2B5EF4-FFF2-40B4-BE49-F238E27FC236}">
                <a16:creationId xmlns:a16="http://schemas.microsoft.com/office/drawing/2014/main" id="{B2278E52-1E8A-4EA3-8C0F-301FF2D237D7}"/>
              </a:ext>
            </a:extLst>
          </p:cNvPr>
          <p:cNvSpPr/>
          <p:nvPr/>
        </p:nvSpPr>
        <p:spPr>
          <a:xfrm>
            <a:off x="4602440" y="5430949"/>
            <a:ext cx="1296000" cy="1296000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36" name="Rectangle 235">
            <a:extLst>
              <a:ext uri="{FF2B5EF4-FFF2-40B4-BE49-F238E27FC236}">
                <a16:creationId xmlns:a16="http://schemas.microsoft.com/office/drawing/2014/main" id="{1A7D40EA-D897-4680-9C9E-95A604B071C1}"/>
              </a:ext>
            </a:extLst>
          </p:cNvPr>
          <p:cNvSpPr/>
          <p:nvPr/>
        </p:nvSpPr>
        <p:spPr>
          <a:xfrm>
            <a:off x="6546440" y="5430949"/>
            <a:ext cx="648000" cy="1296000"/>
          </a:xfrm>
          <a:prstGeom prst="rect">
            <a:avLst/>
          </a:prstGeom>
          <a:gradFill flip="none" rotWithShape="1">
            <a:gsLst>
              <a:gs pos="6200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0" scaled="1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37" name="Rectangle 236">
            <a:extLst>
              <a:ext uri="{FF2B5EF4-FFF2-40B4-BE49-F238E27FC236}">
                <a16:creationId xmlns:a16="http://schemas.microsoft.com/office/drawing/2014/main" id="{249900C4-E900-4A37-BDAF-8BBD95ED7237}"/>
              </a:ext>
            </a:extLst>
          </p:cNvPr>
          <p:cNvSpPr/>
          <p:nvPr/>
        </p:nvSpPr>
        <p:spPr>
          <a:xfrm rot="10800000">
            <a:off x="5898441" y="5430949"/>
            <a:ext cx="648000" cy="1296000"/>
          </a:xfrm>
          <a:prstGeom prst="rect">
            <a:avLst/>
          </a:prstGeom>
          <a:gradFill flip="none" rotWithShape="1">
            <a:gsLst>
              <a:gs pos="6500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  <a:gs pos="97000">
                <a:schemeClr val="accent2">
                  <a:lumMod val="60000"/>
                  <a:lumOff val="40000"/>
                </a:schemeClr>
              </a:gs>
            </a:gsLst>
            <a:lin ang="0" scaled="1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38" name="Rectangle 237">
            <a:extLst>
              <a:ext uri="{FF2B5EF4-FFF2-40B4-BE49-F238E27FC236}">
                <a16:creationId xmlns:a16="http://schemas.microsoft.com/office/drawing/2014/main" id="{F819064D-457F-4548-9487-87B9BC359777}"/>
              </a:ext>
            </a:extLst>
          </p:cNvPr>
          <p:cNvSpPr/>
          <p:nvPr/>
        </p:nvSpPr>
        <p:spPr>
          <a:xfrm>
            <a:off x="5898440" y="5430949"/>
            <a:ext cx="1296000" cy="1296000"/>
          </a:xfrm>
          <a:prstGeom prst="rect">
            <a:avLst/>
          </a:prstGeom>
          <a:solidFill>
            <a:schemeClr val="accent1">
              <a:lumMod val="40000"/>
              <a:lumOff val="60000"/>
              <a:alpha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39" name="Rectangle 238">
            <a:extLst>
              <a:ext uri="{FF2B5EF4-FFF2-40B4-BE49-F238E27FC236}">
                <a16:creationId xmlns:a16="http://schemas.microsoft.com/office/drawing/2014/main" id="{FED612D4-82F5-4C76-8AED-8B3D8ED7FACB}"/>
              </a:ext>
            </a:extLst>
          </p:cNvPr>
          <p:cNvSpPr/>
          <p:nvPr/>
        </p:nvSpPr>
        <p:spPr>
          <a:xfrm>
            <a:off x="5898440" y="5430949"/>
            <a:ext cx="1296000" cy="1296000"/>
          </a:xfrm>
          <a:prstGeom prst="rect">
            <a:avLst/>
          </a:prstGeom>
          <a:solidFill>
            <a:schemeClr val="accent2">
              <a:lumMod val="60000"/>
              <a:lumOff val="40000"/>
              <a:alpha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40" name="Rectangle 239">
            <a:extLst>
              <a:ext uri="{FF2B5EF4-FFF2-40B4-BE49-F238E27FC236}">
                <a16:creationId xmlns:a16="http://schemas.microsoft.com/office/drawing/2014/main" id="{FFE32A8D-5943-425C-81DA-F38EB64F768F}"/>
              </a:ext>
            </a:extLst>
          </p:cNvPr>
          <p:cNvSpPr/>
          <p:nvPr/>
        </p:nvSpPr>
        <p:spPr>
          <a:xfrm>
            <a:off x="5898440" y="5430949"/>
            <a:ext cx="1296000" cy="1296000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41" name="Rectangle 240">
            <a:extLst>
              <a:ext uri="{FF2B5EF4-FFF2-40B4-BE49-F238E27FC236}">
                <a16:creationId xmlns:a16="http://schemas.microsoft.com/office/drawing/2014/main" id="{462F9E53-909C-46DA-AF56-7E521EEBD4EE}"/>
              </a:ext>
            </a:extLst>
          </p:cNvPr>
          <p:cNvSpPr/>
          <p:nvPr/>
        </p:nvSpPr>
        <p:spPr>
          <a:xfrm>
            <a:off x="7842440" y="5430949"/>
            <a:ext cx="648000" cy="1296000"/>
          </a:xfrm>
          <a:prstGeom prst="rect">
            <a:avLst/>
          </a:prstGeom>
          <a:gradFill flip="none" rotWithShape="1">
            <a:gsLst>
              <a:gs pos="6200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0" scaled="1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42" name="Rectangle 241">
            <a:extLst>
              <a:ext uri="{FF2B5EF4-FFF2-40B4-BE49-F238E27FC236}">
                <a16:creationId xmlns:a16="http://schemas.microsoft.com/office/drawing/2014/main" id="{D680835F-6065-49CA-AAFD-A1448B22C9DD}"/>
              </a:ext>
            </a:extLst>
          </p:cNvPr>
          <p:cNvSpPr/>
          <p:nvPr/>
        </p:nvSpPr>
        <p:spPr>
          <a:xfrm rot="10800000">
            <a:off x="7194441" y="5430949"/>
            <a:ext cx="648000" cy="1296000"/>
          </a:xfrm>
          <a:prstGeom prst="rect">
            <a:avLst/>
          </a:prstGeom>
          <a:gradFill flip="none" rotWithShape="1">
            <a:gsLst>
              <a:gs pos="6500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  <a:gs pos="97000">
                <a:schemeClr val="accent2">
                  <a:lumMod val="60000"/>
                  <a:lumOff val="40000"/>
                </a:schemeClr>
              </a:gs>
            </a:gsLst>
            <a:lin ang="0" scaled="1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43" name="Rectangle 242">
            <a:extLst>
              <a:ext uri="{FF2B5EF4-FFF2-40B4-BE49-F238E27FC236}">
                <a16:creationId xmlns:a16="http://schemas.microsoft.com/office/drawing/2014/main" id="{5EABF406-9F9F-493F-9EB6-D2EB05CFB153}"/>
              </a:ext>
            </a:extLst>
          </p:cNvPr>
          <p:cNvSpPr/>
          <p:nvPr/>
        </p:nvSpPr>
        <p:spPr>
          <a:xfrm>
            <a:off x="7194440" y="5430949"/>
            <a:ext cx="1296000" cy="1296000"/>
          </a:xfrm>
          <a:prstGeom prst="rect">
            <a:avLst/>
          </a:prstGeom>
          <a:solidFill>
            <a:schemeClr val="accent1">
              <a:lumMod val="40000"/>
              <a:lumOff val="60000"/>
              <a:alpha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44" name="Rectangle 243">
            <a:extLst>
              <a:ext uri="{FF2B5EF4-FFF2-40B4-BE49-F238E27FC236}">
                <a16:creationId xmlns:a16="http://schemas.microsoft.com/office/drawing/2014/main" id="{E4F8540D-149F-4543-B466-669FBA807515}"/>
              </a:ext>
            </a:extLst>
          </p:cNvPr>
          <p:cNvSpPr/>
          <p:nvPr/>
        </p:nvSpPr>
        <p:spPr>
          <a:xfrm>
            <a:off x="7194440" y="5430949"/>
            <a:ext cx="1296000" cy="1296000"/>
          </a:xfrm>
          <a:prstGeom prst="rect">
            <a:avLst/>
          </a:prstGeom>
          <a:solidFill>
            <a:schemeClr val="accent2">
              <a:lumMod val="60000"/>
              <a:lumOff val="40000"/>
              <a:alpha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45" name="Rectangle 244">
            <a:extLst>
              <a:ext uri="{FF2B5EF4-FFF2-40B4-BE49-F238E27FC236}">
                <a16:creationId xmlns:a16="http://schemas.microsoft.com/office/drawing/2014/main" id="{9547475C-A21F-4004-8D13-F978BFC4BD9A}"/>
              </a:ext>
            </a:extLst>
          </p:cNvPr>
          <p:cNvSpPr/>
          <p:nvPr/>
        </p:nvSpPr>
        <p:spPr>
          <a:xfrm>
            <a:off x="7194440" y="5430949"/>
            <a:ext cx="1296000" cy="1296000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46" name="Rectangle 245">
            <a:extLst>
              <a:ext uri="{FF2B5EF4-FFF2-40B4-BE49-F238E27FC236}">
                <a16:creationId xmlns:a16="http://schemas.microsoft.com/office/drawing/2014/main" id="{187F359F-1075-411A-8C13-B652493C90E5}"/>
              </a:ext>
            </a:extLst>
          </p:cNvPr>
          <p:cNvSpPr/>
          <p:nvPr/>
        </p:nvSpPr>
        <p:spPr>
          <a:xfrm>
            <a:off x="9138440" y="5430949"/>
            <a:ext cx="648000" cy="1296000"/>
          </a:xfrm>
          <a:prstGeom prst="rect">
            <a:avLst/>
          </a:prstGeom>
          <a:gradFill flip="none" rotWithShape="1">
            <a:gsLst>
              <a:gs pos="6200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0" scaled="1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47" name="Rectangle 246">
            <a:extLst>
              <a:ext uri="{FF2B5EF4-FFF2-40B4-BE49-F238E27FC236}">
                <a16:creationId xmlns:a16="http://schemas.microsoft.com/office/drawing/2014/main" id="{8C4E5959-B853-41E9-A0C0-8EB4EEB3C0D0}"/>
              </a:ext>
            </a:extLst>
          </p:cNvPr>
          <p:cNvSpPr/>
          <p:nvPr/>
        </p:nvSpPr>
        <p:spPr>
          <a:xfrm rot="10800000">
            <a:off x="8490441" y="5430949"/>
            <a:ext cx="648000" cy="1296000"/>
          </a:xfrm>
          <a:prstGeom prst="rect">
            <a:avLst/>
          </a:prstGeom>
          <a:gradFill flip="none" rotWithShape="1">
            <a:gsLst>
              <a:gs pos="6500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  <a:gs pos="97000">
                <a:schemeClr val="accent2">
                  <a:lumMod val="60000"/>
                  <a:lumOff val="40000"/>
                </a:schemeClr>
              </a:gs>
            </a:gsLst>
            <a:lin ang="0" scaled="1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48" name="Rectangle 247">
            <a:extLst>
              <a:ext uri="{FF2B5EF4-FFF2-40B4-BE49-F238E27FC236}">
                <a16:creationId xmlns:a16="http://schemas.microsoft.com/office/drawing/2014/main" id="{C98E1FD5-DE2E-4592-8960-D494F3F78556}"/>
              </a:ext>
            </a:extLst>
          </p:cNvPr>
          <p:cNvSpPr/>
          <p:nvPr/>
        </p:nvSpPr>
        <p:spPr>
          <a:xfrm>
            <a:off x="8490440" y="5430949"/>
            <a:ext cx="1296000" cy="1296000"/>
          </a:xfrm>
          <a:prstGeom prst="rect">
            <a:avLst/>
          </a:prstGeom>
          <a:solidFill>
            <a:schemeClr val="accent1">
              <a:lumMod val="40000"/>
              <a:lumOff val="60000"/>
              <a:alpha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49" name="Rectangle 248">
            <a:extLst>
              <a:ext uri="{FF2B5EF4-FFF2-40B4-BE49-F238E27FC236}">
                <a16:creationId xmlns:a16="http://schemas.microsoft.com/office/drawing/2014/main" id="{5D65DBB2-4EE8-411D-AB9D-E71C65147B08}"/>
              </a:ext>
            </a:extLst>
          </p:cNvPr>
          <p:cNvSpPr/>
          <p:nvPr/>
        </p:nvSpPr>
        <p:spPr>
          <a:xfrm>
            <a:off x="8490440" y="5430949"/>
            <a:ext cx="1296000" cy="1296000"/>
          </a:xfrm>
          <a:prstGeom prst="rect">
            <a:avLst/>
          </a:prstGeom>
          <a:solidFill>
            <a:schemeClr val="accent2">
              <a:lumMod val="60000"/>
              <a:lumOff val="40000"/>
              <a:alpha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50" name="Rectangle 249">
            <a:extLst>
              <a:ext uri="{FF2B5EF4-FFF2-40B4-BE49-F238E27FC236}">
                <a16:creationId xmlns:a16="http://schemas.microsoft.com/office/drawing/2014/main" id="{B833D34C-F502-4A90-A9C9-34645AB7A278}"/>
              </a:ext>
            </a:extLst>
          </p:cNvPr>
          <p:cNvSpPr/>
          <p:nvPr/>
        </p:nvSpPr>
        <p:spPr>
          <a:xfrm>
            <a:off x="8490440" y="5430949"/>
            <a:ext cx="1296000" cy="1296000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446DC06-2922-4CC5-A10D-AE0DECC6F007}"/>
              </a:ext>
            </a:extLst>
          </p:cNvPr>
          <p:cNvSpPr/>
          <p:nvPr/>
        </p:nvSpPr>
        <p:spPr>
          <a:xfrm>
            <a:off x="4602440" y="957957"/>
            <a:ext cx="5183999" cy="575696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51" name="TextBox 250">
            <a:extLst>
              <a:ext uri="{FF2B5EF4-FFF2-40B4-BE49-F238E27FC236}">
                <a16:creationId xmlns:a16="http://schemas.microsoft.com/office/drawing/2014/main" id="{99564FC8-ABD0-4D18-9DA1-698A14DDCD30}"/>
              </a:ext>
            </a:extLst>
          </p:cNvPr>
          <p:cNvSpPr txBox="1"/>
          <p:nvPr/>
        </p:nvSpPr>
        <p:spPr>
          <a:xfrm>
            <a:off x="5190659" y="964311"/>
            <a:ext cx="456889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3200" b="1" dirty="0">
                <a:latin typeface="Ravie" panose="04040805050809020602" pitchFamily="82" charset="0"/>
              </a:rPr>
              <a:t>Жооптор торчолору</a:t>
            </a:r>
            <a:endParaRPr lang="en-GB" sz="3200" b="1" dirty="0">
              <a:latin typeface="Ravie" panose="04040805050809020602" pitchFamily="82" charset="0"/>
            </a:endParaRPr>
          </a:p>
        </p:txBody>
      </p:sp>
      <p:sp>
        <p:nvSpPr>
          <p:cNvPr id="87" name="Rectangle 86">
            <a:extLst>
              <a:ext uri="{FF2B5EF4-FFF2-40B4-BE49-F238E27FC236}">
                <a16:creationId xmlns:a16="http://schemas.microsoft.com/office/drawing/2014/main" id="{364B85DC-15D7-4674-AB83-858538C52B7F}"/>
              </a:ext>
            </a:extLst>
          </p:cNvPr>
          <p:cNvSpPr/>
          <p:nvPr/>
        </p:nvSpPr>
        <p:spPr>
          <a:xfrm>
            <a:off x="0" y="5897309"/>
            <a:ext cx="4692824" cy="107721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ky-KG" sz="1600" dirty="0">
                <a:latin typeface="Arial" panose="020B0604020202020204" pitchFamily="34" charset="0"/>
                <a:cs typeface="Arial" panose="020B0604020202020204" pitchFamily="34" charset="0"/>
              </a:rPr>
              <a:t>Жооптор торчосунан эквиваленттүү</a:t>
            </a:r>
          </a:p>
          <a:p>
            <a:pPr algn="ctr"/>
            <a:r>
              <a:rPr lang="ky-KG" sz="1600" dirty="0">
                <a:latin typeface="Arial" panose="020B0604020202020204" pitchFamily="34" charset="0"/>
                <a:cs typeface="Arial" panose="020B0604020202020204" pitchFamily="34" charset="0"/>
              </a:rPr>
              <a:t> санды тап.</a:t>
            </a:r>
          </a:p>
          <a:p>
            <a:pPr algn="ctr"/>
            <a:r>
              <a:rPr lang="ky-KG" sz="1600" dirty="0">
                <a:latin typeface="Arial" panose="020B0604020202020204" pitchFamily="34" charset="0"/>
                <a:cs typeface="Arial" panose="020B0604020202020204" pitchFamily="34" charset="0"/>
              </a:rPr>
              <a:t>Катыштар үчүн биринчи бөлүккө эквивалентти </a:t>
            </a:r>
          </a:p>
          <a:p>
            <a:pPr algn="ctr"/>
            <a:r>
              <a:rPr lang="ky-KG" sz="1600" dirty="0">
                <a:latin typeface="Arial" panose="020B0604020202020204" pitchFamily="34" charset="0"/>
                <a:cs typeface="Arial" panose="020B0604020202020204" pitchFamily="34" charset="0"/>
              </a:rPr>
              <a:t>тап.</a:t>
            </a:r>
            <a:endParaRPr lang="en-GB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32090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0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" dur="5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"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6"/>
                  </p:tgtEl>
                </p:cond>
              </p:nextCondLst>
            </p:seq>
            <p:seq concurrent="1" nextAc="seek">
              <p:cTn id="15" restart="whenNotActive" fill="hold" evtFilter="cancelBubble" nodeType="interactiveSeq">
                <p:stCondLst>
                  <p:cond evt="onClick" delay="0">
                    <p:tgtEl>
                      <p:spTgt spid="10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6" fill="hold">
                      <p:stCondLst>
                        <p:cond delay="0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0" dur="50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500"/>
                            </p:stCondLst>
                            <p:childTnLst>
                              <p:par>
                                <p:cTn id="22" presetID="10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3" dur="5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6"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5"/>
                  </p:tgtEl>
                </p:cond>
              </p:nextCondLst>
            </p:seq>
            <p:seq concurrent="1" nextAc="seek">
              <p:cTn id="28" restart="whenNotActive" fill="hold" evtFilter="cancelBubble" nodeType="interactiveSeq">
                <p:stCondLst>
                  <p:cond evt="onClick" delay="0">
                    <p:tgtEl>
                      <p:spTgt spid="17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9" fill="hold">
                      <p:stCondLst>
                        <p:cond delay="0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1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500"/>
                            </p:stCondLst>
                            <p:childTnLst>
                              <p:par>
                                <p:cTn id="35" presetID="10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6" dur="500"/>
                                        <p:tgtEl>
                                          <p:spTgt spid="17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9" dur="500"/>
                                        <p:tgtEl>
                                          <p:spTgt spid="17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77"/>
                  </p:tgtEl>
                </p:cond>
              </p:nextCondLst>
            </p:seq>
            <p:seq concurrent="1" nextAc="seek">
              <p:cTn id="41" restart="whenNotActive" fill="hold" evtFilter="cancelBubble" nodeType="interactiveSeq">
                <p:stCondLst>
                  <p:cond evt="onClick" delay="0">
                    <p:tgtEl>
                      <p:spTgt spid="17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2" fill="hold">
                      <p:stCondLst>
                        <p:cond delay="0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6" dur="500"/>
                                        <p:tgtEl>
                                          <p:spTgt spid="1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500"/>
                            </p:stCondLst>
                            <p:childTnLst>
                              <p:par>
                                <p:cTn id="48" presetID="10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9" dur="500"/>
                                        <p:tgtEl>
                                          <p:spTgt spid="17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2" dur="500"/>
                                        <p:tgtEl>
                                          <p:spTgt spid="17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76"/>
                  </p:tgtEl>
                </p:cond>
              </p:nextCondLst>
            </p:seq>
            <p:seq concurrent="1" nextAc="seek">
              <p:cTn id="54" restart="whenNotActive" fill="hold" evtFilter="cancelBubble" nodeType="interactiveSeq">
                <p:stCondLst>
                  <p:cond evt="onClick" delay="0">
                    <p:tgtEl>
                      <p:spTgt spid="18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5" fill="hold">
                      <p:stCondLst>
                        <p:cond delay="0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1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500"/>
                            </p:stCondLst>
                            <p:childTnLst>
                              <p:par>
                                <p:cTn id="61" presetID="10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2" dur="500"/>
                                        <p:tgtEl>
                                          <p:spTgt spid="18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4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5" dur="500"/>
                                        <p:tgtEl>
                                          <p:spTgt spid="18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82"/>
                  </p:tgtEl>
                </p:cond>
              </p:nextCondLst>
            </p:seq>
            <p:seq concurrent="1" nextAc="seek">
              <p:cTn id="67" restart="whenNotActive" fill="hold" evtFilter="cancelBubble" nodeType="interactiveSeq">
                <p:stCondLst>
                  <p:cond evt="onClick" delay="0">
                    <p:tgtEl>
                      <p:spTgt spid="18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8" fill="hold">
                      <p:stCondLst>
                        <p:cond delay="0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2" dur="500"/>
                                        <p:tgtEl>
                                          <p:spTgt spid="1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3" fill="hold">
                            <p:stCondLst>
                              <p:cond delay="500"/>
                            </p:stCondLst>
                            <p:childTnLst>
                              <p:par>
                                <p:cTn id="74" presetID="10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5" dur="500"/>
                                        <p:tgtEl>
                                          <p:spTgt spid="18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8" dur="500"/>
                                        <p:tgtEl>
                                          <p:spTgt spid="18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81"/>
                  </p:tgtEl>
                </p:cond>
              </p:nextCondLst>
            </p:seq>
            <p:seq concurrent="1" nextAc="seek">
              <p:cTn id="80" restart="whenNotActive" fill="hold" evtFilter="cancelBubble" nodeType="interactiveSeq">
                <p:stCondLst>
                  <p:cond evt="onClick" delay="0">
                    <p:tgtEl>
                      <p:spTgt spid="18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1" fill="hold">
                      <p:stCondLst>
                        <p:cond delay="0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5" dur="500"/>
                                        <p:tgtEl>
                                          <p:spTgt spid="1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6" fill="hold">
                            <p:stCondLst>
                              <p:cond delay="500"/>
                            </p:stCondLst>
                            <p:childTnLst>
                              <p:par>
                                <p:cTn id="87" presetID="10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8" dur="500"/>
                                        <p:tgtEl>
                                          <p:spTgt spid="18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0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1" dur="500"/>
                                        <p:tgtEl>
                                          <p:spTgt spid="18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87"/>
                  </p:tgtEl>
                </p:cond>
              </p:nextCondLst>
            </p:seq>
            <p:seq concurrent="1" nextAc="seek">
              <p:cTn id="93" restart="whenNotActive" fill="hold" evtFilter="cancelBubble" nodeType="interactiveSeq">
                <p:stCondLst>
                  <p:cond evt="onClick" delay="0">
                    <p:tgtEl>
                      <p:spTgt spid="18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4" fill="hold">
                      <p:stCondLst>
                        <p:cond delay="0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98" dur="500"/>
                                        <p:tgtEl>
                                          <p:spTgt spid="1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9" fill="hold">
                            <p:stCondLst>
                              <p:cond delay="500"/>
                            </p:stCondLst>
                            <p:childTnLst>
                              <p:par>
                                <p:cTn id="100" presetID="10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1" dur="500"/>
                                        <p:tgtEl>
                                          <p:spTgt spid="18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3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4" dur="500"/>
                                        <p:tgtEl>
                                          <p:spTgt spid="18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86"/>
                  </p:tgtEl>
                </p:cond>
              </p:nextCondLst>
            </p:seq>
            <p:seq concurrent="1" nextAc="seek">
              <p:cTn id="106" restart="whenNotActive" fill="hold" evtFilter="cancelBubble" nodeType="interactiveSeq">
                <p:stCondLst>
                  <p:cond evt="onClick" delay="0">
                    <p:tgtEl>
                      <p:spTgt spid="19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7" fill="hold">
                      <p:stCondLst>
                        <p:cond delay="0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1" dur="500"/>
                                        <p:tgtEl>
                                          <p:spTgt spid="1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2" fill="hold">
                            <p:stCondLst>
                              <p:cond delay="500"/>
                            </p:stCondLst>
                            <p:childTnLst>
                              <p:par>
                                <p:cTn id="113" presetID="10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4" dur="500"/>
                                        <p:tgtEl>
                                          <p:spTgt spid="19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6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7" dur="500"/>
                                        <p:tgtEl>
                                          <p:spTgt spid="19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92"/>
                  </p:tgtEl>
                </p:cond>
              </p:nextCondLst>
            </p:seq>
            <p:seq concurrent="1" nextAc="seek">
              <p:cTn id="119" restart="whenNotActive" fill="hold" evtFilter="cancelBubble" nodeType="interactiveSeq">
                <p:stCondLst>
                  <p:cond evt="onClick" delay="0">
                    <p:tgtEl>
                      <p:spTgt spid="19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20" fill="hold">
                      <p:stCondLst>
                        <p:cond delay="0"/>
                      </p:stCondLst>
                      <p:childTnLst>
                        <p:par>
                          <p:cTn id="121" fill="hold">
                            <p:stCondLst>
                              <p:cond delay="0"/>
                            </p:stCondLst>
                            <p:childTnLst>
                              <p:par>
                                <p:cTn id="122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24" dur="500"/>
                                        <p:tgtEl>
                                          <p:spTgt spid="1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5" fill="hold">
                            <p:stCondLst>
                              <p:cond delay="500"/>
                            </p:stCondLst>
                            <p:childTnLst>
                              <p:par>
                                <p:cTn id="126" presetID="10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7" dur="500"/>
                                        <p:tgtEl>
                                          <p:spTgt spid="19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9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0" dur="500"/>
                                        <p:tgtEl>
                                          <p:spTgt spid="19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91"/>
                  </p:tgtEl>
                </p:cond>
              </p:nextCondLst>
            </p:seq>
            <p:seq concurrent="1" nextAc="seek">
              <p:cTn id="132" restart="whenNotActive" fill="hold" evtFilter="cancelBubble" nodeType="interactiveSeq">
                <p:stCondLst>
                  <p:cond evt="onClick" delay="0">
                    <p:tgtEl>
                      <p:spTgt spid="19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33" fill="hold">
                      <p:stCondLst>
                        <p:cond delay="0"/>
                      </p:stCondLst>
                      <p:childTnLst>
                        <p:par>
                          <p:cTn id="134" fill="hold">
                            <p:stCondLst>
                              <p:cond delay="0"/>
                            </p:stCondLst>
                            <p:childTnLst>
                              <p:par>
                                <p:cTn id="1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7" dur="500"/>
                                        <p:tgtEl>
                                          <p:spTgt spid="1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8" fill="hold">
                            <p:stCondLst>
                              <p:cond delay="500"/>
                            </p:stCondLst>
                            <p:childTnLst>
                              <p:par>
                                <p:cTn id="139" presetID="10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0" dur="500"/>
                                        <p:tgtEl>
                                          <p:spTgt spid="19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2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3" dur="500"/>
                                        <p:tgtEl>
                                          <p:spTgt spid="19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97"/>
                  </p:tgtEl>
                </p:cond>
              </p:nextCondLst>
            </p:seq>
            <p:seq concurrent="1" nextAc="seek">
              <p:cTn id="145" restart="whenNotActive" fill="hold" evtFilter="cancelBubble" nodeType="interactiveSeq">
                <p:stCondLst>
                  <p:cond evt="onClick" delay="0">
                    <p:tgtEl>
                      <p:spTgt spid="19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46" fill="hold">
                      <p:stCondLst>
                        <p:cond delay="0"/>
                      </p:stCondLst>
                      <p:childTnLst>
                        <p:par>
                          <p:cTn id="147" fill="hold">
                            <p:stCondLst>
                              <p:cond delay="0"/>
                            </p:stCondLst>
                            <p:childTnLst>
                              <p:par>
                                <p:cTn id="148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50" dur="500"/>
                                        <p:tgtEl>
                                          <p:spTgt spid="1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1" fill="hold">
                            <p:stCondLst>
                              <p:cond delay="500"/>
                            </p:stCondLst>
                            <p:childTnLst>
                              <p:par>
                                <p:cTn id="152" presetID="10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3" dur="500"/>
                                        <p:tgtEl>
                                          <p:spTgt spid="19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5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6" dur="500"/>
                                        <p:tgtEl>
                                          <p:spTgt spid="19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96"/>
                  </p:tgtEl>
                </p:cond>
              </p:nextCondLst>
            </p:seq>
            <p:seq concurrent="1" nextAc="seek">
              <p:cTn id="158" restart="whenNotActive" fill="hold" evtFilter="cancelBubble" nodeType="interactiveSeq">
                <p:stCondLst>
                  <p:cond evt="onClick" delay="0">
                    <p:tgtEl>
                      <p:spTgt spid="20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9" fill="hold">
                      <p:stCondLst>
                        <p:cond delay="0"/>
                      </p:stCondLst>
                      <p:childTnLst>
                        <p:par>
                          <p:cTn id="160" fill="hold">
                            <p:stCondLst>
                              <p:cond delay="0"/>
                            </p:stCondLst>
                            <p:childTnLst>
                              <p:par>
                                <p:cTn id="16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3" dur="500"/>
                                        <p:tgtEl>
                                          <p:spTgt spid="2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4" fill="hold">
                            <p:stCondLst>
                              <p:cond delay="500"/>
                            </p:stCondLst>
                            <p:childTnLst>
                              <p:par>
                                <p:cTn id="165" presetID="10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6" dur="500"/>
                                        <p:tgtEl>
                                          <p:spTgt spid="20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8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9" dur="500"/>
                                        <p:tgtEl>
                                          <p:spTgt spid="20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02"/>
                  </p:tgtEl>
                </p:cond>
              </p:nextCondLst>
            </p:seq>
            <p:seq concurrent="1" nextAc="seek">
              <p:cTn id="171" restart="whenNotActive" fill="hold" evtFilter="cancelBubble" nodeType="interactiveSeq">
                <p:stCondLst>
                  <p:cond evt="onClick" delay="0">
                    <p:tgtEl>
                      <p:spTgt spid="20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72" fill="hold">
                      <p:stCondLst>
                        <p:cond delay="0"/>
                      </p:stCondLst>
                      <p:childTnLst>
                        <p:par>
                          <p:cTn id="173" fill="hold">
                            <p:stCondLst>
                              <p:cond delay="0"/>
                            </p:stCondLst>
                            <p:childTnLst>
                              <p:par>
                                <p:cTn id="174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76" dur="500"/>
                                        <p:tgtEl>
                                          <p:spTgt spid="2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7" fill="hold">
                            <p:stCondLst>
                              <p:cond delay="500"/>
                            </p:stCondLst>
                            <p:childTnLst>
                              <p:par>
                                <p:cTn id="178" presetID="10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79" dur="500"/>
                                        <p:tgtEl>
                                          <p:spTgt spid="20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1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2" dur="500"/>
                                        <p:tgtEl>
                                          <p:spTgt spid="20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01"/>
                  </p:tgtEl>
                </p:cond>
              </p:nextCondLst>
            </p:seq>
            <p:seq concurrent="1" nextAc="seek">
              <p:cTn id="184" restart="whenNotActive" fill="hold" evtFilter="cancelBubble" nodeType="interactiveSeq">
                <p:stCondLst>
                  <p:cond evt="onClick" delay="0">
                    <p:tgtEl>
                      <p:spTgt spid="20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85" fill="hold">
                      <p:stCondLst>
                        <p:cond delay="0"/>
                      </p:stCondLst>
                      <p:childTnLst>
                        <p:par>
                          <p:cTn id="186" fill="hold">
                            <p:stCondLst>
                              <p:cond delay="0"/>
                            </p:stCondLst>
                            <p:childTnLst>
                              <p:par>
                                <p:cTn id="18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9" dur="500"/>
                                        <p:tgtEl>
                                          <p:spTgt spid="2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0" fill="hold">
                            <p:stCondLst>
                              <p:cond delay="500"/>
                            </p:stCondLst>
                            <p:childTnLst>
                              <p:par>
                                <p:cTn id="191" presetID="10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92" dur="500"/>
                                        <p:tgtEl>
                                          <p:spTgt spid="20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4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95" dur="500"/>
                                        <p:tgtEl>
                                          <p:spTgt spid="20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07"/>
                  </p:tgtEl>
                </p:cond>
              </p:nextCondLst>
            </p:seq>
            <p:seq concurrent="1" nextAc="seek">
              <p:cTn id="197" restart="whenNotActive" fill="hold" evtFilter="cancelBubble" nodeType="interactiveSeq">
                <p:stCondLst>
                  <p:cond evt="onClick" delay="0">
                    <p:tgtEl>
                      <p:spTgt spid="20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98" fill="hold">
                      <p:stCondLst>
                        <p:cond delay="0"/>
                      </p:stCondLst>
                      <p:childTnLst>
                        <p:par>
                          <p:cTn id="199" fill="hold">
                            <p:stCondLst>
                              <p:cond delay="0"/>
                            </p:stCondLst>
                            <p:childTnLst>
                              <p:par>
                                <p:cTn id="200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02" dur="500"/>
                                        <p:tgtEl>
                                          <p:spTgt spid="2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3" fill="hold">
                            <p:stCondLst>
                              <p:cond delay="500"/>
                            </p:stCondLst>
                            <p:childTnLst>
                              <p:par>
                                <p:cTn id="204" presetID="10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05" dur="500"/>
                                        <p:tgtEl>
                                          <p:spTgt spid="20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7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08" dur="500"/>
                                        <p:tgtEl>
                                          <p:spTgt spid="20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06"/>
                  </p:tgtEl>
                </p:cond>
              </p:nextCondLst>
            </p:seq>
            <p:seq concurrent="1" nextAc="seek">
              <p:cTn id="210" restart="whenNotActive" fill="hold" evtFilter="cancelBubble" nodeType="interactiveSeq">
                <p:stCondLst>
                  <p:cond evt="onClick" delay="0">
                    <p:tgtEl>
                      <p:spTgt spid="21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11" fill="hold">
                      <p:stCondLst>
                        <p:cond delay="0"/>
                      </p:stCondLst>
                      <p:childTnLst>
                        <p:par>
                          <p:cTn id="212" fill="hold">
                            <p:stCondLst>
                              <p:cond delay="0"/>
                            </p:stCondLst>
                            <p:childTnLst>
                              <p:par>
                                <p:cTn id="21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5" dur="500"/>
                                        <p:tgtEl>
                                          <p:spTgt spid="2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6" fill="hold">
                            <p:stCondLst>
                              <p:cond delay="500"/>
                            </p:stCondLst>
                            <p:childTnLst>
                              <p:par>
                                <p:cTn id="217" presetID="10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18" dur="500"/>
                                        <p:tgtEl>
                                          <p:spTgt spid="2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0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21" dur="500"/>
                                        <p:tgtEl>
                                          <p:spTgt spid="2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12"/>
                  </p:tgtEl>
                </p:cond>
              </p:nextCondLst>
            </p:seq>
            <p:seq concurrent="1" nextAc="seek">
              <p:cTn id="223" restart="whenNotActive" fill="hold" evtFilter="cancelBubble" nodeType="interactiveSeq">
                <p:stCondLst>
                  <p:cond evt="onClick" delay="0">
                    <p:tgtEl>
                      <p:spTgt spid="2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24" fill="hold">
                      <p:stCondLst>
                        <p:cond delay="0"/>
                      </p:stCondLst>
                      <p:childTnLst>
                        <p:par>
                          <p:cTn id="225" fill="hold">
                            <p:stCondLst>
                              <p:cond delay="0"/>
                            </p:stCondLst>
                            <p:childTnLst>
                              <p:par>
                                <p:cTn id="226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28" dur="500"/>
                                        <p:tgtEl>
                                          <p:spTgt spid="2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9" fill="hold">
                            <p:stCondLst>
                              <p:cond delay="500"/>
                            </p:stCondLst>
                            <p:childTnLst>
                              <p:par>
                                <p:cTn id="230" presetID="10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31" dur="500"/>
                                        <p:tgtEl>
                                          <p:spTgt spid="2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3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34" dur="500"/>
                                        <p:tgtEl>
                                          <p:spTgt spid="2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3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11"/>
                  </p:tgtEl>
                </p:cond>
              </p:nextCondLst>
            </p:seq>
            <p:seq concurrent="1" nextAc="seek">
              <p:cTn id="236" restart="whenNotActive" fill="hold" evtFilter="cancelBubble" nodeType="interactiveSeq">
                <p:stCondLst>
                  <p:cond evt="onClick" delay="0">
                    <p:tgtEl>
                      <p:spTgt spid="21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37" fill="hold">
                      <p:stCondLst>
                        <p:cond delay="0"/>
                      </p:stCondLst>
                      <p:childTnLst>
                        <p:par>
                          <p:cTn id="238" fill="hold">
                            <p:stCondLst>
                              <p:cond delay="0"/>
                            </p:stCondLst>
                            <p:childTnLst>
                              <p:par>
                                <p:cTn id="23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1" dur="500"/>
                                        <p:tgtEl>
                                          <p:spTgt spid="2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2" fill="hold">
                            <p:stCondLst>
                              <p:cond delay="500"/>
                            </p:stCondLst>
                            <p:childTnLst>
                              <p:par>
                                <p:cTn id="243" presetID="10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44" dur="500"/>
                                        <p:tgtEl>
                                          <p:spTgt spid="2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4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6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47" dur="500"/>
                                        <p:tgtEl>
                                          <p:spTgt spid="2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4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17"/>
                  </p:tgtEl>
                </p:cond>
              </p:nextCondLst>
            </p:seq>
            <p:seq concurrent="1" nextAc="seek">
              <p:cTn id="249" restart="whenNotActive" fill="hold" evtFilter="cancelBubble" nodeType="interactiveSeq">
                <p:stCondLst>
                  <p:cond evt="onClick" delay="0">
                    <p:tgtEl>
                      <p:spTgt spid="21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50" fill="hold">
                      <p:stCondLst>
                        <p:cond delay="0"/>
                      </p:stCondLst>
                      <p:childTnLst>
                        <p:par>
                          <p:cTn id="251" fill="hold">
                            <p:stCondLst>
                              <p:cond delay="0"/>
                            </p:stCondLst>
                            <p:childTnLst>
                              <p:par>
                                <p:cTn id="252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54" dur="500"/>
                                        <p:tgtEl>
                                          <p:spTgt spid="2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5" fill="hold">
                            <p:stCondLst>
                              <p:cond delay="500"/>
                            </p:stCondLst>
                            <p:childTnLst>
                              <p:par>
                                <p:cTn id="256" presetID="10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57" dur="500"/>
                                        <p:tgtEl>
                                          <p:spTgt spid="2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9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60" dur="500"/>
                                        <p:tgtEl>
                                          <p:spTgt spid="2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6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16"/>
                  </p:tgtEl>
                </p:cond>
              </p:nextCondLst>
            </p:seq>
            <p:seq concurrent="1" nextAc="seek">
              <p:cTn id="262" restart="whenNotActive" fill="hold" evtFilter="cancelBubble" nodeType="interactiveSeq">
                <p:stCondLst>
                  <p:cond evt="onClick" delay="0">
                    <p:tgtEl>
                      <p:spTgt spid="22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63" fill="hold">
                      <p:stCondLst>
                        <p:cond delay="0"/>
                      </p:stCondLst>
                      <p:childTnLst>
                        <p:par>
                          <p:cTn id="264" fill="hold">
                            <p:stCondLst>
                              <p:cond delay="0"/>
                            </p:stCondLst>
                            <p:childTnLst>
                              <p:par>
                                <p:cTn id="26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7" dur="500"/>
                                        <p:tgtEl>
                                          <p:spTgt spid="2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8" fill="hold">
                            <p:stCondLst>
                              <p:cond delay="500"/>
                            </p:stCondLst>
                            <p:childTnLst>
                              <p:par>
                                <p:cTn id="269" presetID="10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70" dur="500"/>
                                        <p:tgtEl>
                                          <p:spTgt spid="22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2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73" dur="500"/>
                                        <p:tgtEl>
                                          <p:spTgt spid="2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22"/>
                  </p:tgtEl>
                </p:cond>
              </p:nextCondLst>
            </p:seq>
            <p:seq concurrent="1" nextAc="seek">
              <p:cTn id="275" restart="whenNotActive" fill="hold" evtFilter="cancelBubble" nodeType="interactiveSeq">
                <p:stCondLst>
                  <p:cond evt="onClick" delay="0">
                    <p:tgtEl>
                      <p:spTgt spid="22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76" fill="hold">
                      <p:stCondLst>
                        <p:cond delay="0"/>
                      </p:stCondLst>
                      <p:childTnLst>
                        <p:par>
                          <p:cTn id="277" fill="hold">
                            <p:stCondLst>
                              <p:cond delay="0"/>
                            </p:stCondLst>
                            <p:childTnLst>
                              <p:par>
                                <p:cTn id="278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80" dur="500"/>
                                        <p:tgtEl>
                                          <p:spTgt spid="2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1" fill="hold">
                            <p:stCondLst>
                              <p:cond delay="500"/>
                            </p:stCondLst>
                            <p:childTnLst>
                              <p:par>
                                <p:cTn id="282" presetID="10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83" dur="500"/>
                                        <p:tgtEl>
                                          <p:spTgt spid="22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5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86" dur="500"/>
                                        <p:tgtEl>
                                          <p:spTgt spid="2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21"/>
                  </p:tgtEl>
                </p:cond>
              </p:nextCondLst>
            </p:seq>
            <p:seq concurrent="1" nextAc="seek">
              <p:cTn id="288" restart="whenNotActive" fill="hold" evtFilter="cancelBubble" nodeType="interactiveSeq">
                <p:stCondLst>
                  <p:cond evt="onClick" delay="0">
                    <p:tgtEl>
                      <p:spTgt spid="22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89" fill="hold">
                      <p:stCondLst>
                        <p:cond delay="0"/>
                      </p:stCondLst>
                      <p:childTnLst>
                        <p:par>
                          <p:cTn id="290" fill="hold">
                            <p:stCondLst>
                              <p:cond delay="0"/>
                            </p:stCondLst>
                            <p:childTnLst>
                              <p:par>
                                <p:cTn id="29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3" dur="500"/>
                                        <p:tgtEl>
                                          <p:spTgt spid="2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4" fill="hold">
                            <p:stCondLst>
                              <p:cond delay="500"/>
                            </p:stCondLst>
                            <p:childTnLst>
                              <p:par>
                                <p:cTn id="295" presetID="10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96" dur="500"/>
                                        <p:tgtEl>
                                          <p:spTgt spid="22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9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8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99" dur="500"/>
                                        <p:tgtEl>
                                          <p:spTgt spid="2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0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27"/>
                  </p:tgtEl>
                </p:cond>
              </p:nextCondLst>
            </p:seq>
            <p:seq concurrent="1" nextAc="seek">
              <p:cTn id="301" restart="whenNotActive" fill="hold" evtFilter="cancelBubble" nodeType="interactiveSeq">
                <p:stCondLst>
                  <p:cond evt="onClick" delay="0">
                    <p:tgtEl>
                      <p:spTgt spid="22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02" fill="hold">
                      <p:stCondLst>
                        <p:cond delay="0"/>
                      </p:stCondLst>
                      <p:childTnLst>
                        <p:par>
                          <p:cTn id="303" fill="hold">
                            <p:stCondLst>
                              <p:cond delay="0"/>
                            </p:stCondLst>
                            <p:childTnLst>
                              <p:par>
                                <p:cTn id="304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06" dur="500"/>
                                        <p:tgtEl>
                                          <p:spTgt spid="2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7" fill="hold">
                            <p:stCondLst>
                              <p:cond delay="500"/>
                            </p:stCondLst>
                            <p:childTnLst>
                              <p:par>
                                <p:cTn id="308" presetID="10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09" dur="500"/>
                                        <p:tgtEl>
                                          <p:spTgt spid="22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1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12" dur="500"/>
                                        <p:tgtEl>
                                          <p:spTgt spid="2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26"/>
                  </p:tgtEl>
                </p:cond>
              </p:nextCondLst>
            </p:seq>
            <p:seq concurrent="1" nextAc="seek">
              <p:cTn id="314" restart="whenNotActive" fill="hold" evtFilter="cancelBubble" nodeType="interactiveSeq">
                <p:stCondLst>
                  <p:cond evt="onClick" delay="0">
                    <p:tgtEl>
                      <p:spTgt spid="23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15" fill="hold">
                      <p:stCondLst>
                        <p:cond delay="0"/>
                      </p:stCondLst>
                      <p:childTnLst>
                        <p:par>
                          <p:cTn id="316" fill="hold">
                            <p:stCondLst>
                              <p:cond delay="0"/>
                            </p:stCondLst>
                            <p:childTnLst>
                              <p:par>
                                <p:cTn id="31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9" dur="500"/>
                                        <p:tgtEl>
                                          <p:spTgt spid="2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0" fill="hold">
                            <p:stCondLst>
                              <p:cond delay="500"/>
                            </p:stCondLst>
                            <p:childTnLst>
                              <p:par>
                                <p:cTn id="321" presetID="10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22" dur="500"/>
                                        <p:tgtEl>
                                          <p:spTgt spid="23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4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25" dur="500"/>
                                        <p:tgtEl>
                                          <p:spTgt spid="23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32"/>
                  </p:tgtEl>
                </p:cond>
              </p:nextCondLst>
            </p:seq>
            <p:seq concurrent="1" nextAc="seek">
              <p:cTn id="327" restart="whenNotActive" fill="hold" evtFilter="cancelBubble" nodeType="interactiveSeq">
                <p:stCondLst>
                  <p:cond evt="onClick" delay="0">
                    <p:tgtEl>
                      <p:spTgt spid="23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28" fill="hold">
                      <p:stCondLst>
                        <p:cond delay="0"/>
                      </p:stCondLst>
                      <p:childTnLst>
                        <p:par>
                          <p:cTn id="329" fill="hold">
                            <p:stCondLst>
                              <p:cond delay="0"/>
                            </p:stCondLst>
                            <p:childTnLst>
                              <p:par>
                                <p:cTn id="330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32" dur="500"/>
                                        <p:tgtEl>
                                          <p:spTgt spid="2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3" fill="hold">
                            <p:stCondLst>
                              <p:cond delay="500"/>
                            </p:stCondLst>
                            <p:childTnLst>
                              <p:par>
                                <p:cTn id="334" presetID="10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35" dur="500"/>
                                        <p:tgtEl>
                                          <p:spTgt spid="23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3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7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38" dur="500"/>
                                        <p:tgtEl>
                                          <p:spTgt spid="23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3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31"/>
                  </p:tgtEl>
                </p:cond>
              </p:nextCondLst>
            </p:seq>
            <p:seq concurrent="1" nextAc="seek">
              <p:cTn id="340" restart="whenNotActive" fill="hold" evtFilter="cancelBubble" nodeType="interactiveSeq">
                <p:stCondLst>
                  <p:cond evt="onClick" delay="0">
                    <p:tgtEl>
                      <p:spTgt spid="23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41" fill="hold">
                      <p:stCondLst>
                        <p:cond delay="0"/>
                      </p:stCondLst>
                      <p:childTnLst>
                        <p:par>
                          <p:cTn id="342" fill="hold">
                            <p:stCondLst>
                              <p:cond delay="0"/>
                            </p:stCondLst>
                            <p:childTnLst>
                              <p:par>
                                <p:cTn id="34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5" dur="500"/>
                                        <p:tgtEl>
                                          <p:spTgt spid="2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6" fill="hold">
                            <p:stCondLst>
                              <p:cond delay="500"/>
                            </p:stCondLst>
                            <p:childTnLst>
                              <p:par>
                                <p:cTn id="347" presetID="10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48" dur="500"/>
                                        <p:tgtEl>
                                          <p:spTgt spid="23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4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0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51" dur="500"/>
                                        <p:tgtEl>
                                          <p:spTgt spid="23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5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37"/>
                  </p:tgtEl>
                </p:cond>
              </p:nextCondLst>
            </p:seq>
            <p:seq concurrent="1" nextAc="seek">
              <p:cTn id="353" restart="whenNotActive" fill="hold" evtFilter="cancelBubble" nodeType="interactiveSeq">
                <p:stCondLst>
                  <p:cond evt="onClick" delay="0">
                    <p:tgtEl>
                      <p:spTgt spid="23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54" fill="hold">
                      <p:stCondLst>
                        <p:cond delay="0"/>
                      </p:stCondLst>
                      <p:childTnLst>
                        <p:par>
                          <p:cTn id="355" fill="hold">
                            <p:stCondLst>
                              <p:cond delay="0"/>
                            </p:stCondLst>
                            <p:childTnLst>
                              <p:par>
                                <p:cTn id="356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58" dur="500"/>
                                        <p:tgtEl>
                                          <p:spTgt spid="2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9" fill="hold">
                            <p:stCondLst>
                              <p:cond delay="500"/>
                            </p:stCondLst>
                            <p:childTnLst>
                              <p:par>
                                <p:cTn id="360" presetID="10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61" dur="500"/>
                                        <p:tgtEl>
                                          <p:spTgt spid="23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6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3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64" dur="500"/>
                                        <p:tgtEl>
                                          <p:spTgt spid="23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6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36"/>
                  </p:tgtEl>
                </p:cond>
              </p:nextCondLst>
            </p:seq>
            <p:seq concurrent="1" nextAc="seek">
              <p:cTn id="366" restart="whenNotActive" fill="hold" evtFilter="cancelBubble" nodeType="interactiveSeq">
                <p:stCondLst>
                  <p:cond evt="onClick" delay="0">
                    <p:tgtEl>
                      <p:spTgt spid="24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67" fill="hold">
                      <p:stCondLst>
                        <p:cond delay="0"/>
                      </p:stCondLst>
                      <p:childTnLst>
                        <p:par>
                          <p:cTn id="368" fill="hold">
                            <p:stCondLst>
                              <p:cond delay="0"/>
                            </p:stCondLst>
                            <p:childTnLst>
                              <p:par>
                                <p:cTn id="36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1" dur="500"/>
                                        <p:tgtEl>
                                          <p:spTgt spid="2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2" fill="hold">
                            <p:stCondLst>
                              <p:cond delay="500"/>
                            </p:stCondLst>
                            <p:childTnLst>
                              <p:par>
                                <p:cTn id="373" presetID="10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74" dur="500"/>
                                        <p:tgtEl>
                                          <p:spTgt spid="24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6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77" dur="500"/>
                                        <p:tgtEl>
                                          <p:spTgt spid="24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42"/>
                  </p:tgtEl>
                </p:cond>
              </p:nextCondLst>
            </p:seq>
            <p:seq concurrent="1" nextAc="seek">
              <p:cTn id="379" restart="whenNotActive" fill="hold" evtFilter="cancelBubble" nodeType="interactiveSeq">
                <p:stCondLst>
                  <p:cond evt="onClick" delay="0">
                    <p:tgtEl>
                      <p:spTgt spid="24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80" fill="hold">
                      <p:stCondLst>
                        <p:cond delay="0"/>
                      </p:stCondLst>
                      <p:childTnLst>
                        <p:par>
                          <p:cTn id="381" fill="hold">
                            <p:stCondLst>
                              <p:cond delay="0"/>
                            </p:stCondLst>
                            <p:childTnLst>
                              <p:par>
                                <p:cTn id="382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84" dur="500"/>
                                        <p:tgtEl>
                                          <p:spTgt spid="2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5" fill="hold">
                            <p:stCondLst>
                              <p:cond delay="500"/>
                            </p:stCondLst>
                            <p:childTnLst>
                              <p:par>
                                <p:cTn id="386" presetID="10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87" dur="500"/>
                                        <p:tgtEl>
                                          <p:spTgt spid="24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8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9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90" dur="500"/>
                                        <p:tgtEl>
                                          <p:spTgt spid="24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9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41"/>
                  </p:tgtEl>
                </p:cond>
              </p:nextCondLst>
            </p:seq>
            <p:seq concurrent="1" nextAc="seek">
              <p:cTn id="392" restart="whenNotActive" fill="hold" evtFilter="cancelBubble" nodeType="interactiveSeq">
                <p:stCondLst>
                  <p:cond evt="onClick" delay="0">
                    <p:tgtEl>
                      <p:spTgt spid="24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93" fill="hold">
                      <p:stCondLst>
                        <p:cond delay="0"/>
                      </p:stCondLst>
                      <p:childTnLst>
                        <p:par>
                          <p:cTn id="394" fill="hold">
                            <p:stCondLst>
                              <p:cond delay="0"/>
                            </p:stCondLst>
                            <p:childTnLst>
                              <p:par>
                                <p:cTn id="39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7" dur="500"/>
                                        <p:tgtEl>
                                          <p:spTgt spid="2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8" fill="hold">
                            <p:stCondLst>
                              <p:cond delay="500"/>
                            </p:stCondLst>
                            <p:childTnLst>
                              <p:par>
                                <p:cTn id="399" presetID="10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00" dur="500"/>
                                        <p:tgtEl>
                                          <p:spTgt spid="24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0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2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03" dur="500"/>
                                        <p:tgtEl>
                                          <p:spTgt spid="24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0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47"/>
                  </p:tgtEl>
                </p:cond>
              </p:nextCondLst>
            </p:seq>
            <p:seq concurrent="1" nextAc="seek">
              <p:cTn id="405" restart="whenNotActive" fill="hold" evtFilter="cancelBubble" nodeType="interactiveSeq">
                <p:stCondLst>
                  <p:cond evt="onClick" delay="0">
                    <p:tgtEl>
                      <p:spTgt spid="24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06" fill="hold">
                      <p:stCondLst>
                        <p:cond delay="0"/>
                      </p:stCondLst>
                      <p:childTnLst>
                        <p:par>
                          <p:cTn id="407" fill="hold">
                            <p:stCondLst>
                              <p:cond delay="0"/>
                            </p:stCondLst>
                            <p:childTnLst>
                              <p:par>
                                <p:cTn id="408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10" dur="500"/>
                                        <p:tgtEl>
                                          <p:spTgt spid="2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1" fill="hold">
                            <p:stCondLst>
                              <p:cond delay="500"/>
                            </p:stCondLst>
                            <p:childTnLst>
                              <p:par>
                                <p:cTn id="412" presetID="10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13" dur="500"/>
                                        <p:tgtEl>
                                          <p:spTgt spid="24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5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16" dur="500"/>
                                        <p:tgtEl>
                                          <p:spTgt spid="24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46"/>
                  </p:tgtEl>
                </p:cond>
              </p:nextCondLst>
            </p:seq>
          </p:childTnLst>
        </p:cTn>
      </p:par>
    </p:tnLst>
    <p:bldLst>
      <p:bldP spid="186" grpId="0" animBg="1"/>
      <p:bldP spid="186" grpId="1" animBg="1"/>
      <p:bldP spid="187" grpId="0" animBg="1"/>
      <p:bldP spid="187" grpId="1" animBg="1"/>
      <p:bldP spid="188" grpId="0" animBg="1"/>
      <p:bldP spid="189" grpId="0" animBg="1"/>
      <p:bldP spid="105" grpId="0" animBg="1"/>
      <p:bldP spid="105" grpId="1" animBg="1"/>
      <p:bldP spid="106" grpId="0" animBg="1"/>
      <p:bldP spid="106" grpId="1" animBg="1"/>
      <p:bldP spid="107" grpId="0" animBg="1"/>
      <p:bldP spid="108" grpId="0" animBg="1"/>
      <p:bldP spid="176" grpId="0" animBg="1"/>
      <p:bldP spid="176" grpId="1" animBg="1"/>
      <p:bldP spid="177" grpId="0" animBg="1"/>
      <p:bldP spid="177" grpId="1" animBg="1"/>
      <p:bldP spid="178" grpId="0" animBg="1"/>
      <p:bldP spid="179" grpId="0" animBg="1"/>
      <p:bldP spid="181" grpId="0" animBg="1"/>
      <p:bldP spid="181" grpId="1" animBg="1"/>
      <p:bldP spid="182" grpId="0" animBg="1"/>
      <p:bldP spid="182" grpId="1" animBg="1"/>
      <p:bldP spid="183" grpId="0" animBg="1"/>
      <p:bldP spid="184" grpId="0" animBg="1"/>
      <p:bldP spid="191" grpId="0" animBg="1"/>
      <p:bldP spid="191" grpId="1" animBg="1"/>
      <p:bldP spid="192" grpId="0" animBg="1"/>
      <p:bldP spid="192" grpId="1" animBg="1"/>
      <p:bldP spid="193" grpId="0" animBg="1"/>
      <p:bldP spid="194" grpId="0" animBg="1"/>
      <p:bldP spid="196" grpId="0" animBg="1"/>
      <p:bldP spid="196" grpId="1" animBg="1"/>
      <p:bldP spid="197" grpId="0" animBg="1"/>
      <p:bldP spid="197" grpId="1" animBg="1"/>
      <p:bldP spid="198" grpId="0" animBg="1"/>
      <p:bldP spid="199" grpId="0" animBg="1"/>
      <p:bldP spid="201" grpId="0" animBg="1"/>
      <p:bldP spid="201" grpId="1" animBg="1"/>
      <p:bldP spid="202" grpId="0" animBg="1"/>
      <p:bldP spid="202" grpId="1" animBg="1"/>
      <p:bldP spid="203" grpId="0" animBg="1"/>
      <p:bldP spid="204" grpId="0" animBg="1"/>
      <p:bldP spid="206" grpId="0" animBg="1"/>
      <p:bldP spid="206" grpId="1" animBg="1"/>
      <p:bldP spid="207" grpId="0" animBg="1"/>
      <p:bldP spid="207" grpId="1" animBg="1"/>
      <p:bldP spid="208" grpId="0" animBg="1"/>
      <p:bldP spid="209" grpId="0" animBg="1"/>
      <p:bldP spid="211" grpId="0" animBg="1"/>
      <p:bldP spid="211" grpId="1" animBg="1"/>
      <p:bldP spid="212" grpId="0" animBg="1"/>
      <p:bldP spid="212" grpId="1" animBg="1"/>
      <p:bldP spid="213" grpId="0" animBg="1"/>
      <p:bldP spid="214" grpId="0" animBg="1"/>
      <p:bldP spid="216" grpId="0" animBg="1"/>
      <p:bldP spid="216" grpId="1" animBg="1"/>
      <p:bldP spid="217" grpId="0" animBg="1"/>
      <p:bldP spid="217" grpId="1" animBg="1"/>
      <p:bldP spid="218" grpId="0" animBg="1"/>
      <p:bldP spid="219" grpId="0" animBg="1"/>
      <p:bldP spid="221" grpId="0" animBg="1"/>
      <p:bldP spid="221" grpId="1" animBg="1"/>
      <p:bldP spid="222" grpId="0" animBg="1"/>
      <p:bldP spid="222" grpId="1" animBg="1"/>
      <p:bldP spid="223" grpId="0" animBg="1"/>
      <p:bldP spid="224" grpId="0" animBg="1"/>
      <p:bldP spid="226" grpId="0" animBg="1"/>
      <p:bldP spid="226" grpId="1" animBg="1"/>
      <p:bldP spid="227" grpId="0" animBg="1"/>
      <p:bldP spid="227" grpId="1" animBg="1"/>
      <p:bldP spid="228" grpId="0" animBg="1"/>
      <p:bldP spid="229" grpId="0" animBg="1"/>
      <p:bldP spid="231" grpId="0" animBg="1"/>
      <p:bldP spid="231" grpId="1" animBg="1"/>
      <p:bldP spid="232" grpId="0" animBg="1"/>
      <p:bldP spid="232" grpId="1" animBg="1"/>
      <p:bldP spid="233" grpId="0" animBg="1"/>
      <p:bldP spid="234" grpId="0" animBg="1"/>
      <p:bldP spid="236" grpId="0" animBg="1"/>
      <p:bldP spid="236" grpId="1" animBg="1"/>
      <p:bldP spid="237" grpId="0" animBg="1"/>
      <p:bldP spid="237" grpId="1" animBg="1"/>
      <p:bldP spid="238" grpId="0" animBg="1"/>
      <p:bldP spid="239" grpId="0" animBg="1"/>
      <p:bldP spid="241" grpId="0" animBg="1"/>
      <p:bldP spid="241" grpId="1" animBg="1"/>
      <p:bldP spid="242" grpId="0" animBg="1"/>
      <p:bldP spid="242" grpId="1" animBg="1"/>
      <p:bldP spid="243" grpId="0" animBg="1"/>
      <p:bldP spid="244" grpId="0" animBg="1"/>
      <p:bldP spid="246" grpId="0" animBg="1"/>
      <p:bldP spid="246" grpId="1" animBg="1"/>
      <p:bldP spid="247" grpId="0" animBg="1"/>
      <p:bldP spid="247" grpId="1" animBg="1"/>
      <p:bldP spid="248" grpId="0" animBg="1"/>
      <p:bldP spid="249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94EE51F-7A9F-BBA6-4D52-96A950D8E4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 algn="ctr">
              <a:buNone/>
            </a:pPr>
            <a:r>
              <a:rPr lang="ru-RU" dirty="0"/>
              <a:t>Суроолор барбы?</a:t>
            </a:r>
          </a:p>
          <a:p>
            <a:pPr marL="0" indent="0" algn="ctr">
              <a:buNone/>
            </a:pPr>
            <a:r>
              <a:rPr lang="ru-RU" dirty="0"/>
              <a:t>Комментарийлер?</a:t>
            </a:r>
          </a:p>
          <a:p>
            <a:pPr marL="0" indent="0" algn="ctr">
              <a:buNone/>
            </a:pPr>
            <a:r>
              <a:rPr lang="ru-RU" dirty="0"/>
              <a:t>Сунуштар?</a:t>
            </a:r>
          </a:p>
          <a:p>
            <a:pPr marL="0" indent="0" algn="ctr">
              <a:buNone/>
            </a:pPr>
            <a:endParaRPr lang="ru-RU" dirty="0"/>
          </a:p>
          <a:p>
            <a:pPr marL="0" indent="0" algn="ctr">
              <a:buNone/>
            </a:pPr>
            <a:r>
              <a:rPr lang="ru-RU" dirty="0"/>
              <a:t>…же ката таптыңызбы!?</a:t>
            </a:r>
          </a:p>
          <a:p>
            <a:pPr marL="0" indent="0" algn="ctr">
              <a:buNone/>
            </a:pPr>
            <a:endParaRPr lang="ru-RU" dirty="0"/>
          </a:p>
          <a:p>
            <a:pPr marL="0" indent="0" algn="ctr">
              <a:buNone/>
            </a:pPr>
            <a:r>
              <a:rPr lang="ru-RU" dirty="0"/>
              <a:t>Түрдүү пикирлер үчүн ыраазычылык билдиребиз.</a:t>
            </a:r>
          </a:p>
          <a:p>
            <a:pPr marL="0" indent="0" algn="ctr">
              <a:buNone/>
            </a:pPr>
            <a:endParaRPr lang="ru-RU" dirty="0"/>
          </a:p>
          <a:p>
            <a:pPr marL="0" indent="0" algn="ctr">
              <a:buNone/>
            </a:pPr>
            <a:r>
              <a:rPr lang="ru-RU" dirty="0"/>
              <a:t>Сураныч, электрондук кат жөнөтүңүз:</a:t>
            </a:r>
          </a:p>
          <a:p>
            <a:pPr marL="0" indent="0" algn="ctr">
              <a:buNone/>
            </a:pPr>
            <a:endParaRPr lang="ru-RU" dirty="0"/>
          </a:p>
          <a:p>
            <a:pPr marL="0" indent="0" algn="ctr">
              <a:buNone/>
            </a:pPr>
            <a:r>
              <a:rPr lang="en-US" dirty="0">
                <a:solidFill>
                  <a:srgbClr val="FF0000"/>
                </a:solidFill>
              </a:rPr>
              <a:t>mathematicskgz@gmail.com</a:t>
            </a:r>
          </a:p>
        </p:txBody>
      </p:sp>
    </p:spTree>
    <p:extLst>
      <p:ext uri="{BB962C8B-B14F-4D97-AF65-F5344CB8AC3E}">
        <p14:creationId xmlns:p14="http://schemas.microsoft.com/office/powerpoint/2010/main" val="151558443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28575">
          <a:solidFill>
            <a:schemeClr val="tx1"/>
          </a:solidFill>
        </a:ln>
      </a:spPr>
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195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8575"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TM04033937[[fn=Vapor Trail]]</Template>
  <TotalTime>8399</TotalTime>
  <Words>255</Words>
  <Application>Microsoft Office PowerPoint</Application>
  <PresentationFormat>A4 Paper (210x297 mm)</PresentationFormat>
  <Paragraphs>103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10" baseType="lpstr">
      <vt:lpstr>Calibri Light</vt:lpstr>
      <vt:lpstr>Cambria Math</vt:lpstr>
      <vt:lpstr>Ravie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Kite</dc:creator>
  <cp:lastModifiedBy>Isa Amanov</cp:lastModifiedBy>
  <cp:revision>377</cp:revision>
  <cp:lastPrinted>2017-12-31T22:38:51Z</cp:lastPrinted>
  <dcterms:created xsi:type="dcterms:W3CDTF">2017-01-17T16:57:04Z</dcterms:created>
  <dcterms:modified xsi:type="dcterms:W3CDTF">2024-09-04T09:23:33Z</dcterms:modified>
</cp:coreProperties>
</file>