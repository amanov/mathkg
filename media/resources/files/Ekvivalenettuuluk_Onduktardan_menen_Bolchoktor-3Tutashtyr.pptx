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7"/>
  </p:notesMasterIdLst>
  <p:sldIdLst>
    <p:sldId id="940" r:id="rId3"/>
    <p:sldId id="851" r:id="rId4"/>
    <p:sldId id="852" r:id="rId5"/>
    <p:sldId id="941" r:id="rId6"/>
  </p:sldIdLst>
  <p:sldSz cx="9906000" cy="6858000" type="A4"/>
  <p:notesSz cx="6669088" cy="9926638"/>
  <p:embeddedFontLst>
    <p:embeddedFont>
      <p:font typeface="Cambria Math" panose="02040503050406030204" pitchFamily="18" charset="0"/>
      <p:regular r:id="rId8"/>
    </p:embeddedFont>
    <p:embeddedFont>
      <p:font typeface="Ravie" panose="04040805050809020602" pitchFamily="82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0"/>
          </p14:sldIdLst>
        </p14:section>
        <p14:section name="Суроолор" id="{A762EA83-E639-46EB-896F-C5F39615FAD1}">
          <p14:sldIdLst>
            <p14:sldId id="851"/>
            <p14:sldId id="852"/>
          </p14:sldIdLst>
        </p14:section>
        <p14:section name="Кайтарым байланыш" id="{F3D720CF-F566-46A6-9361-125255B68FA6}">
          <p14:sldIdLst>
            <p14:sldId id="9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8/29/2024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715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8/29/2024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69424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8/29/2024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35232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8/29/2024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43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8/29/2024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9356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8/29/2024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9071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8/29/2024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9935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8/29/2024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8534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8/29/2024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822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932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85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0803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522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4353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8/29/2024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28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345440" y="1341121"/>
            <a:ext cx="860552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бөлчөккө – 3 – ту таштыр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окуучулардын эки командасын сыноо үчүн тез оюн.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команданын окуучусу суроону тандап, андан кийин тиешелүү жоопту бериши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Ошол команданын квадратын ээлөө үчүн жооп кутучасынын боёлгон бөлүгүн басыңыз.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катары менен туташтырган утат!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 слайддарынын кыйынчылык деңгээли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барган сайын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жогорулайт.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9238789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67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99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9238789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r="-30094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r="-199531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r="-10047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r="-472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0000" r="-30094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100000" r="-19953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100000" r="-10047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100000" r="-47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0943" r="-300943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00943" r="-199531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00943" r="-100472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00943" r="-472" b="-100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99531" r="-300943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99531" r="-199531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99531" r="-100472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99531" r="-472" b="-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072627"/>
              </p:ext>
            </p:extLst>
          </p:nvPr>
        </p:nvGraphicFramePr>
        <p:xfrm>
          <a:off x="52755" y="79131"/>
          <a:ext cx="4411692" cy="664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374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141318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922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tx1"/>
                          </a:solidFill>
                          <a:latin typeface="Ravie" panose="04040805050809020602" pitchFamily="82" charset="0"/>
                        </a:rPr>
                        <a:t>Суроолор</a:t>
                      </a:r>
                      <a:endParaRPr lang="en-GB" sz="3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409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799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3-т</a:t>
            </a:r>
            <a:r>
              <a:rPr kumimoji="0" lang="ru-RU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</a:t>
            </a:r>
            <a:r>
              <a:rPr lang="ru-RU" sz="4800" dirty="0">
                <a:latin typeface="Ravie" panose="04040805050809020602" pitchFamily="82" charset="0"/>
              </a:rPr>
              <a:t> Туташтыр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9" y="964311"/>
            <a:ext cx="4007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 торчо</a:t>
            </a:r>
            <a:r>
              <a:rPr lang="ky-KG" sz="3200" b="1" dirty="0">
                <a:latin typeface="Ravie" panose="04040805050809020602" pitchFamily="82" charset="0"/>
              </a:rPr>
              <a:t>су</a:t>
            </a:r>
            <a:endParaRPr lang="en-GB" sz="3200" b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66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5667661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19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49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5667661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r="-30094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r="-199531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r="-10047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r="-472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0000" r="-30094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100000" r="-19953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100000" r="-10047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100000" r="-47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0943" r="-300943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00943" r="-199531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00943" r="-100472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00943" r="-472" b="-100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99531" r="-300943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99531" r="-199531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99531" r="-100472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99531" r="-472" b="-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469448"/>
              </p:ext>
            </p:extLst>
          </p:nvPr>
        </p:nvGraphicFramePr>
        <p:xfrm>
          <a:off x="52755" y="79131"/>
          <a:ext cx="4411692" cy="664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374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141318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922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tx1"/>
                          </a:solidFill>
                          <a:latin typeface="Ravie" panose="04040805050809020602" pitchFamily="82" charset="0"/>
                        </a:rPr>
                        <a:t>Суроолор</a:t>
                      </a:r>
                      <a:endParaRPr lang="en-GB" sz="3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0,95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0,55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0,85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0,98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409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8658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3-т</a:t>
            </a:r>
            <a:r>
              <a:rPr kumimoji="0" lang="ru-RU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</a:t>
            </a:r>
            <a:r>
              <a:rPr lang="ru-RU" sz="4800" dirty="0">
                <a:latin typeface="Ravie" panose="04040805050809020602" pitchFamily="82" charset="0"/>
              </a:rPr>
              <a:t> Туташтыр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9" y="964311"/>
            <a:ext cx="4007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 торчо</a:t>
            </a:r>
            <a:r>
              <a:rPr lang="ky-KG" sz="3200" b="1" dirty="0">
                <a:latin typeface="Ravie" panose="04040805050809020602" pitchFamily="82" charset="0"/>
              </a:rPr>
              <a:t>су</a:t>
            </a:r>
            <a:endParaRPr lang="en-GB" sz="3200" b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02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31" y="640080"/>
            <a:ext cx="9195889" cy="5094847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 defTabSz="371475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3200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43924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8384</TotalTime>
  <Words>180</Words>
  <Application>Microsoft Office PowerPoint</Application>
  <PresentationFormat>A4 Paper (210x297 mm)</PresentationFormat>
  <Paragraphs>95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Calibri Light</vt:lpstr>
      <vt:lpstr>Cambria Math</vt:lpstr>
      <vt:lpstr>Ravie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2017-12-31T22:38:51Z</cp:lastPrinted>
  <dcterms:created xsi:type="dcterms:W3CDTF">2017-01-17T16:57:04Z</dcterms:created>
  <dcterms:modified xsi:type="dcterms:W3CDTF">2024-08-29T15:36:39Z</dcterms:modified>
</cp:coreProperties>
</file>