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39" r:id="rId3"/>
    <p:sldId id="940" r:id="rId4"/>
    <p:sldId id="274" r:id="rId5"/>
  </p:sldIdLst>
  <p:sldSz cx="9906000" cy="6858000" type="A4"/>
  <p:notesSz cx="6669088" cy="9926638"/>
  <p:embeddedFontLst>
    <p:embeddedFont>
      <p:font typeface="Matura MT Script Capitals" panose="03020802060602070202" pitchFamily="66" charset="0"/>
      <p:regular r:id="rId7"/>
    </p:embeddedFont>
    <p:embeddedFont>
      <p:font typeface="Ravie" panose="04040805050809020602" pitchFamily="82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39"/>
          </p14:sldIdLst>
        </p14:section>
        <p14:section name="СУРООЛОР" id="{A762EA83-E639-46EB-896F-C5F39615FAD1}">
          <p14:sldIdLst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45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3316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00165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22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74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6/3/2024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477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929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140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420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041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13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736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444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032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03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2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Орундуу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БӨЛҮҮ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 үчүн квадратты талап кылуу үчүн жооп кутучасынын тиешелүү көлөкө тарабын чыкылдатыңыз/тийиңиз.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234086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759937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1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  <a:cs typeface="Aldhabi" panose="020F0502020204030204" pitchFamily="2" charset="-78"/>
                        </a:rPr>
                        <a:t>Суроолор</a:t>
                      </a:r>
                      <a:endParaRPr lang="en-GB" sz="3200" b="1" dirty="0">
                        <a:solidFill>
                          <a:schemeClr val="tx1"/>
                        </a:solidFill>
                        <a:latin typeface="Matura MT Script Capitals" panose="03020802060602070202" pitchFamily="66" charset="0"/>
                        <a:cs typeface="Aldhabi" panose="020F0502020204030204" pitchFamily="2" charset="-78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÷ 0.6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 ÷ 0.02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1.36 ÷ 0.04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11.5 ÷ 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 ÷ 0.3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2.56 ÷ 0.08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14.4 ÷ 0.8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1.32 ÷ 0.06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1.08 ÷ 0.04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8.4 ÷ 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 ÷ 0.03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17.1 ÷ 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5.2 ÷ 0.2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0.48 ÷ 0.02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÷ 0.04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23.8 ÷ 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51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3ту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662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76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8389</TotalTime>
  <Words>174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Calibri Light</vt:lpstr>
      <vt:lpstr>Ravie</vt:lpstr>
      <vt:lpstr>Arial</vt:lpstr>
      <vt:lpstr>Calibri</vt:lpstr>
      <vt:lpstr>Matura MT Script Capitals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2017-12-31T22:38:51Z</cp:lastPrinted>
  <dcterms:created xsi:type="dcterms:W3CDTF">2017-01-17T16:57:04Z</dcterms:created>
  <dcterms:modified xsi:type="dcterms:W3CDTF">2024-06-03T06:25:05Z</dcterms:modified>
</cp:coreProperties>
</file>