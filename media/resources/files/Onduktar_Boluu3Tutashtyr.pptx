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7"/>
  </p:notesMasterIdLst>
  <p:sldIdLst>
    <p:sldId id="940" r:id="rId3"/>
    <p:sldId id="852" r:id="rId4"/>
    <p:sldId id="939" r:id="rId5"/>
    <p:sldId id="274" r:id="rId6"/>
  </p:sldIdLst>
  <p:sldSz cx="9906000" cy="6858000" type="A4"/>
  <p:notesSz cx="6669088" cy="9926638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alibri Light" panose="020F0302020204030204" pitchFamily="34" charset="0"/>
      <p:regular r:id="rId12"/>
      <p:italic r:id="rId13"/>
    </p:embeddedFont>
    <p:embeddedFont>
      <p:font typeface="Ravie" panose="04040805050809020602" pitchFamily="82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4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1660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41101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11026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3318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0340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3260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8986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404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036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424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7406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6175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990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7643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10/7/2023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59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Бөлүү ––– 3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 Туташтыр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 үчүн квадратты талап кылуу үчүн жооп кутучасынын тиешелүү көлөкө тарабын чыкылдатыңыз/тийиңиз.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525717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154963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 ÷ 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6.5 ÷ 0.5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 ÷ 0.6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2.1 ÷ 0.7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2.5 ÷ 0.5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5.6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 ÷ 0.1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 ÷ 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7.5 ÷ 0.5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2.8 ÷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4.8 ÷ 0.6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3.6 ÷ 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 ÷ 0.2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4.8 ÷ 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4.4 ÷ 0.4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1.6 ÷ 0.8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9430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</a:t>
            </a:r>
            <a:r>
              <a:rPr kumimoji="0" lang="ru-RU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</a:t>
            </a:r>
            <a:r>
              <a:rPr lang="ru-RU" sz="4800" dirty="0">
                <a:latin typeface="Ravie" panose="04040805050809020602" pitchFamily="82" charset="0"/>
              </a:rPr>
              <a:t>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007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 торчо</a:t>
            </a:r>
            <a:r>
              <a:rPr lang="ky-KG" sz="3200" b="1" dirty="0">
                <a:latin typeface="Ravie" panose="04040805050809020602" pitchFamily="82" charset="0"/>
              </a:rPr>
              <a:t>су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59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296584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406574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18.2 ÷ 1.4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5.5 ÷ 1.1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10.4 ÷ 1.3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23.8 ÷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17.6 ÷ 1.1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10.8 ÷ 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4.5 ÷ 1.5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15.6 ÷ 1.3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 ÷ 1.3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22.8 ÷ 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 ÷ 1.2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9.8 ÷ 1.4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7.8 ÷ 1.3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 ÷ 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12.1 ÷ 1.1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4.8 ÷ 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</a:t>
            </a:r>
            <a:r>
              <a:rPr kumimoji="0" lang="ru-RU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</a:t>
            </a:r>
            <a:r>
              <a:rPr lang="ru-RU" sz="4800" dirty="0">
                <a:latin typeface="Ravie" panose="04040805050809020602" pitchFamily="82" charset="0"/>
              </a:rPr>
              <a:t> Туташтыр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007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 торчо</a:t>
            </a:r>
            <a:r>
              <a:rPr lang="ky-KG" sz="3200" b="1" dirty="0">
                <a:latin typeface="Ravie" panose="04040805050809020602" pitchFamily="82" charset="0"/>
              </a:rPr>
              <a:t>су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375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386080"/>
            <a:ext cx="9521009" cy="580136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sz="2800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8390</TotalTime>
  <Words>247</Words>
  <Application>Microsoft Office PowerPoint</Application>
  <PresentationFormat>A4 Paper (210x297 mm)</PresentationFormat>
  <Paragraphs>95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Ravie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2017-12-31T22:38:51Z</cp:lastPrinted>
  <dcterms:created xsi:type="dcterms:W3CDTF">2017-01-17T16:57:04Z</dcterms:created>
  <dcterms:modified xsi:type="dcterms:W3CDTF">2023-10-07T15:21:58Z</dcterms:modified>
</cp:coreProperties>
</file>