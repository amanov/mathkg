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940" r:id="rId3"/>
    <p:sldId id="852" r:id="rId4"/>
    <p:sldId id="939" r:id="rId5"/>
    <p:sldId id="274" r:id="rId6"/>
  </p:sldIdLst>
  <p:sldSz cx="9906000" cy="6858000" type="A4"/>
  <p:notesSz cx="6669088" cy="9926638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Ravie" panose="04040805050809020602" pitchFamily="82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66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4110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1102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31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34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26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986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044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036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42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40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175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99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764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9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–––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525717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154963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÷ 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6,5 ÷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÷ 0,6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 ÷ 0,7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 ÷ 0,5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 ÷ 0,1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÷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7,5 ÷ 0,5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 ÷ 0,6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 ÷ 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÷ 0,2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 ÷ 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 ÷ 0,4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 ÷ 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943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96584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06574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18,2 ÷ 1,4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 ÷ 1,1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10,4 ÷ 1,3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23,8 ÷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17,6 ÷ 1,1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10,8 ÷ 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 ÷ 1,5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15,6 ÷ 1,3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 ÷ 1,3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22,8 ÷ 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 ÷ 1,2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 ÷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 ÷ 1,3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 ÷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12,1 ÷ 1,1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 ÷ 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7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386080"/>
            <a:ext cx="9521009" cy="58013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8390</TotalTime>
  <Words>247</Words>
  <Application>Microsoft Office PowerPoint</Application>
  <PresentationFormat>A4 Paper (210x297 mm)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Ravie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2023-10-07T15:21:58Z</dcterms:modified>
</cp:coreProperties>
</file>