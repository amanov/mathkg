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2" r:id="rId2"/>
    <p:sldId id="939" r:id="rId3"/>
    <p:sldId id="952" r:id="rId4"/>
    <p:sldId id="951" r:id="rId5"/>
    <p:sldId id="944" r:id="rId6"/>
    <p:sldId id="945" r:id="rId7"/>
    <p:sldId id="946" r:id="rId8"/>
    <p:sldId id="947" r:id="rId9"/>
    <p:sldId id="942" r:id="rId10"/>
    <p:sldId id="943" r:id="rId11"/>
    <p:sldId id="948" r:id="rId12"/>
    <p:sldId id="949" r:id="rId13"/>
    <p:sldId id="950" r:id="rId14"/>
    <p:sldId id="953" r:id="rId15"/>
    <p:sldId id="954" r:id="rId16"/>
    <p:sldId id="955" r:id="rId17"/>
    <p:sldId id="956" r:id="rId18"/>
    <p:sldId id="957" r:id="rId19"/>
    <p:sldId id="958" r:id="rId20"/>
    <p:sldId id="959" r:id="rId21"/>
    <p:sldId id="973" r:id="rId2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Мага көрсөт слайдтары" id="{059544AC-2C27-45B1-9F95-F87DF8854DD6}">
          <p14:sldIdLst>
            <p14:sldId id="939"/>
            <p14:sldId id="952"/>
            <p14:sldId id="951"/>
            <p14:sldId id="944"/>
            <p14:sldId id="945"/>
            <p14:sldId id="946"/>
            <p14:sldId id="947"/>
            <p14:sldId id="942"/>
            <p14:sldId id="943"/>
            <p14:sldId id="948"/>
            <p14:sldId id="949"/>
            <p14:sldId id="950"/>
            <p14:sldId id="953"/>
            <p14:sldId id="954"/>
            <p14:sldId id="955"/>
            <p14:sldId id="956"/>
            <p14:sldId id="957"/>
            <p14:sldId id="958"/>
            <p14:sldId id="959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548640" y="300038"/>
            <a:ext cx="495300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- Орундук маани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си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400" b="1" dirty="0">
                <a:solidFill>
                  <a:srgbClr val="00B0F0"/>
                </a:solidFill>
              </a:rPr>
              <a:t> </a:t>
            </a:r>
            <a:r>
              <a:rPr lang="ky-KG" sz="2400" b="1" dirty="0">
                <a:solidFill>
                  <a:srgbClr val="00B0F0"/>
                </a:solidFill>
              </a:rPr>
              <a:t>Мага көрсөт</a:t>
            </a:r>
            <a:r>
              <a:rPr lang="ru-RU" sz="2400" b="1" dirty="0">
                <a:solidFill>
                  <a:srgbClr val="00B0F0"/>
                </a:solidFill>
              </a:rPr>
              <a:t>...</a:t>
            </a:r>
            <a:endParaRPr lang="en-US" sz="2400" b="1" dirty="0">
              <a:solidFill>
                <a:srgbClr val="00B0F0"/>
              </a:solidFill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5854" y="2705725"/>
            <a:ext cx="93143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6 санын камтыган ондук бөлчөк </a:t>
            </a:r>
          </a:p>
          <a:p>
            <a:pPr algn="ctr"/>
            <a:r>
              <a:rPr lang="ru-RU" sz="4400" dirty="0"/>
              <a:t>жана ал сандын орундук маанисин ... 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22BA6-583C-CD17-C180-7EE8312AF5C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3792B-C0B6-C4B0-77F6-E64BAC00BBC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BFC3A-0ACE-168D-EDBC-C8BFD4F7E0DB}"/>
              </a:ext>
            </a:extLst>
          </p:cNvPr>
          <p:cNvSpPr txBox="1"/>
          <p:nvPr/>
        </p:nvSpPr>
        <p:spPr>
          <a:xfrm>
            <a:off x="407614" y="2705725"/>
            <a:ext cx="93143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8 санын камтыган ондук бөлчөк </a:t>
            </a:r>
          </a:p>
          <a:p>
            <a:pPr algn="ctr"/>
            <a:r>
              <a:rPr lang="ru-RU" sz="4400" dirty="0"/>
              <a:t>жана ал сандын орундук маанисин ... 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7431723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45358" y="2705725"/>
            <a:ext cx="841531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сандар жана ондук бөлчөк </a:t>
            </a:r>
          </a:p>
          <a:p>
            <a:pPr algn="ctr"/>
            <a:r>
              <a:rPr lang="ru-RU" sz="4400" dirty="0"/>
              <a:t>менен туюнтулган ондук санды ... 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26046-A548-FAD0-48E4-1C9C458F52D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75729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3767" y="2705725"/>
            <a:ext cx="98185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бир ондук сандан турган санды жана</a:t>
            </a:r>
          </a:p>
          <a:p>
            <a:pPr algn="ctr"/>
            <a:r>
              <a:rPr lang="ru-RU" sz="4400" dirty="0"/>
              <a:t> анын ондук бөлчөк катары маанисин ...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38E34-3443-0875-5DBA-0425E2471D2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7460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518" y="2367171"/>
            <a:ext cx="915301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эки ондук сандан турган сан</a:t>
            </a:r>
            <a:r>
              <a:rPr lang="ky-KG" sz="4400" dirty="0"/>
              <a:t>ды</a:t>
            </a:r>
            <a:r>
              <a:rPr lang="ru-RU" sz="4400" dirty="0"/>
              <a:t> жана </a:t>
            </a:r>
            <a:endParaRPr lang="en-US" sz="4400" dirty="0"/>
          </a:p>
          <a:p>
            <a:pPr algn="ctr"/>
            <a:r>
              <a:rPr lang="ru-RU" sz="4400" dirty="0"/>
              <a:t>ондук бөлчөк</a:t>
            </a:r>
            <a:r>
              <a:rPr lang="en-US" sz="4400" dirty="0"/>
              <a:t> </a:t>
            </a:r>
            <a:r>
              <a:rPr lang="ru-RU" sz="4400" dirty="0"/>
              <a:t>катары ар бир </a:t>
            </a:r>
            <a:endParaRPr lang="en-US" sz="4400" dirty="0"/>
          </a:p>
          <a:p>
            <a:pPr algn="ctr"/>
            <a:r>
              <a:rPr lang="ru-RU" sz="4400" dirty="0"/>
              <a:t>сандын маанисин ...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5EAC5-A283-6B58-5476-AE3B60E7E73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924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62278" y="2367171"/>
            <a:ext cx="898149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эки ондук сандан турган сан жана </a:t>
            </a:r>
            <a:endParaRPr lang="en-US" sz="4400" dirty="0"/>
          </a:p>
          <a:p>
            <a:pPr algn="ctr"/>
            <a:r>
              <a:rPr lang="ru-RU" sz="4400" dirty="0"/>
              <a:t>ондук бөлчөк катары ар бир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2E2F5-B7A3-3BCC-1A09-F4A2CA29D3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7035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56481" y="2367171"/>
            <a:ext cx="919309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төрт ондук сандан турган сан жана </a:t>
            </a:r>
            <a:endParaRPr lang="en-US" sz="4400" dirty="0"/>
          </a:p>
          <a:p>
            <a:pPr algn="ctr"/>
            <a:r>
              <a:rPr lang="ru-RU" sz="4400" dirty="0"/>
              <a:t>ондук бөлчөк катары ар бир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8DF86-5F01-3589-D4DA-3215567A580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453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23675" y="2367171"/>
            <a:ext cx="925868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цифралар менен туюнтулган </a:t>
            </a:r>
            <a:endParaRPr lang="en-US" sz="4400" dirty="0"/>
          </a:p>
          <a:p>
            <a:pPr algn="ctr"/>
            <a:r>
              <a:rPr lang="ru-RU" sz="4400" dirty="0"/>
              <a:t>ондук жана эки ондуктун кошулмасы.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E8A2-D5EA-0988-27D5-DA3B15FA004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78883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1459" y="2367171"/>
            <a:ext cx="95231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цифралар жана үч кошумча </a:t>
            </a:r>
            <a:endParaRPr lang="en-US" sz="4400" dirty="0"/>
          </a:p>
          <a:p>
            <a:pPr algn="ctr"/>
            <a:r>
              <a:rPr lang="ru-RU" sz="4400" dirty="0"/>
              <a:t>ондуктар менен туюнтулган ондук сан.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D17A6-69E9-65D0-9120-7C933B3FC5E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2110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64098" y="2367171"/>
            <a:ext cx="897784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цифралар менен туюнтулган</a:t>
            </a:r>
            <a:endParaRPr lang="en-US" sz="4400" dirty="0"/>
          </a:p>
          <a:p>
            <a:pPr algn="ctr"/>
            <a:r>
              <a:rPr lang="ru-RU" sz="4400" dirty="0"/>
              <a:t> ондук жана чогуу кошулган 4 ондук.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1907C-3DFB-74FA-0D31-B3DEC6A7732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77998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53656" y="2705725"/>
            <a:ext cx="799872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...сандардын жана ондук </a:t>
            </a:r>
            <a:endParaRPr lang="en-US" sz="4400" dirty="0"/>
          </a:p>
          <a:p>
            <a:pPr algn="ctr"/>
            <a:r>
              <a:rPr lang="ru-RU" sz="4400" dirty="0"/>
              <a:t>эсептөөлөрдүн жардамы менен </a:t>
            </a:r>
            <a:endParaRPr lang="en-US" sz="4400" dirty="0"/>
          </a:p>
          <a:p>
            <a:pPr algn="ctr"/>
            <a:r>
              <a:rPr lang="ru-RU" sz="4400" dirty="0"/>
              <a:t>туюнтулган ондук.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30D15-AF07-2289-2CCF-A46A189BBDC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45082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708" y="2367171"/>
            <a:ext cx="989463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...сандарды колдонуу жана бир ондукту </a:t>
            </a:r>
            <a:endParaRPr lang="en-US" sz="4400" dirty="0"/>
          </a:p>
          <a:p>
            <a:pPr algn="ctr"/>
            <a:r>
              <a:rPr lang="ru-RU" sz="4400" dirty="0"/>
              <a:t>башкасынан кемитүү аркылуу </a:t>
            </a:r>
            <a:endParaRPr lang="en-US" sz="4400" dirty="0"/>
          </a:p>
          <a:p>
            <a:pPr algn="ctr"/>
            <a:r>
              <a:rPr lang="ru-RU" sz="4400" dirty="0"/>
              <a:t>туюнтулган ондук.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0D044-5BC0-CB33-E7D8-45F60A263FC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23863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86206" y="2705725"/>
            <a:ext cx="53336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ондук сандагы эки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FDD2-3A61-E5CF-41B7-0F224DF57CF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51643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434483" y="2705725"/>
            <a:ext cx="50370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ондук сандагы үч </a:t>
            </a:r>
            <a:endParaRPr lang="en-US" sz="4400" dirty="0"/>
          </a:p>
          <a:p>
            <a:pPr algn="ctr"/>
            <a:r>
              <a:rPr lang="ru-RU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BDF9-972F-D77A-1121-3AB47505FA5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24049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56796" y="2367171"/>
            <a:ext cx="879247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жөнөкөйлөтүлгөн бөлчөк катары </a:t>
            </a:r>
            <a:endParaRPr lang="en-US" sz="4400" dirty="0"/>
          </a:p>
          <a:p>
            <a:pPr algn="ctr"/>
            <a:r>
              <a:rPr lang="ky-KG" sz="4400" dirty="0"/>
              <a:t>туюнтулган ондук сандагы </a:t>
            </a:r>
            <a:endParaRPr lang="en-US" sz="4400" dirty="0"/>
          </a:p>
          <a:p>
            <a:pPr algn="ctr"/>
            <a:r>
              <a:rPr lang="ky-KG" sz="4400" dirty="0"/>
              <a:t>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F397-4956-DFDE-96F1-6FD2D68B87B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6368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8838" y="2028616"/>
            <a:ext cx="936839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ондук сандагы цифранын мааниси, </a:t>
            </a:r>
            <a:endParaRPr lang="en-US" sz="4400" dirty="0"/>
          </a:p>
          <a:p>
            <a:pPr algn="ctr"/>
            <a:r>
              <a:rPr lang="ky-KG" sz="4400" dirty="0"/>
              <a:t>бөлчөк 5 менен бөлчөк түрүндө </a:t>
            </a:r>
            <a:endParaRPr lang="en-US" sz="4400" dirty="0"/>
          </a:p>
          <a:p>
            <a:pPr algn="ctr"/>
            <a:r>
              <a:rPr lang="ky-KG" sz="4400" dirty="0"/>
              <a:t>көрсөтүлөт.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AFE14-44E2-7634-E5D3-FCCF16CFA3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90417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8837" y="2028616"/>
            <a:ext cx="936839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ондук сандагы цифранын мааниси, </a:t>
            </a:r>
            <a:endParaRPr lang="en-US" sz="4400" dirty="0"/>
          </a:p>
          <a:p>
            <a:pPr algn="ctr"/>
            <a:r>
              <a:rPr lang="ru-RU" sz="4400" dirty="0"/>
              <a:t>бөлчөк катары 2 бөлчөк менен </a:t>
            </a:r>
            <a:endParaRPr lang="en-US" sz="4400" dirty="0"/>
          </a:p>
          <a:p>
            <a:pPr algn="ctr"/>
            <a:r>
              <a:rPr lang="ru-RU" sz="4400" dirty="0"/>
              <a:t>туюнтулган.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91255-FC36-A67C-A485-B7965DF824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1243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25167" y="2028616"/>
            <a:ext cx="925573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50 бөлүүчүсү менен бөлчөк катары </a:t>
            </a:r>
            <a:endParaRPr lang="en-US" sz="4400" dirty="0"/>
          </a:p>
          <a:p>
            <a:pPr algn="ctr"/>
            <a:r>
              <a:rPr lang="ky-KG" sz="4400" dirty="0"/>
              <a:t>Туюнтулган</a:t>
            </a:r>
            <a:r>
              <a:rPr lang="en-US" sz="4400" dirty="0"/>
              <a:t> </a:t>
            </a:r>
            <a:r>
              <a:rPr lang="ky-KG" sz="4400" dirty="0"/>
              <a:t> ондук сандын </a:t>
            </a:r>
            <a:endParaRPr lang="en-US" sz="4400" dirty="0"/>
          </a:p>
          <a:p>
            <a:pPr algn="ctr"/>
            <a:r>
              <a:rPr lang="ky-KG" sz="4400" dirty="0"/>
              <a:t>ичиндеги 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1881D-9784-89D6-FF10-D2E67EEED16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83021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93483" y="2028616"/>
            <a:ext cx="89191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250 бөлүүчү менен бөлчөк катары</a:t>
            </a:r>
            <a:endParaRPr lang="en-US" sz="4400" dirty="0"/>
          </a:p>
          <a:p>
            <a:pPr algn="ctr"/>
            <a:r>
              <a:rPr lang="ky-KG" sz="4400" dirty="0"/>
              <a:t> туюнтулган ондук сандын </a:t>
            </a:r>
            <a:endParaRPr lang="en-US" sz="4400" dirty="0"/>
          </a:p>
          <a:p>
            <a:pPr algn="ctr"/>
            <a:r>
              <a:rPr lang="ky-KG" sz="4400" dirty="0"/>
              <a:t>ичиндеги цифранын мааниси.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71A24-F8D5-CD2A-195D-B503578C630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31204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10659</TotalTime>
  <Words>386</Words>
  <Application>Microsoft Office PowerPoint</Application>
  <PresentationFormat>A4 Paper (210x297 mm)</PresentationFormat>
  <Paragraphs>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2024-10-18T07:17:09Z</dcterms:modified>
</cp:coreProperties>
</file>