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1"/>
  </p:notesMasterIdLst>
  <p:sldIdLst>
    <p:sldId id="972" r:id="rId2"/>
    <p:sldId id="962" r:id="rId3"/>
    <p:sldId id="963" r:id="rId4"/>
    <p:sldId id="964" r:id="rId5"/>
    <p:sldId id="939" r:id="rId6"/>
    <p:sldId id="953" r:id="rId7"/>
    <p:sldId id="952" r:id="rId8"/>
    <p:sldId id="942" r:id="rId9"/>
    <p:sldId id="943" r:id="rId10"/>
    <p:sldId id="961" r:id="rId11"/>
    <p:sldId id="944" r:id="rId12"/>
    <p:sldId id="968" r:id="rId13"/>
    <p:sldId id="960" r:id="rId14"/>
    <p:sldId id="945" r:id="rId15"/>
    <p:sldId id="954" r:id="rId16"/>
    <p:sldId id="955" r:id="rId17"/>
    <p:sldId id="956" r:id="rId18"/>
    <p:sldId id="946" r:id="rId19"/>
    <p:sldId id="947" r:id="rId20"/>
    <p:sldId id="948" r:id="rId21"/>
    <p:sldId id="949" r:id="rId22"/>
    <p:sldId id="950" r:id="rId23"/>
    <p:sldId id="951" r:id="rId24"/>
    <p:sldId id="971" r:id="rId25"/>
    <p:sldId id="970" r:id="rId26"/>
    <p:sldId id="959" r:id="rId27"/>
    <p:sldId id="967" r:id="rId28"/>
    <p:sldId id="969" r:id="rId29"/>
    <p:sldId id="938" r:id="rId30"/>
  </p:sldIdLst>
  <p:sldSz cx="9906000" cy="6858000" type="A4"/>
  <p:notesSz cx="7104063" cy="10234613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  <p:embeddedFont>
      <p:font typeface="Cambria Math" panose="02040503050406030204" pitchFamily="18" charset="0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Амалдарды аткаруу тартиби</a:t>
            </a:r>
            <a:r>
              <a:rPr lang="en-US" sz="2400" dirty="0"/>
              <a:t>  - </a:t>
            </a:r>
            <a:r>
              <a:rPr lang="ky-KG" sz="2400" b="1" dirty="0">
                <a:solidFill>
                  <a:srgbClr val="FF0000"/>
                </a:solidFill>
              </a:rPr>
              <a:t>Мисал көрсөт</a:t>
            </a:r>
            <a:r>
              <a:rPr lang="ru-RU" sz="2400" b="1" dirty="0">
                <a:solidFill>
                  <a:srgbClr val="FF0000"/>
                </a:solidFill>
              </a:rPr>
              <a:t>...</a:t>
            </a:r>
            <a:endParaRPr lang="ru-RU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Бул көнүгүү</a:t>
            </a:r>
            <a:r>
              <a:rPr lang="en-US" sz="2400" dirty="0"/>
              <a:t> </a:t>
            </a:r>
            <a:r>
              <a:rPr lang="ru-RU" sz="2400" dirty="0"/>
              <a:t>окуучуну ойлондуруу үчүн иштелип чыккан, эч кандай жооп жок.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Студенттер өз жоопторун эки - экиден же мугалимге  көрсөтүп текшере алышы керек.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Студенттер мини-тактада же дептер аркылуу жооп бере алышат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10571" y="3044279"/>
            <a:ext cx="78849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endParaRPr lang="ru-RU" sz="4400" dirty="0"/>
          </a:p>
          <a:p>
            <a:pPr algn="ctr"/>
            <a:r>
              <a:rPr lang="ru-RU" sz="4400" dirty="0"/>
              <a:t>сакталган бир мисал </a:t>
            </a:r>
            <a:r>
              <a:rPr lang="en-GB" sz="4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C0123-583F-38CC-D0A3-8A7351ED7533}"/>
              </a:ext>
            </a:extLst>
          </p:cNvPr>
          <p:cNvSpPr txBox="1"/>
          <p:nvPr/>
        </p:nvSpPr>
        <p:spPr>
          <a:xfrm>
            <a:off x="1005840" y="467360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20668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10564" y="3044279"/>
            <a:ext cx="78849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endParaRPr lang="ru-RU" sz="4400" dirty="0"/>
          </a:p>
          <a:p>
            <a:pPr algn="ctr"/>
            <a:r>
              <a:rPr lang="ru-RU" sz="4400" dirty="0"/>
              <a:t>сактал</a:t>
            </a:r>
            <a:r>
              <a:rPr lang="ru-RU" sz="4400" dirty="0">
                <a:solidFill>
                  <a:srgbClr val="FF0000"/>
                </a:solidFill>
              </a:rPr>
              <a:t>БА</a:t>
            </a:r>
            <a:r>
              <a:rPr lang="ru-RU" sz="4400" dirty="0"/>
              <a:t>ган бир мисал </a:t>
            </a:r>
            <a:r>
              <a:rPr lang="en-GB" sz="4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ED588-5CD2-674C-0722-74F3B71DCE97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69016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12513" y="3044279"/>
            <a:ext cx="868103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эрежесин </a:t>
            </a:r>
            <a:endParaRPr lang="en-US" sz="4400" dirty="0"/>
          </a:p>
          <a:p>
            <a:pPr algn="ctr"/>
            <a:r>
              <a:rPr lang="ru-RU" sz="4400" dirty="0"/>
              <a:t>сактоодо кетирилген </a:t>
            </a:r>
          </a:p>
          <a:p>
            <a:pPr algn="ctr"/>
            <a:r>
              <a:rPr lang="ru-RU" sz="4400" dirty="0"/>
              <a:t>кеңири таралган каталардан бирди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7DCCA-C59A-8036-002B-779139B1736A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1387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62956" y="2367171"/>
            <a:ext cx="91801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r>
              <a:rPr lang="ky-KG" sz="4400" dirty="0"/>
              <a:t>туура</a:t>
            </a:r>
            <a:endParaRPr lang="ru-RU" sz="4400" dirty="0"/>
          </a:p>
          <a:p>
            <a:pPr algn="ctr"/>
            <a:r>
              <a:rPr lang="ru-RU" sz="4400" dirty="0"/>
              <a:t> колдонулган эсептин жыйынтыгы.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50B89-E8AC-F257-1C7E-2EE1040BDF62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84487" y="2367171"/>
            <a:ext cx="8537081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endParaRPr lang="ky-KG" sz="4400" dirty="0"/>
          </a:p>
          <a:p>
            <a:pPr algn="ctr"/>
            <a:r>
              <a:rPr lang="ky-KG" sz="4400" dirty="0">
                <a:solidFill>
                  <a:srgbClr val="FF0000"/>
                </a:solidFill>
              </a:rPr>
              <a:t>туура эмес</a:t>
            </a:r>
            <a:endParaRPr lang="ru-RU" sz="4400" dirty="0">
              <a:solidFill>
                <a:srgbClr val="FF0000"/>
              </a:solidFill>
            </a:endParaRPr>
          </a:p>
          <a:p>
            <a:pPr algn="ctr"/>
            <a:r>
              <a:rPr lang="ru-RU" sz="4400" dirty="0"/>
              <a:t> колдонулган эсептин жыйынтыгы.</a:t>
            </a:r>
            <a:endParaRPr lang="en-GB" sz="4400" dirty="0"/>
          </a:p>
          <a:p>
            <a:pPr algn="ctr"/>
            <a:r>
              <a:rPr lang="en-GB" sz="4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40A8D-85A8-73DE-EAEC-16C9BBA8D35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0919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34270" y="2705725"/>
            <a:ext cx="58374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2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9D3EC-ABE6-944B-672E-B3D149A81233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78125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34267" y="2705725"/>
            <a:ext cx="58374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3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A2BC9-48FD-C30F-2219-FC134049FF9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2445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162506" y="2705725"/>
            <a:ext cx="55810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4 түрдүү амал менен</a:t>
            </a:r>
          </a:p>
          <a:p>
            <a:pPr algn="ctr"/>
            <a:r>
              <a:rPr lang="ru-RU" sz="4400" dirty="0"/>
              <a:t>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527B4-2116-BE8E-4DFD-12AF9943665A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1197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63178" y="2705725"/>
            <a:ext cx="537967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сен билген бардык </a:t>
            </a:r>
          </a:p>
          <a:p>
            <a:pPr algn="ctr"/>
            <a:r>
              <a:rPr lang="ru-RU" sz="4400" dirty="0"/>
              <a:t>амал менен</a:t>
            </a:r>
          </a:p>
          <a:p>
            <a:pPr algn="ctr"/>
            <a:r>
              <a:rPr lang="ru-RU" sz="4400" dirty="0"/>
              <a:t>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5CC44-98BC-04D7-9EA8-D92F0C5F98EC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8711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17543" y="3044279"/>
            <a:ext cx="74709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dirty="0"/>
              <a:t>амалдар менен </a:t>
            </a:r>
          </a:p>
          <a:p>
            <a:pPr algn="ctr"/>
            <a:r>
              <a:rPr lang="ru-RU" sz="4400" dirty="0"/>
              <a:t>кашааны камтыган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A081C-0808-2677-9697-3803467D96AB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8869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43217" y="2705725"/>
            <a:ext cx="58196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ашыкча кашааларды </a:t>
            </a:r>
          </a:p>
          <a:p>
            <a:pPr algn="ctr"/>
            <a:r>
              <a:rPr lang="ru-RU" sz="4400" dirty="0"/>
              <a:t>камтыган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97E90-5C4A-5FE9-E5EB-0B15A1FC1BE5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20868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69985" y="2705725"/>
            <a:ext cx="83660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кашаалардын ичинде</a:t>
            </a:r>
          </a:p>
          <a:p>
            <a:pPr algn="ctr"/>
            <a:r>
              <a:rPr lang="ru-RU" sz="4400" dirty="0"/>
              <a:t>кашааларды камтыган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642D4-BF5E-EA79-6AB6-4E19AC154294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52208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03717" y="3044279"/>
            <a:ext cx="54986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 тартиби </a:t>
            </a:r>
          </a:p>
          <a:p>
            <a:pPr algn="ctr"/>
            <a:r>
              <a:rPr lang="ru-RU" sz="4400" dirty="0"/>
              <a:t>менен </a:t>
            </a:r>
            <a:r>
              <a:rPr lang="ru-RU" sz="4400" dirty="0">
                <a:solidFill>
                  <a:srgbClr val="FF0000"/>
                </a:solidFill>
              </a:rPr>
              <a:t>нөлгө</a:t>
            </a:r>
            <a:r>
              <a:rPr lang="ru-RU" sz="4400" dirty="0"/>
              <a:t> барабар </a:t>
            </a:r>
          </a:p>
          <a:p>
            <a:pPr algn="ctr"/>
            <a:r>
              <a:rPr lang="ru-RU" sz="4400" dirty="0"/>
              <a:t>болгон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D20A5-3381-2386-E456-A6421802BA0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64919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24970" y="2705725"/>
            <a:ext cx="585609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15ке барабар </a:t>
            </a:r>
          </a:p>
          <a:p>
            <a:pPr algn="ctr"/>
            <a:r>
              <a:rPr lang="ru-RU" sz="4400" dirty="0"/>
              <a:t>болгон 2 түрдүү </a:t>
            </a:r>
          </a:p>
          <a:p>
            <a:pPr algn="ctr"/>
            <a:r>
              <a:rPr lang="ru-RU" sz="4400" dirty="0"/>
              <a:t>амал менен бир мисал</a:t>
            </a:r>
            <a:r>
              <a:rPr lang="en-GB" sz="4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E2854-8ABE-FE40-4F91-556CC9DCF342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7428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194153" y="2705725"/>
            <a:ext cx="551772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… </a:t>
            </a:r>
            <a:r>
              <a:rPr lang="ru-RU" sz="4400" dirty="0"/>
              <a:t>8ге барабар болгон </a:t>
            </a:r>
            <a:endParaRPr lang="en-US" sz="4400" dirty="0"/>
          </a:p>
          <a:p>
            <a:pPr algn="ctr"/>
            <a:r>
              <a:rPr lang="ru-RU" sz="4400" dirty="0"/>
              <a:t>3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16912-DC79-7C0C-4123-01EA13D7BD1F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8122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86401" y="2604125"/>
            <a:ext cx="733319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12ге барабар болгон </a:t>
            </a:r>
            <a:endParaRPr lang="en-US" sz="4400" dirty="0"/>
          </a:p>
          <a:p>
            <a:pPr algn="ctr"/>
            <a:r>
              <a:rPr lang="ru-RU" sz="4400" dirty="0"/>
              <a:t>4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  <a:p>
            <a:pPr algn="ctr"/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60148-D45F-2DDD-A55A-7091E05B1881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43848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52180" y="2628643"/>
            <a:ext cx="84016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1102201-D505-5E0B-04D4-36D989B6185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69518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D0B5C15-CAAA-58DF-7BE8-B0E8099E11FF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720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9C40B0E-53EA-92B0-59AE-1726DFB5F3CB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53141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493AB8-713C-18B9-1D05-2CE0369F37A9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63326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777199" y="4033494"/>
                <a:ext cx="435164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199" y="4033494"/>
                <a:ext cx="435164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5182E91-929A-923C-6E66-E640F0447C7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6099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490261" y="4033494"/>
                <a:ext cx="492551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261" y="4033494"/>
                <a:ext cx="492551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B06004E-4D2D-F463-80E5-860242646619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38644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402898" y="4033494"/>
                <a:ext cx="51002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898" y="4033494"/>
                <a:ext cx="510024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A4A23EF-C6D0-3CE8-8E84-F373FB639114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247042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777198" y="3917115"/>
                <a:ext cx="4351640" cy="1515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198" y="3917115"/>
                <a:ext cx="4351640" cy="1515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AA48FDE-D256-E0B0-F71F-39D801087EF6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33972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61989" y="2367171"/>
            <a:ext cx="658205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calculation that </a:t>
            </a:r>
          </a:p>
          <a:p>
            <a:pPr algn="ctr"/>
            <a:r>
              <a:rPr lang="en-GB" sz="4400" dirty="0"/>
              <a:t>includes an operation as </a:t>
            </a:r>
          </a:p>
          <a:p>
            <a:pPr algn="ctr"/>
            <a:r>
              <a:rPr lang="en-GB" sz="4400" dirty="0"/>
              <a:t>the numerator of a fraction.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A7127-F9FB-EB9A-441D-5DB75E2B0E3B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45176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64271" y="2367171"/>
            <a:ext cx="79775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натыйжасы берген </a:t>
            </a:r>
          </a:p>
          <a:p>
            <a:pPr algn="ctr"/>
            <a:r>
              <a:rPr lang="ru-RU" sz="4400" dirty="0"/>
              <a:t>4 түрдүү амал менен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461A1-90C0-3650-66A6-FDA5BC8F211D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0466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64269" y="2367171"/>
            <a:ext cx="797750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ондук натыйжасы берген </a:t>
            </a:r>
          </a:p>
          <a:p>
            <a:pPr algn="ctr"/>
            <a:r>
              <a:rPr lang="ru-RU" sz="4400" dirty="0"/>
              <a:t>4 түрдүү амал менен бир мисал.</a:t>
            </a:r>
            <a:endParaRPr lang="en-GB" sz="4400" dirty="0"/>
          </a:p>
          <a:p>
            <a:pPr algn="ctr"/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7B72B-7EC9-6BDD-452D-2FF864A3A4FA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91380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10499</TotalTime>
  <Words>475</Words>
  <Application>Microsoft Office PowerPoint</Application>
  <PresentationFormat>A4 Paper (210x297 mm)</PresentationFormat>
  <Paragraphs>112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2023-09-28T08:20:26Z</dcterms:modified>
</cp:coreProperties>
</file>