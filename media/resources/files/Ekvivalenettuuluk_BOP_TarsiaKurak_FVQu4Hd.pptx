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26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 жана П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айыздар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891191" y="1470668"/>
            <a:ext cx="5710009" cy="50520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4A355E-9EFE-4E59-816B-9E2C5607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887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9B61C4-11EB-4AF6-8ED6-B72D8BEE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20" y="0"/>
            <a:ext cx="494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27B76BD-5BB8-489B-BE71-33F92FE88B8A}"/>
              </a:ext>
            </a:extLst>
          </p:cNvPr>
          <p:cNvGrpSpPr/>
          <p:nvPr/>
        </p:nvGrpSpPr>
        <p:grpSpPr>
          <a:xfrm rot="16200000">
            <a:off x="-1054381" y="1054383"/>
            <a:ext cx="6853488" cy="4744722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0686756-018C-45DB-B7F3-609E6463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0AE83D-5FDC-4B71-AEB0-0ACA9BFE9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F4C7D3A-CC1F-4343-B602-D8E03684A866}"/>
              </a:ext>
            </a:extLst>
          </p:cNvPr>
          <p:cNvGrpSpPr/>
          <p:nvPr/>
        </p:nvGrpSpPr>
        <p:grpSpPr>
          <a:xfrm rot="16200000">
            <a:off x="3995139" y="1054383"/>
            <a:ext cx="6853488" cy="4744722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72980B-2A52-416B-8748-31B3DD4AD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5B5291-F6D7-4B65-B266-7A01F52DB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A3030-1586-4725-BBD3-D9BA1D19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0"/>
            <a:ext cx="78867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3EDEB-D79F-DDAE-0CCB-FDAFAAE574E9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153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2024-09-02T17:38:53Z</cp:lastPrinted>
  <dcterms:created xsi:type="dcterms:W3CDTF">2017-01-17T16:57:04Z</dcterms:created>
  <dcterms:modified xsi:type="dcterms:W3CDTF">2024-09-02T17:40:32Z</dcterms:modified>
</cp:coreProperties>
</file>