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7" r:id="rId3"/>
    <p:sldId id="944" r:id="rId4"/>
    <p:sldId id="943" r:id="rId5"/>
    <p:sldId id="945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87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Бардык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малдарды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н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498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/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/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/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760D4-487D-0907-EEFA-80AE5352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580" y="1247741"/>
            <a:ext cx="6505732" cy="4538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0FF5A-DA9E-F9AA-F905-11E33D92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9419" y="1247738"/>
            <a:ext cx="6505736" cy="45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5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10538</TotalTime>
  <Words>138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2017-12-31T22:38:51Z</cp:lastPrinted>
  <dcterms:created xsi:type="dcterms:W3CDTF">2017-01-17T16:57:04Z</dcterms:created>
  <dcterms:modified xsi:type="dcterms:W3CDTF">2023-09-30T20:30:58Z</dcterms:modified>
</cp:coreProperties>
</file>