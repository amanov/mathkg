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9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705B6D-48F8-1E0E-C578-685412249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FE14F-ACCA-F8B4-1418-67AD58D7DC09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" y="29280"/>
            <a:ext cx="4891354" cy="67636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67" y="34505"/>
            <a:ext cx="4867951" cy="674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1680" y="1055238"/>
            <a:ext cx="6813769" cy="4718651"/>
            <a:chOff x="68264" y="29280"/>
            <a:chExt cx="9766754" cy="676364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64" y="29280"/>
              <a:ext cx="4891354" cy="67636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7067" y="34505"/>
              <a:ext cx="4867951" cy="6748041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85158" y="1055238"/>
            <a:ext cx="6813769" cy="4718651"/>
            <a:chOff x="68264" y="29280"/>
            <a:chExt cx="9766754" cy="67636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64" y="29280"/>
              <a:ext cx="4891354" cy="676364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7067" y="34505"/>
              <a:ext cx="4867951" cy="6748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19050"/>
            <a:ext cx="7867650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024970-3D8E-D51A-EAF9-E0695934B342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</vt:lpstr>
      <vt:lpstr>Calibri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2024-08-28T07:28:07Z</cp:lastPrinted>
  <dcterms:created xsi:type="dcterms:W3CDTF">2017-01-17T16:57:04Z</dcterms:created>
  <dcterms:modified xsi:type="dcterms:W3CDTF">2024-08-28T07:28:43Z</dcterms:modified>
</cp:coreProperties>
</file>