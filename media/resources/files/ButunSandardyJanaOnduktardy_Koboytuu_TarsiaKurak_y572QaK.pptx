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0" r:id="rId2"/>
    <p:sldId id="281" r:id="rId3"/>
    <p:sldId id="835" r:id="rId4"/>
    <p:sldId id="939" r:id="rId5"/>
    <p:sldId id="833" r:id="rId6"/>
    <p:sldId id="834" r:id="rId7"/>
    <p:sldId id="942" r:id="rId8"/>
  </p:sldIdLst>
  <p:sldSz cx="9906000" cy="6858000" type="A4"/>
  <p:notesSz cx="6669088" cy="99266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3F55B2B1-352C-4C31-A259-67010074E4C5}">
          <p14:sldIdLst>
            <p14:sldId id="940"/>
            <p14:sldId id="281"/>
          </p14:sldIdLst>
        </p14:section>
        <p14:section name="Титулдук слайд" id="{0A3A3963-DD06-45C2-8B7F-F345A3B1520E}">
          <p14:sldIdLst>
            <p14:sldId id="835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09321E3B-DF6D-463F-B0B7-51F1A49F3708}">
          <p14:sldIdLst>
            <p14:sldId id="94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0589" tIns="45294" rIns="90589" bIns="45294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28/08/2024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915988" y="1241425"/>
            <a:ext cx="48371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589" tIns="45294" rIns="90589" bIns="45294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6"/>
            <a:ext cx="5335270" cy="3908613"/>
          </a:xfrm>
          <a:prstGeom prst="rect">
            <a:avLst/>
          </a:prstGeom>
        </p:spPr>
        <p:txBody>
          <a:bodyPr vert="horz" lIns="90589" tIns="45294" rIns="90589" bIns="45294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6"/>
            <a:ext cx="2889938" cy="498055"/>
          </a:xfrm>
          <a:prstGeom prst="rect">
            <a:avLst/>
          </a:prstGeom>
        </p:spPr>
        <p:txBody>
          <a:bodyPr vert="horz" lIns="90589" tIns="45294" rIns="90589" bIns="45294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8/28/2024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393267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401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Ондуктар – бүтүн сандар менен – </a:t>
            </a:r>
            <a:r>
              <a:rPr kumimoji="0" lang="ru-RU" sz="2000" b="1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Көбөйтүү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– Тарсиа Курак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342900" marR="0" lvl="0" indent="-34290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467777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450563" y="658443"/>
            <a:ext cx="354686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Үч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бурчтуктарды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339942" y="1959557"/>
            <a:ext cx="320804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Verdana" panose="020B0604030504040204" pitchFamily="34" charset="0"/>
                <a:cs typeface="+mn-cs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Verdana" panose="020B0604030504040204" pitchFamily="34" charset="0"/>
              <a:cs typeface="+mn-cs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 "/>
                <a:ea typeface="Verdana" panose="020B0604030504040204" pitchFamily="34" charset="0"/>
                <a:cs typeface="+mn-cs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 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7705B6D-48F8-1E0E-C578-6854122499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DFE14F-ACCA-F8B4-1418-67AD58D7DC09}"/>
              </a:ext>
            </a:extLst>
          </p:cNvPr>
          <p:cNvSpPr txBox="1"/>
          <p:nvPr/>
        </p:nvSpPr>
        <p:spPr>
          <a:xfrm>
            <a:off x="588816" y="3113031"/>
            <a:ext cx="37905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Сиз баш катырманы 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71987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64" y="29280"/>
            <a:ext cx="4891354" cy="6763643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7067" y="34505"/>
            <a:ext cx="4867951" cy="6748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oup 1"/>
          <p:cNvGrpSpPr/>
          <p:nvPr/>
        </p:nvGrpSpPr>
        <p:grpSpPr>
          <a:xfrm rot="16200000">
            <a:off x="-1021680" y="1055238"/>
            <a:ext cx="6813769" cy="4718651"/>
            <a:chOff x="68264" y="29280"/>
            <a:chExt cx="9766754" cy="6763643"/>
          </a:xfrm>
        </p:grpSpPr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64" y="29280"/>
              <a:ext cx="4891354" cy="6763643"/>
            </a:xfrm>
            <a:prstGeom prst="rect">
              <a:avLst/>
            </a:prstGeom>
          </p:spPr>
        </p:pic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7067" y="34505"/>
              <a:ext cx="4867951" cy="6748041"/>
            </a:xfrm>
            <a:prstGeom prst="rect">
              <a:avLst/>
            </a:prstGeom>
          </p:spPr>
        </p:pic>
      </p:grpSp>
      <p:grpSp>
        <p:nvGrpSpPr>
          <p:cNvPr id="6" name="Group 5"/>
          <p:cNvGrpSpPr/>
          <p:nvPr/>
        </p:nvGrpSpPr>
        <p:grpSpPr>
          <a:xfrm rot="16200000">
            <a:off x="4085158" y="1055238"/>
            <a:ext cx="6813769" cy="4718651"/>
            <a:chOff x="68264" y="29280"/>
            <a:chExt cx="9766754" cy="6763643"/>
          </a:xfrm>
        </p:grpSpPr>
        <p:pic>
          <p:nvPicPr>
            <p:cNvPr id="8" name="Picture 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264" y="29280"/>
              <a:ext cx="4891354" cy="6763643"/>
            </a:xfrm>
            <a:prstGeom prst="rect">
              <a:avLst/>
            </a:prstGeom>
          </p:spPr>
        </p:pic>
        <p:pic>
          <p:nvPicPr>
            <p:cNvPr id="9" name="Picture 8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967067" y="34505"/>
              <a:ext cx="4867951" cy="674804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8350" y="19050"/>
            <a:ext cx="7867650" cy="68199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8C024970-3D8E-D51A-EAF9-E0695934B342}"/>
              </a:ext>
            </a:extLst>
          </p:cNvPr>
          <p:cNvSpPr/>
          <p:nvPr/>
        </p:nvSpPr>
        <p:spPr>
          <a:xfrm>
            <a:off x="112381" y="186267"/>
            <a:ext cx="4182528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34760"/>
            <a:ext cx="9240883" cy="550920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Турдуу пикирлер учун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</p:txBody>
      </p:sp>
    </p:spTree>
    <p:extLst>
      <p:ext uri="{BB962C8B-B14F-4D97-AF65-F5344CB8AC3E}">
        <p14:creationId xmlns:p14="http://schemas.microsoft.com/office/powerpoint/2010/main" val="1104927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8362</TotalTime>
  <Words>152</Words>
  <Application>Microsoft Office PowerPoint</Application>
  <PresentationFormat>A4 Paper (210x297 mm)</PresentationFormat>
  <Paragraphs>34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 </vt:lpstr>
      <vt:lpstr>Calibri</vt:lpstr>
      <vt:lpstr>Calibri Light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360</cp:revision>
  <cp:lastPrinted>2024-08-28T07:28:07Z</cp:lastPrinted>
  <dcterms:created xsi:type="dcterms:W3CDTF">2017-01-17T16:57:04Z</dcterms:created>
  <dcterms:modified xsi:type="dcterms:W3CDTF">2024-08-28T07:28:43Z</dcterms:modified>
</cp:coreProperties>
</file>