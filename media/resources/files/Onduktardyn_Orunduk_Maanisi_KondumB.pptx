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49" r:id="rId3"/>
    <p:sldId id="950" r:id="rId4"/>
    <p:sldId id="954" r:id="rId5"/>
    <p:sldId id="955" r:id="rId6"/>
    <p:sldId id="956" r:id="rId7"/>
    <p:sldId id="952" r:id="rId8"/>
    <p:sldId id="953" r:id="rId9"/>
    <p:sldId id="947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Eras Bold ITC" panose="020B0907030504020204" pitchFamily="34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49"/>
            <p14:sldId id="950"/>
          </p14:sldIdLst>
        </p14:section>
        <p14:section name="Жооптор" id="{1FEDB314-42DC-4694-9B04-D4A4AAE625F7}">
          <p14:sldIdLst>
            <p14:sldId id="954"/>
            <p14:sldId id="955"/>
          </p14:sldIdLst>
        </p14:section>
        <p14:section name="Таркатма иш кагаздар" id="{A78D9305-6AAE-4715-A210-52F6908F30F7}">
          <p14:sldIdLst>
            <p14:sldId id="956"/>
            <p14:sldId id="952"/>
            <p14:sldId id="953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68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0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.png"/><Relationship Id="rId21" Type="http://schemas.openxmlformats.org/officeDocument/2006/relationships/image" Target="../media/image51.png"/><Relationship Id="rId7" Type="http://schemas.openxmlformats.org/officeDocument/2006/relationships/image" Target="../media/image36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image" Target="../media/image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4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39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4.png"/><Relationship Id="rId9" Type="http://schemas.openxmlformats.org/officeDocument/2006/relationships/image" Target="../media/image38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.png"/><Relationship Id="rId21" Type="http://schemas.openxmlformats.org/officeDocument/2006/relationships/image" Target="../media/image51.png"/><Relationship Id="rId7" Type="http://schemas.openxmlformats.org/officeDocument/2006/relationships/image" Target="../media/image36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image" Target="../media/image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4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39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4.png"/><Relationship Id="rId9" Type="http://schemas.openxmlformats.org/officeDocument/2006/relationships/image" Target="../media/image38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0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Көндүм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55505E-B247-F8BB-E99F-A57A5D32E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5" y="132080"/>
            <a:ext cx="9713789" cy="61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96F45DF-7CF7-4DF7-B283-C5906DF0A6C5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2C6F2C-5F73-4DF0-AB60-0A3A0ADF50A0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03EA108A-CC8F-4F6F-9173-00D70665AB92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7F5F247-EF76-423C-8908-5E8CD32165F8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535105-06C9-4793-A040-FAABACDBFD8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ECED3364-B4EA-41C3-AC09-ED5DFF678927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B43B9F84-DD4E-41E9-BF0E-C804DB4AB107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8F0183-E278-4C22-AC9E-B068540E8AE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65CFC43D-E24E-4092-BCD7-E56B824FE1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50DEBD3-CB44-4388-BC95-5D0B86B3AB51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FFD545C-51B7-4B16-BD53-91445EF6D9EC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5BBE3269-FEBB-4856-8A51-A9B297E92283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2DC47A6-016E-4228-BA6A-808651E498E8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4A49337-F03B-41BE-845D-8110F4737B61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FDC08DDC-07A3-4690-9C48-1A1D07AE49D8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ACC47065-ED4E-4EDD-BF91-F77533D56EEA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EA775A-A30A-49D4-9B2B-AFA7CA7316DA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" name="Table 5">
            <a:extLst>
              <a:ext uri="{FF2B5EF4-FFF2-40B4-BE49-F238E27FC236}">
                <a16:creationId xmlns:a16="http://schemas.microsoft.com/office/drawing/2014/main" id="{B68C734E-6B25-4C78-91D3-6072663CA4D6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D631B449-CAC6-41FC-ACB6-D28692CE2BD3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2788B61-56EA-4187-A681-3A1F9DF7BF9F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" name="Table 5">
            <a:extLst>
              <a:ext uri="{FF2B5EF4-FFF2-40B4-BE49-F238E27FC236}">
                <a16:creationId xmlns:a16="http://schemas.microsoft.com/office/drawing/2014/main" id="{068FE18D-9C25-4EF0-AB67-5F20D4D21A98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2394A9A5-F766-413D-B27F-329B25C21E99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9A3C168-5254-4B4A-A65C-92D3BC3BDAE0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" name="Table 5">
            <a:extLst>
              <a:ext uri="{FF2B5EF4-FFF2-40B4-BE49-F238E27FC236}">
                <a16:creationId xmlns:a16="http://schemas.microsoft.com/office/drawing/2014/main" id="{B94D65C3-A2CF-4753-A43D-22A3CAC7D4EE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F528179D-D42F-4061-8D10-35AD06515766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226D68F-266D-43AA-AB2B-BA61D1702E56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2" name="Table 5">
            <a:extLst>
              <a:ext uri="{FF2B5EF4-FFF2-40B4-BE49-F238E27FC236}">
                <a16:creationId xmlns:a16="http://schemas.microsoft.com/office/drawing/2014/main" id="{851E542C-B2BF-49FA-8562-EB034EA5622A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F24C0B55-3CD4-4802-B8B5-2D5454A5EAE1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FC434C3-D21D-426C-A5C3-43A29CE3FF9D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6" name="Table 5">
            <a:extLst>
              <a:ext uri="{FF2B5EF4-FFF2-40B4-BE49-F238E27FC236}">
                <a16:creationId xmlns:a16="http://schemas.microsoft.com/office/drawing/2014/main" id="{C5210B38-4DE1-4D61-8B26-270CADEF3726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156E0388-A0FD-48B9-A166-A34F8FEB3F3B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F8C04A3-0263-4E4F-A1BE-3FC7C0F71E5F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0" name="Table 5">
            <a:extLst>
              <a:ext uri="{FF2B5EF4-FFF2-40B4-BE49-F238E27FC236}">
                <a16:creationId xmlns:a16="http://schemas.microsoft.com/office/drawing/2014/main" id="{0E1EFAEE-EC1F-47F5-B89A-552869C1CEB6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8785B667-9A30-4860-894C-E1FF5B756D8F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BC29309-628E-40B0-B016-B4B169A8BA57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BE4FAB7D-0CF0-4977-8413-8563DD176FF2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7635C5EA-73D8-44B9-B679-0F79F63B0057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2392329-7FFB-46C4-8C6C-9C17475B4729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8" name="Table 5">
            <a:extLst>
              <a:ext uri="{FF2B5EF4-FFF2-40B4-BE49-F238E27FC236}">
                <a16:creationId xmlns:a16="http://schemas.microsoft.com/office/drawing/2014/main" id="{6DBF1FC9-AE90-4C80-A9DD-E9F46C8052D3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AE81D4AB-A9AD-4919-9EE7-A7A9D2057EA4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D343220-825C-456E-B6AB-CC7E7D1A515A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" name="Table 5">
            <a:extLst>
              <a:ext uri="{FF2B5EF4-FFF2-40B4-BE49-F238E27FC236}">
                <a16:creationId xmlns:a16="http://schemas.microsoft.com/office/drawing/2014/main" id="{BA5C988D-EBCF-43B1-AA73-C3080E1D5C1D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FFF15963-30A3-485F-AA41-7A50DE41F94F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27D41A1-23F5-49ED-BC86-4E0A0E100B1D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6" name="Table 5">
            <a:extLst>
              <a:ext uri="{FF2B5EF4-FFF2-40B4-BE49-F238E27FC236}">
                <a16:creationId xmlns:a16="http://schemas.microsoft.com/office/drawing/2014/main" id="{4A3B07BC-20D4-42CE-8B76-D725D6C34419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82B887C4-5CDD-4140-8792-968DF0578D84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AEFD750-BEE4-45D5-8F5E-C2404B07F06E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0" name="Table 5">
            <a:extLst>
              <a:ext uri="{FF2B5EF4-FFF2-40B4-BE49-F238E27FC236}">
                <a16:creationId xmlns:a16="http://schemas.microsoft.com/office/drawing/2014/main" id="{37728148-13F8-409F-8EA4-B4D6E7E83D6A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1" name="TextBox 110">
            <a:extLst>
              <a:ext uri="{FF2B5EF4-FFF2-40B4-BE49-F238E27FC236}">
                <a16:creationId xmlns:a16="http://schemas.microsoft.com/office/drawing/2014/main" id="{7A342BB2-8DA5-4C87-ABC4-85C20B4B0C13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4F90741-287C-459C-ACFE-A62D344D0F88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0AF71EFB-1AC6-4A9B-9D2F-631F9E329269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2D4BE261-7927-4D20-BB74-FBF5AC34AF53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773BCBB-A6B4-4D00-882E-1353E5D2248A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le 5">
            <a:extLst>
              <a:ext uri="{FF2B5EF4-FFF2-40B4-BE49-F238E27FC236}">
                <a16:creationId xmlns:a16="http://schemas.microsoft.com/office/drawing/2014/main" id="{2FF682FE-6417-4E08-8C36-4964F9BDC0E8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4A4881A8-54A0-46FC-A60F-141FF625E2E3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5423624-5E89-4AA4-BE78-D6035610880B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2" name="Table 5">
            <a:extLst>
              <a:ext uri="{FF2B5EF4-FFF2-40B4-BE49-F238E27FC236}">
                <a16:creationId xmlns:a16="http://schemas.microsoft.com/office/drawing/2014/main" id="{0C5D001E-7E59-4F4E-B778-073BA6FED3AE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3" name="TextBox 122">
            <a:extLst>
              <a:ext uri="{FF2B5EF4-FFF2-40B4-BE49-F238E27FC236}">
                <a16:creationId xmlns:a16="http://schemas.microsoft.com/office/drawing/2014/main" id="{96A38F8C-D9EF-4F3A-A4D1-D57AF917B968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3595EE1-F60C-4E1A-BEFB-FFD74D356C93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6" name="Table 5">
            <a:extLst>
              <a:ext uri="{FF2B5EF4-FFF2-40B4-BE49-F238E27FC236}">
                <a16:creationId xmlns:a16="http://schemas.microsoft.com/office/drawing/2014/main" id="{DFDFDE48-9BFD-41A6-9C49-4CBD98100E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399275F3-8156-4180-A06A-5082056546BA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CC9EBD6-53AF-4E0B-B959-393FF2BD45CE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0" name="Table 5">
            <a:extLst>
              <a:ext uri="{FF2B5EF4-FFF2-40B4-BE49-F238E27FC236}">
                <a16:creationId xmlns:a16="http://schemas.microsoft.com/office/drawing/2014/main" id="{0519FCFA-4CCC-49EF-AFA3-FC322AD33C43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1" name="TextBox 130">
            <a:extLst>
              <a:ext uri="{FF2B5EF4-FFF2-40B4-BE49-F238E27FC236}">
                <a16:creationId xmlns:a16="http://schemas.microsoft.com/office/drawing/2014/main" id="{87D073A7-D533-4D81-B61B-DD8D591CB3FD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D03AA50-A21E-4338-BAF6-FC8C2C963F73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4" name="Table 5">
            <a:extLst>
              <a:ext uri="{FF2B5EF4-FFF2-40B4-BE49-F238E27FC236}">
                <a16:creationId xmlns:a16="http://schemas.microsoft.com/office/drawing/2014/main" id="{12D94CAB-B139-409F-858E-75E3815270FE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B5782DD7-8444-40FA-84A4-E9CD881BFCFA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8DE3C698-FA90-40E6-A547-A7E29C177DFF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8" name="Table 5">
            <a:extLst>
              <a:ext uri="{FF2B5EF4-FFF2-40B4-BE49-F238E27FC236}">
                <a16:creationId xmlns:a16="http://schemas.microsoft.com/office/drawing/2014/main" id="{09217C36-9FAD-49F4-BD27-C42CBDD56986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9" name="TextBox 138">
            <a:extLst>
              <a:ext uri="{FF2B5EF4-FFF2-40B4-BE49-F238E27FC236}">
                <a16:creationId xmlns:a16="http://schemas.microsoft.com/office/drawing/2014/main" id="{3C2BFFF2-FD3A-4D86-BA9B-39A3F6164ACD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959FD6FB-2953-4315-8E16-84656A384124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2" name="Table 5">
            <a:extLst>
              <a:ext uri="{FF2B5EF4-FFF2-40B4-BE49-F238E27FC236}">
                <a16:creationId xmlns:a16="http://schemas.microsoft.com/office/drawing/2014/main" id="{93FA133D-D191-4EAC-BCE4-D7F06E3A8BA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ACD803B4-64B1-4B50-89C2-4A385E649759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2F7B1B0-F6E4-49AA-AF43-71E9756FEDDC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6" name="Table 5">
            <a:extLst>
              <a:ext uri="{FF2B5EF4-FFF2-40B4-BE49-F238E27FC236}">
                <a16:creationId xmlns:a16="http://schemas.microsoft.com/office/drawing/2014/main" id="{8E219219-7C28-4A6A-A250-DCD20BC5EB39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7" name="TextBox 146">
            <a:extLst>
              <a:ext uri="{FF2B5EF4-FFF2-40B4-BE49-F238E27FC236}">
                <a16:creationId xmlns:a16="http://schemas.microsoft.com/office/drawing/2014/main" id="{B13A6D25-1AF5-418A-8129-0B216E3AE0AC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44379E3-65DE-4DF9-8B69-014BA0AFB83C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0" name="Table 5">
            <a:extLst>
              <a:ext uri="{FF2B5EF4-FFF2-40B4-BE49-F238E27FC236}">
                <a16:creationId xmlns:a16="http://schemas.microsoft.com/office/drawing/2014/main" id="{C97653AF-37DD-48E7-B15A-C952EDCAAA8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1" name="TextBox 150">
            <a:extLst>
              <a:ext uri="{FF2B5EF4-FFF2-40B4-BE49-F238E27FC236}">
                <a16:creationId xmlns:a16="http://schemas.microsoft.com/office/drawing/2014/main" id="{8E95674D-C235-420C-9D01-7FE5DDF9F06D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F93D6C7-0C5A-4C08-9F5E-CC999948D7AD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4" name="Table 5">
            <a:extLst>
              <a:ext uri="{FF2B5EF4-FFF2-40B4-BE49-F238E27FC236}">
                <a16:creationId xmlns:a16="http://schemas.microsoft.com/office/drawing/2014/main" id="{D2154565-41D5-4756-AF7E-2EB94A9E307F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5" name="TextBox 154">
            <a:extLst>
              <a:ext uri="{FF2B5EF4-FFF2-40B4-BE49-F238E27FC236}">
                <a16:creationId xmlns:a16="http://schemas.microsoft.com/office/drawing/2014/main" id="{FDD45736-01BE-4C5D-B413-3A8E71913065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07AEED0-2F52-409B-8B0C-0C395C70A8F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Table 5">
            <a:extLst>
              <a:ext uri="{FF2B5EF4-FFF2-40B4-BE49-F238E27FC236}">
                <a16:creationId xmlns:a16="http://schemas.microsoft.com/office/drawing/2014/main" id="{7446F54A-32AA-460D-9501-810746F105CD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7" name="TextBox 166">
            <a:extLst>
              <a:ext uri="{FF2B5EF4-FFF2-40B4-BE49-F238E27FC236}">
                <a16:creationId xmlns:a16="http://schemas.microsoft.com/office/drawing/2014/main" id="{07EF5AD0-880D-4F7D-865E-4ED52DED58B1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4968F45-C33B-4C26-A44B-4976AC4C3AD7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0" name="Table 5">
            <a:extLst>
              <a:ext uri="{FF2B5EF4-FFF2-40B4-BE49-F238E27FC236}">
                <a16:creationId xmlns:a16="http://schemas.microsoft.com/office/drawing/2014/main" id="{2F4598D1-DEE4-436E-A054-D854CDE162FC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1" name="TextBox 170">
            <a:extLst>
              <a:ext uri="{FF2B5EF4-FFF2-40B4-BE49-F238E27FC236}">
                <a16:creationId xmlns:a16="http://schemas.microsoft.com/office/drawing/2014/main" id="{2AD7D463-6683-43CB-A670-BD458FC70211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0ABB5025-5BCC-4A14-AEEF-05DDBC087709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51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6ECCE6-EBEA-6D1B-B06D-BC076C5DA3C4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C7DB6-FE1D-61BE-3C00-E6D5D8BB2375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EE88F1-19DD-73D4-2C14-084592936613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D0CAD8B9-0333-07AF-1DD8-CF026C5DD465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4FE2B1-1A9C-B459-D3A4-6A9FFCD88BA9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FB8256-657B-B86E-C12A-0EE997CB20F8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D48D31EF-3C94-DDAB-4CC1-EB49FF0F2F3C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7B7FB77-7A3F-821D-164C-2DE1CD19A264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FBBC87-B31E-6932-AC71-B873E056C1F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F1E5FF50-FCAE-8E7E-2E2B-D2AB016446F9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C82E0C9-ACA3-91CD-3B73-ABBA11B4EAA8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0F3452-CD26-4BF5-EA9E-C833669D6C3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4692BE42-4A06-2FC5-36AF-4EEC31753F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3206C21-B6B1-94E3-DB06-62931670B172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F89832-46C7-B3E6-FA79-571B676EE919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2CFC37F7-3FEE-668E-91CC-354A2F9BF987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0A3FDB9-3DC4-030A-4125-C24DC0C166DA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A9D8F4-334C-BD74-644C-E7D1BCB93AB0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5702494B-443A-1C29-C017-A139F8C50035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B5874C4-6825-07DA-D7D1-F7C86914D681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7D0EC9-70B3-C594-735D-0F9576E0F7F3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5">
            <a:extLst>
              <a:ext uri="{FF2B5EF4-FFF2-40B4-BE49-F238E27FC236}">
                <a16:creationId xmlns:a16="http://schemas.microsoft.com/office/drawing/2014/main" id="{FE0A28BE-3284-598D-6256-EE561322FE69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2AFC0BE-1491-D641-4112-E9EE6F1C738C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50BB6D-783B-16FE-CE81-3884C399E13A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0C0C6984-BBBC-D124-746A-5805DCEBDFCF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826A1F1-50E8-E6A9-396D-F40B1F896C26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ADBDB0-14C8-3E1D-3F1D-5C36FD08B14A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6B21CD52-6BFF-469D-EFD7-9372AB58469C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797CBA5B-D6DA-7CE0-0E06-8D5BC62FDCB9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A6F2D2-8DC8-1358-CC2E-F2CDC898F313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">
            <a:extLst>
              <a:ext uri="{FF2B5EF4-FFF2-40B4-BE49-F238E27FC236}">
                <a16:creationId xmlns:a16="http://schemas.microsoft.com/office/drawing/2014/main" id="{249BFC39-C4C0-9067-B88C-1A570059036C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7BACC98A-8A71-75B3-9D58-EFBAC4108F4F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61E71F7-3CD3-5974-8E7D-CDF1385153AF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Table 5">
            <a:extLst>
              <a:ext uri="{FF2B5EF4-FFF2-40B4-BE49-F238E27FC236}">
                <a16:creationId xmlns:a16="http://schemas.microsoft.com/office/drawing/2014/main" id="{88587161-678D-3573-C357-13769EF023BB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080955AC-E003-0BA9-793F-BA35C213AC7A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A3277BA-9040-1329-20E4-02350526BF80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5079B71D-D9F8-D08B-1BA4-A78573795355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190D9E75-1816-684E-4FC2-9B29969D3906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D601AA-8EF3-10ED-42E5-A6F342874A9B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Table 5">
            <a:extLst>
              <a:ext uri="{FF2B5EF4-FFF2-40B4-BE49-F238E27FC236}">
                <a16:creationId xmlns:a16="http://schemas.microsoft.com/office/drawing/2014/main" id="{20F61928-A77A-B148-B123-E5E84FCF032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B686BCCB-E8C0-B3D9-33C9-E7DB9B44798E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D8AF85E-3ED6-8682-3DA9-9E625D3F43E7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2A7190C4-8CAB-A926-1193-64B6E981E25A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4A42C324-C89A-CE83-7406-05EDE1E67028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4B67005-F25D-2FCB-9625-CB153070400D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1" name="Table 5">
            <a:extLst>
              <a:ext uri="{FF2B5EF4-FFF2-40B4-BE49-F238E27FC236}">
                <a16:creationId xmlns:a16="http://schemas.microsoft.com/office/drawing/2014/main" id="{3D6BF9C7-7F36-8DC9-506A-6B64D173AFE4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D2F90349-28BF-BD7F-D954-4D6FA79023C9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5EAEC7D-DC9A-38E2-8385-D5D140645E8C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C2E801D2-BEE9-AAC6-CB45-D395A85D4980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1C0E95EA-0FAD-8640-237F-4CBE80B2CFB6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F4B0AC3-6C06-F2D4-0CC2-30EC971B4E4A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Table 5">
            <a:extLst>
              <a:ext uri="{FF2B5EF4-FFF2-40B4-BE49-F238E27FC236}">
                <a16:creationId xmlns:a16="http://schemas.microsoft.com/office/drawing/2014/main" id="{222A3519-A2C4-4125-440B-80E8F6247869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E31D47A5-232F-A30F-2A6F-CEAF7B0FB734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678CDBE-D5E9-DC2D-C77B-991827B50BE3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" name="Table 5">
            <a:extLst>
              <a:ext uri="{FF2B5EF4-FFF2-40B4-BE49-F238E27FC236}">
                <a16:creationId xmlns:a16="http://schemas.microsoft.com/office/drawing/2014/main" id="{1302324A-6B8C-F0A5-F553-97B217135985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0AEE5879-D39E-A990-2443-4411C8D8DA38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66497B6-860C-26D1-FE85-8C16EF74B714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3" name="Table 5">
            <a:extLst>
              <a:ext uri="{FF2B5EF4-FFF2-40B4-BE49-F238E27FC236}">
                <a16:creationId xmlns:a16="http://schemas.microsoft.com/office/drawing/2014/main" id="{16FA40D6-04FD-5EB8-113E-018CE7911ED5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0629C475-F49A-C06F-F38C-8AECDC5B7946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C42440E-CFE3-D1AD-D7D9-201EFB37B6E8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3" name="Table 5">
            <a:extLst>
              <a:ext uri="{FF2B5EF4-FFF2-40B4-BE49-F238E27FC236}">
                <a16:creationId xmlns:a16="http://schemas.microsoft.com/office/drawing/2014/main" id="{FC13B3AE-EA74-3B0B-38B8-CE1F2A517F3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F8D4F38C-0713-0EDF-E0E9-B008E12F910E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32A99D0B-1D25-78D9-95FD-799797EA6690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1" name="Table 5">
            <a:extLst>
              <a:ext uri="{FF2B5EF4-FFF2-40B4-BE49-F238E27FC236}">
                <a16:creationId xmlns:a16="http://schemas.microsoft.com/office/drawing/2014/main" id="{4E051212-59FD-6AB1-5970-6F3023029B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EE40A857-E7BE-C09A-8FBF-C777DB79F0B0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83B3145-D564-5782-0395-55739885F995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9" name="Table 5">
            <a:extLst>
              <a:ext uri="{FF2B5EF4-FFF2-40B4-BE49-F238E27FC236}">
                <a16:creationId xmlns:a16="http://schemas.microsoft.com/office/drawing/2014/main" id="{F18AD5E6-FB25-93CD-D426-74B43C0DDA1C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1" name="TextBox 140">
            <a:extLst>
              <a:ext uri="{FF2B5EF4-FFF2-40B4-BE49-F238E27FC236}">
                <a16:creationId xmlns:a16="http://schemas.microsoft.com/office/drawing/2014/main" id="{F74C87DF-2803-759E-5458-E405D53809D1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8136D990-FB71-F85D-E951-8EBDADC5C13E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7" name="Table 5">
            <a:extLst>
              <a:ext uri="{FF2B5EF4-FFF2-40B4-BE49-F238E27FC236}">
                <a16:creationId xmlns:a16="http://schemas.microsoft.com/office/drawing/2014/main" id="{33357B31-117D-F791-306F-4BF185C11F6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9" name="TextBox 148">
            <a:extLst>
              <a:ext uri="{FF2B5EF4-FFF2-40B4-BE49-F238E27FC236}">
                <a16:creationId xmlns:a16="http://schemas.microsoft.com/office/drawing/2014/main" id="{72E31BA5-A782-249D-BC86-3D44F67403AC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EE17E73-5303-A48C-6075-F5F6958B7CA4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" name="Table 5">
            <a:extLst>
              <a:ext uri="{FF2B5EF4-FFF2-40B4-BE49-F238E27FC236}">
                <a16:creationId xmlns:a16="http://schemas.microsoft.com/office/drawing/2014/main" id="{5C7A2F81-7992-99F7-9A05-EFDEFDDA4F4C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7" name="TextBox 156">
            <a:extLst>
              <a:ext uri="{FF2B5EF4-FFF2-40B4-BE49-F238E27FC236}">
                <a16:creationId xmlns:a16="http://schemas.microsoft.com/office/drawing/2014/main" id="{10B7B1D6-B6E6-80CE-2511-24D209D90049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4C569A1-A79C-ADC2-810B-FEFB75C98855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0" name="Table 5">
            <a:extLst>
              <a:ext uri="{FF2B5EF4-FFF2-40B4-BE49-F238E27FC236}">
                <a16:creationId xmlns:a16="http://schemas.microsoft.com/office/drawing/2014/main" id="{10BE6FA9-05B7-E424-3D12-F32E8C4907F1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1" name="TextBox 160">
            <a:extLst>
              <a:ext uri="{FF2B5EF4-FFF2-40B4-BE49-F238E27FC236}">
                <a16:creationId xmlns:a16="http://schemas.microsoft.com/office/drawing/2014/main" id="{C63A3F15-7A45-61F6-8709-D382787A1788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907DA26-B6B8-B89F-1183-C71609B79279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4" name="Table 5">
            <a:extLst>
              <a:ext uri="{FF2B5EF4-FFF2-40B4-BE49-F238E27FC236}">
                <a16:creationId xmlns:a16="http://schemas.microsoft.com/office/drawing/2014/main" id="{F61AE799-831A-4E9C-997A-296BB3C71462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5" name="TextBox 164">
            <a:extLst>
              <a:ext uri="{FF2B5EF4-FFF2-40B4-BE49-F238E27FC236}">
                <a16:creationId xmlns:a16="http://schemas.microsoft.com/office/drawing/2014/main" id="{855408B6-A9B0-FF8E-F716-568E28E860F3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AC25ED7-3057-C27E-7891-358708FFB35E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1" name="Table 5">
            <a:extLst>
              <a:ext uri="{FF2B5EF4-FFF2-40B4-BE49-F238E27FC236}">
                <a16:creationId xmlns:a16="http://schemas.microsoft.com/office/drawing/2014/main" id="{73433921-48CA-B674-287E-F3EBD94AB85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3" name="TextBox 172">
            <a:extLst>
              <a:ext uri="{FF2B5EF4-FFF2-40B4-BE49-F238E27FC236}">
                <a16:creationId xmlns:a16="http://schemas.microsoft.com/office/drawing/2014/main" id="{B1A118EB-43D0-C01F-8396-4490E9FE775F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2A7F872-30B5-2C43-C9E5-958DAE94F1AC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6" name="Table 5">
            <a:extLst>
              <a:ext uri="{FF2B5EF4-FFF2-40B4-BE49-F238E27FC236}">
                <a16:creationId xmlns:a16="http://schemas.microsoft.com/office/drawing/2014/main" id="{C63B4F91-6950-D421-8A73-275472B0B634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7" name="TextBox 176">
            <a:extLst>
              <a:ext uri="{FF2B5EF4-FFF2-40B4-BE49-F238E27FC236}">
                <a16:creationId xmlns:a16="http://schemas.microsoft.com/office/drawing/2014/main" id="{33B4F82C-1072-57E3-884C-6CFC2895806B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CB8AEA8-F5A0-3FEC-A5D6-08AE6AE2F1E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Table 5">
            <a:extLst>
              <a:ext uri="{FF2B5EF4-FFF2-40B4-BE49-F238E27FC236}">
                <a16:creationId xmlns:a16="http://schemas.microsoft.com/office/drawing/2014/main" id="{3A033C7C-F5F2-EBC0-258D-F39F90EF100E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23B14452-ADB6-74D7-D9F8-6F67C35D06EB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4A66211-EE27-B615-9DD4-3E05A9B9AEAA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" name="Table 5">
            <a:extLst>
              <a:ext uri="{FF2B5EF4-FFF2-40B4-BE49-F238E27FC236}">
                <a16:creationId xmlns:a16="http://schemas.microsoft.com/office/drawing/2014/main" id="{14008CC8-381E-CE35-651A-DBECDA00A901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5" name="TextBox 184">
            <a:extLst>
              <a:ext uri="{FF2B5EF4-FFF2-40B4-BE49-F238E27FC236}">
                <a16:creationId xmlns:a16="http://schemas.microsoft.com/office/drawing/2014/main" id="{238452E0-8794-274E-A73E-448FD337F48D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68577D1-42D9-DBF4-8B91-00A7E674091D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7" name="Table 5">
            <a:extLst>
              <a:ext uri="{FF2B5EF4-FFF2-40B4-BE49-F238E27FC236}">
                <a16:creationId xmlns:a16="http://schemas.microsoft.com/office/drawing/2014/main" id="{C369FA7E-0ABF-B59C-E59C-725B1464A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044442"/>
              </p:ext>
            </p:extLst>
          </p:nvPr>
        </p:nvGraphicFramePr>
        <p:xfrm>
          <a:off x="66224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8" name="Oval 187">
            <a:extLst>
              <a:ext uri="{FF2B5EF4-FFF2-40B4-BE49-F238E27FC236}">
                <a16:creationId xmlns:a16="http://schemas.microsoft.com/office/drawing/2014/main" id="{8C9E76CD-BB2B-4DB9-3890-359442059B29}"/>
              </a:ext>
            </a:extLst>
          </p:cNvPr>
          <p:cNvSpPr/>
          <p:nvPr/>
        </p:nvSpPr>
        <p:spPr>
          <a:xfrm>
            <a:off x="9136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9" name="Table 5">
            <a:extLst>
              <a:ext uri="{FF2B5EF4-FFF2-40B4-BE49-F238E27FC236}">
                <a16:creationId xmlns:a16="http://schemas.microsoft.com/office/drawing/2014/main" id="{65D2AF31-7EDC-65C8-04ED-1AF725170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00198"/>
              </p:ext>
            </p:extLst>
          </p:nvPr>
        </p:nvGraphicFramePr>
        <p:xfrm>
          <a:off x="2602099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0" name="Oval 189">
            <a:extLst>
              <a:ext uri="{FF2B5EF4-FFF2-40B4-BE49-F238E27FC236}">
                <a16:creationId xmlns:a16="http://schemas.microsoft.com/office/drawing/2014/main" id="{9E6D4EB0-8ABA-CE33-9791-CCD176060DB9}"/>
              </a:ext>
            </a:extLst>
          </p:cNvPr>
          <p:cNvSpPr/>
          <p:nvPr/>
        </p:nvSpPr>
        <p:spPr>
          <a:xfrm>
            <a:off x="28567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1" name="Table 5">
            <a:extLst>
              <a:ext uri="{FF2B5EF4-FFF2-40B4-BE49-F238E27FC236}">
                <a16:creationId xmlns:a16="http://schemas.microsoft.com/office/drawing/2014/main" id="{EA078137-84A8-7A37-A7F7-D76E1584A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489088"/>
              </p:ext>
            </p:extLst>
          </p:nvPr>
        </p:nvGraphicFramePr>
        <p:xfrm>
          <a:off x="466129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2" name="Oval 191">
            <a:extLst>
              <a:ext uri="{FF2B5EF4-FFF2-40B4-BE49-F238E27FC236}">
                <a16:creationId xmlns:a16="http://schemas.microsoft.com/office/drawing/2014/main" id="{0FD30D4C-686E-5E00-4EB1-F9404F3C7848}"/>
              </a:ext>
            </a:extLst>
          </p:cNvPr>
          <p:cNvSpPr/>
          <p:nvPr/>
        </p:nvSpPr>
        <p:spPr>
          <a:xfrm>
            <a:off x="49135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3" name="Table 5">
            <a:extLst>
              <a:ext uri="{FF2B5EF4-FFF2-40B4-BE49-F238E27FC236}">
                <a16:creationId xmlns:a16="http://schemas.microsoft.com/office/drawing/2014/main" id="{67435837-9495-0C84-3ECD-9CE803F71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2305"/>
              </p:ext>
            </p:extLst>
          </p:nvPr>
        </p:nvGraphicFramePr>
        <p:xfrm>
          <a:off x="6637734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4" name="Oval 193">
            <a:extLst>
              <a:ext uri="{FF2B5EF4-FFF2-40B4-BE49-F238E27FC236}">
                <a16:creationId xmlns:a16="http://schemas.microsoft.com/office/drawing/2014/main" id="{13146D88-12C2-C912-76EE-727B7AD66FBF}"/>
              </a:ext>
            </a:extLst>
          </p:cNvPr>
          <p:cNvSpPr/>
          <p:nvPr/>
        </p:nvSpPr>
        <p:spPr>
          <a:xfrm>
            <a:off x="6894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5" name="Table 5">
            <a:extLst>
              <a:ext uri="{FF2B5EF4-FFF2-40B4-BE49-F238E27FC236}">
                <a16:creationId xmlns:a16="http://schemas.microsoft.com/office/drawing/2014/main" id="{65711250-0002-3722-1702-D5B167FD4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341612"/>
              </p:ext>
            </p:extLst>
          </p:nvPr>
        </p:nvGraphicFramePr>
        <p:xfrm>
          <a:off x="8672116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6" name="Oval 195">
            <a:extLst>
              <a:ext uri="{FF2B5EF4-FFF2-40B4-BE49-F238E27FC236}">
                <a16:creationId xmlns:a16="http://schemas.microsoft.com/office/drawing/2014/main" id="{4A87EC68-39D0-FEB8-64AD-8C2EE24FC14E}"/>
              </a:ext>
            </a:extLst>
          </p:cNvPr>
          <p:cNvSpPr/>
          <p:nvPr/>
        </p:nvSpPr>
        <p:spPr>
          <a:xfrm>
            <a:off x="8926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7" name="Table 5">
            <a:extLst>
              <a:ext uri="{FF2B5EF4-FFF2-40B4-BE49-F238E27FC236}">
                <a16:creationId xmlns:a16="http://schemas.microsoft.com/office/drawing/2014/main" id="{BEF0705C-E694-ADAA-8896-9F6AFCC0D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21917"/>
              </p:ext>
            </p:extLst>
          </p:nvPr>
        </p:nvGraphicFramePr>
        <p:xfrm>
          <a:off x="511203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8" name="Oval 197">
            <a:extLst>
              <a:ext uri="{FF2B5EF4-FFF2-40B4-BE49-F238E27FC236}">
                <a16:creationId xmlns:a16="http://schemas.microsoft.com/office/drawing/2014/main" id="{C378FE2A-AB8B-3D2E-5A90-F5C1DD3C70E7}"/>
              </a:ext>
            </a:extLst>
          </p:cNvPr>
          <p:cNvSpPr/>
          <p:nvPr/>
        </p:nvSpPr>
        <p:spPr>
          <a:xfrm>
            <a:off x="76977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9" name="Table 5">
            <a:extLst>
              <a:ext uri="{FF2B5EF4-FFF2-40B4-BE49-F238E27FC236}">
                <a16:creationId xmlns:a16="http://schemas.microsoft.com/office/drawing/2014/main" id="{D425A215-6741-A334-4BA0-E0400141E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925881"/>
              </p:ext>
            </p:extLst>
          </p:nvPr>
        </p:nvGraphicFramePr>
        <p:xfrm>
          <a:off x="2440651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0" name="Oval 199">
            <a:extLst>
              <a:ext uri="{FF2B5EF4-FFF2-40B4-BE49-F238E27FC236}">
                <a16:creationId xmlns:a16="http://schemas.microsoft.com/office/drawing/2014/main" id="{0BEBC649-CF71-AAD3-9240-F2D2BDB7B112}"/>
              </a:ext>
            </a:extLst>
          </p:cNvPr>
          <p:cNvSpPr/>
          <p:nvPr/>
        </p:nvSpPr>
        <p:spPr>
          <a:xfrm>
            <a:off x="269763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1" name="Table 5">
            <a:extLst>
              <a:ext uri="{FF2B5EF4-FFF2-40B4-BE49-F238E27FC236}">
                <a16:creationId xmlns:a16="http://schemas.microsoft.com/office/drawing/2014/main" id="{715BF2A4-CA5A-A340-1CE8-F631B3879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911737"/>
              </p:ext>
            </p:extLst>
          </p:nvPr>
        </p:nvGraphicFramePr>
        <p:xfrm>
          <a:off x="8549138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2" name="Oval 201">
            <a:extLst>
              <a:ext uri="{FF2B5EF4-FFF2-40B4-BE49-F238E27FC236}">
                <a16:creationId xmlns:a16="http://schemas.microsoft.com/office/drawing/2014/main" id="{62970D42-2F57-CA07-419B-23455D30768A}"/>
              </a:ext>
            </a:extLst>
          </p:cNvPr>
          <p:cNvSpPr/>
          <p:nvPr/>
        </p:nvSpPr>
        <p:spPr>
          <a:xfrm>
            <a:off x="8803745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3" name="Table 5">
            <a:extLst>
              <a:ext uri="{FF2B5EF4-FFF2-40B4-BE49-F238E27FC236}">
                <a16:creationId xmlns:a16="http://schemas.microsoft.com/office/drawing/2014/main" id="{483032AC-E5C4-F576-3B83-B95F2FE3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84712"/>
              </p:ext>
            </p:extLst>
          </p:nvPr>
        </p:nvGraphicFramePr>
        <p:xfrm>
          <a:off x="404206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4" name="Oval 203">
            <a:extLst>
              <a:ext uri="{FF2B5EF4-FFF2-40B4-BE49-F238E27FC236}">
                <a16:creationId xmlns:a16="http://schemas.microsoft.com/office/drawing/2014/main" id="{DB9EE043-65E1-662E-D0E5-7680768E78E4}"/>
              </a:ext>
            </a:extLst>
          </p:cNvPr>
          <p:cNvSpPr/>
          <p:nvPr/>
        </p:nvSpPr>
        <p:spPr>
          <a:xfrm>
            <a:off x="658813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5" name="Table 5">
            <a:extLst>
              <a:ext uri="{FF2B5EF4-FFF2-40B4-BE49-F238E27FC236}">
                <a16:creationId xmlns:a16="http://schemas.microsoft.com/office/drawing/2014/main" id="{0BA50ACF-C388-88EA-8043-C79C74AEB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281411"/>
              </p:ext>
            </p:extLst>
          </p:nvPr>
        </p:nvGraphicFramePr>
        <p:xfrm>
          <a:off x="6529235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6" name="Oval 205">
            <a:extLst>
              <a:ext uri="{FF2B5EF4-FFF2-40B4-BE49-F238E27FC236}">
                <a16:creationId xmlns:a16="http://schemas.microsoft.com/office/drawing/2014/main" id="{91AB263A-E445-7B75-85AE-421FFB004452}"/>
              </a:ext>
            </a:extLst>
          </p:cNvPr>
          <p:cNvSpPr/>
          <p:nvPr/>
        </p:nvSpPr>
        <p:spPr>
          <a:xfrm>
            <a:off x="6786223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7" name="Table 5">
            <a:extLst>
              <a:ext uri="{FF2B5EF4-FFF2-40B4-BE49-F238E27FC236}">
                <a16:creationId xmlns:a16="http://schemas.microsoft.com/office/drawing/2014/main" id="{7B49548E-C803-3F8C-F195-7FBA98738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9615"/>
              </p:ext>
            </p:extLst>
          </p:nvPr>
        </p:nvGraphicFramePr>
        <p:xfrm>
          <a:off x="4513096" y="1936633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8" name="Oval 207">
            <a:extLst>
              <a:ext uri="{FF2B5EF4-FFF2-40B4-BE49-F238E27FC236}">
                <a16:creationId xmlns:a16="http://schemas.microsoft.com/office/drawing/2014/main" id="{2171AAC9-587F-D70D-0781-59FA1124D56C}"/>
              </a:ext>
            </a:extLst>
          </p:cNvPr>
          <p:cNvSpPr/>
          <p:nvPr/>
        </p:nvSpPr>
        <p:spPr>
          <a:xfrm>
            <a:off x="4772465" y="203425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9" name="Table 5">
            <a:extLst>
              <a:ext uri="{FF2B5EF4-FFF2-40B4-BE49-F238E27FC236}">
                <a16:creationId xmlns:a16="http://schemas.microsoft.com/office/drawing/2014/main" id="{8511CA08-6CDD-5A6E-8E1D-CED34057A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602331"/>
              </p:ext>
            </p:extLst>
          </p:nvPr>
        </p:nvGraphicFramePr>
        <p:xfrm>
          <a:off x="2352255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0" name="Oval 209">
            <a:extLst>
              <a:ext uri="{FF2B5EF4-FFF2-40B4-BE49-F238E27FC236}">
                <a16:creationId xmlns:a16="http://schemas.microsoft.com/office/drawing/2014/main" id="{0B2082C2-6940-2BFC-128B-DA2C0426A628}"/>
              </a:ext>
            </a:extLst>
          </p:cNvPr>
          <p:cNvSpPr/>
          <p:nvPr/>
        </p:nvSpPr>
        <p:spPr>
          <a:xfrm>
            <a:off x="2606862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1" name="Table 5">
            <a:extLst>
              <a:ext uri="{FF2B5EF4-FFF2-40B4-BE49-F238E27FC236}">
                <a16:creationId xmlns:a16="http://schemas.microsoft.com/office/drawing/2014/main" id="{DCF57059-C938-F1A2-B113-9A39D96ED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57161"/>
              </p:ext>
            </p:extLst>
          </p:nvPr>
        </p:nvGraphicFramePr>
        <p:xfrm>
          <a:off x="4409070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2" name="Oval 211">
            <a:extLst>
              <a:ext uri="{FF2B5EF4-FFF2-40B4-BE49-F238E27FC236}">
                <a16:creationId xmlns:a16="http://schemas.microsoft.com/office/drawing/2014/main" id="{DA5C8D1E-5DD6-6B57-30B2-D232C09F301F}"/>
              </a:ext>
            </a:extLst>
          </p:cNvPr>
          <p:cNvSpPr/>
          <p:nvPr/>
        </p:nvSpPr>
        <p:spPr>
          <a:xfrm>
            <a:off x="4663677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3" name="Table 5">
            <a:extLst>
              <a:ext uri="{FF2B5EF4-FFF2-40B4-BE49-F238E27FC236}">
                <a16:creationId xmlns:a16="http://schemas.microsoft.com/office/drawing/2014/main" id="{D7C3F78D-2694-971C-2F0F-B5898F2D0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51750"/>
              </p:ext>
            </p:extLst>
          </p:nvPr>
        </p:nvGraphicFramePr>
        <p:xfrm>
          <a:off x="639026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4" name="Oval 213">
            <a:extLst>
              <a:ext uri="{FF2B5EF4-FFF2-40B4-BE49-F238E27FC236}">
                <a16:creationId xmlns:a16="http://schemas.microsoft.com/office/drawing/2014/main" id="{09F55021-0F07-53BE-3EEB-9666AE5989D9}"/>
              </a:ext>
            </a:extLst>
          </p:cNvPr>
          <p:cNvSpPr/>
          <p:nvPr/>
        </p:nvSpPr>
        <p:spPr>
          <a:xfrm>
            <a:off x="664487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5" name="Table 5">
            <a:extLst>
              <a:ext uri="{FF2B5EF4-FFF2-40B4-BE49-F238E27FC236}">
                <a16:creationId xmlns:a16="http://schemas.microsoft.com/office/drawing/2014/main" id="{0E8467DE-8562-6918-C1E1-F669E70C1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934484"/>
              </p:ext>
            </p:extLst>
          </p:nvPr>
        </p:nvGraphicFramePr>
        <p:xfrm>
          <a:off x="842181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6" name="Oval 215">
            <a:extLst>
              <a:ext uri="{FF2B5EF4-FFF2-40B4-BE49-F238E27FC236}">
                <a16:creationId xmlns:a16="http://schemas.microsoft.com/office/drawing/2014/main" id="{6D929C44-DC86-CB4C-C695-93B179C19B6E}"/>
              </a:ext>
            </a:extLst>
          </p:cNvPr>
          <p:cNvSpPr/>
          <p:nvPr/>
        </p:nvSpPr>
        <p:spPr>
          <a:xfrm>
            <a:off x="867642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6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6ECCE6-EBEA-6D1B-B06D-BC076C5DA3C4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C7DB6-FE1D-61BE-3C00-E6D5D8BB2375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EE88F1-19DD-73D4-2C14-084592936613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D0CAD8B9-0333-07AF-1DD8-CF026C5DD465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4FE2B1-1A9C-B459-D3A4-6A9FFCD88BA9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FB8256-657B-B86E-C12A-0EE997CB20F8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D48D31EF-3C94-DDAB-4CC1-EB49FF0F2F3C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7B7FB77-7A3F-821D-164C-2DE1CD19A264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FBBC87-B31E-6932-AC71-B873E056C1F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F1E5FF50-FCAE-8E7E-2E2B-D2AB016446F9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C82E0C9-ACA3-91CD-3B73-ABBA11B4EAA8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0F3452-CD26-4BF5-EA9E-C833669D6C3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4692BE42-4A06-2FC5-36AF-4EEC31753F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3206C21-B6B1-94E3-DB06-62931670B172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F89832-46C7-B3E6-FA79-571B676EE919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2CFC37F7-3FEE-668E-91CC-354A2F9BF987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0A3FDB9-3DC4-030A-4125-C24DC0C166DA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A9D8F4-334C-BD74-644C-E7D1BCB93AB0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5702494B-443A-1C29-C017-A139F8C50035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B5874C4-6825-07DA-D7D1-F7C86914D681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7D0EC9-70B3-C594-735D-0F9576E0F7F3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5">
            <a:extLst>
              <a:ext uri="{FF2B5EF4-FFF2-40B4-BE49-F238E27FC236}">
                <a16:creationId xmlns:a16="http://schemas.microsoft.com/office/drawing/2014/main" id="{FE0A28BE-3284-598D-6256-EE561322FE69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2AFC0BE-1491-D641-4112-E9EE6F1C738C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50BB6D-783B-16FE-CE81-3884C399E13A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0C0C6984-BBBC-D124-746A-5805DCEBDFCF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826A1F1-50E8-E6A9-396D-F40B1F896C26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ADBDB0-14C8-3E1D-3F1D-5C36FD08B14A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6B21CD52-6BFF-469D-EFD7-9372AB58469C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797CBA5B-D6DA-7CE0-0E06-8D5BC62FDCB9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A6F2D2-8DC8-1358-CC2E-F2CDC898F313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">
            <a:extLst>
              <a:ext uri="{FF2B5EF4-FFF2-40B4-BE49-F238E27FC236}">
                <a16:creationId xmlns:a16="http://schemas.microsoft.com/office/drawing/2014/main" id="{249BFC39-C4C0-9067-B88C-1A570059036C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7BACC98A-8A71-75B3-9D58-EFBAC4108F4F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61E71F7-3CD3-5974-8E7D-CDF1385153AF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Table 5">
            <a:extLst>
              <a:ext uri="{FF2B5EF4-FFF2-40B4-BE49-F238E27FC236}">
                <a16:creationId xmlns:a16="http://schemas.microsoft.com/office/drawing/2014/main" id="{88587161-678D-3573-C357-13769EF023BB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080955AC-E003-0BA9-793F-BA35C213AC7A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A3277BA-9040-1329-20E4-02350526BF80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5079B71D-D9F8-D08B-1BA4-A78573795355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190D9E75-1816-684E-4FC2-9B29969D3906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D601AA-8EF3-10ED-42E5-A6F342874A9B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Table 5">
            <a:extLst>
              <a:ext uri="{FF2B5EF4-FFF2-40B4-BE49-F238E27FC236}">
                <a16:creationId xmlns:a16="http://schemas.microsoft.com/office/drawing/2014/main" id="{20F61928-A77A-B148-B123-E5E84FCF032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B686BCCB-E8C0-B3D9-33C9-E7DB9B44798E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D8AF85E-3ED6-8682-3DA9-9E625D3F43E7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2A7190C4-8CAB-A926-1193-64B6E981E25A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4A42C324-C89A-CE83-7406-05EDE1E67028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4B67005-F25D-2FCB-9625-CB153070400D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1" name="Table 5">
            <a:extLst>
              <a:ext uri="{FF2B5EF4-FFF2-40B4-BE49-F238E27FC236}">
                <a16:creationId xmlns:a16="http://schemas.microsoft.com/office/drawing/2014/main" id="{3D6BF9C7-7F36-8DC9-506A-6B64D173AFE4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D2F90349-28BF-BD7F-D954-4D6FA79023C9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5EAEC7D-DC9A-38E2-8385-D5D140645E8C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C2E801D2-BEE9-AAC6-CB45-D395A85D4980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1C0E95EA-0FAD-8640-237F-4CBE80B2CFB6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F4B0AC3-6C06-F2D4-0CC2-30EC971B4E4A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Table 5">
            <a:extLst>
              <a:ext uri="{FF2B5EF4-FFF2-40B4-BE49-F238E27FC236}">
                <a16:creationId xmlns:a16="http://schemas.microsoft.com/office/drawing/2014/main" id="{222A3519-A2C4-4125-440B-80E8F6247869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E31D47A5-232F-A30F-2A6F-CEAF7B0FB734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678CDBE-D5E9-DC2D-C77B-991827B50BE3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" name="Table 5">
            <a:extLst>
              <a:ext uri="{FF2B5EF4-FFF2-40B4-BE49-F238E27FC236}">
                <a16:creationId xmlns:a16="http://schemas.microsoft.com/office/drawing/2014/main" id="{1302324A-6B8C-F0A5-F553-97B217135985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0AEE5879-D39E-A990-2443-4411C8D8DA38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66497B6-860C-26D1-FE85-8C16EF74B714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3" name="Table 5">
            <a:extLst>
              <a:ext uri="{FF2B5EF4-FFF2-40B4-BE49-F238E27FC236}">
                <a16:creationId xmlns:a16="http://schemas.microsoft.com/office/drawing/2014/main" id="{16FA40D6-04FD-5EB8-113E-018CE7911ED5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0629C475-F49A-C06F-F38C-8AECDC5B7946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C42440E-CFE3-D1AD-D7D9-201EFB37B6E8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3" name="Table 5">
            <a:extLst>
              <a:ext uri="{FF2B5EF4-FFF2-40B4-BE49-F238E27FC236}">
                <a16:creationId xmlns:a16="http://schemas.microsoft.com/office/drawing/2014/main" id="{FC13B3AE-EA74-3B0B-38B8-CE1F2A517F3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F8D4F38C-0713-0EDF-E0E9-B008E12F910E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32A99D0B-1D25-78D9-95FD-799797EA6690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1" name="Table 5">
            <a:extLst>
              <a:ext uri="{FF2B5EF4-FFF2-40B4-BE49-F238E27FC236}">
                <a16:creationId xmlns:a16="http://schemas.microsoft.com/office/drawing/2014/main" id="{4E051212-59FD-6AB1-5970-6F3023029B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EE40A857-E7BE-C09A-8FBF-C777DB79F0B0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83B3145-D564-5782-0395-55739885F995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9" name="Table 5">
            <a:extLst>
              <a:ext uri="{FF2B5EF4-FFF2-40B4-BE49-F238E27FC236}">
                <a16:creationId xmlns:a16="http://schemas.microsoft.com/office/drawing/2014/main" id="{F18AD5E6-FB25-93CD-D426-74B43C0DDA1C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1" name="TextBox 140">
            <a:extLst>
              <a:ext uri="{FF2B5EF4-FFF2-40B4-BE49-F238E27FC236}">
                <a16:creationId xmlns:a16="http://schemas.microsoft.com/office/drawing/2014/main" id="{F74C87DF-2803-759E-5458-E405D53809D1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8136D990-FB71-F85D-E951-8EBDADC5C13E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7" name="Table 5">
            <a:extLst>
              <a:ext uri="{FF2B5EF4-FFF2-40B4-BE49-F238E27FC236}">
                <a16:creationId xmlns:a16="http://schemas.microsoft.com/office/drawing/2014/main" id="{33357B31-117D-F791-306F-4BF185C11F6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9" name="TextBox 148">
            <a:extLst>
              <a:ext uri="{FF2B5EF4-FFF2-40B4-BE49-F238E27FC236}">
                <a16:creationId xmlns:a16="http://schemas.microsoft.com/office/drawing/2014/main" id="{72E31BA5-A782-249D-BC86-3D44F67403AC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EE17E73-5303-A48C-6075-F5F6958B7CA4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" name="Table 5">
            <a:extLst>
              <a:ext uri="{FF2B5EF4-FFF2-40B4-BE49-F238E27FC236}">
                <a16:creationId xmlns:a16="http://schemas.microsoft.com/office/drawing/2014/main" id="{5C7A2F81-7992-99F7-9A05-EFDEFDDA4F4C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7" name="TextBox 156">
            <a:extLst>
              <a:ext uri="{FF2B5EF4-FFF2-40B4-BE49-F238E27FC236}">
                <a16:creationId xmlns:a16="http://schemas.microsoft.com/office/drawing/2014/main" id="{10B7B1D6-B6E6-80CE-2511-24D209D90049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4C569A1-A79C-ADC2-810B-FEFB75C98855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0" name="Table 5">
            <a:extLst>
              <a:ext uri="{FF2B5EF4-FFF2-40B4-BE49-F238E27FC236}">
                <a16:creationId xmlns:a16="http://schemas.microsoft.com/office/drawing/2014/main" id="{10BE6FA9-05B7-E424-3D12-F32E8C4907F1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1" name="TextBox 160">
            <a:extLst>
              <a:ext uri="{FF2B5EF4-FFF2-40B4-BE49-F238E27FC236}">
                <a16:creationId xmlns:a16="http://schemas.microsoft.com/office/drawing/2014/main" id="{C63A3F15-7A45-61F6-8709-D382787A1788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907DA26-B6B8-B89F-1183-C71609B79279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4" name="Table 5">
            <a:extLst>
              <a:ext uri="{FF2B5EF4-FFF2-40B4-BE49-F238E27FC236}">
                <a16:creationId xmlns:a16="http://schemas.microsoft.com/office/drawing/2014/main" id="{F61AE799-831A-4E9C-997A-296BB3C71462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5" name="TextBox 164">
            <a:extLst>
              <a:ext uri="{FF2B5EF4-FFF2-40B4-BE49-F238E27FC236}">
                <a16:creationId xmlns:a16="http://schemas.microsoft.com/office/drawing/2014/main" id="{855408B6-A9B0-FF8E-F716-568E28E860F3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AC25ED7-3057-C27E-7891-358708FFB35E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1" name="Table 5">
            <a:extLst>
              <a:ext uri="{FF2B5EF4-FFF2-40B4-BE49-F238E27FC236}">
                <a16:creationId xmlns:a16="http://schemas.microsoft.com/office/drawing/2014/main" id="{73433921-48CA-B674-287E-F3EBD94AB85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3" name="TextBox 172">
            <a:extLst>
              <a:ext uri="{FF2B5EF4-FFF2-40B4-BE49-F238E27FC236}">
                <a16:creationId xmlns:a16="http://schemas.microsoft.com/office/drawing/2014/main" id="{B1A118EB-43D0-C01F-8396-4490E9FE775F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2A7F872-30B5-2C43-C9E5-958DAE94F1AC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6" name="Table 5">
            <a:extLst>
              <a:ext uri="{FF2B5EF4-FFF2-40B4-BE49-F238E27FC236}">
                <a16:creationId xmlns:a16="http://schemas.microsoft.com/office/drawing/2014/main" id="{C63B4F91-6950-D421-8A73-275472B0B634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7" name="TextBox 176">
            <a:extLst>
              <a:ext uri="{FF2B5EF4-FFF2-40B4-BE49-F238E27FC236}">
                <a16:creationId xmlns:a16="http://schemas.microsoft.com/office/drawing/2014/main" id="{33B4F82C-1072-57E3-884C-6CFC2895806B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CB8AEA8-F5A0-3FEC-A5D6-08AE6AE2F1E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Table 5">
            <a:extLst>
              <a:ext uri="{FF2B5EF4-FFF2-40B4-BE49-F238E27FC236}">
                <a16:creationId xmlns:a16="http://schemas.microsoft.com/office/drawing/2014/main" id="{3A033C7C-F5F2-EBC0-258D-F39F90EF100E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23B14452-ADB6-74D7-D9F8-6F67C35D06EB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4A66211-EE27-B615-9DD4-3E05A9B9AEAA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" name="Table 5">
            <a:extLst>
              <a:ext uri="{FF2B5EF4-FFF2-40B4-BE49-F238E27FC236}">
                <a16:creationId xmlns:a16="http://schemas.microsoft.com/office/drawing/2014/main" id="{14008CC8-381E-CE35-651A-DBECDA00A901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5" name="TextBox 184">
            <a:extLst>
              <a:ext uri="{FF2B5EF4-FFF2-40B4-BE49-F238E27FC236}">
                <a16:creationId xmlns:a16="http://schemas.microsoft.com/office/drawing/2014/main" id="{238452E0-8794-274E-A73E-448FD337F48D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68577D1-42D9-DBF4-8B91-00A7E674091D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7" name="Table 5">
            <a:extLst>
              <a:ext uri="{FF2B5EF4-FFF2-40B4-BE49-F238E27FC236}">
                <a16:creationId xmlns:a16="http://schemas.microsoft.com/office/drawing/2014/main" id="{C369FA7E-0ABF-B59C-E59C-725B1464AC20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8" name="Oval 187">
            <a:extLst>
              <a:ext uri="{FF2B5EF4-FFF2-40B4-BE49-F238E27FC236}">
                <a16:creationId xmlns:a16="http://schemas.microsoft.com/office/drawing/2014/main" id="{8C9E76CD-BB2B-4DB9-3890-359442059B29}"/>
              </a:ext>
            </a:extLst>
          </p:cNvPr>
          <p:cNvSpPr/>
          <p:nvPr/>
        </p:nvSpPr>
        <p:spPr>
          <a:xfrm>
            <a:off x="9136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9" name="Table 5">
            <a:extLst>
              <a:ext uri="{FF2B5EF4-FFF2-40B4-BE49-F238E27FC236}">
                <a16:creationId xmlns:a16="http://schemas.microsoft.com/office/drawing/2014/main" id="{65D2AF31-7EDC-65C8-04ED-1AF725170BC4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0" name="Oval 189">
            <a:extLst>
              <a:ext uri="{FF2B5EF4-FFF2-40B4-BE49-F238E27FC236}">
                <a16:creationId xmlns:a16="http://schemas.microsoft.com/office/drawing/2014/main" id="{9E6D4EB0-8ABA-CE33-9791-CCD176060DB9}"/>
              </a:ext>
            </a:extLst>
          </p:cNvPr>
          <p:cNvSpPr/>
          <p:nvPr/>
        </p:nvSpPr>
        <p:spPr>
          <a:xfrm>
            <a:off x="28567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1" name="Table 5">
            <a:extLst>
              <a:ext uri="{FF2B5EF4-FFF2-40B4-BE49-F238E27FC236}">
                <a16:creationId xmlns:a16="http://schemas.microsoft.com/office/drawing/2014/main" id="{EA078137-84A8-7A37-A7F7-D76E1584AF3A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2" name="Oval 191">
            <a:extLst>
              <a:ext uri="{FF2B5EF4-FFF2-40B4-BE49-F238E27FC236}">
                <a16:creationId xmlns:a16="http://schemas.microsoft.com/office/drawing/2014/main" id="{0FD30D4C-686E-5E00-4EB1-F9404F3C7848}"/>
              </a:ext>
            </a:extLst>
          </p:cNvPr>
          <p:cNvSpPr/>
          <p:nvPr/>
        </p:nvSpPr>
        <p:spPr>
          <a:xfrm>
            <a:off x="49135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3" name="Table 5">
            <a:extLst>
              <a:ext uri="{FF2B5EF4-FFF2-40B4-BE49-F238E27FC236}">
                <a16:creationId xmlns:a16="http://schemas.microsoft.com/office/drawing/2014/main" id="{67435837-9495-0C84-3ECD-9CE803F71C2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4" name="Oval 193">
            <a:extLst>
              <a:ext uri="{FF2B5EF4-FFF2-40B4-BE49-F238E27FC236}">
                <a16:creationId xmlns:a16="http://schemas.microsoft.com/office/drawing/2014/main" id="{13146D88-12C2-C912-76EE-727B7AD66FBF}"/>
              </a:ext>
            </a:extLst>
          </p:cNvPr>
          <p:cNvSpPr/>
          <p:nvPr/>
        </p:nvSpPr>
        <p:spPr>
          <a:xfrm>
            <a:off x="6894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5" name="Table 5">
            <a:extLst>
              <a:ext uri="{FF2B5EF4-FFF2-40B4-BE49-F238E27FC236}">
                <a16:creationId xmlns:a16="http://schemas.microsoft.com/office/drawing/2014/main" id="{65711250-0002-3722-1702-D5B167FD4FD1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6" name="Oval 195">
            <a:extLst>
              <a:ext uri="{FF2B5EF4-FFF2-40B4-BE49-F238E27FC236}">
                <a16:creationId xmlns:a16="http://schemas.microsoft.com/office/drawing/2014/main" id="{4A87EC68-39D0-FEB8-64AD-8C2EE24FC14E}"/>
              </a:ext>
            </a:extLst>
          </p:cNvPr>
          <p:cNvSpPr/>
          <p:nvPr/>
        </p:nvSpPr>
        <p:spPr>
          <a:xfrm>
            <a:off x="8926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7" name="Table 5">
            <a:extLst>
              <a:ext uri="{FF2B5EF4-FFF2-40B4-BE49-F238E27FC236}">
                <a16:creationId xmlns:a16="http://schemas.microsoft.com/office/drawing/2014/main" id="{BEF0705C-E694-ADAA-8896-9F6AFCC0D69A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8" name="Oval 197">
            <a:extLst>
              <a:ext uri="{FF2B5EF4-FFF2-40B4-BE49-F238E27FC236}">
                <a16:creationId xmlns:a16="http://schemas.microsoft.com/office/drawing/2014/main" id="{C378FE2A-AB8B-3D2E-5A90-F5C1DD3C70E7}"/>
              </a:ext>
            </a:extLst>
          </p:cNvPr>
          <p:cNvSpPr/>
          <p:nvPr/>
        </p:nvSpPr>
        <p:spPr>
          <a:xfrm>
            <a:off x="76977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9" name="Table 5">
            <a:extLst>
              <a:ext uri="{FF2B5EF4-FFF2-40B4-BE49-F238E27FC236}">
                <a16:creationId xmlns:a16="http://schemas.microsoft.com/office/drawing/2014/main" id="{D425A215-6741-A334-4BA0-E0400141E92B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0" name="Oval 199">
            <a:extLst>
              <a:ext uri="{FF2B5EF4-FFF2-40B4-BE49-F238E27FC236}">
                <a16:creationId xmlns:a16="http://schemas.microsoft.com/office/drawing/2014/main" id="{0BEBC649-CF71-AAD3-9240-F2D2BDB7B112}"/>
              </a:ext>
            </a:extLst>
          </p:cNvPr>
          <p:cNvSpPr/>
          <p:nvPr/>
        </p:nvSpPr>
        <p:spPr>
          <a:xfrm>
            <a:off x="269763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1" name="Table 5">
            <a:extLst>
              <a:ext uri="{FF2B5EF4-FFF2-40B4-BE49-F238E27FC236}">
                <a16:creationId xmlns:a16="http://schemas.microsoft.com/office/drawing/2014/main" id="{715BF2A4-CA5A-A340-1CE8-F631B3879831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2" name="Oval 201">
            <a:extLst>
              <a:ext uri="{FF2B5EF4-FFF2-40B4-BE49-F238E27FC236}">
                <a16:creationId xmlns:a16="http://schemas.microsoft.com/office/drawing/2014/main" id="{62970D42-2F57-CA07-419B-23455D30768A}"/>
              </a:ext>
            </a:extLst>
          </p:cNvPr>
          <p:cNvSpPr/>
          <p:nvPr/>
        </p:nvSpPr>
        <p:spPr>
          <a:xfrm>
            <a:off x="8803745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3" name="Table 5">
            <a:extLst>
              <a:ext uri="{FF2B5EF4-FFF2-40B4-BE49-F238E27FC236}">
                <a16:creationId xmlns:a16="http://schemas.microsoft.com/office/drawing/2014/main" id="{483032AC-E5C4-F576-3B83-B95F2FE36B77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4" name="Oval 203">
            <a:extLst>
              <a:ext uri="{FF2B5EF4-FFF2-40B4-BE49-F238E27FC236}">
                <a16:creationId xmlns:a16="http://schemas.microsoft.com/office/drawing/2014/main" id="{DB9EE043-65E1-662E-D0E5-7680768E78E4}"/>
              </a:ext>
            </a:extLst>
          </p:cNvPr>
          <p:cNvSpPr/>
          <p:nvPr/>
        </p:nvSpPr>
        <p:spPr>
          <a:xfrm>
            <a:off x="658813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5" name="Table 5">
            <a:extLst>
              <a:ext uri="{FF2B5EF4-FFF2-40B4-BE49-F238E27FC236}">
                <a16:creationId xmlns:a16="http://schemas.microsoft.com/office/drawing/2014/main" id="{0BA50ACF-C388-88EA-8043-C79C74AEBA8A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6" name="Oval 205">
            <a:extLst>
              <a:ext uri="{FF2B5EF4-FFF2-40B4-BE49-F238E27FC236}">
                <a16:creationId xmlns:a16="http://schemas.microsoft.com/office/drawing/2014/main" id="{91AB263A-E445-7B75-85AE-421FFB004452}"/>
              </a:ext>
            </a:extLst>
          </p:cNvPr>
          <p:cNvSpPr/>
          <p:nvPr/>
        </p:nvSpPr>
        <p:spPr>
          <a:xfrm>
            <a:off x="6786223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7" name="Table 5">
            <a:extLst>
              <a:ext uri="{FF2B5EF4-FFF2-40B4-BE49-F238E27FC236}">
                <a16:creationId xmlns:a16="http://schemas.microsoft.com/office/drawing/2014/main" id="{7B49548E-C803-3F8C-F195-7FBA98738F6D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36633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8" name="Oval 207">
            <a:extLst>
              <a:ext uri="{FF2B5EF4-FFF2-40B4-BE49-F238E27FC236}">
                <a16:creationId xmlns:a16="http://schemas.microsoft.com/office/drawing/2014/main" id="{2171AAC9-587F-D70D-0781-59FA1124D56C}"/>
              </a:ext>
            </a:extLst>
          </p:cNvPr>
          <p:cNvSpPr/>
          <p:nvPr/>
        </p:nvSpPr>
        <p:spPr>
          <a:xfrm>
            <a:off x="4772465" y="203425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9" name="Table 5">
            <a:extLst>
              <a:ext uri="{FF2B5EF4-FFF2-40B4-BE49-F238E27FC236}">
                <a16:creationId xmlns:a16="http://schemas.microsoft.com/office/drawing/2014/main" id="{8511CA08-6CDD-5A6E-8E1D-CED34057A48B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0" name="Oval 209">
            <a:extLst>
              <a:ext uri="{FF2B5EF4-FFF2-40B4-BE49-F238E27FC236}">
                <a16:creationId xmlns:a16="http://schemas.microsoft.com/office/drawing/2014/main" id="{0B2082C2-6940-2BFC-128B-DA2C0426A628}"/>
              </a:ext>
            </a:extLst>
          </p:cNvPr>
          <p:cNvSpPr/>
          <p:nvPr/>
        </p:nvSpPr>
        <p:spPr>
          <a:xfrm>
            <a:off x="2606862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1" name="Table 5">
            <a:extLst>
              <a:ext uri="{FF2B5EF4-FFF2-40B4-BE49-F238E27FC236}">
                <a16:creationId xmlns:a16="http://schemas.microsoft.com/office/drawing/2014/main" id="{DCF57059-C938-F1A2-B113-9A39D96EDC94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2" name="Oval 211">
            <a:extLst>
              <a:ext uri="{FF2B5EF4-FFF2-40B4-BE49-F238E27FC236}">
                <a16:creationId xmlns:a16="http://schemas.microsoft.com/office/drawing/2014/main" id="{DA5C8D1E-5DD6-6B57-30B2-D232C09F301F}"/>
              </a:ext>
            </a:extLst>
          </p:cNvPr>
          <p:cNvSpPr/>
          <p:nvPr/>
        </p:nvSpPr>
        <p:spPr>
          <a:xfrm>
            <a:off x="4663677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3" name="Table 5">
            <a:extLst>
              <a:ext uri="{FF2B5EF4-FFF2-40B4-BE49-F238E27FC236}">
                <a16:creationId xmlns:a16="http://schemas.microsoft.com/office/drawing/2014/main" id="{D7C3F78D-2694-971C-2F0F-B5898F2D0E9F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4" name="Oval 213">
            <a:extLst>
              <a:ext uri="{FF2B5EF4-FFF2-40B4-BE49-F238E27FC236}">
                <a16:creationId xmlns:a16="http://schemas.microsoft.com/office/drawing/2014/main" id="{09F55021-0F07-53BE-3EEB-9666AE5989D9}"/>
              </a:ext>
            </a:extLst>
          </p:cNvPr>
          <p:cNvSpPr/>
          <p:nvPr/>
        </p:nvSpPr>
        <p:spPr>
          <a:xfrm>
            <a:off x="664487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5" name="Table 5">
            <a:extLst>
              <a:ext uri="{FF2B5EF4-FFF2-40B4-BE49-F238E27FC236}">
                <a16:creationId xmlns:a16="http://schemas.microsoft.com/office/drawing/2014/main" id="{0E8467DE-8562-6918-C1E1-F669E70C15AF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6" name="Oval 215">
            <a:extLst>
              <a:ext uri="{FF2B5EF4-FFF2-40B4-BE49-F238E27FC236}">
                <a16:creationId xmlns:a16="http://schemas.microsoft.com/office/drawing/2014/main" id="{6D929C44-DC86-CB4C-C695-93B179C19B6E}"/>
              </a:ext>
            </a:extLst>
          </p:cNvPr>
          <p:cNvSpPr/>
          <p:nvPr/>
        </p:nvSpPr>
        <p:spPr>
          <a:xfrm>
            <a:off x="867642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8AEC03BA-2790-2C8D-1F8A-862C12CD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68056"/>
              </p:ext>
            </p:extLst>
          </p:nvPr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6C34BCF9-7EDB-B259-B0B1-422A2622E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894437"/>
              </p:ext>
            </p:extLst>
          </p:nvPr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0DAAD75E-6CC4-6EB0-0990-44FADB5B4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618854"/>
              </p:ext>
            </p:extLst>
          </p:nvPr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D6221678-1D31-D168-CB2C-1E8D15B3F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692132"/>
              </p:ext>
            </p:extLst>
          </p:nvPr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9EB1A827-2DF1-27BA-6DA2-833EE7139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653672"/>
              </p:ext>
            </p:extLst>
          </p:nvPr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51037B0F-1FA2-B4BA-2A73-2FE83F3B1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10135"/>
              </p:ext>
            </p:extLst>
          </p:nvPr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2" name="Table 5">
            <a:extLst>
              <a:ext uri="{FF2B5EF4-FFF2-40B4-BE49-F238E27FC236}">
                <a16:creationId xmlns:a16="http://schemas.microsoft.com/office/drawing/2014/main" id="{03748425-F8FE-7F83-5380-16B5D13C6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2294"/>
              </p:ext>
            </p:extLst>
          </p:nvPr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8973F7A7-2F8F-0E01-B3C0-0A218CC81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420654"/>
              </p:ext>
            </p:extLst>
          </p:nvPr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6" name="Table 5">
            <a:extLst>
              <a:ext uri="{FF2B5EF4-FFF2-40B4-BE49-F238E27FC236}">
                <a16:creationId xmlns:a16="http://schemas.microsoft.com/office/drawing/2014/main" id="{A249CC30-547F-E0B1-0BFF-5F9913060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51392"/>
              </p:ext>
            </p:extLst>
          </p:nvPr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23B10174-316A-6346-2E6C-4A7084C20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36120"/>
              </p:ext>
            </p:extLst>
          </p:nvPr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0" name="Table 5">
            <a:extLst>
              <a:ext uri="{FF2B5EF4-FFF2-40B4-BE49-F238E27FC236}">
                <a16:creationId xmlns:a16="http://schemas.microsoft.com/office/drawing/2014/main" id="{7B6BD429-E820-DB10-B4E0-9CB51FD94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140818"/>
              </p:ext>
            </p:extLst>
          </p:nvPr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3B03A4F8-028E-2458-02ED-01329BFE7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24989"/>
              </p:ext>
            </p:extLst>
          </p:nvPr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6E1048DD-6A58-E099-89CA-1B094379A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67955"/>
              </p:ext>
            </p:extLst>
          </p:nvPr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6" name="Table 5">
            <a:extLst>
              <a:ext uri="{FF2B5EF4-FFF2-40B4-BE49-F238E27FC236}">
                <a16:creationId xmlns:a16="http://schemas.microsoft.com/office/drawing/2014/main" id="{AC84E3E3-4015-A9BA-A745-39BCD2F47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962738"/>
              </p:ext>
            </p:extLst>
          </p:nvPr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C6959D9D-D17E-D8B8-DCE4-B957D8735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84937"/>
              </p:ext>
            </p:extLst>
          </p:nvPr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79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0" y="7620"/>
            <a:ext cx="988255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96F45DF-7CF7-4DF7-B283-C5906DF0A6C5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2C6F2C-5F73-4DF0-AB60-0A3A0ADF50A0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03EA108A-CC8F-4F6F-9173-00D70665AB92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7F5F247-EF76-423C-8908-5E8CD32165F8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535105-06C9-4793-A040-FAABACDBFD8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ECED3364-B4EA-41C3-AC09-ED5DFF678927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B43B9F84-DD4E-41E9-BF0E-C804DB4AB107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8F0183-E278-4C22-AC9E-B068540E8AE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65CFC43D-E24E-4092-BCD7-E56B824FE1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50DEBD3-CB44-4388-BC95-5D0B86B3AB51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FFD545C-51B7-4B16-BD53-91445EF6D9EC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5BBE3269-FEBB-4856-8A51-A9B297E92283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2DC47A6-016E-4228-BA6A-808651E498E8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4A49337-F03B-41BE-845D-8110F4737B61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FDC08DDC-07A3-4690-9C48-1A1D07AE49D8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ACC47065-ED4E-4EDD-BF91-F77533D56EEA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EA775A-A30A-49D4-9B2B-AFA7CA7316DA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" name="Table 5">
            <a:extLst>
              <a:ext uri="{FF2B5EF4-FFF2-40B4-BE49-F238E27FC236}">
                <a16:creationId xmlns:a16="http://schemas.microsoft.com/office/drawing/2014/main" id="{B68C734E-6B25-4C78-91D3-6072663CA4D6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D631B449-CAC6-41FC-ACB6-D28692CE2BD3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2788B61-56EA-4187-A681-3A1F9DF7BF9F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" name="Table 5">
            <a:extLst>
              <a:ext uri="{FF2B5EF4-FFF2-40B4-BE49-F238E27FC236}">
                <a16:creationId xmlns:a16="http://schemas.microsoft.com/office/drawing/2014/main" id="{068FE18D-9C25-4EF0-AB67-5F20D4D21A98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2394A9A5-F766-413D-B27F-329B25C21E99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9A3C168-5254-4B4A-A65C-92D3BC3BDAE0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" name="Table 5">
            <a:extLst>
              <a:ext uri="{FF2B5EF4-FFF2-40B4-BE49-F238E27FC236}">
                <a16:creationId xmlns:a16="http://schemas.microsoft.com/office/drawing/2014/main" id="{B94D65C3-A2CF-4753-A43D-22A3CAC7D4EE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F528179D-D42F-4061-8D10-35AD06515766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226D68F-266D-43AA-AB2B-BA61D1702E56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2" name="Table 5">
            <a:extLst>
              <a:ext uri="{FF2B5EF4-FFF2-40B4-BE49-F238E27FC236}">
                <a16:creationId xmlns:a16="http://schemas.microsoft.com/office/drawing/2014/main" id="{851E542C-B2BF-49FA-8562-EB034EA5622A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F24C0B55-3CD4-4802-B8B5-2D5454A5EAE1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FC434C3-D21D-426C-A5C3-43A29CE3FF9D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6" name="Table 5">
            <a:extLst>
              <a:ext uri="{FF2B5EF4-FFF2-40B4-BE49-F238E27FC236}">
                <a16:creationId xmlns:a16="http://schemas.microsoft.com/office/drawing/2014/main" id="{C5210B38-4DE1-4D61-8B26-270CADEF3726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156E0388-A0FD-48B9-A166-A34F8FEB3F3B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F8C04A3-0263-4E4F-A1BE-3FC7C0F71E5F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0" name="Table 5">
            <a:extLst>
              <a:ext uri="{FF2B5EF4-FFF2-40B4-BE49-F238E27FC236}">
                <a16:creationId xmlns:a16="http://schemas.microsoft.com/office/drawing/2014/main" id="{0E1EFAEE-EC1F-47F5-B89A-552869C1CEB6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8785B667-9A30-4860-894C-E1FF5B756D8F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BC29309-628E-40B0-B016-B4B169A8BA57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BE4FAB7D-0CF0-4977-8413-8563DD176FF2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7635C5EA-73D8-44B9-B679-0F79F63B0057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2392329-7FFB-46C4-8C6C-9C17475B4729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8" name="Table 5">
            <a:extLst>
              <a:ext uri="{FF2B5EF4-FFF2-40B4-BE49-F238E27FC236}">
                <a16:creationId xmlns:a16="http://schemas.microsoft.com/office/drawing/2014/main" id="{6DBF1FC9-AE90-4C80-A9DD-E9F46C8052D3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AE81D4AB-A9AD-4919-9EE7-A7A9D2057EA4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D343220-825C-456E-B6AB-CC7E7D1A515A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" name="Table 5">
            <a:extLst>
              <a:ext uri="{FF2B5EF4-FFF2-40B4-BE49-F238E27FC236}">
                <a16:creationId xmlns:a16="http://schemas.microsoft.com/office/drawing/2014/main" id="{BA5C988D-EBCF-43B1-AA73-C3080E1D5C1D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FFF15963-30A3-485F-AA41-7A50DE41F94F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27D41A1-23F5-49ED-BC86-4E0A0E100B1D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6" name="Table 5">
            <a:extLst>
              <a:ext uri="{FF2B5EF4-FFF2-40B4-BE49-F238E27FC236}">
                <a16:creationId xmlns:a16="http://schemas.microsoft.com/office/drawing/2014/main" id="{4A3B07BC-20D4-42CE-8B76-D725D6C34419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82B887C4-5CDD-4140-8792-968DF0578D84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AEFD750-BEE4-45D5-8F5E-C2404B07F06E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0" name="Table 5">
            <a:extLst>
              <a:ext uri="{FF2B5EF4-FFF2-40B4-BE49-F238E27FC236}">
                <a16:creationId xmlns:a16="http://schemas.microsoft.com/office/drawing/2014/main" id="{37728148-13F8-409F-8EA4-B4D6E7E83D6A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1" name="TextBox 110">
            <a:extLst>
              <a:ext uri="{FF2B5EF4-FFF2-40B4-BE49-F238E27FC236}">
                <a16:creationId xmlns:a16="http://schemas.microsoft.com/office/drawing/2014/main" id="{7A342BB2-8DA5-4C87-ABC4-85C20B4B0C13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4F90741-287C-459C-ACFE-A62D344D0F88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0AF71EFB-1AC6-4A9B-9D2F-631F9E329269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2D4BE261-7927-4D20-BB74-FBF5AC34AF53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773BCBB-A6B4-4D00-882E-1353E5D2248A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le 5">
            <a:extLst>
              <a:ext uri="{FF2B5EF4-FFF2-40B4-BE49-F238E27FC236}">
                <a16:creationId xmlns:a16="http://schemas.microsoft.com/office/drawing/2014/main" id="{2FF682FE-6417-4E08-8C36-4964F9BDC0E8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4A4881A8-54A0-46FC-A60F-141FF625E2E3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5423624-5E89-4AA4-BE78-D6035610880B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2" name="Table 5">
            <a:extLst>
              <a:ext uri="{FF2B5EF4-FFF2-40B4-BE49-F238E27FC236}">
                <a16:creationId xmlns:a16="http://schemas.microsoft.com/office/drawing/2014/main" id="{0C5D001E-7E59-4F4E-B778-073BA6FED3AE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3" name="TextBox 122">
            <a:extLst>
              <a:ext uri="{FF2B5EF4-FFF2-40B4-BE49-F238E27FC236}">
                <a16:creationId xmlns:a16="http://schemas.microsoft.com/office/drawing/2014/main" id="{96A38F8C-D9EF-4F3A-A4D1-D57AF917B968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3595EE1-F60C-4E1A-BEFB-FFD74D356C93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6" name="Table 5">
            <a:extLst>
              <a:ext uri="{FF2B5EF4-FFF2-40B4-BE49-F238E27FC236}">
                <a16:creationId xmlns:a16="http://schemas.microsoft.com/office/drawing/2014/main" id="{DFDFDE48-9BFD-41A6-9C49-4CBD98100E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399275F3-8156-4180-A06A-5082056546BA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CC9EBD6-53AF-4E0B-B959-393FF2BD45CE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0" name="Table 5">
            <a:extLst>
              <a:ext uri="{FF2B5EF4-FFF2-40B4-BE49-F238E27FC236}">
                <a16:creationId xmlns:a16="http://schemas.microsoft.com/office/drawing/2014/main" id="{0519FCFA-4CCC-49EF-AFA3-FC322AD33C43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1" name="TextBox 130">
            <a:extLst>
              <a:ext uri="{FF2B5EF4-FFF2-40B4-BE49-F238E27FC236}">
                <a16:creationId xmlns:a16="http://schemas.microsoft.com/office/drawing/2014/main" id="{87D073A7-D533-4D81-B61B-DD8D591CB3FD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D03AA50-A21E-4338-BAF6-FC8C2C963F73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4" name="Table 5">
            <a:extLst>
              <a:ext uri="{FF2B5EF4-FFF2-40B4-BE49-F238E27FC236}">
                <a16:creationId xmlns:a16="http://schemas.microsoft.com/office/drawing/2014/main" id="{12D94CAB-B139-409F-858E-75E3815270FE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B5782DD7-8444-40FA-84A4-E9CD881BFCFA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8DE3C698-FA90-40E6-A547-A7E29C177DFF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8" name="Table 5">
            <a:extLst>
              <a:ext uri="{FF2B5EF4-FFF2-40B4-BE49-F238E27FC236}">
                <a16:creationId xmlns:a16="http://schemas.microsoft.com/office/drawing/2014/main" id="{09217C36-9FAD-49F4-BD27-C42CBDD56986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9" name="TextBox 138">
            <a:extLst>
              <a:ext uri="{FF2B5EF4-FFF2-40B4-BE49-F238E27FC236}">
                <a16:creationId xmlns:a16="http://schemas.microsoft.com/office/drawing/2014/main" id="{3C2BFFF2-FD3A-4D86-BA9B-39A3F6164ACD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959FD6FB-2953-4315-8E16-84656A384124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2" name="Table 5">
            <a:extLst>
              <a:ext uri="{FF2B5EF4-FFF2-40B4-BE49-F238E27FC236}">
                <a16:creationId xmlns:a16="http://schemas.microsoft.com/office/drawing/2014/main" id="{93FA133D-D191-4EAC-BCE4-D7F06E3A8BA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ACD803B4-64B1-4B50-89C2-4A385E649759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2F7B1B0-F6E4-49AA-AF43-71E9756FEDDC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6" name="Table 5">
            <a:extLst>
              <a:ext uri="{FF2B5EF4-FFF2-40B4-BE49-F238E27FC236}">
                <a16:creationId xmlns:a16="http://schemas.microsoft.com/office/drawing/2014/main" id="{8E219219-7C28-4A6A-A250-DCD20BC5EB39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7" name="TextBox 146">
            <a:extLst>
              <a:ext uri="{FF2B5EF4-FFF2-40B4-BE49-F238E27FC236}">
                <a16:creationId xmlns:a16="http://schemas.microsoft.com/office/drawing/2014/main" id="{B13A6D25-1AF5-418A-8129-0B216E3AE0AC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44379E3-65DE-4DF9-8B69-014BA0AFB83C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0" name="Table 5">
            <a:extLst>
              <a:ext uri="{FF2B5EF4-FFF2-40B4-BE49-F238E27FC236}">
                <a16:creationId xmlns:a16="http://schemas.microsoft.com/office/drawing/2014/main" id="{C97653AF-37DD-48E7-B15A-C952EDCAAA8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1" name="TextBox 150">
            <a:extLst>
              <a:ext uri="{FF2B5EF4-FFF2-40B4-BE49-F238E27FC236}">
                <a16:creationId xmlns:a16="http://schemas.microsoft.com/office/drawing/2014/main" id="{8E95674D-C235-420C-9D01-7FE5DDF9F06D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F93D6C7-0C5A-4C08-9F5E-CC999948D7AD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4" name="Table 5">
            <a:extLst>
              <a:ext uri="{FF2B5EF4-FFF2-40B4-BE49-F238E27FC236}">
                <a16:creationId xmlns:a16="http://schemas.microsoft.com/office/drawing/2014/main" id="{D2154565-41D5-4756-AF7E-2EB94A9E307F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5" name="TextBox 154">
            <a:extLst>
              <a:ext uri="{FF2B5EF4-FFF2-40B4-BE49-F238E27FC236}">
                <a16:creationId xmlns:a16="http://schemas.microsoft.com/office/drawing/2014/main" id="{FDD45736-01BE-4C5D-B413-3A8E71913065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07AEED0-2F52-409B-8B0C-0C395C70A8F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Table 5">
            <a:extLst>
              <a:ext uri="{FF2B5EF4-FFF2-40B4-BE49-F238E27FC236}">
                <a16:creationId xmlns:a16="http://schemas.microsoft.com/office/drawing/2014/main" id="{7446F54A-32AA-460D-9501-810746F105CD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7" name="TextBox 166">
            <a:extLst>
              <a:ext uri="{FF2B5EF4-FFF2-40B4-BE49-F238E27FC236}">
                <a16:creationId xmlns:a16="http://schemas.microsoft.com/office/drawing/2014/main" id="{07EF5AD0-880D-4F7D-865E-4ED52DED58B1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4968F45-C33B-4C26-A44B-4976AC4C3AD7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0" name="Table 5">
            <a:extLst>
              <a:ext uri="{FF2B5EF4-FFF2-40B4-BE49-F238E27FC236}">
                <a16:creationId xmlns:a16="http://schemas.microsoft.com/office/drawing/2014/main" id="{2F4598D1-DEE4-436E-A054-D854CDE162FC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1" name="TextBox 170">
            <a:extLst>
              <a:ext uri="{FF2B5EF4-FFF2-40B4-BE49-F238E27FC236}">
                <a16:creationId xmlns:a16="http://schemas.microsoft.com/office/drawing/2014/main" id="{2AD7D463-6683-43CB-A670-BD458FC70211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0ABB5025-5BCC-4A14-AEEF-05DDBC087709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73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63FE7C-584A-7F96-8D86-2307EB05F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0913" y="1036486"/>
            <a:ext cx="6829727" cy="47878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7253D-970C-6FE7-3338-D776476F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7187" y="1020914"/>
            <a:ext cx="6829727" cy="478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5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AF47DE-4201-BEE0-A136-3868EDC0C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84623" cy="3388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E171A0-89B8-239B-5383-C451FC70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379" y="9697"/>
            <a:ext cx="4884623" cy="33888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304035-5877-164F-8EF2-F8CE4E86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9178"/>
            <a:ext cx="4884623" cy="3388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C61E15-EDDD-17AE-7FD7-7E666BD3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379" y="3478875"/>
            <a:ext cx="4884623" cy="33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8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10902</TotalTime>
  <Words>1010</Words>
  <Application>Microsoft Office PowerPoint</Application>
  <PresentationFormat>A4 Paper (210x297 mm)</PresentationFormat>
  <Paragraphs>417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Arial</vt:lpstr>
      <vt:lpstr>Cambria Math</vt:lpstr>
      <vt:lpstr>Eras Bold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2024-09-23T05:42:23Z</cp:lastPrinted>
  <dcterms:created xsi:type="dcterms:W3CDTF">2017-01-17T16:57:04Z</dcterms:created>
  <dcterms:modified xsi:type="dcterms:W3CDTF">2024-09-23T05:43:52Z</dcterms:modified>
</cp:coreProperties>
</file>