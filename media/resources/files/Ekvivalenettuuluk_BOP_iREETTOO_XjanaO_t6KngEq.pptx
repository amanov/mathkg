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ambria Math" panose="02040503050406030204" pitchFamily="18" charset="0"/>
      <p:regular r:id="rId9"/>
    </p:embeddedFont>
    <p:embeddedFont>
      <p:font typeface="Comic Sans MS" panose="030F0702030302020204" pitchFamily="66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катма иш баракт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39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38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2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Бөлчөктөрдү, ондуктарды жана пайыздарды иреттөө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2458215" y="2032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-260691" y="1166888"/>
            <a:ext cx="60290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200" b="1" dirty="0">
                <a:latin typeface="Comic Sans MS" panose="030F0702030302020204" pitchFamily="66" charset="0"/>
              </a:rPr>
              <a:t>Бөлчөктөрдү, ондуктарды </a:t>
            </a:r>
          </a:p>
          <a:p>
            <a:pPr algn="ctr"/>
            <a:r>
              <a:rPr lang="ky-KG" sz="3200" b="1" dirty="0">
                <a:latin typeface="Comic Sans MS" panose="030F0702030302020204" pitchFamily="66" charset="0"/>
              </a:rPr>
              <a:t>жана пайыздарды иреттөө</a:t>
            </a:r>
            <a:endParaRPr lang="en-GB" sz="32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21B97-007E-4D67-AEA7-FC5C7B3D6DA2}"/>
              </a:ext>
            </a:extLst>
          </p:cNvPr>
          <p:cNvSpPr txBox="1"/>
          <p:nvPr/>
        </p:nvSpPr>
        <p:spPr>
          <a:xfrm>
            <a:off x="5544875" y="1166888"/>
            <a:ext cx="44230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latin typeface="Comic Sans MS" panose="030F0702030302020204" pitchFamily="66" charset="0"/>
              </a:rPr>
              <a:t>Сандардын ар бир топтомун </a:t>
            </a:r>
          </a:p>
          <a:p>
            <a:pPr algn="ctr"/>
            <a:r>
              <a:rPr lang="ru-RU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өсүү  тартибине </a:t>
            </a:r>
            <a:r>
              <a:rPr lang="ru-RU" sz="2400" dirty="0">
                <a:latin typeface="Comic Sans MS" panose="030F0702030302020204" pitchFamily="66" charset="0"/>
              </a:rPr>
              <a:t>ирээтте.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2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6423BEA-9129-4E5A-AFF1-CC947DFA504B}"/>
                  </a:ext>
                </a:extLst>
              </p:cNvPr>
              <p:cNvSpPr txBox="1"/>
              <p:nvPr/>
            </p:nvSpPr>
            <p:spPr>
              <a:xfrm>
                <a:off x="3802673" y="1028701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6423BEA-9129-4E5A-AFF1-CC947DFA5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673" y="1028701"/>
                <a:ext cx="320601" cy="9251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97E4FF1-6D51-4E96-AFBE-2F2218F728BB}"/>
                  </a:ext>
                </a:extLst>
              </p:cNvPr>
              <p:cNvSpPr txBox="1"/>
              <p:nvPr/>
            </p:nvSpPr>
            <p:spPr>
              <a:xfrm>
                <a:off x="4734660" y="22860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97E4FF1-6D51-4E96-AFBE-2F2218F72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60" y="228600"/>
                <a:ext cx="91371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890A770-D181-4808-97B5-D1F444456393}"/>
                  </a:ext>
                </a:extLst>
              </p:cNvPr>
              <p:cNvSpPr txBox="1"/>
              <p:nvPr/>
            </p:nvSpPr>
            <p:spPr>
              <a:xfrm>
                <a:off x="5490797" y="1011115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5.5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890A770-D181-4808-97B5-D1F444456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97" y="1011115"/>
                <a:ext cx="63318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EF8BEB5-12D0-4D8B-BDC1-7199A57302D4}"/>
                  </a:ext>
                </a:extLst>
              </p:cNvPr>
              <p:cNvSpPr txBox="1"/>
              <p:nvPr/>
            </p:nvSpPr>
            <p:spPr>
              <a:xfrm>
                <a:off x="631583" y="3273670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EF8BEB5-12D0-4D8B-BDC1-7199A5730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83" y="3273670"/>
                <a:ext cx="320601" cy="925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C66B944-E410-4390-902C-A8F158C54C0B}"/>
                  </a:ext>
                </a:extLst>
              </p:cNvPr>
              <p:cNvSpPr txBox="1"/>
              <p:nvPr/>
            </p:nvSpPr>
            <p:spPr>
              <a:xfrm>
                <a:off x="1185499" y="270217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50%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C66B944-E410-4390-902C-A8F158C54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99" y="2702170"/>
                <a:ext cx="913712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DC71247-F8B1-4C2C-9C1B-1DE3B811B10D}"/>
                  </a:ext>
                </a:extLst>
              </p:cNvPr>
              <p:cNvSpPr txBox="1"/>
              <p:nvPr/>
            </p:nvSpPr>
            <p:spPr>
              <a:xfrm>
                <a:off x="1514508" y="3610673"/>
                <a:ext cx="8608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DC71247-F8B1-4C2C-9C1B-1DE3B811B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508" y="3610673"/>
                <a:ext cx="86081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415D21F-B30F-4418-BC2A-5696376B338C}"/>
                  </a:ext>
                </a:extLst>
              </p:cNvPr>
              <p:cNvSpPr txBox="1"/>
              <p:nvPr/>
            </p:nvSpPr>
            <p:spPr>
              <a:xfrm>
                <a:off x="7990743" y="2623039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415D21F-B30F-4418-BC2A-5696376B3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743" y="2623039"/>
                <a:ext cx="548227" cy="9219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DA68E8E-4E8C-439F-B5A3-DC4B04AA202A}"/>
                  </a:ext>
                </a:extLst>
              </p:cNvPr>
              <p:cNvSpPr txBox="1"/>
              <p:nvPr/>
            </p:nvSpPr>
            <p:spPr>
              <a:xfrm>
                <a:off x="7049966" y="3423138"/>
                <a:ext cx="68608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8%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DA68E8E-4E8C-439F-B5A3-DC4B04AA2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966" y="3423138"/>
                <a:ext cx="686085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EB5ED76-EF75-4811-A784-AD1E51A6C85E}"/>
                  </a:ext>
                </a:extLst>
              </p:cNvPr>
              <p:cNvSpPr txBox="1"/>
              <p:nvPr/>
            </p:nvSpPr>
            <p:spPr>
              <a:xfrm>
                <a:off x="8975483" y="3871545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EB5ED76-EF75-4811-A784-AD1E51A6C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483" y="3871545"/>
                <a:ext cx="63318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1265524-80E3-4555-A39F-57A0AB352162}"/>
                  </a:ext>
                </a:extLst>
              </p:cNvPr>
              <p:cNvSpPr txBox="1"/>
              <p:nvPr/>
            </p:nvSpPr>
            <p:spPr>
              <a:xfrm>
                <a:off x="5373566" y="5694486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1265524-80E3-4555-A39F-57A0AB352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566" y="5694486"/>
                <a:ext cx="320601" cy="92519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A4137B1-FCFC-4666-9279-340125612552}"/>
                  </a:ext>
                </a:extLst>
              </p:cNvPr>
              <p:cNvSpPr txBox="1"/>
              <p:nvPr/>
            </p:nvSpPr>
            <p:spPr>
              <a:xfrm>
                <a:off x="3817329" y="5747239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74%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A4137B1-FCFC-4666-9279-340125612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329" y="5747239"/>
                <a:ext cx="913712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D018832-DC89-4402-93A6-BCBBC2CEA4AF}"/>
                  </a:ext>
                </a:extLst>
              </p:cNvPr>
              <p:cNvSpPr txBox="1"/>
              <p:nvPr/>
            </p:nvSpPr>
            <p:spPr>
              <a:xfrm>
                <a:off x="4646666" y="5034694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D018832-DC89-4402-93A6-BCBBC2CEA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666" y="5034694"/>
                <a:ext cx="633187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F3A5E77-B779-4976-92A6-66E6C34DF7B4}"/>
                  </a:ext>
                </a:extLst>
              </p:cNvPr>
              <p:cNvSpPr txBox="1"/>
              <p:nvPr/>
            </p:nvSpPr>
            <p:spPr>
              <a:xfrm>
                <a:off x="2193682" y="5732586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F3A5E77-B779-4976-92A6-66E6C34DF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682" y="5732586"/>
                <a:ext cx="548227" cy="9251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CE47122-D7A1-4F45-ACF7-B5F0B9BB1855}"/>
                  </a:ext>
                </a:extLst>
              </p:cNvPr>
              <p:cNvSpPr txBox="1"/>
              <p:nvPr/>
            </p:nvSpPr>
            <p:spPr>
              <a:xfrm>
                <a:off x="1024306" y="4906107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CE47122-D7A1-4F45-ACF7-B5F0B9BB1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06" y="4906107"/>
                <a:ext cx="913712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A0CE850-5AA4-4A8B-AF94-CB990BDE4F14}"/>
                  </a:ext>
                </a:extLst>
              </p:cNvPr>
              <p:cNvSpPr txBox="1"/>
              <p:nvPr/>
            </p:nvSpPr>
            <p:spPr>
              <a:xfrm>
                <a:off x="1041891" y="5591908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A0CE850-5AA4-4A8B-AF94-CB990BDE4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91" y="5591908"/>
                <a:ext cx="860812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CF49ECF-4A53-4C1E-B8C6-CA162F3F92B8}"/>
                  </a:ext>
                </a:extLst>
              </p:cNvPr>
              <p:cNvSpPr txBox="1"/>
              <p:nvPr/>
            </p:nvSpPr>
            <p:spPr>
              <a:xfrm>
                <a:off x="2053005" y="1116623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CF49ECF-4A53-4C1E-B8C6-CA162F3F9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005" y="1116623"/>
                <a:ext cx="548227" cy="92519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D20F85-E427-4D0C-BE9E-52C383A6981F}"/>
                  </a:ext>
                </a:extLst>
              </p:cNvPr>
              <p:cNvSpPr txBox="1"/>
              <p:nvPr/>
            </p:nvSpPr>
            <p:spPr>
              <a:xfrm>
                <a:off x="400053" y="1547445"/>
                <a:ext cx="10884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0.901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D20F85-E427-4D0C-BE9E-52C383A69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3" y="1547445"/>
                <a:ext cx="1088439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5A7875-8B2F-4A4E-B540-E0139CD8EB40}"/>
                  </a:ext>
                </a:extLst>
              </p:cNvPr>
              <p:cNvSpPr txBox="1"/>
              <p:nvPr/>
            </p:nvSpPr>
            <p:spPr>
              <a:xfrm>
                <a:off x="1481508" y="29893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92%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5A7875-8B2F-4A4E-B540-E0139CD8E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508" y="298938"/>
                <a:ext cx="913712" cy="49244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9984C23-9DD5-46B2-B9AD-AC27173C5B0E}"/>
                  </a:ext>
                </a:extLst>
              </p:cNvPr>
              <p:cNvSpPr txBox="1"/>
              <p:nvPr/>
            </p:nvSpPr>
            <p:spPr>
              <a:xfrm>
                <a:off x="8163660" y="26376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9984C23-9DD5-46B2-B9AD-AC27173C5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660" y="26376"/>
                <a:ext cx="320601" cy="92519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750C7CA-3833-4A5B-97E6-268DCA5A8FFC}"/>
                  </a:ext>
                </a:extLst>
              </p:cNvPr>
              <p:cNvSpPr txBox="1"/>
              <p:nvPr/>
            </p:nvSpPr>
            <p:spPr>
              <a:xfrm>
                <a:off x="7433244" y="1696914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0.63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750C7CA-3833-4A5B-97E6-268DCA5A8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244" y="1696914"/>
                <a:ext cx="860812" cy="4924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909F735A-1C6A-47AB-A447-47AA04BF6628}"/>
                  </a:ext>
                </a:extLst>
              </p:cNvPr>
              <p:cNvSpPr txBox="1"/>
              <p:nvPr/>
            </p:nvSpPr>
            <p:spPr>
              <a:xfrm>
                <a:off x="6802208" y="1070736"/>
                <a:ext cx="12262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36.4%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909F735A-1C6A-47AB-A447-47AA04BF6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208" y="1070736"/>
                <a:ext cx="1226298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C6A22C3-27C0-4D4F-B7FF-1DCB6B60C4E0}"/>
                  </a:ext>
                </a:extLst>
              </p:cNvPr>
              <p:cNvSpPr txBox="1"/>
              <p:nvPr/>
            </p:nvSpPr>
            <p:spPr>
              <a:xfrm>
                <a:off x="9122021" y="574137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C6A22C3-27C0-4D4F-B7FF-1DCB6B60C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021" y="5741377"/>
                <a:ext cx="548227" cy="92519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69AA9BD-60D9-492E-B7B5-C83F122F2521}"/>
                  </a:ext>
                </a:extLst>
              </p:cNvPr>
              <p:cNvSpPr txBox="1"/>
              <p:nvPr/>
            </p:nvSpPr>
            <p:spPr>
              <a:xfrm>
                <a:off x="7170129" y="5328139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69AA9BD-60D9-492E-B7B5-C83F122F2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129" y="5328139"/>
                <a:ext cx="913712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9838729-65CB-4D5E-90A7-A9665C520F1E}"/>
                  </a:ext>
                </a:extLst>
              </p:cNvPr>
              <p:cNvSpPr txBox="1"/>
              <p:nvPr/>
            </p:nvSpPr>
            <p:spPr>
              <a:xfrm>
                <a:off x="6853607" y="6101860"/>
                <a:ext cx="8608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9838729-65CB-4D5E-90A7-A9665C52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607" y="6101860"/>
                <a:ext cx="860813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41AA23D-5725-43EF-821F-249011F84B4F}"/>
                  </a:ext>
                </a:extLst>
              </p:cNvPr>
              <p:cNvSpPr txBox="1"/>
              <p:nvPr/>
            </p:nvSpPr>
            <p:spPr>
              <a:xfrm>
                <a:off x="3568214" y="2904391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41AA23D-5725-43EF-821F-249011F84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214" y="2904391"/>
                <a:ext cx="320601" cy="92519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411AE7CF-A0BE-4D8D-85F9-932840A66DFC}"/>
                  </a:ext>
                </a:extLst>
              </p:cNvPr>
              <p:cNvSpPr txBox="1"/>
              <p:nvPr/>
            </p:nvSpPr>
            <p:spPr>
              <a:xfrm>
                <a:off x="3752853" y="3950677"/>
                <a:ext cx="12262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12.1%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411AE7CF-A0BE-4D8D-85F9-932840A66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853" y="3950677"/>
                <a:ext cx="1226298" cy="4924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30807CB-02F9-4D77-8BB5-BF6AA7708FAC}"/>
                  </a:ext>
                </a:extLst>
              </p:cNvPr>
              <p:cNvSpPr txBox="1"/>
              <p:nvPr/>
            </p:nvSpPr>
            <p:spPr>
              <a:xfrm>
                <a:off x="5229961" y="2992315"/>
                <a:ext cx="10884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0.102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30807CB-02F9-4D77-8BB5-BF6AA7708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61" y="2992315"/>
                <a:ext cx="1088439" cy="4924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914338A-320C-4DD0-BF24-FF282DB3DB37}"/>
                  </a:ext>
                </a:extLst>
              </p:cNvPr>
              <p:cNvSpPr txBox="1"/>
              <p:nvPr/>
            </p:nvSpPr>
            <p:spPr>
              <a:xfrm>
                <a:off x="5380114" y="3688868"/>
                <a:ext cx="9986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1.9%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914338A-320C-4DD0-BF24-FF282DB3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114" y="3688868"/>
                <a:ext cx="998670" cy="49244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132F4EF-4664-441B-8E8A-5AABB05F8B4C}"/>
                  </a:ext>
                </a:extLst>
              </p:cNvPr>
              <p:cNvSpPr txBox="1"/>
              <p:nvPr/>
            </p:nvSpPr>
            <p:spPr>
              <a:xfrm>
                <a:off x="4385898" y="2447192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132F4EF-4664-441B-8E8A-5AABB05F8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898" y="2447192"/>
                <a:ext cx="548227" cy="92519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B64032A-DB4E-4C21-BC2C-09D91CB68591}"/>
                  </a:ext>
                </a:extLst>
              </p:cNvPr>
              <p:cNvSpPr txBox="1"/>
              <p:nvPr/>
            </p:nvSpPr>
            <p:spPr>
              <a:xfrm>
                <a:off x="4614496" y="882162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B64032A-DB4E-4C21-BC2C-09D91CB68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96" y="882162"/>
                <a:ext cx="320601" cy="92519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C9C2C52-D485-46E7-9B16-0F4960A76DD9}"/>
                  </a:ext>
                </a:extLst>
              </p:cNvPr>
              <p:cNvSpPr txBox="1"/>
              <p:nvPr/>
            </p:nvSpPr>
            <p:spPr>
              <a:xfrm>
                <a:off x="8421567" y="4917832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C9C2C52-D485-46E7-9B16-0F4960A76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567" y="4917832"/>
                <a:ext cx="548227" cy="92519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803F8C7-9396-486D-ABD8-2F0EB3D781CB}"/>
                  </a:ext>
                </a:extLst>
              </p:cNvPr>
              <p:cNvSpPr txBox="1"/>
              <p:nvPr/>
            </p:nvSpPr>
            <p:spPr>
              <a:xfrm>
                <a:off x="215412" y="5723792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803F8C7-9396-486D-ABD8-2F0EB3D78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2" y="5723792"/>
                <a:ext cx="548227" cy="92519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6B9ABD7-EA0E-4878-B3EE-1E3B3AA44ECF}"/>
                  </a:ext>
                </a:extLst>
              </p:cNvPr>
              <p:cNvSpPr txBox="1"/>
              <p:nvPr/>
            </p:nvSpPr>
            <p:spPr>
              <a:xfrm>
                <a:off x="860181" y="266700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6B9ABD7-EA0E-4878-B3EE-1E3B3AA4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81" y="266700"/>
                <a:ext cx="320601" cy="92519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57598AE-5D4E-423E-8D4B-8887A4B4BCEA}"/>
                  </a:ext>
                </a:extLst>
              </p:cNvPr>
              <p:cNvSpPr txBox="1"/>
              <p:nvPr/>
            </p:nvSpPr>
            <p:spPr>
              <a:xfrm>
                <a:off x="8764467" y="1005253"/>
                <a:ext cx="775853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57598AE-5D4E-423E-8D4B-8887A4B4B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467" y="1005253"/>
                <a:ext cx="775853" cy="92519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FEC283-F62F-4F5E-97B0-E717F46F1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73" y="0"/>
            <a:ext cx="9327054" cy="64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D4F1BD-B0FC-4DC5-AD58-2C21BBFC0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35810" cy="3354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94B224-CE38-4C3B-B97E-6D8603E66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671" y="0"/>
            <a:ext cx="4835810" cy="33549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65227B-ABF8-4E89-8FD9-795B63E5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505200"/>
            <a:ext cx="4835810" cy="3354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8DEF0-6EA9-4550-9003-99FA4F5B1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671" y="3505200"/>
            <a:ext cx="4835810" cy="335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8387</TotalTime>
  <Words>176</Words>
  <Application>Microsoft Office PowerPoint</Application>
  <PresentationFormat>A4 Paper (210x297 mm)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 Light</vt:lpstr>
      <vt:lpstr>Cambria Math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2017-12-31T22:38:51Z</cp:lastPrinted>
  <dcterms:created xsi:type="dcterms:W3CDTF">2017-01-17T16:57:04Z</dcterms:created>
  <dcterms:modified xsi:type="dcterms:W3CDTF">2024-09-03T16:32:27Z</dcterms:modified>
</cp:coreProperties>
</file>