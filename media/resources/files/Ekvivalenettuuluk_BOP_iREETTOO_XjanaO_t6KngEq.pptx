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8"/>
  </p:notesMasterIdLst>
  <p:sldIdLst>
    <p:sldId id="947" r:id="rId2"/>
    <p:sldId id="948" r:id="rId3"/>
    <p:sldId id="943" r:id="rId4"/>
    <p:sldId id="941" r:id="rId5"/>
    <p:sldId id="946" r:id="rId6"/>
    <p:sldId id="949" r:id="rId7"/>
  </p:sldIdLst>
  <p:sldSz cx="9906000" cy="6858000" type="A4"/>
  <p:notesSz cx="6669088" cy="9926638"/>
  <p:embeddedFontLst>
    <p:embeddedFont>
      <p:font typeface="Cambria Math" panose="02040503050406030204" pitchFamily="18" charset="0"/>
      <p:regular r:id="rId9"/>
    </p:embeddedFont>
    <p:embeddedFont>
      <p:font typeface="Comic Sans MS" panose="030F0702030302020204" pitchFamily="66" charset="0"/>
      <p:regular r:id="rId10"/>
      <p:bold r:id="rId11"/>
      <p:italic r:id="rId12"/>
      <p:boldItalic r:id="rId1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64359083-B3E9-405A-9580-F6203F6620FC}">
          <p14:sldIdLst>
            <p14:sldId id="947"/>
          </p14:sldIdLst>
        </p14:section>
        <p14:section name="Титулдук слайд" id="{4914ABC9-49F1-4FCB-B30E-E12F89EA76BF}">
          <p14:sldIdLst>
            <p14:sldId id="948"/>
          </p14:sldIdLst>
        </p14:section>
        <p14:section name="Оюн" id="{197FF5E7-57A8-40D7-8FA0-8A089C366947}">
          <p14:sldIdLst>
            <p14:sldId id="943"/>
          </p14:sldIdLst>
        </p14:section>
        <p14:section name="Жооп барагы" id="{411D3605-D9E8-4479-810F-9FCE82E3AFDB}">
          <p14:sldIdLst>
            <p14:sldId id="941"/>
          </p14:sldIdLst>
        </p14:section>
        <p14:section name="Таркатма иш барактар" id="{627A7875-ACBC-4333-B580-4A1285613FDF}">
          <p14:sldIdLst>
            <p14:sldId id="946"/>
          </p14:sldIdLst>
        </p14:section>
        <p14:section name="Кайтарым байланыш" id="{F3D720CF-F566-46A6-9361-125255B68FA6}">
          <p14:sldIdLst>
            <p14:sldId id="94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32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03/09/2024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9/3/2024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18" Type="http://schemas.openxmlformats.org/officeDocument/2006/relationships/image" Target="../media/image20.png"/><Relationship Id="rId26" Type="http://schemas.openxmlformats.org/officeDocument/2006/relationships/image" Target="../media/image28.png"/><Relationship Id="rId39" Type="http://schemas.openxmlformats.org/officeDocument/2006/relationships/image" Target="../media/image39.png"/><Relationship Id="rId3" Type="http://schemas.openxmlformats.org/officeDocument/2006/relationships/image" Target="../media/image5.png"/><Relationship Id="rId21" Type="http://schemas.openxmlformats.org/officeDocument/2006/relationships/image" Target="../media/image23.png"/><Relationship Id="rId34" Type="http://schemas.openxmlformats.org/officeDocument/2006/relationships/image" Target="../media/image36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5" Type="http://schemas.openxmlformats.org/officeDocument/2006/relationships/image" Target="../media/image27.png"/><Relationship Id="rId33" Type="http://schemas.openxmlformats.org/officeDocument/2006/relationships/image" Target="../media/image35.png"/><Relationship Id="rId38" Type="http://schemas.openxmlformats.org/officeDocument/2006/relationships/image" Target="../media/image38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20" Type="http://schemas.openxmlformats.org/officeDocument/2006/relationships/image" Target="../media/image22.png"/><Relationship Id="rId29" Type="http://schemas.openxmlformats.org/officeDocument/2006/relationships/image" Target="../media/image31.png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24" Type="http://schemas.openxmlformats.org/officeDocument/2006/relationships/image" Target="../media/image26.png"/><Relationship Id="rId32" Type="http://schemas.openxmlformats.org/officeDocument/2006/relationships/image" Target="../media/image34.png"/><Relationship Id="rId37" Type="http://schemas.openxmlformats.org/officeDocument/2006/relationships/image" Target="../media/image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23" Type="http://schemas.openxmlformats.org/officeDocument/2006/relationships/image" Target="../media/image25.png"/><Relationship Id="rId28" Type="http://schemas.openxmlformats.org/officeDocument/2006/relationships/image" Target="../media/image30.png"/><Relationship Id="rId36" Type="http://schemas.openxmlformats.org/officeDocument/2006/relationships/image" Target="../media/image2.png"/><Relationship Id="rId10" Type="http://schemas.openxmlformats.org/officeDocument/2006/relationships/image" Target="../media/image12.png"/><Relationship Id="rId19" Type="http://schemas.openxmlformats.org/officeDocument/2006/relationships/image" Target="../media/image21.png"/><Relationship Id="rId31" Type="http://schemas.openxmlformats.org/officeDocument/2006/relationships/image" Target="../media/image33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Relationship Id="rId22" Type="http://schemas.openxmlformats.org/officeDocument/2006/relationships/image" Target="../media/image24.png"/><Relationship Id="rId27" Type="http://schemas.openxmlformats.org/officeDocument/2006/relationships/image" Target="../media/image29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081956"/>
            <a:ext cx="9906000" cy="532453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Бөлчөктөрдү, ондуктарды жана пайыздарды ирээттөө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</a:t>
            </a:r>
            <a:r>
              <a:rPr kumimoji="0" lang="en-GB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&amp; </a:t>
            </a:r>
            <a:r>
              <a:rPr lang="en-US" sz="2000" b="1" u="sng" dirty="0">
                <a:solidFill>
                  <a:prstClr val="black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</a:t>
            </a:r>
            <a:endParaRPr kumimoji="0" lang="en-GB" sz="2000" b="1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Бул оюнда окуучулардын эки командасы катары менен үч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алууга аракет кылышат.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мүмкүн болушунча көп суроолорду чыгарып, анан өз командасына жооп берүүгө мүмкүнчүлүк алышат.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Болбосо, суроолор кезеги менен тандалып, же мугалим тарабынан багытталышы мүмкүн.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Мугалим үчүн жооп барагы жана таратма материалдар бар.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l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Туура жооп берген командага жараша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X»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же «</a:t>
            </a:r>
            <a:r>
              <a:rPr kumimoji="0" lang="en-GB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O»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баскычын басыңыз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87B125FC-EF16-674C-CC56-D5D7C6AF970B}"/>
              </a:ext>
            </a:extLst>
          </p:cNvPr>
          <p:cNvSpPr txBox="1">
            <a:spLocks/>
          </p:cNvSpPr>
          <p:nvPr/>
        </p:nvSpPr>
        <p:spPr>
          <a:xfrm>
            <a:off x="0" y="-30480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99400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DF576673-8E76-412B-AC89-F763204866D9}"/>
              </a:ext>
            </a:extLst>
          </p:cNvPr>
          <p:cNvGrpSpPr/>
          <p:nvPr/>
        </p:nvGrpSpPr>
        <p:grpSpPr>
          <a:xfrm>
            <a:off x="1558778" y="2120996"/>
            <a:ext cx="6751875" cy="4737004"/>
            <a:chOff x="1558778" y="2120996"/>
            <a:chExt cx="6751875" cy="473700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511F1D1-4C6E-4C81-8FD3-D4A7522CFFF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58778" y="2120996"/>
              <a:ext cx="6751875" cy="4737004"/>
            </a:xfrm>
            <a:prstGeom prst="rect">
              <a:avLst/>
            </a:prstGeom>
          </p:spPr>
        </p:pic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0ECB0E04-E563-4B9A-805A-CAD8FE4AE4E9}"/>
                </a:ext>
              </a:extLst>
            </p:cNvPr>
            <p:cNvSpPr/>
            <p:nvPr/>
          </p:nvSpPr>
          <p:spPr>
            <a:xfrm>
              <a:off x="1934698" y="2590800"/>
              <a:ext cx="5821680" cy="4043680"/>
            </a:xfrm>
            <a:custGeom>
              <a:avLst/>
              <a:gdLst>
                <a:gd name="connsiteX0" fmla="*/ 0 w 5821680"/>
                <a:gd name="connsiteY0" fmla="*/ 0 h 4043680"/>
                <a:gd name="connsiteX1" fmla="*/ 2865120 w 5821680"/>
                <a:gd name="connsiteY1" fmla="*/ 1473200 h 4043680"/>
                <a:gd name="connsiteX2" fmla="*/ 5821680 w 5821680"/>
                <a:gd name="connsiteY2" fmla="*/ 4043680 h 4043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821680" h="4043680">
                  <a:moveTo>
                    <a:pt x="0" y="0"/>
                  </a:moveTo>
                  <a:cubicBezTo>
                    <a:pt x="947420" y="399626"/>
                    <a:pt x="1894840" y="799253"/>
                    <a:pt x="2865120" y="1473200"/>
                  </a:cubicBezTo>
                  <a:cubicBezTo>
                    <a:pt x="3835400" y="2147147"/>
                    <a:pt x="4828540" y="3095413"/>
                    <a:pt x="5821680" y="4043680"/>
                  </a:cubicBezTo>
                </a:path>
              </a:pathLst>
            </a:custGeom>
            <a:noFill/>
            <a:ln w="2032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5DE2B6BB-3168-A74F-3E7D-F71288AA683F}"/>
              </a:ext>
            </a:extLst>
          </p:cNvPr>
          <p:cNvSpPr txBox="1"/>
          <p:nvPr/>
        </p:nvSpPr>
        <p:spPr>
          <a:xfrm>
            <a:off x="2458215" y="20320"/>
            <a:ext cx="4953000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6600" b="1" dirty="0">
                <a:latin typeface="Comic Sans MS" panose="030F0702030302020204" pitchFamily="66" charset="0"/>
              </a:rPr>
              <a:t>Х жана О </a:t>
            </a:r>
            <a:endParaRPr lang="en-GB" sz="6600" b="1" dirty="0">
              <a:latin typeface="Comic Sans MS" panose="030F0702030302020204" pitchFamily="66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6BA71F7-1780-4E84-B56A-10238795619B}"/>
              </a:ext>
            </a:extLst>
          </p:cNvPr>
          <p:cNvSpPr txBox="1"/>
          <p:nvPr/>
        </p:nvSpPr>
        <p:spPr>
          <a:xfrm>
            <a:off x="-260691" y="1166888"/>
            <a:ext cx="60290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y-KG" sz="3200" b="1" dirty="0">
                <a:latin typeface="Comic Sans MS" panose="030F0702030302020204" pitchFamily="66" charset="0"/>
              </a:rPr>
              <a:t>Бөлчөктөрдү, ондуктарды </a:t>
            </a:r>
          </a:p>
          <a:p>
            <a:pPr algn="ctr"/>
            <a:r>
              <a:rPr lang="ky-KG" sz="3200" b="1" dirty="0">
                <a:latin typeface="Comic Sans MS" panose="030F0702030302020204" pitchFamily="66" charset="0"/>
              </a:rPr>
              <a:t>жана пайыздарды ирээттөө</a:t>
            </a:r>
            <a:endParaRPr lang="en-GB" sz="3200" b="1" dirty="0">
              <a:latin typeface="Comic Sans MS" panose="030F0702030302020204" pitchFamily="66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5021B97-007E-4D67-AEA7-FC5C7B3D6DA2}"/>
              </a:ext>
            </a:extLst>
          </p:cNvPr>
          <p:cNvSpPr txBox="1"/>
          <p:nvPr/>
        </p:nvSpPr>
        <p:spPr>
          <a:xfrm>
            <a:off x="5544875" y="1166888"/>
            <a:ext cx="442300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2400" dirty="0">
                <a:latin typeface="Comic Sans MS" panose="030F0702030302020204" pitchFamily="66" charset="0"/>
              </a:rPr>
              <a:t>Сандардын ар бир топтомун </a:t>
            </a:r>
          </a:p>
          <a:p>
            <a:pPr algn="ctr"/>
            <a:r>
              <a:rPr lang="ru-RU" sz="2400" dirty="0">
                <a:solidFill>
                  <a:srgbClr val="FF0000"/>
                </a:solidFill>
                <a:latin typeface="Comic Sans MS" panose="030F0702030302020204" pitchFamily="66" charset="0"/>
              </a:rPr>
              <a:t>өсүү  тартибине </a:t>
            </a:r>
            <a:r>
              <a:rPr lang="ru-RU" sz="2400" dirty="0">
                <a:latin typeface="Comic Sans MS" panose="030F0702030302020204" pitchFamily="66" charset="0"/>
              </a:rPr>
              <a:t>ирээтте.</a:t>
            </a:r>
            <a:endParaRPr lang="en-GB" sz="2400" dirty="0">
              <a:latin typeface="Comic Sans MS" panose="030F0702030302020204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27246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06423BEA-9129-4E5A-AFF1-CC947DFA504B}"/>
                  </a:ext>
                </a:extLst>
              </p:cNvPr>
              <p:cNvSpPr txBox="1"/>
              <p:nvPr/>
            </p:nvSpPr>
            <p:spPr>
              <a:xfrm>
                <a:off x="3802673" y="1028701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1" name="TextBox 100">
                <a:extLst>
                  <a:ext uri="{FF2B5EF4-FFF2-40B4-BE49-F238E27FC236}">
                    <a16:creationId xmlns:a16="http://schemas.microsoft.com/office/drawing/2014/main" id="{06423BEA-9129-4E5A-AFF1-CC947DFA5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02673" y="1028701"/>
                <a:ext cx="320601" cy="92519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97E4FF1-6D51-4E96-AFBE-2F2218F728BB}"/>
                  </a:ext>
                </a:extLst>
              </p:cNvPr>
              <p:cNvSpPr txBox="1"/>
              <p:nvPr/>
            </p:nvSpPr>
            <p:spPr>
              <a:xfrm>
                <a:off x="4734660" y="22860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65%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2" name="TextBox 101">
                <a:extLst>
                  <a:ext uri="{FF2B5EF4-FFF2-40B4-BE49-F238E27FC236}">
                    <a16:creationId xmlns:a16="http://schemas.microsoft.com/office/drawing/2014/main" id="{797E4FF1-6D51-4E96-AFBE-2F2218F728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34660" y="228600"/>
                <a:ext cx="913712" cy="49244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890A770-D181-4808-97B5-D1F444456393}"/>
                  </a:ext>
                </a:extLst>
              </p:cNvPr>
              <p:cNvSpPr txBox="1"/>
              <p:nvPr/>
            </p:nvSpPr>
            <p:spPr>
              <a:xfrm>
                <a:off x="5490797" y="1011115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5.5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3" name="TextBox 102">
                <a:extLst>
                  <a:ext uri="{FF2B5EF4-FFF2-40B4-BE49-F238E27FC236}">
                    <a16:creationId xmlns:a16="http://schemas.microsoft.com/office/drawing/2014/main" id="{8890A770-D181-4808-97B5-D1F4444563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0797" y="1011115"/>
                <a:ext cx="633187" cy="49244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EF8BEB5-12D0-4D8B-BDC1-7199A57302D4}"/>
                  </a:ext>
                </a:extLst>
              </p:cNvPr>
              <p:cNvSpPr txBox="1"/>
              <p:nvPr/>
            </p:nvSpPr>
            <p:spPr>
              <a:xfrm>
                <a:off x="631583" y="3273670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CEF8BEB5-12D0-4D8B-BDC1-7199A5730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583" y="3273670"/>
                <a:ext cx="320601" cy="92519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6C66B944-E410-4390-902C-A8F158C54C0B}"/>
                  </a:ext>
                </a:extLst>
              </p:cNvPr>
              <p:cNvSpPr txBox="1"/>
              <p:nvPr/>
            </p:nvSpPr>
            <p:spPr>
              <a:xfrm>
                <a:off x="1185499" y="2702170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50%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5" name="TextBox 104">
                <a:extLst>
                  <a:ext uri="{FF2B5EF4-FFF2-40B4-BE49-F238E27FC236}">
                    <a16:creationId xmlns:a16="http://schemas.microsoft.com/office/drawing/2014/main" id="{6C66B944-E410-4390-902C-A8F158C54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5499" y="2702170"/>
                <a:ext cx="913712" cy="49244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DC71247-F8B1-4C2C-9C1B-1DE3B811B10D}"/>
                  </a:ext>
                </a:extLst>
              </p:cNvPr>
              <p:cNvSpPr txBox="1"/>
              <p:nvPr/>
            </p:nvSpPr>
            <p:spPr>
              <a:xfrm>
                <a:off x="1514508" y="3610673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0.45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6" name="TextBox 105">
                <a:extLst>
                  <a:ext uri="{FF2B5EF4-FFF2-40B4-BE49-F238E27FC236}">
                    <a16:creationId xmlns:a16="http://schemas.microsoft.com/office/drawing/2014/main" id="{4DC71247-F8B1-4C2C-9C1B-1DE3B811B1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508" y="3610673"/>
                <a:ext cx="860813" cy="49244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415D21F-B30F-4418-BC2A-5696376B338C}"/>
                  </a:ext>
                </a:extLst>
              </p:cNvPr>
              <p:cNvSpPr txBox="1"/>
              <p:nvPr/>
            </p:nvSpPr>
            <p:spPr>
              <a:xfrm>
                <a:off x="7990743" y="2623039"/>
                <a:ext cx="548227" cy="92198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7" name="TextBox 106">
                <a:extLst>
                  <a:ext uri="{FF2B5EF4-FFF2-40B4-BE49-F238E27FC236}">
                    <a16:creationId xmlns:a16="http://schemas.microsoft.com/office/drawing/2014/main" id="{7415D21F-B30F-4418-BC2A-5696376B33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90743" y="2623039"/>
                <a:ext cx="548227" cy="92198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5DA68E8E-4E8C-439F-B5A3-DC4B04AA202A}"/>
                  </a:ext>
                </a:extLst>
              </p:cNvPr>
              <p:cNvSpPr txBox="1"/>
              <p:nvPr/>
            </p:nvSpPr>
            <p:spPr>
              <a:xfrm>
                <a:off x="7049966" y="3423138"/>
                <a:ext cx="686085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8%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8" name="TextBox 107">
                <a:extLst>
                  <a:ext uri="{FF2B5EF4-FFF2-40B4-BE49-F238E27FC236}">
                    <a16:creationId xmlns:a16="http://schemas.microsoft.com/office/drawing/2014/main" id="{5DA68E8E-4E8C-439F-B5A3-DC4B04AA20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9966" y="3423138"/>
                <a:ext cx="686085" cy="492443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AEB5ED76-EF75-4811-A784-AD1E51A6C85E}"/>
                  </a:ext>
                </a:extLst>
              </p:cNvPr>
              <p:cNvSpPr txBox="1"/>
              <p:nvPr/>
            </p:nvSpPr>
            <p:spPr>
              <a:xfrm>
                <a:off x="8975483" y="3871545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09" name="TextBox 108">
                <a:extLst>
                  <a:ext uri="{FF2B5EF4-FFF2-40B4-BE49-F238E27FC236}">
                    <a16:creationId xmlns:a16="http://schemas.microsoft.com/office/drawing/2014/main" id="{AEB5ED76-EF75-4811-A784-AD1E51A6C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5483" y="3871545"/>
                <a:ext cx="633187" cy="49244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1265524-80E3-4555-A39F-57A0AB352162}"/>
                  </a:ext>
                </a:extLst>
              </p:cNvPr>
              <p:cNvSpPr txBox="1"/>
              <p:nvPr/>
            </p:nvSpPr>
            <p:spPr>
              <a:xfrm>
                <a:off x="5373566" y="5694486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0" name="TextBox 109">
                <a:extLst>
                  <a:ext uri="{FF2B5EF4-FFF2-40B4-BE49-F238E27FC236}">
                    <a16:creationId xmlns:a16="http://schemas.microsoft.com/office/drawing/2014/main" id="{D1265524-80E3-4555-A39F-57A0AB352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73566" y="5694486"/>
                <a:ext cx="320601" cy="92519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A4137B1-FCFC-4666-9279-340125612552}"/>
                  </a:ext>
                </a:extLst>
              </p:cNvPr>
              <p:cNvSpPr txBox="1"/>
              <p:nvPr/>
            </p:nvSpPr>
            <p:spPr>
              <a:xfrm>
                <a:off x="3817329" y="5747239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74%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1" name="TextBox 110">
                <a:extLst>
                  <a:ext uri="{FF2B5EF4-FFF2-40B4-BE49-F238E27FC236}">
                    <a16:creationId xmlns:a16="http://schemas.microsoft.com/office/drawing/2014/main" id="{3A4137B1-FCFC-4666-9279-3401256125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7329" y="5747239"/>
                <a:ext cx="913712" cy="492443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1D018832-DC89-4402-93A6-BCBBC2CEA4AF}"/>
                  </a:ext>
                </a:extLst>
              </p:cNvPr>
              <p:cNvSpPr txBox="1"/>
              <p:nvPr/>
            </p:nvSpPr>
            <p:spPr>
              <a:xfrm>
                <a:off x="4646666" y="5034694"/>
                <a:ext cx="633187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0.8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2" name="TextBox 111">
                <a:extLst>
                  <a:ext uri="{FF2B5EF4-FFF2-40B4-BE49-F238E27FC236}">
                    <a16:creationId xmlns:a16="http://schemas.microsoft.com/office/drawing/2014/main" id="{1D018832-DC89-4402-93A6-BCBBC2CEA4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6666" y="5034694"/>
                <a:ext cx="633187" cy="4924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9F3A5E77-B779-4976-92A6-66E6C34DF7B4}"/>
                  </a:ext>
                </a:extLst>
              </p:cNvPr>
              <p:cNvSpPr txBox="1"/>
              <p:nvPr/>
            </p:nvSpPr>
            <p:spPr>
              <a:xfrm>
                <a:off x="2193682" y="5732586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3" name="TextBox 112">
                <a:extLst>
                  <a:ext uri="{FF2B5EF4-FFF2-40B4-BE49-F238E27FC236}">
                    <a16:creationId xmlns:a16="http://schemas.microsoft.com/office/drawing/2014/main" id="{9F3A5E77-B779-4976-92A6-66E6C34DF7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3682" y="5732586"/>
                <a:ext cx="548227" cy="92519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9CE47122-D7A1-4F45-ACF7-B5F0B9BB1855}"/>
                  </a:ext>
                </a:extLst>
              </p:cNvPr>
              <p:cNvSpPr txBox="1"/>
              <p:nvPr/>
            </p:nvSpPr>
            <p:spPr>
              <a:xfrm>
                <a:off x="1024306" y="4906107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4" name="TextBox 113">
                <a:extLst>
                  <a:ext uri="{FF2B5EF4-FFF2-40B4-BE49-F238E27FC236}">
                    <a16:creationId xmlns:a16="http://schemas.microsoft.com/office/drawing/2014/main" id="{9CE47122-D7A1-4F45-ACF7-B5F0B9BB18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4306" y="4906107"/>
                <a:ext cx="913712" cy="492443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DA0CE850-5AA4-4A8B-AF94-CB990BDE4F14}"/>
                  </a:ext>
                </a:extLst>
              </p:cNvPr>
              <p:cNvSpPr txBox="1"/>
              <p:nvPr/>
            </p:nvSpPr>
            <p:spPr>
              <a:xfrm>
                <a:off x="1041891" y="5591908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0.06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DA0CE850-5AA4-4A8B-AF94-CB990BDE4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891" y="5591908"/>
                <a:ext cx="860812" cy="492443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CF49ECF-4A53-4C1E-B8C6-CA162F3F92B8}"/>
                  </a:ext>
                </a:extLst>
              </p:cNvPr>
              <p:cNvSpPr txBox="1"/>
              <p:nvPr/>
            </p:nvSpPr>
            <p:spPr>
              <a:xfrm>
                <a:off x="2053005" y="1116623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36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5CF49ECF-4A53-4C1E-B8C6-CA162F3F9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3005" y="1116623"/>
                <a:ext cx="548227" cy="92519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C3D20F85-E427-4D0C-BE9E-52C383A6981F}"/>
                  </a:ext>
                </a:extLst>
              </p:cNvPr>
              <p:cNvSpPr txBox="1"/>
              <p:nvPr/>
            </p:nvSpPr>
            <p:spPr>
              <a:xfrm>
                <a:off x="400053" y="1547445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0.901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7" name="TextBox 116">
                <a:extLst>
                  <a:ext uri="{FF2B5EF4-FFF2-40B4-BE49-F238E27FC236}">
                    <a16:creationId xmlns:a16="http://schemas.microsoft.com/office/drawing/2014/main" id="{C3D20F85-E427-4D0C-BE9E-52C383A698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0053" y="1547445"/>
                <a:ext cx="1088439" cy="492443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55A7875-8B2F-4A4E-B540-E0139CD8EB40}"/>
                  </a:ext>
                </a:extLst>
              </p:cNvPr>
              <p:cNvSpPr txBox="1"/>
              <p:nvPr/>
            </p:nvSpPr>
            <p:spPr>
              <a:xfrm>
                <a:off x="1481508" y="298938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92%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355A7875-8B2F-4A4E-B540-E0139CD8EB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81508" y="298938"/>
                <a:ext cx="913712" cy="492443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19984C23-9DD5-46B2-B9AD-AC27173C5B0E}"/>
                  </a:ext>
                </a:extLst>
              </p:cNvPr>
              <p:cNvSpPr txBox="1"/>
              <p:nvPr/>
            </p:nvSpPr>
            <p:spPr>
              <a:xfrm>
                <a:off x="8163660" y="26376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19" name="TextBox 118">
                <a:extLst>
                  <a:ext uri="{FF2B5EF4-FFF2-40B4-BE49-F238E27FC236}">
                    <a16:creationId xmlns:a16="http://schemas.microsoft.com/office/drawing/2014/main" id="{19984C23-9DD5-46B2-B9AD-AC27173C5B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3660" y="26376"/>
                <a:ext cx="320601" cy="92519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750C7CA-3833-4A5B-97E6-268DCA5A8FFC}"/>
                  </a:ext>
                </a:extLst>
              </p:cNvPr>
              <p:cNvSpPr txBox="1"/>
              <p:nvPr/>
            </p:nvSpPr>
            <p:spPr>
              <a:xfrm>
                <a:off x="7433244" y="1696914"/>
                <a:ext cx="8608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0.63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0" name="TextBox 119">
                <a:extLst>
                  <a:ext uri="{FF2B5EF4-FFF2-40B4-BE49-F238E27FC236}">
                    <a16:creationId xmlns:a16="http://schemas.microsoft.com/office/drawing/2014/main" id="{0750C7CA-3833-4A5B-97E6-268DCA5A8F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33244" y="1696914"/>
                <a:ext cx="860812" cy="492443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909F735A-1C6A-47AB-A447-47AA04BF6628}"/>
                  </a:ext>
                </a:extLst>
              </p:cNvPr>
              <p:cNvSpPr txBox="1"/>
              <p:nvPr/>
            </p:nvSpPr>
            <p:spPr>
              <a:xfrm>
                <a:off x="6802208" y="1070736"/>
                <a:ext cx="122629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36.4%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1" name="TextBox 120">
                <a:extLst>
                  <a:ext uri="{FF2B5EF4-FFF2-40B4-BE49-F238E27FC236}">
                    <a16:creationId xmlns:a16="http://schemas.microsoft.com/office/drawing/2014/main" id="{909F735A-1C6A-47AB-A447-47AA04BF66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208" y="1070736"/>
                <a:ext cx="1226298" cy="492443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0C6A22C3-27C0-4D4F-B7FF-1DCB6B60C4E0}"/>
                  </a:ext>
                </a:extLst>
              </p:cNvPr>
              <p:cNvSpPr txBox="1"/>
              <p:nvPr/>
            </p:nvSpPr>
            <p:spPr>
              <a:xfrm>
                <a:off x="9122021" y="5741377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0C6A22C3-27C0-4D4F-B7FF-1DCB6B60C4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2021" y="5741377"/>
                <a:ext cx="548227" cy="925190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769AA9BD-60D9-492E-B7B5-C83F122F2521}"/>
                  </a:ext>
                </a:extLst>
              </p:cNvPr>
              <p:cNvSpPr txBox="1"/>
              <p:nvPr/>
            </p:nvSpPr>
            <p:spPr>
              <a:xfrm>
                <a:off x="7170129" y="5328139"/>
                <a:ext cx="913712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45%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769AA9BD-60D9-492E-B7B5-C83F122F2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0129" y="5328139"/>
                <a:ext cx="913712" cy="492443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9838729-65CB-4D5E-90A7-A9665C520F1E}"/>
                  </a:ext>
                </a:extLst>
              </p:cNvPr>
              <p:cNvSpPr txBox="1"/>
              <p:nvPr/>
            </p:nvSpPr>
            <p:spPr>
              <a:xfrm>
                <a:off x="6853607" y="6101860"/>
                <a:ext cx="86081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0.54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4" name="TextBox 123">
                <a:extLst>
                  <a:ext uri="{FF2B5EF4-FFF2-40B4-BE49-F238E27FC236}">
                    <a16:creationId xmlns:a16="http://schemas.microsoft.com/office/drawing/2014/main" id="{A9838729-65CB-4D5E-90A7-A9665C520F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3607" y="6101860"/>
                <a:ext cx="860813" cy="492443"/>
              </a:xfrm>
              <a:prstGeom prst="rect">
                <a:avLst/>
              </a:prstGeom>
              <a:blipFill>
                <a:blip r:embed="rId2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41AA23D-5725-43EF-821F-249011F84B4F}"/>
                  </a:ext>
                </a:extLst>
              </p:cNvPr>
              <p:cNvSpPr txBox="1"/>
              <p:nvPr/>
            </p:nvSpPr>
            <p:spPr>
              <a:xfrm>
                <a:off x="3568214" y="2904391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8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41AA23D-5725-43EF-821F-249011F84B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8214" y="2904391"/>
                <a:ext cx="320601" cy="925190"/>
              </a:xfrm>
              <a:prstGeom prst="rect">
                <a:avLst/>
              </a:prstGeom>
              <a:blipFill>
                <a:blip r:embed="rId2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411AE7CF-A0BE-4D8D-85F9-932840A66DFC}"/>
                  </a:ext>
                </a:extLst>
              </p:cNvPr>
              <p:cNvSpPr txBox="1"/>
              <p:nvPr/>
            </p:nvSpPr>
            <p:spPr>
              <a:xfrm>
                <a:off x="3752853" y="3950677"/>
                <a:ext cx="1226298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12.1%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6" name="TextBox 125">
                <a:extLst>
                  <a:ext uri="{FF2B5EF4-FFF2-40B4-BE49-F238E27FC236}">
                    <a16:creationId xmlns:a16="http://schemas.microsoft.com/office/drawing/2014/main" id="{411AE7CF-A0BE-4D8D-85F9-932840A66D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52853" y="3950677"/>
                <a:ext cx="1226298" cy="492443"/>
              </a:xfrm>
              <a:prstGeom prst="rect">
                <a:avLst/>
              </a:prstGeom>
              <a:blipFill>
                <a:blip r:embed="rId2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C30807CB-02F9-4D77-8BB5-BF6AA7708FAC}"/>
                  </a:ext>
                </a:extLst>
              </p:cNvPr>
              <p:cNvSpPr txBox="1"/>
              <p:nvPr/>
            </p:nvSpPr>
            <p:spPr>
              <a:xfrm>
                <a:off x="5229961" y="2992315"/>
                <a:ext cx="1088439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0.102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7" name="TextBox 126">
                <a:extLst>
                  <a:ext uri="{FF2B5EF4-FFF2-40B4-BE49-F238E27FC236}">
                    <a16:creationId xmlns:a16="http://schemas.microsoft.com/office/drawing/2014/main" id="{C30807CB-02F9-4D77-8BB5-BF6AA7708F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29961" y="2992315"/>
                <a:ext cx="1088439" cy="492443"/>
              </a:xfrm>
              <a:prstGeom prst="rect">
                <a:avLst/>
              </a:prstGeom>
              <a:blipFill>
                <a:blip r:embed="rId2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9914338A-320C-4DD0-BF24-FF282DB3DB37}"/>
                  </a:ext>
                </a:extLst>
              </p:cNvPr>
              <p:cNvSpPr txBox="1"/>
              <p:nvPr/>
            </p:nvSpPr>
            <p:spPr>
              <a:xfrm>
                <a:off x="5380114" y="3688868"/>
                <a:ext cx="998670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3200" b="0" i="1" smtClean="0">
                          <a:latin typeface="Cambria Math" panose="02040503050406030204" pitchFamily="18" charset="0"/>
                        </a:rPr>
                        <m:t>1.9%</m:t>
                      </m:r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8" name="TextBox 127">
                <a:extLst>
                  <a:ext uri="{FF2B5EF4-FFF2-40B4-BE49-F238E27FC236}">
                    <a16:creationId xmlns:a16="http://schemas.microsoft.com/office/drawing/2014/main" id="{9914338A-320C-4DD0-BF24-FF282DB3DB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80114" y="3688868"/>
                <a:ext cx="998670" cy="492443"/>
              </a:xfrm>
              <a:prstGeom prst="rect">
                <a:avLst/>
              </a:prstGeom>
              <a:blipFill>
                <a:blip r:embed="rId2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132F4EF-4664-441B-8E8A-5AABB05F8B4C}"/>
                  </a:ext>
                </a:extLst>
              </p:cNvPr>
              <p:cNvSpPr txBox="1"/>
              <p:nvPr/>
            </p:nvSpPr>
            <p:spPr>
              <a:xfrm>
                <a:off x="4385898" y="2447192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29" name="TextBox 128">
                <a:extLst>
                  <a:ext uri="{FF2B5EF4-FFF2-40B4-BE49-F238E27FC236}">
                    <a16:creationId xmlns:a16="http://schemas.microsoft.com/office/drawing/2014/main" id="{F132F4EF-4664-441B-8E8A-5AABB05F8B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5898" y="2447192"/>
                <a:ext cx="548227" cy="925190"/>
              </a:xfrm>
              <a:prstGeom prst="rect">
                <a:avLst/>
              </a:prstGeom>
              <a:blipFill>
                <a:blip r:embed="rId3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B64032A-DB4E-4C21-BC2C-09D91CB68591}"/>
                  </a:ext>
                </a:extLst>
              </p:cNvPr>
              <p:cNvSpPr txBox="1"/>
              <p:nvPr/>
            </p:nvSpPr>
            <p:spPr>
              <a:xfrm>
                <a:off x="4614496" y="882162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0" name="TextBox 129">
                <a:extLst>
                  <a:ext uri="{FF2B5EF4-FFF2-40B4-BE49-F238E27FC236}">
                    <a16:creationId xmlns:a16="http://schemas.microsoft.com/office/drawing/2014/main" id="{FB64032A-DB4E-4C21-BC2C-09D91CB685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4496" y="882162"/>
                <a:ext cx="320601" cy="925190"/>
              </a:xfrm>
              <a:prstGeom prst="rect">
                <a:avLst/>
              </a:prstGeom>
              <a:blipFill>
                <a:blip r:embed="rId3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C9C2C52-D485-46E7-9B16-0F4960A76DD9}"/>
                  </a:ext>
                </a:extLst>
              </p:cNvPr>
              <p:cNvSpPr txBox="1"/>
              <p:nvPr/>
            </p:nvSpPr>
            <p:spPr>
              <a:xfrm>
                <a:off x="8421567" y="4917832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1" name="TextBox 130">
                <a:extLst>
                  <a:ext uri="{FF2B5EF4-FFF2-40B4-BE49-F238E27FC236}">
                    <a16:creationId xmlns:a16="http://schemas.microsoft.com/office/drawing/2014/main" id="{0C9C2C52-D485-46E7-9B16-0F4960A76D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21567" y="4917832"/>
                <a:ext cx="548227" cy="925190"/>
              </a:xfrm>
              <a:prstGeom prst="rect">
                <a:avLst/>
              </a:prstGeom>
              <a:blipFill>
                <a:blip r:embed="rId3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803F8C7-9396-486D-ABD8-2F0EB3D781CB}"/>
                  </a:ext>
                </a:extLst>
              </p:cNvPr>
              <p:cNvSpPr txBox="1"/>
              <p:nvPr/>
            </p:nvSpPr>
            <p:spPr>
              <a:xfrm>
                <a:off x="215412" y="5723792"/>
                <a:ext cx="548227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15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2" name="TextBox 131">
                <a:extLst>
                  <a:ext uri="{FF2B5EF4-FFF2-40B4-BE49-F238E27FC236}">
                    <a16:creationId xmlns:a16="http://schemas.microsoft.com/office/drawing/2014/main" id="{F803F8C7-9396-486D-ABD8-2F0EB3D781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12" y="5723792"/>
                <a:ext cx="548227" cy="925190"/>
              </a:xfrm>
              <a:prstGeom prst="rect">
                <a:avLst/>
              </a:prstGeom>
              <a:blipFill>
                <a:blip r:embed="rId3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36B9ABD7-EA0E-4878-B3EE-1E3B3AA44ECF}"/>
                  </a:ext>
                </a:extLst>
              </p:cNvPr>
              <p:cNvSpPr txBox="1"/>
              <p:nvPr/>
            </p:nvSpPr>
            <p:spPr>
              <a:xfrm>
                <a:off x="860181" y="266700"/>
                <a:ext cx="320601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36B9ABD7-EA0E-4878-B3EE-1E3B3AA44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181" y="266700"/>
                <a:ext cx="320601" cy="925190"/>
              </a:xfrm>
              <a:prstGeom prst="rect">
                <a:avLst/>
              </a:prstGeom>
              <a:blipFill>
                <a:blip r:embed="rId3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598AE-5D4E-423E-8D4B-8887A4B4BCEA}"/>
                  </a:ext>
                </a:extLst>
              </p:cNvPr>
              <p:cNvSpPr txBox="1"/>
              <p:nvPr/>
            </p:nvSpPr>
            <p:spPr>
              <a:xfrm>
                <a:off x="8764467" y="1005253"/>
                <a:ext cx="775853" cy="9251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3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74</m:t>
                          </m:r>
                        </m:num>
                        <m:den>
                          <m:r>
                            <a:rPr lang="en-GB" sz="3200" b="0" i="1" smtClean="0">
                              <a:latin typeface="Cambria Math" panose="02040503050406030204" pitchFamily="18" charset="0"/>
                            </a:rPr>
                            <m:t>200</m:t>
                          </m:r>
                        </m:den>
                      </m:f>
                    </m:oMath>
                  </m:oMathPara>
                </a14:m>
                <a:endParaRPr lang="en-GB" sz="3200" dirty="0"/>
              </a:p>
            </p:txBody>
          </p:sp>
        </mc:Choice>
        <mc:Fallback xmlns="">
          <p:sp>
            <p:nvSpPr>
              <p:cNvPr id="134" name="TextBox 133">
                <a:extLst>
                  <a:ext uri="{FF2B5EF4-FFF2-40B4-BE49-F238E27FC236}">
                    <a16:creationId xmlns:a16="http://schemas.microsoft.com/office/drawing/2014/main" id="{157598AE-5D4E-423E-8D4B-8887A4B4B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4467" y="1005253"/>
                <a:ext cx="775853" cy="925190"/>
              </a:xfrm>
              <a:prstGeom prst="rect">
                <a:avLst/>
              </a:prstGeom>
              <a:blipFill>
                <a:blip r:embed="rId3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Picture 25">
            <a:extLst>
              <a:ext uri="{FF2B5EF4-FFF2-40B4-BE49-F238E27FC236}">
                <a16:creationId xmlns:a16="http://schemas.microsoft.com/office/drawing/2014/main" id="{1533E3BD-6FB5-476F-99F1-02450F530E47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-17584"/>
            <a:ext cx="748800" cy="52065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6CAA8117-CC01-4D05-B844-0D0CDB17C6E8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-17584"/>
            <a:ext cx="748800" cy="51480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8FB2BE1-27D2-431B-BCED-7E68410FEA76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-17584"/>
            <a:ext cx="748800" cy="52065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548F5291-8825-4946-8CE7-86668EA7283B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-17584"/>
            <a:ext cx="748800" cy="5148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F09684B-D26D-4FFD-8843-604C7B1065BF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-17584"/>
            <a:ext cx="748800" cy="520650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A910B27D-EF76-4488-8172-AC2EC2E9F474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-17584"/>
            <a:ext cx="748800" cy="5148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452FFC8B-106E-4F91-88D7-7A4568D45932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2284984"/>
            <a:ext cx="748800" cy="520650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1C0B2D8-22A1-4AA9-B63F-F33D6D96D045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2284984"/>
            <a:ext cx="748800" cy="5148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A85A9E0-7D4F-4280-A3B0-2FFE87C658E3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17584" y="2284984"/>
            <a:ext cx="748800" cy="520650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16AD6BD5-771A-45EA-9994-86ABE2D04084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2284984"/>
            <a:ext cx="748800" cy="5148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333545A9-4061-4000-976E-5C60F567ECB1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04566" y="2284984"/>
            <a:ext cx="748800" cy="5206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C86412B9-A43A-45D0-87CD-3CC3D659E324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2284984"/>
            <a:ext cx="748800" cy="51480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AA21651F-B3D7-404C-B2A8-5BDAF1608D5B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3331511" y="4588628"/>
            <a:ext cx="748800" cy="520650"/>
          </a:xfrm>
          <a:prstGeom prst="rect">
            <a:avLst/>
          </a:prstGeom>
        </p:spPr>
      </p:pic>
      <p:pic>
        <p:nvPicPr>
          <p:cNvPr id="58" name="Picture 57">
            <a:extLst>
              <a:ext uri="{FF2B5EF4-FFF2-40B4-BE49-F238E27FC236}">
                <a16:creationId xmlns:a16="http://schemas.microsoft.com/office/drawing/2014/main" id="{3F90451B-46EB-4B60-B7A6-38DEF9C97AC6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5836997" y="4588628"/>
            <a:ext cx="748800" cy="514800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E66DD8D3-8980-483B-AB5B-4E43B81A6A41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-8792" y="4588628"/>
            <a:ext cx="748800" cy="520650"/>
          </a:xfrm>
          <a:prstGeom prst="rect">
            <a:avLst/>
          </a:prstGeom>
        </p:spPr>
      </p:pic>
      <p:pic>
        <p:nvPicPr>
          <p:cNvPr id="60" name="Picture 59">
            <a:extLst>
              <a:ext uri="{FF2B5EF4-FFF2-40B4-BE49-F238E27FC236}">
                <a16:creationId xmlns:a16="http://schemas.microsoft.com/office/drawing/2014/main" id="{610621DB-3885-45EE-A697-D015014BE93D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2532381" y="4588628"/>
            <a:ext cx="748800" cy="514800"/>
          </a:xfrm>
          <a:prstGeom prst="rect">
            <a:avLst/>
          </a:prstGeom>
        </p:spPr>
      </p:pic>
      <p:pic>
        <p:nvPicPr>
          <p:cNvPr id="61" name="Picture 60">
            <a:extLst>
              <a:ext uri="{FF2B5EF4-FFF2-40B4-BE49-F238E27FC236}">
                <a16:creationId xmlns:a16="http://schemas.microsoft.com/office/drawing/2014/main" id="{03BE1C65-5624-48BF-B228-A8D20E7C0AF0}"/>
              </a:ext>
            </a:extLst>
          </p:cNvPr>
          <p:cNvPicPr>
            <a:picLocks noChangeAspect="1"/>
          </p:cNvPicPr>
          <p:nvPr/>
        </p:nvPicPr>
        <p:blipFill rotWithShape="1">
          <a:blip r:embed="rId3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450" t="11629" r="4691" b="35910"/>
          <a:stretch/>
        </p:blipFill>
        <p:spPr>
          <a:xfrm>
            <a:off x="6627716" y="4588628"/>
            <a:ext cx="748800" cy="520650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FA457B3C-027D-4301-B349-D79F6CE54910}"/>
              </a:ext>
            </a:extLst>
          </p:cNvPr>
          <p:cNvPicPr>
            <a:picLocks noChangeAspect="1"/>
          </p:cNvPicPr>
          <p:nvPr/>
        </p:nvPicPr>
        <p:blipFill rotWithShape="1">
          <a:blip r:embed="rId3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77" t="14829" r="5565" b="33299"/>
          <a:stretch/>
        </p:blipFill>
        <p:spPr>
          <a:xfrm>
            <a:off x="9174784" y="4588628"/>
            <a:ext cx="748800" cy="514800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7C057B65-CF6C-417A-91D6-B16402ED0381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19643" y="-29860"/>
            <a:ext cx="3300450" cy="231676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A860A6D9-023D-4552-A308-9F1CEBB876A3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22496" y="-33156"/>
            <a:ext cx="3338364" cy="2319156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5FB1334F-526E-4577-902A-6CA5B314915C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2877" y="-43757"/>
            <a:ext cx="3351989" cy="234162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7A93432C-CAEA-4CAA-9FB7-41AE15566C10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22692" y="2321441"/>
            <a:ext cx="3296443" cy="2241285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15A821DC-E3C2-43A7-978D-5DCD7A6A9E55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63790" y="2312844"/>
            <a:ext cx="3400467" cy="2241063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3031BDBF-1BB6-4F5C-8AB5-1632B6FA279B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3307307" y="4601523"/>
            <a:ext cx="3287617" cy="2384091"/>
          </a:xfrm>
          <a:prstGeom prst="rect">
            <a:avLst/>
          </a:prstGeom>
        </p:spPr>
      </p:pic>
      <p:pic>
        <p:nvPicPr>
          <p:cNvPr id="40" name="Picture 39">
            <a:extLst>
              <a:ext uri="{FF2B5EF4-FFF2-40B4-BE49-F238E27FC236}">
                <a16:creationId xmlns:a16="http://schemas.microsoft.com/office/drawing/2014/main" id="{A359483D-5E67-4A02-BDEC-F00993613A98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47691" y="4578155"/>
            <a:ext cx="3338093" cy="2387888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017E59-96F0-4344-835B-C929863A3244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6556077" y="4582111"/>
            <a:ext cx="3381871" cy="239089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9E252C0A-C003-4D42-AC38-BCEB7F1FEDA4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21772" y="-23428"/>
            <a:ext cx="3362380" cy="2299269"/>
          </a:xfrm>
          <a:prstGeom prst="rect">
            <a:avLst/>
          </a:prstGeom>
          <a:ln>
            <a:noFill/>
          </a:ln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77FE297C-0FA4-4943-9851-898303B7BF54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4370" y="2292931"/>
            <a:ext cx="3283694" cy="2260781"/>
          </a:xfrm>
          <a:prstGeom prst="rect">
            <a:avLst/>
          </a:prstGeom>
          <a:ln>
            <a:noFill/>
          </a:ln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1F8E161A-BF60-4395-B336-5094B3E0144E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08360" y="1"/>
            <a:ext cx="3315600" cy="2280920"/>
          </a:xfrm>
          <a:prstGeom prst="rect">
            <a:avLst/>
          </a:prstGeom>
          <a:ln>
            <a:noFill/>
          </a:ln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FC76379A-DD27-4914-B9B1-BAAAAF706D67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11726" y="2285877"/>
            <a:ext cx="3298285" cy="2232321"/>
          </a:xfrm>
          <a:prstGeom prst="rect">
            <a:avLst/>
          </a:prstGeom>
          <a:ln>
            <a:noFill/>
          </a:ln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C135B140-237C-43DF-BED2-95BCB8AB362B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27801" y="4585686"/>
            <a:ext cx="3280263" cy="2377220"/>
          </a:xfrm>
          <a:prstGeom prst="rect">
            <a:avLst/>
          </a:prstGeom>
          <a:ln>
            <a:noFill/>
          </a:ln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2D486A0B-73A9-44D6-A2C5-D93D65D9FFCA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-19508" y="4589392"/>
            <a:ext cx="3315600" cy="2289696"/>
          </a:xfrm>
          <a:prstGeom prst="rect">
            <a:avLst/>
          </a:prstGeom>
          <a:ln>
            <a:noFill/>
          </a:ln>
        </p:spPr>
      </p:pic>
      <p:pic>
        <p:nvPicPr>
          <p:cNvPr id="48" name="Picture 47">
            <a:extLst>
              <a:ext uri="{FF2B5EF4-FFF2-40B4-BE49-F238E27FC236}">
                <a16:creationId xmlns:a16="http://schemas.microsoft.com/office/drawing/2014/main" id="{21E27D5D-2DA8-4D09-B9ED-9E57F99A4350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6623917" y="4562173"/>
            <a:ext cx="3377550" cy="2358061"/>
          </a:xfrm>
          <a:prstGeom prst="rect">
            <a:avLst/>
          </a:prstGeom>
          <a:ln>
            <a:noFill/>
          </a:ln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B5AA96D2-A2EA-4A66-B82B-E29A3AC10A89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3345353" y="-5581"/>
            <a:ext cx="3269009" cy="2281422"/>
          </a:xfrm>
          <a:prstGeom prst="rect">
            <a:avLst/>
          </a:prstGeom>
          <a:ln>
            <a:noFill/>
          </a:ln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C54EDC71-D725-4807-9829-7D2648956DB5}"/>
              </a:ext>
            </a:extLst>
          </p:cNvPr>
          <p:cNvPicPr>
            <a:picLocks noChangeAspect="1"/>
          </p:cNvPicPr>
          <p:nvPr/>
        </p:nvPicPr>
        <p:blipFill rotWithShape="1">
          <a:blip r:embed="rId3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642" t="13568" r="6282" b="36001"/>
          <a:stretch/>
        </p:blipFill>
        <p:spPr>
          <a:xfrm>
            <a:off x="-55499" y="2279116"/>
            <a:ext cx="3348882" cy="2250073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12E0FDA8-2F44-429A-B98A-DDB8AE088F6D}"/>
              </a:ext>
            </a:extLst>
          </p:cNvPr>
          <p:cNvPicPr>
            <a:picLocks noChangeAspect="1"/>
          </p:cNvPicPr>
          <p:nvPr/>
        </p:nvPicPr>
        <p:blipFill rotWithShape="1">
          <a:blip r:embed="rId3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45" t="13568" r="4057" b="36001"/>
          <a:stretch/>
        </p:blipFill>
        <p:spPr>
          <a:xfrm>
            <a:off x="2413" y="2293384"/>
            <a:ext cx="3296034" cy="2264290"/>
          </a:xfrm>
          <a:prstGeom prst="rect">
            <a:avLst/>
          </a:prstGeom>
          <a:ln>
            <a:noFill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0CD2FD4-E7C8-4C3D-8AA1-CD53E7524950}"/>
              </a:ext>
            </a:extLst>
          </p:cNvPr>
          <p:cNvGrpSpPr/>
          <p:nvPr/>
        </p:nvGrpSpPr>
        <p:grpSpPr>
          <a:xfrm>
            <a:off x="-131885" y="-47908"/>
            <a:ext cx="10152824" cy="7033522"/>
            <a:chOff x="-131885" y="-47908"/>
            <a:chExt cx="10152824" cy="7033522"/>
          </a:xfrm>
        </p:grpSpPr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27B5165D-BBB1-460D-B34D-531FC4E1CB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131885" y="227538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FEBB0BD-04AC-4360-9D9B-25EEA1B611A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-93785" y="4564317"/>
              <a:ext cx="10114724" cy="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C2E692D-BCA6-44E1-A316-9AA41FFC1A6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0022" y="-33254"/>
              <a:ext cx="628" cy="6996160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CF86DCD8-F0B3-4D8F-BC37-1D7575107C4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599119" y="-47908"/>
              <a:ext cx="0" cy="7033522"/>
            </a:xfrm>
            <a:prstGeom prst="line">
              <a:avLst/>
            </a:prstGeom>
            <a:ln w="762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64206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3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1"/>
                  </p:tgtEl>
                </p:cond>
              </p:nextCondLst>
            </p:seq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2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20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1" fill="hold">
                      <p:stCondLst>
                        <p:cond delay="0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26" restart="whenNotActive" fill="hold" evtFilter="cancelBubble" nodeType="interactiveSeq">
                <p:stCondLst>
                  <p:cond evt="onClick" delay="0">
                    <p:tgtEl>
                      <p:spTgt spid="5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7" fill="hold">
                      <p:stCondLst>
                        <p:cond delay="0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3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5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4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3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44" restart="whenNotActive" fill="hold" evtFilter="cancelBubble" nodeType="interactiveSeq">
                <p:stCondLst>
                  <p:cond evt="onClick" delay="0">
                    <p:tgtEl>
                      <p:spTgt spid="5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5" fill="hold">
                      <p:stCondLst>
                        <p:cond delay="0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9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2"/>
                  </p:tgtEl>
                </p:cond>
              </p:nextCondLst>
            </p:seq>
            <p:seq concurrent="1" nextAc="seek">
              <p:cTn id="50" restart="whenNotActive" fill="hold" evtFilter="cancelBubble" nodeType="interactiveSeq">
                <p:stCondLst>
                  <p:cond evt="onClick" delay="0">
                    <p:tgtEl>
                      <p:spTgt spid="5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1" fill="hold">
                      <p:stCondLst>
                        <p:cond delay="0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5"/>
                  </p:tgtEl>
                </p:cond>
              </p:nextCondLst>
            </p:seq>
            <p:seq concurrent="1" nextAc="seek">
              <p:cTn id="56" restart="whenNotActive" fill="hold" evtFilter="cancelBubble" nodeType="interactiveSeq">
                <p:stCondLst>
                  <p:cond evt="onClick" delay="0">
                    <p:tgtEl>
                      <p:spTgt spid="5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7" fill="hold">
                      <p:stCondLst>
                        <p:cond delay="0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1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6"/>
                  </p:tgtEl>
                </p:cond>
              </p:nextCondLst>
            </p:seq>
            <p:seq concurrent="1" nextAc="seek">
              <p:cTn id="62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3" fill="hold">
                      <p:stCondLst>
                        <p:cond delay="0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seq concurrent="1" nextAc="seek">
              <p:cTn id="68" restart="whenNotActive" fill="hold" evtFilter="cancelBubble" nodeType="interactiveSeq">
                <p:stCondLst>
                  <p:cond evt="onClick" delay="0">
                    <p:tgtEl>
                      <p:spTgt spid="6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9" fill="hold">
                      <p:stCondLst>
                        <p:cond delay="0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0"/>
                  </p:tgtEl>
                </p:cond>
              </p:nextCondLst>
            </p:seq>
            <p:seq concurrent="1" nextAc="seek">
              <p:cTn id="74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5" fill="hold">
                      <p:stCondLst>
                        <p:cond delay="0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80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1" fill="hold">
                      <p:stCondLst>
                        <p:cond delay="0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85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seq concurrent="1" nextAc="seek">
              <p:cTn id="86" restart="whenNotActive" fill="hold" evtFilter="cancelBubble" nodeType="interactiveSeq">
                <p:stCondLst>
                  <p:cond evt="onClick" delay="0">
                    <p:tgtEl>
                      <p:spTgt spid="6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7" fill="hold">
                      <p:stCondLst>
                        <p:cond delay="0"/>
                      </p:stCondLst>
                      <p:childTnLst>
                        <p:par>
                          <p:cTn id="88" fill="hold">
                            <p:stCondLst>
                              <p:cond delay="0"/>
                            </p:stCondLst>
                            <p:childTnLst>
                              <p:par>
                                <p:cTn id="89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1"/>
                  </p:tgtEl>
                </p:cond>
              </p:nextCondLst>
            </p:seq>
            <p:seq concurrent="1" nextAc="seek">
              <p:cTn id="92" restart="whenNotActive" fill="hold" evtFilter="cancelBubble" nodeType="interactiveSeq">
                <p:stCondLst>
                  <p:cond evt="onClick" delay="0">
                    <p:tgtEl>
                      <p:spTgt spid="6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3" fill="hold">
                      <p:stCondLst>
                        <p:cond delay="0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2"/>
                  </p:tgtEl>
                </p:cond>
              </p:nextCondLst>
            </p:seq>
            <p:seq concurrent="1" nextAc="seek">
              <p:cTn id="98" restart="whenNotActive" fill="hold" evtFilter="cancelBubble" nodeType="interactiveSeq">
                <p:stCondLst>
                  <p:cond evt="onClick" delay="0">
                    <p:tgtEl>
                      <p:spTgt spid="4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9" fill="hold">
                      <p:stCondLst>
                        <p:cond delay="0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3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9"/>
                  </p:tgtEl>
                </p:cond>
              </p:nextCondLst>
            </p:seq>
            <p:seq concurrent="1" nextAc="seek">
              <p:cTn id="104" restart="whenNotActive" fill="hold" evtFilter="cancelBubble" nodeType="interactiveSeq">
                <p:stCondLst>
                  <p:cond evt="onClick" delay="0">
                    <p:tgtEl>
                      <p:spTgt spid="5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5" fill="hold">
                      <p:stCondLst>
                        <p:cond delay="0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09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0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695D71A-24A5-49A6-9C98-9450B6DA1604}"/>
              </a:ext>
            </a:extLst>
          </p:cNvPr>
          <p:cNvSpPr txBox="1"/>
          <p:nvPr/>
        </p:nvSpPr>
        <p:spPr>
          <a:xfrm>
            <a:off x="3626258" y="6484249"/>
            <a:ext cx="305910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u="sng" dirty="0"/>
              <a:t>Мугалимдин жооп барагы</a:t>
            </a:r>
            <a:endParaRPr lang="en-GB" sz="2000" u="sn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7FEC283-F62F-4F5E-97B0-E717F46F1A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473" y="0"/>
            <a:ext cx="9327054" cy="648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61414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spd="slow"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ED4F1BD-B0FC-4DC5-AD58-2C21BBFC0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0"/>
            <a:ext cx="4835810" cy="335498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D94B224-CE38-4C3B-B97E-6D8603E66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0671" y="0"/>
            <a:ext cx="4835810" cy="33549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965227B-ABF8-4E89-8FD9-795B63E54A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1" y="3505200"/>
            <a:ext cx="4835810" cy="335498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4AB8DEF0-6EA9-4550-9003-99FA4F5B16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0671" y="3505200"/>
            <a:ext cx="4835810" cy="335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6120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49511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20421003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8387</TotalTime>
  <Words>176</Words>
  <Application>Microsoft Office PowerPoint</Application>
  <PresentationFormat>A4 Paper (210x297 mm)</PresentationFormat>
  <Paragraphs>64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Calibri Light</vt:lpstr>
      <vt:lpstr>Cambria Math</vt:lpstr>
      <vt:lpstr>Comic Sans MS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370</cp:revision>
  <cp:lastPrinted>2017-12-31T22:38:51Z</cp:lastPrinted>
  <dcterms:created xsi:type="dcterms:W3CDTF">2017-01-17T16:57:04Z</dcterms:created>
  <dcterms:modified xsi:type="dcterms:W3CDTF">2024-09-03T16:32:27Z</dcterms:modified>
</cp:coreProperties>
</file>