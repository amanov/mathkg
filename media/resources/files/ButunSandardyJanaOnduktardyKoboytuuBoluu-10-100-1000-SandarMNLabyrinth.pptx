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73" r:id="rId2"/>
    <p:sldId id="974" r:id="rId3"/>
    <p:sldId id="968" r:id="rId4"/>
    <p:sldId id="966" r:id="rId5"/>
    <p:sldId id="967" r:id="rId6"/>
    <p:sldId id="969" r:id="rId7"/>
    <p:sldId id="970" r:id="rId8"/>
    <p:sldId id="971" r:id="rId9"/>
    <p:sldId id="943" r:id="rId10"/>
    <p:sldId id="956" r:id="rId11"/>
    <p:sldId id="975" r:id="rId12"/>
  </p:sldIdLst>
  <p:sldSz cx="9906000" cy="6858000" type="A4"/>
  <p:notesSz cx="6889750" cy="10021888"/>
  <p:embeddedFontLst>
    <p:embeddedFont>
      <p:font typeface="Honeydripper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3"/>
          </p14:sldIdLst>
        </p14:section>
        <p14:section name="Титулдук слайд" id="{F2E5396C-0CD7-4EE0-9BCB-2BCB20A42D5C}">
          <p14:sldIdLst>
            <p14:sldId id="974"/>
          </p14:sldIdLst>
        </p14:section>
        <p14:section name="Көрсөтүү үчүн" id="{5DD39219-C4C8-4F38-A5C2-C8826E0F85D8}">
          <p14:sldIdLst>
            <p14:sldId id="968"/>
          </p14:sldIdLst>
        </p14:section>
        <p14:section name="Жооптор" id="{C52BA816-4B9E-4D5C-8AF3-0D1D3A3994B4}">
          <p14:sldIdLst>
            <p14:sldId id="966"/>
            <p14:sldId id="967"/>
          </p14:sldIdLst>
        </p14:section>
        <p14:section name="Иш кагазы" id="{DDE88CB2-32CA-46EC-B0E3-87018E6EBA88}">
          <p14:sldIdLst>
            <p14:sldId id="969"/>
            <p14:sldId id="970"/>
            <p14:sldId id="971"/>
          </p14:sldIdLst>
        </p14:section>
        <p14:section name="Өзүңүздүкүн жаса" id="{DA99B0F7-504B-4F7B-9D1B-A26D5B48AB2B}">
          <p14:sldIdLst>
            <p14:sldId id="943"/>
            <p14:sldId id="956"/>
          </p14:sldIdLst>
        </p14:section>
        <p14:section name="Кайтарым байланыш" id="{F3D720CF-F566-46A6-9361-125255B68FA6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202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3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use for students to make their own worksheets for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6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1051560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 жана бөлүү </a:t>
            </a:r>
          </a:p>
          <a:p>
            <a:pPr marL="0" marR="0" lvl="0" indent="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kumimoji="0" lang="ru-RU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Туура же Ката лабиринт 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«Баштадан" "Аягына " чейинки жолду табышы керек,</a:t>
            </a:r>
          </a:p>
          <a:p>
            <a:pPr marL="0" marR="0" lvl="0" indent="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жооп </a:t>
            </a:r>
            <a:r>
              <a:rPr kumimoji="0" lang="ru-RU" sz="3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болгон бөлмөлөр аркылуу гана өтөт.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дубалдын ачык жерден гана өтө алышат.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Окуучарда үчүн "Өзүң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жаса" кошулган.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84B28-3FE5-4D24-8703-BBD52390FBA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EA651A-79CF-40BC-9B76-5D7451BEAEEE}"/>
              </a:ext>
            </a:extLst>
          </p:cNvPr>
          <p:cNvSpPr/>
          <p:nvPr/>
        </p:nvSpPr>
        <p:spPr>
          <a:xfrm>
            <a:off x="1386258" y="4694967"/>
            <a:ext cx="7146444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Көбөйтүү жана бөлүү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10, 100, 1000</a:t>
            </a:r>
            <a:endParaRPr kumimoji="0" lang="en-GB" sz="4800" b="0" i="0" u="none" strike="noStrike" kern="1200" cap="none" spc="0" normalizeH="0" baseline="0" noProof="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4F35D-016B-C180-365F-5A66328341D3}"/>
              </a:ext>
            </a:extLst>
          </p:cNvPr>
          <p:cNvSpPr/>
          <p:nvPr/>
        </p:nvSpPr>
        <p:spPr>
          <a:xfrm>
            <a:off x="695465" y="224041"/>
            <a:ext cx="464588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жана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ката 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лабиринт</a:t>
            </a:r>
            <a:endParaRPr kumimoji="0" lang="en-US" sz="5400" b="1" i="0" u="none" strike="noStrike" kern="1200" cap="none" spc="0" normalizeH="0" baseline="0" noProof="0" dirty="0">
              <a:ln w="9525">
                <a:solidFill>
                  <a:prstClr val="white"/>
                </a:solidFill>
                <a:prstDash val="solid"/>
              </a:ln>
              <a:solidFill>
                <a:srgbClr val="5B9BD5"/>
              </a:solidFill>
              <a:effectLst>
                <a:outerShdw blurRad="12700" dist="38100" dir="2700000" algn="tl" rotWithShape="0">
                  <a:srgbClr val="5B9BD5">
                    <a:lumMod val="60000"/>
                    <a:lumOff val="40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Run outline">
            <a:extLst>
              <a:ext uri="{FF2B5EF4-FFF2-40B4-BE49-F238E27FC236}">
                <a16:creationId xmlns:a16="http://schemas.microsoft.com/office/drawing/2014/main" id="{03547A41-AD60-AFFA-4584-AC7678B12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472" y="1145280"/>
            <a:ext cx="3733800" cy="3733800"/>
          </a:xfrm>
          <a:prstGeom prst="rect">
            <a:avLst/>
          </a:prstGeom>
        </p:spPr>
      </p:pic>
      <p:pic>
        <p:nvPicPr>
          <p:cNvPr id="13" name="Graphic 12" descr="Door Open outline">
            <a:extLst>
              <a:ext uri="{FF2B5EF4-FFF2-40B4-BE49-F238E27FC236}">
                <a16:creationId xmlns:a16="http://schemas.microsoft.com/office/drawing/2014/main" id="{45A6A4BF-3114-EAAA-24FC-6A461FEBA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8912" y="1031840"/>
            <a:ext cx="2531934" cy="25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670584"/>
              </p:ext>
            </p:extLst>
          </p:nvPr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2,1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210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0,42 ×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42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7,8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560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6,7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18,2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1,82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620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54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0,54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17 000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8,2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8,0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15,9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1,59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3,02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302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1,7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0,017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6,2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10,31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10 310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1,05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0,05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8,02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8200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0,407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0,00 407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1087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÷ 1000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10,87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52,9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5,29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70,8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78 000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0,061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0,000 061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0,0942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94,2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83,08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0,08 308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7,3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0,073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0,051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0,00 051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2,07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0,00 207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80,32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0,008 032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9,1 × 10 000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9100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0,503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0,00 503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0,0804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8,04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52EC7-5B97-9EDB-6705-908B157811C9}"/>
              </a:ext>
            </a:extLst>
          </p:cNvPr>
          <p:cNvSpPr txBox="1"/>
          <p:nvPr/>
        </p:nvSpPr>
        <p:spPr>
          <a:xfrm>
            <a:off x="3177552" y="33266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66D0D-1CF6-3C09-2A84-2D34FE024EE1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8647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638055"/>
              </p:ext>
            </p:extLst>
          </p:nvPr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2,1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210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0,42 ×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42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7,8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560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6,7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18,2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1,82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620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54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0,54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17 000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8,2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8,0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15,9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1,59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3,02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302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1,7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0,017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6,2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10,31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10 310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1,05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0,05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8,02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8200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0,407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0,00 407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1087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÷ 1000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10,87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52,9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5,29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70,8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78 000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0,061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0,000 061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0,0942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94,2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83,08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0,08 308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7,3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0,073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0,051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0,00 051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2,07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0,00 207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80,32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0,008 032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9,1 × 10 000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9100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0,503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0,00 503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0,0804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8,04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4B830-F930-3B5E-2A19-59E266F5477C}"/>
              </a:ext>
            </a:extLst>
          </p:cNvPr>
          <p:cNvSpPr txBox="1"/>
          <p:nvPr/>
        </p:nvSpPr>
        <p:spPr>
          <a:xfrm>
            <a:off x="3177552" y="33266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9A306-C593-EFD9-C137-EBCC815B27EE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945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/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2,1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210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0,42 ×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42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7,8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560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6,7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18,2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1,82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620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54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0,54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17 000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8,2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8,0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15,9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1,59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3,02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302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1,7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0,017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6,2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10,31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10 310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1,05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0,05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8,02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8200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0,407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0,00 407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1087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÷ 1000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10,87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52,9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5,29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70,8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78 000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0,061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0,000 061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0,0942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94,2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83,08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0,08 308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7,3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0,073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0,051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0,00 051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2,07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0,00 207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80,32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0,008 032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9,1 × 10 000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9100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0,503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0,00 503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0,0804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8,04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19384-9DA7-069E-6BEE-3C2A401FD562}"/>
              </a:ext>
            </a:extLst>
          </p:cNvPr>
          <p:cNvSpPr txBox="1"/>
          <p:nvPr/>
        </p:nvSpPr>
        <p:spPr>
          <a:xfrm>
            <a:off x="3177552" y="33266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F518E-0C9C-922B-17DB-99BFC43FEFAC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3563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/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2,1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210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0,42 ×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42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7,8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560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6,7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18,2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1,82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620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54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0,54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17 000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8,2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8,0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15,9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1,59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3,02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302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1,7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0,017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6,2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0,62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10,31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10 310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0,7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1,05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 ×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0,7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0,05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8,02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8200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0,407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0,00 407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1087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÷ 1000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10,87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52,9 ÷ 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5,29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70,8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78 000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0,061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0,000 061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0,0942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94,2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83,08 ÷ </a:t>
                      </a: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0,08 308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840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7,3 ÷ 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0,073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0,051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0,00 051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2,07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0,00 207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80,32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0,008 032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9,1 × 10 000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9100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0,503 ÷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0,00 503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0,0804 × 1000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8,04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F5D38D-814E-531B-ABF7-866A48EB62DB}"/>
              </a:ext>
            </a:extLst>
          </p:cNvPr>
          <p:cNvSpPr txBox="1"/>
          <p:nvPr/>
        </p:nvSpPr>
        <p:spPr>
          <a:xfrm>
            <a:off x="3177552" y="33266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239AA-3097-1803-0F58-A1DA0516A9C0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1592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D6BC54-0367-9288-97D1-C502331F1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9615" y="1075210"/>
            <a:ext cx="6757656" cy="4707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A310AE-56AE-A553-16B4-AFE47B73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9477" y="1075210"/>
            <a:ext cx="6757656" cy="470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25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E0860C-46D2-B420-49E5-208C0818E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050"/>
            <a:ext cx="4894932" cy="3409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9FFFEF-588A-45E7-CF21-D40A883A5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9050"/>
            <a:ext cx="4894932" cy="3409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C05C97-60E1-D877-DE05-A4EA1C1E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0618"/>
            <a:ext cx="4894932" cy="3297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A7BD9F-C9D0-85FB-0F9A-57684511E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9" y="3560618"/>
            <a:ext cx="4894932" cy="329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5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B84947-7A45-4D43-8CBA-4FC99F101DA1}"/>
              </a:ext>
            </a:extLst>
          </p:cNvPr>
          <p:cNvSpPr/>
          <p:nvPr/>
        </p:nvSpPr>
        <p:spPr>
          <a:xfrm>
            <a:off x="765922" y="-74271"/>
            <a:ext cx="33915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/>
              </a:rPr>
              <a:t>Өз лабиринтиңди жаса!</a:t>
            </a:r>
            <a:endParaRPr lang="en-US" sz="2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7185D-EE04-4567-8777-7230CAFC9375}"/>
              </a:ext>
            </a:extLst>
          </p:cNvPr>
          <p:cNvCxnSpPr>
            <a:cxnSpLocks/>
          </p:cNvCxnSpPr>
          <p:nvPr/>
        </p:nvCxnSpPr>
        <p:spPr>
          <a:xfrm>
            <a:off x="60533" y="3982720"/>
            <a:ext cx="487562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DA7A22-647C-48CE-859B-38B2D345C553}"/>
              </a:ext>
            </a:extLst>
          </p:cNvPr>
          <p:cNvSpPr txBox="1"/>
          <p:nvPr/>
        </p:nvSpPr>
        <p:spPr>
          <a:xfrm>
            <a:off x="40428" y="4991910"/>
            <a:ext cx="7954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Черно</a:t>
            </a:r>
            <a:endParaRPr lang="en-US" dirty="0"/>
          </a:p>
          <a:p>
            <a:pPr algn="ctr"/>
            <a:r>
              <a:rPr lang="ru-RU" dirty="0"/>
              <a:t>вик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&amp; </a:t>
            </a:r>
          </a:p>
          <a:p>
            <a:pPr algn="ctr"/>
            <a:r>
              <a:rPr lang="ru-RU" dirty="0"/>
              <a:t>Жооп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ABAF9-AD92-4497-A133-3BDC1D035B0E}"/>
              </a:ext>
            </a:extLst>
          </p:cNvPr>
          <p:cNvSpPr txBox="1"/>
          <p:nvPr/>
        </p:nvSpPr>
        <p:spPr>
          <a:xfrm>
            <a:off x="1030174" y="3645822"/>
            <a:ext cx="2577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Түзгөн: </a:t>
            </a:r>
            <a:r>
              <a:rPr lang="en-GB" sz="1400" b="1" dirty="0"/>
              <a:t>____________________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B40523-B265-5C12-EFB8-BC7286BE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0" y="416514"/>
            <a:ext cx="4815948" cy="32293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4AE409-8DFF-F884-9929-331429624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38" y="4043982"/>
            <a:ext cx="4069479" cy="28140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7FAC3D-5746-E73B-6E11-4856AACFA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622" y="84820"/>
            <a:ext cx="4825950" cy="677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68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77BF9-EF20-28FC-2B4B-49B095B8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6571" y="1006572"/>
            <a:ext cx="6862238" cy="48490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D3F89E-2364-4FDD-F0BF-F50A27D1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42963" y="1010037"/>
            <a:ext cx="6862238" cy="48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33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9529</TotalTime>
  <Words>995</Words>
  <Application>Microsoft Office PowerPoint</Application>
  <PresentationFormat>A4 Paper (210x297 mm)</PresentationFormat>
  <Paragraphs>381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 Light</vt:lpstr>
      <vt:lpstr>Arial</vt:lpstr>
      <vt:lpstr>Calibri</vt:lpstr>
      <vt:lpstr>Honeydripper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418</cp:revision>
  <cp:lastPrinted>2024-08-21T04:35:51Z</cp:lastPrinted>
  <dcterms:created xsi:type="dcterms:W3CDTF">2017-01-17T16:57:04Z</dcterms:created>
  <dcterms:modified xsi:type="dcterms:W3CDTF">2024-08-21T09:10:59Z</dcterms:modified>
</cp:coreProperties>
</file>