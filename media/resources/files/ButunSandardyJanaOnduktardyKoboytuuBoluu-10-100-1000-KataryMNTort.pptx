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2" r:id="rId2"/>
    <p:sldId id="831" r:id="rId3"/>
    <p:sldId id="944" r:id="rId4"/>
    <p:sldId id="940" r:id="rId5"/>
    <p:sldId id="941" r:id="rId6"/>
    <p:sldId id="943" r:id="rId7"/>
  </p:sldIdLst>
  <p:sldSz cx="9906000" cy="6858000" type="A4"/>
  <p:notesSz cx="6669088" cy="9926638"/>
  <p:embeddedFontLst>
    <p:embeddedFont>
      <p:font typeface="Matura MT Script Capitals" panose="03020802060602070202" pitchFamily="66" charset="0"/>
      <p:regular r:id="rId9"/>
    </p:embeddedFont>
    <p:embeddedFont>
      <p:font typeface="Ravie" panose="04040805050809020602" pitchFamily="82" charset="0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2"/>
          </p14:sldIdLst>
        </p14:section>
        <p14:section name="Көрсөтүү" id="{05C36403-E8B4-468F-A140-90D75B14B710}">
          <p14:sldIdLst>
            <p14:sldId id="831"/>
          </p14:sldIdLst>
        </p14:section>
        <p14:section name="Иш кагаздар" id="{C9917BAB-E32A-4A78-98A8-75E884F996CE}">
          <p14:sldIdLst>
            <p14:sldId id="944"/>
            <p14:sldId id="940"/>
            <p14:sldId id="941"/>
          </p14:sldIdLst>
        </p14:section>
        <p14:section name="Кайтарым байланыш" id="{664D4C5F-8104-4850-B8A4-32A8FDB2EE95}">
          <p14:sldIdLst>
            <p14:sldId id="9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46EB53F-C8E3-C609-08AC-A0D4E6921DE6}"/>
              </a:ext>
            </a:extLst>
          </p:cNvPr>
          <p:cNvSpPr txBox="1">
            <a:spLocks/>
          </p:cNvSpPr>
          <p:nvPr/>
        </p:nvSpPr>
        <p:spPr>
          <a:xfrm>
            <a:off x="0" y="1431924"/>
            <a:ext cx="9404350" cy="435133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Бүтүн жана ондук сандар – 10, 100, 1000гө көбөйтүү жана бөлүү –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Катары менен төрт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Эки-экиден жарышып, окуучулар сол жактагы суроону тандашы керек жана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 эсептөөсу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 жооп торчосунда катары менен төрт жооп алууга аракет кылышы керек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колдонуу менен).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суроолорду тандоо үчүн убакыт чегин белгилөө зарыл болушу мүмкүн!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баракчалары 3 өлчөмдө.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0CBE51D-6645-F4AE-8F17-E3876F6C01BF}"/>
              </a:ext>
            </a:extLst>
          </p:cNvPr>
          <p:cNvSpPr txBox="1">
            <a:spLocks/>
          </p:cNvSpPr>
          <p:nvPr/>
        </p:nvSpPr>
        <p:spPr>
          <a:xfrm>
            <a:off x="0" y="31749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0397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4F6338-9A32-4A54-8297-A41704B22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419464"/>
              </p:ext>
            </p:extLst>
          </p:nvPr>
        </p:nvGraphicFramePr>
        <p:xfrm>
          <a:off x="5214438" y="2342248"/>
          <a:ext cx="4477056" cy="4477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176">
                  <a:extLst>
                    <a:ext uri="{9D8B030D-6E8A-4147-A177-3AD203B41FA5}">
                      <a16:colId xmlns:a16="http://schemas.microsoft.com/office/drawing/2014/main" val="4186202697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963617051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823350154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310387196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930399332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2890655127"/>
                    </a:ext>
                  </a:extLst>
                </a:gridCol>
              </a:tblGrid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6800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632324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8600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010047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002653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090426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7,02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3900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579389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840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3300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0,03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6200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4386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691743"/>
              </p:ext>
            </p:extLst>
          </p:nvPr>
        </p:nvGraphicFramePr>
        <p:xfrm>
          <a:off x="328807" y="43962"/>
          <a:ext cx="4426432" cy="677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216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213216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43 × 200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200 ÷ 1000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1,8 × 10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40 ÷ 2000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6300 ÷ 3000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× 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0,6 ÷ 10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 ÷ 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2,8 ÷ 20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13 × 300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93000 ÷ 300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× 1000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720 ÷ 1000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× 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2,3 × 20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4400 ÷ 2000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× 20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1,2 × 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669354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4,2 × 200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1,1 × 3000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41671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3,4 × 2000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80 ÷ 200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940436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900 ÷ 3000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3,6 ÷ 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03227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900 ÷ 30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2,4 ÷ 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409496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702 ÷ 100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1,9 × 1000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44554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 × 30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 ÷ 200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24406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3,1 × 2000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0,2 × 300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824915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0,9 ÷ 300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80 ÷ 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0131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0,9 × 100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0,3 × 3000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93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5528401" y="-459"/>
            <a:ext cx="30053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latin typeface="Ravie" panose="04040805050809020602" pitchFamily="82" charset="0"/>
              </a:rPr>
              <a:t>Төрт катар</a:t>
            </a:r>
            <a:endParaRPr lang="en-GB" sz="4000" b="1" dirty="0">
              <a:latin typeface="Matura MT Script Capitals" panose="03020802060602070202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592CEB-523F-4E96-9CEA-4010DA944B37}"/>
              </a:ext>
            </a:extLst>
          </p:cNvPr>
          <p:cNvSpPr txBox="1"/>
          <p:nvPr/>
        </p:nvSpPr>
        <p:spPr>
          <a:xfrm>
            <a:off x="6286204" y="1797307"/>
            <a:ext cx="2333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i="1" dirty="0">
                <a:latin typeface="Ravie" panose="04040805050809020602" pitchFamily="82" charset="0"/>
              </a:rPr>
              <a:t>Жооп торчосу</a:t>
            </a:r>
            <a:endParaRPr lang="en-GB" sz="2400" b="1" i="1" dirty="0">
              <a:latin typeface="Ravie" panose="040408050508090206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EBA41-CFFA-4051-B751-7D7F4C55D333}"/>
              </a:ext>
            </a:extLst>
          </p:cNvPr>
          <p:cNvSpPr txBox="1"/>
          <p:nvPr/>
        </p:nvSpPr>
        <p:spPr>
          <a:xfrm rot="16200000">
            <a:off x="-1349101" y="3198168"/>
            <a:ext cx="2999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i="1" dirty="0">
                <a:latin typeface="Ravie" panose="04040805050809020602" pitchFamily="82" charset="0"/>
              </a:rPr>
              <a:t>Суроолор</a:t>
            </a:r>
            <a:endParaRPr lang="en-GB" sz="2400" dirty="0">
              <a:latin typeface="Ravie" panose="04040805050809020602" pitchFamily="8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4B9CE7-814F-41E9-3F9B-81CB1CC14A92}"/>
              </a:ext>
            </a:extLst>
          </p:cNvPr>
          <p:cNvSpPr txBox="1"/>
          <p:nvPr/>
        </p:nvSpPr>
        <p:spPr>
          <a:xfrm>
            <a:off x="5035796" y="707427"/>
            <a:ext cx="48343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Сол жактан суроо тандаңыз.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Төмөнкү жоопту таап, (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же О) белгилеңиз.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Биринчи катары менен 4 жооп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туура келсген оюнчу жеңет!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496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4F6338-9A32-4A54-8297-A41704B220A9}"/>
              </a:ext>
            </a:extLst>
          </p:cNvPr>
          <p:cNvGraphicFramePr>
            <a:graphicFrameLocks noGrp="1"/>
          </p:cNvGraphicFramePr>
          <p:nvPr/>
        </p:nvGraphicFramePr>
        <p:xfrm>
          <a:off x="5214438" y="2342248"/>
          <a:ext cx="4477056" cy="4477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176">
                  <a:extLst>
                    <a:ext uri="{9D8B030D-6E8A-4147-A177-3AD203B41FA5}">
                      <a16:colId xmlns:a16="http://schemas.microsoft.com/office/drawing/2014/main" val="4186202697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963617051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823350154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310387196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930399332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2890655127"/>
                    </a:ext>
                  </a:extLst>
                </a:gridCol>
              </a:tblGrid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6800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632324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8600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010047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002653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090426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7,02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3900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579389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840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3300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0,03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6200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4386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/>
        </p:nvGraphicFramePr>
        <p:xfrm>
          <a:off x="328807" y="43962"/>
          <a:ext cx="4426432" cy="677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216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213216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43 × 200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200 ÷ 1000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1,8 × 10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40 ÷ 2000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6300 ÷ 3000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× 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0,6 ÷ 10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 ÷ 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2,8 ÷ 20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13 × 300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93000 ÷ 300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× 1000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720 ÷ 1000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× 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2,3 × 20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4400 ÷ 2000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× 20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1,2 × 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669354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4,2 × 200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1,1 × 3000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41671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3,4 × 2000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80 ÷ 200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940436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900 ÷ 3000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3,6 ÷ 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03227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900 ÷ 30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2,4 ÷ 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409496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702 ÷ 100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1,9 × 1000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44554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 × 30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 ÷ 200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24406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3,1 × 2000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0,2 × 300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824915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0,9 ÷ 300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80 ÷ 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0131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0,9 × 100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0,3 × 3000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93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5528401" y="-459"/>
            <a:ext cx="30053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Төрт катар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tura MT Script Capitals" panose="03020802060602070202" pitchFamily="66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592CEB-523F-4E96-9CEA-4010DA944B37}"/>
              </a:ext>
            </a:extLst>
          </p:cNvPr>
          <p:cNvSpPr txBox="1"/>
          <p:nvPr/>
        </p:nvSpPr>
        <p:spPr>
          <a:xfrm>
            <a:off x="6286204" y="1797307"/>
            <a:ext cx="2333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Жооп торчосу</a:t>
            </a:r>
            <a:endParaRPr kumimoji="0" lang="en-GB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vie" panose="04040805050809020602" pitchFamily="82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EBA41-CFFA-4051-B751-7D7F4C55D333}"/>
              </a:ext>
            </a:extLst>
          </p:cNvPr>
          <p:cNvSpPr txBox="1"/>
          <p:nvPr/>
        </p:nvSpPr>
        <p:spPr>
          <a:xfrm rot="16200000">
            <a:off x="-1349101" y="3198168"/>
            <a:ext cx="2999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Суроолор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vie" panose="04040805050809020602" pitchFamily="82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4B9CE7-814F-41E9-3F9B-81CB1CC14A92}"/>
              </a:ext>
            </a:extLst>
          </p:cNvPr>
          <p:cNvSpPr txBox="1"/>
          <p:nvPr/>
        </p:nvSpPr>
        <p:spPr>
          <a:xfrm>
            <a:off x="5035796" y="707427"/>
            <a:ext cx="48343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Сол жактан суроо тандаңыз.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Төмөнкү жоопту таап, (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О) белгилеңиз.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Биринчи катары менен 4 жооп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келсген оюнчу жеңет!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552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C63CD4-300C-6149-E0D4-457817778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52760" y="1165536"/>
            <a:ext cx="6727133" cy="4655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EA31D8-6543-D99D-2400-EB1CC9EDE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31630" y="1165536"/>
            <a:ext cx="6727133" cy="465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65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48D8AD-E164-21F0-A005-E8729102D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3" y="0"/>
            <a:ext cx="4800599" cy="3322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91DA58-C272-AFF9-FC19-60418A2FE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532" y="0"/>
            <a:ext cx="4953000" cy="33224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9E2BAF-19CA-5449-78F4-2878746BD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00599" cy="33224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EA7CF2-A413-FABF-9CB4-256CCE1F3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599" y="3429000"/>
            <a:ext cx="4953000" cy="332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696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59572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750950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8904</TotalTime>
  <Words>460</Words>
  <Application>Microsoft Office PowerPoint</Application>
  <PresentationFormat>A4 Paper (210x297 mm)</PresentationFormat>
  <Paragraphs>183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 Light</vt:lpstr>
      <vt:lpstr>Ravie</vt:lpstr>
      <vt:lpstr>Matura MT Script Capitals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401</cp:revision>
  <cp:lastPrinted>2023-07-26T07:42:11Z</cp:lastPrinted>
  <dcterms:created xsi:type="dcterms:W3CDTF">2017-01-17T16:57:04Z</dcterms:created>
  <dcterms:modified xsi:type="dcterms:W3CDTF">2024-08-29T07:03:50Z</dcterms:modified>
</cp:coreProperties>
</file>