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39" r:id="rId4"/>
    <p:sldId id="832" r:id="rId5"/>
    <p:sldId id="833" r:id="rId6"/>
    <p:sldId id="945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жана Бөлүү–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2AFD236-67CF-47EF-8CDC-998AC55EADB1}"/>
              </a:ext>
            </a:extLst>
          </p:cNvPr>
          <p:cNvGrpSpPr/>
          <p:nvPr/>
        </p:nvGrpSpPr>
        <p:grpSpPr>
          <a:xfrm>
            <a:off x="1995855" y="23494"/>
            <a:ext cx="7910146" cy="6822762"/>
            <a:chOff x="2154115" y="2117264"/>
            <a:chExt cx="4953001" cy="42721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1A4B8DC-1094-4ADC-93F6-1D1C4DB4C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6203" y="2117264"/>
              <a:ext cx="2548817" cy="214041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A9779C-FA98-46B4-B8A4-8AD04E1DD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115" y="4236821"/>
              <a:ext cx="4953001" cy="215257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471199" y="15059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8DF2C-96A7-D493-AEBD-F073DD1E0452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B185CE-38B0-53B1-2B00-775B49778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32652" y="1125251"/>
            <a:ext cx="6666768" cy="4607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500B17-7278-DA0B-C5CD-1C9E830C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6508" y="1220866"/>
            <a:ext cx="6666768" cy="460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5586443-5DF6-4079-BBA0-71EACD04C2FC}"/>
              </a:ext>
            </a:extLst>
          </p:cNvPr>
          <p:cNvGrpSpPr/>
          <p:nvPr/>
        </p:nvGrpSpPr>
        <p:grpSpPr>
          <a:xfrm>
            <a:off x="1995855" y="23494"/>
            <a:ext cx="7910146" cy="6822762"/>
            <a:chOff x="2154115" y="2117264"/>
            <a:chExt cx="4953001" cy="42721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70640D-6F7F-4C7F-9B0A-14A5FA068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6203" y="2117264"/>
              <a:ext cx="2548817" cy="214041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95DE8C9-4298-4670-9E5C-6CB1ECC4C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115" y="4236821"/>
              <a:ext cx="4953001" cy="2152570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329643" y="45416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842526" y="376310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355539" y="439629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910199" y="190359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61395" y="538766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6E737-3DA9-C45B-657C-B7425E53C377}"/>
              </a:ext>
            </a:extLst>
          </p:cNvPr>
          <p:cNvSpPr txBox="1"/>
          <p:nvPr/>
        </p:nvSpPr>
        <p:spPr>
          <a:xfrm>
            <a:off x="261351" y="354668"/>
            <a:ext cx="4226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A02749-E089-B821-AF58-1FE8D57D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58" y="124691"/>
            <a:ext cx="4646442" cy="3211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82EA5-1E97-C5E8-8F16-048DB5D0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137" y="124691"/>
            <a:ext cx="4646441" cy="3211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2C8130-6F58-1354-1CFF-99ADAE301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58" y="3522087"/>
            <a:ext cx="4646442" cy="3211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C3291-BEDE-678B-52BB-6F2E1D54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137" y="3522087"/>
            <a:ext cx="4646441" cy="32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8351</TotalTime>
  <Words>119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2024-05-11T08:55:06Z</cp:lastPrinted>
  <dcterms:created xsi:type="dcterms:W3CDTF">2017-01-17T16:57:04Z</dcterms:created>
  <dcterms:modified xsi:type="dcterms:W3CDTF">2024-05-11T09:19:40Z</dcterms:modified>
</cp:coreProperties>
</file>