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66" r:id="rId2"/>
    <p:sldId id="967" r:id="rId3"/>
    <p:sldId id="965" r:id="rId4"/>
    <p:sldId id="949" r:id="rId5"/>
    <p:sldId id="953" r:id="rId6"/>
    <p:sldId id="957" r:id="rId7"/>
    <p:sldId id="956" r:id="rId8"/>
    <p:sldId id="955" r:id="rId9"/>
    <p:sldId id="959" r:id="rId10"/>
    <p:sldId id="952" r:id="rId11"/>
    <p:sldId id="960" r:id="rId12"/>
    <p:sldId id="961" r:id="rId13"/>
    <p:sldId id="954" r:id="rId14"/>
    <p:sldId id="950" r:id="rId15"/>
    <p:sldId id="962" r:id="rId16"/>
    <p:sldId id="958" r:id="rId17"/>
    <p:sldId id="951" r:id="rId18"/>
    <p:sldId id="963" r:id="rId19"/>
    <p:sldId id="964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55A11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гана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470593" y="364542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көбөйтүү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75971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4,8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6 × 0,8</a:t>
            </a: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0,2 × 9</a:t>
            </a:r>
          </a:p>
        </p:txBody>
      </p:sp>
    </p:spTree>
    <p:extLst>
      <p:ext uri="{BB962C8B-B14F-4D97-AF65-F5344CB8AC3E}">
        <p14:creationId xmlns:p14="http://schemas.microsoft.com/office/powerpoint/2010/main" val="203834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0,7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9,6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8 × 1,2</a:t>
            </a:r>
          </a:p>
        </p:txBody>
      </p:sp>
    </p:spTree>
    <p:extLst>
      <p:ext uri="{BB962C8B-B14F-4D97-AF65-F5344CB8AC3E}">
        <p14:creationId xmlns:p14="http://schemas.microsoft.com/office/powerpoint/2010/main" val="150925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5,2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1,3 × 4</a:t>
            </a:r>
          </a:p>
        </p:txBody>
      </p:sp>
    </p:spTree>
    <p:extLst>
      <p:ext uri="{BB962C8B-B14F-4D97-AF65-F5344CB8AC3E}">
        <p14:creationId xmlns:p14="http://schemas.microsoft.com/office/powerpoint/2010/main" val="93255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× 4</a:t>
            </a:r>
          </a:p>
        </p:txBody>
      </p:sp>
    </p:spTree>
    <p:extLst>
      <p:ext uri="{BB962C8B-B14F-4D97-AF65-F5344CB8AC3E}">
        <p14:creationId xmlns:p14="http://schemas.microsoft.com/office/powerpoint/2010/main" val="133745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0,8 × 0,2</a:t>
            </a:r>
          </a:p>
        </p:txBody>
      </p:sp>
    </p:spTree>
    <p:extLst>
      <p:ext uri="{BB962C8B-B14F-4D97-AF65-F5344CB8AC3E}">
        <p14:creationId xmlns:p14="http://schemas.microsoft.com/office/powerpoint/2010/main" val="23989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8,4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1,2 × 7</a:t>
            </a:r>
          </a:p>
        </p:txBody>
      </p:sp>
    </p:spTree>
    <p:extLst>
      <p:ext uri="{BB962C8B-B14F-4D97-AF65-F5344CB8AC3E}">
        <p14:creationId xmlns:p14="http://schemas.microsoft.com/office/powerpoint/2010/main" val="41738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0,2 × 0,9</a:t>
            </a:r>
          </a:p>
        </p:txBody>
      </p:sp>
    </p:spTree>
    <p:extLst>
      <p:ext uri="{BB962C8B-B14F-4D97-AF65-F5344CB8AC3E}">
        <p14:creationId xmlns:p14="http://schemas.microsoft.com/office/powerpoint/2010/main" val="270292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× 1,2</a:t>
            </a:r>
          </a:p>
        </p:txBody>
      </p:sp>
    </p:spTree>
    <p:extLst>
      <p:ext uri="{BB962C8B-B14F-4D97-AF65-F5344CB8AC3E}">
        <p14:creationId xmlns:p14="http://schemas.microsoft.com/office/powerpoint/2010/main" val="174975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4,6 × 0,2</a:t>
            </a:r>
          </a:p>
        </p:txBody>
      </p:sp>
    </p:spTree>
    <p:extLst>
      <p:ext uri="{BB962C8B-B14F-4D97-AF65-F5344CB8AC3E}">
        <p14:creationId xmlns:p14="http://schemas.microsoft.com/office/powerpoint/2010/main" val="28122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0,2 × 3,2</a:t>
            </a:r>
          </a:p>
        </p:txBody>
      </p:sp>
    </p:spTree>
    <p:extLst>
      <p:ext uri="{BB962C8B-B14F-4D97-AF65-F5344CB8AC3E}">
        <p14:creationId xmlns:p14="http://schemas.microsoft.com/office/powerpoint/2010/main" val="247613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6,3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2,1</a:t>
            </a:r>
          </a:p>
        </p:txBody>
      </p:sp>
    </p:spTree>
    <p:extLst>
      <p:ext uri="{BB962C8B-B14F-4D97-AF65-F5344CB8AC3E}">
        <p14:creationId xmlns:p14="http://schemas.microsoft.com/office/powerpoint/2010/main" val="10091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1,44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1,2 × 1,2</a:t>
            </a:r>
          </a:p>
        </p:txBody>
      </p:sp>
    </p:spTree>
    <p:extLst>
      <p:ext uri="{BB962C8B-B14F-4D97-AF65-F5344CB8AC3E}">
        <p14:creationId xmlns:p14="http://schemas.microsoft.com/office/powerpoint/2010/main" val="36986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1,4 × 0,3</a:t>
            </a:r>
          </a:p>
        </p:txBody>
      </p:sp>
    </p:spTree>
    <p:extLst>
      <p:ext uri="{BB962C8B-B14F-4D97-AF65-F5344CB8AC3E}">
        <p14:creationId xmlns:p14="http://schemas.microsoft.com/office/powerpoint/2010/main" val="364590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1,1 × 1,8</a:t>
            </a:r>
          </a:p>
        </p:txBody>
      </p:sp>
    </p:spTree>
    <p:extLst>
      <p:ext uri="{BB962C8B-B14F-4D97-AF65-F5344CB8AC3E}">
        <p14:creationId xmlns:p14="http://schemas.microsoft.com/office/powerpoint/2010/main" val="33314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8745</TotalTime>
  <Words>226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403</cp:revision>
  <cp:lastPrinted>2017-12-31T22:38:51Z</cp:lastPrinted>
  <dcterms:created xsi:type="dcterms:W3CDTF">2017-01-17T16:57:04Z</dcterms:created>
  <dcterms:modified xsi:type="dcterms:W3CDTF">2024-05-08T09:07:54Z</dcterms:modified>
</cp:coreProperties>
</file>