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04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Кошуу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15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6C9D2-3E3E-4736-9966-778D1A9D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618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4468E-BD34-43C2-B166-0C6BCE75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255" y="0"/>
            <a:ext cx="4979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5EC5C69-EF0E-4933-AEA7-6513963E72BA}"/>
              </a:ext>
            </a:extLst>
          </p:cNvPr>
          <p:cNvGrpSpPr/>
          <p:nvPr/>
        </p:nvGrpSpPr>
        <p:grpSpPr>
          <a:xfrm rot="16200000">
            <a:off x="-1058898" y="1058898"/>
            <a:ext cx="6882836" cy="4765040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F30236-F08F-4CE8-A4F6-50C5278BE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618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0A6963-DE37-4B18-8D5C-C5F9211A0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6255" y="0"/>
              <a:ext cx="4979745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7890E0-B26C-4D24-AC4C-4E6EBD7D1366}"/>
              </a:ext>
            </a:extLst>
          </p:cNvPr>
          <p:cNvGrpSpPr/>
          <p:nvPr/>
        </p:nvGrpSpPr>
        <p:grpSpPr>
          <a:xfrm rot="16200000">
            <a:off x="4082062" y="1058898"/>
            <a:ext cx="6882836" cy="476504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E0B6DA-583D-475B-8031-D5DFF0AB7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618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1CE0D2-E878-43FE-9C0C-2A8A972A9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6255" y="0"/>
              <a:ext cx="497974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7D8B623-7C9E-4F37-9F86-9B3F7DD13224}"/>
              </a:ext>
            </a:extLst>
          </p:cNvPr>
          <p:cNvGrpSpPr/>
          <p:nvPr/>
        </p:nvGrpSpPr>
        <p:grpSpPr>
          <a:xfrm>
            <a:off x="2032000" y="2513"/>
            <a:ext cx="7874000" cy="6830087"/>
            <a:chOff x="2072640" y="1885727"/>
            <a:chExt cx="4784984" cy="41506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814F590-5AEC-4B8A-8F24-58EB180A6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957" y="1885727"/>
              <a:ext cx="2479993" cy="21031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2A8AC6-06FA-4A39-8EB3-1AE8A9B0B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2640" y="3946704"/>
              <a:ext cx="4784984" cy="2089627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733F96F-AA28-F816-9F1A-76BCDFE52D33}"/>
              </a:ext>
            </a:extLst>
          </p:cNvPr>
          <p:cNvSpPr/>
          <p:nvPr/>
        </p:nvSpPr>
        <p:spPr>
          <a:xfrm>
            <a:off x="403327" y="255539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2019-05-06T03:04:20Z</cp:lastPrinted>
  <dcterms:created xsi:type="dcterms:W3CDTF">2017-01-17T16:57:04Z</dcterms:created>
  <dcterms:modified xsi:type="dcterms:W3CDTF">2024-05-24T10:35:40Z</dcterms:modified>
</cp:coreProperties>
</file>