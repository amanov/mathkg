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962" r:id="rId4"/>
    <p:sldId id="961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8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</p14:sldIdLst>
        </p14:section>
        <p14:section name="Титулдук слайд" id="{765A6E40-3071-4A2D-AD7D-3FCFB9F3EB92}">
          <p14:sldIdLst>
            <p14:sldId id="962"/>
          </p14:sldIdLst>
        </p14:section>
        <p14:section name="Жарыш баракчасы" id="{00752811-4816-4DA0-8B14-B1BA5F2CEB6F}">
          <p14:sldIdLst>
            <p14:sldId id="961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5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1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100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019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58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унаа жарышы</a:t>
            </a:r>
          </a:p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Суроону тандоо үчүн ак кутучаны басыңыз. Ошол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Команданын унаасын басып, бир орун алдыга жылдырыңыз. Жеңгенде анимация чыгат.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EFDDD-20EC-A622-1487-40C5FAEB7124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 ÷ 0,15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12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2BD3AC-FF65-5625-8DF1-281CC317B72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167CA-7392-EB3F-C47F-15D9F200FD09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5,4 ÷ 0,12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83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983D36-59F8-3CF5-06C9-44CCE92CF82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67F78-1413-34CC-2DD7-530CD125E04E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5,81 ÷ 0,07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9984A4-148C-72EC-39EC-82C14DE782D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F6D36-8445-BB6B-1970-2B46938B2FBD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9,02 ÷ 0,41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90346C-0EE0-F957-F0EE-965F0012E63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A9352-E3FA-90E2-4642-62FD6D74003D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 ÷ 0,12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C098E2-1FA6-75DB-B5A2-2803E850C8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4AC6F-93EB-57D0-3420-33B80C1EFD2B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63,6 ÷ 1,2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9029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37EE3F-BA70-D291-D317-AD9309A6A53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4ED8C-D969-AA18-8E2F-049E7EA910EB}"/>
              </a:ext>
            </a:extLst>
          </p:cNvPr>
          <p:cNvSpPr txBox="1"/>
          <p:nvPr/>
        </p:nvSpPr>
        <p:spPr>
          <a:xfrm>
            <a:off x="2023868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3,3 ÷ 0,15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8231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CB8B74-539D-17D6-FD21-6375CC55A2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F4FDB-95AB-D2E5-35E4-2FDA2C56B71C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83,7 ÷ 2,7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915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9E6BC6-D0B5-F67C-31EC-4D074EB23E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A556E-3580-D2B4-DE27-4E533A07765B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9 ÷ 0,25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6156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DF6204-9BEC-8206-A87C-43BC102993A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CB85B-4588-85B3-AD38-CCCD6EC82B79}"/>
              </a:ext>
            </a:extLst>
          </p:cNvPr>
          <p:cNvSpPr txBox="1"/>
          <p:nvPr/>
        </p:nvSpPr>
        <p:spPr>
          <a:xfrm>
            <a:off x="2023868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44,8 ÷ 1,6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C0453D-C2B6-113F-A0F7-14C8A31C705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2381F-C906-A1AD-30EE-F92F62DF70E3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4,4 ÷ 0,08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87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8CF212-A67F-2643-F3E4-3C98EB5BF91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B69B7-807E-6C69-58D4-8050A8F22A15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2,61 ÷ 0,03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18949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315BA7-D840-9D96-5294-7F08A3D874DB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BE1C4-44D2-C5CE-7043-A109BE4EBA44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0,35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9EE6BF-2F30-C60F-C6E0-122B2BE3CF9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6E671-9747-0CEA-6C6F-EF055430DCCB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13,2 ÷ 1,1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0901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7D4978-2A30-F4DD-E29D-FBFBFD999CFB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9C2A8-3041-D2B9-1D94-5D55984C8C59}"/>
              </a:ext>
            </a:extLst>
          </p:cNvPr>
          <p:cNvSpPr txBox="1"/>
          <p:nvPr/>
        </p:nvSpPr>
        <p:spPr>
          <a:xfrm>
            <a:off x="1712084" y="1982181"/>
            <a:ext cx="57198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7,14 ÷ 0,17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BDD58C-F5E0-24A9-D338-B33D0D71F19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734EF-B186-512F-3E5C-AB77FB62538E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4,42 ÷ 0,17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748016"/>
            <a:ext cx="8530046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srgbClr val="FF0000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21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10384</TotalTime>
  <Words>238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2017-12-31T22:38:51Z</cp:lastPrinted>
  <dcterms:created xsi:type="dcterms:W3CDTF">2017-01-17T16:57:04Z</dcterms:created>
  <dcterms:modified xsi:type="dcterms:W3CDTF">2024-08-31T17:17:43Z</dcterms:modified>
</cp:coreProperties>
</file>