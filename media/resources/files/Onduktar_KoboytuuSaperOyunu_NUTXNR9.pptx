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1" r:id="rId3"/>
  </p:sldMasterIdLst>
  <p:notesMasterIdLst>
    <p:notesMasterId r:id="rId11"/>
  </p:notesMasterIdLst>
  <p:sldIdLst>
    <p:sldId id="946" r:id="rId4"/>
    <p:sldId id="940" r:id="rId5"/>
    <p:sldId id="945" r:id="rId6"/>
    <p:sldId id="944" r:id="rId7"/>
    <p:sldId id="942" r:id="rId8"/>
    <p:sldId id="943" r:id="rId9"/>
    <p:sldId id="274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Impact" panose="020B0806030902050204" pitchFamily="3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24" y="7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font" Target="fonts/font4.fntdata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35CC-13A7-47C8-A394-7DB58A443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1059E-785D-4531-A6E3-BF065116C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46D654-DD2F-432D-8974-4EB0D1FE51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359868-D9E1-4AA2-9299-4A660E7CB0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02A564-43D1-4121-8B84-3B88B1856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3B1D8-4244-4635-A564-4729AC3190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474605"/>
      </p:ext>
    </p:extLst>
  </p:cSld>
  <p:clrMapOvr>
    <a:masterClrMapping/>
  </p:clrMapOvr>
  <p:transition spd="med"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3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08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7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55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0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4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23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58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461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2985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4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18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822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9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31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50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39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872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703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796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840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178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180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93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65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Сапер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у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2 же андан көп команда бомбалардан качуу менен упай чогултууга аракет кылышат.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Командалар/жеке адамдар жооп берүү үчүн суроолорду тандашат. Алардын тууралыгын текшергенден кийин, мугалим/окуучу тиешелүү кутучага тийип/басышы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упай топтойт. Бомбаны ачса, жарымынан (же баарынан) айрылат.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Слайддардын кыйынчылыгы көбөйөт. Кийинки слайдга өтүү үчүн "Кийинки оюн" баскычын басыңыз.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28DBFD-487A-304D-199F-ACF5873829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98" y="40831"/>
            <a:ext cx="938974" cy="938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F6D682-5369-3905-2866-43A1974A00FE}"/>
              </a:ext>
            </a:extLst>
          </p:cNvPr>
          <p:cNvSpPr txBox="1"/>
          <p:nvPr/>
        </p:nvSpPr>
        <p:spPr>
          <a:xfrm>
            <a:off x="7053580" y="279485"/>
            <a:ext cx="2852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Бул</a:t>
            </a:r>
            <a:r>
              <a:rPr lang="en-US" sz="2400" dirty="0"/>
              <a:t> </a:t>
            </a:r>
            <a:r>
              <a:rPr lang="en-US" sz="2400" dirty="0" err="1"/>
              <a:t>оюнда</a:t>
            </a:r>
            <a:r>
              <a:rPr lang="en-US" sz="2400" dirty="0"/>
              <a:t> </a:t>
            </a:r>
            <a:r>
              <a:rPr lang="en-US" sz="2400" dirty="0" err="1"/>
              <a:t>үн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CF75AE-B72E-4F12-B334-6BAA373A4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52226" y="174147"/>
            <a:ext cx="2993947" cy="2919098"/>
          </a:xfrm>
          <a:prstGeom prst="rect">
            <a:avLst/>
          </a:prstGeom>
        </p:spPr>
      </p:pic>
      <p:sp>
        <p:nvSpPr>
          <p:cNvPr id="3074" name="Rectangle 8">
            <a:extLst>
              <a:ext uri="{FF2B5EF4-FFF2-40B4-BE49-F238E27FC236}">
                <a16:creationId xmlns:a16="http://schemas.microsoft.com/office/drawing/2014/main" id="{52E574F1-91DF-4020-BED4-3B7323D34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" y="166688"/>
            <a:ext cx="8623300" cy="64897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8800"/>
          </a:p>
        </p:txBody>
      </p:sp>
      <p:sp>
        <p:nvSpPr>
          <p:cNvPr id="215055" name="AutoShape 15" descr="Picture1">
            <a:extLst>
              <a:ext uri="{FF2B5EF4-FFF2-40B4-BE49-F238E27FC236}">
                <a16:creationId xmlns:a16="http://schemas.microsoft.com/office/drawing/2014/main" id="{2B19A462-0209-44FF-A746-8083D954C350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4445210" y="-571259"/>
            <a:ext cx="5580063" cy="5211763"/>
          </a:xfrm>
          <a:prstGeom prst="irregularSeal2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8800"/>
          </a:p>
        </p:txBody>
      </p:sp>
      <p:sp>
        <p:nvSpPr>
          <p:cNvPr id="215050" name="WordArt 10">
            <a:extLst>
              <a:ext uri="{FF2B5EF4-FFF2-40B4-BE49-F238E27FC236}">
                <a16:creationId xmlns:a16="http://schemas.microsoft.com/office/drawing/2014/main" id="{EE6172DC-8F32-41B3-A046-8F49261DF3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83025" y="3498851"/>
            <a:ext cx="1430338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215051" name="WordArt 11">
            <a:extLst>
              <a:ext uri="{FF2B5EF4-FFF2-40B4-BE49-F238E27FC236}">
                <a16:creationId xmlns:a16="http://schemas.microsoft.com/office/drawing/2014/main" id="{4895E700-0A8A-447F-97DA-6F9EDAB0C42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3264" y="4959351"/>
            <a:ext cx="1430337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215052" name="WordArt 12">
            <a:extLst>
              <a:ext uri="{FF2B5EF4-FFF2-40B4-BE49-F238E27FC236}">
                <a16:creationId xmlns:a16="http://schemas.microsoft.com/office/drawing/2014/main" id="{532EA208-7424-447E-B792-2DF77A43612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223000" y="5229226"/>
            <a:ext cx="1430338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215053" name="WordArt 13">
            <a:extLst>
              <a:ext uri="{FF2B5EF4-FFF2-40B4-BE49-F238E27FC236}">
                <a16:creationId xmlns:a16="http://schemas.microsoft.com/office/drawing/2014/main" id="{F2CE44AA-8844-4036-8A34-839B28CB008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73964" y="4308476"/>
            <a:ext cx="1430337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215054" name="WordArt 14">
            <a:extLst>
              <a:ext uri="{FF2B5EF4-FFF2-40B4-BE49-F238E27FC236}">
                <a16:creationId xmlns:a16="http://schemas.microsoft.com/office/drawing/2014/main" id="{74E01C96-A2A4-4384-A018-AD3AE79A3A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62639" y="3608389"/>
            <a:ext cx="1430337" cy="1190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A52047-2B48-407D-9257-3C655A7AB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248" y="3390586"/>
            <a:ext cx="2993947" cy="29190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FE7274-1CC9-3834-99D1-3BF23986E834}"/>
              </a:ext>
            </a:extLst>
          </p:cNvPr>
          <p:cNvSpPr/>
          <p:nvPr/>
        </p:nvSpPr>
        <p:spPr>
          <a:xfrm>
            <a:off x="1360687" y="856279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1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21505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5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5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0" grpId="0"/>
      <p:bldP spid="215051" grpId="0"/>
      <p:bldP spid="215052" grpId="0"/>
      <p:bldP spid="215053" grpId="0"/>
      <p:bldP spid="2150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520695-F93E-109B-C904-378A196813BD}"/>
              </a:ext>
            </a:extLst>
          </p:cNvPr>
          <p:cNvSpPr/>
          <p:nvPr/>
        </p:nvSpPr>
        <p:spPr>
          <a:xfrm>
            <a:off x="222767" y="195692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46010" y="236347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42195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45454" y="3327294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328771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25936" y="3360481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237807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4679" y="327145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57898" y="2392909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42179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9724" y="6072506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86452" y="5180744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96719" y="430576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24253" y="60343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05192" y="606370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132" y="2216817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153" y="4088490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415" y="3200022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000" y="5002042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58" y="5917481"/>
            <a:ext cx="905609" cy="882969"/>
          </a:xfrm>
          <a:prstGeom prst="rect">
            <a:avLst/>
          </a:prstGeom>
        </p:spPr>
      </p:pic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24" y="1002375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0,4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0,9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0,6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0,4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625600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dirty="0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2318171" y="1546007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2375523" y="4489035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8192305" y="3352217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5377803" y="533797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6930235" y="2568065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8584816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9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1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7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9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4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 nodeType="clickPar">
                      <p:stCondLst>
                        <p:cond delay="0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 nodeType="clickPar">
                      <p:stCondLst>
                        <p:cond delay="0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1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3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3000"/>
                            </p:stCondLst>
                            <p:childTnLst>
                              <p:par>
                                <p:cTn id="19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 nodeType="clickPar">
                      <p:stCondLst>
                        <p:cond delay="0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4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 nodeType="clickPar">
                      <p:stCondLst>
                        <p:cond delay="0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EBD210-9CB1-38F6-0EDE-217CFF43FCB6}"/>
              </a:ext>
            </a:extLst>
          </p:cNvPr>
          <p:cNvSpPr/>
          <p:nvPr/>
        </p:nvSpPr>
        <p:spPr>
          <a:xfrm>
            <a:off x="126720" y="126563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24225" y="4286397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1395" y="603021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6076950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02156" y="330835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2344417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29755" y="327362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70404" y="239950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42179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423862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7213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6581" y="6082509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51166" y="2314444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478" y="3115209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749" y="4131856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392" y="3152935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20" y="4975160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3237" y="5914717"/>
            <a:ext cx="905609" cy="882969"/>
          </a:xfrm>
          <a:prstGeom prst="rect">
            <a:avLst/>
          </a:prstGeom>
        </p:spPr>
      </p:pic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07" y="694851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0,4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0,9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0,6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586474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sz="800" dirty="0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2328649" y="2546351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870950" y="4494622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6754474" y="350149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8421065" y="5415741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5319849" y="264232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43700614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5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3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5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 nodeType="clickPar">
                      <p:stCondLst>
                        <p:cond delay="0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 nodeType="clickPar">
                      <p:stCondLst>
                        <p:cond delay="0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2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8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000"/>
                            </p:stCondLst>
                            <p:childTnLst>
                              <p:par>
                                <p:cTn id="20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3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5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000"/>
                            </p:stCondLst>
                            <p:childTnLst>
                              <p:par>
                                <p:cTn id="20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8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0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58F199-A423-E95A-E151-DA2ECE861923}"/>
              </a:ext>
            </a:extLst>
          </p:cNvPr>
          <p:cNvSpPr/>
          <p:nvPr/>
        </p:nvSpPr>
        <p:spPr>
          <a:xfrm>
            <a:off x="166301" y="126563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42195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6076950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328771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237807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42291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42179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2453" y="4238625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67213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60801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14" y="2226725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975" y="3144824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880" y="3170756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297" y="5032375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47" y="5907786"/>
            <a:ext cx="905609" cy="882969"/>
          </a:xfrm>
          <a:prstGeom prst="rect">
            <a:avLst/>
          </a:prstGeom>
        </p:spPr>
      </p:pic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5" y="695106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3,1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1,7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0,6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2,8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1,4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507555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sz="800" dirty="0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5235578" y="1547816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894141" y="450850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8281991" y="253682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6856416" y="5348291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894141" y="261937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381588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3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9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3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3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5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 nodeType="clickPar">
                      <p:stCondLst>
                        <p:cond delay="0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 nodeType="clickPar">
                      <p:stCondLst>
                        <p:cond delay="0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2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7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9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1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2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4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 nodeType="clickPar">
                      <p:stCondLst>
                        <p:cond delay="0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5C56D9-EC0F-ACD1-DB64-4376B2B4C753}"/>
              </a:ext>
            </a:extLst>
          </p:cNvPr>
          <p:cNvSpPr/>
          <p:nvPr/>
        </p:nvSpPr>
        <p:spPr>
          <a:xfrm>
            <a:off x="177347" y="126563"/>
            <a:ext cx="2310248" cy="1938992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  <a:sp3d contourW="57150">
            <a:bevelT w="101600" prst="riblet"/>
            <a:contourClr>
              <a:schemeClr val="bg2">
                <a:lumMod val="90000"/>
              </a:schemeClr>
            </a:contourClr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>
                <a:ln w="0"/>
                <a:solidFill>
                  <a:srgbClr val="FF0000"/>
                </a:solidFill>
                <a:effectLst>
                  <a:glow rad="1308100">
                    <a:schemeClr val="accent4">
                      <a:satMod val="175000"/>
                      <a:alpha val="40000"/>
                    </a:schemeClr>
                  </a:glow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0000" endA="300" endPos="50000" dist="29997" dir="5400000" sy="-100000" algn="bl" rotWithShape="0"/>
                </a:effectLst>
              </a:rPr>
              <a:t>САПЕР </a:t>
            </a:r>
          </a:p>
          <a:p>
            <a:pPr algn="ctr"/>
            <a:endParaRPr lang="en-US" sz="6600" b="1" cap="none" spc="50" dirty="0">
              <a:ln w="0"/>
              <a:solidFill>
                <a:schemeClr val="bg2"/>
              </a:solidFill>
              <a:effectLst>
                <a:glow rad="1308100">
                  <a:schemeClr val="accent4">
                    <a:satMod val="175000"/>
                    <a:alpha val="40000"/>
                  </a:schemeClr>
                </a:glow>
                <a:innerShdw blurRad="63500" dist="50800" dir="13500000">
                  <a:srgbClr val="000000">
                    <a:alpha val="50000"/>
                  </a:srgbClr>
                </a:inn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E4D1CF-96DE-4874-ABF3-97806F25C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8" y="2259016"/>
            <a:ext cx="7362825" cy="459898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rgbClr val="DDDDDD"/>
              </a:gs>
            </a:gsLst>
            <a:path path="shape">
              <a:fillToRect l="50000" t="50000" r="50000" b="50000"/>
            </a:path>
          </a:gradFill>
          <a:ln w="381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0266" name="WordArt 14">
            <a:extLst>
              <a:ext uri="{FF2B5EF4-FFF2-40B4-BE49-F238E27FC236}">
                <a16:creationId xmlns:a16="http://schemas.microsoft.com/office/drawing/2014/main" id="{5E2D5F0C-F38B-4C0F-A8A6-72AE8699C1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23876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42" name="WordArt 20">
            <a:extLst>
              <a:ext uri="{FF2B5EF4-FFF2-40B4-BE49-F238E27FC236}">
                <a16:creationId xmlns:a16="http://schemas.microsoft.com/office/drawing/2014/main" id="{24A27E82-97E1-4922-8DB6-D238CF33AA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237807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0" name="WordArt 17">
            <a:extLst>
              <a:ext uri="{FF2B5EF4-FFF2-40B4-BE49-F238E27FC236}">
                <a16:creationId xmlns:a16="http://schemas.microsoft.com/office/drawing/2014/main" id="{89D940AC-BA2A-4454-884C-DB991B4F32B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607695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1" name="WordArt 25">
            <a:extLst>
              <a:ext uri="{FF2B5EF4-FFF2-40B4-BE49-F238E27FC236}">
                <a16:creationId xmlns:a16="http://schemas.microsoft.com/office/drawing/2014/main" id="{F790A1D1-2F3D-4093-994C-4EC908F29DD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2" name="WordArt 8">
            <a:extLst>
              <a:ext uri="{FF2B5EF4-FFF2-40B4-BE49-F238E27FC236}">
                <a16:creationId xmlns:a16="http://schemas.microsoft.com/office/drawing/2014/main" id="{CD9693BC-3C2A-4E9B-930B-96100428215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62815" y="6044974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3" name="WordArt 9">
            <a:extLst>
              <a:ext uri="{FF2B5EF4-FFF2-40B4-BE49-F238E27FC236}">
                <a16:creationId xmlns:a16="http://schemas.microsoft.com/office/drawing/2014/main" id="{3698A243-002E-40F0-99ED-F255024AA9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6076950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54" name="WordArt 10">
            <a:extLst>
              <a:ext uri="{FF2B5EF4-FFF2-40B4-BE49-F238E27FC236}">
                <a16:creationId xmlns:a16="http://schemas.microsoft.com/office/drawing/2014/main" id="{C2D70148-0146-42B5-9F2B-C63C8AC6FE9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2953" y="3287713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5" name="WordArt 12">
            <a:extLst>
              <a:ext uri="{FF2B5EF4-FFF2-40B4-BE49-F238E27FC236}">
                <a16:creationId xmlns:a16="http://schemas.microsoft.com/office/drawing/2014/main" id="{75084038-9A13-4FD5-B46E-ABC01D5321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3287713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56" name="WordArt 15">
            <a:extLst>
              <a:ext uri="{FF2B5EF4-FFF2-40B4-BE49-F238E27FC236}">
                <a16:creationId xmlns:a16="http://schemas.microsoft.com/office/drawing/2014/main" id="{73360584-A248-4D80-BDB1-057E3020E6C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69651" y="4245137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sp>
        <p:nvSpPr>
          <p:cNvPr id="10257" name="WordArt 16">
            <a:extLst>
              <a:ext uri="{FF2B5EF4-FFF2-40B4-BE49-F238E27FC236}">
                <a16:creationId xmlns:a16="http://schemas.microsoft.com/office/drawing/2014/main" id="{BCE95F32-EB71-4FC5-B3C5-9980E27299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59038" y="3271272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58" name="WordArt 18">
            <a:extLst>
              <a:ext uri="{FF2B5EF4-FFF2-40B4-BE49-F238E27FC236}">
                <a16:creationId xmlns:a16="http://schemas.microsoft.com/office/drawing/2014/main" id="{8DF07E7E-E840-4C13-B9C5-8E9FC34685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764588" y="4229100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59" name="WordArt 21">
            <a:extLst>
              <a:ext uri="{FF2B5EF4-FFF2-40B4-BE49-F238E27FC236}">
                <a16:creationId xmlns:a16="http://schemas.microsoft.com/office/drawing/2014/main" id="{8B05DE07-A4F3-4504-9C42-D5C460FE1E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81765" y="3302937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0" name="WordArt 22">
            <a:extLst>
              <a:ext uri="{FF2B5EF4-FFF2-40B4-BE49-F238E27FC236}">
                <a16:creationId xmlns:a16="http://schemas.microsoft.com/office/drawing/2014/main" id="{F60030B9-9CCA-452B-B84B-607ED180F29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94563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1" name="WordArt 23">
            <a:extLst>
              <a:ext uri="{FF2B5EF4-FFF2-40B4-BE49-F238E27FC236}">
                <a16:creationId xmlns:a16="http://schemas.microsoft.com/office/drawing/2014/main" id="{F72C0314-9E93-4262-8626-A1543F73F54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24322" y="3296784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2" name="WordArt 24">
            <a:extLst>
              <a:ext uri="{FF2B5EF4-FFF2-40B4-BE49-F238E27FC236}">
                <a16:creationId xmlns:a16="http://schemas.microsoft.com/office/drawing/2014/main" id="{CA894AE3-DEC8-44C0-A756-A3AB32BC095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26128" y="5157788"/>
            <a:ext cx="811213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3" name="WordArt 26">
            <a:extLst>
              <a:ext uri="{FF2B5EF4-FFF2-40B4-BE49-F238E27FC236}">
                <a16:creationId xmlns:a16="http://schemas.microsoft.com/office/drawing/2014/main" id="{98673A61-06D3-4DAF-A636-02C4C003B4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329909" y="5145249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+4</a:t>
            </a:r>
          </a:p>
        </p:txBody>
      </p:sp>
      <p:sp>
        <p:nvSpPr>
          <p:cNvPr id="10264" name="WordArt 11">
            <a:extLst>
              <a:ext uri="{FF2B5EF4-FFF2-40B4-BE49-F238E27FC236}">
                <a16:creationId xmlns:a16="http://schemas.microsoft.com/office/drawing/2014/main" id="{ECA00BC0-A989-4D79-955A-89AB846B3F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42386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+3</a:t>
            </a:r>
          </a:p>
        </p:txBody>
      </p:sp>
      <p:sp>
        <p:nvSpPr>
          <p:cNvPr id="10265" name="WordArt 13">
            <a:extLst>
              <a:ext uri="{FF2B5EF4-FFF2-40B4-BE49-F238E27FC236}">
                <a16:creationId xmlns:a16="http://schemas.microsoft.com/office/drawing/2014/main" id="{3B852E45-6C5D-4BFA-B806-4C0E037B0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800332" y="4289566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+5</a:t>
            </a:r>
          </a:p>
        </p:txBody>
      </p:sp>
      <p:sp>
        <p:nvSpPr>
          <p:cNvPr id="10267" name="WordArt 19">
            <a:extLst>
              <a:ext uri="{FF2B5EF4-FFF2-40B4-BE49-F238E27FC236}">
                <a16:creationId xmlns:a16="http://schemas.microsoft.com/office/drawing/2014/main" id="{BA8BD3E2-7070-42EE-9172-932FF26AD64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5157788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+1</a:t>
            </a:r>
          </a:p>
        </p:txBody>
      </p:sp>
      <p:sp>
        <p:nvSpPr>
          <p:cNvPr id="10268" name="WordArt 27">
            <a:extLst>
              <a:ext uri="{FF2B5EF4-FFF2-40B4-BE49-F238E27FC236}">
                <a16:creationId xmlns:a16="http://schemas.microsoft.com/office/drawing/2014/main" id="{9A6424BC-7D87-4829-8D3A-566D0F596ED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03538" y="6080125"/>
            <a:ext cx="811212" cy="66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+2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0891F7A8-34AE-4639-BACA-CDD8FC6E0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14" y="2226725"/>
            <a:ext cx="905609" cy="88296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050D8A-7B00-4878-BA0B-B5068FABC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346" y="2257810"/>
            <a:ext cx="905609" cy="882969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FF7EAFF-DFD3-4A6C-86FF-02F16B581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354" y="2235280"/>
            <a:ext cx="905609" cy="88296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15744955-498E-4EEF-8D2A-19AA04FE97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545" y="5946215"/>
            <a:ext cx="905609" cy="882969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5039B5-2104-4E79-9C57-5CD122BEC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23" y="4124009"/>
            <a:ext cx="905609" cy="882969"/>
          </a:xfrm>
          <a:prstGeom prst="rect">
            <a:avLst/>
          </a:prstGeom>
        </p:spPr>
      </p:pic>
      <p:sp>
        <p:nvSpPr>
          <p:cNvPr id="221214" name="Rectangle 30">
            <a:extLst>
              <a:ext uri="{FF2B5EF4-FFF2-40B4-BE49-F238E27FC236}">
                <a16:creationId xmlns:a16="http://schemas.microsoft.com/office/drawing/2014/main" id="{22F77BE8-9BC3-4DB2-8F60-BD468D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2" name="Rectangle 28">
            <a:extLst>
              <a:ext uri="{FF2B5EF4-FFF2-40B4-BE49-F238E27FC236}">
                <a16:creationId xmlns:a16="http://schemas.microsoft.com/office/drawing/2014/main" id="{EDC9DA92-A210-49E9-B04C-609CA8327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3" name="Rectangle 29">
            <a:extLst>
              <a:ext uri="{FF2B5EF4-FFF2-40B4-BE49-F238E27FC236}">
                <a16:creationId xmlns:a16="http://schemas.microsoft.com/office/drawing/2014/main" id="{332C5364-5329-419B-A682-56E742B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5" name="Rectangle 31">
            <a:extLst>
              <a:ext uri="{FF2B5EF4-FFF2-40B4-BE49-F238E27FC236}">
                <a16:creationId xmlns:a16="http://schemas.microsoft.com/office/drawing/2014/main" id="{88E807A5-20E0-472F-B5A5-6CD627DAD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2246313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6" name="Rectangle 32">
            <a:extLst>
              <a:ext uri="{FF2B5EF4-FFF2-40B4-BE49-F238E27FC236}">
                <a16:creationId xmlns:a16="http://schemas.microsoft.com/office/drawing/2014/main" id="{7AB4FD6E-E481-4DEC-A6A4-9A2A5585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7" name="Rectangle 33">
            <a:extLst>
              <a:ext uri="{FF2B5EF4-FFF2-40B4-BE49-F238E27FC236}">
                <a16:creationId xmlns:a16="http://schemas.microsoft.com/office/drawing/2014/main" id="{4D6B3D51-7F2A-4FDB-98ED-D63931E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8" name="Rectangle 34">
            <a:extLst>
              <a:ext uri="{FF2B5EF4-FFF2-40B4-BE49-F238E27FC236}">
                <a16:creationId xmlns:a16="http://schemas.microsoft.com/office/drawing/2014/main" id="{A3381E4C-7BFE-40F7-A3F8-48B75C5F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19" name="Rectangle 35">
            <a:extLst>
              <a:ext uri="{FF2B5EF4-FFF2-40B4-BE49-F238E27FC236}">
                <a16:creationId xmlns:a16="http://schemas.microsoft.com/office/drawing/2014/main" id="{DC5E1DE8-7CB6-4135-AB49-B725502C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3175398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0" name="Rectangle 36">
            <a:extLst>
              <a:ext uri="{FF2B5EF4-FFF2-40B4-BE49-F238E27FC236}">
                <a16:creationId xmlns:a16="http://schemas.microsoft.com/office/drawing/2014/main" id="{FC3D9A20-16A9-41FD-9465-8F081CCA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1" name="Rectangle 37">
            <a:extLst>
              <a:ext uri="{FF2B5EF4-FFF2-40B4-BE49-F238E27FC236}">
                <a16:creationId xmlns:a16="http://schemas.microsoft.com/office/drawing/2014/main" id="{5ACF195A-969D-4C03-A3BE-9B1602F5D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3175398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2" name="Rectangle 38">
            <a:extLst>
              <a:ext uri="{FF2B5EF4-FFF2-40B4-BE49-F238E27FC236}">
                <a16:creationId xmlns:a16="http://schemas.microsoft.com/office/drawing/2014/main" id="{15DFE38A-52EE-4FE7-AB9A-269D545C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3" name="Rectangle 39">
            <a:extLst>
              <a:ext uri="{FF2B5EF4-FFF2-40B4-BE49-F238E27FC236}">
                <a16:creationId xmlns:a16="http://schemas.microsoft.com/office/drawing/2014/main" id="{9106756E-E819-4F86-93B0-C2A68D9E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4104484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4" name="Rectangle 40">
            <a:extLst>
              <a:ext uri="{FF2B5EF4-FFF2-40B4-BE49-F238E27FC236}">
                <a16:creationId xmlns:a16="http://schemas.microsoft.com/office/drawing/2014/main" id="{B9A00034-BEB4-4600-B082-36D3112E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5" name="Rectangle 41">
            <a:extLst>
              <a:ext uri="{FF2B5EF4-FFF2-40B4-BE49-F238E27FC236}">
                <a16:creationId xmlns:a16="http://schemas.microsoft.com/office/drawing/2014/main" id="{3310B86E-5D12-4720-9652-573649E84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6" name="Rectangle 42">
            <a:extLst>
              <a:ext uri="{FF2B5EF4-FFF2-40B4-BE49-F238E27FC236}">
                <a16:creationId xmlns:a16="http://schemas.microsoft.com/office/drawing/2014/main" id="{899B3EF7-B3B5-4FB3-81DC-F88E63ABE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4104484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7" name="Rectangle 43">
            <a:extLst>
              <a:ext uri="{FF2B5EF4-FFF2-40B4-BE49-F238E27FC236}">
                <a16:creationId xmlns:a16="http://schemas.microsoft.com/office/drawing/2014/main" id="{5A762E84-EDBB-4858-8ACE-A631F9F75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8" name="Rectangle 44">
            <a:extLst>
              <a:ext uri="{FF2B5EF4-FFF2-40B4-BE49-F238E27FC236}">
                <a16:creationId xmlns:a16="http://schemas.microsoft.com/office/drawing/2014/main" id="{72EAB8C4-2D82-48F4-9E8D-FACE45BF5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033569"/>
            <a:ext cx="1439863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29" name="Rectangle 45">
            <a:extLst>
              <a:ext uri="{FF2B5EF4-FFF2-40B4-BE49-F238E27FC236}">
                <a16:creationId xmlns:a16="http://schemas.microsoft.com/office/drawing/2014/main" id="{6FB7F4B8-D253-4EED-8490-ECCAF73D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0" name="Rectangle 46">
            <a:extLst>
              <a:ext uri="{FF2B5EF4-FFF2-40B4-BE49-F238E27FC236}">
                <a16:creationId xmlns:a16="http://schemas.microsoft.com/office/drawing/2014/main" id="{FC1D39EA-0ADF-4990-89A4-0A87BDEC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033569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1" name="Rectangle 47">
            <a:extLst>
              <a:ext uri="{FF2B5EF4-FFF2-40B4-BE49-F238E27FC236}">
                <a16:creationId xmlns:a16="http://schemas.microsoft.com/office/drawing/2014/main" id="{6A5EB98A-86DD-441A-8A06-2611645E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8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2" name="Rectangle 48">
            <a:extLst>
              <a:ext uri="{FF2B5EF4-FFF2-40B4-BE49-F238E27FC236}">
                <a16:creationId xmlns:a16="http://schemas.microsoft.com/office/drawing/2014/main" id="{46FD74CA-A398-4FB9-8DA8-24809B84B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319" y="5962653"/>
            <a:ext cx="1439863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3" name="Rectangle 49">
            <a:extLst>
              <a:ext uri="{FF2B5EF4-FFF2-40B4-BE49-F238E27FC236}">
                <a16:creationId xmlns:a16="http://schemas.microsoft.com/office/drawing/2014/main" id="{96018D92-4736-4ADB-A4A4-0902AA291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36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4" name="Rectangle 50">
            <a:extLst>
              <a:ext uri="{FF2B5EF4-FFF2-40B4-BE49-F238E27FC236}">
                <a16:creationId xmlns:a16="http://schemas.microsoft.com/office/drawing/2014/main" id="{AB624CD1-F925-461A-A38A-B4009D12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400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35" name="Rectangle 51">
            <a:extLst>
              <a:ext uri="{FF2B5EF4-FFF2-40B4-BE49-F238E27FC236}">
                <a16:creationId xmlns:a16="http://schemas.microsoft.com/office/drawing/2014/main" id="{C4E1BA08-FC3C-431C-8C20-56D7629F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5962653"/>
            <a:ext cx="1439862" cy="900113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221254" name="Rectangle 70">
            <a:extLst>
              <a:ext uri="{FF2B5EF4-FFF2-40B4-BE49-F238E27FC236}">
                <a16:creationId xmlns:a16="http://schemas.microsoft.com/office/drawing/2014/main" id="{B59457D5-211C-4DD9-B9E5-98281AD4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438" y="2246313"/>
            <a:ext cx="1439862" cy="900112"/>
          </a:xfrm>
          <a:prstGeom prst="rect">
            <a:avLst/>
          </a:prstGeom>
          <a:gradFill rotWithShape="1">
            <a:gsLst>
              <a:gs pos="0">
                <a:srgbClr val="CBCBCB"/>
              </a:gs>
              <a:gs pos="13000">
                <a:srgbClr val="5F5F5F"/>
              </a:gs>
              <a:gs pos="21001">
                <a:srgbClr val="5F5F5F"/>
              </a:gs>
              <a:gs pos="63000">
                <a:srgbClr val="FFFFFF"/>
              </a:gs>
              <a:gs pos="67000">
                <a:srgbClr val="B2B2B2"/>
              </a:gs>
              <a:gs pos="69000">
                <a:srgbClr val="292929"/>
              </a:gs>
              <a:gs pos="82001">
                <a:srgbClr val="777777"/>
              </a:gs>
              <a:gs pos="100000">
                <a:srgbClr val="EAEAEA"/>
              </a:gs>
            </a:gsLst>
            <a:lin ang="18900000" scaled="1"/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B0BDD31-C46E-4E32-A7E5-505CBC2731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05" y="695106"/>
            <a:ext cx="1507555" cy="1469867"/>
          </a:xfrm>
          <a:prstGeom prst="rect">
            <a:avLst/>
          </a:prstGeom>
        </p:spPr>
      </p:pic>
      <p:sp>
        <p:nvSpPr>
          <p:cNvPr id="68" name="Rectangle 56">
            <a:extLst>
              <a:ext uri="{FF2B5EF4-FFF2-40B4-BE49-F238E27FC236}">
                <a16:creationId xmlns:a16="http://schemas.microsoft.com/office/drawing/2014/main" id="{4D20C4AF-D137-44C8-BFD1-3BEA4410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934706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2,7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29B9198F-A167-4B64-8F11-A15635CF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0000" y="8414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2,5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Rectangle 58">
            <a:extLst>
              <a:ext uri="{FF2B5EF4-FFF2-40B4-BE49-F238E27FC236}">
                <a16:creationId xmlns:a16="http://schemas.microsoft.com/office/drawing/2014/main" id="{C42628AD-11D5-4503-B277-CF526247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5007449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4,8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Rectangle 59">
            <a:extLst>
              <a:ext uri="{FF2B5EF4-FFF2-40B4-BE49-F238E27FC236}">
                <a16:creationId xmlns:a16="http://schemas.microsoft.com/office/drawing/2014/main" id="{B8B601DE-A754-4A7F-AFE6-2E82B4CD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4080192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1,2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Rectangle 60">
            <a:extLst>
              <a:ext uri="{FF2B5EF4-FFF2-40B4-BE49-F238E27FC236}">
                <a16:creationId xmlns:a16="http://schemas.microsoft.com/office/drawing/2014/main" id="{84A60EE1-67E7-443D-8E9E-B2AA12DF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3152935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3,6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Rectangle 61">
            <a:extLst>
              <a:ext uri="{FF2B5EF4-FFF2-40B4-BE49-F238E27FC236}">
                <a16:creationId xmlns:a16="http://schemas.microsoft.com/office/drawing/2014/main" id="{22B9F507-E46C-4665-B341-8837ED8D4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2225678"/>
            <a:ext cx="2538288" cy="9360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6699FF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2,3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62">
            <a:extLst>
              <a:ext uri="{FF2B5EF4-FFF2-40B4-BE49-F238E27FC236}">
                <a16:creationId xmlns:a16="http://schemas.microsoft.com/office/drawing/2014/main" id="{DE016C38-DF68-4232-A731-54F226FC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882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4,1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Rectangle 63">
            <a:extLst>
              <a:ext uri="{FF2B5EF4-FFF2-40B4-BE49-F238E27FC236}">
                <a16:creationId xmlns:a16="http://schemas.microsoft.com/office/drawing/2014/main" id="{7103CF37-7BA9-44DB-9D8A-A8E270D19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764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2,2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A0D98F1D-38BA-4595-B20B-EB92CC257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9646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/>
            <a:r>
              <a:rPr lang="en-US" altLang="ko-KR" sz="4800" dirty="0">
                <a:solidFill>
                  <a:prstClr val="black"/>
                </a:solidFill>
                <a:latin typeface="Calibri" panose="020F0502020204030204"/>
                <a:ea typeface="굴림" panose="020B0600000101010101" pitchFamily="34" charset="-127"/>
              </a:rPr>
              <a:t>0,8</a:t>
            </a:r>
            <a:endParaRPr lang="en-US" alt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Rectangle 65">
            <a:extLst>
              <a:ext uri="{FF2B5EF4-FFF2-40B4-BE49-F238E27FC236}">
                <a16:creationId xmlns:a16="http://schemas.microsoft.com/office/drawing/2014/main" id="{1AD2FEE7-A662-4501-94ED-7F684FF6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8" y="7620"/>
            <a:ext cx="1476000" cy="2222500"/>
          </a:xfrm>
          <a:prstGeom prst="rect">
            <a:avLst/>
          </a:prstGeom>
          <a:gradFill rotWithShape="1">
            <a:gsLst>
              <a:gs pos="0">
                <a:srgbClr val="FF9933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ko-KR" sz="4800" dirty="0">
                <a:latin typeface="+mn-lt"/>
                <a:ea typeface="굴림" panose="020B0600000101010101" pitchFamily="34" charset="-127"/>
              </a:rPr>
              <a:t>1,3</a:t>
            </a:r>
            <a:endParaRPr lang="en-US" altLang="en-US" sz="4800" dirty="0">
              <a:latin typeface="+mn-lt"/>
            </a:endParaRPr>
          </a:p>
        </p:txBody>
      </p:sp>
      <p:sp>
        <p:nvSpPr>
          <p:cNvPr id="78" name="AutoShape 7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58624FE-803E-4164-8507-8BFD1EA3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04" y="1432560"/>
            <a:ext cx="1604864" cy="632995"/>
          </a:xfrm>
          <a:prstGeom prst="rightArrow">
            <a:avLst>
              <a:gd name="adj1" fmla="val 50000"/>
              <a:gd name="adj2" fmla="val 59485"/>
            </a:avLst>
          </a:prstGeom>
          <a:gradFill rotWithShape="1">
            <a:gsLst>
              <a:gs pos="0">
                <a:srgbClr val="CC3399"/>
              </a:gs>
              <a:gs pos="50000">
                <a:srgbClr val="800080"/>
              </a:gs>
              <a:gs pos="100000">
                <a:srgbClr val="CC3399"/>
              </a:gs>
            </a:gsLst>
            <a:lin ang="54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en-US" sz="1600" dirty="0">
                <a:solidFill>
                  <a:schemeClr val="bg1"/>
                </a:solidFill>
                <a:latin typeface="Impact" panose="020B0806030902050204" pitchFamily="34" charset="0"/>
              </a:rPr>
              <a:t>Кийинки оюн</a:t>
            </a:r>
            <a:endParaRPr lang="en-US" altLang="en-US" sz="800" dirty="0"/>
          </a:p>
        </p:txBody>
      </p:sp>
      <p:sp>
        <p:nvSpPr>
          <p:cNvPr id="221249" name="AutoShape 65" descr="Picture1">
            <a:extLst>
              <a:ext uri="{FF2B5EF4-FFF2-40B4-BE49-F238E27FC236}">
                <a16:creationId xmlns:a16="http://schemas.microsoft.com/office/drawing/2014/main" id="{FA8E2A20-244B-4A8E-913E-AB1D25CE2153}"/>
              </a:ext>
            </a:extLst>
          </p:cNvPr>
          <p:cNvSpPr>
            <a:spLocks noChangeArrowheads="1"/>
          </p:cNvSpPr>
          <p:nvPr/>
        </p:nvSpPr>
        <p:spPr bwMode="auto">
          <a:xfrm rot="-7829946">
            <a:off x="5272788" y="1568962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0" name="AutoShape 66" descr="Picture1">
            <a:extLst>
              <a:ext uri="{FF2B5EF4-FFF2-40B4-BE49-F238E27FC236}">
                <a16:creationId xmlns:a16="http://schemas.microsoft.com/office/drawing/2014/main" id="{8682346F-8E0A-42F4-A654-75236E110D98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6856415" y="356126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1" name="AutoShape 67" descr="Picture1">
            <a:extLst>
              <a:ext uri="{FF2B5EF4-FFF2-40B4-BE49-F238E27FC236}">
                <a16:creationId xmlns:a16="http://schemas.microsoft.com/office/drawing/2014/main" id="{D632C654-0F6F-4185-8F70-BEAF6E01F454}"/>
              </a:ext>
            </a:extLst>
          </p:cNvPr>
          <p:cNvSpPr>
            <a:spLocks noChangeArrowheads="1"/>
          </p:cNvSpPr>
          <p:nvPr/>
        </p:nvSpPr>
        <p:spPr bwMode="auto">
          <a:xfrm rot="-7406097">
            <a:off x="6701980" y="1595662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2" name="AutoShape 68" descr="Picture1">
            <a:extLst>
              <a:ext uri="{FF2B5EF4-FFF2-40B4-BE49-F238E27FC236}">
                <a16:creationId xmlns:a16="http://schemas.microsoft.com/office/drawing/2014/main" id="{5D03C0A9-FD67-48E3-8830-2A35107287E9}"/>
              </a:ext>
            </a:extLst>
          </p:cNvPr>
          <p:cNvSpPr>
            <a:spLocks noChangeArrowheads="1"/>
          </p:cNvSpPr>
          <p:nvPr/>
        </p:nvSpPr>
        <p:spPr bwMode="auto">
          <a:xfrm rot="3234498">
            <a:off x="3930344" y="5338763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221253" name="AutoShape 69" descr="Picture1">
            <a:extLst>
              <a:ext uri="{FF2B5EF4-FFF2-40B4-BE49-F238E27FC236}">
                <a16:creationId xmlns:a16="http://schemas.microsoft.com/office/drawing/2014/main" id="{8FE9B332-871D-488A-9AAD-2C608984ECD6}"/>
              </a:ext>
            </a:extLst>
          </p:cNvPr>
          <p:cNvSpPr>
            <a:spLocks noChangeArrowheads="1"/>
          </p:cNvSpPr>
          <p:nvPr/>
        </p:nvSpPr>
        <p:spPr bwMode="auto">
          <a:xfrm rot="2402195">
            <a:off x="3912672" y="1687098"/>
            <a:ext cx="1800225" cy="2143125"/>
          </a:xfrm>
          <a:prstGeom prst="irregularSeal2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0697060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1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1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221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2212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/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221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1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1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0" fill="hold"/>
                                        <p:tgtEl>
                                          <p:spTgt spid="22124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/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221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21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1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3" dur="1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" dur="2000" fill="hold"/>
                                        <p:tgtEl>
                                          <p:spTgt spid="22125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/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2000"/>
                                        <p:tgtEl>
                                          <p:spTgt spid="221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21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1000"/>
                                        <p:tgtEl>
                                          <p:spTgt spid="221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5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21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1000"/>
                                        <p:tgtEl>
                                          <p:spTgt spid="22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1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1000"/>
                                        <p:tgtEl>
                                          <p:spTgt spid="221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9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1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4" dur="1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2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21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1000"/>
                                        <p:tgtEl>
                                          <p:spTgt spid="22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1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1000"/>
                                        <p:tgtEl>
                                          <p:spTgt spid="221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21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1000"/>
                                        <p:tgtEl>
                                          <p:spTgt spid="221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2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21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8" dur="1000"/>
                                        <p:tgtEl>
                                          <p:spTgt spid="221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21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1000"/>
                                        <p:tgtEl>
                                          <p:spTgt spid="221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21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000"/>
                                        <p:tgtEl>
                                          <p:spTgt spid="221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5" dur="1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7" dur="2000" fill="hold"/>
                                        <p:tgtEl>
                                          <p:spTgt spid="2212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000"/>
                            </p:stCondLst>
                            <p:childTnLst>
                              <p:par>
                                <p:cTn id="12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000"/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2000"/>
                                        <p:tgtEl>
                                          <p:spTgt spid="221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21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1000"/>
                                        <p:tgtEl>
                                          <p:spTgt spid="221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6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221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 nodeType="clickPar">
                      <p:stCondLst>
                        <p:cond delay="0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1000"/>
                                        <p:tgtEl>
                                          <p:spTgt spid="221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7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21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 nodeType="clickPar">
                      <p:stCondLst>
                        <p:cond delay="0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1000"/>
                                        <p:tgtEl>
                                          <p:spTgt spid="221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8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221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 nodeType="clickPar">
                      <p:stCondLst>
                        <p:cond delay="0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1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1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21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 nodeType="clickPar">
                      <p:stCondLst>
                        <p:cond delay="0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1000"/>
                                        <p:tgtEl>
                                          <p:spTgt spid="221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29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1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 nodeType="clickPar">
                      <p:stCondLst>
                        <p:cond delay="0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1000"/>
                                        <p:tgtEl>
                                          <p:spTgt spid="221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0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21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 nodeType="clickPar">
                      <p:stCondLst>
                        <p:cond delay="0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0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221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 nodeType="clickPar">
                      <p:stCondLst>
                        <p:cond delay="0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1000"/>
                                        <p:tgtEl>
                                          <p:spTgt spid="221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5" dur="1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7" dur="2000" fill="hold"/>
                                        <p:tgtEl>
                                          <p:spTgt spid="2212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0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2000"/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2" dur="2000"/>
                                        <p:tgtEl>
                                          <p:spTgt spid="221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2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21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 nodeType="clickPar">
                      <p:stCondLst>
                        <p:cond delay="0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8" dur="1000"/>
                                        <p:tgtEl>
                                          <p:spTgt spid="221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3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221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 nodeType="clickPar">
                      <p:stCondLst>
                        <p:cond delay="0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4" dur="1000"/>
                                        <p:tgtEl>
                                          <p:spTgt spid="221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21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 nodeType="clickPar">
                      <p:stCondLst>
                        <p:cond delay="0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0" dur="1000"/>
                                        <p:tgtEl>
                                          <p:spTgt spid="22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arning_hornx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235"/>
                  </p:tgtEl>
                </p:cond>
              </p:nextCondLst>
            </p:seq>
          </p:childTnLst>
        </p:cTn>
      </p:par>
    </p:tnLst>
    <p:bldLst>
      <p:bldP spid="221214" grpId="0" animBg="1"/>
      <p:bldP spid="221212" grpId="0" animBg="1"/>
      <p:bldP spid="221213" grpId="0" animBg="1"/>
      <p:bldP spid="221215" grpId="0" animBg="1"/>
      <p:bldP spid="221216" grpId="0" animBg="1"/>
      <p:bldP spid="221217" grpId="0" animBg="1"/>
      <p:bldP spid="221218" grpId="0" animBg="1"/>
      <p:bldP spid="221219" grpId="0" animBg="1"/>
      <p:bldP spid="221220" grpId="0" animBg="1"/>
      <p:bldP spid="221221" grpId="0" animBg="1"/>
      <p:bldP spid="221222" grpId="0" animBg="1"/>
      <p:bldP spid="221223" grpId="0" animBg="1"/>
      <p:bldP spid="221224" grpId="0" animBg="1"/>
      <p:bldP spid="221225" grpId="0" animBg="1"/>
      <p:bldP spid="221226" grpId="0" animBg="1"/>
      <p:bldP spid="221227" grpId="0" animBg="1"/>
      <p:bldP spid="221228" grpId="0" animBg="1"/>
      <p:bldP spid="221229" grpId="0" animBg="1"/>
      <p:bldP spid="221230" grpId="0" animBg="1"/>
      <p:bldP spid="221231" grpId="0" animBg="1"/>
      <p:bldP spid="221232" grpId="0" animBg="1"/>
      <p:bldP spid="221233" grpId="0" animBg="1"/>
      <p:bldP spid="221234" grpId="0" animBg="1"/>
      <p:bldP spid="221235" grpId="0" animBg="1"/>
      <p:bldP spid="2212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10373</TotalTime>
  <Words>352</Words>
  <Application>Microsoft Office PowerPoint</Application>
  <PresentationFormat>A4 Paper (210x297 mm)</PresentationFormat>
  <Paragraphs>158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Impact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469</cp:revision>
  <cp:lastPrinted>2017-12-31T22:38:51Z</cp:lastPrinted>
  <dcterms:created xsi:type="dcterms:W3CDTF">2017-01-17T16:57:04Z</dcterms:created>
  <dcterms:modified xsi:type="dcterms:W3CDTF">2023-10-06T12:43:37Z</dcterms:modified>
</cp:coreProperties>
</file>