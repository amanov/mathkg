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831" r:id="rId3"/>
    <p:sldId id="939" r:id="rId4"/>
    <p:sldId id="940" r:id="rId5"/>
    <p:sldId id="833" r:id="rId6"/>
    <p:sldId id="832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Fira Code" panose="020B0809050000020004" pitchFamily="49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FB448B5C-C6CF-422B-AAF2-DB5112525722}">
          <p14:sldIdLst>
            <p14:sldId id="848"/>
            <p14:sldId id="831"/>
            <p14:sldId id="939"/>
            <p14:sldId id="940"/>
          </p14:sldIdLst>
        </p14:section>
        <p14:section name="Жообу" id="{4A1CF18F-CBD8-4CE8-9034-4022B8261C24}">
          <p14:sldIdLst>
            <p14:sldId id="833"/>
          </p14:sldIdLst>
        </p14:section>
        <p14:section name="Кондум катары" id="{45D3F427-FE2C-4E31-94DD-C39B49B018A8}">
          <p14:sldIdLst>
            <p14:sldId id="8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суроо менен жооптогу каталарды текшерип, оңдошот.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канча ката табарын айтуу шарт эмес.</a:t>
            </a:r>
          </a:p>
          <a:p>
            <a:pPr algn="ctr" defTabSz="478226">
              <a:defRPr/>
            </a:pPr>
            <a:endParaRPr lang="ru-RU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 барагы 2 өлчөмдө.</a:t>
            </a:r>
            <a:endParaRPr lang="en-GB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39" y="2214673"/>
            <a:ext cx="388119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CDC50A-DE70-DD78-1B8D-01D7749D4ED3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C99FFBC-407D-4423-9854-F09AB75B5D21}"/>
              </a:ext>
            </a:extLst>
          </p:cNvPr>
          <p:cNvGrpSpPr/>
          <p:nvPr/>
        </p:nvGrpSpPr>
        <p:grpSpPr>
          <a:xfrm>
            <a:off x="2007183" y="33768"/>
            <a:ext cx="7864047" cy="6823564"/>
            <a:chOff x="1661747" y="1419436"/>
            <a:chExt cx="5124359" cy="44463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55D400-2636-490B-8D09-2FFD1F136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2635" y="1419436"/>
              <a:ext cx="2614246" cy="223274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0797B6-339C-4230-B268-17FBC14F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747" y="3635781"/>
              <a:ext cx="5124359" cy="2230016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11200" y="998047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Каталарды таба аласызбы?</a:t>
            </a:r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Аларды оңдоңуз!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9833E-D927-F209-6BE8-58FEA7D24628}"/>
              </a:ext>
            </a:extLst>
          </p:cNvPr>
          <p:cNvSpPr txBox="1"/>
          <p:nvPr/>
        </p:nvSpPr>
        <p:spPr>
          <a:xfrm>
            <a:off x="142240" y="161965"/>
            <a:ext cx="51904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40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E23A4-A9EE-E39A-698F-FE91163D2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3507" y="915745"/>
            <a:ext cx="6500018" cy="4953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99A99-97EB-83E9-C599-D320AB3E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8492" y="1056027"/>
            <a:ext cx="6500016" cy="467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6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2EAA52-5931-45D9-89E3-5CE1054B82BE}"/>
              </a:ext>
            </a:extLst>
          </p:cNvPr>
          <p:cNvGrpSpPr/>
          <p:nvPr/>
        </p:nvGrpSpPr>
        <p:grpSpPr>
          <a:xfrm>
            <a:off x="2007184" y="33768"/>
            <a:ext cx="7864048" cy="6823565"/>
            <a:chOff x="1661747" y="1419436"/>
            <a:chExt cx="5124359" cy="44463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A52AFD-2E24-45B9-8D67-135897492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2635" y="1419436"/>
              <a:ext cx="2614246" cy="223274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9159DA-440E-43D4-808C-C13274A86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747" y="3635781"/>
              <a:ext cx="5124359" cy="2230016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458849" y="1232236"/>
            <a:ext cx="957191" cy="9082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701EE0-4EB7-4902-91E7-A787FBC991F8}"/>
              </a:ext>
            </a:extLst>
          </p:cNvPr>
          <p:cNvSpPr/>
          <p:nvPr/>
        </p:nvSpPr>
        <p:spPr>
          <a:xfrm>
            <a:off x="3317629" y="4569796"/>
            <a:ext cx="1315331" cy="9082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67F11A-60C2-48E8-9EC1-D06526C6835C}"/>
              </a:ext>
            </a:extLst>
          </p:cNvPr>
          <p:cNvSpPr/>
          <p:nvPr/>
        </p:nvSpPr>
        <p:spPr>
          <a:xfrm rot="19742249">
            <a:off x="4811148" y="5358760"/>
            <a:ext cx="1088490" cy="134977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1558EE-FA77-4C3C-B37D-948232AFF411}"/>
              </a:ext>
            </a:extLst>
          </p:cNvPr>
          <p:cNvSpPr/>
          <p:nvPr/>
        </p:nvSpPr>
        <p:spPr>
          <a:xfrm>
            <a:off x="5857433" y="5473059"/>
            <a:ext cx="957191" cy="9082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B0300B-BA63-4C2F-8580-1805C0EA7366}"/>
              </a:ext>
            </a:extLst>
          </p:cNvPr>
          <p:cNvSpPr/>
          <p:nvPr/>
        </p:nvSpPr>
        <p:spPr>
          <a:xfrm>
            <a:off x="7275277" y="4692080"/>
            <a:ext cx="1174131" cy="9082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55B3D-D497-4BEC-9BEF-244241203046}"/>
              </a:ext>
            </a:extLst>
          </p:cNvPr>
          <p:cNvSpPr/>
          <p:nvPr/>
        </p:nvSpPr>
        <p:spPr>
          <a:xfrm rot="3528461">
            <a:off x="5730762" y="3886119"/>
            <a:ext cx="1174131" cy="90823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6B9BC-1891-AEFF-DAFF-63BDCF3EA015}"/>
              </a:ext>
            </a:extLst>
          </p:cNvPr>
          <p:cNvSpPr txBox="1"/>
          <p:nvPr/>
        </p:nvSpPr>
        <p:spPr>
          <a:xfrm>
            <a:off x="487680" y="457200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572" y="480060"/>
            <a:ext cx="9130855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5CEA5B-F67B-2D44-2E63-684200253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11737" y="1560406"/>
            <a:ext cx="5571066" cy="389974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9965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2F44463-613E-6B13-5BCA-088007F53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46671" y="1479128"/>
            <a:ext cx="5571066" cy="389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8348</TotalTime>
  <Words>60</Words>
  <Application>Microsoft Office PowerPoint</Application>
  <PresentationFormat>A4 Paper (210x297 mm)</PresentationFormat>
  <Paragraphs>18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2023-08-17T17:31:40Z</cp:lastPrinted>
  <dcterms:created xsi:type="dcterms:W3CDTF">2017-01-17T16:57:04Z</dcterms:created>
  <dcterms:modified xsi:type="dcterms:W3CDTF">2023-08-17T17:33:43Z</dcterms:modified>
</cp:coreProperties>
</file>