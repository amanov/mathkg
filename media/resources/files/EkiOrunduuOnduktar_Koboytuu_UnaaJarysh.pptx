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272" r:id="rId4"/>
    <p:sldId id="961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1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3C2D1D7-57E0-49D7-945E-E5F9A8C051AB}">
          <p14:sldIdLst>
            <p14:sldId id="960"/>
            <p14:sldId id="272"/>
          </p14:sldIdLst>
        </p14:section>
        <p14:section name="Жарыш баракчасы" id="{F85F3D05-9B24-49E4-A4AD-D2E559F0A80A}">
          <p14:sldIdLst>
            <p14:sldId id="961"/>
          </p14:sldIdLst>
        </p14:section>
        <p14:section name="Оюн" id="{68449583-DD39-416D-B253-788C951226BC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5E1977D0-7912-4ED7-9A35-E7D373A6E070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3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857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79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82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2 орундуу ондуктар – көбөйтүү – унаа жарышы</a:t>
            </a:r>
          </a:p>
          <a:p>
            <a:pPr marL="0" indent="0" defTabSz="844083">
              <a:spcBef>
                <a:spcPts val="923"/>
              </a:spcBef>
              <a:buNone/>
              <a:defRPr/>
            </a:pPr>
            <a:endParaRPr lang="ru-RU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Жарыш экраны анимация менен башталат.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Жооп үчүн "Жооп" кутучасын басыңыз. Жарышка кайтуу үчүн ак кутучаны басыңыз.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Анимацияларды текшерип,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сабагы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ң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ызга </a:t>
            </a:r>
            <a:r>
              <a:rPr lang="ru-RU" sz="2000" b="1" dirty="0">
                <a:solidFill>
                  <a:srgbClr val="FF0000"/>
                </a:solidFill>
                <a:latin typeface="Calibri" panose="020F0502020204030204"/>
              </a:rPr>
              <a:t>КЕРЕГИ ЖОК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слайддарды </a:t>
            </a:r>
            <a:r>
              <a:rPr lang="ru-RU" sz="2400" b="1" dirty="0">
                <a:solidFill>
                  <a:srgbClr val="FF0000"/>
                </a:solidFill>
                <a:latin typeface="Calibri" panose="020F0502020204030204"/>
              </a:rPr>
              <a:t>ӨЧҮРҮ</a:t>
            </a:r>
            <a:r>
              <a:rPr lang="ky-KG" sz="2400" b="1" dirty="0">
                <a:solidFill>
                  <a:srgbClr val="FF0000"/>
                </a:solidFill>
                <a:latin typeface="Calibri" panose="020F0502020204030204"/>
              </a:rPr>
              <a:t>П САЛЫ</a:t>
            </a:r>
            <a:r>
              <a:rPr lang="ru-RU" sz="2400" b="1" dirty="0">
                <a:solidFill>
                  <a:srgbClr val="FF0000"/>
                </a:solidFill>
                <a:latin typeface="Calibri" panose="020F0502020204030204"/>
              </a:rPr>
              <a:t>ҢЫЗ.</a:t>
            </a:r>
            <a:endParaRPr lang="en-US" sz="2000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44083">
              <a:defRPr/>
            </a:pPr>
            <a:r>
              <a:rPr lang="en-US" sz="6092" dirty="0" err="1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800" dirty="0">
                <a:solidFill>
                  <a:srgbClr val="00B0F0"/>
                </a:solidFill>
                <a:latin typeface="Calibri Light" panose="020F0302020204030204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Бул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оюндун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үнү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бар</a:t>
            </a:r>
            <a:r>
              <a:rPr lang="en-US" sz="24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START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/>
              <p:cNvSpPr/>
              <p:nvPr/>
            </p:nvSpPr>
            <p:spPr>
              <a:xfrm>
                <a:off x="362309" y="5946625"/>
                <a:ext cx="6970144" cy="80675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5400" b="0" i="0" dirty="0" smtClean="0">
                          <a:solidFill>
                            <a:schemeClr val="tx1"/>
                          </a:solidFill>
                        </a:rPr>
                        <m:t>1.62</m:t>
                      </m:r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5946625"/>
                <a:ext cx="6970144" cy="8067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A4754-015F-8DD7-DCC2-59556CEE53ED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1.8 × 0.9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0F0500-DA06-77EE-430C-FB27D7A4899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A4FF9-CFA1-9290-5F3A-643411619C7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0.17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1.82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9F63F2-BF46-F82B-1A11-066EAAEE19A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95C41-7935-DDC0-9304-7DAC8874D438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2.6 × 0.7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0.0216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29CC20-BF42-85F9-9BB9-01457E6BB7B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F786-C54F-88BC-02A5-F8001E9556BB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0.12 × 0.18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0.168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068A19-D8A8-997C-F1E0-F63B5A0584A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5E57E-7ABA-B4DB-3F06-CB326FB3D6D7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0.7 ×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11944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0.0209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FF0C79-9EA7-428C-B117-9B3D274A59DE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AE0CE-A274-FB20-328D-E38FEC9B8B07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0.11 × 0.19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0.32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4C8007-99A0-2EB1-1871-4CEC580FAB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5F99A-4825-B7CE-77B7-3F1D23B617DA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1.6 × 0.2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1.56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0A8C44-3EAB-3E06-0A84-7BFA374FAF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8B424-01D6-369A-6076-B2BB9C7EDA57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1.2 × 1.3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4394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2.56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9687F2-1B09-67C1-AF30-E6E80A54971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E4C19-29AE-25F4-E3D8-F6F888E30586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0.8 × 3.2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1244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501040-4C10-2CDE-1B3F-760C9F4AD23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080A5-038C-C887-CBFB-E8D90B6A0619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0.26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938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0.0264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EC2597-159A-9C99-CDE8-628DD0004F1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7C16F-29A5-8CE4-B7F4-C6938079F476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0.24 × 0.11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0.054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EC62F5-3D15-3764-09EA-33C02B66710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058D1-B829-A69E-F9A9-6A984AAECB6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 × 0.18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995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94AD03-0F60-193C-339B-40B66ED31EE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491CA-FE53-9FE3-0C7D-3277468A41DD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2.1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881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0.0124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598D69-31B2-3BCC-F513-584B1FDAFF1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E9B1B-2E78-0D71-EF93-6DBF7E96D361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0.62 × 0.02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0197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2.52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70260D-4CD8-2633-8FFA-D978ABC46D3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11318-3FDA-C736-2E2C-8D4C5631100E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2.1 × 1.2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201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0.114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CAC7B8-4D98-0D12-6227-7FC41EE5F7D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014C0-7D68-FC56-837A-519463BF500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0.19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1329480"/>
            <a:ext cx="8530046" cy="4922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Турдуу пикирлер учун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srgbClr val="FF0000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954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10404</TotalTime>
  <Words>238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479</cp:revision>
  <cp:lastPrinted>2017-12-31T22:38:51Z</cp:lastPrinted>
  <dcterms:created xsi:type="dcterms:W3CDTF">2017-01-17T16:57:04Z</dcterms:created>
  <dcterms:modified xsi:type="dcterms:W3CDTF">2024-08-31T17:19:41Z</dcterms:modified>
</cp:coreProperties>
</file>