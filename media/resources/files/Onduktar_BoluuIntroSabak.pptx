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  <p:sldMasterId id="2147483731" r:id="rId3"/>
  </p:sldMasterIdLst>
  <p:notesMasterIdLst>
    <p:notesMasterId r:id="rId48"/>
  </p:notesMasterIdLst>
  <p:handoutMasterIdLst>
    <p:handoutMasterId r:id="rId49"/>
  </p:handoutMasterIdLst>
  <p:sldIdLst>
    <p:sldId id="257" r:id="rId4"/>
    <p:sldId id="1143" r:id="rId5"/>
    <p:sldId id="1145" r:id="rId6"/>
    <p:sldId id="1144" r:id="rId7"/>
    <p:sldId id="1123" r:id="rId8"/>
    <p:sldId id="1124" r:id="rId9"/>
    <p:sldId id="1122" r:id="rId10"/>
    <p:sldId id="1125" r:id="rId11"/>
    <p:sldId id="1103" r:id="rId12"/>
    <p:sldId id="1126" r:id="rId13"/>
    <p:sldId id="1108" r:id="rId14"/>
    <p:sldId id="1084" r:id="rId15"/>
    <p:sldId id="1109" r:id="rId16"/>
    <p:sldId id="1110" r:id="rId17"/>
    <p:sldId id="1111" r:id="rId18"/>
    <p:sldId id="1100" r:id="rId19"/>
    <p:sldId id="1112" r:id="rId20"/>
    <p:sldId id="1113" r:id="rId21"/>
    <p:sldId id="1114" r:id="rId22"/>
    <p:sldId id="1115" r:id="rId23"/>
    <p:sldId id="1101" r:id="rId24"/>
    <p:sldId id="1116" r:id="rId25"/>
    <p:sldId id="1139" r:id="rId26"/>
    <p:sldId id="1138" r:id="rId27"/>
    <p:sldId id="1102" r:id="rId28"/>
    <p:sldId id="1117" r:id="rId29"/>
    <p:sldId id="1118" r:id="rId30"/>
    <p:sldId id="1119" r:id="rId31"/>
    <p:sldId id="1120" r:id="rId32"/>
    <p:sldId id="1105" r:id="rId33"/>
    <p:sldId id="1128" r:id="rId34"/>
    <p:sldId id="1129" r:id="rId35"/>
    <p:sldId id="1130" r:id="rId36"/>
    <p:sldId id="1141" r:id="rId37"/>
    <p:sldId id="1127" r:id="rId38"/>
    <p:sldId id="1132" r:id="rId39"/>
    <p:sldId id="1135" r:id="rId40"/>
    <p:sldId id="1133" r:id="rId41"/>
    <p:sldId id="1131" r:id="rId42"/>
    <p:sldId id="1134" r:id="rId43"/>
    <p:sldId id="1137" r:id="rId44"/>
    <p:sldId id="1136" r:id="rId45"/>
    <p:sldId id="1142" r:id="rId46"/>
    <p:sldId id="942" r:id="rId47"/>
  </p:sldIdLst>
  <p:sldSz cx="9906000" cy="6858000" type="A4"/>
  <p:notesSz cx="7104063" cy="10234613"/>
  <p:embeddedFontLst>
    <p:embeddedFont>
      <p:font typeface="Stencil" panose="040409050D0802020404" pitchFamily="82" charset="0"/>
      <p:regular r:id="rId5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6CA4"/>
    <a:srgbClr val="FFFF00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386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468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notesViewPr>
    <p:cSldViewPr snapToGrid="0" showGuides="1">
      <p:cViewPr varScale="1">
        <p:scale>
          <a:sx n="59" d="100"/>
          <a:sy n="59" d="100"/>
        </p:scale>
        <p:origin x="325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font" Target="fonts/font1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5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95EEC0-BA2F-4C89-A04C-7A4A655E27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20E98-7CDF-4021-8551-1596F15CE7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831BB-79C8-47D7-927B-A4A057B48BB9}" type="datetimeFigureOut">
              <a:rPr lang="en-GB" smtClean="0"/>
              <a:t>28/05/2024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72B7C-7F8E-4E82-8E98-820250829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38D9-98AA-4E2F-BECD-0B5701A075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3C3B0-A9E3-44D3-89EF-A392F668C0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30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28/05/2024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24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95446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12996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530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563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008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319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130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228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8477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4471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2846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554513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8123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4833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9156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2664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8682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5845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2982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3912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9549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0135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7328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686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4093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326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104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1 Сандык Ондуктар – Бөлүү – </a:t>
            </a:r>
            <a:r>
              <a:rPr lang="ky-KG" dirty="0"/>
              <a:t>Сабак</a:t>
            </a:r>
            <a:endParaRPr lang="ru-RU" dirty="0"/>
          </a:p>
          <a:p>
            <a:endParaRPr lang="ru-RU" dirty="0"/>
          </a:p>
          <a:p>
            <a:r>
              <a:rPr lang="ru-RU" dirty="0"/>
              <a:t>Бул ресурс ыкманы жандуу көрсөтөт.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3657600" y="112216"/>
            <a:ext cx="7641034" cy="1137642"/>
          </a:xfrm>
        </p:spPr>
        <p:txBody>
          <a:bodyPr>
            <a:normAutofit/>
          </a:bodyPr>
          <a:lstStyle/>
          <a:p>
            <a:pPr algn="r"/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DF577E0-8D55-5658-398E-9914E4E5A771}"/>
              </a:ext>
            </a:extLst>
          </p:cNvPr>
          <p:cNvSpPr/>
          <p:nvPr/>
        </p:nvSpPr>
        <p:spPr>
          <a:xfrm>
            <a:off x="2215844" y="2378826"/>
            <a:ext cx="5495076" cy="160297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A227AA-087B-F932-FF8B-85EA4BAB399A}"/>
              </a:ext>
            </a:extLst>
          </p:cNvPr>
          <p:cNvSpPr txBox="1"/>
          <p:nvPr/>
        </p:nvSpPr>
        <p:spPr>
          <a:xfrm>
            <a:off x="3211139" y="2718646"/>
            <a:ext cx="35044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16  ÷  8  =  ?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02C2987-F31F-F7A7-63F3-A507384FFD26}"/>
              </a:ext>
            </a:extLst>
          </p:cNvPr>
          <p:cNvSpPr/>
          <p:nvPr/>
        </p:nvSpPr>
        <p:spPr>
          <a:xfrm flipH="1" flipV="1">
            <a:off x="6871335" y="1039087"/>
            <a:ext cx="403628" cy="1720737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  <a:gd name="connsiteX0" fmla="*/ 447526 w 447526"/>
              <a:gd name="connsiteY0" fmla="*/ 0 h 1048200"/>
              <a:gd name="connsiteX1" fmla="*/ 304417 w 447526"/>
              <a:gd name="connsiteY1" fmla="*/ 1048200 h 1048200"/>
              <a:gd name="connsiteX0" fmla="*/ 175347 w 175347"/>
              <a:gd name="connsiteY0" fmla="*/ 0 h 1048200"/>
              <a:gd name="connsiteX1" fmla="*/ 32238 w 175347"/>
              <a:gd name="connsiteY1" fmla="*/ 1048200 h 1048200"/>
              <a:gd name="connsiteX0" fmla="*/ 236332 w 236332"/>
              <a:gd name="connsiteY0" fmla="*/ 0 h 1185669"/>
              <a:gd name="connsiteX1" fmla="*/ 23330 w 236332"/>
              <a:gd name="connsiteY1" fmla="*/ 1185669 h 1185669"/>
              <a:gd name="connsiteX0" fmla="*/ 222382 w 222382"/>
              <a:gd name="connsiteY0" fmla="*/ 0 h 1257893"/>
              <a:gd name="connsiteX1" fmla="*/ 24887 w 222382"/>
              <a:gd name="connsiteY1" fmla="*/ 1257893 h 1257893"/>
              <a:gd name="connsiteX0" fmla="*/ 203793 w 203793"/>
              <a:gd name="connsiteY0" fmla="*/ 0 h 1257893"/>
              <a:gd name="connsiteX1" fmla="*/ 6298 w 203793"/>
              <a:gd name="connsiteY1" fmla="*/ 1257893 h 1257893"/>
              <a:gd name="connsiteX0" fmla="*/ 200839 w 200839"/>
              <a:gd name="connsiteY0" fmla="*/ 0 h 1324098"/>
              <a:gd name="connsiteX1" fmla="*/ 6445 w 200839"/>
              <a:gd name="connsiteY1" fmla="*/ 1324098 h 1324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839" h="1324098">
                <a:moveTo>
                  <a:pt x="200839" y="0"/>
                </a:moveTo>
                <a:cubicBezTo>
                  <a:pt x="69077" y="252413"/>
                  <a:pt x="-26178" y="842106"/>
                  <a:pt x="6445" y="1324098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40478E-A1C3-6E0E-28C9-28FD446A3884}"/>
              </a:ext>
            </a:extLst>
          </p:cNvPr>
          <p:cNvSpPr txBox="1"/>
          <p:nvPr/>
        </p:nvSpPr>
        <p:spPr>
          <a:xfrm>
            <a:off x="4356891" y="563153"/>
            <a:ext cx="1367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rgbClr val="FF0000"/>
                </a:solidFill>
              </a:rPr>
              <a:t>бөлүүчү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CAF5B4-5501-12F9-BE1F-328783E03143}"/>
              </a:ext>
            </a:extLst>
          </p:cNvPr>
          <p:cNvSpPr txBox="1"/>
          <p:nvPr/>
        </p:nvSpPr>
        <p:spPr>
          <a:xfrm>
            <a:off x="1632333" y="738331"/>
            <a:ext cx="1700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rgbClr val="FF0000"/>
                </a:solidFill>
              </a:rPr>
              <a:t>бөлүнүүчү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6EE727-2A7F-8E26-8007-40E4B7B7EE89}"/>
              </a:ext>
            </a:extLst>
          </p:cNvPr>
          <p:cNvSpPr txBox="1"/>
          <p:nvPr/>
        </p:nvSpPr>
        <p:spPr>
          <a:xfrm>
            <a:off x="6543138" y="563153"/>
            <a:ext cx="1367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rgbClr val="FF0000"/>
                </a:solidFill>
              </a:rPr>
              <a:t>бөлүк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56C6E36-96DC-7F38-28B2-4A740D7D4B43}"/>
              </a:ext>
            </a:extLst>
          </p:cNvPr>
          <p:cNvSpPr/>
          <p:nvPr/>
        </p:nvSpPr>
        <p:spPr>
          <a:xfrm flipV="1">
            <a:off x="4930282" y="1030777"/>
            <a:ext cx="204160" cy="1629295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  <a:gd name="connsiteX0" fmla="*/ 447526 w 447526"/>
              <a:gd name="connsiteY0" fmla="*/ 0 h 1048200"/>
              <a:gd name="connsiteX1" fmla="*/ 304417 w 447526"/>
              <a:gd name="connsiteY1" fmla="*/ 1048200 h 1048200"/>
              <a:gd name="connsiteX0" fmla="*/ 175347 w 175347"/>
              <a:gd name="connsiteY0" fmla="*/ 0 h 1048200"/>
              <a:gd name="connsiteX1" fmla="*/ 32238 w 175347"/>
              <a:gd name="connsiteY1" fmla="*/ 1048200 h 1048200"/>
              <a:gd name="connsiteX0" fmla="*/ 236332 w 236332"/>
              <a:gd name="connsiteY0" fmla="*/ 0 h 1185669"/>
              <a:gd name="connsiteX1" fmla="*/ 23330 w 236332"/>
              <a:gd name="connsiteY1" fmla="*/ 1185669 h 1185669"/>
              <a:gd name="connsiteX0" fmla="*/ 139176 w 139176"/>
              <a:gd name="connsiteY0" fmla="*/ 0 h 1263911"/>
              <a:gd name="connsiteX1" fmla="*/ 42030 w 139176"/>
              <a:gd name="connsiteY1" fmla="*/ 1263911 h 1263911"/>
              <a:gd name="connsiteX0" fmla="*/ 97146 w 102152"/>
              <a:gd name="connsiteY0" fmla="*/ 0 h 1263911"/>
              <a:gd name="connsiteX1" fmla="*/ 0 w 102152"/>
              <a:gd name="connsiteY1" fmla="*/ 1263911 h 1263911"/>
              <a:gd name="connsiteX0" fmla="*/ 113689 w 113689"/>
              <a:gd name="connsiteY0" fmla="*/ 0 h 1263911"/>
              <a:gd name="connsiteX1" fmla="*/ 16543 w 113689"/>
              <a:gd name="connsiteY1" fmla="*/ 1263911 h 1263911"/>
              <a:gd name="connsiteX0" fmla="*/ 101253 w 143615"/>
              <a:gd name="connsiteY0" fmla="*/ 0 h 1294004"/>
              <a:gd name="connsiteX1" fmla="*/ 79414 w 143615"/>
              <a:gd name="connsiteY1" fmla="*/ 1294004 h 1294004"/>
              <a:gd name="connsiteX0" fmla="*/ 63482 w 115657"/>
              <a:gd name="connsiteY0" fmla="*/ 0 h 1294004"/>
              <a:gd name="connsiteX1" fmla="*/ 41643 w 115657"/>
              <a:gd name="connsiteY1" fmla="*/ 1294004 h 1294004"/>
              <a:gd name="connsiteX0" fmla="*/ 59673 w 142272"/>
              <a:gd name="connsiteY0" fmla="*/ 0 h 1294004"/>
              <a:gd name="connsiteX1" fmla="*/ 72591 w 142272"/>
              <a:gd name="connsiteY1" fmla="*/ 1294004 h 1294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2272" h="1294004">
                <a:moveTo>
                  <a:pt x="59673" y="0"/>
                </a:moveTo>
                <a:cubicBezTo>
                  <a:pt x="-158980" y="667699"/>
                  <a:pt x="311643" y="812011"/>
                  <a:pt x="72591" y="1294004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C6DBD95-F99A-CF6E-C9B9-BA4E65662564}"/>
              </a:ext>
            </a:extLst>
          </p:cNvPr>
          <p:cNvSpPr/>
          <p:nvPr/>
        </p:nvSpPr>
        <p:spPr>
          <a:xfrm flipV="1">
            <a:off x="2482216" y="1155465"/>
            <a:ext cx="640080" cy="1654235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  <a:gd name="connsiteX0" fmla="*/ 447526 w 447526"/>
              <a:gd name="connsiteY0" fmla="*/ 0 h 1048200"/>
              <a:gd name="connsiteX1" fmla="*/ 304417 w 447526"/>
              <a:gd name="connsiteY1" fmla="*/ 1048200 h 1048200"/>
              <a:gd name="connsiteX0" fmla="*/ 175347 w 175347"/>
              <a:gd name="connsiteY0" fmla="*/ 0 h 1048200"/>
              <a:gd name="connsiteX1" fmla="*/ 32238 w 175347"/>
              <a:gd name="connsiteY1" fmla="*/ 1048200 h 1048200"/>
              <a:gd name="connsiteX0" fmla="*/ 236332 w 236332"/>
              <a:gd name="connsiteY0" fmla="*/ 0 h 1185669"/>
              <a:gd name="connsiteX1" fmla="*/ 23330 w 236332"/>
              <a:gd name="connsiteY1" fmla="*/ 1185669 h 1185669"/>
              <a:gd name="connsiteX0" fmla="*/ 222382 w 222382"/>
              <a:gd name="connsiteY0" fmla="*/ 0 h 1257893"/>
              <a:gd name="connsiteX1" fmla="*/ 24887 w 222382"/>
              <a:gd name="connsiteY1" fmla="*/ 1257893 h 1257893"/>
              <a:gd name="connsiteX0" fmla="*/ 203793 w 203793"/>
              <a:gd name="connsiteY0" fmla="*/ 0 h 1257893"/>
              <a:gd name="connsiteX1" fmla="*/ 6298 w 203793"/>
              <a:gd name="connsiteY1" fmla="*/ 1257893 h 1257893"/>
              <a:gd name="connsiteX0" fmla="*/ 200839 w 200839"/>
              <a:gd name="connsiteY0" fmla="*/ 0 h 1324098"/>
              <a:gd name="connsiteX1" fmla="*/ 6445 w 200839"/>
              <a:gd name="connsiteY1" fmla="*/ 1324098 h 1324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839" h="1324098">
                <a:moveTo>
                  <a:pt x="200839" y="0"/>
                </a:moveTo>
                <a:cubicBezTo>
                  <a:pt x="69077" y="252413"/>
                  <a:pt x="-26178" y="842106"/>
                  <a:pt x="6445" y="1324098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323B6E-BB61-485E-6332-513EB0239E5E}"/>
              </a:ext>
            </a:extLst>
          </p:cNvPr>
          <p:cNvSpPr txBox="1"/>
          <p:nvPr/>
        </p:nvSpPr>
        <p:spPr>
          <a:xfrm>
            <a:off x="1575418" y="4761080"/>
            <a:ext cx="7121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' </a:t>
            </a:r>
            <a:r>
              <a:rPr lang="ru-RU" sz="2400" dirty="0">
                <a:solidFill>
                  <a:srgbClr val="FF0000"/>
                </a:solidFill>
              </a:rPr>
              <a:t>Бөлүк</a:t>
            </a:r>
            <a:r>
              <a:rPr lang="ru-RU" sz="2400" dirty="0"/>
              <a:t> ар дайым </a:t>
            </a:r>
            <a:r>
              <a:rPr lang="ru-RU" sz="2400" dirty="0">
                <a:solidFill>
                  <a:srgbClr val="FF0000"/>
                </a:solidFill>
              </a:rPr>
              <a:t>бөлүнүүчүдөн</a:t>
            </a:r>
            <a:r>
              <a:rPr lang="ru-RU" sz="2400" dirty="0"/>
              <a:t> кичине болот'</a:t>
            </a:r>
            <a:endParaRPr lang="en-GB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BE9647-AC23-2CF8-78FA-B25AE91B58CC}"/>
              </a:ext>
            </a:extLst>
          </p:cNvPr>
          <p:cNvSpPr txBox="1"/>
          <p:nvPr/>
        </p:nvSpPr>
        <p:spPr>
          <a:xfrm>
            <a:off x="1592658" y="5639879"/>
            <a:ext cx="6720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Сиз макулсузбу?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045706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/>
      <p:bldP spid="9" grpId="0"/>
      <p:bldP spid="11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AD75EB02-5E56-2167-2703-7CBB4846E69C}"/>
              </a:ext>
            </a:extLst>
          </p:cNvPr>
          <p:cNvSpPr/>
          <p:nvPr/>
        </p:nvSpPr>
        <p:spPr>
          <a:xfrm>
            <a:off x="1104898" y="110489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Partial Circle 2">
            <a:extLst>
              <a:ext uri="{FF2B5EF4-FFF2-40B4-BE49-F238E27FC236}">
                <a16:creationId xmlns:a16="http://schemas.microsoft.com/office/drawing/2014/main" id="{7BDF3ADF-4ED6-4B77-20DF-731D7D9936B1}"/>
              </a:ext>
            </a:extLst>
          </p:cNvPr>
          <p:cNvSpPr/>
          <p:nvPr/>
        </p:nvSpPr>
        <p:spPr>
          <a:xfrm>
            <a:off x="5681661" y="1104898"/>
            <a:ext cx="1190627" cy="1190627"/>
          </a:xfrm>
          <a:prstGeom prst="pie">
            <a:avLst>
              <a:gd name="adj1" fmla="val 5380817"/>
              <a:gd name="adj2" fmla="val 16200000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D30F0C-32A5-14F1-C859-E77A868FE2B0}"/>
              </a:ext>
            </a:extLst>
          </p:cNvPr>
          <p:cNvSpPr txBox="1"/>
          <p:nvPr/>
        </p:nvSpPr>
        <p:spPr>
          <a:xfrm>
            <a:off x="4224745" y="2470996"/>
            <a:ext cx="21804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2 ÷ 0,5  =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C8D17D-5DF8-8212-0BE0-DBA7D49E739F}"/>
              </a:ext>
            </a:extLst>
          </p:cNvPr>
          <p:cNvSpPr txBox="1"/>
          <p:nvPr/>
        </p:nvSpPr>
        <p:spPr>
          <a:xfrm>
            <a:off x="2770832" y="365971"/>
            <a:ext cx="4364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2 бүтүндүктө канча жарым бар?</a:t>
            </a:r>
            <a:endParaRPr lang="en-GB" sz="24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177C898-A7E1-9A06-F198-069284DE11A6}"/>
              </a:ext>
            </a:extLst>
          </p:cNvPr>
          <p:cNvSpPr/>
          <p:nvPr/>
        </p:nvSpPr>
        <p:spPr>
          <a:xfrm>
            <a:off x="2752723" y="110489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B293F3-9B6E-1157-0F4A-2D8BEC12EC85}"/>
              </a:ext>
            </a:extLst>
          </p:cNvPr>
          <p:cNvSpPr txBox="1"/>
          <p:nvPr/>
        </p:nvSpPr>
        <p:spPr>
          <a:xfrm>
            <a:off x="4583753" y="1284713"/>
            <a:ext cx="4908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÷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5F9847-3B13-64C7-9A3E-FACAA65748BA}"/>
              </a:ext>
            </a:extLst>
          </p:cNvPr>
          <p:cNvSpPr txBox="1"/>
          <p:nvPr/>
        </p:nvSpPr>
        <p:spPr>
          <a:xfrm>
            <a:off x="7019098" y="1284713"/>
            <a:ext cx="6303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=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4E9CCC-59ED-8012-F4FE-44D0ACDF0404}"/>
              </a:ext>
            </a:extLst>
          </p:cNvPr>
          <p:cNvSpPr txBox="1"/>
          <p:nvPr/>
        </p:nvSpPr>
        <p:spPr>
          <a:xfrm>
            <a:off x="8371498" y="1284713"/>
            <a:ext cx="4972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4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3AD1E5E-F7C6-A74D-4D07-6C82C05F2A8B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FAEEE4E-6F72-78A5-57F2-0051EAC6A304}"/>
              </a:ext>
            </a:extLst>
          </p:cNvPr>
          <p:cNvSpPr/>
          <p:nvPr/>
        </p:nvSpPr>
        <p:spPr>
          <a:xfrm>
            <a:off x="1790698" y="443864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B1CA96-9472-718C-2A82-E6983FC05F64}"/>
              </a:ext>
            </a:extLst>
          </p:cNvPr>
          <p:cNvSpPr txBox="1"/>
          <p:nvPr/>
        </p:nvSpPr>
        <p:spPr>
          <a:xfrm>
            <a:off x="4218727" y="5804746"/>
            <a:ext cx="24400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3 ÷ 0,25  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B2F7E7-F23D-7FBF-5DA8-57D8A2982468}"/>
              </a:ext>
            </a:extLst>
          </p:cNvPr>
          <p:cNvSpPr txBox="1"/>
          <p:nvPr/>
        </p:nvSpPr>
        <p:spPr>
          <a:xfrm>
            <a:off x="2936125" y="3699721"/>
            <a:ext cx="4357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3 бүтүндүктө канча чейрек бар?</a:t>
            </a:r>
            <a:endParaRPr lang="en-GB" sz="24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6CB8611-619C-751D-E0AC-95FFB7E8A01C}"/>
              </a:ext>
            </a:extLst>
          </p:cNvPr>
          <p:cNvSpPr/>
          <p:nvPr/>
        </p:nvSpPr>
        <p:spPr>
          <a:xfrm>
            <a:off x="3143248" y="443864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568FC8-CC36-B54D-F3BB-CBBE3CB6FDE1}"/>
              </a:ext>
            </a:extLst>
          </p:cNvPr>
          <p:cNvSpPr txBox="1"/>
          <p:nvPr/>
        </p:nvSpPr>
        <p:spPr>
          <a:xfrm>
            <a:off x="4583753" y="4618463"/>
            <a:ext cx="4908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D62D78-18E5-E178-B157-219CDFE800C6}"/>
              </a:ext>
            </a:extLst>
          </p:cNvPr>
          <p:cNvSpPr txBox="1"/>
          <p:nvPr/>
        </p:nvSpPr>
        <p:spPr>
          <a:xfrm>
            <a:off x="7019098" y="4618463"/>
            <a:ext cx="6303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=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0265D1-B96D-E741-8589-0EB5426A89E8}"/>
              </a:ext>
            </a:extLst>
          </p:cNvPr>
          <p:cNvSpPr txBox="1"/>
          <p:nvPr/>
        </p:nvSpPr>
        <p:spPr>
          <a:xfrm>
            <a:off x="8215205" y="4618463"/>
            <a:ext cx="8098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12</a:t>
            </a:r>
          </a:p>
        </p:txBody>
      </p:sp>
      <p:sp>
        <p:nvSpPr>
          <p:cNvPr id="20" name="Partial Circle 19">
            <a:extLst>
              <a:ext uri="{FF2B5EF4-FFF2-40B4-BE49-F238E27FC236}">
                <a16:creationId xmlns:a16="http://schemas.microsoft.com/office/drawing/2014/main" id="{B95B2A79-46A5-09DD-A3D1-BE2C4B382FB4}"/>
              </a:ext>
            </a:extLst>
          </p:cNvPr>
          <p:cNvSpPr/>
          <p:nvPr/>
        </p:nvSpPr>
        <p:spPr>
          <a:xfrm>
            <a:off x="5681661" y="4438648"/>
            <a:ext cx="1162050" cy="1162050"/>
          </a:xfrm>
          <a:prstGeom prst="pie">
            <a:avLst>
              <a:gd name="adj1" fmla="val 10818845"/>
              <a:gd name="adj2" fmla="val 16200000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8FED638-3F78-EDEE-9EBC-0EFA5A90B703}"/>
              </a:ext>
            </a:extLst>
          </p:cNvPr>
          <p:cNvSpPr/>
          <p:nvPr/>
        </p:nvSpPr>
        <p:spPr>
          <a:xfrm>
            <a:off x="438148" y="4438648"/>
            <a:ext cx="1190627" cy="119062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D20ADAC-7256-68FD-8241-2785841B1E1C}"/>
              </a:ext>
            </a:extLst>
          </p:cNvPr>
          <p:cNvCxnSpPr>
            <a:cxnSpLocks/>
          </p:cNvCxnSpPr>
          <p:nvPr/>
        </p:nvCxnSpPr>
        <p:spPr>
          <a:xfrm flipH="1">
            <a:off x="2647950" y="3429000"/>
            <a:ext cx="4610100" cy="0"/>
          </a:xfrm>
          <a:prstGeom prst="line">
            <a:avLst/>
          </a:prstGeom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4205ECF-5E67-1548-D926-5BF59A23FA2F}"/>
              </a:ext>
            </a:extLst>
          </p:cNvPr>
          <p:cNvCxnSpPr>
            <a:cxnSpLocks/>
            <a:stCxn id="2" idx="0"/>
            <a:endCxn id="2" idx="4"/>
          </p:cNvCxnSpPr>
          <p:nvPr/>
        </p:nvCxnSpPr>
        <p:spPr>
          <a:xfrm>
            <a:off x="1700212" y="110489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8310814-658C-8208-DDB8-C0E93EF68E19}"/>
              </a:ext>
            </a:extLst>
          </p:cNvPr>
          <p:cNvCxnSpPr>
            <a:cxnSpLocks/>
            <a:stCxn id="6" idx="0"/>
            <a:endCxn id="6" idx="4"/>
          </p:cNvCxnSpPr>
          <p:nvPr/>
        </p:nvCxnSpPr>
        <p:spPr>
          <a:xfrm>
            <a:off x="3348037" y="110489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70C786E-FE33-5C9F-70C8-51C5E1D1E3B1}"/>
              </a:ext>
            </a:extLst>
          </p:cNvPr>
          <p:cNvCxnSpPr>
            <a:cxnSpLocks/>
            <a:stCxn id="15" idx="0"/>
            <a:endCxn id="15" idx="4"/>
          </p:cNvCxnSpPr>
          <p:nvPr/>
        </p:nvCxnSpPr>
        <p:spPr>
          <a:xfrm>
            <a:off x="3738562" y="443864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7C20D1F-6438-37CD-3447-0892690B5588}"/>
              </a:ext>
            </a:extLst>
          </p:cNvPr>
          <p:cNvCxnSpPr>
            <a:cxnSpLocks/>
            <a:stCxn id="15" idx="6"/>
            <a:endCxn id="15" idx="2"/>
          </p:cNvCxnSpPr>
          <p:nvPr/>
        </p:nvCxnSpPr>
        <p:spPr>
          <a:xfrm flipH="1">
            <a:off x="3143248" y="5033962"/>
            <a:ext cx="1190627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FE44950-3BE8-08A5-F74D-EA8F96E4855B}"/>
              </a:ext>
            </a:extLst>
          </p:cNvPr>
          <p:cNvCxnSpPr>
            <a:cxnSpLocks/>
            <a:stCxn id="11" idx="6"/>
            <a:endCxn id="11" idx="2"/>
          </p:cNvCxnSpPr>
          <p:nvPr/>
        </p:nvCxnSpPr>
        <p:spPr>
          <a:xfrm flipH="1">
            <a:off x="1790698" y="5033962"/>
            <a:ext cx="1190627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497C3AC-6247-288F-A633-276415CCAA6F}"/>
              </a:ext>
            </a:extLst>
          </p:cNvPr>
          <p:cNvCxnSpPr>
            <a:cxnSpLocks/>
            <a:stCxn id="11" idx="0"/>
            <a:endCxn id="11" idx="4"/>
          </p:cNvCxnSpPr>
          <p:nvPr/>
        </p:nvCxnSpPr>
        <p:spPr>
          <a:xfrm>
            <a:off x="2386012" y="443864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B6AE621-0FF3-694B-4EA4-B03A2520B061}"/>
              </a:ext>
            </a:extLst>
          </p:cNvPr>
          <p:cNvCxnSpPr>
            <a:cxnSpLocks/>
            <a:stCxn id="21" idx="0"/>
            <a:endCxn id="21" idx="4"/>
          </p:cNvCxnSpPr>
          <p:nvPr/>
        </p:nvCxnSpPr>
        <p:spPr>
          <a:xfrm>
            <a:off x="1033462" y="4438648"/>
            <a:ext cx="0" cy="1190627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FB47795-E7AC-F0A7-4820-6BDE11CEDD94}"/>
              </a:ext>
            </a:extLst>
          </p:cNvPr>
          <p:cNvCxnSpPr>
            <a:cxnSpLocks/>
            <a:stCxn id="21" idx="6"/>
            <a:endCxn id="21" idx="2"/>
          </p:cNvCxnSpPr>
          <p:nvPr/>
        </p:nvCxnSpPr>
        <p:spPr>
          <a:xfrm flipH="1">
            <a:off x="438148" y="5033962"/>
            <a:ext cx="1190627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061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3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8C1E0A-33C7-6208-128C-009A7FCA6540}"/>
              </a:ext>
            </a:extLst>
          </p:cNvPr>
          <p:cNvSpPr txBox="1"/>
          <p:nvPr/>
        </p:nvSpPr>
        <p:spPr>
          <a:xfrm>
            <a:off x="5284825" y="2226487"/>
            <a:ext cx="40302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10  ÷  0,5  = 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A0950B-4E04-8580-457F-EA326BF4701D}"/>
              </a:ext>
            </a:extLst>
          </p:cNvPr>
          <p:cNvSpPr txBox="1"/>
          <p:nvPr/>
        </p:nvSpPr>
        <p:spPr>
          <a:xfrm>
            <a:off x="629007" y="1467605"/>
            <a:ext cx="35044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10  ÷  5  =  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6F186A-69D1-3892-366E-DCDE2271F649}"/>
              </a:ext>
            </a:extLst>
          </p:cNvPr>
          <p:cNvSpPr txBox="1"/>
          <p:nvPr/>
        </p:nvSpPr>
        <p:spPr>
          <a:xfrm>
            <a:off x="-301180" y="708455"/>
            <a:ext cx="5330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10до канча 5 бар?</a:t>
            </a:r>
            <a:endParaRPr lang="en-GB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D76A28-EA18-4D43-3BB0-36E1ECA1E343}"/>
              </a:ext>
            </a:extLst>
          </p:cNvPr>
          <p:cNvSpPr txBox="1"/>
          <p:nvPr/>
        </p:nvSpPr>
        <p:spPr>
          <a:xfrm>
            <a:off x="4617530" y="1467336"/>
            <a:ext cx="5330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10до канча 0,5 бар?</a:t>
            </a:r>
            <a:endParaRPr lang="en-GB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3BFDEA-D7F7-2E16-2DCA-A9F72595B243}"/>
              </a:ext>
            </a:extLst>
          </p:cNvPr>
          <p:cNvSpPr txBox="1"/>
          <p:nvPr/>
        </p:nvSpPr>
        <p:spPr>
          <a:xfrm>
            <a:off x="8605359" y="2226487"/>
            <a:ext cx="886781" cy="92333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20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D5C9FF-923D-7570-4460-A906E0807122}"/>
              </a:ext>
            </a:extLst>
          </p:cNvPr>
          <p:cNvSpPr txBox="1"/>
          <p:nvPr/>
        </p:nvSpPr>
        <p:spPr>
          <a:xfrm>
            <a:off x="3618337" y="1467605"/>
            <a:ext cx="535724" cy="92333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244FCBC-E2E5-7699-8A3B-9E24F2E571EE}"/>
              </a:ext>
            </a:extLst>
          </p:cNvPr>
          <p:cNvSpPr/>
          <p:nvPr/>
        </p:nvSpPr>
        <p:spPr>
          <a:xfrm>
            <a:off x="1434465" y="4406308"/>
            <a:ext cx="6915150" cy="153919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ru-RU" sz="2400" dirty="0"/>
              <a:t>Бөлүүчү 1ден аз болгондо, натыйжа </a:t>
            </a:r>
            <a:r>
              <a:rPr lang="ru-RU" sz="2400" dirty="0">
                <a:solidFill>
                  <a:srgbClr val="FF0000"/>
                </a:solidFill>
              </a:rPr>
              <a:t>бөлүнүүчү</a:t>
            </a:r>
            <a:r>
              <a:rPr lang="ru-RU" sz="2400" dirty="0"/>
              <a:t> чоң болот.</a:t>
            </a:r>
            <a:endParaRPr lang="en-GB" sz="24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D8F734D-A477-E8DD-454B-6580DF658364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3845B51-3470-285B-1C6C-3E5E6F5F3510}"/>
              </a:ext>
            </a:extLst>
          </p:cNvPr>
          <p:cNvSpPr/>
          <p:nvPr/>
        </p:nvSpPr>
        <p:spPr>
          <a:xfrm rot="11243172" flipV="1">
            <a:off x="4843482" y="3109082"/>
            <a:ext cx="2548043" cy="1775007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  <a:gd name="connsiteX0" fmla="*/ 447526 w 447526"/>
              <a:gd name="connsiteY0" fmla="*/ 0 h 1048200"/>
              <a:gd name="connsiteX1" fmla="*/ 304417 w 447526"/>
              <a:gd name="connsiteY1" fmla="*/ 1048200 h 1048200"/>
              <a:gd name="connsiteX0" fmla="*/ 175347 w 175347"/>
              <a:gd name="connsiteY0" fmla="*/ 0 h 1048200"/>
              <a:gd name="connsiteX1" fmla="*/ 32238 w 175347"/>
              <a:gd name="connsiteY1" fmla="*/ 1048200 h 1048200"/>
              <a:gd name="connsiteX0" fmla="*/ 236332 w 236332"/>
              <a:gd name="connsiteY0" fmla="*/ 0 h 1185669"/>
              <a:gd name="connsiteX1" fmla="*/ 23330 w 236332"/>
              <a:gd name="connsiteY1" fmla="*/ 1185669 h 1185669"/>
              <a:gd name="connsiteX0" fmla="*/ 139176 w 139176"/>
              <a:gd name="connsiteY0" fmla="*/ 0 h 1263911"/>
              <a:gd name="connsiteX1" fmla="*/ 42030 w 139176"/>
              <a:gd name="connsiteY1" fmla="*/ 1263911 h 1263911"/>
              <a:gd name="connsiteX0" fmla="*/ 97146 w 102152"/>
              <a:gd name="connsiteY0" fmla="*/ 0 h 1263911"/>
              <a:gd name="connsiteX1" fmla="*/ 0 w 102152"/>
              <a:gd name="connsiteY1" fmla="*/ 1263911 h 1263911"/>
              <a:gd name="connsiteX0" fmla="*/ 113689 w 113689"/>
              <a:gd name="connsiteY0" fmla="*/ 0 h 1263911"/>
              <a:gd name="connsiteX1" fmla="*/ 16543 w 113689"/>
              <a:gd name="connsiteY1" fmla="*/ 1263911 h 1263911"/>
              <a:gd name="connsiteX0" fmla="*/ 101253 w 143615"/>
              <a:gd name="connsiteY0" fmla="*/ 0 h 1294004"/>
              <a:gd name="connsiteX1" fmla="*/ 79414 w 143615"/>
              <a:gd name="connsiteY1" fmla="*/ 1294004 h 1294004"/>
              <a:gd name="connsiteX0" fmla="*/ 63482 w 115657"/>
              <a:gd name="connsiteY0" fmla="*/ 0 h 1294004"/>
              <a:gd name="connsiteX1" fmla="*/ 41643 w 115657"/>
              <a:gd name="connsiteY1" fmla="*/ 1294004 h 1294004"/>
              <a:gd name="connsiteX0" fmla="*/ 59673 w 142272"/>
              <a:gd name="connsiteY0" fmla="*/ 0 h 1294004"/>
              <a:gd name="connsiteX1" fmla="*/ 72591 w 142272"/>
              <a:gd name="connsiteY1" fmla="*/ 1294004 h 1294004"/>
              <a:gd name="connsiteX0" fmla="*/ 16747 w 1577807"/>
              <a:gd name="connsiteY0" fmla="*/ 0 h 1451136"/>
              <a:gd name="connsiteX1" fmla="*/ 1557917 w 1577807"/>
              <a:gd name="connsiteY1" fmla="*/ 1451136 h 1451136"/>
              <a:gd name="connsiteX0" fmla="*/ 0 w 1567714"/>
              <a:gd name="connsiteY0" fmla="*/ 0 h 1451136"/>
              <a:gd name="connsiteX1" fmla="*/ 1541170 w 1567714"/>
              <a:gd name="connsiteY1" fmla="*/ 1451136 h 1451136"/>
              <a:gd name="connsiteX0" fmla="*/ 0 w 1636709"/>
              <a:gd name="connsiteY0" fmla="*/ 0 h 1423350"/>
              <a:gd name="connsiteX1" fmla="*/ 1611263 w 1636709"/>
              <a:gd name="connsiteY1" fmla="*/ 1423350 h 1423350"/>
              <a:gd name="connsiteX0" fmla="*/ 0 w 1611263"/>
              <a:gd name="connsiteY0" fmla="*/ 0 h 1423350"/>
              <a:gd name="connsiteX1" fmla="*/ 1611263 w 1611263"/>
              <a:gd name="connsiteY1" fmla="*/ 1423350 h 1423350"/>
              <a:gd name="connsiteX0" fmla="*/ 2535 w 1613798"/>
              <a:gd name="connsiteY0" fmla="*/ 0 h 1423350"/>
              <a:gd name="connsiteX1" fmla="*/ 1613798 w 1613798"/>
              <a:gd name="connsiteY1" fmla="*/ 1423350 h 1423350"/>
              <a:gd name="connsiteX0" fmla="*/ 2596 w 1588991"/>
              <a:gd name="connsiteY0" fmla="*/ 0 h 1465445"/>
              <a:gd name="connsiteX1" fmla="*/ 1588991 w 1588991"/>
              <a:gd name="connsiteY1" fmla="*/ 1465445 h 1465445"/>
              <a:gd name="connsiteX0" fmla="*/ 2589 w 1592032"/>
              <a:gd name="connsiteY0" fmla="*/ 0 h 1320960"/>
              <a:gd name="connsiteX1" fmla="*/ 1592032 w 1592032"/>
              <a:gd name="connsiteY1" fmla="*/ 1320960 h 1320960"/>
              <a:gd name="connsiteX0" fmla="*/ 1620 w 1591063"/>
              <a:gd name="connsiteY0" fmla="*/ 0 h 1320960"/>
              <a:gd name="connsiteX1" fmla="*/ 1591063 w 1591063"/>
              <a:gd name="connsiteY1" fmla="*/ 1320960 h 1320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91063" h="1320960">
                <a:moveTo>
                  <a:pt x="1620" y="0"/>
                </a:moveTo>
                <a:cubicBezTo>
                  <a:pt x="-58319" y="919991"/>
                  <a:pt x="1565106" y="815071"/>
                  <a:pt x="1591063" y="1320960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4378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E9AF54A-9CB2-D234-6EF7-80208DAD24B8}"/>
              </a:ext>
            </a:extLst>
          </p:cNvPr>
          <p:cNvSpPr/>
          <p:nvPr/>
        </p:nvSpPr>
        <p:spPr>
          <a:xfrm>
            <a:off x="1238233" y="1057103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10 ÷ 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8B9DE99-44DF-AC79-83DA-B2A389D95F85}"/>
              </a:ext>
            </a:extLst>
          </p:cNvPr>
          <p:cNvSpPr/>
          <p:nvPr/>
        </p:nvSpPr>
        <p:spPr>
          <a:xfrm>
            <a:off x="6151055" y="1057103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100 ÷ 20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DEC7BC2-861E-41FC-5C0F-098A2FA6F3DE}"/>
              </a:ext>
            </a:extLst>
          </p:cNvPr>
          <p:cNvGrpSpPr/>
          <p:nvPr/>
        </p:nvGrpSpPr>
        <p:grpSpPr>
          <a:xfrm>
            <a:off x="5412048" y="2069696"/>
            <a:ext cx="3897380" cy="4239492"/>
            <a:chOff x="4937761" y="515389"/>
            <a:chExt cx="4829695" cy="525364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42429A2-1B82-E24F-05E2-1E380F158286}"/>
                </a:ext>
              </a:extLst>
            </p:cNvPr>
            <p:cNvGrpSpPr/>
            <p:nvPr/>
          </p:nvGrpSpPr>
          <p:grpSpPr>
            <a:xfrm>
              <a:off x="4937761" y="515389"/>
              <a:ext cx="4829695" cy="390699"/>
              <a:chOff x="5162204" y="515389"/>
              <a:chExt cx="4829695" cy="390699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22272A8D-29C9-25D2-59E9-9E7C85D2C7FD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2F1FAB3-349D-114B-D286-C9C250D39C6A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03D3F321-5707-389C-C7D0-3B2EAF2F82DB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69092D1F-3AA1-7F65-2735-6D5CED7A3BF9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E31F91D-D537-1FF6-598E-6DFDCF3958FF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1D707DD-00E3-32AC-39FC-8ADF2A76B448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4DB6A4D-060E-AB88-45F5-BE7D293450BA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B6D69C64-E40A-6F3F-9DD6-00D662CB8F19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FB799A1-1BCC-ECD9-1CE0-7936D010DB2C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505CA0C3-D123-0EA8-0F1C-4C7783195D8F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21AC867-7AC1-EA72-18DE-3D074EEEE8CD}"/>
                </a:ext>
              </a:extLst>
            </p:cNvPr>
            <p:cNvGrpSpPr/>
            <p:nvPr/>
          </p:nvGrpSpPr>
          <p:grpSpPr>
            <a:xfrm>
              <a:off x="4937761" y="1055716"/>
              <a:ext cx="4829695" cy="390699"/>
              <a:chOff x="5162204" y="515389"/>
              <a:chExt cx="4829695" cy="390699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0822E34B-E9BB-FFF9-90FA-807270944411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4113F12-26A6-3AFE-1955-D81FBE4C8934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0994161-AC14-9452-16C5-631A5138AD3E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4FBE0C2-32F8-4950-336A-5E1531DAF333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24A08C7-8F3A-77D8-F411-5D6A79D7F3A9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3A3D6E7-11F1-DD32-35EC-4A2C91D21F8E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C5EFDE5-DA70-9885-B06B-EAA64B54CFB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1AA69004-20B9-EA3B-B04D-0A74968D11D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A76FABE-EBFD-1BDD-66DF-265876352D4D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8304019-5584-7414-E182-0874E3CB852B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2F1F679-51A3-56A9-780E-17B8E7B83812}"/>
                </a:ext>
              </a:extLst>
            </p:cNvPr>
            <p:cNvGrpSpPr/>
            <p:nvPr/>
          </p:nvGrpSpPr>
          <p:grpSpPr>
            <a:xfrm>
              <a:off x="4937761" y="1596043"/>
              <a:ext cx="4829695" cy="390699"/>
              <a:chOff x="5162204" y="515389"/>
              <a:chExt cx="4829695" cy="390699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862465BA-0928-FE98-4689-97C635CE83D9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5563D4BC-4407-2643-88BA-C7D0930DE1A9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E20832A-DB5A-54B1-C43A-E9F9B887023A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E33947E-500F-E694-3689-C4A1AF155F82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629B75F7-4B4F-3EB5-969C-28E2270F74C5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2B460BE9-9913-AA05-80B2-9D2889E6C662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E9326B8E-AADF-A0EA-0310-B7892B31A8FE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54F9A348-0EC9-194E-EBCC-B5FFAA5C0DC2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8388127E-AA8E-5FB9-0019-4D551AF0DB8B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07C62F4A-AB3C-9B48-32AD-6768CC011056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EA7CD1BB-9416-FC7B-EE90-107B3E107D09}"/>
                </a:ext>
              </a:extLst>
            </p:cNvPr>
            <p:cNvGrpSpPr/>
            <p:nvPr/>
          </p:nvGrpSpPr>
          <p:grpSpPr>
            <a:xfrm>
              <a:off x="4937761" y="2136370"/>
              <a:ext cx="4829695" cy="390699"/>
              <a:chOff x="5162204" y="515389"/>
              <a:chExt cx="4829695" cy="390699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192C44F-D257-3A61-A1F7-9494536AE544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7B5A7DC0-6869-3267-11BD-C78CFF75A2B1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2BC0CB9C-B6C7-03B2-8D14-CB3B1FED80D7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551D8B01-0B82-BDA6-F2FF-02DAAEFC2404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04DD8BE4-6CFF-F474-E389-AE900160D556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04AF265A-A4FF-2A4D-D50E-CE79B80E4692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CAB83367-2E28-18BF-94FD-CF5E6A4B402F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09E5975-403C-681B-B58C-8588724B191A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DC3A04D-C9CD-5C6A-F166-3539F794C892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2E1F181-44E8-CEAC-C9F1-94315FC1A9B4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62B52015-75F2-9F98-F847-8164F7FAFBCD}"/>
                </a:ext>
              </a:extLst>
            </p:cNvPr>
            <p:cNvGrpSpPr/>
            <p:nvPr/>
          </p:nvGrpSpPr>
          <p:grpSpPr>
            <a:xfrm>
              <a:off x="4937761" y="2676697"/>
              <a:ext cx="4829695" cy="390699"/>
              <a:chOff x="5162204" y="515389"/>
              <a:chExt cx="4829695" cy="390699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2E83ACD-D6CF-6DE9-1BFA-319A75A9038B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DFE61781-A05F-0953-B8DC-04CC5F28A004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656805CD-0459-286B-6AC1-191EB597DDAD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5A3C0907-3971-E7BF-133C-2CCB0001DFE0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408FEC84-6990-1E66-FB47-7C69095F7880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A1FA491B-E404-50DA-64D0-AE0807E25A35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238C2998-9A92-4D97-12EF-024B5B36166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2F4C3F94-D3A7-0AA6-3121-EA4260AB7CC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EC0F6EE0-C8B6-FBB6-DE13-BA52FE86C3D0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43505161-9A7F-3FE6-6E51-743453450685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3BF63F49-4566-3111-B1BC-47D6C67AC99E}"/>
                </a:ext>
              </a:extLst>
            </p:cNvPr>
            <p:cNvGrpSpPr/>
            <p:nvPr/>
          </p:nvGrpSpPr>
          <p:grpSpPr>
            <a:xfrm>
              <a:off x="4937761" y="3217024"/>
              <a:ext cx="4829695" cy="390699"/>
              <a:chOff x="5162204" y="515389"/>
              <a:chExt cx="4829695" cy="390699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662BFF38-E654-1943-B794-D02E652CBB75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8E23BD34-E8D4-B8EE-535E-584857242975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52D1FA3E-FE82-3CC5-FC97-BFE0CDA9FF35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80D0D258-A412-2780-8277-A73274E48D68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A2F0FB5D-2A6F-0D5F-8C32-7692E1ECC99F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BBEBF73D-5B27-41F0-CC7A-B4F603C1CF18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13449EA2-097C-B5F4-F4D1-1B8F12832029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1F61A528-15AE-9F66-707B-031F86403FAF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014AFF35-4EBD-F4AC-A211-1FF167B1DAFE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ABCA3D1C-5831-9410-BBD6-D6A7A1EFA3A4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D640B949-2BBC-1441-9995-A4A272369464}"/>
                </a:ext>
              </a:extLst>
            </p:cNvPr>
            <p:cNvGrpSpPr/>
            <p:nvPr/>
          </p:nvGrpSpPr>
          <p:grpSpPr>
            <a:xfrm>
              <a:off x="4937761" y="3757351"/>
              <a:ext cx="4829695" cy="390699"/>
              <a:chOff x="5162204" y="515389"/>
              <a:chExt cx="4829695" cy="390699"/>
            </a:xfrm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23C7598B-2BB4-9E21-60A8-2F9BE865772A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5F2849D8-17FF-8464-0836-967EC8212E7E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B0F2B8E0-A7FF-21DA-4E9F-411B1B995A39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466FB5BB-A7AC-CC0A-58C4-A0E81E98EC31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1F9511A8-5A03-BECE-DC95-AEF04B212762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7CC956FB-9413-B80A-5D2B-3B59A554D055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C59A8BBB-E1F2-3B6F-D86E-96168F5CA0E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C70AC515-CB4D-75BC-811A-90C791B66CBC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11557D51-F9AD-D8BB-4DA6-67131DAB8BF6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118FA8AD-508D-EE88-7536-46127C21BE17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3891CCE0-8CD7-BBCB-294D-18FB9F22D3A5}"/>
                </a:ext>
              </a:extLst>
            </p:cNvPr>
            <p:cNvGrpSpPr/>
            <p:nvPr/>
          </p:nvGrpSpPr>
          <p:grpSpPr>
            <a:xfrm>
              <a:off x="4937761" y="4297678"/>
              <a:ext cx="4829695" cy="390699"/>
              <a:chOff x="5162204" y="515389"/>
              <a:chExt cx="4829695" cy="390699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80B9FDF2-49DA-64CA-43A3-FE38CEFBB9C0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E792F556-5721-40D9-9290-A2A377FE78C7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7DAEE801-5CC2-E28C-BE6B-93B40A73216A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2E5D3DE3-C90A-8106-01FC-FD552D57CA50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EDF50171-1070-B3EE-05F0-70ED6478DAD6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8DCE7C15-99EF-3EEF-115F-BB1835BC769A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19382E21-B442-A945-756F-70ADABCEC9BB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A6B554A4-14E9-3151-0DB2-2A456AEA8963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F812CCFC-A2CF-C684-DFFB-5EACCC573B87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34A8D79F-8985-EE2C-945C-C59C04D97B5D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667489C0-DB47-9F78-4083-115D1467F2C9}"/>
                </a:ext>
              </a:extLst>
            </p:cNvPr>
            <p:cNvGrpSpPr/>
            <p:nvPr/>
          </p:nvGrpSpPr>
          <p:grpSpPr>
            <a:xfrm>
              <a:off x="4937761" y="4838005"/>
              <a:ext cx="4829695" cy="390699"/>
              <a:chOff x="5162204" y="515389"/>
              <a:chExt cx="4829695" cy="390699"/>
            </a:xfrm>
          </p:grpSpPr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065E2F59-6866-78B6-FC29-EB1EFA02E7B4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18074E4C-CF60-8986-4417-00D5F7B9EA42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7E14F7F4-95B5-3D5F-6F03-E36FFB43A18E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3D1B0140-7FBD-E2DC-EA39-EC44E2E36777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2B53C62F-47F2-EFEC-7A4B-8923411C0AD8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19F65242-ABA4-E1F5-310F-A676F87E21AE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D7CA2A3B-C00E-FF5F-91D2-D540D1A7C871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B76EEEB6-5F4F-B6AE-CA02-5AF095751E2A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F393BACF-C7CC-4011-BA55-A449994F44CC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705E1858-C587-2044-6241-51C32C802460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7FCDFC1E-D0FA-15E9-4047-9C0902B7F29F}"/>
                </a:ext>
              </a:extLst>
            </p:cNvPr>
            <p:cNvGrpSpPr/>
            <p:nvPr/>
          </p:nvGrpSpPr>
          <p:grpSpPr>
            <a:xfrm>
              <a:off x="4937761" y="5378335"/>
              <a:ext cx="4829695" cy="390699"/>
              <a:chOff x="5162204" y="515389"/>
              <a:chExt cx="4829695" cy="390699"/>
            </a:xfrm>
          </p:grpSpPr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770FC949-14B8-ED82-A017-BA3822667F2C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7BF8884B-B2C7-8EE1-2C34-3ACEDC6BA2DB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45A8B423-E081-3C50-AEEF-988E1EF11711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B2477FBD-4288-9895-D55F-AF68FDF45B8C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268BB93D-B6E8-FF74-090E-A4C195871062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E73575E4-B8D1-0CF9-8E32-5B974BA377B0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C876ADF0-5FF5-6B9E-9217-12F9AC8D720F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20C550C6-68EC-5137-21A4-D8ABA6C6593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54A6A97F-5C2A-5DDC-AD62-70D735F4103A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E0317A77-8867-A764-BB93-C635F3527D90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353C0F55-EF69-63B4-9B36-CC4C49825BDC}"/>
              </a:ext>
            </a:extLst>
          </p:cNvPr>
          <p:cNvGrpSpPr/>
          <p:nvPr/>
        </p:nvGrpSpPr>
        <p:grpSpPr>
          <a:xfrm>
            <a:off x="2290277" y="2069696"/>
            <a:ext cx="315279" cy="4239492"/>
            <a:chOff x="2369590" y="307571"/>
            <a:chExt cx="315279" cy="4239492"/>
          </a:xfrm>
        </p:grpSpPr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18A3E369-EF41-79A5-102F-7D1FF691F7E3}"/>
                </a:ext>
              </a:extLst>
            </p:cNvPr>
            <p:cNvSpPr/>
            <p:nvPr/>
          </p:nvSpPr>
          <p:spPr>
            <a:xfrm>
              <a:off x="2369590" y="307571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8FDF23E7-E140-0E9A-DB27-AD4D512B336F}"/>
                </a:ext>
              </a:extLst>
            </p:cNvPr>
            <p:cNvSpPr/>
            <p:nvPr/>
          </p:nvSpPr>
          <p:spPr>
            <a:xfrm>
              <a:off x="2369590" y="743594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4F904CC7-09D0-90FD-4F39-4AF113B2B777}"/>
                </a:ext>
              </a:extLst>
            </p:cNvPr>
            <p:cNvSpPr/>
            <p:nvPr/>
          </p:nvSpPr>
          <p:spPr>
            <a:xfrm>
              <a:off x="2369590" y="1179618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7DC6A224-7C65-89DD-BD01-CA922A89FF8A}"/>
                </a:ext>
              </a:extLst>
            </p:cNvPr>
            <p:cNvSpPr/>
            <p:nvPr/>
          </p:nvSpPr>
          <p:spPr>
            <a:xfrm>
              <a:off x="2369590" y="1615641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E5AA25AD-C940-F0B0-E990-87466223FBCD}"/>
                </a:ext>
              </a:extLst>
            </p:cNvPr>
            <p:cNvSpPr/>
            <p:nvPr/>
          </p:nvSpPr>
          <p:spPr>
            <a:xfrm>
              <a:off x="2369590" y="2051664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49A0CB04-B6F1-812E-3454-8236DA5178AD}"/>
                </a:ext>
              </a:extLst>
            </p:cNvPr>
            <p:cNvSpPr/>
            <p:nvPr/>
          </p:nvSpPr>
          <p:spPr>
            <a:xfrm>
              <a:off x="2369590" y="2487688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0415700E-52B3-3A2D-C971-72FB65626E25}"/>
                </a:ext>
              </a:extLst>
            </p:cNvPr>
            <p:cNvSpPr/>
            <p:nvPr/>
          </p:nvSpPr>
          <p:spPr>
            <a:xfrm>
              <a:off x="2369590" y="2923711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E349F4BC-A058-74B0-18F2-578C3F9CE5C9}"/>
                </a:ext>
              </a:extLst>
            </p:cNvPr>
            <p:cNvSpPr/>
            <p:nvPr/>
          </p:nvSpPr>
          <p:spPr>
            <a:xfrm>
              <a:off x="2369590" y="3359735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7DB5B822-4D14-B7F6-CC28-D3AD9B344441}"/>
                </a:ext>
              </a:extLst>
            </p:cNvPr>
            <p:cNvSpPr/>
            <p:nvPr/>
          </p:nvSpPr>
          <p:spPr>
            <a:xfrm>
              <a:off x="2369590" y="3795758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B055211B-1F8A-22D0-4F3A-6CAE38259751}"/>
                </a:ext>
              </a:extLst>
            </p:cNvPr>
            <p:cNvSpPr/>
            <p:nvPr/>
          </p:nvSpPr>
          <p:spPr>
            <a:xfrm>
              <a:off x="2369590" y="4231784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28" name="Right Bracket 227">
            <a:extLst>
              <a:ext uri="{FF2B5EF4-FFF2-40B4-BE49-F238E27FC236}">
                <a16:creationId xmlns:a16="http://schemas.microsoft.com/office/drawing/2014/main" id="{48C0D922-5709-197E-653F-C282502EF318}"/>
              </a:ext>
            </a:extLst>
          </p:cNvPr>
          <p:cNvSpPr/>
          <p:nvPr/>
        </p:nvSpPr>
        <p:spPr>
          <a:xfrm rot="10800000">
            <a:off x="5001314" y="205739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0" name="Right Bracket 229">
            <a:extLst>
              <a:ext uri="{FF2B5EF4-FFF2-40B4-BE49-F238E27FC236}">
                <a16:creationId xmlns:a16="http://schemas.microsoft.com/office/drawing/2014/main" id="{F834CEF7-924A-BD87-E275-27E496AB206D}"/>
              </a:ext>
            </a:extLst>
          </p:cNvPr>
          <p:cNvSpPr/>
          <p:nvPr/>
        </p:nvSpPr>
        <p:spPr>
          <a:xfrm rot="10800000">
            <a:off x="5001314" y="291464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1" name="Right Bracket 230">
            <a:extLst>
              <a:ext uri="{FF2B5EF4-FFF2-40B4-BE49-F238E27FC236}">
                <a16:creationId xmlns:a16="http://schemas.microsoft.com/office/drawing/2014/main" id="{E01993CD-5B4D-4DE1-57E8-52105D53CB2B}"/>
              </a:ext>
            </a:extLst>
          </p:cNvPr>
          <p:cNvSpPr/>
          <p:nvPr/>
        </p:nvSpPr>
        <p:spPr>
          <a:xfrm rot="10800000">
            <a:off x="5001314" y="37861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2" name="Right Bracket 231">
            <a:extLst>
              <a:ext uri="{FF2B5EF4-FFF2-40B4-BE49-F238E27FC236}">
                <a16:creationId xmlns:a16="http://schemas.microsoft.com/office/drawing/2014/main" id="{457B8AB8-2644-C500-9DAB-80EA83479CCB}"/>
              </a:ext>
            </a:extLst>
          </p:cNvPr>
          <p:cNvSpPr/>
          <p:nvPr/>
        </p:nvSpPr>
        <p:spPr>
          <a:xfrm rot="10800000">
            <a:off x="5001314" y="464343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3" name="Right Bracket 232">
            <a:extLst>
              <a:ext uri="{FF2B5EF4-FFF2-40B4-BE49-F238E27FC236}">
                <a16:creationId xmlns:a16="http://schemas.microsoft.com/office/drawing/2014/main" id="{9A703B77-3F17-CA13-4F11-F3D5586B4F8B}"/>
              </a:ext>
            </a:extLst>
          </p:cNvPr>
          <p:cNvSpPr/>
          <p:nvPr/>
        </p:nvSpPr>
        <p:spPr>
          <a:xfrm rot="10800000">
            <a:off x="5001314" y="55387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4" name="Right Bracket 233">
            <a:extLst>
              <a:ext uri="{FF2B5EF4-FFF2-40B4-BE49-F238E27FC236}">
                <a16:creationId xmlns:a16="http://schemas.microsoft.com/office/drawing/2014/main" id="{73E4D23F-4B46-E22C-D8CB-F70444D7B91F}"/>
              </a:ext>
            </a:extLst>
          </p:cNvPr>
          <p:cNvSpPr/>
          <p:nvPr/>
        </p:nvSpPr>
        <p:spPr>
          <a:xfrm rot="10800000">
            <a:off x="1992107" y="205739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5" name="Right Bracket 234">
            <a:extLst>
              <a:ext uri="{FF2B5EF4-FFF2-40B4-BE49-F238E27FC236}">
                <a16:creationId xmlns:a16="http://schemas.microsoft.com/office/drawing/2014/main" id="{FF5AB83C-E184-F555-BD22-8742A809A2A9}"/>
              </a:ext>
            </a:extLst>
          </p:cNvPr>
          <p:cNvSpPr/>
          <p:nvPr/>
        </p:nvSpPr>
        <p:spPr>
          <a:xfrm rot="10800000">
            <a:off x="1992107" y="291464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6" name="Right Bracket 235">
            <a:extLst>
              <a:ext uri="{FF2B5EF4-FFF2-40B4-BE49-F238E27FC236}">
                <a16:creationId xmlns:a16="http://schemas.microsoft.com/office/drawing/2014/main" id="{A6D0AB0D-AC17-685C-912A-D3A5C4E87302}"/>
              </a:ext>
            </a:extLst>
          </p:cNvPr>
          <p:cNvSpPr/>
          <p:nvPr/>
        </p:nvSpPr>
        <p:spPr>
          <a:xfrm rot="10800000">
            <a:off x="1992107" y="37861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7" name="Right Bracket 236">
            <a:extLst>
              <a:ext uri="{FF2B5EF4-FFF2-40B4-BE49-F238E27FC236}">
                <a16:creationId xmlns:a16="http://schemas.microsoft.com/office/drawing/2014/main" id="{A06DE6CA-EA83-2D9F-9B4E-689DFAA84A7B}"/>
              </a:ext>
            </a:extLst>
          </p:cNvPr>
          <p:cNvSpPr/>
          <p:nvPr/>
        </p:nvSpPr>
        <p:spPr>
          <a:xfrm rot="10800000">
            <a:off x="1992107" y="464343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8" name="Right Bracket 237">
            <a:extLst>
              <a:ext uri="{FF2B5EF4-FFF2-40B4-BE49-F238E27FC236}">
                <a16:creationId xmlns:a16="http://schemas.microsoft.com/office/drawing/2014/main" id="{546D7429-FE06-48DD-41E6-F2D3A007EC4B}"/>
              </a:ext>
            </a:extLst>
          </p:cNvPr>
          <p:cNvSpPr/>
          <p:nvPr/>
        </p:nvSpPr>
        <p:spPr>
          <a:xfrm rot="10800000">
            <a:off x="1992107" y="55387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5F65F063-FC03-5E77-E7E2-FBBE8AD60980}"/>
              </a:ext>
            </a:extLst>
          </p:cNvPr>
          <p:cNvSpPr txBox="1"/>
          <p:nvPr/>
        </p:nvSpPr>
        <p:spPr>
          <a:xfrm>
            <a:off x="1099729" y="327453"/>
            <a:ext cx="77232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Бул эки эсеп</a:t>
            </a:r>
            <a:r>
              <a:rPr lang="ky-KG" sz="2000" dirty="0"/>
              <a:t>тин</a:t>
            </a:r>
            <a:r>
              <a:rPr lang="ru-RU" sz="2000" dirty="0"/>
              <a:t> кандай окшоштугу бар, жана кандай айырмасы бар?</a:t>
            </a:r>
            <a:endParaRPr lang="en-GB" sz="20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0A0BA9-86A4-86C8-4BA9-52EC142FA3D0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987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" grpId="0" animBg="1"/>
      <p:bldP spid="230" grpId="0" animBg="1"/>
      <p:bldP spid="231" grpId="0" animBg="1"/>
      <p:bldP spid="232" grpId="0" animBg="1"/>
      <p:bldP spid="233" grpId="0" animBg="1"/>
      <p:bldP spid="234" grpId="0" animBg="1"/>
      <p:bldP spid="235" grpId="0" animBg="1"/>
      <p:bldP spid="236" grpId="0" animBg="1"/>
      <p:bldP spid="237" grpId="0" animBg="1"/>
      <p:bldP spid="23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E9AF54A-9CB2-D234-6EF7-80208DAD24B8}"/>
              </a:ext>
            </a:extLst>
          </p:cNvPr>
          <p:cNvSpPr/>
          <p:nvPr/>
        </p:nvSpPr>
        <p:spPr>
          <a:xfrm>
            <a:off x="1238233" y="1057103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8 ÷ 4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8B9DE99-44DF-AC79-83DA-B2A389D95F85}"/>
              </a:ext>
            </a:extLst>
          </p:cNvPr>
          <p:cNvSpPr/>
          <p:nvPr/>
        </p:nvSpPr>
        <p:spPr>
          <a:xfrm>
            <a:off x="6151055" y="1057103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80 ÷ 40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5900CC3-7517-AEE9-C10F-20DE2144CAAD}"/>
              </a:ext>
            </a:extLst>
          </p:cNvPr>
          <p:cNvGrpSpPr/>
          <p:nvPr/>
        </p:nvGrpSpPr>
        <p:grpSpPr>
          <a:xfrm>
            <a:off x="5412048" y="2069696"/>
            <a:ext cx="3897380" cy="3367443"/>
            <a:chOff x="5412048" y="2069696"/>
            <a:chExt cx="3897380" cy="3367443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42429A2-1B82-E24F-05E2-1E380F158286}"/>
                </a:ext>
              </a:extLst>
            </p:cNvPr>
            <p:cNvGrpSpPr/>
            <p:nvPr/>
          </p:nvGrpSpPr>
          <p:grpSpPr>
            <a:xfrm>
              <a:off x="5412048" y="2069696"/>
              <a:ext cx="3897380" cy="315279"/>
              <a:chOff x="5162204" y="515389"/>
              <a:chExt cx="4829695" cy="390699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22272A8D-29C9-25D2-59E9-9E7C85D2C7FD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2F1FAB3-349D-114B-D286-C9C250D39C6A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03D3F321-5707-389C-C7D0-3B2EAF2F82DB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69092D1F-3AA1-7F65-2735-6D5CED7A3BF9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E31F91D-D537-1FF6-598E-6DFDCF3958FF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1D707DD-00E3-32AC-39FC-8ADF2A76B448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4DB6A4D-060E-AB88-45F5-BE7D293450BA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B6D69C64-E40A-6F3F-9DD6-00D662CB8F19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FB799A1-1BCC-ECD9-1CE0-7936D010DB2C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505CA0C3-D123-0EA8-0F1C-4C7783195D8F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21AC867-7AC1-EA72-18DE-3D074EEEE8CD}"/>
                </a:ext>
              </a:extLst>
            </p:cNvPr>
            <p:cNvGrpSpPr/>
            <p:nvPr/>
          </p:nvGrpSpPr>
          <p:grpSpPr>
            <a:xfrm>
              <a:off x="5412048" y="2505719"/>
              <a:ext cx="3897380" cy="315279"/>
              <a:chOff x="5162204" y="515389"/>
              <a:chExt cx="4829695" cy="390699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0822E34B-E9BB-FFF9-90FA-807270944411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4113F12-26A6-3AFE-1955-D81FBE4C8934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0994161-AC14-9452-16C5-631A5138AD3E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A4FBE0C2-32F8-4950-336A-5E1531DAF333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24A08C7-8F3A-77D8-F411-5D6A79D7F3A9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3A3D6E7-11F1-DD32-35EC-4A2C91D21F8E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C5EFDE5-DA70-9885-B06B-EAA64B54CFB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1AA69004-20B9-EA3B-B04D-0A74968D11D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A76FABE-EBFD-1BDD-66DF-265876352D4D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8304019-5584-7414-E182-0874E3CB852B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2F1F679-51A3-56A9-780E-17B8E7B83812}"/>
                </a:ext>
              </a:extLst>
            </p:cNvPr>
            <p:cNvGrpSpPr/>
            <p:nvPr/>
          </p:nvGrpSpPr>
          <p:grpSpPr>
            <a:xfrm>
              <a:off x="5412048" y="2941743"/>
              <a:ext cx="3897380" cy="315279"/>
              <a:chOff x="5162204" y="515389"/>
              <a:chExt cx="4829695" cy="390699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862465BA-0928-FE98-4689-97C635CE83D9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5563D4BC-4407-2643-88BA-C7D0930DE1A9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E20832A-DB5A-54B1-C43A-E9F9B887023A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E33947E-500F-E694-3689-C4A1AF155F82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629B75F7-4B4F-3EB5-969C-28E2270F74C5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2B460BE9-9913-AA05-80B2-9D2889E6C662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E9326B8E-AADF-A0EA-0310-B7892B31A8FE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54F9A348-0EC9-194E-EBCC-B5FFAA5C0DC2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8388127E-AA8E-5FB9-0019-4D551AF0DB8B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07C62F4A-AB3C-9B48-32AD-6768CC011056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EA7CD1BB-9416-FC7B-EE90-107B3E107D09}"/>
                </a:ext>
              </a:extLst>
            </p:cNvPr>
            <p:cNvGrpSpPr/>
            <p:nvPr/>
          </p:nvGrpSpPr>
          <p:grpSpPr>
            <a:xfrm>
              <a:off x="5412048" y="3377766"/>
              <a:ext cx="3897380" cy="315279"/>
              <a:chOff x="5162204" y="515389"/>
              <a:chExt cx="4829695" cy="390699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192C44F-D257-3A61-A1F7-9494536AE544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7B5A7DC0-6869-3267-11BD-C78CFF75A2B1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2BC0CB9C-B6C7-03B2-8D14-CB3B1FED80D7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551D8B01-0B82-BDA6-F2FF-02DAAEFC2404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04DD8BE4-6CFF-F474-E389-AE900160D556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04AF265A-A4FF-2A4D-D50E-CE79B80E4692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CAB83367-2E28-18BF-94FD-CF5E6A4B402F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09E5975-403C-681B-B58C-8588724B191A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DC3A04D-C9CD-5C6A-F166-3539F794C892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D2E1F181-44E8-CEAC-C9F1-94315FC1A9B4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62B52015-75F2-9F98-F847-8164F7FAFBCD}"/>
                </a:ext>
              </a:extLst>
            </p:cNvPr>
            <p:cNvGrpSpPr/>
            <p:nvPr/>
          </p:nvGrpSpPr>
          <p:grpSpPr>
            <a:xfrm>
              <a:off x="5412048" y="3813789"/>
              <a:ext cx="3897380" cy="315279"/>
              <a:chOff x="5162204" y="515389"/>
              <a:chExt cx="4829695" cy="390699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2E83ACD-D6CF-6DE9-1BFA-319A75A9038B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DFE61781-A05F-0953-B8DC-04CC5F28A004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656805CD-0459-286B-6AC1-191EB597DDAD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5A3C0907-3971-E7BF-133C-2CCB0001DFE0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408FEC84-6990-1E66-FB47-7C69095F7880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A1FA491B-E404-50DA-64D0-AE0807E25A35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238C2998-9A92-4D97-12EF-024B5B36166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2F4C3F94-D3A7-0AA6-3121-EA4260AB7CCB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EC0F6EE0-C8B6-FBB6-DE13-BA52FE86C3D0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43505161-9A7F-3FE6-6E51-743453450685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3BF63F49-4566-3111-B1BC-47D6C67AC99E}"/>
                </a:ext>
              </a:extLst>
            </p:cNvPr>
            <p:cNvGrpSpPr/>
            <p:nvPr/>
          </p:nvGrpSpPr>
          <p:grpSpPr>
            <a:xfrm>
              <a:off x="5412048" y="4249813"/>
              <a:ext cx="3897380" cy="315279"/>
              <a:chOff x="5162204" y="515389"/>
              <a:chExt cx="4829695" cy="390699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662BFF38-E654-1943-B794-D02E652CBB75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8E23BD34-E8D4-B8EE-535E-584857242975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52D1FA3E-FE82-3CC5-FC97-BFE0CDA9FF35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80D0D258-A412-2780-8277-A73274E48D68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A2F0FB5D-2A6F-0D5F-8C32-7692E1ECC99F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BBEBF73D-5B27-41F0-CC7A-B4F603C1CF18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13449EA2-097C-B5F4-F4D1-1B8F12832029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1F61A528-15AE-9F66-707B-031F86403FAF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014AFF35-4EBD-F4AC-A211-1FF167B1DAFE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ABCA3D1C-5831-9410-BBD6-D6A7A1EFA3A4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D640B949-2BBC-1441-9995-A4A272369464}"/>
                </a:ext>
              </a:extLst>
            </p:cNvPr>
            <p:cNvGrpSpPr/>
            <p:nvPr/>
          </p:nvGrpSpPr>
          <p:grpSpPr>
            <a:xfrm>
              <a:off x="5412048" y="4685836"/>
              <a:ext cx="3897380" cy="315279"/>
              <a:chOff x="5162204" y="515389"/>
              <a:chExt cx="4829695" cy="390699"/>
            </a:xfrm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23C7598B-2BB4-9E21-60A8-2F9BE865772A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5F2849D8-17FF-8464-0836-967EC8212E7E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B0F2B8E0-A7FF-21DA-4E9F-411B1B995A39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466FB5BB-A7AC-CC0A-58C4-A0E81E98EC31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1F9511A8-5A03-BECE-DC95-AEF04B212762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7CC956FB-9413-B80A-5D2B-3B59A554D055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C59A8BBB-E1F2-3B6F-D86E-96168F5CA0ED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C70AC515-CB4D-75BC-811A-90C791B66CBC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11557D51-F9AD-D8BB-4DA6-67131DAB8BF6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118FA8AD-508D-EE88-7536-46127C21BE17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3891CCE0-8CD7-BBCB-294D-18FB9F22D3A5}"/>
                </a:ext>
              </a:extLst>
            </p:cNvPr>
            <p:cNvGrpSpPr/>
            <p:nvPr/>
          </p:nvGrpSpPr>
          <p:grpSpPr>
            <a:xfrm>
              <a:off x="5412048" y="5121860"/>
              <a:ext cx="3897380" cy="315279"/>
              <a:chOff x="5162204" y="515389"/>
              <a:chExt cx="4829695" cy="390699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80B9FDF2-49DA-64CA-43A3-FE38CEFBB9C0}"/>
                  </a:ext>
                </a:extLst>
              </p:cNvPr>
              <p:cNvSpPr/>
              <p:nvPr/>
            </p:nvSpPr>
            <p:spPr>
              <a:xfrm>
                <a:off x="516220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E792F556-5721-40D9-9290-A2A377FE78C7}"/>
                  </a:ext>
                </a:extLst>
              </p:cNvPr>
              <p:cNvSpPr/>
              <p:nvPr/>
            </p:nvSpPr>
            <p:spPr>
              <a:xfrm>
                <a:off x="565542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7DAEE801-5CC2-E28C-BE6B-93B40A73216A}"/>
                  </a:ext>
                </a:extLst>
              </p:cNvPr>
              <p:cNvSpPr/>
              <p:nvPr/>
            </p:nvSpPr>
            <p:spPr>
              <a:xfrm>
                <a:off x="614864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2E5D3DE3-C90A-8106-01FC-FD552D57CA50}"/>
                  </a:ext>
                </a:extLst>
              </p:cNvPr>
              <p:cNvSpPr/>
              <p:nvPr/>
            </p:nvSpPr>
            <p:spPr>
              <a:xfrm>
                <a:off x="664187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EDF50171-1070-B3EE-05F0-70ED6478DAD6}"/>
                  </a:ext>
                </a:extLst>
              </p:cNvPr>
              <p:cNvSpPr/>
              <p:nvPr/>
            </p:nvSpPr>
            <p:spPr>
              <a:xfrm>
                <a:off x="7135092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8DCE7C15-99EF-3EEF-115F-BB1835BC769A}"/>
                  </a:ext>
                </a:extLst>
              </p:cNvPr>
              <p:cNvSpPr/>
              <p:nvPr/>
            </p:nvSpPr>
            <p:spPr>
              <a:xfrm>
                <a:off x="7628314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19382E21-B442-A945-756F-70ADABCEC9BB}"/>
                  </a:ext>
                </a:extLst>
              </p:cNvPr>
              <p:cNvSpPr/>
              <p:nvPr/>
            </p:nvSpPr>
            <p:spPr>
              <a:xfrm>
                <a:off x="8121536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A6B554A4-14E9-3151-0DB2-2A456AEA8963}"/>
                  </a:ext>
                </a:extLst>
              </p:cNvPr>
              <p:cNvSpPr/>
              <p:nvPr/>
            </p:nvSpPr>
            <p:spPr>
              <a:xfrm>
                <a:off x="8614758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F812CCFC-A2CF-C684-DFFB-5EACCC573B87}"/>
                  </a:ext>
                </a:extLst>
              </p:cNvPr>
              <p:cNvSpPr/>
              <p:nvPr/>
            </p:nvSpPr>
            <p:spPr>
              <a:xfrm>
                <a:off x="910798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34A8D79F-8985-EE2C-945C-C59C04D97B5D}"/>
                  </a:ext>
                </a:extLst>
              </p:cNvPr>
              <p:cNvSpPr/>
              <p:nvPr/>
            </p:nvSpPr>
            <p:spPr>
              <a:xfrm>
                <a:off x="9601200" y="515389"/>
                <a:ext cx="390699" cy="390699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00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9C393080-6B6E-0332-22F0-5309E0855C9C}"/>
              </a:ext>
            </a:extLst>
          </p:cNvPr>
          <p:cNvGrpSpPr/>
          <p:nvPr/>
        </p:nvGrpSpPr>
        <p:grpSpPr>
          <a:xfrm>
            <a:off x="2290277" y="2069696"/>
            <a:ext cx="315279" cy="3367443"/>
            <a:chOff x="2290277" y="2069696"/>
            <a:chExt cx="315279" cy="3367443"/>
          </a:xfrm>
        </p:grpSpPr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18A3E369-EF41-79A5-102F-7D1FF691F7E3}"/>
                </a:ext>
              </a:extLst>
            </p:cNvPr>
            <p:cNvSpPr/>
            <p:nvPr/>
          </p:nvSpPr>
          <p:spPr>
            <a:xfrm>
              <a:off x="2290277" y="2069696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8FDF23E7-E140-0E9A-DB27-AD4D512B336F}"/>
                </a:ext>
              </a:extLst>
            </p:cNvPr>
            <p:cNvSpPr/>
            <p:nvPr/>
          </p:nvSpPr>
          <p:spPr>
            <a:xfrm>
              <a:off x="2290277" y="2505719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4F904CC7-09D0-90FD-4F39-4AF113B2B777}"/>
                </a:ext>
              </a:extLst>
            </p:cNvPr>
            <p:cNvSpPr/>
            <p:nvPr/>
          </p:nvSpPr>
          <p:spPr>
            <a:xfrm>
              <a:off x="2290277" y="2941743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7DC6A224-7C65-89DD-BD01-CA922A89FF8A}"/>
                </a:ext>
              </a:extLst>
            </p:cNvPr>
            <p:cNvSpPr/>
            <p:nvPr/>
          </p:nvSpPr>
          <p:spPr>
            <a:xfrm>
              <a:off x="2290277" y="3377766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E5AA25AD-C940-F0B0-E990-87466223FBCD}"/>
                </a:ext>
              </a:extLst>
            </p:cNvPr>
            <p:cNvSpPr/>
            <p:nvPr/>
          </p:nvSpPr>
          <p:spPr>
            <a:xfrm>
              <a:off x="2290277" y="3813789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49A0CB04-B6F1-812E-3454-8236DA5178AD}"/>
                </a:ext>
              </a:extLst>
            </p:cNvPr>
            <p:cNvSpPr/>
            <p:nvPr/>
          </p:nvSpPr>
          <p:spPr>
            <a:xfrm>
              <a:off x="2290277" y="4249813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0415700E-52B3-3A2D-C971-72FB65626E25}"/>
                </a:ext>
              </a:extLst>
            </p:cNvPr>
            <p:cNvSpPr/>
            <p:nvPr/>
          </p:nvSpPr>
          <p:spPr>
            <a:xfrm>
              <a:off x="2290277" y="4685836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E349F4BC-A058-74B0-18F2-578C3F9CE5C9}"/>
                </a:ext>
              </a:extLst>
            </p:cNvPr>
            <p:cNvSpPr/>
            <p:nvPr/>
          </p:nvSpPr>
          <p:spPr>
            <a:xfrm>
              <a:off x="2290277" y="5121860"/>
              <a:ext cx="315279" cy="315279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28" name="Right Bracket 227">
            <a:extLst>
              <a:ext uri="{FF2B5EF4-FFF2-40B4-BE49-F238E27FC236}">
                <a16:creationId xmlns:a16="http://schemas.microsoft.com/office/drawing/2014/main" id="{48C0D922-5709-197E-653F-C282502EF318}"/>
              </a:ext>
            </a:extLst>
          </p:cNvPr>
          <p:cNvSpPr/>
          <p:nvPr/>
        </p:nvSpPr>
        <p:spPr>
          <a:xfrm rot="10800000">
            <a:off x="5001314" y="205739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0" name="Right Bracket 229">
            <a:extLst>
              <a:ext uri="{FF2B5EF4-FFF2-40B4-BE49-F238E27FC236}">
                <a16:creationId xmlns:a16="http://schemas.microsoft.com/office/drawing/2014/main" id="{F834CEF7-924A-BD87-E275-27E496AB206D}"/>
              </a:ext>
            </a:extLst>
          </p:cNvPr>
          <p:cNvSpPr/>
          <p:nvPr/>
        </p:nvSpPr>
        <p:spPr>
          <a:xfrm rot="10800000">
            <a:off x="5001314" y="291464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1" name="Right Bracket 230">
            <a:extLst>
              <a:ext uri="{FF2B5EF4-FFF2-40B4-BE49-F238E27FC236}">
                <a16:creationId xmlns:a16="http://schemas.microsoft.com/office/drawing/2014/main" id="{E01993CD-5B4D-4DE1-57E8-52105D53CB2B}"/>
              </a:ext>
            </a:extLst>
          </p:cNvPr>
          <p:cNvSpPr/>
          <p:nvPr/>
        </p:nvSpPr>
        <p:spPr>
          <a:xfrm rot="10800000">
            <a:off x="5001314" y="37861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2" name="Right Bracket 231">
            <a:extLst>
              <a:ext uri="{FF2B5EF4-FFF2-40B4-BE49-F238E27FC236}">
                <a16:creationId xmlns:a16="http://schemas.microsoft.com/office/drawing/2014/main" id="{457B8AB8-2644-C500-9DAB-80EA83479CCB}"/>
              </a:ext>
            </a:extLst>
          </p:cNvPr>
          <p:cNvSpPr/>
          <p:nvPr/>
        </p:nvSpPr>
        <p:spPr>
          <a:xfrm rot="10800000">
            <a:off x="5001314" y="464343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4" name="Right Bracket 233">
            <a:extLst>
              <a:ext uri="{FF2B5EF4-FFF2-40B4-BE49-F238E27FC236}">
                <a16:creationId xmlns:a16="http://schemas.microsoft.com/office/drawing/2014/main" id="{73E4D23F-4B46-E22C-D8CB-F70444D7B91F}"/>
              </a:ext>
            </a:extLst>
          </p:cNvPr>
          <p:cNvSpPr/>
          <p:nvPr/>
        </p:nvSpPr>
        <p:spPr>
          <a:xfrm rot="10800000">
            <a:off x="1992107" y="205739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5" name="Right Bracket 234">
            <a:extLst>
              <a:ext uri="{FF2B5EF4-FFF2-40B4-BE49-F238E27FC236}">
                <a16:creationId xmlns:a16="http://schemas.microsoft.com/office/drawing/2014/main" id="{FF5AB83C-E184-F555-BD22-8742A809A2A9}"/>
              </a:ext>
            </a:extLst>
          </p:cNvPr>
          <p:cNvSpPr/>
          <p:nvPr/>
        </p:nvSpPr>
        <p:spPr>
          <a:xfrm rot="10800000">
            <a:off x="1992107" y="2914649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6" name="Right Bracket 235">
            <a:extLst>
              <a:ext uri="{FF2B5EF4-FFF2-40B4-BE49-F238E27FC236}">
                <a16:creationId xmlns:a16="http://schemas.microsoft.com/office/drawing/2014/main" id="{A6D0AB0D-AC17-685C-912A-D3A5C4E87302}"/>
              </a:ext>
            </a:extLst>
          </p:cNvPr>
          <p:cNvSpPr/>
          <p:nvPr/>
        </p:nvSpPr>
        <p:spPr>
          <a:xfrm rot="10800000">
            <a:off x="1992107" y="378618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7" name="Right Bracket 236">
            <a:extLst>
              <a:ext uri="{FF2B5EF4-FFF2-40B4-BE49-F238E27FC236}">
                <a16:creationId xmlns:a16="http://schemas.microsoft.com/office/drawing/2014/main" id="{A06DE6CA-EA83-2D9F-9B4E-689DFAA84A7B}"/>
              </a:ext>
            </a:extLst>
          </p:cNvPr>
          <p:cNvSpPr/>
          <p:nvPr/>
        </p:nvSpPr>
        <p:spPr>
          <a:xfrm rot="10800000">
            <a:off x="1992107" y="4643436"/>
            <a:ext cx="277267" cy="785379"/>
          </a:xfrm>
          <a:prstGeom prst="rightBracket">
            <a:avLst/>
          </a:prstGeom>
          <a:ln w="3810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5F65F063-FC03-5E77-E7E2-FBBE8AD60980}"/>
              </a:ext>
            </a:extLst>
          </p:cNvPr>
          <p:cNvSpPr txBox="1"/>
          <p:nvPr/>
        </p:nvSpPr>
        <p:spPr>
          <a:xfrm>
            <a:off x="1099728" y="327453"/>
            <a:ext cx="77232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Бул эки эсеп</a:t>
            </a:r>
            <a:r>
              <a:rPr lang="ky-KG" sz="2000" dirty="0"/>
              <a:t>тин</a:t>
            </a:r>
            <a:r>
              <a:rPr lang="ru-RU" sz="2000" dirty="0"/>
              <a:t> кандай окшоштугу бар, жана кандай айырмасы бар?</a:t>
            </a:r>
            <a:endParaRPr lang="en-GB" sz="2000" dirty="0"/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915F3B03-6CB9-EDBF-2D3C-7AEB723A275C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335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" grpId="0" animBg="1"/>
      <p:bldP spid="230" grpId="0" animBg="1"/>
      <p:bldP spid="231" grpId="0" animBg="1"/>
      <p:bldP spid="232" grpId="0" animBg="1"/>
      <p:bldP spid="234" grpId="0" animBg="1"/>
      <p:bldP spid="235" grpId="0" animBg="1"/>
      <p:bldP spid="236" grpId="0" animBg="1"/>
      <p:bldP spid="23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9192571-08B0-298E-160D-6F8F02587CAF}"/>
              </a:ext>
            </a:extLst>
          </p:cNvPr>
          <p:cNvSpPr/>
          <p:nvPr/>
        </p:nvSpPr>
        <p:spPr>
          <a:xfrm>
            <a:off x="1314433" y="1476375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 ÷ 0,8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311E8F-591D-0BE6-34F9-BAF144317266}"/>
              </a:ext>
            </a:extLst>
          </p:cNvPr>
          <p:cNvSpPr txBox="1"/>
          <p:nvPr/>
        </p:nvSpPr>
        <p:spPr>
          <a:xfrm>
            <a:off x="2602760" y="527478"/>
            <a:ext cx="47171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Бул эсепти кантип </a:t>
            </a:r>
            <a:r>
              <a:rPr lang="ru-RU" sz="2000" b="1" dirty="0"/>
              <a:t>сүрөттөп</a:t>
            </a:r>
            <a:r>
              <a:rPr lang="ru-RU" sz="2000" dirty="0"/>
              <a:t> бере алабыз?</a:t>
            </a:r>
            <a:endParaRPr lang="en-GB" sz="20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55A6A5C-3509-E048-43DA-A056DE922BA4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833130-CEA4-8636-0B79-FB66E90D1AB1}"/>
              </a:ext>
            </a:extLst>
          </p:cNvPr>
          <p:cNvSpPr txBox="1"/>
          <p:nvPr/>
        </p:nvSpPr>
        <p:spPr>
          <a:xfrm>
            <a:off x="960849" y="2403903"/>
            <a:ext cx="3028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4 бирдикте канча 0,8 бар?</a:t>
            </a:r>
            <a:endParaRPr lang="en-GB" sz="2000" dirty="0"/>
          </a:p>
        </p:txBody>
      </p:sp>
      <p:sp>
        <p:nvSpPr>
          <p:cNvPr id="6" name="Equals 5">
            <a:extLst>
              <a:ext uri="{FF2B5EF4-FFF2-40B4-BE49-F238E27FC236}">
                <a16:creationId xmlns:a16="http://schemas.microsoft.com/office/drawing/2014/main" id="{1F8A69EB-3A75-DCCA-49D2-A9AA8A377A8B}"/>
              </a:ext>
            </a:extLst>
          </p:cNvPr>
          <p:cNvSpPr/>
          <p:nvPr/>
        </p:nvSpPr>
        <p:spPr>
          <a:xfrm>
            <a:off x="4784738" y="1614381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392672-4258-E772-EEDB-4EA537C7250E}"/>
              </a:ext>
            </a:extLst>
          </p:cNvPr>
          <p:cNvSpPr txBox="1"/>
          <p:nvPr/>
        </p:nvSpPr>
        <p:spPr>
          <a:xfrm>
            <a:off x="2244533" y="4306063"/>
            <a:ext cx="54336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Бөлүүдө биз </a:t>
            </a:r>
            <a:r>
              <a:rPr lang="ru-RU" sz="2000" b="1" dirty="0"/>
              <a:t>бүтүн санга бөлүүнү </a:t>
            </a:r>
            <a:r>
              <a:rPr lang="ru-RU" sz="2000" dirty="0"/>
              <a:t>туура көрөбүз.</a:t>
            </a:r>
            <a:endParaRPr lang="en-GB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4556CB-C8B8-9936-761F-A48CAD1D92CE}"/>
              </a:ext>
            </a:extLst>
          </p:cNvPr>
          <p:cNvSpPr txBox="1"/>
          <p:nvPr/>
        </p:nvSpPr>
        <p:spPr>
          <a:xfrm>
            <a:off x="4330401" y="5351565"/>
            <a:ext cx="25287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solidFill>
                  <a:srgbClr val="FF0000"/>
                </a:solidFill>
              </a:rPr>
              <a:t>ондук эмес,</a:t>
            </a:r>
            <a:endParaRPr lang="en-US" sz="2000" dirty="0">
              <a:solidFill>
                <a:srgbClr val="FF0000"/>
              </a:solidFill>
            </a:endParaRPr>
          </a:p>
          <a:p>
            <a:pPr algn="ctr"/>
            <a:r>
              <a:rPr lang="ru-RU" sz="2000" dirty="0">
                <a:solidFill>
                  <a:srgbClr val="FF0000"/>
                </a:solidFill>
              </a:rPr>
              <a:t> "тегерек</a:t>
            </a:r>
            <a:r>
              <a:rPr lang="ky-KG" sz="2000" dirty="0">
                <a:solidFill>
                  <a:srgbClr val="FF0000"/>
                </a:solidFill>
              </a:rPr>
              <a:t>телген</a:t>
            </a:r>
            <a:r>
              <a:rPr lang="ru-RU" sz="2000" dirty="0">
                <a:solidFill>
                  <a:srgbClr val="FF0000"/>
                </a:solidFill>
              </a:rPr>
              <a:t>" сан</a:t>
            </a:r>
            <a:r>
              <a:rPr lang="en-GB" sz="2000" dirty="0">
                <a:solidFill>
                  <a:srgbClr val="FF0000"/>
                </a:solidFill>
              </a:rPr>
              <a:t>,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3B428DE-7495-6A31-EE7C-20F2A6E09396}"/>
              </a:ext>
            </a:extLst>
          </p:cNvPr>
          <p:cNvSpPr/>
          <p:nvPr/>
        </p:nvSpPr>
        <p:spPr>
          <a:xfrm>
            <a:off x="3360134" y="4706173"/>
            <a:ext cx="1424604" cy="869555"/>
          </a:xfrm>
          <a:custGeom>
            <a:avLst/>
            <a:gdLst>
              <a:gd name="connsiteX0" fmla="*/ 0 w 190500"/>
              <a:gd name="connsiteY0" fmla="*/ 0 h 542925"/>
              <a:gd name="connsiteX1" fmla="*/ 190500 w 190500"/>
              <a:gd name="connsiteY1" fmla="*/ 542925 h 542925"/>
              <a:gd name="connsiteX0" fmla="*/ 0 w 190500"/>
              <a:gd name="connsiteY0" fmla="*/ 0 h 590550"/>
              <a:gd name="connsiteX1" fmla="*/ 190500 w 190500"/>
              <a:gd name="connsiteY1" fmla="*/ 590550 h 590550"/>
              <a:gd name="connsiteX0" fmla="*/ 31486 w 221986"/>
              <a:gd name="connsiteY0" fmla="*/ 0 h 590550"/>
              <a:gd name="connsiteX1" fmla="*/ 221986 w 221986"/>
              <a:gd name="connsiteY1" fmla="*/ 590550 h 590550"/>
              <a:gd name="connsiteX0" fmla="*/ 36662 w 179537"/>
              <a:gd name="connsiteY0" fmla="*/ 0 h 600075"/>
              <a:gd name="connsiteX1" fmla="*/ 179537 w 179537"/>
              <a:gd name="connsiteY1" fmla="*/ 600075 h 600075"/>
              <a:gd name="connsiteX0" fmla="*/ 17004 w 241200"/>
              <a:gd name="connsiteY0" fmla="*/ 0 h 600075"/>
              <a:gd name="connsiteX1" fmla="*/ 159879 w 241200"/>
              <a:gd name="connsiteY1" fmla="*/ 600075 h 600075"/>
              <a:gd name="connsiteX0" fmla="*/ 17139 w 237121"/>
              <a:gd name="connsiteY0" fmla="*/ 0 h 895350"/>
              <a:gd name="connsiteX1" fmla="*/ 155252 w 237121"/>
              <a:gd name="connsiteY1" fmla="*/ 895350 h 895350"/>
              <a:gd name="connsiteX0" fmla="*/ 247989 w 386102"/>
              <a:gd name="connsiteY0" fmla="*/ 0 h 895350"/>
              <a:gd name="connsiteX1" fmla="*/ 386102 w 386102"/>
              <a:gd name="connsiteY1" fmla="*/ 895350 h 895350"/>
              <a:gd name="connsiteX0" fmla="*/ 259813 w 397926"/>
              <a:gd name="connsiteY0" fmla="*/ 0 h 895350"/>
              <a:gd name="connsiteX1" fmla="*/ 397926 w 397926"/>
              <a:gd name="connsiteY1" fmla="*/ 895350 h 895350"/>
              <a:gd name="connsiteX0" fmla="*/ 202930 w 441055"/>
              <a:gd name="connsiteY0" fmla="*/ 0 h 847725"/>
              <a:gd name="connsiteX1" fmla="*/ 441055 w 441055"/>
              <a:gd name="connsiteY1" fmla="*/ 847725 h 847725"/>
              <a:gd name="connsiteX0" fmla="*/ 194438 w 432563"/>
              <a:gd name="connsiteY0" fmla="*/ 0 h 847725"/>
              <a:gd name="connsiteX1" fmla="*/ 432563 w 432563"/>
              <a:gd name="connsiteY1" fmla="*/ 847725 h 84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32563" h="847725">
                <a:moveTo>
                  <a:pt x="194438" y="0"/>
                </a:moveTo>
                <a:cubicBezTo>
                  <a:pt x="62676" y="252413"/>
                  <a:pt x="-269112" y="619125"/>
                  <a:pt x="432563" y="847725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AE40AB7-600C-251B-0CC8-B4F5070C73EB}"/>
              </a:ext>
            </a:extLst>
          </p:cNvPr>
          <p:cNvSpPr/>
          <p:nvPr/>
        </p:nvSpPr>
        <p:spPr>
          <a:xfrm>
            <a:off x="6191233" y="1476375"/>
            <a:ext cx="2419367" cy="64423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40 ÷ 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FCFF90-7EA8-20CC-D577-330FDDF3485E}"/>
              </a:ext>
            </a:extLst>
          </p:cNvPr>
          <p:cNvSpPr txBox="1"/>
          <p:nvPr/>
        </p:nvSpPr>
        <p:spPr>
          <a:xfrm>
            <a:off x="5980365" y="2659091"/>
            <a:ext cx="29647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40 бирдикте канча 8 бар?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890778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  <p:bldP spid="8" grpId="0"/>
      <p:bldP spid="9" grpId="0" animBg="1"/>
      <p:bldP spid="10" grpId="0" animBg="1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33F155-3E16-002A-4EA1-EBE6DF0E71BE}"/>
              </a:ext>
            </a:extLst>
          </p:cNvPr>
          <p:cNvSpPr txBox="1"/>
          <p:nvPr/>
        </p:nvSpPr>
        <p:spPr>
          <a:xfrm>
            <a:off x="488711" y="89328"/>
            <a:ext cx="8945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1" dirty="0"/>
              <a:t>Бул эсептөөлөрдү кайра жазыңыз, алар бүтүн сандарды гана камтышы керек.</a:t>
            </a:r>
            <a:endParaRPr lang="en-GB" sz="20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3F11AB9-4229-DA20-D451-672DA820E20E}"/>
              </a:ext>
            </a:extLst>
          </p:cNvPr>
          <p:cNvSpPr/>
          <p:nvPr/>
        </p:nvSpPr>
        <p:spPr>
          <a:xfrm>
            <a:off x="514334" y="85621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 ÷ 0,8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2E823C0-C53A-FB97-48B4-3EACA345A13D}"/>
              </a:ext>
            </a:extLst>
          </p:cNvPr>
          <p:cNvSpPr/>
          <p:nvPr/>
        </p:nvSpPr>
        <p:spPr>
          <a:xfrm>
            <a:off x="514334" y="186870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 ÷ 0,2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96930D9-7A47-F90E-99F8-0F790FB02EFF}"/>
              </a:ext>
            </a:extLst>
          </p:cNvPr>
          <p:cNvSpPr/>
          <p:nvPr/>
        </p:nvSpPr>
        <p:spPr>
          <a:xfrm>
            <a:off x="514334" y="288119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9 ÷ 0,3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5B7DDC6-855F-7E81-C0C7-366861EE9DDF}"/>
              </a:ext>
            </a:extLst>
          </p:cNvPr>
          <p:cNvSpPr/>
          <p:nvPr/>
        </p:nvSpPr>
        <p:spPr>
          <a:xfrm>
            <a:off x="514334" y="389368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 ÷ 0,1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A3635CC-511F-18B5-CCE6-4F29C5ED89B9}"/>
              </a:ext>
            </a:extLst>
          </p:cNvPr>
          <p:cNvSpPr/>
          <p:nvPr/>
        </p:nvSpPr>
        <p:spPr>
          <a:xfrm>
            <a:off x="514334" y="490617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0,8 ÷ 4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0A4802-E4FE-C521-3574-D41755AD47BE}"/>
              </a:ext>
            </a:extLst>
          </p:cNvPr>
          <p:cNvSpPr/>
          <p:nvPr/>
        </p:nvSpPr>
        <p:spPr>
          <a:xfrm>
            <a:off x="514334" y="5918659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0,4 ÷ 0,2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7B88225-9CFD-D5B6-2261-491DC93A81FC}"/>
              </a:ext>
            </a:extLst>
          </p:cNvPr>
          <p:cNvSpPr/>
          <p:nvPr/>
        </p:nvSpPr>
        <p:spPr>
          <a:xfrm>
            <a:off x="2800777" y="85621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30 ÷ 8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1DE2089-C555-0A35-5FEC-D7179945BBA7}"/>
              </a:ext>
            </a:extLst>
          </p:cNvPr>
          <p:cNvSpPr/>
          <p:nvPr/>
        </p:nvSpPr>
        <p:spPr>
          <a:xfrm>
            <a:off x="2800777" y="186870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40 ÷ 2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378C371-7BFD-1F3E-247F-5B9E6C7FDDB6}"/>
              </a:ext>
            </a:extLst>
          </p:cNvPr>
          <p:cNvSpPr/>
          <p:nvPr/>
        </p:nvSpPr>
        <p:spPr>
          <a:xfrm>
            <a:off x="2800777" y="288119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90 ÷ 3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88A77AA-9A77-BD69-36B7-0D9F8B3C2271}"/>
              </a:ext>
            </a:extLst>
          </p:cNvPr>
          <p:cNvSpPr/>
          <p:nvPr/>
        </p:nvSpPr>
        <p:spPr>
          <a:xfrm>
            <a:off x="2800777" y="389368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10 ÷ 1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D478964-A04B-96B8-89B2-B9DCE29FD23B}"/>
              </a:ext>
            </a:extLst>
          </p:cNvPr>
          <p:cNvSpPr/>
          <p:nvPr/>
        </p:nvSpPr>
        <p:spPr>
          <a:xfrm>
            <a:off x="2800777" y="4906170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8 ÷ 40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8E89BD1-ECA9-CB4C-B965-07EF5395447B}"/>
              </a:ext>
            </a:extLst>
          </p:cNvPr>
          <p:cNvSpPr/>
          <p:nvPr/>
        </p:nvSpPr>
        <p:spPr>
          <a:xfrm>
            <a:off x="2800777" y="5918659"/>
            <a:ext cx="1487534" cy="47382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 ÷ 2</a:t>
            </a:r>
          </a:p>
        </p:txBody>
      </p:sp>
      <p:sp>
        <p:nvSpPr>
          <p:cNvPr id="5" name="Equals 4">
            <a:extLst>
              <a:ext uri="{FF2B5EF4-FFF2-40B4-BE49-F238E27FC236}">
                <a16:creationId xmlns:a16="http://schemas.microsoft.com/office/drawing/2014/main" id="{5519A075-29E7-6D0F-98D2-538334BC7724}"/>
              </a:ext>
            </a:extLst>
          </p:cNvPr>
          <p:cNvSpPr/>
          <p:nvPr/>
        </p:nvSpPr>
        <p:spPr>
          <a:xfrm>
            <a:off x="2223544" y="93810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0" name="Equals 9">
            <a:extLst>
              <a:ext uri="{FF2B5EF4-FFF2-40B4-BE49-F238E27FC236}">
                <a16:creationId xmlns:a16="http://schemas.microsoft.com/office/drawing/2014/main" id="{21057A76-E944-3C58-00C9-31DF5FCC0FFE}"/>
              </a:ext>
            </a:extLst>
          </p:cNvPr>
          <p:cNvSpPr/>
          <p:nvPr/>
        </p:nvSpPr>
        <p:spPr>
          <a:xfrm>
            <a:off x="2223544" y="195059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4" name="Equals 13">
            <a:extLst>
              <a:ext uri="{FF2B5EF4-FFF2-40B4-BE49-F238E27FC236}">
                <a16:creationId xmlns:a16="http://schemas.microsoft.com/office/drawing/2014/main" id="{C956A95D-BC77-9D14-EC2A-92843644F6A7}"/>
              </a:ext>
            </a:extLst>
          </p:cNvPr>
          <p:cNvSpPr/>
          <p:nvPr/>
        </p:nvSpPr>
        <p:spPr>
          <a:xfrm>
            <a:off x="2223544" y="296308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8" name="Equals 17">
            <a:extLst>
              <a:ext uri="{FF2B5EF4-FFF2-40B4-BE49-F238E27FC236}">
                <a16:creationId xmlns:a16="http://schemas.microsoft.com/office/drawing/2014/main" id="{A49F0C8D-2CFD-2304-F42D-E8F0E810127E}"/>
              </a:ext>
            </a:extLst>
          </p:cNvPr>
          <p:cNvSpPr/>
          <p:nvPr/>
        </p:nvSpPr>
        <p:spPr>
          <a:xfrm>
            <a:off x="2223544" y="397557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22" name="Equals 21">
            <a:extLst>
              <a:ext uri="{FF2B5EF4-FFF2-40B4-BE49-F238E27FC236}">
                <a16:creationId xmlns:a16="http://schemas.microsoft.com/office/drawing/2014/main" id="{86DCBA58-4BAB-3E9D-3B0C-D355B6ECC2D6}"/>
              </a:ext>
            </a:extLst>
          </p:cNvPr>
          <p:cNvSpPr/>
          <p:nvPr/>
        </p:nvSpPr>
        <p:spPr>
          <a:xfrm>
            <a:off x="2223544" y="498806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27" name="Equals 26">
            <a:extLst>
              <a:ext uri="{FF2B5EF4-FFF2-40B4-BE49-F238E27FC236}">
                <a16:creationId xmlns:a16="http://schemas.microsoft.com/office/drawing/2014/main" id="{F4ECB044-8AF0-D56E-B053-9072C1027F7A}"/>
              </a:ext>
            </a:extLst>
          </p:cNvPr>
          <p:cNvSpPr/>
          <p:nvPr/>
        </p:nvSpPr>
        <p:spPr>
          <a:xfrm>
            <a:off x="2223544" y="6000555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41B6EF95-7D94-3D28-CC47-82A828E16BD3}"/>
              </a:ext>
            </a:extLst>
          </p:cNvPr>
          <p:cNvSpPr/>
          <p:nvPr/>
        </p:nvSpPr>
        <p:spPr>
          <a:xfrm>
            <a:off x="5536276" y="85621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6 ÷ 1,5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6B581BFA-14AA-0FA0-4EF4-580F0086E560}"/>
              </a:ext>
            </a:extLst>
          </p:cNvPr>
          <p:cNvSpPr/>
          <p:nvPr/>
        </p:nvSpPr>
        <p:spPr>
          <a:xfrm>
            <a:off x="5536276" y="186870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9 ÷ 2,7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2E63B79B-1A14-A64A-1975-51E522EE421A}"/>
              </a:ext>
            </a:extLst>
          </p:cNvPr>
          <p:cNvSpPr/>
          <p:nvPr/>
        </p:nvSpPr>
        <p:spPr>
          <a:xfrm>
            <a:off x="5536276" y="288119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2,4 ÷ 0,8</a:t>
            </a: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D1DEF2BE-E34E-D148-FF56-26082DD83F33}"/>
              </a:ext>
            </a:extLst>
          </p:cNvPr>
          <p:cNvSpPr/>
          <p:nvPr/>
        </p:nvSpPr>
        <p:spPr>
          <a:xfrm>
            <a:off x="5536276" y="389368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3,5 ÷ 1,4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36342D1B-6F8D-0494-1DE3-59D1733086B2}"/>
              </a:ext>
            </a:extLst>
          </p:cNvPr>
          <p:cNvSpPr/>
          <p:nvPr/>
        </p:nvSpPr>
        <p:spPr>
          <a:xfrm>
            <a:off x="5536276" y="490617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0,6 ÷ 0,12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A5254485-712D-AC32-2381-AEE583D13481}"/>
              </a:ext>
            </a:extLst>
          </p:cNvPr>
          <p:cNvSpPr/>
          <p:nvPr/>
        </p:nvSpPr>
        <p:spPr>
          <a:xfrm>
            <a:off x="5536276" y="5918659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3,42 ÷ 2,7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CF005F1E-A62D-E302-1C1B-C1029A3F81BA}"/>
              </a:ext>
            </a:extLst>
          </p:cNvPr>
          <p:cNvSpPr/>
          <p:nvPr/>
        </p:nvSpPr>
        <p:spPr>
          <a:xfrm>
            <a:off x="7822719" y="85621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60 ÷ 15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7406E2F5-DA54-5164-E5F2-A354CEBF582B}"/>
              </a:ext>
            </a:extLst>
          </p:cNvPr>
          <p:cNvSpPr/>
          <p:nvPr/>
        </p:nvSpPr>
        <p:spPr>
          <a:xfrm>
            <a:off x="7822719" y="186870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90 ÷ 27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44D8612F-4436-A638-C5B7-CAF02CFF7793}"/>
              </a:ext>
            </a:extLst>
          </p:cNvPr>
          <p:cNvSpPr/>
          <p:nvPr/>
        </p:nvSpPr>
        <p:spPr>
          <a:xfrm>
            <a:off x="7822719" y="288119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24 ÷ 8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78E17CCF-C886-8C73-59FD-60DD8254AC99}"/>
              </a:ext>
            </a:extLst>
          </p:cNvPr>
          <p:cNvSpPr/>
          <p:nvPr/>
        </p:nvSpPr>
        <p:spPr>
          <a:xfrm>
            <a:off x="7822719" y="389368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35 ÷ 14</a:t>
            </a: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1F230B72-F297-CE78-56F5-80B64C0DB356}"/>
              </a:ext>
            </a:extLst>
          </p:cNvPr>
          <p:cNvSpPr/>
          <p:nvPr/>
        </p:nvSpPr>
        <p:spPr>
          <a:xfrm>
            <a:off x="7822719" y="4906170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600 ÷ 12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BC05A4B4-4D37-8BA1-4ACD-4F9908EF72E4}"/>
              </a:ext>
            </a:extLst>
          </p:cNvPr>
          <p:cNvSpPr/>
          <p:nvPr/>
        </p:nvSpPr>
        <p:spPr>
          <a:xfrm>
            <a:off x="7822719" y="5918659"/>
            <a:ext cx="1487534" cy="47382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342 ÷ 270</a:t>
            </a:r>
          </a:p>
        </p:txBody>
      </p:sp>
      <p:sp>
        <p:nvSpPr>
          <p:cNvPr id="89" name="Equals 88">
            <a:extLst>
              <a:ext uri="{FF2B5EF4-FFF2-40B4-BE49-F238E27FC236}">
                <a16:creationId xmlns:a16="http://schemas.microsoft.com/office/drawing/2014/main" id="{01A83540-523B-3215-6F4E-68CBA5A44FB0}"/>
              </a:ext>
            </a:extLst>
          </p:cNvPr>
          <p:cNvSpPr/>
          <p:nvPr/>
        </p:nvSpPr>
        <p:spPr>
          <a:xfrm>
            <a:off x="7245486" y="93810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93" name="Equals 92">
            <a:extLst>
              <a:ext uri="{FF2B5EF4-FFF2-40B4-BE49-F238E27FC236}">
                <a16:creationId xmlns:a16="http://schemas.microsoft.com/office/drawing/2014/main" id="{A1230896-058E-F480-E61D-FE395BAF68C5}"/>
              </a:ext>
            </a:extLst>
          </p:cNvPr>
          <p:cNvSpPr/>
          <p:nvPr/>
        </p:nvSpPr>
        <p:spPr>
          <a:xfrm>
            <a:off x="7245486" y="195059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97" name="Equals 96">
            <a:extLst>
              <a:ext uri="{FF2B5EF4-FFF2-40B4-BE49-F238E27FC236}">
                <a16:creationId xmlns:a16="http://schemas.microsoft.com/office/drawing/2014/main" id="{6CFFE760-7579-7340-0CCF-FA8B5235A60F}"/>
              </a:ext>
            </a:extLst>
          </p:cNvPr>
          <p:cNvSpPr/>
          <p:nvPr/>
        </p:nvSpPr>
        <p:spPr>
          <a:xfrm>
            <a:off x="7245486" y="296308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01" name="Equals 100">
            <a:extLst>
              <a:ext uri="{FF2B5EF4-FFF2-40B4-BE49-F238E27FC236}">
                <a16:creationId xmlns:a16="http://schemas.microsoft.com/office/drawing/2014/main" id="{D67CB577-986C-098B-EDCA-CD97B043958B}"/>
              </a:ext>
            </a:extLst>
          </p:cNvPr>
          <p:cNvSpPr/>
          <p:nvPr/>
        </p:nvSpPr>
        <p:spPr>
          <a:xfrm>
            <a:off x="7245486" y="397557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05" name="Equals 104">
            <a:extLst>
              <a:ext uri="{FF2B5EF4-FFF2-40B4-BE49-F238E27FC236}">
                <a16:creationId xmlns:a16="http://schemas.microsoft.com/office/drawing/2014/main" id="{3789BA53-C286-1168-D493-0F37C4EA257E}"/>
              </a:ext>
            </a:extLst>
          </p:cNvPr>
          <p:cNvSpPr/>
          <p:nvPr/>
        </p:nvSpPr>
        <p:spPr>
          <a:xfrm>
            <a:off x="7245486" y="4988066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09" name="Equals 108">
            <a:extLst>
              <a:ext uri="{FF2B5EF4-FFF2-40B4-BE49-F238E27FC236}">
                <a16:creationId xmlns:a16="http://schemas.microsoft.com/office/drawing/2014/main" id="{8D0E9155-2B48-A116-ADA1-8B564DB04C5D}"/>
              </a:ext>
            </a:extLst>
          </p:cNvPr>
          <p:cNvSpPr/>
          <p:nvPr/>
        </p:nvSpPr>
        <p:spPr>
          <a:xfrm>
            <a:off x="7245486" y="6000555"/>
            <a:ext cx="355557" cy="310034"/>
          </a:xfrm>
          <a:prstGeom prst="mathEqual">
            <a:avLst/>
          </a:prstGeom>
          <a:solidFill>
            <a:srgbClr val="0070C0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356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3" grpId="0" animBg="1"/>
      <p:bldP spid="17" grpId="0" animBg="1"/>
      <p:bldP spid="21" grpId="0" animBg="1"/>
      <p:bldP spid="26" grpId="0" animBg="1"/>
      <p:bldP spid="88" grpId="0" animBg="1"/>
      <p:bldP spid="92" grpId="0" animBg="1"/>
      <p:bldP spid="96" grpId="0" animBg="1"/>
      <p:bldP spid="100" grpId="0" animBg="1"/>
      <p:bldP spid="104" grpId="0" animBg="1"/>
      <p:bldP spid="10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>
            <a:off x="4952663" y="931026"/>
            <a:ext cx="0" cy="5020888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832469" y="0"/>
            <a:ext cx="82411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Жоопту табуудан мурун ар бир эсептөөнү бүтүн сандарга айландырыңыз.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0,8  ÷  0,2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304435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710856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DDDBAB-6BD2-C58C-EFFD-9B0433E14BEF}"/>
              </a:ext>
            </a:extLst>
          </p:cNvPr>
          <p:cNvSpPr txBox="1"/>
          <p:nvPr/>
        </p:nvSpPr>
        <p:spPr>
          <a:xfrm>
            <a:off x="2199953" y="223627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C45238-DC18-9971-8900-749856A4518F}"/>
              </a:ext>
            </a:extLst>
          </p:cNvPr>
          <p:cNvSpPr txBox="1"/>
          <p:nvPr/>
        </p:nvSpPr>
        <p:spPr>
          <a:xfrm>
            <a:off x="210232" y="648393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а</a:t>
            </a:r>
            <a:r>
              <a:rPr lang="en-GB" sz="2000" b="1" dirty="0"/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59928A-B25D-3BB8-2295-727CEC27FB37}"/>
              </a:ext>
            </a:extLst>
          </p:cNvPr>
          <p:cNvSpPr txBox="1"/>
          <p:nvPr/>
        </p:nvSpPr>
        <p:spPr>
          <a:xfrm>
            <a:off x="1653236" y="401347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0,9  ÷  0,1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F82B01-6D92-AED6-92B0-ADCAA65A02EB}"/>
              </a:ext>
            </a:extLst>
          </p:cNvPr>
          <p:cNvSpPr txBox="1"/>
          <p:nvPr/>
        </p:nvSpPr>
        <p:spPr>
          <a:xfrm>
            <a:off x="3044357" y="468022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12DF3B-2A0D-1DCD-0219-4F1B3BA9A4F3}"/>
              </a:ext>
            </a:extLst>
          </p:cNvPr>
          <p:cNvSpPr txBox="1"/>
          <p:nvPr/>
        </p:nvSpPr>
        <p:spPr>
          <a:xfrm>
            <a:off x="2350635" y="468022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89B335-0A4D-BCFA-7F3E-45CB720C0620}"/>
              </a:ext>
            </a:extLst>
          </p:cNvPr>
          <p:cNvSpPr txBox="1"/>
          <p:nvPr/>
        </p:nvSpPr>
        <p:spPr>
          <a:xfrm>
            <a:off x="1710856" y="468022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</a:p>
        </p:txBody>
      </p:sp>
      <p:sp>
        <p:nvSpPr>
          <p:cNvPr id="25" name="Arrow: Circular 24">
            <a:extLst>
              <a:ext uri="{FF2B5EF4-FFF2-40B4-BE49-F238E27FC236}">
                <a16:creationId xmlns:a16="http://schemas.microsoft.com/office/drawing/2014/main" id="{0ADFA664-0A39-8159-C706-00C3FF09ACCF}"/>
              </a:ext>
            </a:extLst>
          </p:cNvPr>
          <p:cNvSpPr/>
          <p:nvPr/>
        </p:nvSpPr>
        <p:spPr>
          <a:xfrm rot="5400000">
            <a:off x="3314269" y="415328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6" name="Arrow: Circular 25">
            <a:extLst>
              <a:ext uri="{FF2B5EF4-FFF2-40B4-BE49-F238E27FC236}">
                <a16:creationId xmlns:a16="http://schemas.microsoft.com/office/drawing/2014/main" id="{C3B4EA99-1310-AD8E-2454-7D77458AFABC}"/>
              </a:ext>
            </a:extLst>
          </p:cNvPr>
          <p:cNvSpPr/>
          <p:nvPr/>
        </p:nvSpPr>
        <p:spPr>
          <a:xfrm rot="5400000" flipV="1">
            <a:off x="849565" y="415288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9B2A80-1B7A-8196-8B30-60B73A1E6A07}"/>
              </a:ext>
            </a:extLst>
          </p:cNvPr>
          <p:cNvSpPr txBox="1"/>
          <p:nvPr/>
        </p:nvSpPr>
        <p:spPr>
          <a:xfrm>
            <a:off x="4154737" y="448210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3AC0AC-341A-FC65-E32D-A0726EFAC0B9}"/>
              </a:ext>
            </a:extLst>
          </p:cNvPr>
          <p:cNvSpPr txBox="1"/>
          <p:nvPr/>
        </p:nvSpPr>
        <p:spPr>
          <a:xfrm>
            <a:off x="306637" y="448210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97BA19-A04B-EE01-88E7-E75422B9F63A}"/>
              </a:ext>
            </a:extLst>
          </p:cNvPr>
          <p:cNvSpPr txBox="1"/>
          <p:nvPr/>
        </p:nvSpPr>
        <p:spPr>
          <a:xfrm>
            <a:off x="2199953" y="534523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A9711E-62BA-F414-022F-C5EF3066D87C}"/>
              </a:ext>
            </a:extLst>
          </p:cNvPr>
          <p:cNvSpPr txBox="1"/>
          <p:nvPr/>
        </p:nvSpPr>
        <p:spPr>
          <a:xfrm>
            <a:off x="210231" y="3757353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в</a:t>
            </a:r>
            <a:r>
              <a:rPr lang="en-GB" sz="2000" b="1" dirty="0"/>
              <a:t>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61AFD3-CF32-1E24-85AE-E0E05A8AEA17}"/>
              </a:ext>
            </a:extLst>
          </p:cNvPr>
          <p:cNvSpPr txBox="1"/>
          <p:nvPr/>
        </p:nvSpPr>
        <p:spPr>
          <a:xfrm>
            <a:off x="6657499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0,9  ÷  0,3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69006D-C09D-AE58-7F5D-EE55BEF67D1E}"/>
              </a:ext>
            </a:extLst>
          </p:cNvPr>
          <p:cNvSpPr txBox="1"/>
          <p:nvPr/>
        </p:nvSpPr>
        <p:spPr>
          <a:xfrm>
            <a:off x="8048620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CBAAFA-EC75-E8AF-9482-8043409F2AA8}"/>
              </a:ext>
            </a:extLst>
          </p:cNvPr>
          <p:cNvSpPr txBox="1"/>
          <p:nvPr/>
        </p:nvSpPr>
        <p:spPr>
          <a:xfrm>
            <a:off x="735489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297585-3406-CEB9-8EEB-76DC0CE9C6FA}"/>
              </a:ext>
            </a:extLst>
          </p:cNvPr>
          <p:cNvSpPr txBox="1"/>
          <p:nvPr/>
        </p:nvSpPr>
        <p:spPr>
          <a:xfrm>
            <a:off x="6715119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</a:p>
        </p:txBody>
      </p:sp>
      <p:sp>
        <p:nvSpPr>
          <p:cNvPr id="39" name="Arrow: Circular 38">
            <a:extLst>
              <a:ext uri="{FF2B5EF4-FFF2-40B4-BE49-F238E27FC236}">
                <a16:creationId xmlns:a16="http://schemas.microsoft.com/office/drawing/2014/main" id="{15E5AF57-4DA0-3B0A-A107-ADB9EA768300}"/>
              </a:ext>
            </a:extLst>
          </p:cNvPr>
          <p:cNvSpPr/>
          <p:nvPr/>
        </p:nvSpPr>
        <p:spPr>
          <a:xfrm rot="5400000">
            <a:off x="831853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0" name="Arrow: Circular 39">
            <a:extLst>
              <a:ext uri="{FF2B5EF4-FFF2-40B4-BE49-F238E27FC236}">
                <a16:creationId xmlns:a16="http://schemas.microsoft.com/office/drawing/2014/main" id="{247683BA-807E-6123-1D7B-5E4E6FD5A302}"/>
              </a:ext>
            </a:extLst>
          </p:cNvPr>
          <p:cNvSpPr/>
          <p:nvPr/>
        </p:nvSpPr>
        <p:spPr>
          <a:xfrm rot="5400000" flipV="1">
            <a:off x="585382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F435DA-926E-72F7-E8CF-2428AD0D3A3F}"/>
              </a:ext>
            </a:extLst>
          </p:cNvPr>
          <p:cNvSpPr txBox="1"/>
          <p:nvPr/>
        </p:nvSpPr>
        <p:spPr>
          <a:xfrm>
            <a:off x="9159000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EE2A09-73B8-DBD3-F582-A34DEEC253D8}"/>
              </a:ext>
            </a:extLst>
          </p:cNvPr>
          <p:cNvSpPr txBox="1"/>
          <p:nvPr/>
        </p:nvSpPr>
        <p:spPr>
          <a:xfrm>
            <a:off x="5310900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F8EFE7-8C14-59A5-B841-98003D8D3545}"/>
              </a:ext>
            </a:extLst>
          </p:cNvPr>
          <p:cNvSpPr txBox="1"/>
          <p:nvPr/>
        </p:nvSpPr>
        <p:spPr>
          <a:xfrm>
            <a:off x="7204216" y="223627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0371F8-FF11-6BA5-446E-DE3901882A73}"/>
              </a:ext>
            </a:extLst>
          </p:cNvPr>
          <p:cNvSpPr txBox="1"/>
          <p:nvPr/>
        </p:nvSpPr>
        <p:spPr>
          <a:xfrm>
            <a:off x="5209685" y="648393"/>
            <a:ext cx="401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б</a:t>
            </a:r>
            <a:r>
              <a:rPr lang="en-GB" sz="2000" b="1" dirty="0"/>
              <a:t>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6DD0B5-29D6-73E5-556A-62B027D684E5}"/>
              </a:ext>
            </a:extLst>
          </p:cNvPr>
          <p:cNvSpPr txBox="1"/>
          <p:nvPr/>
        </p:nvSpPr>
        <p:spPr>
          <a:xfrm>
            <a:off x="6553304" y="401347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0,3  ÷  0,15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10E71AC-D6D9-8E5B-96A7-2377D0B59188}"/>
              </a:ext>
            </a:extLst>
          </p:cNvPr>
          <p:cNvSpPr txBox="1"/>
          <p:nvPr/>
        </p:nvSpPr>
        <p:spPr>
          <a:xfrm>
            <a:off x="7944425" y="468022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AED779-EA07-E3E7-693C-70C74089B26B}"/>
              </a:ext>
            </a:extLst>
          </p:cNvPr>
          <p:cNvSpPr txBox="1"/>
          <p:nvPr/>
        </p:nvSpPr>
        <p:spPr>
          <a:xfrm>
            <a:off x="7354898" y="468022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55F044-3721-B884-4F86-358EDD8845BE}"/>
              </a:ext>
            </a:extLst>
          </p:cNvPr>
          <p:cNvSpPr txBox="1"/>
          <p:nvPr/>
        </p:nvSpPr>
        <p:spPr>
          <a:xfrm>
            <a:off x="6506729" y="468022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300</a:t>
            </a:r>
          </a:p>
        </p:txBody>
      </p:sp>
      <p:sp>
        <p:nvSpPr>
          <p:cNvPr id="51" name="Arrow: Circular 50">
            <a:extLst>
              <a:ext uri="{FF2B5EF4-FFF2-40B4-BE49-F238E27FC236}">
                <a16:creationId xmlns:a16="http://schemas.microsoft.com/office/drawing/2014/main" id="{9D5B2E90-D0B3-A92B-95AD-1E625FCD74B9}"/>
              </a:ext>
            </a:extLst>
          </p:cNvPr>
          <p:cNvSpPr/>
          <p:nvPr/>
        </p:nvSpPr>
        <p:spPr>
          <a:xfrm rot="5400000">
            <a:off x="8318532" y="415328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2" name="Arrow: Circular 51">
            <a:extLst>
              <a:ext uri="{FF2B5EF4-FFF2-40B4-BE49-F238E27FC236}">
                <a16:creationId xmlns:a16="http://schemas.microsoft.com/office/drawing/2014/main" id="{9FE7A53E-9B97-8DCF-A152-9C61D9693EF6}"/>
              </a:ext>
            </a:extLst>
          </p:cNvPr>
          <p:cNvSpPr/>
          <p:nvPr/>
        </p:nvSpPr>
        <p:spPr>
          <a:xfrm rot="5400000" flipV="1">
            <a:off x="5853828" y="415288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4BD3EC-739A-07A7-0602-B08EFD4B2CAD}"/>
              </a:ext>
            </a:extLst>
          </p:cNvPr>
          <p:cNvSpPr txBox="1"/>
          <p:nvPr/>
        </p:nvSpPr>
        <p:spPr>
          <a:xfrm>
            <a:off x="9094079" y="4482100"/>
            <a:ext cx="702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8DE4B4-EA1E-ECEB-8F83-12F45E3C3B5B}"/>
              </a:ext>
            </a:extLst>
          </p:cNvPr>
          <p:cNvSpPr txBox="1"/>
          <p:nvPr/>
        </p:nvSpPr>
        <p:spPr>
          <a:xfrm>
            <a:off x="5245979" y="4482100"/>
            <a:ext cx="702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46A43BF-A223-E4AB-B796-653088ECE012}"/>
              </a:ext>
            </a:extLst>
          </p:cNvPr>
          <p:cNvSpPr txBox="1"/>
          <p:nvPr/>
        </p:nvSpPr>
        <p:spPr>
          <a:xfrm>
            <a:off x="7100021" y="5345239"/>
            <a:ext cx="8996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20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E99C7D7-0782-16C2-72F5-624763BF545C}"/>
              </a:ext>
            </a:extLst>
          </p:cNvPr>
          <p:cNvSpPr txBox="1"/>
          <p:nvPr/>
        </p:nvSpPr>
        <p:spPr>
          <a:xfrm>
            <a:off x="5232128" y="3757353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г</a:t>
            </a:r>
            <a:r>
              <a:rPr lang="en-GB" sz="2000" b="1" dirty="0"/>
              <a:t>)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451B3A6-F185-1A6D-617C-4875B7D3E8FB}"/>
              </a:ext>
            </a:extLst>
          </p:cNvPr>
          <p:cNvCxnSpPr>
            <a:cxnSpLocks/>
          </p:cNvCxnSpPr>
          <p:nvPr/>
        </p:nvCxnSpPr>
        <p:spPr>
          <a:xfrm flipH="1">
            <a:off x="844453" y="3441470"/>
            <a:ext cx="821642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6894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2" grpId="0"/>
      <p:bldP spid="22" grpId="0"/>
      <p:bldP spid="23" grpId="0"/>
      <p:bldP spid="24" grpId="0"/>
      <p:bldP spid="25" grpId="0" animBg="1"/>
      <p:bldP spid="26" grpId="0" animBg="1"/>
      <p:bldP spid="27" grpId="0"/>
      <p:bldP spid="29" grpId="0"/>
      <p:bldP spid="30" grpId="0"/>
      <p:bldP spid="36" grpId="0"/>
      <p:bldP spid="37" grpId="0"/>
      <p:bldP spid="38" grpId="0"/>
      <p:bldP spid="39" grpId="0" animBg="1"/>
      <p:bldP spid="40" grpId="0" animBg="1"/>
      <p:bldP spid="41" grpId="0"/>
      <p:bldP spid="42" grpId="0"/>
      <p:bldP spid="43" grpId="0"/>
      <p:bldP spid="48" grpId="0"/>
      <p:bldP spid="49" grpId="0"/>
      <p:bldP spid="50" grpId="0"/>
      <p:bldP spid="51" grpId="0" animBg="1"/>
      <p:bldP spid="52" grpId="0" animBg="1"/>
      <p:bldP spid="53" grpId="0"/>
      <p:bldP spid="54" grpId="0"/>
      <p:bldP spid="5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>
            <a:off x="4952663" y="931026"/>
            <a:ext cx="0" cy="5020888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832469" y="0"/>
            <a:ext cx="82411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Жоопту табуудан мурун ар бир эсептөөнү </a:t>
            </a:r>
            <a:r>
              <a:rPr lang="ru-RU" sz="2000" b="1" dirty="0"/>
              <a:t>бүтүн сандарга </a:t>
            </a:r>
            <a:r>
              <a:rPr lang="ru-RU" sz="2000" dirty="0"/>
              <a:t>айландырыңыз.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1,2  ÷  0,2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304435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DDDBAB-6BD2-C58C-EFFD-9B0433E14BEF}"/>
              </a:ext>
            </a:extLst>
          </p:cNvPr>
          <p:cNvSpPr txBox="1"/>
          <p:nvPr/>
        </p:nvSpPr>
        <p:spPr>
          <a:xfrm>
            <a:off x="2199953" y="223627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C45238-DC18-9971-8900-749856A4518F}"/>
              </a:ext>
            </a:extLst>
          </p:cNvPr>
          <p:cNvSpPr txBox="1"/>
          <p:nvPr/>
        </p:nvSpPr>
        <p:spPr>
          <a:xfrm>
            <a:off x="210232" y="648393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а</a:t>
            </a:r>
            <a:r>
              <a:rPr lang="en-GB" sz="2000" b="1" dirty="0"/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59928A-B25D-3BB8-2295-727CEC27FB37}"/>
              </a:ext>
            </a:extLst>
          </p:cNvPr>
          <p:cNvSpPr txBox="1"/>
          <p:nvPr/>
        </p:nvSpPr>
        <p:spPr>
          <a:xfrm>
            <a:off x="1653236" y="401347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4,2  ÷  0,7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F82B01-6D92-AED6-92B0-ADCAA65A02EB}"/>
              </a:ext>
            </a:extLst>
          </p:cNvPr>
          <p:cNvSpPr txBox="1"/>
          <p:nvPr/>
        </p:nvSpPr>
        <p:spPr>
          <a:xfrm>
            <a:off x="3044357" y="468022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12DF3B-2A0D-1DCD-0219-4F1B3BA9A4F3}"/>
              </a:ext>
            </a:extLst>
          </p:cNvPr>
          <p:cNvSpPr txBox="1"/>
          <p:nvPr/>
        </p:nvSpPr>
        <p:spPr>
          <a:xfrm>
            <a:off x="2350635" y="468022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89B335-0A4D-BCFA-7F3E-45CB720C0620}"/>
              </a:ext>
            </a:extLst>
          </p:cNvPr>
          <p:cNvSpPr txBox="1"/>
          <p:nvPr/>
        </p:nvSpPr>
        <p:spPr>
          <a:xfrm>
            <a:off x="1606661" y="468022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42</a:t>
            </a:r>
          </a:p>
        </p:txBody>
      </p:sp>
      <p:sp>
        <p:nvSpPr>
          <p:cNvPr id="25" name="Arrow: Circular 24">
            <a:extLst>
              <a:ext uri="{FF2B5EF4-FFF2-40B4-BE49-F238E27FC236}">
                <a16:creationId xmlns:a16="http://schemas.microsoft.com/office/drawing/2014/main" id="{0ADFA664-0A39-8159-C706-00C3FF09ACCF}"/>
              </a:ext>
            </a:extLst>
          </p:cNvPr>
          <p:cNvSpPr/>
          <p:nvPr/>
        </p:nvSpPr>
        <p:spPr>
          <a:xfrm rot="5400000">
            <a:off x="3314269" y="415328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6" name="Arrow: Circular 25">
            <a:extLst>
              <a:ext uri="{FF2B5EF4-FFF2-40B4-BE49-F238E27FC236}">
                <a16:creationId xmlns:a16="http://schemas.microsoft.com/office/drawing/2014/main" id="{C3B4EA99-1310-AD8E-2454-7D77458AFABC}"/>
              </a:ext>
            </a:extLst>
          </p:cNvPr>
          <p:cNvSpPr/>
          <p:nvPr/>
        </p:nvSpPr>
        <p:spPr>
          <a:xfrm rot="5400000" flipV="1">
            <a:off x="849565" y="415288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9B2A80-1B7A-8196-8B30-60B73A1E6A07}"/>
              </a:ext>
            </a:extLst>
          </p:cNvPr>
          <p:cNvSpPr txBox="1"/>
          <p:nvPr/>
        </p:nvSpPr>
        <p:spPr>
          <a:xfrm>
            <a:off x="4154737" y="448210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3AC0AC-341A-FC65-E32D-A0726EFAC0B9}"/>
              </a:ext>
            </a:extLst>
          </p:cNvPr>
          <p:cNvSpPr txBox="1"/>
          <p:nvPr/>
        </p:nvSpPr>
        <p:spPr>
          <a:xfrm>
            <a:off x="306637" y="448210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97BA19-A04B-EE01-88E7-E75422B9F63A}"/>
              </a:ext>
            </a:extLst>
          </p:cNvPr>
          <p:cNvSpPr txBox="1"/>
          <p:nvPr/>
        </p:nvSpPr>
        <p:spPr>
          <a:xfrm>
            <a:off x="2199953" y="534523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A9711E-62BA-F414-022F-C5EF3066D87C}"/>
              </a:ext>
            </a:extLst>
          </p:cNvPr>
          <p:cNvSpPr txBox="1"/>
          <p:nvPr/>
        </p:nvSpPr>
        <p:spPr>
          <a:xfrm>
            <a:off x="210231" y="3757353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в</a:t>
            </a:r>
            <a:r>
              <a:rPr lang="en-GB" sz="2000" b="1" dirty="0"/>
              <a:t>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61AFD3-CF32-1E24-85AE-E0E05A8AEA17}"/>
              </a:ext>
            </a:extLst>
          </p:cNvPr>
          <p:cNvSpPr txBox="1"/>
          <p:nvPr/>
        </p:nvSpPr>
        <p:spPr>
          <a:xfrm>
            <a:off x="6657499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 ÷  0,6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69006D-C09D-AE58-7F5D-EE55BEF67D1E}"/>
              </a:ext>
            </a:extLst>
          </p:cNvPr>
          <p:cNvSpPr txBox="1"/>
          <p:nvPr/>
        </p:nvSpPr>
        <p:spPr>
          <a:xfrm>
            <a:off x="8048620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CBAAFA-EC75-E8AF-9482-8043409F2AA8}"/>
              </a:ext>
            </a:extLst>
          </p:cNvPr>
          <p:cNvSpPr txBox="1"/>
          <p:nvPr/>
        </p:nvSpPr>
        <p:spPr>
          <a:xfrm>
            <a:off x="735489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297585-3406-CEB9-8EEB-76DC0CE9C6FA}"/>
              </a:ext>
            </a:extLst>
          </p:cNvPr>
          <p:cNvSpPr txBox="1"/>
          <p:nvPr/>
        </p:nvSpPr>
        <p:spPr>
          <a:xfrm>
            <a:off x="6610924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39" name="Arrow: Circular 38">
            <a:extLst>
              <a:ext uri="{FF2B5EF4-FFF2-40B4-BE49-F238E27FC236}">
                <a16:creationId xmlns:a16="http://schemas.microsoft.com/office/drawing/2014/main" id="{15E5AF57-4DA0-3B0A-A107-ADB9EA768300}"/>
              </a:ext>
            </a:extLst>
          </p:cNvPr>
          <p:cNvSpPr/>
          <p:nvPr/>
        </p:nvSpPr>
        <p:spPr>
          <a:xfrm rot="5400000">
            <a:off x="831853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0" name="Arrow: Circular 39">
            <a:extLst>
              <a:ext uri="{FF2B5EF4-FFF2-40B4-BE49-F238E27FC236}">
                <a16:creationId xmlns:a16="http://schemas.microsoft.com/office/drawing/2014/main" id="{247683BA-807E-6123-1D7B-5E4E6FD5A302}"/>
              </a:ext>
            </a:extLst>
          </p:cNvPr>
          <p:cNvSpPr/>
          <p:nvPr/>
        </p:nvSpPr>
        <p:spPr>
          <a:xfrm rot="5400000" flipV="1">
            <a:off x="585382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F435DA-926E-72F7-E8CF-2428AD0D3A3F}"/>
              </a:ext>
            </a:extLst>
          </p:cNvPr>
          <p:cNvSpPr txBox="1"/>
          <p:nvPr/>
        </p:nvSpPr>
        <p:spPr>
          <a:xfrm>
            <a:off x="9159000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EE2A09-73B8-DBD3-F582-A34DEEC253D8}"/>
              </a:ext>
            </a:extLst>
          </p:cNvPr>
          <p:cNvSpPr txBox="1"/>
          <p:nvPr/>
        </p:nvSpPr>
        <p:spPr>
          <a:xfrm>
            <a:off x="5310900" y="13731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F8EFE7-8C14-59A5-B841-98003D8D3545}"/>
              </a:ext>
            </a:extLst>
          </p:cNvPr>
          <p:cNvSpPr txBox="1"/>
          <p:nvPr/>
        </p:nvSpPr>
        <p:spPr>
          <a:xfrm>
            <a:off x="7204216" y="2236279"/>
            <a:ext cx="691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0371F8-FF11-6BA5-446E-DE3901882A73}"/>
              </a:ext>
            </a:extLst>
          </p:cNvPr>
          <p:cNvSpPr txBox="1"/>
          <p:nvPr/>
        </p:nvSpPr>
        <p:spPr>
          <a:xfrm>
            <a:off x="5209685" y="648393"/>
            <a:ext cx="401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б</a:t>
            </a:r>
            <a:r>
              <a:rPr lang="en-GB" sz="2000" b="1" dirty="0"/>
              <a:t>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6DD0B5-29D6-73E5-556A-62B027D684E5}"/>
              </a:ext>
            </a:extLst>
          </p:cNvPr>
          <p:cNvSpPr txBox="1"/>
          <p:nvPr/>
        </p:nvSpPr>
        <p:spPr>
          <a:xfrm>
            <a:off x="6553304" y="401347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3,6  ÷  0,09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10E71AC-D6D9-8E5B-96A7-2377D0B59188}"/>
              </a:ext>
            </a:extLst>
          </p:cNvPr>
          <p:cNvSpPr txBox="1"/>
          <p:nvPr/>
        </p:nvSpPr>
        <p:spPr>
          <a:xfrm>
            <a:off x="8048620" y="468022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AED779-EA07-E3E7-693C-70C74089B26B}"/>
              </a:ext>
            </a:extLst>
          </p:cNvPr>
          <p:cNvSpPr txBox="1"/>
          <p:nvPr/>
        </p:nvSpPr>
        <p:spPr>
          <a:xfrm>
            <a:off x="7354898" y="468022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55F044-3721-B884-4F86-358EDD8845BE}"/>
              </a:ext>
            </a:extLst>
          </p:cNvPr>
          <p:cNvSpPr txBox="1"/>
          <p:nvPr/>
        </p:nvSpPr>
        <p:spPr>
          <a:xfrm>
            <a:off x="6506729" y="468022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360</a:t>
            </a:r>
          </a:p>
        </p:txBody>
      </p:sp>
      <p:sp>
        <p:nvSpPr>
          <p:cNvPr id="51" name="Arrow: Circular 50">
            <a:extLst>
              <a:ext uri="{FF2B5EF4-FFF2-40B4-BE49-F238E27FC236}">
                <a16:creationId xmlns:a16="http://schemas.microsoft.com/office/drawing/2014/main" id="{9D5B2E90-D0B3-A92B-95AD-1E625FCD74B9}"/>
              </a:ext>
            </a:extLst>
          </p:cNvPr>
          <p:cNvSpPr/>
          <p:nvPr/>
        </p:nvSpPr>
        <p:spPr>
          <a:xfrm rot="5400000">
            <a:off x="8318532" y="415328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2" name="Arrow: Circular 51">
            <a:extLst>
              <a:ext uri="{FF2B5EF4-FFF2-40B4-BE49-F238E27FC236}">
                <a16:creationId xmlns:a16="http://schemas.microsoft.com/office/drawing/2014/main" id="{9FE7A53E-9B97-8DCF-A152-9C61D9693EF6}"/>
              </a:ext>
            </a:extLst>
          </p:cNvPr>
          <p:cNvSpPr/>
          <p:nvPr/>
        </p:nvSpPr>
        <p:spPr>
          <a:xfrm rot="5400000" flipV="1">
            <a:off x="5853828" y="415288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E4BD3EC-739A-07A7-0602-B08EFD4B2CAD}"/>
              </a:ext>
            </a:extLst>
          </p:cNvPr>
          <p:cNvSpPr txBox="1"/>
          <p:nvPr/>
        </p:nvSpPr>
        <p:spPr>
          <a:xfrm>
            <a:off x="9094079" y="4482100"/>
            <a:ext cx="702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8DE4B4-EA1E-ECEB-8F83-12F45E3C3B5B}"/>
              </a:ext>
            </a:extLst>
          </p:cNvPr>
          <p:cNvSpPr txBox="1"/>
          <p:nvPr/>
        </p:nvSpPr>
        <p:spPr>
          <a:xfrm>
            <a:off x="5245979" y="4482100"/>
            <a:ext cx="702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46A43BF-A223-E4AB-B796-653088ECE012}"/>
              </a:ext>
            </a:extLst>
          </p:cNvPr>
          <p:cNvSpPr txBox="1"/>
          <p:nvPr/>
        </p:nvSpPr>
        <p:spPr>
          <a:xfrm>
            <a:off x="7100021" y="5345239"/>
            <a:ext cx="8996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= 40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E99C7D7-0782-16C2-72F5-624763BF545C}"/>
              </a:ext>
            </a:extLst>
          </p:cNvPr>
          <p:cNvSpPr txBox="1"/>
          <p:nvPr/>
        </p:nvSpPr>
        <p:spPr>
          <a:xfrm>
            <a:off x="5232128" y="3757353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г</a:t>
            </a:r>
            <a:r>
              <a:rPr lang="en-GB" sz="2000" b="1" dirty="0"/>
              <a:t>)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451B3A6-F185-1A6D-617C-4875B7D3E8FB}"/>
              </a:ext>
            </a:extLst>
          </p:cNvPr>
          <p:cNvCxnSpPr>
            <a:cxnSpLocks/>
          </p:cNvCxnSpPr>
          <p:nvPr/>
        </p:nvCxnSpPr>
        <p:spPr>
          <a:xfrm flipH="1">
            <a:off x="844453" y="3441470"/>
            <a:ext cx="821642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7006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2" grpId="0"/>
      <p:bldP spid="22" grpId="0"/>
      <p:bldP spid="23" grpId="0"/>
      <p:bldP spid="24" grpId="0"/>
      <p:bldP spid="25" grpId="0" animBg="1"/>
      <p:bldP spid="26" grpId="0" animBg="1"/>
      <p:bldP spid="27" grpId="0"/>
      <p:bldP spid="29" grpId="0"/>
      <p:bldP spid="30" grpId="0"/>
      <p:bldP spid="36" grpId="0"/>
      <p:bldP spid="37" grpId="0"/>
      <p:bldP spid="38" grpId="0"/>
      <p:bldP spid="39" grpId="0" animBg="1"/>
      <p:bldP spid="40" grpId="0" animBg="1"/>
      <p:bldP spid="41" grpId="0"/>
      <p:bldP spid="42" grpId="0"/>
      <p:bldP spid="43" grpId="0"/>
      <p:bldP spid="48" grpId="0"/>
      <p:bldP spid="49" grpId="0"/>
      <p:bldP spid="50" grpId="0"/>
      <p:bldP spid="51" grpId="0" animBg="1"/>
      <p:bldP spid="52" grpId="0" animBg="1"/>
      <p:bldP spid="53" grpId="0"/>
      <p:bldP spid="54" grpId="0"/>
      <p:bldP spid="5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809528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0,5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749082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22681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1599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636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4866AF-2819-FA28-AA8F-6C2E34063B71}"/>
              </a:ext>
            </a:extLst>
          </p:cNvPr>
          <p:cNvSpPr txBox="1"/>
          <p:nvPr/>
        </p:nvSpPr>
        <p:spPr>
          <a:xfrm>
            <a:off x="2092037" y="340384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43698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82" grpId="0"/>
      <p:bldP spid="85" grpId="0"/>
      <p:bldP spid="86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785867"/>
              </p:ext>
            </p:extLst>
          </p:nvPr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383712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latin typeface="Stencil" panose="040409050D0802020404" pitchFamily="82" charset="0"/>
              </a:rPr>
              <a:t>Көрсөтмө</a:t>
            </a:r>
            <a:endParaRPr lang="en-GB" sz="20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30687" y="461422"/>
            <a:ext cx="14487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r>
              <a:rPr lang="en-GB" sz="2000" dirty="0"/>
              <a:t>: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809528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  ÷  0,2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749082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22681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1599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636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747919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82" grpId="0"/>
      <p:bldP spid="85" grpId="0"/>
      <p:bldP spid="8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216805"/>
              </p:ext>
            </p:extLst>
          </p:nvPr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809528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  ÷  0,2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749082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22681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1599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636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3F13B75F-B7D7-2788-AD37-CB94B626E9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216805"/>
              </p:ext>
            </p:extLst>
          </p:nvPr>
        </p:nvGraphicFramePr>
        <p:xfrm>
          <a:off x="5370505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BE08E61-603F-5F6D-3377-9C464B9B0F78}"/>
              </a:ext>
            </a:extLst>
          </p:cNvPr>
          <p:cNvCxnSpPr>
            <a:cxnSpLocks/>
          </p:cNvCxnSpPr>
          <p:nvPr/>
        </p:nvCxnSpPr>
        <p:spPr>
          <a:xfrm>
            <a:off x="6530643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FE86F8-0493-88EA-A7BA-DE33F4122696}"/>
              </a:ext>
            </a:extLst>
          </p:cNvPr>
          <p:cNvCxnSpPr>
            <a:cxnSpLocks/>
          </p:cNvCxnSpPr>
          <p:nvPr/>
        </p:nvCxnSpPr>
        <p:spPr>
          <a:xfrm>
            <a:off x="6558914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1B2E6CD-EBB0-CE22-4D41-A1D6436C7AA9}"/>
              </a:ext>
            </a:extLst>
          </p:cNvPr>
          <p:cNvSpPr txBox="1"/>
          <p:nvPr/>
        </p:nvSpPr>
        <p:spPr>
          <a:xfrm>
            <a:off x="6039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50B200-E0D1-322A-29D4-40B07632B654}"/>
              </a:ext>
            </a:extLst>
          </p:cNvPr>
          <p:cNvSpPr txBox="1"/>
          <p:nvPr/>
        </p:nvSpPr>
        <p:spPr>
          <a:xfrm>
            <a:off x="6644536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480EAB-A3DA-3BF9-39C2-5D23536AA992}"/>
              </a:ext>
            </a:extLst>
          </p:cNvPr>
          <p:cNvSpPr txBox="1"/>
          <p:nvPr/>
        </p:nvSpPr>
        <p:spPr>
          <a:xfrm>
            <a:off x="681953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080AE1-5099-039F-F096-BD2DE3C42FF3}"/>
              </a:ext>
            </a:extLst>
          </p:cNvPr>
          <p:cNvSpPr txBox="1"/>
          <p:nvPr/>
        </p:nvSpPr>
        <p:spPr>
          <a:xfrm>
            <a:off x="6763913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 ÷  0,3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A0713F-C6A4-3FD4-B77D-0A2764402DAE}"/>
              </a:ext>
            </a:extLst>
          </p:cNvPr>
          <p:cNvSpPr txBox="1"/>
          <p:nvPr/>
        </p:nvSpPr>
        <p:spPr>
          <a:xfrm>
            <a:off x="770346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2774D3-6CF9-DF91-7885-79EC2768B34A}"/>
              </a:ext>
            </a:extLst>
          </p:cNvPr>
          <p:cNvSpPr txBox="1"/>
          <p:nvPr/>
        </p:nvSpPr>
        <p:spPr>
          <a:xfrm>
            <a:off x="71811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898E11-F764-051D-F478-2BD079A050EA}"/>
              </a:ext>
            </a:extLst>
          </p:cNvPr>
          <p:cNvSpPr txBox="1"/>
          <p:nvPr/>
        </p:nvSpPr>
        <p:spPr>
          <a:xfrm>
            <a:off x="6561046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90</a:t>
            </a:r>
          </a:p>
        </p:txBody>
      </p:sp>
      <p:sp>
        <p:nvSpPr>
          <p:cNvPr id="17" name="Arrow: Circular 16">
            <a:extLst>
              <a:ext uri="{FF2B5EF4-FFF2-40B4-BE49-F238E27FC236}">
                <a16:creationId xmlns:a16="http://schemas.microsoft.com/office/drawing/2014/main" id="{631DFD24-DA54-05B6-8757-A858E40FE53A}"/>
              </a:ext>
            </a:extLst>
          </p:cNvPr>
          <p:cNvSpPr/>
          <p:nvPr/>
        </p:nvSpPr>
        <p:spPr>
          <a:xfrm rot="5400000">
            <a:off x="8268654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525B1663-A03F-5AA4-7638-67A39099D4F6}"/>
              </a:ext>
            </a:extLst>
          </p:cNvPr>
          <p:cNvSpPr/>
          <p:nvPr/>
        </p:nvSpPr>
        <p:spPr>
          <a:xfrm rot="5400000" flipV="1">
            <a:off x="5803950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5B7BBD-CC34-C7FB-31DA-4AF67AF6ADEA}"/>
              </a:ext>
            </a:extLst>
          </p:cNvPr>
          <p:cNvSpPr txBox="1"/>
          <p:nvPr/>
        </p:nvSpPr>
        <p:spPr>
          <a:xfrm>
            <a:off x="9109122" y="131599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CA0729-E164-640A-C947-2883AEC51982}"/>
              </a:ext>
            </a:extLst>
          </p:cNvPr>
          <p:cNvSpPr txBox="1"/>
          <p:nvPr/>
        </p:nvSpPr>
        <p:spPr>
          <a:xfrm>
            <a:off x="5261022" y="13636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35FDF4-B283-FD7C-F07E-9F0E14586FE5}"/>
              </a:ext>
            </a:extLst>
          </p:cNvPr>
          <p:cNvSpPr txBox="1"/>
          <p:nvPr/>
        </p:nvSpPr>
        <p:spPr>
          <a:xfrm>
            <a:off x="723572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EF6C6D-8F7C-94F9-6600-B1F02A25CDB5}"/>
              </a:ext>
            </a:extLst>
          </p:cNvPr>
          <p:cNvSpPr txBox="1"/>
          <p:nvPr/>
        </p:nvSpPr>
        <p:spPr>
          <a:xfrm>
            <a:off x="664453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B72889-E5BE-D43C-7CCB-19F4E68C0F69}"/>
              </a:ext>
            </a:extLst>
          </p:cNvPr>
          <p:cNvSpPr txBox="1"/>
          <p:nvPr/>
        </p:nvSpPr>
        <p:spPr>
          <a:xfrm>
            <a:off x="7235085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E80576-A5AD-25D2-E5B4-AA11928BAE9A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5766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  <p:bldP spid="15" grpId="0"/>
      <p:bldP spid="16" grpId="0"/>
      <p:bldP spid="17" grpId="0" animBg="1"/>
      <p:bldP spid="18" grpId="0" animBg="1"/>
      <p:bldP spid="19" grpId="0"/>
      <p:bldP spid="20" grpId="0"/>
      <p:bldP spid="21" grpId="0"/>
      <p:bldP spid="22" grpId="0"/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809528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  ÷  0,2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749082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22681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1599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636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3F13B75F-B7D7-2788-AD37-CB94B626E9E4}"/>
              </a:ext>
            </a:extLst>
          </p:cNvPr>
          <p:cNvGraphicFramePr>
            <a:graphicFrameLocks noGrp="1"/>
          </p:cNvGraphicFramePr>
          <p:nvPr/>
        </p:nvGraphicFramePr>
        <p:xfrm>
          <a:off x="5370505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BE08E61-603F-5F6D-3377-9C464B9B0F78}"/>
              </a:ext>
            </a:extLst>
          </p:cNvPr>
          <p:cNvCxnSpPr>
            <a:cxnSpLocks/>
          </p:cNvCxnSpPr>
          <p:nvPr/>
        </p:nvCxnSpPr>
        <p:spPr>
          <a:xfrm>
            <a:off x="6530643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FE86F8-0493-88EA-A7BA-DE33F4122696}"/>
              </a:ext>
            </a:extLst>
          </p:cNvPr>
          <p:cNvCxnSpPr>
            <a:cxnSpLocks/>
          </p:cNvCxnSpPr>
          <p:nvPr/>
        </p:nvCxnSpPr>
        <p:spPr>
          <a:xfrm>
            <a:off x="6558914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1B2E6CD-EBB0-CE22-4D41-A1D6436C7AA9}"/>
              </a:ext>
            </a:extLst>
          </p:cNvPr>
          <p:cNvSpPr txBox="1"/>
          <p:nvPr/>
        </p:nvSpPr>
        <p:spPr>
          <a:xfrm>
            <a:off x="6039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50B200-E0D1-322A-29D4-40B07632B654}"/>
              </a:ext>
            </a:extLst>
          </p:cNvPr>
          <p:cNvSpPr txBox="1"/>
          <p:nvPr/>
        </p:nvSpPr>
        <p:spPr>
          <a:xfrm>
            <a:off x="6644536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480EAB-A3DA-3BF9-39C2-5D23536AA992}"/>
              </a:ext>
            </a:extLst>
          </p:cNvPr>
          <p:cNvSpPr txBox="1"/>
          <p:nvPr/>
        </p:nvSpPr>
        <p:spPr>
          <a:xfrm>
            <a:off x="681953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080AE1-5099-039F-F096-BD2DE3C42FF3}"/>
              </a:ext>
            </a:extLst>
          </p:cNvPr>
          <p:cNvSpPr txBox="1"/>
          <p:nvPr/>
        </p:nvSpPr>
        <p:spPr>
          <a:xfrm>
            <a:off x="6763913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0,4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A0713F-C6A4-3FD4-B77D-0A2764402DAE}"/>
              </a:ext>
            </a:extLst>
          </p:cNvPr>
          <p:cNvSpPr txBox="1"/>
          <p:nvPr/>
        </p:nvSpPr>
        <p:spPr>
          <a:xfrm>
            <a:off x="770346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2774D3-6CF9-DF91-7885-79EC2768B34A}"/>
              </a:ext>
            </a:extLst>
          </p:cNvPr>
          <p:cNvSpPr txBox="1"/>
          <p:nvPr/>
        </p:nvSpPr>
        <p:spPr>
          <a:xfrm>
            <a:off x="71811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898E11-F764-051D-F478-2BD079A050EA}"/>
              </a:ext>
            </a:extLst>
          </p:cNvPr>
          <p:cNvSpPr txBox="1"/>
          <p:nvPr/>
        </p:nvSpPr>
        <p:spPr>
          <a:xfrm>
            <a:off x="6561046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</a:t>
            </a:r>
          </a:p>
        </p:txBody>
      </p:sp>
      <p:sp>
        <p:nvSpPr>
          <p:cNvPr id="17" name="Arrow: Circular 16">
            <a:extLst>
              <a:ext uri="{FF2B5EF4-FFF2-40B4-BE49-F238E27FC236}">
                <a16:creationId xmlns:a16="http://schemas.microsoft.com/office/drawing/2014/main" id="{631DFD24-DA54-05B6-8757-A858E40FE53A}"/>
              </a:ext>
            </a:extLst>
          </p:cNvPr>
          <p:cNvSpPr/>
          <p:nvPr/>
        </p:nvSpPr>
        <p:spPr>
          <a:xfrm rot="5400000">
            <a:off x="8268654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525B1663-A03F-5AA4-7638-67A39099D4F6}"/>
              </a:ext>
            </a:extLst>
          </p:cNvPr>
          <p:cNvSpPr/>
          <p:nvPr/>
        </p:nvSpPr>
        <p:spPr>
          <a:xfrm rot="5400000" flipV="1">
            <a:off x="5803950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5B7BBD-CC34-C7FB-31DA-4AF67AF6ADEA}"/>
              </a:ext>
            </a:extLst>
          </p:cNvPr>
          <p:cNvSpPr txBox="1"/>
          <p:nvPr/>
        </p:nvSpPr>
        <p:spPr>
          <a:xfrm>
            <a:off x="9109122" y="131599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CA0729-E164-640A-C947-2883AEC51982}"/>
              </a:ext>
            </a:extLst>
          </p:cNvPr>
          <p:cNvSpPr txBox="1"/>
          <p:nvPr/>
        </p:nvSpPr>
        <p:spPr>
          <a:xfrm>
            <a:off x="5261022" y="13636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35FDF4-B283-FD7C-F07E-9F0E14586FE5}"/>
              </a:ext>
            </a:extLst>
          </p:cNvPr>
          <p:cNvSpPr txBox="1"/>
          <p:nvPr/>
        </p:nvSpPr>
        <p:spPr>
          <a:xfrm>
            <a:off x="723572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EF6C6D-8F7C-94F9-6600-B1F02A25CDB5}"/>
              </a:ext>
            </a:extLst>
          </p:cNvPr>
          <p:cNvSpPr txBox="1"/>
          <p:nvPr/>
        </p:nvSpPr>
        <p:spPr>
          <a:xfrm>
            <a:off x="664453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B72889-E5BE-D43C-7CCB-19F4E68C0F69}"/>
              </a:ext>
            </a:extLst>
          </p:cNvPr>
          <p:cNvSpPr txBox="1"/>
          <p:nvPr/>
        </p:nvSpPr>
        <p:spPr>
          <a:xfrm>
            <a:off x="7235085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92D039-09C3-1848-6995-08BE99342373}"/>
              </a:ext>
            </a:extLst>
          </p:cNvPr>
          <p:cNvSpPr txBox="1"/>
          <p:nvPr/>
        </p:nvSpPr>
        <p:spPr>
          <a:xfrm>
            <a:off x="7071360" y="340384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5C29A3-8D8E-1179-9E3B-43E04BB8E53E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127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  <p:bldP spid="15" grpId="0"/>
      <p:bldP spid="16" grpId="0"/>
      <p:bldP spid="17" grpId="0" animBg="1"/>
      <p:bldP spid="18" grpId="0" animBg="1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809528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  ÷  0,2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749082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22681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1599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636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3F13B75F-B7D7-2788-AD37-CB94B626E9E4}"/>
              </a:ext>
            </a:extLst>
          </p:cNvPr>
          <p:cNvGraphicFramePr>
            <a:graphicFrameLocks noGrp="1"/>
          </p:cNvGraphicFramePr>
          <p:nvPr/>
        </p:nvGraphicFramePr>
        <p:xfrm>
          <a:off x="5370505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BE08E61-603F-5F6D-3377-9C464B9B0F78}"/>
              </a:ext>
            </a:extLst>
          </p:cNvPr>
          <p:cNvCxnSpPr>
            <a:cxnSpLocks/>
          </p:cNvCxnSpPr>
          <p:nvPr/>
        </p:nvCxnSpPr>
        <p:spPr>
          <a:xfrm>
            <a:off x="6530643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FE86F8-0493-88EA-A7BA-DE33F4122696}"/>
              </a:ext>
            </a:extLst>
          </p:cNvPr>
          <p:cNvCxnSpPr>
            <a:cxnSpLocks/>
          </p:cNvCxnSpPr>
          <p:nvPr/>
        </p:nvCxnSpPr>
        <p:spPr>
          <a:xfrm>
            <a:off x="6558914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1B2E6CD-EBB0-CE22-4D41-A1D6436C7AA9}"/>
              </a:ext>
            </a:extLst>
          </p:cNvPr>
          <p:cNvSpPr txBox="1"/>
          <p:nvPr/>
        </p:nvSpPr>
        <p:spPr>
          <a:xfrm>
            <a:off x="6039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50B200-E0D1-322A-29D4-40B07632B654}"/>
              </a:ext>
            </a:extLst>
          </p:cNvPr>
          <p:cNvSpPr txBox="1"/>
          <p:nvPr/>
        </p:nvSpPr>
        <p:spPr>
          <a:xfrm>
            <a:off x="6644536" y="2875202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480EAB-A3DA-3BF9-39C2-5D23536AA992}"/>
              </a:ext>
            </a:extLst>
          </p:cNvPr>
          <p:cNvSpPr txBox="1"/>
          <p:nvPr/>
        </p:nvSpPr>
        <p:spPr>
          <a:xfrm>
            <a:off x="681953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080AE1-5099-039F-F096-BD2DE3C42FF3}"/>
              </a:ext>
            </a:extLst>
          </p:cNvPr>
          <p:cNvSpPr txBox="1"/>
          <p:nvPr/>
        </p:nvSpPr>
        <p:spPr>
          <a:xfrm>
            <a:off x="6763913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 ÷  0,5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A0713F-C6A4-3FD4-B77D-0A2764402DAE}"/>
              </a:ext>
            </a:extLst>
          </p:cNvPr>
          <p:cNvSpPr txBox="1"/>
          <p:nvPr/>
        </p:nvSpPr>
        <p:spPr>
          <a:xfrm>
            <a:off x="770346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2774D3-6CF9-DF91-7885-79EC2768B34A}"/>
              </a:ext>
            </a:extLst>
          </p:cNvPr>
          <p:cNvSpPr txBox="1"/>
          <p:nvPr/>
        </p:nvSpPr>
        <p:spPr>
          <a:xfrm>
            <a:off x="718119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898E11-F764-051D-F478-2BD079A050EA}"/>
              </a:ext>
            </a:extLst>
          </p:cNvPr>
          <p:cNvSpPr txBox="1"/>
          <p:nvPr/>
        </p:nvSpPr>
        <p:spPr>
          <a:xfrm>
            <a:off x="6561046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90</a:t>
            </a:r>
          </a:p>
        </p:txBody>
      </p:sp>
      <p:sp>
        <p:nvSpPr>
          <p:cNvPr id="17" name="Arrow: Circular 16">
            <a:extLst>
              <a:ext uri="{FF2B5EF4-FFF2-40B4-BE49-F238E27FC236}">
                <a16:creationId xmlns:a16="http://schemas.microsoft.com/office/drawing/2014/main" id="{631DFD24-DA54-05B6-8757-A858E40FE53A}"/>
              </a:ext>
            </a:extLst>
          </p:cNvPr>
          <p:cNvSpPr/>
          <p:nvPr/>
        </p:nvSpPr>
        <p:spPr>
          <a:xfrm rot="5400000">
            <a:off x="8268654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525B1663-A03F-5AA4-7638-67A39099D4F6}"/>
              </a:ext>
            </a:extLst>
          </p:cNvPr>
          <p:cNvSpPr/>
          <p:nvPr/>
        </p:nvSpPr>
        <p:spPr>
          <a:xfrm rot="5400000" flipV="1">
            <a:off x="5803950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5B7BBD-CC34-C7FB-31DA-4AF67AF6ADEA}"/>
              </a:ext>
            </a:extLst>
          </p:cNvPr>
          <p:cNvSpPr txBox="1"/>
          <p:nvPr/>
        </p:nvSpPr>
        <p:spPr>
          <a:xfrm>
            <a:off x="9109122" y="131599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CA0729-E164-640A-C947-2883AEC51982}"/>
              </a:ext>
            </a:extLst>
          </p:cNvPr>
          <p:cNvSpPr txBox="1"/>
          <p:nvPr/>
        </p:nvSpPr>
        <p:spPr>
          <a:xfrm>
            <a:off x="5261022" y="13636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35FDF4-B283-FD7C-F07E-9F0E14586FE5}"/>
              </a:ext>
            </a:extLst>
          </p:cNvPr>
          <p:cNvSpPr txBox="1"/>
          <p:nvPr/>
        </p:nvSpPr>
        <p:spPr>
          <a:xfrm>
            <a:off x="723572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EF6C6D-8F7C-94F9-6600-B1F02A25CDB5}"/>
              </a:ext>
            </a:extLst>
          </p:cNvPr>
          <p:cNvSpPr txBox="1"/>
          <p:nvPr/>
        </p:nvSpPr>
        <p:spPr>
          <a:xfrm>
            <a:off x="664453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B72889-E5BE-D43C-7CCB-19F4E68C0F69}"/>
              </a:ext>
            </a:extLst>
          </p:cNvPr>
          <p:cNvSpPr txBox="1"/>
          <p:nvPr/>
        </p:nvSpPr>
        <p:spPr>
          <a:xfrm>
            <a:off x="7235085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92D039-09C3-1848-6995-08BE99342373}"/>
              </a:ext>
            </a:extLst>
          </p:cNvPr>
          <p:cNvSpPr txBox="1"/>
          <p:nvPr/>
        </p:nvSpPr>
        <p:spPr>
          <a:xfrm>
            <a:off x="7071360" y="340384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15C0DA-8133-C517-2304-5C719D5E97EF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1777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  <p:bldP spid="15" grpId="0"/>
      <p:bldP spid="16" grpId="0"/>
      <p:bldP spid="17" grpId="0" animBg="1"/>
      <p:bldP spid="18" grpId="0" animBg="1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  ÷  0,2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304435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2AF0CA-3637-245F-4E87-C9B581BF33D2}"/>
              </a:ext>
            </a:extLst>
          </p:cNvPr>
          <p:cNvSpPr txBox="1"/>
          <p:nvPr/>
        </p:nvSpPr>
        <p:spPr>
          <a:xfrm>
            <a:off x="287154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4A329B-CC08-A407-9752-42492555A313}"/>
              </a:ext>
            </a:extLst>
          </p:cNvPr>
          <p:cNvSpPr txBox="1"/>
          <p:nvPr/>
        </p:nvSpPr>
        <p:spPr>
          <a:xfrm>
            <a:off x="287090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864159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82" grpId="0"/>
      <p:bldP spid="85" grpId="0"/>
      <p:bldP spid="86" grpId="0"/>
      <p:bldP spid="3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  ÷  0,5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304435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2AF0CA-3637-245F-4E87-C9B581BF33D2}"/>
              </a:ext>
            </a:extLst>
          </p:cNvPr>
          <p:cNvSpPr txBox="1"/>
          <p:nvPr/>
        </p:nvSpPr>
        <p:spPr>
          <a:xfrm>
            <a:off x="287154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4A329B-CC08-A407-9752-42492555A313}"/>
              </a:ext>
            </a:extLst>
          </p:cNvPr>
          <p:cNvSpPr txBox="1"/>
          <p:nvPr/>
        </p:nvSpPr>
        <p:spPr>
          <a:xfrm>
            <a:off x="287090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50873B-AA39-CA45-E9B7-1F8610C43B5F}"/>
              </a:ext>
            </a:extLst>
          </p:cNvPr>
          <p:cNvSpPr txBox="1"/>
          <p:nvPr/>
        </p:nvSpPr>
        <p:spPr>
          <a:xfrm>
            <a:off x="2685270" y="339272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79238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82" grpId="0"/>
      <p:bldP spid="85" grpId="0"/>
      <p:bldP spid="86" grpId="0"/>
      <p:bldP spid="3" grpId="0"/>
      <p:bldP spid="8" grpId="0"/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206780"/>
              </p:ext>
            </p:extLst>
          </p:nvPr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  ÷  0,5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304435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2AF0CA-3637-245F-4E87-C9B581BF33D2}"/>
              </a:ext>
            </a:extLst>
          </p:cNvPr>
          <p:cNvSpPr txBox="1"/>
          <p:nvPr/>
        </p:nvSpPr>
        <p:spPr>
          <a:xfrm>
            <a:off x="287154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4A329B-CC08-A407-9752-42492555A313}"/>
              </a:ext>
            </a:extLst>
          </p:cNvPr>
          <p:cNvSpPr txBox="1"/>
          <p:nvPr/>
        </p:nvSpPr>
        <p:spPr>
          <a:xfrm>
            <a:off x="287090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50873B-AA39-CA45-E9B7-1F8610C43B5F}"/>
              </a:ext>
            </a:extLst>
          </p:cNvPr>
          <p:cNvSpPr txBox="1"/>
          <p:nvPr/>
        </p:nvSpPr>
        <p:spPr>
          <a:xfrm>
            <a:off x="2685270" y="339272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720BEF86-EB21-E125-CD39-69ECA5E262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206780"/>
              </p:ext>
            </p:extLst>
          </p:nvPr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3DA04D-FC40-ECB1-0E37-7757F9CA6D9D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49D230-3D9A-8FB5-7560-670C2BAF5D96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9E9A4AB-51A6-50AE-8058-B0AC2D32662A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D83DCF-53BD-04E0-BF07-05C84EE1B2D9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C410FF-ECE4-6E2D-2E1E-59D159949248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165C02-D75B-7F32-9D4B-963BD5FEB76D}"/>
              </a:ext>
            </a:extLst>
          </p:cNvPr>
          <p:cNvSpPr txBox="1"/>
          <p:nvPr/>
        </p:nvSpPr>
        <p:spPr>
          <a:xfrm>
            <a:off x="6651406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31  ÷  0,5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F02998-BE35-4D41-3EF2-33642FDFB75A}"/>
              </a:ext>
            </a:extLst>
          </p:cNvPr>
          <p:cNvSpPr txBox="1"/>
          <p:nvPr/>
        </p:nvSpPr>
        <p:spPr>
          <a:xfrm>
            <a:off x="7990430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59CAB7-037D-E01A-8974-B126E7708A4F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40B085-C98B-E897-5F06-AF8B5414F41E}"/>
              </a:ext>
            </a:extLst>
          </p:cNvPr>
          <p:cNvSpPr txBox="1"/>
          <p:nvPr/>
        </p:nvSpPr>
        <p:spPr>
          <a:xfrm>
            <a:off x="6448539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310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66E527FF-DD21-3472-AF67-7692A25BBD77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9179FE03-47C4-9090-5D95-55A511EAD388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5B2B7F-5B80-56C3-C836-7768C3CAAAA4}"/>
              </a:ext>
            </a:extLst>
          </p:cNvPr>
          <p:cNvSpPr txBox="1"/>
          <p:nvPr/>
        </p:nvSpPr>
        <p:spPr>
          <a:xfrm>
            <a:off x="9100810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7A732A-804F-63F2-3C0E-D2BEA2EA6B08}"/>
              </a:ext>
            </a:extLst>
          </p:cNvPr>
          <p:cNvSpPr txBox="1"/>
          <p:nvPr/>
        </p:nvSpPr>
        <p:spPr>
          <a:xfrm>
            <a:off x="5252710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149C03-4196-E669-5907-B23018BF40A9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D4456B-52F2-10ED-A1CC-A37A055CF984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9EA158-397E-03FC-C105-2D71B8BB056D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B18DE8-3457-B55F-60EF-9B39A660C029}"/>
              </a:ext>
            </a:extLst>
          </p:cNvPr>
          <p:cNvSpPr txBox="1"/>
          <p:nvPr/>
        </p:nvSpPr>
        <p:spPr>
          <a:xfrm>
            <a:off x="781761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5A43F1-9F63-D0FA-90E8-57099DF5D12E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7F8F80-1CD5-DC7E-28A4-32A74C649013}"/>
              </a:ext>
            </a:extLst>
          </p:cNvPr>
          <p:cNvSpPr txBox="1"/>
          <p:nvPr/>
        </p:nvSpPr>
        <p:spPr>
          <a:xfrm>
            <a:off x="7631343" y="339272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760A963-DEA2-3A7C-D28B-9FAFC73B1EDB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039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  ÷  0,5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304435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2AF0CA-3637-245F-4E87-C9B581BF33D2}"/>
              </a:ext>
            </a:extLst>
          </p:cNvPr>
          <p:cNvSpPr txBox="1"/>
          <p:nvPr/>
        </p:nvSpPr>
        <p:spPr>
          <a:xfrm>
            <a:off x="287154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4A329B-CC08-A407-9752-42492555A313}"/>
              </a:ext>
            </a:extLst>
          </p:cNvPr>
          <p:cNvSpPr txBox="1"/>
          <p:nvPr/>
        </p:nvSpPr>
        <p:spPr>
          <a:xfrm>
            <a:off x="287090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50873B-AA39-CA45-E9B7-1F8610C43B5F}"/>
              </a:ext>
            </a:extLst>
          </p:cNvPr>
          <p:cNvSpPr txBox="1"/>
          <p:nvPr/>
        </p:nvSpPr>
        <p:spPr>
          <a:xfrm>
            <a:off x="2685270" y="339272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720BEF86-EB21-E125-CD39-69ECA5E26228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3DA04D-FC40-ECB1-0E37-7757F9CA6D9D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49D230-3D9A-8FB5-7560-670C2BAF5D96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9E9A4AB-51A6-50AE-8058-B0AC2D32662A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D83DCF-53BD-04E0-BF07-05C84EE1B2D9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C410FF-ECE4-6E2D-2E1E-59D159949248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165C02-D75B-7F32-9D4B-963BD5FEB76D}"/>
              </a:ext>
            </a:extLst>
          </p:cNvPr>
          <p:cNvSpPr txBox="1"/>
          <p:nvPr/>
        </p:nvSpPr>
        <p:spPr>
          <a:xfrm>
            <a:off x="6651406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27  ÷  0,2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F02998-BE35-4D41-3EF2-33642FDFB75A}"/>
              </a:ext>
            </a:extLst>
          </p:cNvPr>
          <p:cNvSpPr txBox="1"/>
          <p:nvPr/>
        </p:nvSpPr>
        <p:spPr>
          <a:xfrm>
            <a:off x="7990430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59CAB7-037D-E01A-8974-B126E7708A4F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40B085-C98B-E897-5F06-AF8B5414F41E}"/>
              </a:ext>
            </a:extLst>
          </p:cNvPr>
          <p:cNvSpPr txBox="1"/>
          <p:nvPr/>
        </p:nvSpPr>
        <p:spPr>
          <a:xfrm>
            <a:off x="6448539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270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66E527FF-DD21-3472-AF67-7692A25BBD77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9179FE03-47C4-9090-5D95-55A511EAD388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5B2B7F-5B80-56C3-C836-7768C3CAAAA4}"/>
              </a:ext>
            </a:extLst>
          </p:cNvPr>
          <p:cNvSpPr txBox="1"/>
          <p:nvPr/>
        </p:nvSpPr>
        <p:spPr>
          <a:xfrm>
            <a:off x="9100810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7A732A-804F-63F2-3C0E-D2BEA2EA6B08}"/>
              </a:ext>
            </a:extLst>
          </p:cNvPr>
          <p:cNvSpPr txBox="1"/>
          <p:nvPr/>
        </p:nvSpPr>
        <p:spPr>
          <a:xfrm>
            <a:off x="5252710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149C03-4196-E669-5907-B23018BF40A9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D4456B-52F2-10ED-A1CC-A37A055CF984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9EA158-397E-03FC-C105-2D71B8BB056D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B18DE8-3457-B55F-60EF-9B39A660C029}"/>
              </a:ext>
            </a:extLst>
          </p:cNvPr>
          <p:cNvSpPr txBox="1"/>
          <p:nvPr/>
        </p:nvSpPr>
        <p:spPr>
          <a:xfrm>
            <a:off x="781761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5A43F1-9F63-D0FA-90E8-57099DF5D12E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7F8F80-1CD5-DC7E-28A4-32A74C649013}"/>
              </a:ext>
            </a:extLst>
          </p:cNvPr>
          <p:cNvSpPr txBox="1"/>
          <p:nvPr/>
        </p:nvSpPr>
        <p:spPr>
          <a:xfrm>
            <a:off x="7631343" y="339272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C89751-750F-266D-30CE-6509FBBDB685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106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  ÷  0,5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3044357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2AF0CA-3637-245F-4E87-C9B581BF33D2}"/>
              </a:ext>
            </a:extLst>
          </p:cNvPr>
          <p:cNvSpPr txBox="1"/>
          <p:nvPr/>
        </p:nvSpPr>
        <p:spPr>
          <a:xfrm>
            <a:off x="287154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4A329B-CC08-A407-9752-42492555A313}"/>
              </a:ext>
            </a:extLst>
          </p:cNvPr>
          <p:cNvSpPr txBox="1"/>
          <p:nvPr/>
        </p:nvSpPr>
        <p:spPr>
          <a:xfrm>
            <a:off x="287090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50873B-AA39-CA45-E9B7-1F8610C43B5F}"/>
              </a:ext>
            </a:extLst>
          </p:cNvPr>
          <p:cNvSpPr txBox="1"/>
          <p:nvPr/>
        </p:nvSpPr>
        <p:spPr>
          <a:xfrm>
            <a:off x="2685270" y="339272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720BEF86-EB21-E125-CD39-69ECA5E26228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3DA04D-FC40-ECB1-0E37-7757F9CA6D9D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49D230-3D9A-8FB5-7560-670C2BAF5D96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9E9A4AB-51A6-50AE-8058-B0AC2D32662A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D83DCF-53BD-04E0-BF07-05C84EE1B2D9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C410FF-ECE4-6E2D-2E1E-59D159949248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165C02-D75B-7F32-9D4B-963BD5FEB76D}"/>
              </a:ext>
            </a:extLst>
          </p:cNvPr>
          <p:cNvSpPr txBox="1"/>
          <p:nvPr/>
        </p:nvSpPr>
        <p:spPr>
          <a:xfrm>
            <a:off x="6651406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  ÷  0,6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F02998-BE35-4D41-3EF2-33642FDFB75A}"/>
              </a:ext>
            </a:extLst>
          </p:cNvPr>
          <p:cNvSpPr txBox="1"/>
          <p:nvPr/>
        </p:nvSpPr>
        <p:spPr>
          <a:xfrm>
            <a:off x="7990430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59CAB7-037D-E01A-8974-B126E7708A4F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40B085-C98B-E897-5F06-AF8B5414F41E}"/>
              </a:ext>
            </a:extLst>
          </p:cNvPr>
          <p:cNvSpPr txBox="1"/>
          <p:nvPr/>
        </p:nvSpPr>
        <p:spPr>
          <a:xfrm>
            <a:off x="6448539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66E527FF-DD21-3472-AF67-7692A25BBD77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9179FE03-47C4-9090-5D95-55A511EAD388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5B2B7F-5B80-56C3-C836-7768C3CAAAA4}"/>
              </a:ext>
            </a:extLst>
          </p:cNvPr>
          <p:cNvSpPr txBox="1"/>
          <p:nvPr/>
        </p:nvSpPr>
        <p:spPr>
          <a:xfrm>
            <a:off x="9100810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7A732A-804F-63F2-3C0E-D2BEA2EA6B08}"/>
              </a:ext>
            </a:extLst>
          </p:cNvPr>
          <p:cNvSpPr txBox="1"/>
          <p:nvPr/>
        </p:nvSpPr>
        <p:spPr>
          <a:xfrm>
            <a:off x="5252710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149C03-4196-E669-5907-B23018BF40A9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D4456B-52F2-10ED-A1CC-A37A055CF984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9EA158-397E-03FC-C105-2D71B8BB056D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B18DE8-3457-B55F-60EF-9B39A660C029}"/>
              </a:ext>
            </a:extLst>
          </p:cNvPr>
          <p:cNvSpPr txBox="1"/>
          <p:nvPr/>
        </p:nvSpPr>
        <p:spPr>
          <a:xfrm>
            <a:off x="781761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5A43F1-9F63-D0FA-90E8-57099DF5D12E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7F8F80-1CD5-DC7E-28A4-32A74C649013}"/>
              </a:ext>
            </a:extLst>
          </p:cNvPr>
          <p:cNvSpPr txBox="1"/>
          <p:nvPr/>
        </p:nvSpPr>
        <p:spPr>
          <a:xfrm>
            <a:off x="7631343" y="339272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FBAA71-EC6E-6035-6A79-124D4F5088BC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734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809528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1,2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6734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210141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</p:spTree>
    <p:extLst>
      <p:ext uri="{BB962C8B-B14F-4D97-AF65-F5344CB8AC3E}">
        <p14:creationId xmlns:p14="http://schemas.microsoft.com/office/powerpoint/2010/main" val="1797603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82" grpId="0"/>
      <p:bldP spid="83" grpId="0"/>
      <p:bldP spid="85" grpId="0"/>
      <p:bldP spid="86" grpId="0"/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809528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 ÷  1,5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682987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20776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15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30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45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75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90</a:t>
            </a:r>
          </a:p>
        </p:txBody>
      </p:sp>
    </p:spTree>
    <p:extLst>
      <p:ext uri="{BB962C8B-B14F-4D97-AF65-F5344CB8AC3E}">
        <p14:creationId xmlns:p14="http://schemas.microsoft.com/office/powerpoint/2010/main" val="3417786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82" grpId="0"/>
      <p:bldP spid="83" grpId="0"/>
      <p:bldP spid="85" grpId="0"/>
      <p:bldP spid="86" grpId="0"/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809528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 ÷  1,5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682987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20776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15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30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45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75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90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115D2E6-99FE-8504-975C-F5F8CF8B5271}"/>
              </a:ext>
            </a:extLst>
          </p:cNvPr>
          <p:cNvGraphicFramePr>
            <a:graphicFrameLocks noGrp="1"/>
          </p:cNvGraphicFramePr>
          <p:nvPr/>
        </p:nvGraphicFramePr>
        <p:xfrm>
          <a:off x="5370506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56BE9F2-3FCA-BFC9-0800-69FAAFDC7EB4}"/>
              </a:ext>
            </a:extLst>
          </p:cNvPr>
          <p:cNvCxnSpPr>
            <a:cxnSpLocks/>
          </p:cNvCxnSpPr>
          <p:nvPr/>
        </p:nvCxnSpPr>
        <p:spPr>
          <a:xfrm>
            <a:off x="6530644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86B63E4-D36B-0CC4-ACCB-9BB5A96CF2B6}"/>
              </a:ext>
            </a:extLst>
          </p:cNvPr>
          <p:cNvCxnSpPr>
            <a:cxnSpLocks/>
          </p:cNvCxnSpPr>
          <p:nvPr/>
        </p:nvCxnSpPr>
        <p:spPr>
          <a:xfrm>
            <a:off x="6558915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E733DB9-6FF1-1D3F-BF5D-9E7F7925BB90}"/>
              </a:ext>
            </a:extLst>
          </p:cNvPr>
          <p:cNvSpPr txBox="1"/>
          <p:nvPr/>
        </p:nvSpPr>
        <p:spPr>
          <a:xfrm>
            <a:off x="6039699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E54EAF-0CE7-A0AC-2A57-C4CFE5AC68D6}"/>
              </a:ext>
            </a:extLst>
          </p:cNvPr>
          <p:cNvSpPr txBox="1"/>
          <p:nvPr/>
        </p:nvSpPr>
        <p:spPr>
          <a:xfrm>
            <a:off x="6644537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4A0181-44E4-B890-F0A9-8617F360C2BE}"/>
              </a:ext>
            </a:extLst>
          </p:cNvPr>
          <p:cNvSpPr txBox="1"/>
          <p:nvPr/>
        </p:nvSpPr>
        <p:spPr>
          <a:xfrm>
            <a:off x="6819537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62B18D-373D-988B-B573-F5872DA33E21}"/>
              </a:ext>
            </a:extLst>
          </p:cNvPr>
          <p:cNvSpPr txBox="1"/>
          <p:nvPr/>
        </p:nvSpPr>
        <p:spPr>
          <a:xfrm>
            <a:off x="6763914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  ÷  2,5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2D26FB-D23A-CD41-4E61-6601CDE506E9}"/>
              </a:ext>
            </a:extLst>
          </p:cNvPr>
          <p:cNvSpPr txBox="1"/>
          <p:nvPr/>
        </p:nvSpPr>
        <p:spPr>
          <a:xfrm>
            <a:off x="7637373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FAFF0C-B8E1-18C9-05DD-4AF594D55B0E}"/>
              </a:ext>
            </a:extLst>
          </p:cNvPr>
          <p:cNvSpPr txBox="1"/>
          <p:nvPr/>
        </p:nvSpPr>
        <p:spPr>
          <a:xfrm>
            <a:off x="7162146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29EF86-49C6-FC26-31FE-2CB68687AC07}"/>
              </a:ext>
            </a:extLst>
          </p:cNvPr>
          <p:cNvSpPr txBox="1"/>
          <p:nvPr/>
        </p:nvSpPr>
        <p:spPr>
          <a:xfrm>
            <a:off x="6561047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50</a:t>
            </a: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B76B8D37-883C-258D-B3C4-0AD6F90A12D7}"/>
              </a:ext>
            </a:extLst>
          </p:cNvPr>
          <p:cNvSpPr/>
          <p:nvPr/>
        </p:nvSpPr>
        <p:spPr>
          <a:xfrm rot="5400000">
            <a:off x="8268655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Arrow: Circular 18">
            <a:extLst>
              <a:ext uri="{FF2B5EF4-FFF2-40B4-BE49-F238E27FC236}">
                <a16:creationId xmlns:a16="http://schemas.microsoft.com/office/drawing/2014/main" id="{8B01C6C7-A464-ACC7-0A09-8CFE11154426}"/>
              </a:ext>
            </a:extLst>
          </p:cNvPr>
          <p:cNvSpPr/>
          <p:nvPr/>
        </p:nvSpPr>
        <p:spPr>
          <a:xfrm rot="5400000" flipV="1">
            <a:off x="5803951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F6A083-A403-ECE5-E859-C7D5EF8177C9}"/>
              </a:ext>
            </a:extLst>
          </p:cNvPr>
          <p:cNvSpPr txBox="1"/>
          <p:nvPr/>
        </p:nvSpPr>
        <p:spPr>
          <a:xfrm>
            <a:off x="9109123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41A02C-401B-BA8C-16C4-09E820214CDB}"/>
              </a:ext>
            </a:extLst>
          </p:cNvPr>
          <p:cNvSpPr txBox="1"/>
          <p:nvPr/>
        </p:nvSpPr>
        <p:spPr>
          <a:xfrm>
            <a:off x="5261023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B1C94E-D33F-02BC-B9B0-DC09FE652D74}"/>
              </a:ext>
            </a:extLst>
          </p:cNvPr>
          <p:cNvSpPr txBox="1"/>
          <p:nvPr/>
        </p:nvSpPr>
        <p:spPr>
          <a:xfrm>
            <a:off x="723572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7B68F6-6364-D155-34CD-8C271FAD9DC1}"/>
              </a:ext>
            </a:extLst>
          </p:cNvPr>
          <p:cNvSpPr txBox="1"/>
          <p:nvPr/>
        </p:nvSpPr>
        <p:spPr>
          <a:xfrm>
            <a:off x="545867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55AE93-DEE5-77BF-55E5-C8F02D1E68E3}"/>
              </a:ext>
            </a:extLst>
          </p:cNvPr>
          <p:cNvSpPr txBox="1"/>
          <p:nvPr/>
        </p:nvSpPr>
        <p:spPr>
          <a:xfrm>
            <a:off x="6644537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8C2350-46F6-AE7F-3117-480F1995EB59}"/>
              </a:ext>
            </a:extLst>
          </p:cNvPr>
          <p:cNvSpPr txBox="1"/>
          <p:nvPr/>
        </p:nvSpPr>
        <p:spPr>
          <a:xfrm>
            <a:off x="72350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1C5C2D-2DA1-B73A-8BFF-E6181EE140C0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96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6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897505"/>
              </p:ext>
            </p:extLst>
          </p:nvPr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809528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 ÷  1,5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682987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20776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15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30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45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75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90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115D2E6-99FE-8504-975C-F5F8CF8B5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897505"/>
              </p:ext>
            </p:extLst>
          </p:nvPr>
        </p:nvGraphicFramePr>
        <p:xfrm>
          <a:off x="5370506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56BE9F2-3FCA-BFC9-0800-69FAAFDC7EB4}"/>
              </a:ext>
            </a:extLst>
          </p:cNvPr>
          <p:cNvCxnSpPr>
            <a:cxnSpLocks/>
          </p:cNvCxnSpPr>
          <p:nvPr/>
        </p:nvCxnSpPr>
        <p:spPr>
          <a:xfrm>
            <a:off x="6530644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86B63E4-D36B-0CC4-ACCB-9BB5A96CF2B6}"/>
              </a:ext>
            </a:extLst>
          </p:cNvPr>
          <p:cNvCxnSpPr>
            <a:cxnSpLocks/>
          </p:cNvCxnSpPr>
          <p:nvPr/>
        </p:nvCxnSpPr>
        <p:spPr>
          <a:xfrm>
            <a:off x="6558915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E733DB9-6FF1-1D3F-BF5D-9E7F7925BB90}"/>
              </a:ext>
            </a:extLst>
          </p:cNvPr>
          <p:cNvSpPr txBox="1"/>
          <p:nvPr/>
        </p:nvSpPr>
        <p:spPr>
          <a:xfrm>
            <a:off x="6039699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E54EAF-0CE7-A0AC-2A57-C4CFE5AC68D6}"/>
              </a:ext>
            </a:extLst>
          </p:cNvPr>
          <p:cNvSpPr txBox="1"/>
          <p:nvPr/>
        </p:nvSpPr>
        <p:spPr>
          <a:xfrm>
            <a:off x="6644537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4A0181-44E4-B890-F0A9-8617F360C2BE}"/>
              </a:ext>
            </a:extLst>
          </p:cNvPr>
          <p:cNvSpPr txBox="1"/>
          <p:nvPr/>
        </p:nvSpPr>
        <p:spPr>
          <a:xfrm>
            <a:off x="6819537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62B18D-373D-988B-B573-F5872DA33E21}"/>
              </a:ext>
            </a:extLst>
          </p:cNvPr>
          <p:cNvSpPr txBox="1"/>
          <p:nvPr/>
        </p:nvSpPr>
        <p:spPr>
          <a:xfrm>
            <a:off x="6763914" y="904510"/>
            <a:ext cx="14911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 ÷  1,4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2D26FB-D23A-CD41-4E61-6601CDE506E9}"/>
              </a:ext>
            </a:extLst>
          </p:cNvPr>
          <p:cNvSpPr txBox="1"/>
          <p:nvPr/>
        </p:nvSpPr>
        <p:spPr>
          <a:xfrm>
            <a:off x="7637373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FAFF0C-B8E1-18C9-05DD-4AF594D55B0E}"/>
              </a:ext>
            </a:extLst>
          </p:cNvPr>
          <p:cNvSpPr txBox="1"/>
          <p:nvPr/>
        </p:nvSpPr>
        <p:spPr>
          <a:xfrm>
            <a:off x="7162146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29EF86-49C6-FC26-31FE-2CB68687AC07}"/>
              </a:ext>
            </a:extLst>
          </p:cNvPr>
          <p:cNvSpPr txBox="1"/>
          <p:nvPr/>
        </p:nvSpPr>
        <p:spPr>
          <a:xfrm>
            <a:off x="6561047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70</a:t>
            </a: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B76B8D37-883C-258D-B3C4-0AD6F90A12D7}"/>
              </a:ext>
            </a:extLst>
          </p:cNvPr>
          <p:cNvSpPr/>
          <p:nvPr/>
        </p:nvSpPr>
        <p:spPr>
          <a:xfrm rot="5400000">
            <a:off x="8268655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Arrow: Circular 18">
            <a:extLst>
              <a:ext uri="{FF2B5EF4-FFF2-40B4-BE49-F238E27FC236}">
                <a16:creationId xmlns:a16="http://schemas.microsoft.com/office/drawing/2014/main" id="{8B01C6C7-A464-ACC7-0A09-8CFE11154426}"/>
              </a:ext>
            </a:extLst>
          </p:cNvPr>
          <p:cNvSpPr/>
          <p:nvPr/>
        </p:nvSpPr>
        <p:spPr>
          <a:xfrm rot="5400000" flipV="1">
            <a:off x="5803951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F6A083-A403-ECE5-E859-C7D5EF8177C9}"/>
              </a:ext>
            </a:extLst>
          </p:cNvPr>
          <p:cNvSpPr txBox="1"/>
          <p:nvPr/>
        </p:nvSpPr>
        <p:spPr>
          <a:xfrm>
            <a:off x="9109123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41A02C-401B-BA8C-16C4-09E820214CDB}"/>
              </a:ext>
            </a:extLst>
          </p:cNvPr>
          <p:cNvSpPr txBox="1"/>
          <p:nvPr/>
        </p:nvSpPr>
        <p:spPr>
          <a:xfrm>
            <a:off x="5261023" y="1377297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B1C94E-D33F-02BC-B9B0-DC09FE652D74}"/>
              </a:ext>
            </a:extLst>
          </p:cNvPr>
          <p:cNvSpPr txBox="1"/>
          <p:nvPr/>
        </p:nvSpPr>
        <p:spPr>
          <a:xfrm>
            <a:off x="723572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7B68F6-6364-D155-34CD-8C271FAD9DC1}"/>
              </a:ext>
            </a:extLst>
          </p:cNvPr>
          <p:cNvSpPr txBox="1"/>
          <p:nvPr/>
        </p:nvSpPr>
        <p:spPr>
          <a:xfrm>
            <a:off x="545867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55AE93-DEE5-77BF-55E5-C8F02D1E68E3}"/>
              </a:ext>
            </a:extLst>
          </p:cNvPr>
          <p:cNvSpPr txBox="1"/>
          <p:nvPr/>
        </p:nvSpPr>
        <p:spPr>
          <a:xfrm>
            <a:off x="6644537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8C2350-46F6-AE7F-3117-480F1995EB59}"/>
              </a:ext>
            </a:extLst>
          </p:cNvPr>
          <p:cNvSpPr txBox="1"/>
          <p:nvPr/>
        </p:nvSpPr>
        <p:spPr>
          <a:xfrm>
            <a:off x="72350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9CB586-5A2E-A457-EBE2-4BFE0795E255}"/>
              </a:ext>
            </a:extLst>
          </p:cNvPr>
          <p:cNvSpPr txBox="1"/>
          <p:nvPr/>
        </p:nvSpPr>
        <p:spPr>
          <a:xfrm>
            <a:off x="5761888" y="4790710"/>
            <a:ext cx="70243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FD2760-476A-ECC0-E1BE-FA5B4AA6CFA5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532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6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  ÷  1,2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2E7A4-E00C-0559-0981-18CA31904D75}"/>
              </a:ext>
            </a:extLst>
          </p:cNvPr>
          <p:cNvSpPr txBox="1"/>
          <p:nvPr/>
        </p:nvSpPr>
        <p:spPr>
          <a:xfrm>
            <a:off x="286322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F978-F871-646E-4A8A-121E62F1D4AC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DDB46-3243-3D7B-1081-CA427287635B}"/>
              </a:ext>
            </a:extLst>
          </p:cNvPr>
          <p:cNvSpPr txBox="1"/>
          <p:nvPr/>
        </p:nvSpPr>
        <p:spPr>
          <a:xfrm>
            <a:off x="2672745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473618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82" grpId="0"/>
      <p:bldP spid="83" grpId="0"/>
      <p:bldP spid="85" grpId="0"/>
      <p:bldP spid="86" grpId="0"/>
      <p:bldP spid="2" grpId="0"/>
      <p:bldP spid="9" grpId="0"/>
      <p:bldP spid="10" grpId="0"/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  ÷  1,4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7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2E7A4-E00C-0559-0981-18CA31904D75}"/>
              </a:ext>
            </a:extLst>
          </p:cNvPr>
          <p:cNvSpPr txBox="1"/>
          <p:nvPr/>
        </p:nvSpPr>
        <p:spPr>
          <a:xfrm>
            <a:off x="286322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F978-F871-646E-4A8A-121E62F1D4AC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DDB46-3243-3D7B-1081-CA427287635B}"/>
              </a:ext>
            </a:extLst>
          </p:cNvPr>
          <p:cNvSpPr txBox="1"/>
          <p:nvPr/>
        </p:nvSpPr>
        <p:spPr>
          <a:xfrm>
            <a:off x="2672745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29288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6" grpId="0"/>
      <p:bldP spid="82" grpId="0"/>
      <p:bldP spid="83" grpId="0"/>
      <p:bldP spid="85" grpId="0"/>
      <p:bldP spid="86" grpId="0"/>
      <p:bldP spid="2" grpId="0"/>
      <p:bldP spid="9" grpId="0"/>
      <p:bldP spid="10" grpId="0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3457"/>
              </p:ext>
            </p:extLst>
          </p:nvPr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  ÷  1,4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7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2E7A4-E00C-0559-0981-18CA31904D75}"/>
              </a:ext>
            </a:extLst>
          </p:cNvPr>
          <p:cNvSpPr txBox="1"/>
          <p:nvPr/>
        </p:nvSpPr>
        <p:spPr>
          <a:xfrm>
            <a:off x="286322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F978-F871-646E-4A8A-121E62F1D4AC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DDB46-3243-3D7B-1081-CA427287635B}"/>
              </a:ext>
            </a:extLst>
          </p:cNvPr>
          <p:cNvSpPr txBox="1"/>
          <p:nvPr/>
        </p:nvSpPr>
        <p:spPr>
          <a:xfrm>
            <a:off x="2672745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63C4D4D9-C7A6-A044-0630-CE9DB09344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3457"/>
              </p:ext>
            </p:extLst>
          </p:nvPr>
        </p:nvGraphicFramePr>
        <p:xfrm>
          <a:off x="5370505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9EF9E9-2B76-278B-203A-F3D5E9F33EF6}"/>
              </a:ext>
            </a:extLst>
          </p:cNvPr>
          <p:cNvCxnSpPr>
            <a:cxnSpLocks/>
          </p:cNvCxnSpPr>
          <p:nvPr/>
        </p:nvCxnSpPr>
        <p:spPr>
          <a:xfrm>
            <a:off x="6530643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80CA20-4D5D-0618-7F5A-7F458DCB196A}"/>
              </a:ext>
            </a:extLst>
          </p:cNvPr>
          <p:cNvCxnSpPr>
            <a:cxnSpLocks/>
          </p:cNvCxnSpPr>
          <p:nvPr/>
        </p:nvCxnSpPr>
        <p:spPr>
          <a:xfrm>
            <a:off x="6558914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909337-036C-2585-4495-41A70FA390AA}"/>
              </a:ext>
            </a:extLst>
          </p:cNvPr>
          <p:cNvSpPr txBox="1"/>
          <p:nvPr/>
        </p:nvSpPr>
        <p:spPr>
          <a:xfrm>
            <a:off x="6039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F52F44-BC66-F918-9ECA-52D490728BD8}"/>
              </a:ext>
            </a:extLst>
          </p:cNvPr>
          <p:cNvSpPr txBox="1"/>
          <p:nvPr/>
        </p:nvSpPr>
        <p:spPr>
          <a:xfrm>
            <a:off x="6644536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D32A50-1A76-CBCB-1135-D846CAF19451}"/>
              </a:ext>
            </a:extLst>
          </p:cNvPr>
          <p:cNvSpPr txBox="1"/>
          <p:nvPr/>
        </p:nvSpPr>
        <p:spPr>
          <a:xfrm>
            <a:off x="681953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3412EB-92E7-3414-4901-154FCD0BABF4}"/>
              </a:ext>
            </a:extLst>
          </p:cNvPr>
          <p:cNvSpPr txBox="1"/>
          <p:nvPr/>
        </p:nvSpPr>
        <p:spPr>
          <a:xfrm>
            <a:off x="6659718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39  ÷  1,3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06CC4B-81F0-9608-8D99-393654833374}"/>
              </a:ext>
            </a:extLst>
          </p:cNvPr>
          <p:cNvSpPr txBox="1"/>
          <p:nvPr/>
        </p:nvSpPr>
        <p:spPr>
          <a:xfrm>
            <a:off x="77961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83BD7B-0158-BA8D-CC25-A1EFBD8E7EC3}"/>
              </a:ext>
            </a:extLst>
          </p:cNvPr>
          <p:cNvSpPr txBox="1"/>
          <p:nvPr/>
        </p:nvSpPr>
        <p:spPr>
          <a:xfrm>
            <a:off x="730502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A29D74-C707-1C14-2584-9CA9CB10780D}"/>
              </a:ext>
            </a:extLst>
          </p:cNvPr>
          <p:cNvSpPr txBox="1"/>
          <p:nvPr/>
        </p:nvSpPr>
        <p:spPr>
          <a:xfrm>
            <a:off x="6456852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390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78BE2C7F-E3AE-6DC7-37C8-B1D3E7BB4C6E}"/>
              </a:ext>
            </a:extLst>
          </p:cNvPr>
          <p:cNvSpPr/>
          <p:nvPr/>
        </p:nvSpPr>
        <p:spPr>
          <a:xfrm rot="5400000">
            <a:off x="8268654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3343D8FE-FEC2-9150-290D-E59EFC1F32E0}"/>
              </a:ext>
            </a:extLst>
          </p:cNvPr>
          <p:cNvSpPr/>
          <p:nvPr/>
        </p:nvSpPr>
        <p:spPr>
          <a:xfrm rot="5400000" flipV="1">
            <a:off x="5803950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BC3501-D6F6-D4C8-7F51-98FE3AD9F286}"/>
              </a:ext>
            </a:extLst>
          </p:cNvPr>
          <p:cNvSpPr txBox="1"/>
          <p:nvPr/>
        </p:nvSpPr>
        <p:spPr>
          <a:xfrm>
            <a:off x="91091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CA5AAC-061A-2EF9-ABB3-DE23F330D901}"/>
              </a:ext>
            </a:extLst>
          </p:cNvPr>
          <p:cNvSpPr txBox="1"/>
          <p:nvPr/>
        </p:nvSpPr>
        <p:spPr>
          <a:xfrm>
            <a:off x="52610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875790-BC5C-C9B5-656D-16D6ED509A08}"/>
              </a:ext>
            </a:extLst>
          </p:cNvPr>
          <p:cNvSpPr txBox="1"/>
          <p:nvPr/>
        </p:nvSpPr>
        <p:spPr>
          <a:xfrm>
            <a:off x="723572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D32EE0-C9D4-BD9C-37E8-DC8C905CA5AD}"/>
              </a:ext>
            </a:extLst>
          </p:cNvPr>
          <p:cNvSpPr txBox="1"/>
          <p:nvPr/>
        </p:nvSpPr>
        <p:spPr>
          <a:xfrm>
            <a:off x="54586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3FC8F2-C63B-D21C-1D44-B1B85FA411EF}"/>
              </a:ext>
            </a:extLst>
          </p:cNvPr>
          <p:cNvSpPr txBox="1"/>
          <p:nvPr/>
        </p:nvSpPr>
        <p:spPr>
          <a:xfrm>
            <a:off x="664453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324827-9518-9C60-B43B-DE57DDE46DC7}"/>
              </a:ext>
            </a:extLst>
          </p:cNvPr>
          <p:cNvSpPr txBox="1"/>
          <p:nvPr/>
        </p:nvSpPr>
        <p:spPr>
          <a:xfrm>
            <a:off x="7235085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4EE839-273E-89AE-507D-FA3CF6B27309}"/>
              </a:ext>
            </a:extLst>
          </p:cNvPr>
          <p:cNvSpPr txBox="1"/>
          <p:nvPr/>
        </p:nvSpPr>
        <p:spPr>
          <a:xfrm>
            <a:off x="5761887" y="4790710"/>
            <a:ext cx="70243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13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26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445C6B-3C7A-371D-2439-BAED4301B2A8}"/>
              </a:ext>
            </a:extLst>
          </p:cNvPr>
          <p:cNvSpPr txBox="1"/>
          <p:nvPr/>
        </p:nvSpPr>
        <p:spPr>
          <a:xfrm>
            <a:off x="781761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220636-16EE-D09E-B8FB-35C803F6E9CC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1CDCBE7-A37A-FDC3-B8CB-FCD5C801C3AF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0873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  ÷  1,4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7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2E7A4-E00C-0559-0981-18CA31904D75}"/>
              </a:ext>
            </a:extLst>
          </p:cNvPr>
          <p:cNvSpPr txBox="1"/>
          <p:nvPr/>
        </p:nvSpPr>
        <p:spPr>
          <a:xfrm>
            <a:off x="286322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F978-F871-646E-4A8A-121E62F1D4AC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DDB46-3243-3D7B-1081-CA427287635B}"/>
              </a:ext>
            </a:extLst>
          </p:cNvPr>
          <p:cNvSpPr txBox="1"/>
          <p:nvPr/>
        </p:nvSpPr>
        <p:spPr>
          <a:xfrm>
            <a:off x="2672745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63C4D4D9-C7A6-A044-0630-CE9DB09344C4}"/>
              </a:ext>
            </a:extLst>
          </p:cNvPr>
          <p:cNvGraphicFramePr>
            <a:graphicFrameLocks noGrp="1"/>
          </p:cNvGraphicFramePr>
          <p:nvPr/>
        </p:nvGraphicFramePr>
        <p:xfrm>
          <a:off x="5370505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9EF9E9-2B76-278B-203A-F3D5E9F33EF6}"/>
              </a:ext>
            </a:extLst>
          </p:cNvPr>
          <p:cNvCxnSpPr>
            <a:cxnSpLocks/>
          </p:cNvCxnSpPr>
          <p:nvPr/>
        </p:nvCxnSpPr>
        <p:spPr>
          <a:xfrm>
            <a:off x="6530643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80CA20-4D5D-0618-7F5A-7F458DCB196A}"/>
              </a:ext>
            </a:extLst>
          </p:cNvPr>
          <p:cNvCxnSpPr>
            <a:cxnSpLocks/>
          </p:cNvCxnSpPr>
          <p:nvPr/>
        </p:nvCxnSpPr>
        <p:spPr>
          <a:xfrm>
            <a:off x="6558914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909337-036C-2585-4495-41A70FA390AA}"/>
              </a:ext>
            </a:extLst>
          </p:cNvPr>
          <p:cNvSpPr txBox="1"/>
          <p:nvPr/>
        </p:nvSpPr>
        <p:spPr>
          <a:xfrm>
            <a:off x="6039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F52F44-BC66-F918-9ECA-52D490728BD8}"/>
              </a:ext>
            </a:extLst>
          </p:cNvPr>
          <p:cNvSpPr txBox="1"/>
          <p:nvPr/>
        </p:nvSpPr>
        <p:spPr>
          <a:xfrm>
            <a:off x="6644536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D32A50-1A76-CBCB-1135-D846CAF19451}"/>
              </a:ext>
            </a:extLst>
          </p:cNvPr>
          <p:cNvSpPr txBox="1"/>
          <p:nvPr/>
        </p:nvSpPr>
        <p:spPr>
          <a:xfrm>
            <a:off x="681953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3412EB-92E7-3414-4901-154FCD0BABF4}"/>
              </a:ext>
            </a:extLst>
          </p:cNvPr>
          <p:cNvSpPr txBox="1"/>
          <p:nvPr/>
        </p:nvSpPr>
        <p:spPr>
          <a:xfrm>
            <a:off x="6659718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  ÷  1,6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06CC4B-81F0-9608-8D99-393654833374}"/>
              </a:ext>
            </a:extLst>
          </p:cNvPr>
          <p:cNvSpPr txBox="1"/>
          <p:nvPr/>
        </p:nvSpPr>
        <p:spPr>
          <a:xfrm>
            <a:off x="770722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83BD7B-0158-BA8D-CC25-A1EFBD8E7EC3}"/>
              </a:ext>
            </a:extLst>
          </p:cNvPr>
          <p:cNvSpPr txBox="1"/>
          <p:nvPr/>
        </p:nvSpPr>
        <p:spPr>
          <a:xfrm>
            <a:off x="730502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A29D74-C707-1C14-2584-9CA9CB10780D}"/>
              </a:ext>
            </a:extLst>
          </p:cNvPr>
          <p:cNvSpPr txBox="1"/>
          <p:nvPr/>
        </p:nvSpPr>
        <p:spPr>
          <a:xfrm>
            <a:off x="6456852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400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78BE2C7F-E3AE-6DC7-37C8-B1D3E7BB4C6E}"/>
              </a:ext>
            </a:extLst>
          </p:cNvPr>
          <p:cNvSpPr/>
          <p:nvPr/>
        </p:nvSpPr>
        <p:spPr>
          <a:xfrm rot="5400000">
            <a:off x="8268654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3343D8FE-FEC2-9150-290D-E59EFC1F32E0}"/>
              </a:ext>
            </a:extLst>
          </p:cNvPr>
          <p:cNvSpPr/>
          <p:nvPr/>
        </p:nvSpPr>
        <p:spPr>
          <a:xfrm rot="5400000" flipV="1">
            <a:off x="5803950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BC3501-D6F6-D4C8-7F51-98FE3AD9F286}"/>
              </a:ext>
            </a:extLst>
          </p:cNvPr>
          <p:cNvSpPr txBox="1"/>
          <p:nvPr/>
        </p:nvSpPr>
        <p:spPr>
          <a:xfrm>
            <a:off x="91091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CA5AAC-061A-2EF9-ABB3-DE23F330D901}"/>
              </a:ext>
            </a:extLst>
          </p:cNvPr>
          <p:cNvSpPr txBox="1"/>
          <p:nvPr/>
        </p:nvSpPr>
        <p:spPr>
          <a:xfrm>
            <a:off x="52610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875790-BC5C-C9B5-656D-16D6ED509A08}"/>
              </a:ext>
            </a:extLst>
          </p:cNvPr>
          <p:cNvSpPr txBox="1"/>
          <p:nvPr/>
        </p:nvSpPr>
        <p:spPr>
          <a:xfrm>
            <a:off x="723572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D32EE0-C9D4-BD9C-37E8-DC8C905CA5AD}"/>
              </a:ext>
            </a:extLst>
          </p:cNvPr>
          <p:cNvSpPr txBox="1"/>
          <p:nvPr/>
        </p:nvSpPr>
        <p:spPr>
          <a:xfrm>
            <a:off x="54586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3FC8F2-C63B-D21C-1D44-B1B85FA411EF}"/>
              </a:ext>
            </a:extLst>
          </p:cNvPr>
          <p:cNvSpPr txBox="1"/>
          <p:nvPr/>
        </p:nvSpPr>
        <p:spPr>
          <a:xfrm>
            <a:off x="664453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324827-9518-9C60-B43B-DE57DDE46DC7}"/>
              </a:ext>
            </a:extLst>
          </p:cNvPr>
          <p:cNvSpPr txBox="1"/>
          <p:nvPr/>
        </p:nvSpPr>
        <p:spPr>
          <a:xfrm>
            <a:off x="7235085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4EE839-273E-89AE-507D-FA3CF6B27309}"/>
              </a:ext>
            </a:extLst>
          </p:cNvPr>
          <p:cNvSpPr txBox="1"/>
          <p:nvPr/>
        </p:nvSpPr>
        <p:spPr>
          <a:xfrm>
            <a:off x="5761887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16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64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80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96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445C6B-3C7A-371D-2439-BAED4301B2A8}"/>
              </a:ext>
            </a:extLst>
          </p:cNvPr>
          <p:cNvSpPr txBox="1"/>
          <p:nvPr/>
        </p:nvSpPr>
        <p:spPr>
          <a:xfrm>
            <a:off x="781761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220636-16EE-D09E-B8FB-35C803F6E9CC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93F6E1-9D49-7667-F937-FFC011C32AF3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DAB7FB5-6CF9-BABF-43C3-4A697C56D200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78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3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  ÷  1,4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7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490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7502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14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28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56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84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C2E7A4-E00C-0559-0981-18CA31904D75}"/>
              </a:ext>
            </a:extLst>
          </p:cNvPr>
          <p:cNvSpPr txBox="1"/>
          <p:nvPr/>
        </p:nvSpPr>
        <p:spPr>
          <a:xfrm>
            <a:off x="286322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ABF978-F871-646E-4A8A-121E62F1D4AC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DDB46-3243-3D7B-1081-CA427287635B}"/>
              </a:ext>
            </a:extLst>
          </p:cNvPr>
          <p:cNvSpPr txBox="1"/>
          <p:nvPr/>
        </p:nvSpPr>
        <p:spPr>
          <a:xfrm>
            <a:off x="2672745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63C4D4D9-C7A6-A044-0630-CE9DB09344C4}"/>
              </a:ext>
            </a:extLst>
          </p:cNvPr>
          <p:cNvGraphicFramePr>
            <a:graphicFrameLocks noGrp="1"/>
          </p:cNvGraphicFramePr>
          <p:nvPr/>
        </p:nvGraphicFramePr>
        <p:xfrm>
          <a:off x="5370505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9EF9E9-2B76-278B-203A-F3D5E9F33EF6}"/>
              </a:ext>
            </a:extLst>
          </p:cNvPr>
          <p:cNvCxnSpPr>
            <a:cxnSpLocks/>
          </p:cNvCxnSpPr>
          <p:nvPr/>
        </p:nvCxnSpPr>
        <p:spPr>
          <a:xfrm>
            <a:off x="6530643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80CA20-4D5D-0618-7F5A-7F458DCB196A}"/>
              </a:ext>
            </a:extLst>
          </p:cNvPr>
          <p:cNvCxnSpPr>
            <a:cxnSpLocks/>
          </p:cNvCxnSpPr>
          <p:nvPr/>
        </p:nvCxnSpPr>
        <p:spPr>
          <a:xfrm>
            <a:off x="6558914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909337-036C-2585-4495-41A70FA390AA}"/>
              </a:ext>
            </a:extLst>
          </p:cNvPr>
          <p:cNvSpPr txBox="1"/>
          <p:nvPr/>
        </p:nvSpPr>
        <p:spPr>
          <a:xfrm>
            <a:off x="603969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F52F44-BC66-F918-9ECA-52D490728BD8}"/>
              </a:ext>
            </a:extLst>
          </p:cNvPr>
          <p:cNvSpPr txBox="1"/>
          <p:nvPr/>
        </p:nvSpPr>
        <p:spPr>
          <a:xfrm>
            <a:off x="6644536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D32A50-1A76-CBCB-1135-D846CAF19451}"/>
              </a:ext>
            </a:extLst>
          </p:cNvPr>
          <p:cNvSpPr txBox="1"/>
          <p:nvPr/>
        </p:nvSpPr>
        <p:spPr>
          <a:xfrm>
            <a:off x="681953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3412EB-92E7-3414-4901-154FCD0BABF4}"/>
              </a:ext>
            </a:extLst>
          </p:cNvPr>
          <p:cNvSpPr txBox="1"/>
          <p:nvPr/>
        </p:nvSpPr>
        <p:spPr>
          <a:xfrm>
            <a:off x="6659718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78  ÷  1,2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06CC4B-81F0-9608-8D99-393654833374}"/>
              </a:ext>
            </a:extLst>
          </p:cNvPr>
          <p:cNvSpPr txBox="1"/>
          <p:nvPr/>
        </p:nvSpPr>
        <p:spPr>
          <a:xfrm>
            <a:off x="7742147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83BD7B-0158-BA8D-CC25-A1EFBD8E7EC3}"/>
              </a:ext>
            </a:extLst>
          </p:cNvPr>
          <p:cNvSpPr txBox="1"/>
          <p:nvPr/>
        </p:nvSpPr>
        <p:spPr>
          <a:xfrm>
            <a:off x="7305020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A29D74-C707-1C14-2584-9CA9CB10780D}"/>
              </a:ext>
            </a:extLst>
          </p:cNvPr>
          <p:cNvSpPr txBox="1"/>
          <p:nvPr/>
        </p:nvSpPr>
        <p:spPr>
          <a:xfrm>
            <a:off x="6456853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780</a:t>
            </a: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78BE2C7F-E3AE-6DC7-37C8-B1D3E7BB4C6E}"/>
              </a:ext>
            </a:extLst>
          </p:cNvPr>
          <p:cNvSpPr/>
          <p:nvPr/>
        </p:nvSpPr>
        <p:spPr>
          <a:xfrm rot="5400000">
            <a:off x="8268654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Arrow: Circular 21">
            <a:extLst>
              <a:ext uri="{FF2B5EF4-FFF2-40B4-BE49-F238E27FC236}">
                <a16:creationId xmlns:a16="http://schemas.microsoft.com/office/drawing/2014/main" id="{3343D8FE-FEC2-9150-290D-E59EFC1F32E0}"/>
              </a:ext>
            </a:extLst>
          </p:cNvPr>
          <p:cNvSpPr/>
          <p:nvPr/>
        </p:nvSpPr>
        <p:spPr>
          <a:xfrm rot="5400000" flipV="1">
            <a:off x="5803950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BC3501-D6F6-D4C8-7F51-98FE3AD9F286}"/>
              </a:ext>
            </a:extLst>
          </p:cNvPr>
          <p:cNvSpPr txBox="1"/>
          <p:nvPr/>
        </p:nvSpPr>
        <p:spPr>
          <a:xfrm>
            <a:off x="91091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CA5AAC-061A-2EF9-ABB3-DE23F330D901}"/>
              </a:ext>
            </a:extLst>
          </p:cNvPr>
          <p:cNvSpPr txBox="1"/>
          <p:nvPr/>
        </p:nvSpPr>
        <p:spPr>
          <a:xfrm>
            <a:off x="5261022" y="1352358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875790-BC5C-C9B5-656D-16D6ED509A08}"/>
              </a:ext>
            </a:extLst>
          </p:cNvPr>
          <p:cNvSpPr txBox="1"/>
          <p:nvPr/>
        </p:nvSpPr>
        <p:spPr>
          <a:xfrm>
            <a:off x="7235722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D32EE0-C9D4-BD9C-37E8-DC8C905CA5AD}"/>
              </a:ext>
            </a:extLst>
          </p:cNvPr>
          <p:cNvSpPr txBox="1"/>
          <p:nvPr/>
        </p:nvSpPr>
        <p:spPr>
          <a:xfrm>
            <a:off x="54586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3FC8F2-C63B-D21C-1D44-B1B85FA411EF}"/>
              </a:ext>
            </a:extLst>
          </p:cNvPr>
          <p:cNvSpPr txBox="1"/>
          <p:nvPr/>
        </p:nvSpPr>
        <p:spPr>
          <a:xfrm>
            <a:off x="664453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324827-9518-9C60-B43B-DE57DDE46DC7}"/>
              </a:ext>
            </a:extLst>
          </p:cNvPr>
          <p:cNvSpPr txBox="1"/>
          <p:nvPr/>
        </p:nvSpPr>
        <p:spPr>
          <a:xfrm>
            <a:off x="7235085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4EE839-273E-89AE-507D-FA3CF6B27309}"/>
              </a:ext>
            </a:extLst>
          </p:cNvPr>
          <p:cNvSpPr txBox="1"/>
          <p:nvPr/>
        </p:nvSpPr>
        <p:spPr>
          <a:xfrm>
            <a:off x="5761887" y="4790710"/>
            <a:ext cx="7024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445C6B-3C7A-371D-2439-BAED4301B2A8}"/>
              </a:ext>
            </a:extLst>
          </p:cNvPr>
          <p:cNvSpPr txBox="1"/>
          <p:nvPr/>
        </p:nvSpPr>
        <p:spPr>
          <a:xfrm>
            <a:off x="7817613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220636-16EE-D09E-B8FB-35C803F6E9CC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93F6E1-9D49-7667-F937-FFC011C32AF3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0AA3277-3576-B0A5-5470-C6C6F112F665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771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 ÷  1,2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29799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298324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22160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5" grpId="0"/>
      <p:bldP spid="77" grpId="0"/>
      <p:bldP spid="82" grpId="0"/>
      <p:bldP spid="83" grpId="0"/>
      <p:bldP spid="85" grpId="0"/>
      <p:bldP spid="8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4729057"/>
              </p:ext>
            </p:extLst>
          </p:nvPr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 ÷  1,2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29799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298324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52625463-8816-577A-5795-B5DE1ECD6E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4729057"/>
              </p:ext>
            </p:extLst>
          </p:nvPr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8BE188-0F8C-D374-54E6-2CD4FC7B8AA3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8B22F4-D95A-EA60-365E-475C2345BF84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3913AB6-AD18-F295-A9E4-D94F6156A344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7E64EF-7B82-A1FE-AA2F-B0AE3C98644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FBCE4A-967A-4A48-1EAC-A65AE833F47C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2D2B08-EEC2-F6D0-69BC-A68F586D6630}"/>
              </a:ext>
            </a:extLst>
          </p:cNvPr>
          <p:cNvSpPr txBox="1"/>
          <p:nvPr/>
        </p:nvSpPr>
        <p:spPr>
          <a:xfrm>
            <a:off x="6599309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4,8  ÷  1,6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6F7720-6BEB-883B-14CC-736E9768E94E}"/>
              </a:ext>
            </a:extLst>
          </p:cNvPr>
          <p:cNvSpPr txBox="1"/>
          <p:nvPr/>
        </p:nvSpPr>
        <p:spPr>
          <a:xfrm>
            <a:off x="777828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7FC17E-CDC9-C455-970E-FA8994FC08E5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D2EA3F-9EFC-9956-818F-89D5CF78FC43}"/>
              </a:ext>
            </a:extLst>
          </p:cNvPr>
          <p:cNvSpPr txBox="1"/>
          <p:nvPr/>
        </p:nvSpPr>
        <p:spPr>
          <a:xfrm>
            <a:off x="6552734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48</a:t>
            </a: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32A2F2F8-A2A1-4A46-8C17-02ABDEB93E74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Arrow: Circular 18">
            <a:extLst>
              <a:ext uri="{FF2B5EF4-FFF2-40B4-BE49-F238E27FC236}">
                <a16:creationId xmlns:a16="http://schemas.microsoft.com/office/drawing/2014/main" id="{D0C91A20-CC62-A37A-6CDC-69A99D034B9F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6C764E-487C-E954-961C-B0CDB89D0FA9}"/>
              </a:ext>
            </a:extLst>
          </p:cNvPr>
          <p:cNvSpPr txBox="1"/>
          <p:nvPr/>
        </p:nvSpPr>
        <p:spPr>
          <a:xfrm>
            <a:off x="9075872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7C5764-6A4F-025F-2489-CA8BCEB68E00}"/>
              </a:ext>
            </a:extLst>
          </p:cNvPr>
          <p:cNvSpPr txBox="1"/>
          <p:nvPr/>
        </p:nvSpPr>
        <p:spPr>
          <a:xfrm>
            <a:off x="5244397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5333A4-936D-9A9E-20E0-CC1644262C70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0A2C10-F3B9-90D9-5809-C817DBAF3B79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533135-87E1-32A5-730B-7900ADF29C21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AAA7A7-0F3C-2B52-D638-92DBA35FF2C9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50C14C-5194-9860-29CE-2DEC4A962DE9}"/>
              </a:ext>
            </a:extLst>
          </p:cNvPr>
          <p:cNvSpPr txBox="1"/>
          <p:nvPr/>
        </p:nvSpPr>
        <p:spPr>
          <a:xfrm>
            <a:off x="5753575" y="4790710"/>
            <a:ext cx="70243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16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77AA48-629A-ECFB-6533-CC5C177822C3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190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6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 ÷  1,2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29799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298324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52625463-8816-577A-5795-B5DE1ECD6EFE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8BE188-0F8C-D374-54E6-2CD4FC7B8AA3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8B22F4-D95A-EA60-365E-475C2345BF84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3913AB6-AD18-F295-A9E4-D94F6156A344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7E64EF-7B82-A1FE-AA2F-B0AE3C98644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FBCE4A-967A-4A48-1EAC-A65AE833F47C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2D2B08-EEC2-F6D0-69BC-A68F586D6630}"/>
              </a:ext>
            </a:extLst>
          </p:cNvPr>
          <p:cNvSpPr txBox="1"/>
          <p:nvPr/>
        </p:nvSpPr>
        <p:spPr>
          <a:xfrm>
            <a:off x="6599309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8,4  ÷  2,1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6F7720-6BEB-883B-14CC-736E9768E94E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7FC17E-CDC9-C455-970E-FA8994FC08E5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D2EA3F-9EFC-9956-818F-89D5CF78FC43}"/>
              </a:ext>
            </a:extLst>
          </p:cNvPr>
          <p:cNvSpPr txBox="1"/>
          <p:nvPr/>
        </p:nvSpPr>
        <p:spPr>
          <a:xfrm>
            <a:off x="6552734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84</a:t>
            </a: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32A2F2F8-A2A1-4A46-8C17-02ABDEB93E74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Arrow: Circular 18">
            <a:extLst>
              <a:ext uri="{FF2B5EF4-FFF2-40B4-BE49-F238E27FC236}">
                <a16:creationId xmlns:a16="http://schemas.microsoft.com/office/drawing/2014/main" id="{D0C91A20-CC62-A37A-6CDC-69A99D034B9F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6C764E-487C-E954-961C-B0CDB89D0FA9}"/>
              </a:ext>
            </a:extLst>
          </p:cNvPr>
          <p:cNvSpPr txBox="1"/>
          <p:nvPr/>
        </p:nvSpPr>
        <p:spPr>
          <a:xfrm>
            <a:off x="9075872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7C5764-6A4F-025F-2489-CA8BCEB68E00}"/>
              </a:ext>
            </a:extLst>
          </p:cNvPr>
          <p:cNvSpPr txBox="1"/>
          <p:nvPr/>
        </p:nvSpPr>
        <p:spPr>
          <a:xfrm>
            <a:off x="5244397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5333A4-936D-9A9E-20E0-CC1644262C70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0A2C10-F3B9-90D9-5809-C817DBAF3B79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533135-87E1-32A5-730B-7900ADF29C21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AAA7A7-0F3C-2B52-D638-92DBA35FF2C9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50C14C-5194-9860-29CE-2DEC4A962DE9}"/>
              </a:ext>
            </a:extLst>
          </p:cNvPr>
          <p:cNvSpPr txBox="1"/>
          <p:nvPr/>
        </p:nvSpPr>
        <p:spPr>
          <a:xfrm>
            <a:off x="5753575" y="4790710"/>
            <a:ext cx="70243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21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42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63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84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54F299-BE87-5EAB-B59A-391D9378C23D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718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6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653236" y="904510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 ÷  1,2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606661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29799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298324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52625463-8816-577A-5795-B5DE1ECD6EFE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8BE188-0F8C-D374-54E6-2CD4FC7B8AA3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8B22F4-D95A-EA60-365E-475C2345BF84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3913AB6-AD18-F295-A9E4-D94F6156A344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7E64EF-7B82-A1FE-AA2F-B0AE3C98644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FBCE4A-967A-4A48-1EAC-A65AE833F47C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2D2B08-EEC2-F6D0-69BC-A68F586D6630}"/>
              </a:ext>
            </a:extLst>
          </p:cNvPr>
          <p:cNvSpPr txBox="1"/>
          <p:nvPr/>
        </p:nvSpPr>
        <p:spPr>
          <a:xfrm>
            <a:off x="6495114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15,6  ÷  1,3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6F7720-6BEB-883B-14CC-736E9768E94E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7FC17E-CDC9-C455-970E-FA8994FC08E5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D2EA3F-9EFC-9956-818F-89D5CF78FC43}"/>
              </a:ext>
            </a:extLst>
          </p:cNvPr>
          <p:cNvSpPr txBox="1"/>
          <p:nvPr/>
        </p:nvSpPr>
        <p:spPr>
          <a:xfrm>
            <a:off x="6448539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156</a:t>
            </a: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32A2F2F8-A2A1-4A46-8C17-02ABDEB93E74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Arrow: Circular 18">
            <a:extLst>
              <a:ext uri="{FF2B5EF4-FFF2-40B4-BE49-F238E27FC236}">
                <a16:creationId xmlns:a16="http://schemas.microsoft.com/office/drawing/2014/main" id="{D0C91A20-CC62-A37A-6CDC-69A99D034B9F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6C764E-487C-E954-961C-B0CDB89D0FA9}"/>
              </a:ext>
            </a:extLst>
          </p:cNvPr>
          <p:cNvSpPr txBox="1"/>
          <p:nvPr/>
        </p:nvSpPr>
        <p:spPr>
          <a:xfrm>
            <a:off x="9075872" y="1324823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7C5764-6A4F-025F-2489-CA8BCEB68E00}"/>
              </a:ext>
            </a:extLst>
          </p:cNvPr>
          <p:cNvSpPr txBox="1"/>
          <p:nvPr/>
        </p:nvSpPr>
        <p:spPr>
          <a:xfrm>
            <a:off x="5244397" y="1299884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5333A4-936D-9A9E-20E0-CC1644262C70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0A2C10-F3B9-90D9-5809-C817DBAF3B79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533135-87E1-32A5-730B-7900ADF29C21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AAA7A7-0F3C-2B52-D638-92DBA35FF2C9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50C14C-5194-9860-29CE-2DEC4A962DE9}"/>
              </a:ext>
            </a:extLst>
          </p:cNvPr>
          <p:cNvSpPr txBox="1"/>
          <p:nvPr/>
        </p:nvSpPr>
        <p:spPr>
          <a:xfrm>
            <a:off x="5753575" y="4790710"/>
            <a:ext cx="7024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13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7B65AF-E88A-0CB5-63B5-25F41A7A96F9}"/>
              </a:ext>
            </a:extLst>
          </p:cNvPr>
          <p:cNvSpPr txBox="1"/>
          <p:nvPr/>
        </p:nvSpPr>
        <p:spPr>
          <a:xfrm>
            <a:off x="781697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37E70F-1BB9-2AB7-236D-0078C2857C35}"/>
              </a:ext>
            </a:extLst>
          </p:cNvPr>
          <p:cNvSpPr txBox="1"/>
          <p:nvPr/>
        </p:nvSpPr>
        <p:spPr>
          <a:xfrm>
            <a:off x="7800989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2F8478-A324-0272-E083-4120D5CB165E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511131-8920-7DE1-E962-9A7FFCF12500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740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6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  <p:bldP spid="2" grpId="0"/>
      <p:bldP spid="3" grpId="0"/>
      <p:bldP spid="2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2FA632D-331F-7D08-5B67-25588D910461}"/>
              </a:ext>
            </a:extLst>
          </p:cNvPr>
          <p:cNvGrpSpPr/>
          <p:nvPr/>
        </p:nvGrpSpPr>
        <p:grpSpPr>
          <a:xfrm>
            <a:off x="243137" y="777510"/>
            <a:ext cx="4420693" cy="1251525"/>
            <a:chOff x="243137" y="1018810"/>
            <a:chExt cx="4420693" cy="1251525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F3CC122-CE07-0C32-CB3B-EA8C27E96377}"/>
                </a:ext>
              </a:extLst>
            </p:cNvPr>
            <p:cNvSpPr txBox="1"/>
            <p:nvPr/>
          </p:nvSpPr>
          <p:spPr>
            <a:xfrm>
              <a:off x="1746028" y="1018810"/>
              <a:ext cx="149111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8  ÷  0,2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88D948B-8D99-51BC-D0BC-DE0D50F3DCDA}"/>
                </a:ext>
              </a:extLst>
            </p:cNvPr>
            <p:cNvSpPr txBox="1"/>
            <p:nvPr/>
          </p:nvSpPr>
          <p:spPr>
            <a:xfrm>
              <a:off x="2685582" y="1685560"/>
              <a:ext cx="39305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2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6870CE7-1695-DEA4-FBF6-05C1EC44F0CE}"/>
                </a:ext>
              </a:extLst>
            </p:cNvPr>
            <p:cNvSpPr txBox="1"/>
            <p:nvPr/>
          </p:nvSpPr>
          <p:spPr>
            <a:xfrm>
              <a:off x="2163310" y="168556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÷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662F6E3-7B84-91C0-5C2D-A523CC688C58}"/>
                </a:ext>
              </a:extLst>
            </p:cNvPr>
            <p:cNvSpPr txBox="1"/>
            <p:nvPr/>
          </p:nvSpPr>
          <p:spPr>
            <a:xfrm>
              <a:off x="1543161" y="16855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80</a:t>
              </a:r>
            </a:p>
          </p:txBody>
        </p:sp>
        <p:sp>
          <p:nvSpPr>
            <p:cNvPr id="43" name="Arrow: Circular 42">
              <a:extLst>
                <a:ext uri="{FF2B5EF4-FFF2-40B4-BE49-F238E27FC236}">
                  <a16:creationId xmlns:a16="http://schemas.microsoft.com/office/drawing/2014/main" id="{3BE5C272-B654-06C9-E057-1B47A9CC4EA9}"/>
                </a:ext>
              </a:extLst>
            </p:cNvPr>
            <p:cNvSpPr/>
            <p:nvPr/>
          </p:nvSpPr>
          <p:spPr>
            <a:xfrm rot="5400000">
              <a:off x="3250769" y="1158623"/>
              <a:ext cx="895352" cy="978408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44" name="Arrow: Circular 43">
              <a:extLst>
                <a:ext uri="{FF2B5EF4-FFF2-40B4-BE49-F238E27FC236}">
                  <a16:creationId xmlns:a16="http://schemas.microsoft.com/office/drawing/2014/main" id="{C57EC1E6-3E0A-D7A2-CEF6-BA7F84684EA8}"/>
                </a:ext>
              </a:extLst>
            </p:cNvPr>
            <p:cNvSpPr/>
            <p:nvPr/>
          </p:nvSpPr>
          <p:spPr>
            <a:xfrm rot="5400000" flipV="1">
              <a:off x="786065" y="1158228"/>
              <a:ext cx="895351" cy="979200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17E18E0-957D-D95E-BE02-83877B812D7B}"/>
                </a:ext>
              </a:extLst>
            </p:cNvPr>
            <p:cNvSpPr txBox="1"/>
            <p:nvPr/>
          </p:nvSpPr>
          <p:spPr>
            <a:xfrm>
              <a:off x="4091237" y="1430290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4663DAB-D7EA-2F52-D5B2-E4608697A45E}"/>
                </a:ext>
              </a:extLst>
            </p:cNvPr>
            <p:cNvSpPr txBox="1"/>
            <p:nvPr/>
          </p:nvSpPr>
          <p:spPr>
            <a:xfrm>
              <a:off x="243137" y="1477915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59849F28-6346-0787-F730-30C6B2A5A093}"/>
              </a:ext>
            </a:extLst>
          </p:cNvPr>
          <p:cNvGrpSpPr/>
          <p:nvPr/>
        </p:nvGrpSpPr>
        <p:grpSpPr>
          <a:xfrm>
            <a:off x="234824" y="2917460"/>
            <a:ext cx="4404068" cy="1251525"/>
            <a:chOff x="234824" y="3177810"/>
            <a:chExt cx="4404068" cy="1251525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4FBB2C1-92A5-262B-7F92-760E887155AA}"/>
                </a:ext>
              </a:extLst>
            </p:cNvPr>
            <p:cNvSpPr txBox="1"/>
            <p:nvPr/>
          </p:nvSpPr>
          <p:spPr>
            <a:xfrm>
              <a:off x="1589736" y="3177810"/>
              <a:ext cx="18036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2,4  ÷  1,2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2D70DB5-1C89-1CB9-12E8-DEC562F72827}"/>
                </a:ext>
              </a:extLst>
            </p:cNvPr>
            <p:cNvSpPr txBox="1"/>
            <p:nvPr/>
          </p:nvSpPr>
          <p:spPr>
            <a:xfrm>
              <a:off x="2876662" y="38445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12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8FAF6C6-96E3-867D-5F0A-D12F0749A9DE}"/>
                </a:ext>
              </a:extLst>
            </p:cNvPr>
            <p:cNvSpPr txBox="1"/>
            <p:nvPr/>
          </p:nvSpPr>
          <p:spPr>
            <a:xfrm>
              <a:off x="2287135" y="384456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÷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E1DA60F-B2E5-F88D-90DF-119A4A29FD90}"/>
                </a:ext>
              </a:extLst>
            </p:cNvPr>
            <p:cNvSpPr txBox="1"/>
            <p:nvPr/>
          </p:nvSpPr>
          <p:spPr>
            <a:xfrm>
              <a:off x="1543161" y="38445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24</a:t>
              </a:r>
            </a:p>
          </p:txBody>
        </p:sp>
        <p:sp>
          <p:nvSpPr>
            <p:cNvPr id="52" name="Arrow: Circular 51">
              <a:extLst>
                <a:ext uri="{FF2B5EF4-FFF2-40B4-BE49-F238E27FC236}">
                  <a16:creationId xmlns:a16="http://schemas.microsoft.com/office/drawing/2014/main" id="{4758DB24-E7F9-6F08-7F78-1EBBE650000B}"/>
                </a:ext>
              </a:extLst>
            </p:cNvPr>
            <p:cNvSpPr/>
            <p:nvPr/>
          </p:nvSpPr>
          <p:spPr>
            <a:xfrm rot="5400000">
              <a:off x="3250769" y="3317623"/>
              <a:ext cx="895352" cy="978408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53" name="Arrow: Circular 52">
              <a:extLst>
                <a:ext uri="{FF2B5EF4-FFF2-40B4-BE49-F238E27FC236}">
                  <a16:creationId xmlns:a16="http://schemas.microsoft.com/office/drawing/2014/main" id="{13EACF51-2A35-73F7-24AA-EB0503773B78}"/>
                </a:ext>
              </a:extLst>
            </p:cNvPr>
            <p:cNvSpPr/>
            <p:nvPr/>
          </p:nvSpPr>
          <p:spPr>
            <a:xfrm rot="5400000" flipV="1">
              <a:off x="786065" y="3317228"/>
              <a:ext cx="895351" cy="979200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DFB3ABE-D518-5650-B383-325537F77868}"/>
                </a:ext>
              </a:extLst>
            </p:cNvPr>
            <p:cNvSpPr txBox="1"/>
            <p:nvPr/>
          </p:nvSpPr>
          <p:spPr>
            <a:xfrm>
              <a:off x="4066299" y="3598123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B88D3A4-0050-D376-33D7-98FEEAF50F48}"/>
                </a:ext>
              </a:extLst>
            </p:cNvPr>
            <p:cNvSpPr txBox="1"/>
            <p:nvPr/>
          </p:nvSpPr>
          <p:spPr>
            <a:xfrm>
              <a:off x="234824" y="3573184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5159019" y="1082310"/>
            <a:ext cx="20201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9  ÷  0,3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1C67880-1B9E-41CA-504D-A5A07F1A2F8D}"/>
              </a:ext>
            </a:extLst>
          </p:cNvPr>
          <p:cNvSpPr txBox="1"/>
          <p:nvPr/>
        </p:nvSpPr>
        <p:spPr>
          <a:xfrm>
            <a:off x="8162189" y="108231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0570770-0606-9B54-9D7B-90C3CFDF2A81}"/>
              </a:ext>
            </a:extLst>
          </p:cNvPr>
          <p:cNvSpPr txBox="1"/>
          <p:nvPr/>
        </p:nvSpPr>
        <p:spPr>
          <a:xfrm>
            <a:off x="5159019" y="1791696"/>
            <a:ext cx="2039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5  ÷  0,5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5776A03-FA24-6431-4DCD-378259E1FB70}"/>
              </a:ext>
            </a:extLst>
          </p:cNvPr>
          <p:cNvSpPr txBox="1"/>
          <p:nvPr/>
        </p:nvSpPr>
        <p:spPr>
          <a:xfrm>
            <a:off x="8162189" y="1791696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33A90B1-5D4A-38DA-78DC-E54090C0EDFF}"/>
              </a:ext>
            </a:extLst>
          </p:cNvPr>
          <p:cNvSpPr txBox="1"/>
          <p:nvPr/>
        </p:nvSpPr>
        <p:spPr>
          <a:xfrm>
            <a:off x="5159019" y="2501082"/>
            <a:ext cx="2154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12  ÷  0,2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FBA4DD0-A806-1B32-E7CF-1562E5974877}"/>
              </a:ext>
            </a:extLst>
          </p:cNvPr>
          <p:cNvSpPr txBox="1"/>
          <p:nvPr/>
        </p:nvSpPr>
        <p:spPr>
          <a:xfrm>
            <a:off x="8162189" y="2501082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7C88D61-C5DC-C460-276B-BF96082146C9}"/>
              </a:ext>
            </a:extLst>
          </p:cNvPr>
          <p:cNvSpPr txBox="1"/>
          <p:nvPr/>
        </p:nvSpPr>
        <p:spPr>
          <a:xfrm>
            <a:off x="5159019" y="3210468"/>
            <a:ext cx="22317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14  ÷  0,4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3DB3335-CE3B-8071-3DAE-9994D1C0C95A}"/>
              </a:ext>
            </a:extLst>
          </p:cNvPr>
          <p:cNvSpPr txBox="1"/>
          <p:nvPr/>
        </p:nvSpPr>
        <p:spPr>
          <a:xfrm>
            <a:off x="8162189" y="3210468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8C756C6-F785-C69F-8201-34573BD5A6A6}"/>
              </a:ext>
            </a:extLst>
          </p:cNvPr>
          <p:cNvSpPr txBox="1"/>
          <p:nvPr/>
        </p:nvSpPr>
        <p:spPr>
          <a:xfrm>
            <a:off x="6031436" y="3919854"/>
            <a:ext cx="2300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3,6  ÷  0,6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7E3C6C8-5FFE-3997-DD82-DBC4555662FD}"/>
              </a:ext>
            </a:extLst>
          </p:cNvPr>
          <p:cNvSpPr txBox="1"/>
          <p:nvPr/>
        </p:nvSpPr>
        <p:spPr>
          <a:xfrm>
            <a:off x="9117160" y="3919854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3753298-47D0-EB1F-B957-8DF2AD39D755}"/>
              </a:ext>
            </a:extLst>
          </p:cNvPr>
          <p:cNvSpPr txBox="1"/>
          <p:nvPr/>
        </p:nvSpPr>
        <p:spPr>
          <a:xfrm>
            <a:off x="6031436" y="4629240"/>
            <a:ext cx="2300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5,6  ÷  0,8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2E00ED7-1A9E-AD35-F0B0-4CADE75F05E7}"/>
              </a:ext>
            </a:extLst>
          </p:cNvPr>
          <p:cNvSpPr txBox="1"/>
          <p:nvPr/>
        </p:nvSpPr>
        <p:spPr>
          <a:xfrm>
            <a:off x="9117160" y="4629240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A7FADA8-8F23-7177-1B69-F60DC40EC110}"/>
              </a:ext>
            </a:extLst>
          </p:cNvPr>
          <p:cNvSpPr txBox="1"/>
          <p:nvPr/>
        </p:nvSpPr>
        <p:spPr>
          <a:xfrm>
            <a:off x="6031436" y="5338626"/>
            <a:ext cx="22781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18  ÷  1,5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735303-055A-F034-562B-32571BFF2539}"/>
              </a:ext>
            </a:extLst>
          </p:cNvPr>
          <p:cNvSpPr txBox="1"/>
          <p:nvPr/>
        </p:nvSpPr>
        <p:spPr>
          <a:xfrm>
            <a:off x="9025789" y="5338626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12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9A5F590-F4C6-4F15-216E-02A9CD178A24}"/>
              </a:ext>
            </a:extLst>
          </p:cNvPr>
          <p:cNvSpPr txBox="1"/>
          <p:nvPr/>
        </p:nvSpPr>
        <p:spPr>
          <a:xfrm>
            <a:off x="6031436" y="6048010"/>
            <a:ext cx="2366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з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24  ÷  0,25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132C81B-9050-5B84-C2ED-3E15E841E971}"/>
              </a:ext>
            </a:extLst>
          </p:cNvPr>
          <p:cNvSpPr txBox="1"/>
          <p:nvPr/>
        </p:nvSpPr>
        <p:spPr>
          <a:xfrm>
            <a:off x="9025789" y="604801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96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CA4B57E2-4FD1-0879-AC43-27B2E389A830}"/>
              </a:ext>
            </a:extLst>
          </p:cNvPr>
          <p:cNvGrpSpPr/>
          <p:nvPr/>
        </p:nvGrpSpPr>
        <p:grpSpPr>
          <a:xfrm>
            <a:off x="243137" y="5057410"/>
            <a:ext cx="4420693" cy="1251525"/>
            <a:chOff x="243137" y="5336810"/>
            <a:chExt cx="4420693" cy="1251525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4676AE25-4799-DD76-8FED-370B8435F357}"/>
                </a:ext>
              </a:extLst>
            </p:cNvPr>
            <p:cNvSpPr txBox="1"/>
            <p:nvPr/>
          </p:nvSpPr>
          <p:spPr>
            <a:xfrm>
              <a:off x="1641833" y="5336810"/>
              <a:ext cx="169950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18  ÷  1,2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73A13C74-ABA4-4987-FE92-D0AE075B9F55}"/>
                </a:ext>
              </a:extLst>
            </p:cNvPr>
            <p:cNvSpPr txBox="1"/>
            <p:nvPr/>
          </p:nvSpPr>
          <p:spPr>
            <a:xfrm>
              <a:off x="2876662" y="60035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12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81032C45-84D4-8ED0-416E-DA99C6516D86}"/>
                </a:ext>
              </a:extLst>
            </p:cNvPr>
            <p:cNvSpPr txBox="1"/>
            <p:nvPr/>
          </p:nvSpPr>
          <p:spPr>
            <a:xfrm>
              <a:off x="2287135" y="600356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÷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408AAD37-D8ED-6144-C4AD-DDCC7301AD66}"/>
                </a:ext>
              </a:extLst>
            </p:cNvPr>
            <p:cNvSpPr txBox="1"/>
            <p:nvPr/>
          </p:nvSpPr>
          <p:spPr>
            <a:xfrm>
              <a:off x="1438966" y="6003560"/>
              <a:ext cx="80983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180</a:t>
              </a:r>
            </a:p>
          </p:txBody>
        </p:sp>
        <p:sp>
          <p:nvSpPr>
            <p:cNvPr id="101" name="Arrow: Circular 100">
              <a:extLst>
                <a:ext uri="{FF2B5EF4-FFF2-40B4-BE49-F238E27FC236}">
                  <a16:creationId xmlns:a16="http://schemas.microsoft.com/office/drawing/2014/main" id="{E3F3B550-A84C-96DD-BE5D-E958F8BA62CD}"/>
                </a:ext>
              </a:extLst>
            </p:cNvPr>
            <p:cNvSpPr/>
            <p:nvPr/>
          </p:nvSpPr>
          <p:spPr>
            <a:xfrm rot="5400000">
              <a:off x="3250769" y="5476623"/>
              <a:ext cx="895352" cy="978408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02" name="Arrow: Circular 101">
              <a:extLst>
                <a:ext uri="{FF2B5EF4-FFF2-40B4-BE49-F238E27FC236}">
                  <a16:creationId xmlns:a16="http://schemas.microsoft.com/office/drawing/2014/main" id="{3C54A214-841E-6D40-6E23-439FF4DD6C31}"/>
                </a:ext>
              </a:extLst>
            </p:cNvPr>
            <p:cNvSpPr/>
            <p:nvPr/>
          </p:nvSpPr>
          <p:spPr>
            <a:xfrm rot="5400000" flipV="1">
              <a:off x="786065" y="5476228"/>
              <a:ext cx="895351" cy="979200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AF0567F-9BA8-7687-AC7C-5FA94EA5ABAF}"/>
                </a:ext>
              </a:extLst>
            </p:cNvPr>
            <p:cNvSpPr txBox="1"/>
            <p:nvPr/>
          </p:nvSpPr>
          <p:spPr>
            <a:xfrm>
              <a:off x="4091237" y="5784658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DC7B2CFC-B6C7-50B4-60C3-45C4CD277FD1}"/>
                </a:ext>
              </a:extLst>
            </p:cNvPr>
            <p:cNvSpPr txBox="1"/>
            <p:nvPr/>
          </p:nvSpPr>
          <p:spPr>
            <a:xfrm>
              <a:off x="243137" y="5784658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2137FA8-2CD1-344E-4761-AF6842FADBF8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533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61" grpId="0" animBg="1"/>
      <p:bldP spid="65" grpId="0" animBg="1"/>
      <p:bldP spid="78" grpId="0" animBg="1"/>
      <p:bldP spid="81" grpId="0" animBg="1"/>
      <p:bldP spid="88" grpId="0" animBg="1"/>
      <p:bldP spid="91" grpId="0" animBg="1"/>
      <p:bldP spid="9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4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0,12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C95D76-40F8-4359-95AB-D8EA14108381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9AD603-1282-EB18-892E-11C9A6A161E3}"/>
              </a:ext>
            </a:extLst>
          </p:cNvPr>
          <p:cNvSpPr txBox="1"/>
          <p:nvPr/>
        </p:nvSpPr>
        <p:spPr>
          <a:xfrm>
            <a:off x="2879854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58513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5" grpId="0"/>
      <p:bldP spid="76" grpId="0"/>
      <p:bldP spid="77" grpId="0"/>
      <p:bldP spid="82" grpId="0"/>
      <p:bldP spid="83" grpId="0"/>
      <p:bldP spid="85" grpId="0"/>
      <p:bldP spid="86" grpId="0"/>
      <p:bldP spid="2" grpId="0"/>
      <p:bldP spid="3" grpId="0"/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239578"/>
              </p:ext>
            </p:extLst>
          </p:nvPr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4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0,12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C95D76-40F8-4359-95AB-D8EA14108381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9AD603-1282-EB18-892E-11C9A6A161E3}"/>
              </a:ext>
            </a:extLst>
          </p:cNvPr>
          <p:cNvSpPr txBox="1"/>
          <p:nvPr/>
        </p:nvSpPr>
        <p:spPr>
          <a:xfrm>
            <a:off x="2879854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ACFDCAD6-8D3D-6BE9-11F7-4429CA42B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239578"/>
              </p:ext>
            </p:extLst>
          </p:nvPr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5E62210-8FD7-AED9-BDF7-FA06FB50F099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FB430CC-D60D-02D1-A713-3094278EFE77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F7001D6-7FAA-228B-5CD9-64B216DA6E5B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01C1A7-E4A5-4974-9891-B049260778EE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1BF676-3CEC-1102-5708-712ACAA2032C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D17AAD-34E7-9EC5-BB65-2AA254862EDC}"/>
              </a:ext>
            </a:extLst>
          </p:cNvPr>
          <p:cNvSpPr txBox="1"/>
          <p:nvPr/>
        </p:nvSpPr>
        <p:spPr>
          <a:xfrm>
            <a:off x="6651407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0,15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F5A5C0-703F-4DDF-4AB9-FADEE5C77808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182F0D-E780-6757-0009-E3071C7E37BE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1952A6-55E0-C97A-F5BD-9B90E5B33D59}"/>
              </a:ext>
            </a:extLst>
          </p:cNvPr>
          <p:cNvSpPr txBox="1"/>
          <p:nvPr/>
        </p:nvSpPr>
        <p:spPr>
          <a:xfrm>
            <a:off x="6448539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4E71B2AF-3E35-6E78-3966-2FCF4F6E7A71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E2A613BE-5130-7299-0405-5FD201104113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5E4D53-1B02-50BE-13D0-75FA6FA581C1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05D5DD-8857-4B20-77C6-CF655801F1C0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95F03E-392D-9DB3-EC2B-C5260C934D34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60EEEB-79DE-638F-F9B1-30FBAECF8015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E1617A-4725-AB3C-6509-145B3929985C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28AAE4-247F-BBAE-9C02-8FAEA4C5A416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955F9D-CA83-AB91-CC45-5B4AA7F8CF44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8020E6-9A65-CA95-CA07-E3D077DB0DC4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774040-F6D2-EA6D-1707-CD213EEADC0D}"/>
              </a:ext>
            </a:extLst>
          </p:cNvPr>
          <p:cNvSpPr txBox="1"/>
          <p:nvPr/>
        </p:nvSpPr>
        <p:spPr>
          <a:xfrm>
            <a:off x="5753575" y="4790710"/>
            <a:ext cx="7024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15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30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45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F06080-91AC-F335-DD8D-06ABDD9F0B85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D72A94-A842-F0A7-5B94-6F3191B5F2B6}"/>
              </a:ext>
            </a:extLst>
          </p:cNvPr>
          <p:cNvSpPr txBox="1"/>
          <p:nvPr/>
        </p:nvSpPr>
        <p:spPr>
          <a:xfrm>
            <a:off x="782592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E48C246-54D8-930A-B10D-E04E4862B571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099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1" grpId="0"/>
      <p:bldP spid="32" grpId="0"/>
      <p:bldP spid="3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C2FF0DCD-02A9-3A18-A64A-15AAAE3DC8C3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22398-C011-B28E-39A8-E2C75A9D057F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F7B679-6D8E-E2C9-A27A-050310B92F9A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83706D-FE6E-6F3F-3C7D-669DA13B02B2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0ADA56-4698-D80F-A186-374F4E5DB78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6651407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 ÷  0,16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C450EE-F8E8-9204-B6BC-6C51BC75A2A1}"/>
              </a:ext>
            </a:extLst>
          </p:cNvPr>
          <p:cNvSpPr txBox="1"/>
          <p:nvPr/>
        </p:nvSpPr>
        <p:spPr>
          <a:xfrm>
            <a:off x="77719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EC028D-73C9-3D6C-8E7E-62E72F215031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4302A5-EAFD-F596-2DFB-99B7B14F8C6F}"/>
              </a:ext>
            </a:extLst>
          </p:cNvPr>
          <p:cNvSpPr txBox="1"/>
          <p:nvPr/>
        </p:nvSpPr>
        <p:spPr>
          <a:xfrm>
            <a:off x="6448540" y="1571260"/>
            <a:ext cx="809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152FCF5A-4FEC-6D8F-7957-96E234E651ED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282310FC-F74E-4AC6-1504-1968DDA04FBB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39665A-8914-9859-17DD-EFA9B56C4F80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ABA3F2-3095-E171-A7F1-934E5050D914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D4F564-8F21-C04C-D883-B8209070F9EF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868A20-DA4D-C3E6-6BE5-59C0590332E7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B833C7-99D5-31DF-39CA-61963F5C8943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C023EA-2421-B0D4-A4FB-989200D7A2E8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317ED1-C94A-F077-FD90-4FD7AD2D8FBA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79BB02-8D02-7119-2E0D-17FD1F9DCEC3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D4FAD2-0439-25EC-F7FF-E463B034CF47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030AFB-CB26-B817-B28E-296DF7BCFE06}"/>
              </a:ext>
            </a:extLst>
          </p:cNvPr>
          <p:cNvSpPr txBox="1"/>
          <p:nvPr/>
        </p:nvSpPr>
        <p:spPr>
          <a:xfrm>
            <a:off x="780098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63ABBF-AAC4-5326-CBE4-3E89C277057A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8E0057-C575-224A-CBE4-D20E22F0E656}"/>
              </a:ext>
            </a:extLst>
          </p:cNvPr>
          <p:cNvSpPr txBox="1"/>
          <p:nvPr/>
        </p:nvSpPr>
        <p:spPr>
          <a:xfrm>
            <a:off x="5753575" y="4790710"/>
            <a:ext cx="70243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16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64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80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48C2093-A6F6-C62B-7664-DF9CE0892A00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Table 6">
            <a:extLst>
              <a:ext uri="{FF2B5EF4-FFF2-40B4-BE49-F238E27FC236}">
                <a16:creationId xmlns:a16="http://schemas.microsoft.com/office/drawing/2014/main" id="{B0A23F62-1C0D-7BE9-1FEF-29B1C986594B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A60E9A4-71D9-76FD-7BAB-F263F709BF48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1EE8673-8A23-DF22-7E83-BBB715AED07F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E081DAE-C2E4-D76D-7794-172D115ACC59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45E9EB2-2C0D-E759-633B-91308B8F390E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368545-C436-C570-4ED3-BE06F6EA8D87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CB27842-6167-2710-751D-5E518B5B549C}"/>
              </a:ext>
            </a:extLst>
          </p:cNvPr>
          <p:cNvSpPr txBox="1"/>
          <p:nvPr/>
        </p:nvSpPr>
        <p:spPr>
          <a:xfrm>
            <a:off x="1705334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0,12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9C3AC2A-5696-26E8-5C9D-43CA726AD441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844F1A4-32C9-6DD8-4878-EB0995FB94B4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2FAD14F-4450-380D-C047-97873FD47C77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49" name="Arrow: Circular 48">
            <a:extLst>
              <a:ext uri="{FF2B5EF4-FFF2-40B4-BE49-F238E27FC236}">
                <a16:creationId xmlns:a16="http://schemas.microsoft.com/office/drawing/2014/main" id="{62518162-029A-C4AC-5AFA-1C4822FFDFD4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0" name="Arrow: Circular 49">
            <a:extLst>
              <a:ext uri="{FF2B5EF4-FFF2-40B4-BE49-F238E27FC236}">
                <a16:creationId xmlns:a16="http://schemas.microsoft.com/office/drawing/2014/main" id="{EC2D8697-98A4-CEE9-938A-6804D0FA97D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582005B-917D-3D10-9885-D3C4D6CA9017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E327BA2-F2F8-1BB0-0D18-24710E1B0A68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C1DF46D-67DF-CDA2-D900-F4696F8A6640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D3BCDBE-93A1-53D2-5BB4-8AFF3CDC6CEA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BCE1775-5F9E-7C88-CE1D-FDAA84E15093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3A99B3E-EC2C-B976-C90C-B0C13F05A5FC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EF780A5-74F0-99BE-56BC-BA69F1EE655B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27A9E80-DA95-3E0F-063B-BEF8616D803E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45FE30-C61C-63C8-1D0B-E5765ADE5B71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CFF0797-55D0-96DC-8A23-69E92290DE12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F8A956-F868-5CD9-7D0B-1958F7E36147}"/>
              </a:ext>
            </a:extLst>
          </p:cNvPr>
          <p:cNvSpPr txBox="1"/>
          <p:nvPr/>
        </p:nvSpPr>
        <p:spPr>
          <a:xfrm>
            <a:off x="2879854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2EFCC9-B297-783E-2BFB-381C993378FF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012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2" grpId="0"/>
      <p:bldP spid="33" grpId="0"/>
      <p:bldP spid="35" grpId="0"/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705334" y="904510"/>
            <a:ext cx="16995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 ÷  0,12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C95D76-40F8-4359-95AB-D8EA14108381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9AD603-1282-EB18-892E-11C9A6A161E3}"/>
              </a:ext>
            </a:extLst>
          </p:cNvPr>
          <p:cNvSpPr txBox="1"/>
          <p:nvPr/>
        </p:nvSpPr>
        <p:spPr>
          <a:xfrm>
            <a:off x="2879854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ACFDCAD6-8D3D-6BE9-11F7-4429CA42B6AE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5E62210-8FD7-AED9-BDF7-FA06FB50F099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FB430CC-D60D-02D1-A713-3094278EFE77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F7001D6-7FAA-228B-5CD9-64B216DA6E5B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01C1A7-E4A5-4974-9891-B049260778EE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1BF676-3CEC-1102-5708-712ACAA2032C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D17AAD-34E7-9EC5-BB65-2AA254862EDC}"/>
              </a:ext>
            </a:extLst>
          </p:cNvPr>
          <p:cNvSpPr txBox="1"/>
          <p:nvPr/>
        </p:nvSpPr>
        <p:spPr>
          <a:xfrm>
            <a:off x="6651406" y="904510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 ÷  0,05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F5A5C0-703F-4DDF-4AB9-FADEE5C77808}"/>
              </a:ext>
            </a:extLst>
          </p:cNvPr>
          <p:cNvSpPr txBox="1"/>
          <p:nvPr/>
        </p:nvSpPr>
        <p:spPr>
          <a:xfrm>
            <a:off x="7990430" y="1571260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182F0D-E780-6757-0009-E3071C7E37BE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1952A6-55E0-C97A-F5BD-9B90E5B33D59}"/>
              </a:ext>
            </a:extLst>
          </p:cNvPr>
          <p:cNvSpPr txBox="1"/>
          <p:nvPr/>
        </p:nvSpPr>
        <p:spPr>
          <a:xfrm>
            <a:off x="6448539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4E71B2AF-3E35-6E78-3966-2FCF4F6E7A71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E2A613BE-5130-7299-0405-5FD201104113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5E4D53-1B02-50BE-13D0-75FA6FA581C1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05D5DD-8857-4B20-77C6-CF655801F1C0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95F03E-392D-9DB3-EC2B-C5260C934D34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60EEEB-79DE-638F-F9B1-30FBAECF8015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E1617A-4725-AB3C-6509-145B3929985C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955F9D-CA83-AB91-CC45-5B4AA7F8CF44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8020E6-9A65-CA95-CA07-E3D077DB0DC4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F06080-91AC-F335-DD8D-06ABDD9F0B85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D72A94-A842-F0A7-5B94-6F3191B5F2B6}"/>
              </a:ext>
            </a:extLst>
          </p:cNvPr>
          <p:cNvSpPr txBox="1"/>
          <p:nvPr/>
        </p:nvSpPr>
        <p:spPr>
          <a:xfrm>
            <a:off x="782592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42BC3E-17DB-7BEB-4F02-0D791968526E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0875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9" grpId="0"/>
      <p:bldP spid="30" grpId="0"/>
      <p:bldP spid="32" grpId="0"/>
      <p:bldP spid="3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549041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3,6  ÷  0,12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00A8-8A32-EB89-1AF2-B00EB6D3DDB7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57AC1-FA71-D353-4DEA-6B57783153EF}"/>
              </a:ext>
            </a:extLst>
          </p:cNvPr>
          <p:cNvSpPr txBox="1"/>
          <p:nvPr/>
        </p:nvSpPr>
        <p:spPr>
          <a:xfrm>
            <a:off x="285491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096378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69" grpId="0"/>
      <p:bldP spid="70" grpId="0"/>
      <p:bldP spid="71" grpId="0"/>
      <p:bldP spid="72" grpId="0" animBg="1"/>
      <p:bldP spid="73" grpId="0" animBg="1"/>
      <p:bldP spid="74" grpId="0"/>
      <p:bldP spid="75" grpId="0"/>
      <p:bldP spid="76" grpId="0"/>
      <p:bldP spid="77" grpId="0"/>
      <p:bldP spid="82" grpId="0"/>
      <p:bldP spid="83" grpId="0"/>
      <p:bldP spid="85" grpId="0"/>
      <p:bldP spid="86" grpId="0"/>
      <p:bldP spid="2" grpId="0"/>
      <p:bldP spid="3" grpId="0"/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406076"/>
              </p:ext>
            </p:extLst>
          </p:nvPr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549041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3,6  ÷  0,12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00A8-8A32-EB89-1AF2-B00EB6D3DDB7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57AC1-FA71-D353-4DEA-6B57783153EF}"/>
              </a:ext>
            </a:extLst>
          </p:cNvPr>
          <p:cNvSpPr txBox="1"/>
          <p:nvPr/>
        </p:nvSpPr>
        <p:spPr>
          <a:xfrm>
            <a:off x="285491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C2FF0DCD-02A9-3A18-A64A-15AAAE3DC8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406076"/>
              </p:ext>
            </p:extLst>
          </p:nvPr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22398-C011-B28E-39A8-E2C75A9D057F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F7B679-6D8E-E2C9-A27A-050310B92F9A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83706D-FE6E-6F3F-3C7D-669DA13B02B2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0ADA56-4698-D80F-A186-374F4E5DB78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6495114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1,8  ÷  0,15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C450EE-F8E8-9204-B6BC-6C51BC75A2A1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EC028D-73C9-3D6C-8E7E-62E72F215031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4302A5-EAFD-F596-2DFB-99B7B14F8C6F}"/>
              </a:ext>
            </a:extLst>
          </p:cNvPr>
          <p:cNvSpPr txBox="1"/>
          <p:nvPr/>
        </p:nvSpPr>
        <p:spPr>
          <a:xfrm>
            <a:off x="6448540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180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152FCF5A-4FEC-6D8F-7957-96E234E651ED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282310FC-F74E-4AC6-1504-1968DDA04FBB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39665A-8914-9859-17DD-EFA9B56C4F80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ABA3F2-3095-E171-A7F1-934E5050D914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D4F564-8F21-C04C-D883-B8209070F9EF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868A20-DA4D-C3E6-6BE5-59C0590332E7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B833C7-99D5-31DF-39CA-61963F5C8943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C023EA-2421-B0D4-A4FB-989200D7A2E8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317ED1-C94A-F077-FD90-4FD7AD2D8FBA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79BB02-8D02-7119-2E0D-17FD1F9DCEC3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D4FAD2-0439-25EC-F7FF-E463B034CF47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030AFB-CB26-B817-B28E-296DF7BCFE06}"/>
              </a:ext>
            </a:extLst>
          </p:cNvPr>
          <p:cNvSpPr txBox="1"/>
          <p:nvPr/>
        </p:nvSpPr>
        <p:spPr>
          <a:xfrm>
            <a:off x="780098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63ABBF-AAC4-5326-CBE4-3E89C277057A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530BB3-95CB-BB9C-6AFA-7A2F8368DF03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8188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2" grpId="0"/>
      <p:bldP spid="33" grpId="0"/>
      <p:bldP spid="3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549041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3,6  ÷  0,12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00A8-8A32-EB89-1AF2-B00EB6D3DDB7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57AC1-FA71-D353-4DEA-6B57783153EF}"/>
              </a:ext>
            </a:extLst>
          </p:cNvPr>
          <p:cNvSpPr txBox="1"/>
          <p:nvPr/>
        </p:nvSpPr>
        <p:spPr>
          <a:xfrm>
            <a:off x="285491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C2FF0DCD-02A9-3A18-A64A-15AAAE3DC8C3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22398-C011-B28E-39A8-E2C75A9D057F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F7B679-6D8E-E2C9-A27A-050310B92F9A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83706D-FE6E-6F3F-3C7D-669DA13B02B2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0ADA56-4698-D80F-A186-374F4E5DB78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6495114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5,6  ÷  0,16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C450EE-F8E8-9204-B6BC-6C51BC75A2A1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EC028D-73C9-3D6C-8E7E-62E72F215031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4302A5-EAFD-F596-2DFB-99B7B14F8C6F}"/>
              </a:ext>
            </a:extLst>
          </p:cNvPr>
          <p:cNvSpPr txBox="1"/>
          <p:nvPr/>
        </p:nvSpPr>
        <p:spPr>
          <a:xfrm>
            <a:off x="6448541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560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152FCF5A-4FEC-6D8F-7957-96E234E651ED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282310FC-F74E-4AC6-1504-1968DDA04FBB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39665A-8914-9859-17DD-EFA9B56C4F80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ABA3F2-3095-E171-A7F1-934E5050D914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D4F564-8F21-C04C-D883-B8209070F9EF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868A20-DA4D-C3E6-6BE5-59C0590332E7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B833C7-99D5-31DF-39CA-61963F5C8943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C023EA-2421-B0D4-A4FB-989200D7A2E8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317ED1-C94A-F077-FD90-4FD7AD2D8FBA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79BB02-8D02-7119-2E0D-17FD1F9DCEC3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D4FAD2-0439-25EC-F7FF-E463B034CF47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030AFB-CB26-B817-B28E-296DF7BCFE06}"/>
              </a:ext>
            </a:extLst>
          </p:cNvPr>
          <p:cNvSpPr txBox="1"/>
          <p:nvPr/>
        </p:nvSpPr>
        <p:spPr>
          <a:xfrm>
            <a:off x="780098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63ABBF-AAC4-5326-CBE4-3E89C277057A}"/>
              </a:ext>
            </a:extLst>
          </p:cNvPr>
          <p:cNvSpPr txBox="1"/>
          <p:nvPr/>
        </p:nvSpPr>
        <p:spPr>
          <a:xfrm>
            <a:off x="7668694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D02DC6-6ADC-DA9E-0EF0-25C5B8A76104}"/>
              </a:ext>
            </a:extLst>
          </p:cNvPr>
          <p:cNvSpPr txBox="1"/>
          <p:nvPr/>
        </p:nvSpPr>
        <p:spPr>
          <a:xfrm>
            <a:off x="5869953" y="4790710"/>
            <a:ext cx="70243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16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32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64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80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5206BD-28AC-FE18-8294-CEF970705308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859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2" grpId="0"/>
      <p:bldP spid="33" grpId="0"/>
      <p:bldP spid="35" grpId="0"/>
      <p:bldP spid="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416120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576258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0FAC4-6430-C656-2BF3-3639487FEF32}"/>
              </a:ext>
            </a:extLst>
          </p:cNvPr>
          <p:cNvCxnSpPr>
            <a:cxnSpLocks/>
          </p:cNvCxnSpPr>
          <p:nvPr/>
        </p:nvCxnSpPr>
        <p:spPr>
          <a:xfrm>
            <a:off x="1604529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EA0DD78-8D86-6E8B-092F-8601E4ABB0CB}"/>
              </a:ext>
            </a:extLst>
          </p:cNvPr>
          <p:cNvSpPr txBox="1"/>
          <p:nvPr/>
        </p:nvSpPr>
        <p:spPr>
          <a:xfrm>
            <a:off x="108531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B2BF13-11A2-A6AF-37A0-04DDD42C9A5D}"/>
              </a:ext>
            </a:extLst>
          </p:cNvPr>
          <p:cNvSpPr txBox="1"/>
          <p:nvPr/>
        </p:nvSpPr>
        <p:spPr>
          <a:xfrm>
            <a:off x="1690151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9D0C4C-DCEF-A110-1412-82AE414119A5}"/>
              </a:ext>
            </a:extLst>
          </p:cNvPr>
          <p:cNvSpPr txBox="1"/>
          <p:nvPr/>
        </p:nvSpPr>
        <p:spPr>
          <a:xfrm>
            <a:off x="1865152" y="461422"/>
            <a:ext cx="1379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</a:t>
            </a:r>
            <a:r>
              <a:rPr lang="en-GB" sz="2000" dirty="0"/>
              <a:t>: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AECF96-AE3A-AA81-3F05-0318476B48E0}"/>
              </a:ext>
            </a:extLst>
          </p:cNvPr>
          <p:cNvSpPr txBox="1"/>
          <p:nvPr/>
        </p:nvSpPr>
        <p:spPr>
          <a:xfrm>
            <a:off x="1549041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3,6  ÷  0,12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848297-565C-8C38-73B1-E5E222AF15DF}"/>
              </a:ext>
            </a:extLst>
          </p:cNvPr>
          <p:cNvSpPr txBox="1"/>
          <p:nvPr/>
        </p:nvSpPr>
        <p:spPr>
          <a:xfrm>
            <a:off x="2940162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CCF5B1-B166-0FB4-8406-01F1DEDA27F7}"/>
              </a:ext>
            </a:extLst>
          </p:cNvPr>
          <p:cNvSpPr txBox="1"/>
          <p:nvPr/>
        </p:nvSpPr>
        <p:spPr>
          <a:xfrm>
            <a:off x="2350635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C58F528-6CCE-C1DF-284B-34E50A6D4A3F}"/>
              </a:ext>
            </a:extLst>
          </p:cNvPr>
          <p:cNvSpPr txBox="1"/>
          <p:nvPr/>
        </p:nvSpPr>
        <p:spPr>
          <a:xfrm>
            <a:off x="1502466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360</a:t>
            </a:r>
          </a:p>
        </p:txBody>
      </p:sp>
      <p:sp>
        <p:nvSpPr>
          <p:cNvPr id="72" name="Arrow: Circular 71">
            <a:extLst>
              <a:ext uri="{FF2B5EF4-FFF2-40B4-BE49-F238E27FC236}">
                <a16:creationId xmlns:a16="http://schemas.microsoft.com/office/drawing/2014/main" id="{BCB275C8-F5E8-5D3B-F151-1872F6E80ADC}"/>
              </a:ext>
            </a:extLst>
          </p:cNvPr>
          <p:cNvSpPr/>
          <p:nvPr/>
        </p:nvSpPr>
        <p:spPr>
          <a:xfrm rot="5400000">
            <a:off x="3314269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3" name="Arrow: Circular 72">
            <a:extLst>
              <a:ext uri="{FF2B5EF4-FFF2-40B4-BE49-F238E27FC236}">
                <a16:creationId xmlns:a16="http://schemas.microsoft.com/office/drawing/2014/main" id="{868C3A23-28B9-7E10-B1EC-1F644959731B}"/>
              </a:ext>
            </a:extLst>
          </p:cNvPr>
          <p:cNvSpPr/>
          <p:nvPr/>
        </p:nvSpPr>
        <p:spPr>
          <a:xfrm rot="5400000" flipV="1">
            <a:off x="849565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FC24DE-23F4-ABFA-6949-EB9E046AD313}"/>
              </a:ext>
            </a:extLst>
          </p:cNvPr>
          <p:cNvSpPr txBox="1"/>
          <p:nvPr/>
        </p:nvSpPr>
        <p:spPr>
          <a:xfrm>
            <a:off x="41547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1D04AA-9399-35D6-1459-120425680DBF}"/>
              </a:ext>
            </a:extLst>
          </p:cNvPr>
          <p:cNvSpPr txBox="1"/>
          <p:nvPr/>
        </p:nvSpPr>
        <p:spPr>
          <a:xfrm>
            <a:off x="41547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100F62-126C-0676-CA19-DA1F6DD84913}"/>
              </a:ext>
            </a:extLst>
          </p:cNvPr>
          <p:cNvSpPr txBox="1"/>
          <p:nvPr/>
        </p:nvSpPr>
        <p:spPr>
          <a:xfrm>
            <a:off x="306637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B6B2FD-A9E3-2603-4717-F12B42B39FC9}"/>
              </a:ext>
            </a:extLst>
          </p:cNvPr>
          <p:cNvSpPr txBox="1"/>
          <p:nvPr/>
        </p:nvSpPr>
        <p:spPr>
          <a:xfrm>
            <a:off x="306637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8F87C2-157D-9ACC-9594-46D1E68590B7}"/>
              </a:ext>
            </a:extLst>
          </p:cNvPr>
          <p:cNvSpPr txBox="1"/>
          <p:nvPr/>
        </p:nvSpPr>
        <p:spPr>
          <a:xfrm>
            <a:off x="2281337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8EE7B00-13AD-15FC-A238-DE4DBED46C4A}"/>
              </a:ext>
            </a:extLst>
          </p:cNvPr>
          <p:cNvSpPr txBox="1"/>
          <p:nvPr/>
        </p:nvSpPr>
        <p:spPr>
          <a:xfrm>
            <a:off x="504288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88C07A-BC03-C100-6ABC-0DED21CBDAF0}"/>
              </a:ext>
            </a:extLst>
          </p:cNvPr>
          <p:cNvSpPr txBox="1"/>
          <p:nvPr/>
        </p:nvSpPr>
        <p:spPr>
          <a:xfrm>
            <a:off x="169015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F96EDB-B844-5A76-4970-9E67F4685B3A}"/>
              </a:ext>
            </a:extLst>
          </p:cNvPr>
          <p:cNvSpPr txBox="1"/>
          <p:nvPr/>
        </p:nvSpPr>
        <p:spPr>
          <a:xfrm>
            <a:off x="2280700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99228B-E008-FAA4-4B8B-A6421F8DD87B}"/>
              </a:ext>
            </a:extLst>
          </p:cNvPr>
          <p:cNvSpPr txBox="1"/>
          <p:nvPr/>
        </p:nvSpPr>
        <p:spPr>
          <a:xfrm>
            <a:off x="808303" y="4790710"/>
            <a:ext cx="70083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12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24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36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48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6:</a:t>
            </a:r>
            <a:r>
              <a:rPr lang="en-GB" sz="2000" dirty="0"/>
              <a:t> 72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00A8-8A32-EB89-1AF2-B00EB6D3DDB7}"/>
              </a:ext>
            </a:extLst>
          </p:cNvPr>
          <p:cNvSpPr txBox="1"/>
          <p:nvPr/>
        </p:nvSpPr>
        <p:spPr>
          <a:xfrm>
            <a:off x="286259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057AC1-FA71-D353-4DEA-6B57783153EF}"/>
              </a:ext>
            </a:extLst>
          </p:cNvPr>
          <p:cNvSpPr txBox="1"/>
          <p:nvPr/>
        </p:nvSpPr>
        <p:spPr>
          <a:xfrm>
            <a:off x="2854915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C2FF0DCD-02A9-3A18-A64A-15AAAE3DC8C3}"/>
              </a:ext>
            </a:extLst>
          </p:cNvPr>
          <p:cNvGraphicFramePr>
            <a:graphicFrameLocks noGrp="1"/>
          </p:cNvGraphicFramePr>
          <p:nvPr/>
        </p:nvGraphicFramePr>
        <p:xfrm>
          <a:off x="5362193" y="2311099"/>
          <a:ext cx="4132800" cy="236418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0400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159725269"/>
                    </a:ext>
                  </a:extLst>
                </a:gridCol>
                <a:gridCol w="590400">
                  <a:extLst>
                    <a:ext uri="{9D8B030D-6E8A-4147-A177-3AD203B41FA5}">
                      <a16:colId xmlns:a16="http://schemas.microsoft.com/office/drawing/2014/main" val="4218024301"/>
                    </a:ext>
                  </a:extLst>
                </a:gridCol>
              </a:tblGrid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91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22398-C011-B28E-39A8-E2C75A9D057F}"/>
              </a:ext>
            </a:extLst>
          </p:cNvPr>
          <p:cNvCxnSpPr>
            <a:cxnSpLocks/>
          </p:cNvCxnSpPr>
          <p:nvPr/>
        </p:nvCxnSpPr>
        <p:spPr>
          <a:xfrm>
            <a:off x="6522331" y="3497218"/>
            <a:ext cx="193846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F7B679-6D8E-E2C9-A27A-050310B92F9A}"/>
              </a:ext>
            </a:extLst>
          </p:cNvPr>
          <p:cNvCxnSpPr>
            <a:cxnSpLocks/>
          </p:cNvCxnSpPr>
          <p:nvPr/>
        </p:nvCxnSpPr>
        <p:spPr>
          <a:xfrm>
            <a:off x="6550602" y="3481762"/>
            <a:ext cx="0" cy="6774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F83706D-FE6E-6F3F-3C7D-669DA13B02B2}"/>
              </a:ext>
            </a:extLst>
          </p:cNvPr>
          <p:cNvSpPr txBox="1"/>
          <p:nvPr/>
        </p:nvSpPr>
        <p:spPr>
          <a:xfrm>
            <a:off x="6031386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0ADA56-4698-D80F-A186-374F4E5DB78D}"/>
              </a:ext>
            </a:extLst>
          </p:cNvPr>
          <p:cNvSpPr txBox="1"/>
          <p:nvPr/>
        </p:nvSpPr>
        <p:spPr>
          <a:xfrm>
            <a:off x="6636224" y="28847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6495114" y="904510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2,1  ÷  0,15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C450EE-F8E8-9204-B6BC-6C51BC75A2A1}"/>
              </a:ext>
            </a:extLst>
          </p:cNvPr>
          <p:cNvSpPr txBox="1"/>
          <p:nvPr/>
        </p:nvSpPr>
        <p:spPr>
          <a:xfrm>
            <a:off x="7886235" y="157126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EC028D-73C9-3D6C-8E7E-62E72F215031}"/>
              </a:ext>
            </a:extLst>
          </p:cNvPr>
          <p:cNvSpPr txBox="1"/>
          <p:nvPr/>
        </p:nvSpPr>
        <p:spPr>
          <a:xfrm>
            <a:off x="7296708" y="157126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÷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4302A5-EAFD-F596-2DFB-99B7B14F8C6F}"/>
              </a:ext>
            </a:extLst>
          </p:cNvPr>
          <p:cNvSpPr txBox="1"/>
          <p:nvPr/>
        </p:nvSpPr>
        <p:spPr>
          <a:xfrm>
            <a:off x="6448540" y="1571260"/>
            <a:ext cx="809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210</a:t>
            </a:r>
          </a:p>
        </p:txBody>
      </p:sp>
      <p:sp>
        <p:nvSpPr>
          <p:cNvPr id="20" name="Arrow: Circular 19">
            <a:extLst>
              <a:ext uri="{FF2B5EF4-FFF2-40B4-BE49-F238E27FC236}">
                <a16:creationId xmlns:a16="http://schemas.microsoft.com/office/drawing/2014/main" id="{152FCF5A-4FEC-6D8F-7957-96E234E651ED}"/>
              </a:ext>
            </a:extLst>
          </p:cNvPr>
          <p:cNvSpPr/>
          <p:nvPr/>
        </p:nvSpPr>
        <p:spPr>
          <a:xfrm rot="5400000">
            <a:off x="8260342" y="1044323"/>
            <a:ext cx="895352" cy="978408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Arrow: Circular 20">
            <a:extLst>
              <a:ext uri="{FF2B5EF4-FFF2-40B4-BE49-F238E27FC236}">
                <a16:creationId xmlns:a16="http://schemas.microsoft.com/office/drawing/2014/main" id="{282310FC-F74E-4AC6-1504-1968DDA04FBB}"/>
              </a:ext>
            </a:extLst>
          </p:cNvPr>
          <p:cNvSpPr/>
          <p:nvPr/>
        </p:nvSpPr>
        <p:spPr>
          <a:xfrm rot="5400000" flipV="1">
            <a:off x="5795638" y="1043928"/>
            <a:ext cx="895351" cy="979200"/>
          </a:xfrm>
          <a:prstGeom prst="circularArrow">
            <a:avLst>
              <a:gd name="adj1" fmla="val 6230"/>
              <a:gd name="adj2" fmla="val 1142319"/>
              <a:gd name="adj3" fmla="val 20384685"/>
              <a:gd name="adj4" fmla="val 11016446"/>
              <a:gd name="adj5" fmla="val 16034"/>
            </a:avLst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39665A-8914-9859-17DD-EFA9B56C4F80}"/>
              </a:ext>
            </a:extLst>
          </p:cNvPr>
          <p:cNvSpPr txBox="1"/>
          <p:nvPr/>
        </p:nvSpPr>
        <p:spPr>
          <a:xfrm>
            <a:off x="91008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ABA3F2-3095-E171-A7F1-934E5050D914}"/>
              </a:ext>
            </a:extLst>
          </p:cNvPr>
          <p:cNvSpPr txBox="1"/>
          <p:nvPr/>
        </p:nvSpPr>
        <p:spPr>
          <a:xfrm>
            <a:off x="91008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D4F564-8F21-C04C-D883-B8209070F9EF}"/>
              </a:ext>
            </a:extLst>
          </p:cNvPr>
          <p:cNvSpPr txBox="1"/>
          <p:nvPr/>
        </p:nvSpPr>
        <p:spPr>
          <a:xfrm>
            <a:off x="5252710" y="1144540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868A20-DA4D-C3E6-6BE5-59C0590332E7}"/>
              </a:ext>
            </a:extLst>
          </p:cNvPr>
          <p:cNvSpPr txBox="1"/>
          <p:nvPr/>
        </p:nvSpPr>
        <p:spPr>
          <a:xfrm>
            <a:off x="5252710" y="1516015"/>
            <a:ext cx="572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rgbClr val="0070C0"/>
                </a:solidFill>
              </a:rPr>
              <a:t>×10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B833C7-99D5-31DF-39CA-61963F5C8943}"/>
              </a:ext>
            </a:extLst>
          </p:cNvPr>
          <p:cNvSpPr txBox="1"/>
          <p:nvPr/>
        </p:nvSpPr>
        <p:spPr>
          <a:xfrm>
            <a:off x="7227410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C023EA-2421-B0D4-A4FB-989200D7A2E8}"/>
              </a:ext>
            </a:extLst>
          </p:cNvPr>
          <p:cNvSpPr txBox="1"/>
          <p:nvPr/>
        </p:nvSpPr>
        <p:spPr>
          <a:xfrm>
            <a:off x="5450361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317ED1-C94A-F077-FD90-4FD7AD2D8FBA}"/>
              </a:ext>
            </a:extLst>
          </p:cNvPr>
          <p:cNvSpPr txBox="1"/>
          <p:nvPr/>
        </p:nvSpPr>
        <p:spPr>
          <a:xfrm>
            <a:off x="663622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79BB02-8D02-7119-2E0D-17FD1F9DCEC3}"/>
              </a:ext>
            </a:extLst>
          </p:cNvPr>
          <p:cNvSpPr txBox="1"/>
          <p:nvPr/>
        </p:nvSpPr>
        <p:spPr>
          <a:xfrm>
            <a:off x="7226773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D4FAD2-0439-25EC-F7FF-E463B034CF47}"/>
              </a:ext>
            </a:extLst>
          </p:cNvPr>
          <p:cNvSpPr txBox="1"/>
          <p:nvPr/>
        </p:nvSpPr>
        <p:spPr>
          <a:xfrm>
            <a:off x="7808664" y="34752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030AFB-CB26-B817-B28E-296DF7BCFE06}"/>
              </a:ext>
            </a:extLst>
          </p:cNvPr>
          <p:cNvSpPr txBox="1"/>
          <p:nvPr/>
        </p:nvSpPr>
        <p:spPr>
          <a:xfrm>
            <a:off x="7800988" y="286254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63ABBF-AAC4-5326-CBE4-3E89C277057A}"/>
              </a:ext>
            </a:extLst>
          </p:cNvPr>
          <p:cNvSpPr txBox="1"/>
          <p:nvPr/>
        </p:nvSpPr>
        <p:spPr>
          <a:xfrm>
            <a:off x="7643756" y="34111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50280E-F4E6-1836-3237-FBBFA306AC99}"/>
              </a:ext>
            </a:extLst>
          </p:cNvPr>
          <p:cNvSpPr txBox="1"/>
          <p:nvPr/>
        </p:nvSpPr>
        <p:spPr>
          <a:xfrm>
            <a:off x="5662134" y="4790710"/>
            <a:ext cx="70243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1:</a:t>
            </a:r>
            <a:r>
              <a:rPr lang="en-GB" sz="2000" dirty="0"/>
              <a:t> 15</a:t>
            </a:r>
          </a:p>
          <a:p>
            <a:pPr algn="ctr"/>
            <a:r>
              <a:rPr lang="en-GB" sz="2000" b="1" dirty="0"/>
              <a:t>2:</a:t>
            </a:r>
            <a:r>
              <a:rPr lang="en-GB" sz="2000" dirty="0"/>
              <a:t> 39</a:t>
            </a:r>
          </a:p>
          <a:p>
            <a:pPr algn="ctr"/>
            <a:r>
              <a:rPr lang="en-GB" sz="2000" b="1" dirty="0"/>
              <a:t>3:</a:t>
            </a:r>
            <a:r>
              <a:rPr lang="en-GB" sz="2000" dirty="0"/>
              <a:t> 45</a:t>
            </a:r>
          </a:p>
          <a:p>
            <a:pPr algn="ctr"/>
            <a:r>
              <a:rPr lang="en-GB" sz="2000" b="1" dirty="0"/>
              <a:t>4:</a:t>
            </a:r>
            <a:r>
              <a:rPr lang="en-GB" sz="2000" dirty="0"/>
              <a:t> 60</a:t>
            </a:r>
          </a:p>
          <a:p>
            <a:pPr algn="ctr"/>
            <a:r>
              <a:rPr lang="en-GB" sz="2000" b="1" dirty="0"/>
              <a:t>5:</a:t>
            </a:r>
            <a:r>
              <a:rPr lang="en-GB" sz="2000" dirty="0"/>
              <a:t> 75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D2B9D8-638A-0045-73F8-930D3DA187E3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311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18" grpId="0"/>
      <p:bldP spid="19" grpId="0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9" grpId="0"/>
      <p:bldP spid="30" grpId="0"/>
      <p:bldP spid="32" grpId="0"/>
      <p:bldP spid="33" grpId="0"/>
      <p:bldP spid="35" grpId="0"/>
      <p:bldP spid="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613795" y="0"/>
            <a:ext cx="2678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 менен бөлүү</a:t>
            </a:r>
            <a:endParaRPr lang="en-GB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Көрсөтмө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3FDDF3-2B13-651B-4228-27BF7CE078C9}"/>
              </a:ext>
            </a:extLst>
          </p:cNvPr>
          <p:cNvSpPr txBox="1"/>
          <p:nvPr/>
        </p:nvSpPr>
        <p:spPr>
          <a:xfrm>
            <a:off x="6811224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920C3F-8A38-5F4C-94CE-3DF897F8CE1D}"/>
              </a:ext>
            </a:extLst>
          </p:cNvPr>
          <p:cNvSpPr txBox="1"/>
          <p:nvPr/>
        </p:nvSpPr>
        <p:spPr>
          <a:xfrm>
            <a:off x="5159019" y="1082310"/>
            <a:ext cx="22028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3  ÷  0,15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1C67880-1B9E-41CA-504D-A5A07F1A2F8D}"/>
              </a:ext>
            </a:extLst>
          </p:cNvPr>
          <p:cNvSpPr txBox="1"/>
          <p:nvPr/>
        </p:nvSpPr>
        <p:spPr>
          <a:xfrm>
            <a:off x="8162189" y="108231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0570770-0606-9B54-9D7B-90C3CFDF2A81}"/>
              </a:ext>
            </a:extLst>
          </p:cNvPr>
          <p:cNvSpPr txBox="1"/>
          <p:nvPr/>
        </p:nvSpPr>
        <p:spPr>
          <a:xfrm>
            <a:off x="5159019" y="1791696"/>
            <a:ext cx="22220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  ÷  0,25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5776A03-FA24-6431-4DCD-378259E1FB70}"/>
              </a:ext>
            </a:extLst>
          </p:cNvPr>
          <p:cNvSpPr txBox="1"/>
          <p:nvPr/>
        </p:nvSpPr>
        <p:spPr>
          <a:xfrm>
            <a:off x="8253560" y="1791696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33A90B1-5D4A-38DA-78DC-E54090C0EDFF}"/>
              </a:ext>
            </a:extLst>
          </p:cNvPr>
          <p:cNvSpPr txBox="1"/>
          <p:nvPr/>
        </p:nvSpPr>
        <p:spPr>
          <a:xfrm>
            <a:off x="5159019" y="2501082"/>
            <a:ext cx="22028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9  ÷  0,15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FBA4DD0-A806-1B32-E7CF-1562E5974877}"/>
              </a:ext>
            </a:extLst>
          </p:cNvPr>
          <p:cNvSpPr txBox="1"/>
          <p:nvPr/>
        </p:nvSpPr>
        <p:spPr>
          <a:xfrm>
            <a:off x="8162189" y="2501082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7C88D61-C5DC-C460-276B-BF96082146C9}"/>
              </a:ext>
            </a:extLst>
          </p:cNvPr>
          <p:cNvSpPr txBox="1"/>
          <p:nvPr/>
        </p:nvSpPr>
        <p:spPr>
          <a:xfrm>
            <a:off x="5159019" y="3210468"/>
            <a:ext cx="2154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7  ÷  0,05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3DB3335-CE3B-8071-3DAE-9994D1C0C95A}"/>
              </a:ext>
            </a:extLst>
          </p:cNvPr>
          <p:cNvSpPr txBox="1"/>
          <p:nvPr/>
        </p:nvSpPr>
        <p:spPr>
          <a:xfrm>
            <a:off x="8070818" y="3210468"/>
            <a:ext cx="732894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140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8C756C6-F785-C69F-8201-34573BD5A6A6}"/>
              </a:ext>
            </a:extLst>
          </p:cNvPr>
          <p:cNvSpPr txBox="1"/>
          <p:nvPr/>
        </p:nvSpPr>
        <p:spPr>
          <a:xfrm>
            <a:off x="6031436" y="3919854"/>
            <a:ext cx="2505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д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8,4  ÷  0,12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7E3C6C8-5FFE-3997-DD82-DBC4555662FD}"/>
              </a:ext>
            </a:extLst>
          </p:cNvPr>
          <p:cNvSpPr txBox="1"/>
          <p:nvPr/>
        </p:nvSpPr>
        <p:spPr>
          <a:xfrm>
            <a:off x="9025789" y="3919854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70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3753298-47D0-EB1F-B957-8DF2AD39D755}"/>
              </a:ext>
            </a:extLst>
          </p:cNvPr>
          <p:cNvSpPr txBox="1"/>
          <p:nvPr/>
        </p:nvSpPr>
        <p:spPr>
          <a:xfrm>
            <a:off x="6031436" y="4629240"/>
            <a:ext cx="2483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3,3  ÷  0,15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2E00ED7-1A9E-AD35-F0B0-4CADE75F05E7}"/>
              </a:ext>
            </a:extLst>
          </p:cNvPr>
          <p:cNvSpPr txBox="1"/>
          <p:nvPr/>
        </p:nvSpPr>
        <p:spPr>
          <a:xfrm>
            <a:off x="9025789" y="4629240"/>
            <a:ext cx="550151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22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A7FADA8-8F23-7177-1B69-F60DC40EC110}"/>
              </a:ext>
            </a:extLst>
          </p:cNvPr>
          <p:cNvSpPr txBox="1"/>
          <p:nvPr/>
        </p:nvSpPr>
        <p:spPr>
          <a:xfrm>
            <a:off x="6031436" y="5338626"/>
            <a:ext cx="2483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е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2,8  ÷  0,35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735303-055A-F034-562B-32571BFF2539}"/>
              </a:ext>
            </a:extLst>
          </p:cNvPr>
          <p:cNvSpPr txBox="1"/>
          <p:nvPr/>
        </p:nvSpPr>
        <p:spPr>
          <a:xfrm>
            <a:off x="9117160" y="5338626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8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9A5F590-F4C6-4F15-216E-02A9CD178A24}"/>
              </a:ext>
            </a:extLst>
          </p:cNvPr>
          <p:cNvSpPr txBox="1"/>
          <p:nvPr/>
        </p:nvSpPr>
        <p:spPr>
          <a:xfrm>
            <a:off x="6031436" y="6048010"/>
            <a:ext cx="25523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chemeClr val="bg1">
                    <a:lumMod val="50000"/>
                  </a:schemeClr>
                </a:solidFill>
              </a:rPr>
              <a:t>ж</a:t>
            </a: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)     </a:t>
            </a:r>
            <a:r>
              <a:rPr lang="en-GB" sz="2800" dirty="0"/>
              <a:t>7,5  ÷  1,25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132C81B-9050-5B84-C2ED-3E15E841E971}"/>
              </a:ext>
            </a:extLst>
          </p:cNvPr>
          <p:cNvSpPr txBox="1"/>
          <p:nvPr/>
        </p:nvSpPr>
        <p:spPr>
          <a:xfrm>
            <a:off x="9117160" y="6048010"/>
            <a:ext cx="367408" cy="52322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6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18F72F8-AE35-D1A4-83B4-BACE5003F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99" y="704457"/>
            <a:ext cx="4541914" cy="1530229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A7B699E-4A59-3BC3-CB7E-C6D27673DB2B}"/>
              </a:ext>
            </a:extLst>
          </p:cNvPr>
          <p:cNvGrpSpPr/>
          <p:nvPr/>
        </p:nvGrpSpPr>
        <p:grpSpPr>
          <a:xfrm>
            <a:off x="321320" y="3332949"/>
            <a:ext cx="4420693" cy="1251525"/>
            <a:chOff x="306637" y="904510"/>
            <a:chExt cx="4420693" cy="125152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11947A5-F2BF-C1D4-8C3C-998F96FF47E7}"/>
                </a:ext>
              </a:extLst>
            </p:cNvPr>
            <p:cNvSpPr txBox="1"/>
            <p:nvPr/>
          </p:nvSpPr>
          <p:spPr>
            <a:xfrm>
              <a:off x="1549041" y="904510"/>
              <a:ext cx="20120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3,6  ÷  0,12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228D401-1F99-D745-8D0D-A0373697AB63}"/>
                </a:ext>
              </a:extLst>
            </p:cNvPr>
            <p:cNvSpPr txBox="1"/>
            <p:nvPr/>
          </p:nvSpPr>
          <p:spPr>
            <a:xfrm>
              <a:off x="2940162" y="1571260"/>
              <a:ext cx="6014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12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CD10B2B-5869-5E22-2CFD-D276C22980A0}"/>
                </a:ext>
              </a:extLst>
            </p:cNvPr>
            <p:cNvSpPr txBox="1"/>
            <p:nvPr/>
          </p:nvSpPr>
          <p:spPr>
            <a:xfrm>
              <a:off x="2350635" y="1571260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÷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B4979C1-DA83-AAA6-D8F6-15F548B09F64}"/>
                </a:ext>
              </a:extLst>
            </p:cNvPr>
            <p:cNvSpPr txBox="1"/>
            <p:nvPr/>
          </p:nvSpPr>
          <p:spPr>
            <a:xfrm>
              <a:off x="1502466" y="1571260"/>
              <a:ext cx="80983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200" dirty="0"/>
                <a:t>360</a:t>
              </a:r>
            </a:p>
          </p:txBody>
        </p:sp>
        <p:sp>
          <p:nvSpPr>
            <p:cNvPr id="24" name="Arrow: Circular 23">
              <a:extLst>
                <a:ext uri="{FF2B5EF4-FFF2-40B4-BE49-F238E27FC236}">
                  <a16:creationId xmlns:a16="http://schemas.microsoft.com/office/drawing/2014/main" id="{975588A3-5533-F042-8351-4D5748461914}"/>
                </a:ext>
              </a:extLst>
            </p:cNvPr>
            <p:cNvSpPr/>
            <p:nvPr/>
          </p:nvSpPr>
          <p:spPr>
            <a:xfrm rot="5400000">
              <a:off x="3314269" y="1044323"/>
              <a:ext cx="895352" cy="978408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5" name="Arrow: Circular 24">
              <a:extLst>
                <a:ext uri="{FF2B5EF4-FFF2-40B4-BE49-F238E27FC236}">
                  <a16:creationId xmlns:a16="http://schemas.microsoft.com/office/drawing/2014/main" id="{6381577A-0C8C-1471-621C-E4DF0E247F9D}"/>
                </a:ext>
              </a:extLst>
            </p:cNvPr>
            <p:cNvSpPr/>
            <p:nvPr/>
          </p:nvSpPr>
          <p:spPr>
            <a:xfrm rot="5400000" flipV="1">
              <a:off x="849565" y="1043928"/>
              <a:ext cx="895351" cy="979200"/>
            </a:xfrm>
            <a:prstGeom prst="circularArrow">
              <a:avLst>
                <a:gd name="adj1" fmla="val 6230"/>
                <a:gd name="adj2" fmla="val 1142319"/>
                <a:gd name="adj3" fmla="val 20384685"/>
                <a:gd name="adj4" fmla="val 11016446"/>
                <a:gd name="adj5" fmla="val 16034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0070C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6066C97-B8F5-F86C-D847-0B9F31EC2BBD}"/>
                </a:ext>
              </a:extLst>
            </p:cNvPr>
            <p:cNvSpPr txBox="1"/>
            <p:nvPr/>
          </p:nvSpPr>
          <p:spPr>
            <a:xfrm>
              <a:off x="4154737" y="1144540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3E8F374-DB08-DE45-B6BD-C835A54C4AFD}"/>
                </a:ext>
              </a:extLst>
            </p:cNvPr>
            <p:cNvSpPr txBox="1"/>
            <p:nvPr/>
          </p:nvSpPr>
          <p:spPr>
            <a:xfrm>
              <a:off x="4154737" y="1516015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22D5642-9A24-0A05-08B4-2751F017F8CF}"/>
                </a:ext>
              </a:extLst>
            </p:cNvPr>
            <p:cNvSpPr txBox="1"/>
            <p:nvPr/>
          </p:nvSpPr>
          <p:spPr>
            <a:xfrm>
              <a:off x="306637" y="1144540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FB075A7-18D9-6DB0-EE04-9DC8EF7E0045}"/>
                </a:ext>
              </a:extLst>
            </p:cNvPr>
            <p:cNvSpPr txBox="1"/>
            <p:nvPr/>
          </p:nvSpPr>
          <p:spPr>
            <a:xfrm>
              <a:off x="306637" y="1516015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rgbClr val="0070C0"/>
                  </a:solidFill>
                </a:rPr>
                <a:t>×10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999E5EF-5E51-FDCC-88A7-C94492FF7F78}"/>
              </a:ext>
            </a:extLst>
          </p:cNvPr>
          <p:cNvSpPr txBox="1"/>
          <p:nvPr/>
        </p:nvSpPr>
        <p:spPr>
          <a:xfrm>
            <a:off x="7848430" y="-40581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3898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61" grpId="0" animBg="1"/>
      <p:bldP spid="65" grpId="0" animBg="1"/>
      <p:bldP spid="78" grpId="0" animBg="1"/>
      <p:bldP spid="81" grpId="0" animBg="1"/>
      <p:bldP spid="88" grpId="0" animBg="1"/>
      <p:bldP spid="91" grpId="0" animBg="1"/>
      <p:bldP spid="9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70C0"/>
        </a:solidFill>
        <a:ln w="19050">
          <a:solidFill>
            <a:srgbClr val="0070C0"/>
          </a:solidFill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11068</TotalTime>
  <Words>2247</Words>
  <Application>Microsoft Office PowerPoint</Application>
  <PresentationFormat>A4 Paper (210x297 mm)</PresentationFormat>
  <Paragraphs>1201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Calibri</vt:lpstr>
      <vt:lpstr>Stencil</vt:lpstr>
      <vt:lpstr>Calibri Light</vt:lpstr>
      <vt:lpstr>Arial</vt:lpstr>
      <vt:lpstr>Office Theme</vt:lpstr>
      <vt:lpstr>1_Office Theme</vt:lpstr>
      <vt:lpstr>2_Office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536</cp:revision>
  <cp:lastPrinted>2017-12-31T22:38:51Z</cp:lastPrinted>
  <dcterms:created xsi:type="dcterms:W3CDTF">2017-01-17T16:57:04Z</dcterms:created>
  <dcterms:modified xsi:type="dcterms:W3CDTF">2024-05-28T10:07:39Z</dcterms:modified>
</cp:coreProperties>
</file>