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9" r:id="rId4"/>
    <p:sldId id="948" r:id="rId5"/>
    <p:sldId id="950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90FE4F2-2763-41FD-A6CB-7D495446D310}">
          <p14:sldIdLst>
            <p14:sldId id="951"/>
          </p14:sldIdLst>
        </p14:section>
        <p14:section name="Көрсөтүү үчүн" id="{C01E0666-C3EB-4E29-8728-0A6DFC71287E}">
          <p14:sldIdLst>
            <p14:sldId id="949"/>
          </p14:sldIdLst>
        </p14:section>
        <p14:section name="Жообу" id="{AC98A135-39E6-4013-BC30-2FE473FA1A40}">
          <p14:sldIdLst>
            <p14:sldId id="948"/>
          </p14:sldIdLst>
        </p14:section>
        <p14:section name="Принтерге" id="{DB7B90FE-169F-4414-BC53-8BF28288E5F5}">
          <p14:sldIdLst>
            <p14:sldId id="950"/>
          </p14:sldIdLst>
        </p14:section>
        <p14:section name="Кайтарым Байланыш" id="{5E5C03D1-BB77-447B-805E-588579A08086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96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52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ондуктарды - БӨЛҮҮ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958847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114105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122853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928534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÷ 0.2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122853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863613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0.5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122853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928533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122853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928534" y="4094109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1.5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122853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863615" y="499564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122853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766629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3.6 ÷ 0.08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400EF-0025-C7A3-0521-A349576D1D09}"/>
              </a:ext>
            </a:extLst>
          </p:cNvPr>
          <p:cNvSpPr txBox="1"/>
          <p:nvPr/>
        </p:nvSpPr>
        <p:spPr>
          <a:xfrm>
            <a:off x="4457829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04344-21EF-42ED-A0A5-F5576BA27E80}"/>
              </a:ext>
            </a:extLst>
          </p:cNvPr>
          <p:cNvSpPr txBox="1"/>
          <p:nvPr/>
        </p:nvSpPr>
        <p:spPr>
          <a:xfrm>
            <a:off x="343963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728F-B0E6-222C-D01C-4A0171CDEC92}"/>
              </a:ext>
            </a:extLst>
          </p:cNvPr>
          <p:cNvSpPr txBox="1"/>
          <p:nvPr/>
        </p:nvSpPr>
        <p:spPr>
          <a:xfrm>
            <a:off x="4180390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÷ 0.15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72438-949A-80A0-7A04-75E9449E0A8F}"/>
              </a:ext>
            </a:extLst>
          </p:cNvPr>
          <p:cNvSpPr txBox="1"/>
          <p:nvPr/>
        </p:nvSpPr>
        <p:spPr>
          <a:xfrm>
            <a:off x="3439631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1D983-4B49-632D-67EC-5368DD1E978D}"/>
              </a:ext>
            </a:extLst>
          </p:cNvPr>
          <p:cNvSpPr txBox="1"/>
          <p:nvPr/>
        </p:nvSpPr>
        <p:spPr>
          <a:xfrm>
            <a:off x="4083409" y="229104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4.2 ÷ 0.12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208EE9-736B-7B08-A48D-8E26240DEE74}"/>
              </a:ext>
            </a:extLst>
          </p:cNvPr>
          <p:cNvSpPr txBox="1"/>
          <p:nvPr/>
        </p:nvSpPr>
        <p:spPr>
          <a:xfrm>
            <a:off x="3439631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06A719-D30F-9DAD-558A-4550F9D557C1}"/>
              </a:ext>
            </a:extLst>
          </p:cNvPr>
          <p:cNvSpPr txBox="1"/>
          <p:nvPr/>
        </p:nvSpPr>
        <p:spPr>
          <a:xfrm>
            <a:off x="4018486" y="3192576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0.96 ÷ 0.32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C454FB-6524-2BD7-55BF-EF0F1D183E8F}"/>
              </a:ext>
            </a:extLst>
          </p:cNvPr>
          <p:cNvSpPr txBox="1"/>
          <p:nvPr/>
        </p:nvSpPr>
        <p:spPr>
          <a:xfrm>
            <a:off x="3439631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4B3D97-154D-7C76-74E7-797E99920532}"/>
              </a:ext>
            </a:extLst>
          </p:cNvPr>
          <p:cNvSpPr txBox="1"/>
          <p:nvPr/>
        </p:nvSpPr>
        <p:spPr>
          <a:xfrm>
            <a:off x="408341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86.7 ÷ 1.7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F8162C-76FF-208F-F2E7-578FDE06AE97}"/>
              </a:ext>
            </a:extLst>
          </p:cNvPr>
          <p:cNvSpPr txBox="1"/>
          <p:nvPr/>
        </p:nvSpPr>
        <p:spPr>
          <a:xfrm>
            <a:off x="3439631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74D06C-4428-8892-514E-50C48F5FC6F9}"/>
              </a:ext>
            </a:extLst>
          </p:cNvPr>
          <p:cNvSpPr txBox="1"/>
          <p:nvPr/>
        </p:nvSpPr>
        <p:spPr>
          <a:xfrm>
            <a:off x="4018490" y="4995642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5.72 ÷ 0.26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7C7DAA-F5CC-6EFC-1E65-3EA4E08C628E}"/>
              </a:ext>
            </a:extLst>
          </p:cNvPr>
          <p:cNvSpPr txBox="1"/>
          <p:nvPr/>
        </p:nvSpPr>
        <p:spPr>
          <a:xfrm>
            <a:off x="3439631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BE461C-1AC6-7009-8C4C-153CC993D064}"/>
              </a:ext>
            </a:extLst>
          </p:cNvPr>
          <p:cNvSpPr txBox="1"/>
          <p:nvPr/>
        </p:nvSpPr>
        <p:spPr>
          <a:xfrm>
            <a:off x="3953565" y="5897173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15.12 ÷ 0.42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8E247E-2052-654B-F373-04421C12D4D7}"/>
              </a:ext>
            </a:extLst>
          </p:cNvPr>
          <p:cNvSpPr txBox="1"/>
          <p:nvPr/>
        </p:nvSpPr>
        <p:spPr>
          <a:xfrm>
            <a:off x="7774608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A1C3BD-CBA6-7D9D-0766-E605D853DDC2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2D70E21-0A44-A46F-838E-0CEE9ECFB6E5}"/>
              </a:ext>
            </a:extLst>
          </p:cNvPr>
          <p:cNvSpPr txBox="1"/>
          <p:nvPr/>
        </p:nvSpPr>
        <p:spPr>
          <a:xfrm>
            <a:off x="7497169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0.02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8A6E35-C6DB-D8A0-F8ED-A79E63D21E08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649A5A-873D-B7A9-5B69-5446371F8BE7}"/>
              </a:ext>
            </a:extLst>
          </p:cNvPr>
          <p:cNvSpPr txBox="1"/>
          <p:nvPr/>
        </p:nvSpPr>
        <p:spPr>
          <a:xfrm>
            <a:off x="7432248" y="2291043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 ÷ 0.04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D21504B-053B-1C39-6D48-9EDC3582B2E0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190B4D-15AC-5141-4A9D-24EDBAE84A08}"/>
              </a:ext>
            </a:extLst>
          </p:cNvPr>
          <p:cNvSpPr txBox="1"/>
          <p:nvPr/>
        </p:nvSpPr>
        <p:spPr>
          <a:xfrm>
            <a:off x="7400187" y="319257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9.1 ÷ 0.13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155D21B-E4FA-7F1E-5E48-9B9D0999C968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93D69-9211-5016-1197-EAE4556DB40F}"/>
              </a:ext>
            </a:extLst>
          </p:cNvPr>
          <p:cNvSpPr txBox="1"/>
          <p:nvPr/>
        </p:nvSpPr>
        <p:spPr>
          <a:xfrm>
            <a:off x="7400189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9.35 ÷ 1.1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4492AB-95B0-E371-AE1B-CEFA5508FD8E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2B0D2E-AFD5-1122-A198-27276F83C33E}"/>
              </a:ext>
            </a:extLst>
          </p:cNvPr>
          <p:cNvSpPr txBox="1"/>
          <p:nvPr/>
        </p:nvSpPr>
        <p:spPr>
          <a:xfrm>
            <a:off x="7335268" y="4995642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13.94 ÷ 3.4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358FCBA-FC29-09E9-0138-5903896399FC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12BA9B-E595-C224-BFE8-9B63900C8F68}"/>
              </a:ext>
            </a:extLst>
          </p:cNvPr>
          <p:cNvSpPr txBox="1"/>
          <p:nvPr/>
        </p:nvSpPr>
        <p:spPr>
          <a:xfrm>
            <a:off x="7335265" y="589717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7.81 ÷ 1.42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23895-E586-2861-521F-068FE8FE7B4B}"/>
              </a:ext>
            </a:extLst>
          </p:cNvPr>
          <p:cNvSpPr txBox="1"/>
          <p:nvPr/>
        </p:nvSpPr>
        <p:spPr>
          <a:xfrm>
            <a:off x="659593" y="139479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0796C-220F-E741-A57F-AF89EA81EF48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A4203-D44C-F1A5-38FA-6D9F74A1D9ED}"/>
              </a:ext>
            </a:extLst>
          </p:cNvPr>
          <p:cNvSpPr txBox="1"/>
          <p:nvPr/>
        </p:nvSpPr>
        <p:spPr>
          <a:xfrm>
            <a:off x="7670140" y="12427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624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CFD575-297B-65B9-90CF-83A1A1358976}"/>
              </a:ext>
            </a:extLst>
          </p:cNvPr>
          <p:cNvSpPr txBox="1"/>
          <p:nvPr/>
        </p:nvSpPr>
        <p:spPr>
          <a:xfrm>
            <a:off x="114105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11709-0A6A-4A7F-DF76-2FC470647201}"/>
              </a:ext>
            </a:extLst>
          </p:cNvPr>
          <p:cNvSpPr txBox="1"/>
          <p:nvPr/>
        </p:nvSpPr>
        <p:spPr>
          <a:xfrm>
            <a:off x="122853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44DD7E-54F6-F1A8-6E29-8E5D4B2309FF}"/>
              </a:ext>
            </a:extLst>
          </p:cNvPr>
          <p:cNvSpPr txBox="1"/>
          <p:nvPr/>
        </p:nvSpPr>
        <p:spPr>
          <a:xfrm>
            <a:off x="2112874" y="1389510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F05AE-C88B-0ACA-AD49-A91C09DB4625}"/>
              </a:ext>
            </a:extLst>
          </p:cNvPr>
          <p:cNvSpPr txBox="1"/>
          <p:nvPr/>
        </p:nvSpPr>
        <p:spPr>
          <a:xfrm>
            <a:off x="928534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 ÷ 0.2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D1618-5E66-6EA2-2CEE-E1F3879CCA4A}"/>
              </a:ext>
            </a:extLst>
          </p:cNvPr>
          <p:cNvSpPr txBox="1"/>
          <p:nvPr/>
        </p:nvSpPr>
        <p:spPr>
          <a:xfrm>
            <a:off x="122853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BDBDB3-2F5B-650E-5878-BC6D9BDF1812}"/>
              </a:ext>
            </a:extLst>
          </p:cNvPr>
          <p:cNvSpPr txBox="1"/>
          <p:nvPr/>
        </p:nvSpPr>
        <p:spPr>
          <a:xfrm>
            <a:off x="2112874" y="229104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9798DF-354B-A861-C45D-5187D51280D5}"/>
              </a:ext>
            </a:extLst>
          </p:cNvPr>
          <p:cNvSpPr txBox="1"/>
          <p:nvPr/>
        </p:nvSpPr>
        <p:spPr>
          <a:xfrm>
            <a:off x="863613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 ÷ 0.5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38337-48C2-2EA5-28CD-A85493E2C18E}"/>
              </a:ext>
            </a:extLst>
          </p:cNvPr>
          <p:cNvSpPr txBox="1"/>
          <p:nvPr/>
        </p:nvSpPr>
        <p:spPr>
          <a:xfrm>
            <a:off x="122853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39DF58-9B7D-3B58-C849-134871BFB372}"/>
              </a:ext>
            </a:extLst>
          </p:cNvPr>
          <p:cNvSpPr txBox="1"/>
          <p:nvPr/>
        </p:nvSpPr>
        <p:spPr>
          <a:xfrm>
            <a:off x="2112874" y="3192576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A461C-E212-70C2-8277-C8A628D2907F}"/>
              </a:ext>
            </a:extLst>
          </p:cNvPr>
          <p:cNvSpPr txBox="1"/>
          <p:nvPr/>
        </p:nvSpPr>
        <p:spPr>
          <a:xfrm>
            <a:off x="928533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1.2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9DB326-5AF0-71A9-0968-FF80CE746736}"/>
              </a:ext>
            </a:extLst>
          </p:cNvPr>
          <p:cNvSpPr txBox="1"/>
          <p:nvPr/>
        </p:nvSpPr>
        <p:spPr>
          <a:xfrm>
            <a:off x="122853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0C4BAB-7EC7-0F72-C44F-07D0CEFFD290}"/>
              </a:ext>
            </a:extLst>
          </p:cNvPr>
          <p:cNvSpPr txBox="1"/>
          <p:nvPr/>
        </p:nvSpPr>
        <p:spPr>
          <a:xfrm>
            <a:off x="2112874" y="4094109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788B7F-C27F-F03B-9195-445BADA31ADA}"/>
              </a:ext>
            </a:extLst>
          </p:cNvPr>
          <p:cNvSpPr txBox="1"/>
          <p:nvPr/>
        </p:nvSpPr>
        <p:spPr>
          <a:xfrm>
            <a:off x="928534" y="4094109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1.5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F2C321-C6AD-80BE-F02E-2501C9F361E2}"/>
              </a:ext>
            </a:extLst>
          </p:cNvPr>
          <p:cNvSpPr txBox="1"/>
          <p:nvPr/>
        </p:nvSpPr>
        <p:spPr>
          <a:xfrm>
            <a:off x="122853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65A5CC-50B1-3093-0439-566D3CF72554}"/>
              </a:ext>
            </a:extLst>
          </p:cNvPr>
          <p:cNvSpPr txBox="1"/>
          <p:nvPr/>
        </p:nvSpPr>
        <p:spPr>
          <a:xfrm>
            <a:off x="2112874" y="4995642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8AB89-D2B6-3C79-667A-4D48E1F84234}"/>
              </a:ext>
            </a:extLst>
          </p:cNvPr>
          <p:cNvSpPr txBox="1"/>
          <p:nvPr/>
        </p:nvSpPr>
        <p:spPr>
          <a:xfrm>
            <a:off x="863615" y="499564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0.03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21F94-E6C4-1D6E-979C-392D88508E58}"/>
              </a:ext>
            </a:extLst>
          </p:cNvPr>
          <p:cNvSpPr txBox="1"/>
          <p:nvPr/>
        </p:nvSpPr>
        <p:spPr>
          <a:xfrm>
            <a:off x="122853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BE6E70-E76B-82A7-7EC2-58C4C017F192}"/>
              </a:ext>
            </a:extLst>
          </p:cNvPr>
          <p:cNvSpPr txBox="1"/>
          <p:nvPr/>
        </p:nvSpPr>
        <p:spPr>
          <a:xfrm>
            <a:off x="2112874" y="589717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7ABBE8-ECE8-950B-C675-4FCDB2499D57}"/>
              </a:ext>
            </a:extLst>
          </p:cNvPr>
          <p:cNvSpPr txBox="1"/>
          <p:nvPr/>
        </p:nvSpPr>
        <p:spPr>
          <a:xfrm>
            <a:off x="766629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3.6 ÷ 0.08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400EF-0025-C7A3-0521-A349576D1D09}"/>
              </a:ext>
            </a:extLst>
          </p:cNvPr>
          <p:cNvSpPr txBox="1"/>
          <p:nvPr/>
        </p:nvSpPr>
        <p:spPr>
          <a:xfrm>
            <a:off x="4457829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E04344-21EF-42ED-A0A5-F5576BA27E80}"/>
              </a:ext>
            </a:extLst>
          </p:cNvPr>
          <p:cNvSpPr txBox="1"/>
          <p:nvPr/>
        </p:nvSpPr>
        <p:spPr>
          <a:xfrm>
            <a:off x="343963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6CAAB-BA48-FB92-FEE8-9FD9C0E50BC3}"/>
              </a:ext>
            </a:extLst>
          </p:cNvPr>
          <p:cNvSpPr txBox="1"/>
          <p:nvPr/>
        </p:nvSpPr>
        <p:spPr>
          <a:xfrm>
            <a:off x="5537717" y="1389510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7728F-B0E6-222C-D01C-4A0171CDEC92}"/>
              </a:ext>
            </a:extLst>
          </p:cNvPr>
          <p:cNvSpPr txBox="1"/>
          <p:nvPr/>
        </p:nvSpPr>
        <p:spPr>
          <a:xfrm>
            <a:off x="4180390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÷ 0.15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72438-949A-80A0-7A04-75E9449E0A8F}"/>
              </a:ext>
            </a:extLst>
          </p:cNvPr>
          <p:cNvSpPr txBox="1"/>
          <p:nvPr/>
        </p:nvSpPr>
        <p:spPr>
          <a:xfrm>
            <a:off x="3439631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70291-2A6C-15C0-8104-C4F41244598E}"/>
              </a:ext>
            </a:extLst>
          </p:cNvPr>
          <p:cNvSpPr txBox="1"/>
          <p:nvPr/>
        </p:nvSpPr>
        <p:spPr>
          <a:xfrm>
            <a:off x="5537717" y="229104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51D983-4B49-632D-67EC-5368DD1E978D}"/>
              </a:ext>
            </a:extLst>
          </p:cNvPr>
          <p:cNvSpPr txBox="1"/>
          <p:nvPr/>
        </p:nvSpPr>
        <p:spPr>
          <a:xfrm>
            <a:off x="4083409" y="229104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4.2 ÷ 0.12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208EE9-736B-7B08-A48D-8E26240DEE74}"/>
              </a:ext>
            </a:extLst>
          </p:cNvPr>
          <p:cNvSpPr txBox="1"/>
          <p:nvPr/>
        </p:nvSpPr>
        <p:spPr>
          <a:xfrm>
            <a:off x="3439631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5C3AA1-1778-7331-9CAB-5AA7619ACAE2}"/>
              </a:ext>
            </a:extLst>
          </p:cNvPr>
          <p:cNvSpPr txBox="1"/>
          <p:nvPr/>
        </p:nvSpPr>
        <p:spPr>
          <a:xfrm>
            <a:off x="5537717" y="3192576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06A719-D30F-9DAD-558A-4550F9D557C1}"/>
              </a:ext>
            </a:extLst>
          </p:cNvPr>
          <p:cNvSpPr txBox="1"/>
          <p:nvPr/>
        </p:nvSpPr>
        <p:spPr>
          <a:xfrm>
            <a:off x="4018486" y="3192576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0.96 ÷ 0.32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AC454FB-6524-2BD7-55BF-EF0F1D183E8F}"/>
              </a:ext>
            </a:extLst>
          </p:cNvPr>
          <p:cNvSpPr txBox="1"/>
          <p:nvPr/>
        </p:nvSpPr>
        <p:spPr>
          <a:xfrm>
            <a:off x="3439631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CE0522-F4EE-2634-529D-5C3B68643B26}"/>
              </a:ext>
            </a:extLst>
          </p:cNvPr>
          <p:cNvSpPr txBox="1"/>
          <p:nvPr/>
        </p:nvSpPr>
        <p:spPr>
          <a:xfrm>
            <a:off x="5537717" y="4094109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74B3D97-154D-7C76-74E7-797E99920532}"/>
              </a:ext>
            </a:extLst>
          </p:cNvPr>
          <p:cNvSpPr txBox="1"/>
          <p:nvPr/>
        </p:nvSpPr>
        <p:spPr>
          <a:xfrm>
            <a:off x="4083410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86.7 ÷ 1.7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F8162C-76FF-208F-F2E7-578FDE06AE97}"/>
              </a:ext>
            </a:extLst>
          </p:cNvPr>
          <p:cNvSpPr txBox="1"/>
          <p:nvPr/>
        </p:nvSpPr>
        <p:spPr>
          <a:xfrm>
            <a:off x="3439631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67D055-52AE-A751-24F9-421E4156F349}"/>
              </a:ext>
            </a:extLst>
          </p:cNvPr>
          <p:cNvSpPr txBox="1"/>
          <p:nvPr/>
        </p:nvSpPr>
        <p:spPr>
          <a:xfrm>
            <a:off x="5537717" y="4995642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574D06C-4428-8892-514E-50C48F5FC6F9}"/>
              </a:ext>
            </a:extLst>
          </p:cNvPr>
          <p:cNvSpPr txBox="1"/>
          <p:nvPr/>
        </p:nvSpPr>
        <p:spPr>
          <a:xfrm>
            <a:off x="4018490" y="4995642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5.72 ÷ 0.26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7C7DAA-F5CC-6EFC-1E65-3EA4E08C628E}"/>
              </a:ext>
            </a:extLst>
          </p:cNvPr>
          <p:cNvSpPr txBox="1"/>
          <p:nvPr/>
        </p:nvSpPr>
        <p:spPr>
          <a:xfrm>
            <a:off x="3439631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EAC2174-197B-6FA2-73DC-9F7CA9730D4C}"/>
              </a:ext>
            </a:extLst>
          </p:cNvPr>
          <p:cNvSpPr txBox="1"/>
          <p:nvPr/>
        </p:nvSpPr>
        <p:spPr>
          <a:xfrm>
            <a:off x="5537717" y="5897173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BE461C-1AC6-7009-8C4C-153CC993D064}"/>
              </a:ext>
            </a:extLst>
          </p:cNvPr>
          <p:cNvSpPr txBox="1"/>
          <p:nvPr/>
        </p:nvSpPr>
        <p:spPr>
          <a:xfrm>
            <a:off x="3953565" y="5897173"/>
            <a:ext cx="1465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15.12 ÷ 0.42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8E247E-2052-654B-F373-04421C12D4D7}"/>
              </a:ext>
            </a:extLst>
          </p:cNvPr>
          <p:cNvSpPr txBox="1"/>
          <p:nvPr/>
        </p:nvSpPr>
        <p:spPr>
          <a:xfrm>
            <a:off x="7774608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CA1C3BD-CBA6-7D9D-0766-E605D853DDC2}"/>
              </a:ext>
            </a:extLst>
          </p:cNvPr>
          <p:cNvSpPr txBox="1"/>
          <p:nvPr/>
        </p:nvSpPr>
        <p:spPr>
          <a:xfrm>
            <a:off x="6756410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F8AF28-B995-9B78-C191-DDC5D29597C2}"/>
              </a:ext>
            </a:extLst>
          </p:cNvPr>
          <p:cNvSpPr txBox="1"/>
          <p:nvPr/>
        </p:nvSpPr>
        <p:spPr>
          <a:xfrm>
            <a:off x="8929310" y="1389510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2D70E21-0A44-A46F-838E-0CEE9ECFB6E5}"/>
              </a:ext>
            </a:extLst>
          </p:cNvPr>
          <p:cNvSpPr txBox="1"/>
          <p:nvPr/>
        </p:nvSpPr>
        <p:spPr>
          <a:xfrm>
            <a:off x="7497169" y="1389510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0.02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8A6E35-C6DB-D8A0-F8ED-A79E63D21E08}"/>
              </a:ext>
            </a:extLst>
          </p:cNvPr>
          <p:cNvSpPr txBox="1"/>
          <p:nvPr/>
        </p:nvSpPr>
        <p:spPr>
          <a:xfrm>
            <a:off x="6756410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02CFC4-F7C3-1DA4-EAF0-D5BAEDC0DF19}"/>
              </a:ext>
            </a:extLst>
          </p:cNvPr>
          <p:cNvSpPr txBox="1"/>
          <p:nvPr/>
        </p:nvSpPr>
        <p:spPr>
          <a:xfrm>
            <a:off x="8929310" y="2291043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500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2649A5A-873D-B7A9-5B69-5446371F8BE7}"/>
              </a:ext>
            </a:extLst>
          </p:cNvPr>
          <p:cNvSpPr txBox="1"/>
          <p:nvPr/>
        </p:nvSpPr>
        <p:spPr>
          <a:xfrm>
            <a:off x="7432248" y="2291043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 ÷ 0.04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D21504B-053B-1C39-6D48-9EDC3582B2E0}"/>
              </a:ext>
            </a:extLst>
          </p:cNvPr>
          <p:cNvSpPr txBox="1"/>
          <p:nvPr/>
        </p:nvSpPr>
        <p:spPr>
          <a:xfrm>
            <a:off x="6756410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7D7C4C0-C112-C78C-9608-A046C542F8C7}"/>
              </a:ext>
            </a:extLst>
          </p:cNvPr>
          <p:cNvSpPr txBox="1"/>
          <p:nvPr/>
        </p:nvSpPr>
        <p:spPr>
          <a:xfrm>
            <a:off x="8929310" y="319257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70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3190B4D-15AC-5141-4A9D-24EDBAE84A08}"/>
              </a:ext>
            </a:extLst>
          </p:cNvPr>
          <p:cNvSpPr txBox="1"/>
          <p:nvPr/>
        </p:nvSpPr>
        <p:spPr>
          <a:xfrm>
            <a:off x="7400187" y="319257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9.1 ÷ 0.13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155D21B-E4FA-7F1E-5E48-9B9D0999C968}"/>
              </a:ext>
            </a:extLst>
          </p:cNvPr>
          <p:cNvSpPr txBox="1"/>
          <p:nvPr/>
        </p:nvSpPr>
        <p:spPr>
          <a:xfrm>
            <a:off x="6756410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2E8862E-7E9B-C165-DD43-9C51429B9A1F}"/>
              </a:ext>
            </a:extLst>
          </p:cNvPr>
          <p:cNvSpPr txBox="1"/>
          <p:nvPr/>
        </p:nvSpPr>
        <p:spPr>
          <a:xfrm>
            <a:off x="8929310" y="4094109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8.5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93D69-9211-5016-1197-EAE4556DB40F}"/>
              </a:ext>
            </a:extLst>
          </p:cNvPr>
          <p:cNvSpPr txBox="1"/>
          <p:nvPr/>
        </p:nvSpPr>
        <p:spPr>
          <a:xfrm>
            <a:off x="7400189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9.35 ÷ 1.1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E4492AB-95B0-E371-AE1B-CEFA5508FD8E}"/>
              </a:ext>
            </a:extLst>
          </p:cNvPr>
          <p:cNvSpPr txBox="1"/>
          <p:nvPr/>
        </p:nvSpPr>
        <p:spPr>
          <a:xfrm>
            <a:off x="6756410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B435AE3-6A4C-2C02-1FAD-363DAE50B9CE}"/>
              </a:ext>
            </a:extLst>
          </p:cNvPr>
          <p:cNvSpPr txBox="1"/>
          <p:nvPr/>
        </p:nvSpPr>
        <p:spPr>
          <a:xfrm>
            <a:off x="8929310" y="4995642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4.1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92B0D2E-AFD5-1122-A198-27276F83C33E}"/>
              </a:ext>
            </a:extLst>
          </p:cNvPr>
          <p:cNvSpPr txBox="1"/>
          <p:nvPr/>
        </p:nvSpPr>
        <p:spPr>
          <a:xfrm>
            <a:off x="7335268" y="4995642"/>
            <a:ext cx="1335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13.94 ÷ 3.4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358FCBA-FC29-09E9-0138-5903896399FC}"/>
              </a:ext>
            </a:extLst>
          </p:cNvPr>
          <p:cNvSpPr txBox="1"/>
          <p:nvPr/>
        </p:nvSpPr>
        <p:spPr>
          <a:xfrm>
            <a:off x="6756410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66D572C-140B-BADB-6737-313095AF1BF0}"/>
              </a:ext>
            </a:extLst>
          </p:cNvPr>
          <p:cNvSpPr txBox="1"/>
          <p:nvPr/>
        </p:nvSpPr>
        <p:spPr>
          <a:xfrm>
            <a:off x="8929310" y="5897173"/>
            <a:ext cx="69442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5.5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12BA9B-E595-C224-BFE8-9B63900C8F68}"/>
              </a:ext>
            </a:extLst>
          </p:cNvPr>
          <p:cNvSpPr txBox="1"/>
          <p:nvPr/>
        </p:nvSpPr>
        <p:spPr>
          <a:xfrm>
            <a:off x="7335265" y="589717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7.81 ÷ 1.42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DE746-A7EA-9375-4F6B-E4E73AE61C39}"/>
              </a:ext>
            </a:extLst>
          </p:cNvPr>
          <p:cNvSpPr txBox="1"/>
          <p:nvPr/>
        </p:nvSpPr>
        <p:spPr>
          <a:xfrm>
            <a:off x="659593" y="139479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F2C97-757E-122A-9C25-8A5C297D0140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95AB02-4F09-935D-27A5-E002C4953012}"/>
              </a:ext>
            </a:extLst>
          </p:cNvPr>
          <p:cNvSpPr txBox="1"/>
          <p:nvPr/>
        </p:nvSpPr>
        <p:spPr>
          <a:xfrm>
            <a:off x="7670140" y="12427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3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9" grpId="0" animBg="1"/>
      <p:bldP spid="42" grpId="0" animBg="1"/>
      <p:bldP spid="45" grpId="0" animBg="1"/>
      <p:bldP spid="51" grpId="0" animBg="1"/>
      <p:bldP spid="54" grpId="0" animBg="1"/>
      <p:bldP spid="6" grpId="0" animBg="1"/>
      <p:bldP spid="10" grpId="0" animBg="1"/>
      <p:bldP spid="76" grpId="0" animBg="1"/>
      <p:bldP spid="79" grpId="0" animBg="1"/>
      <p:bldP spid="82" grpId="0" animBg="1"/>
      <p:bldP spid="85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4DE205-D78D-A765-981D-B1D70883E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6" y="52328"/>
            <a:ext cx="4876800" cy="32878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5E9FE4-DE59-0E3E-3FB4-4AE184F99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150" y="52327"/>
            <a:ext cx="4876800" cy="32878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E701F0-6619-AC7C-F4B5-EC4F89E1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7787"/>
            <a:ext cx="4876800" cy="3287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3BB6EA-41C0-26EA-6E58-DAD5BDA5D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4" y="3517786"/>
            <a:ext cx="4876800" cy="328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1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10720</TotalTime>
  <Words>287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548</cp:revision>
  <cp:lastPrinted>2017-12-31T22:38:51Z</cp:lastPrinted>
  <dcterms:created xsi:type="dcterms:W3CDTF">2017-01-17T16:57:04Z</dcterms:created>
  <dcterms:modified xsi:type="dcterms:W3CDTF">2024-05-28T10:36:15Z</dcterms:modified>
</cp:coreProperties>
</file>