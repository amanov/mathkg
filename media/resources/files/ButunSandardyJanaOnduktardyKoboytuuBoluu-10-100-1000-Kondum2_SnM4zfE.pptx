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4"/>
  </p:notesMasterIdLst>
  <p:sldIdLst>
    <p:sldId id="973" r:id="rId2"/>
    <p:sldId id="962" r:id="rId3"/>
    <p:sldId id="964" r:id="rId4"/>
    <p:sldId id="963" r:id="rId5"/>
    <p:sldId id="960" r:id="rId6"/>
    <p:sldId id="976" r:id="rId7"/>
    <p:sldId id="977" r:id="rId8"/>
    <p:sldId id="967" r:id="rId9"/>
    <p:sldId id="968" r:id="rId10"/>
    <p:sldId id="970" r:id="rId11"/>
    <p:sldId id="969" r:id="rId12"/>
    <p:sldId id="975" r:id="rId13"/>
  </p:sldIdLst>
  <p:sldSz cx="9906000" cy="6858000" type="A4"/>
  <p:notesSz cx="7104063" cy="10234613"/>
  <p:embeddedFontLst>
    <p:embeddedFont>
      <p:font typeface="Bauhaus 93" panose="04030905020B02020C02" pitchFamily="82" charset="0"/>
      <p:regular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9C604FE8-3DB7-4056-A23F-9024D0B4EDD3}">
          <p14:sldIdLst>
            <p14:sldId id="973"/>
          </p14:sldIdLst>
        </p14:section>
        <p14:section name="Көрсөтүү үчүн" id="{059544AC-2C27-45B1-9F95-F87DF8854DD6}">
          <p14:sldIdLst>
            <p14:sldId id="962"/>
            <p14:sldId id="964"/>
          </p14:sldIdLst>
        </p14:section>
        <p14:section name="Жооптор" id="{1FEDB314-42DC-4694-9B04-D4A4AAE625F7}">
          <p14:sldIdLst>
            <p14:sldId id="963"/>
            <p14:sldId id="960"/>
          </p14:sldIdLst>
        </p14:section>
        <p14:section name="Иш кагаздар" id="{A78D9305-6AAE-4715-A210-52F6908F30F7}">
          <p14:sldIdLst>
            <p14:sldId id="976"/>
            <p14:sldId id="977"/>
            <p14:sldId id="967"/>
            <p14:sldId id="968"/>
            <p14:sldId id="970"/>
            <p14:sldId id="969"/>
          </p14:sldIdLst>
        </p14:section>
        <p14:section name="Кайтарым байланыш" id="{9A6B5760-BC05-4F4E-95EC-93E127420159}">
          <p14:sldIdLst>
            <p14:sldId id="97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09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09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22/08/2024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779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4E80D56F-7085-C22A-76E5-942A69884C9F}"/>
              </a:ext>
            </a:extLst>
          </p:cNvPr>
          <p:cNvSpPr txBox="1">
            <a:spLocks/>
          </p:cNvSpPr>
          <p:nvPr/>
        </p:nvSpPr>
        <p:spPr>
          <a:xfrm>
            <a:off x="0" y="1703705"/>
            <a:ext cx="9698182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ctr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Бүтүн жана ондук сандар – 10, 100, 1000гө көбөйтүү</a:t>
            </a:r>
          </a:p>
          <a:p>
            <a:pPr marL="0" marR="0" lvl="0" indent="0" algn="ctr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жана бөлүү – </a:t>
            </a:r>
            <a:r>
              <a:rPr lang="ky-KG" b="1" i="0" cap="all" dirty="0">
                <a:solidFill>
                  <a:srgbClr val="212529"/>
                </a:solidFill>
                <a:effectLst/>
                <a:highlight>
                  <a:srgbClr val="FFE4C4"/>
                </a:highlight>
                <a:latin typeface="system-ui"/>
              </a:rPr>
              <a:t>КӨНДҮМ ИШ КАГАЗДАРЫ </a:t>
            </a:r>
            <a:r>
              <a:rPr lang="en-US" b="1" i="0" cap="all" dirty="0">
                <a:solidFill>
                  <a:srgbClr val="212529"/>
                </a:solidFill>
                <a:effectLst/>
                <a:highlight>
                  <a:srgbClr val="FFE4C4"/>
                </a:highlight>
                <a:latin typeface="system-ui"/>
              </a:rPr>
              <a:t>2</a:t>
            </a:r>
            <a:endParaRPr lang="ky-KG" b="1" i="0" cap="all" dirty="0">
              <a:solidFill>
                <a:srgbClr val="212529"/>
              </a:solidFill>
              <a:effectLst/>
              <a:highlight>
                <a:srgbClr val="FFE4C4"/>
              </a:highlight>
              <a:latin typeface="system-ui"/>
            </a:endParaRPr>
          </a:p>
          <a:p>
            <a:pPr marL="228600" marR="0" lvl="0" indent="-228600" algn="ctr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ky-KG" sz="2800" b="1" u="sng" strike="noStrike" kern="1200" cap="all" spc="0" normalizeH="0" baseline="0" noProof="0" dirty="0">
              <a:ln>
                <a:noFill/>
              </a:ln>
              <a:solidFill>
                <a:srgbClr val="212529"/>
              </a:solidFill>
              <a:highlight>
                <a:srgbClr val="FFE4C4"/>
              </a:highlight>
              <a:uLnTx/>
              <a:uFillTx/>
              <a:latin typeface="system-ui"/>
              <a:ea typeface="+mn-ea"/>
              <a:cs typeface="Arial" panose="020B0604020202020204" pitchFamily="34" charset="0"/>
            </a:endParaRPr>
          </a:p>
          <a:p>
            <a:pPr marL="228600" marR="0" lvl="0" indent="-228600" algn="ctr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ctr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Иш барагы 2 өлчөмдө.</a:t>
            </a:r>
          </a:p>
          <a:p>
            <a:pPr marL="228600" marR="0" lvl="0" indent="-228600" algn="l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D653A3E-0063-91E9-035B-F3A9DD1267D8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643278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4E23D3F5-0D7D-49F6-765E-993C0E347E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2793356"/>
              </p:ext>
            </p:extLst>
          </p:nvPr>
        </p:nvGraphicFramePr>
        <p:xfrm>
          <a:off x="269435" y="274762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8CAEDD59-C4D4-69F0-35FA-41B32E5854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8740207"/>
              </p:ext>
            </p:extLst>
          </p:nvPr>
        </p:nvGraphicFramePr>
        <p:xfrm>
          <a:off x="3602838" y="1904055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0.06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0.52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24.7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22C2408A-8613-BC9D-B2C2-00F08A83A25C}"/>
              </a:ext>
            </a:extLst>
          </p:cNvPr>
          <p:cNvSpPr/>
          <p:nvPr/>
        </p:nvSpPr>
        <p:spPr>
          <a:xfrm>
            <a:off x="3591098" y="437870"/>
            <a:ext cx="2726574" cy="167597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812174"/>
              <a:gd name="connsiteY0" fmla="*/ 774302 h 1273065"/>
              <a:gd name="connsiteX1" fmla="*/ 1812174 w 1812174"/>
              <a:gd name="connsiteY1" fmla="*/ 1273065 h 1273065"/>
              <a:gd name="connsiteX0" fmla="*/ 0 w 1778821"/>
              <a:gd name="connsiteY0" fmla="*/ 851102 h 1017358"/>
              <a:gd name="connsiteX1" fmla="*/ 1778821 w 1778821"/>
              <a:gd name="connsiteY1" fmla="*/ 1017358 h 1017358"/>
              <a:gd name="connsiteX0" fmla="*/ 0 w 1778821"/>
              <a:gd name="connsiteY0" fmla="*/ 541559 h 1233214"/>
              <a:gd name="connsiteX1" fmla="*/ 1778821 w 1778821"/>
              <a:gd name="connsiteY1" fmla="*/ 707815 h 1233214"/>
              <a:gd name="connsiteX0" fmla="*/ 0 w 1751027"/>
              <a:gd name="connsiteY0" fmla="*/ 524115 h 1365026"/>
              <a:gd name="connsiteX1" fmla="*/ 1751027 w 1751027"/>
              <a:gd name="connsiteY1" fmla="*/ 856627 h 1365026"/>
              <a:gd name="connsiteX0" fmla="*/ 0 w 1823291"/>
              <a:gd name="connsiteY0" fmla="*/ 537971 h 1259382"/>
              <a:gd name="connsiteX1" fmla="*/ 1823291 w 1823291"/>
              <a:gd name="connsiteY1" fmla="*/ 737479 h 1259382"/>
              <a:gd name="connsiteX0" fmla="*/ 0 w 1823291"/>
              <a:gd name="connsiteY0" fmla="*/ 1292378 h 1491886"/>
              <a:gd name="connsiteX1" fmla="*/ 1823291 w 1823291"/>
              <a:gd name="connsiteY1" fmla="*/ 1491886 h 1491886"/>
              <a:gd name="connsiteX0" fmla="*/ 0 w 1823291"/>
              <a:gd name="connsiteY0" fmla="*/ 443079 h 670387"/>
              <a:gd name="connsiteX1" fmla="*/ 1823291 w 1823291"/>
              <a:gd name="connsiteY1" fmla="*/ 642587 h 670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23291" h="670387">
                <a:moveTo>
                  <a:pt x="0" y="443079"/>
                </a:moveTo>
                <a:cubicBezTo>
                  <a:pt x="743029" y="1407354"/>
                  <a:pt x="1230351" y="-1119710"/>
                  <a:pt x="1823291" y="642587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3CBA803-B4EE-22C1-95CA-CCD7E17C7F1A}"/>
              </a:ext>
            </a:extLst>
          </p:cNvPr>
          <p:cNvSpPr/>
          <p:nvPr/>
        </p:nvSpPr>
        <p:spPr>
          <a:xfrm flipV="1">
            <a:off x="5469775" y="972589"/>
            <a:ext cx="1014154" cy="831273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866676"/>
              <a:gd name="connsiteY0" fmla="*/ 0 h 437690"/>
              <a:gd name="connsiteX1" fmla="*/ 1866676 w 1866676"/>
              <a:gd name="connsiteY1" fmla="*/ 437690 h 437690"/>
              <a:gd name="connsiteX0" fmla="*/ 0 w 1812174"/>
              <a:gd name="connsiteY0" fmla="*/ 0 h 452958"/>
              <a:gd name="connsiteX1" fmla="*/ 1812174 w 1812174"/>
              <a:gd name="connsiteY1" fmla="*/ 452958 h 452958"/>
              <a:gd name="connsiteX0" fmla="*/ 82625 w 1894799"/>
              <a:gd name="connsiteY0" fmla="*/ 0 h 452958"/>
              <a:gd name="connsiteX1" fmla="*/ 1894799 w 1894799"/>
              <a:gd name="connsiteY1" fmla="*/ 452958 h 452958"/>
              <a:gd name="connsiteX0" fmla="*/ 83176 w 1881724"/>
              <a:gd name="connsiteY0" fmla="*/ 0 h 376617"/>
              <a:gd name="connsiteX1" fmla="*/ 1881724 w 1881724"/>
              <a:gd name="connsiteY1" fmla="*/ 376617 h 376617"/>
              <a:gd name="connsiteX0" fmla="*/ 108964 w 1907512"/>
              <a:gd name="connsiteY0" fmla="*/ 0 h 376617"/>
              <a:gd name="connsiteX1" fmla="*/ 1907512 w 1907512"/>
              <a:gd name="connsiteY1" fmla="*/ 376617 h 376617"/>
              <a:gd name="connsiteX0" fmla="*/ 0 w 1798548"/>
              <a:gd name="connsiteY0" fmla="*/ 0 h 376617"/>
              <a:gd name="connsiteX1" fmla="*/ 1798548 w 1798548"/>
              <a:gd name="connsiteY1" fmla="*/ 376617 h 376617"/>
              <a:gd name="connsiteX0" fmla="*/ 0 w 1757672"/>
              <a:gd name="connsiteY0" fmla="*/ 0 h 503852"/>
              <a:gd name="connsiteX1" fmla="*/ 1757672 w 1757672"/>
              <a:gd name="connsiteY1" fmla="*/ 503852 h 503852"/>
              <a:gd name="connsiteX0" fmla="*/ 0 w 1757672"/>
              <a:gd name="connsiteY0" fmla="*/ 0 h 503852"/>
              <a:gd name="connsiteX1" fmla="*/ 1757672 w 1757672"/>
              <a:gd name="connsiteY1" fmla="*/ 503852 h 503852"/>
              <a:gd name="connsiteX0" fmla="*/ 0 w 1662295"/>
              <a:gd name="connsiteY0" fmla="*/ 0 h 508942"/>
              <a:gd name="connsiteX1" fmla="*/ 1662295 w 1662295"/>
              <a:gd name="connsiteY1" fmla="*/ 508942 h 508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62295" h="508942">
                <a:moveTo>
                  <a:pt x="0" y="0"/>
                </a:moveTo>
                <a:cubicBezTo>
                  <a:pt x="99919" y="334205"/>
                  <a:pt x="526851" y="444477"/>
                  <a:pt x="1662295" y="508942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0842B1-5485-81E6-7DDE-0F102159CEC6}"/>
              </a:ext>
            </a:extLst>
          </p:cNvPr>
          <p:cNvSpPr/>
          <p:nvPr/>
        </p:nvSpPr>
        <p:spPr>
          <a:xfrm rot="10800000" flipH="1">
            <a:off x="8307514" y="1712422"/>
            <a:ext cx="499755" cy="1945176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1280577 w 1379303"/>
              <a:gd name="connsiteY0" fmla="*/ 0 h 489059"/>
              <a:gd name="connsiteX1" fmla="*/ 98725 w 1379303"/>
              <a:gd name="connsiteY1" fmla="*/ 489059 h 489059"/>
              <a:gd name="connsiteX0" fmla="*/ 1218608 w 3212225"/>
              <a:gd name="connsiteY0" fmla="*/ 0 h 489059"/>
              <a:gd name="connsiteX1" fmla="*/ 36756 w 3212225"/>
              <a:gd name="connsiteY1" fmla="*/ 489059 h 489059"/>
              <a:gd name="connsiteX0" fmla="*/ 1689127 w 3598464"/>
              <a:gd name="connsiteY0" fmla="*/ 0 h 485177"/>
              <a:gd name="connsiteX1" fmla="*/ 34539 w 3598464"/>
              <a:gd name="connsiteY1" fmla="*/ 485177 h 485177"/>
              <a:gd name="connsiteX0" fmla="*/ 2824232 w 4242435"/>
              <a:gd name="connsiteY0" fmla="*/ 0 h 485177"/>
              <a:gd name="connsiteX1" fmla="*/ 1169644 w 4242435"/>
              <a:gd name="connsiteY1" fmla="*/ 485177 h 485177"/>
              <a:gd name="connsiteX0" fmla="*/ 2761315 w 4511323"/>
              <a:gd name="connsiteY0" fmla="*/ 0 h 485177"/>
              <a:gd name="connsiteX1" fmla="*/ 1106727 w 4511323"/>
              <a:gd name="connsiteY1" fmla="*/ 485177 h 485177"/>
              <a:gd name="connsiteX0" fmla="*/ 3052146 w 3595412"/>
              <a:gd name="connsiteY0" fmla="*/ 0 h 485177"/>
              <a:gd name="connsiteX1" fmla="*/ 1397558 w 3595412"/>
              <a:gd name="connsiteY1" fmla="*/ 485177 h 485177"/>
              <a:gd name="connsiteX0" fmla="*/ 5187197 w 5632174"/>
              <a:gd name="connsiteY0" fmla="*/ 0 h 475474"/>
              <a:gd name="connsiteX1" fmla="*/ 1168905 w 5632174"/>
              <a:gd name="connsiteY1" fmla="*/ 475474 h 475474"/>
              <a:gd name="connsiteX0" fmla="*/ 4133519 w 4736802"/>
              <a:gd name="connsiteY0" fmla="*/ 0 h 475474"/>
              <a:gd name="connsiteX1" fmla="*/ 115227 w 4736802"/>
              <a:gd name="connsiteY1" fmla="*/ 475474 h 475474"/>
              <a:gd name="connsiteX0" fmla="*/ 4133519 w 4736802"/>
              <a:gd name="connsiteY0" fmla="*/ 0 h 475474"/>
              <a:gd name="connsiteX1" fmla="*/ 115227 w 4736802"/>
              <a:gd name="connsiteY1" fmla="*/ 475474 h 475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736802" h="475474">
                <a:moveTo>
                  <a:pt x="4133519" y="0"/>
                </a:moveTo>
                <a:cubicBezTo>
                  <a:pt x="6943688" y="208949"/>
                  <a:pt x="-1040361" y="185014"/>
                  <a:pt x="115227" y="475474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206F72D-DDA9-8E13-23F5-5EB3FB396C3A}"/>
              </a:ext>
            </a:extLst>
          </p:cNvPr>
          <p:cNvSpPr/>
          <p:nvPr/>
        </p:nvSpPr>
        <p:spPr>
          <a:xfrm>
            <a:off x="6849689" y="2552007"/>
            <a:ext cx="730734" cy="1130533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812174"/>
              <a:gd name="connsiteY0" fmla="*/ 0 h 565670"/>
              <a:gd name="connsiteX1" fmla="*/ 1812174 w 1812174"/>
              <a:gd name="connsiteY1" fmla="*/ 565670 h 565670"/>
              <a:gd name="connsiteX0" fmla="*/ 0 w 1812174"/>
              <a:gd name="connsiteY0" fmla="*/ 0 h 565670"/>
              <a:gd name="connsiteX1" fmla="*/ 1812174 w 1812174"/>
              <a:gd name="connsiteY1" fmla="*/ 565670 h 565670"/>
              <a:gd name="connsiteX0" fmla="*/ 0 w 2114204"/>
              <a:gd name="connsiteY0" fmla="*/ 0 h 577835"/>
              <a:gd name="connsiteX1" fmla="*/ 2114204 w 2114204"/>
              <a:gd name="connsiteY1" fmla="*/ 577835 h 577835"/>
              <a:gd name="connsiteX0" fmla="*/ 0 w 2212501"/>
              <a:gd name="connsiteY0" fmla="*/ 0 h 577835"/>
              <a:gd name="connsiteX1" fmla="*/ 2114204 w 2212501"/>
              <a:gd name="connsiteY1" fmla="*/ 577835 h 577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12501" h="577835">
                <a:moveTo>
                  <a:pt x="0" y="0"/>
                </a:moveTo>
                <a:cubicBezTo>
                  <a:pt x="1384300" y="38521"/>
                  <a:pt x="2567247" y="296014"/>
                  <a:pt x="2114204" y="577835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D1216B0-A3FC-B351-5ABA-E4EA0512E72B}"/>
              </a:ext>
            </a:extLst>
          </p:cNvPr>
          <p:cNvSpPr/>
          <p:nvPr/>
        </p:nvSpPr>
        <p:spPr>
          <a:xfrm flipH="1" flipV="1">
            <a:off x="1884553" y="1496289"/>
            <a:ext cx="1573541" cy="1047404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996464"/>
              <a:gd name="connsiteY0" fmla="*/ 0 h 556143"/>
              <a:gd name="connsiteX1" fmla="*/ 1996464 w 1996464"/>
              <a:gd name="connsiteY1" fmla="*/ 556143 h 556143"/>
              <a:gd name="connsiteX0" fmla="*/ 0 w 1996464"/>
              <a:gd name="connsiteY0" fmla="*/ 0 h 556143"/>
              <a:gd name="connsiteX1" fmla="*/ 1996464 w 1996464"/>
              <a:gd name="connsiteY1" fmla="*/ 556143 h 556143"/>
              <a:gd name="connsiteX0" fmla="*/ 0 w 2672191"/>
              <a:gd name="connsiteY0" fmla="*/ 0 h 556143"/>
              <a:gd name="connsiteX1" fmla="*/ 2672191 w 2672191"/>
              <a:gd name="connsiteY1" fmla="*/ 556143 h 556143"/>
              <a:gd name="connsiteX0" fmla="*/ 0 w 2677371"/>
              <a:gd name="connsiteY0" fmla="*/ 0 h 556143"/>
              <a:gd name="connsiteX1" fmla="*/ 2672191 w 2677371"/>
              <a:gd name="connsiteY1" fmla="*/ 556143 h 556143"/>
              <a:gd name="connsiteX0" fmla="*/ 0 w 2907053"/>
              <a:gd name="connsiteY0" fmla="*/ 0 h 556143"/>
              <a:gd name="connsiteX1" fmla="*/ 2902550 w 2907053"/>
              <a:gd name="connsiteY1" fmla="*/ 556143 h 556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07053" h="556143">
                <a:moveTo>
                  <a:pt x="0" y="0"/>
                </a:moveTo>
                <a:cubicBezTo>
                  <a:pt x="1341215" y="35311"/>
                  <a:pt x="3004934" y="189795"/>
                  <a:pt x="2902550" y="556143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B3783B0-04A0-45EB-CEB4-94B8E0D66E18}"/>
              </a:ext>
            </a:extLst>
          </p:cNvPr>
          <p:cNvSpPr/>
          <p:nvPr/>
        </p:nvSpPr>
        <p:spPr>
          <a:xfrm flipH="1">
            <a:off x="8179722" y="5137263"/>
            <a:ext cx="640546" cy="1014152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651602"/>
              <a:gd name="connsiteY0" fmla="*/ 0 h 514513"/>
              <a:gd name="connsiteX1" fmla="*/ 1651602 w 1651602"/>
              <a:gd name="connsiteY1" fmla="*/ 514513 h 514513"/>
              <a:gd name="connsiteX0" fmla="*/ 90114 w 1741716"/>
              <a:gd name="connsiteY0" fmla="*/ 0 h 514513"/>
              <a:gd name="connsiteX1" fmla="*/ 1741716 w 1741716"/>
              <a:gd name="connsiteY1" fmla="*/ 514513 h 514513"/>
              <a:gd name="connsiteX0" fmla="*/ 91212 w 1719877"/>
              <a:gd name="connsiteY0" fmla="*/ 0 h 640516"/>
              <a:gd name="connsiteX1" fmla="*/ 1719877 w 1719877"/>
              <a:gd name="connsiteY1" fmla="*/ 640516 h 640516"/>
              <a:gd name="connsiteX0" fmla="*/ 138918 w 1767583"/>
              <a:gd name="connsiteY0" fmla="*/ 0 h 640516"/>
              <a:gd name="connsiteX1" fmla="*/ 1767583 w 1767583"/>
              <a:gd name="connsiteY1" fmla="*/ 640516 h 640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67583" h="640516">
                <a:moveTo>
                  <a:pt x="138918" y="0"/>
                </a:moveTo>
                <a:cubicBezTo>
                  <a:pt x="-335152" y="292258"/>
                  <a:pt x="452419" y="563514"/>
                  <a:pt x="1767583" y="640516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877325F-6610-53DB-F48A-BC14DA45E657}"/>
              </a:ext>
            </a:extLst>
          </p:cNvPr>
          <p:cNvSpPr/>
          <p:nvPr/>
        </p:nvSpPr>
        <p:spPr>
          <a:xfrm flipH="1">
            <a:off x="3832166" y="3200400"/>
            <a:ext cx="1414864" cy="2302625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967503"/>
              <a:gd name="connsiteY0" fmla="*/ 0 h 517112"/>
              <a:gd name="connsiteX1" fmla="*/ 1967503 w 1967503"/>
              <a:gd name="connsiteY1" fmla="*/ 517112 h 517112"/>
              <a:gd name="connsiteX0" fmla="*/ 0 w 1967503"/>
              <a:gd name="connsiteY0" fmla="*/ 0 h 517112"/>
              <a:gd name="connsiteX1" fmla="*/ 1967503 w 1967503"/>
              <a:gd name="connsiteY1" fmla="*/ 517112 h 517112"/>
              <a:gd name="connsiteX0" fmla="*/ 0 w 1750043"/>
              <a:gd name="connsiteY0" fmla="*/ 0 h 457060"/>
              <a:gd name="connsiteX1" fmla="*/ 1750043 w 1750043"/>
              <a:gd name="connsiteY1" fmla="*/ 457060 h 457060"/>
              <a:gd name="connsiteX0" fmla="*/ 0 w 1750043"/>
              <a:gd name="connsiteY0" fmla="*/ 0 h 457060"/>
              <a:gd name="connsiteX1" fmla="*/ 1750043 w 1750043"/>
              <a:gd name="connsiteY1" fmla="*/ 457060 h 457060"/>
              <a:gd name="connsiteX0" fmla="*/ 0 w 1750043"/>
              <a:gd name="connsiteY0" fmla="*/ 0 h 457060"/>
              <a:gd name="connsiteX1" fmla="*/ 1750043 w 1750043"/>
              <a:gd name="connsiteY1" fmla="*/ 457060 h 457060"/>
              <a:gd name="connsiteX0" fmla="*/ 0 w 1874307"/>
              <a:gd name="connsiteY0" fmla="*/ 0 h 420362"/>
              <a:gd name="connsiteX1" fmla="*/ 1874307 w 1874307"/>
              <a:gd name="connsiteY1" fmla="*/ 420362 h 420362"/>
              <a:gd name="connsiteX0" fmla="*/ 0 w 1874307"/>
              <a:gd name="connsiteY0" fmla="*/ 0 h 420362"/>
              <a:gd name="connsiteX1" fmla="*/ 1874307 w 1874307"/>
              <a:gd name="connsiteY1" fmla="*/ 420362 h 420362"/>
              <a:gd name="connsiteX0" fmla="*/ 0 w 1863951"/>
              <a:gd name="connsiteY0" fmla="*/ 0 h 420362"/>
              <a:gd name="connsiteX1" fmla="*/ 1863951 w 1863951"/>
              <a:gd name="connsiteY1" fmla="*/ 420362 h 420362"/>
              <a:gd name="connsiteX0" fmla="*/ 11689 w 1875640"/>
              <a:gd name="connsiteY0" fmla="*/ 0 h 420362"/>
              <a:gd name="connsiteX1" fmla="*/ 1875640 w 1875640"/>
              <a:gd name="connsiteY1" fmla="*/ 420362 h 420362"/>
              <a:gd name="connsiteX0" fmla="*/ 0 w 1863951"/>
              <a:gd name="connsiteY0" fmla="*/ 0 h 420362"/>
              <a:gd name="connsiteX1" fmla="*/ 1863951 w 1863951"/>
              <a:gd name="connsiteY1" fmla="*/ 420362 h 420362"/>
              <a:gd name="connsiteX0" fmla="*/ 0 w 1863951"/>
              <a:gd name="connsiteY0" fmla="*/ 0 h 420362"/>
              <a:gd name="connsiteX1" fmla="*/ 1863951 w 1863951"/>
              <a:gd name="connsiteY1" fmla="*/ 420362 h 420362"/>
              <a:gd name="connsiteX0" fmla="*/ 0 w 1698267"/>
              <a:gd name="connsiteY0" fmla="*/ 0 h 417026"/>
              <a:gd name="connsiteX1" fmla="*/ 1698267 w 1698267"/>
              <a:gd name="connsiteY1" fmla="*/ 417026 h 417026"/>
              <a:gd name="connsiteX0" fmla="*/ 0 w 1698267"/>
              <a:gd name="connsiteY0" fmla="*/ 0 h 417026"/>
              <a:gd name="connsiteX1" fmla="*/ 1698267 w 1698267"/>
              <a:gd name="connsiteY1" fmla="*/ 417026 h 417026"/>
              <a:gd name="connsiteX0" fmla="*/ 32586 w 1730853"/>
              <a:gd name="connsiteY0" fmla="*/ 0 h 417026"/>
              <a:gd name="connsiteX1" fmla="*/ 1730853 w 1730853"/>
              <a:gd name="connsiteY1" fmla="*/ 417026 h 417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30853" h="417026">
                <a:moveTo>
                  <a:pt x="32586" y="0"/>
                </a:moveTo>
                <a:cubicBezTo>
                  <a:pt x="-93371" y="119547"/>
                  <a:pt x="80914" y="342518"/>
                  <a:pt x="1730853" y="417026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98CEF2E-9063-F91B-7D62-A2139A7F5D5B}"/>
              </a:ext>
            </a:extLst>
          </p:cNvPr>
          <p:cNvSpPr/>
          <p:nvPr/>
        </p:nvSpPr>
        <p:spPr>
          <a:xfrm flipH="1">
            <a:off x="1280159" y="4763193"/>
            <a:ext cx="1537855" cy="665018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812174"/>
              <a:gd name="connsiteY0" fmla="*/ 0 h 521095"/>
              <a:gd name="connsiteX1" fmla="*/ 1812174 w 1812174"/>
              <a:gd name="connsiteY1" fmla="*/ 521095 h 521095"/>
              <a:gd name="connsiteX0" fmla="*/ 0 w 3936033"/>
              <a:gd name="connsiteY0" fmla="*/ 0 h 521095"/>
              <a:gd name="connsiteX1" fmla="*/ 1812174 w 3936033"/>
              <a:gd name="connsiteY1" fmla="*/ 521095 h 521095"/>
              <a:gd name="connsiteX0" fmla="*/ 629281 w 4036359"/>
              <a:gd name="connsiteY0" fmla="*/ 0 h 521095"/>
              <a:gd name="connsiteX1" fmla="*/ 2441455 w 4036359"/>
              <a:gd name="connsiteY1" fmla="*/ 521095 h 521095"/>
              <a:gd name="connsiteX0" fmla="*/ 420708 w 9381055"/>
              <a:gd name="connsiteY0" fmla="*/ 0 h 550872"/>
              <a:gd name="connsiteX1" fmla="*/ 8273347 w 9381055"/>
              <a:gd name="connsiteY1" fmla="*/ 550872 h 550872"/>
              <a:gd name="connsiteX0" fmla="*/ 420708 w 9381055"/>
              <a:gd name="connsiteY0" fmla="*/ 0 h 550872"/>
              <a:gd name="connsiteX1" fmla="*/ 8273347 w 9381055"/>
              <a:gd name="connsiteY1" fmla="*/ 550872 h 550872"/>
              <a:gd name="connsiteX0" fmla="*/ 524764 w 6108747"/>
              <a:gd name="connsiteY0" fmla="*/ 0 h 513651"/>
              <a:gd name="connsiteX1" fmla="*/ 4753129 w 6108747"/>
              <a:gd name="connsiteY1" fmla="*/ 513651 h 513651"/>
              <a:gd name="connsiteX0" fmla="*/ 26376651 w 26376651"/>
              <a:gd name="connsiteY0" fmla="*/ 0 h 424321"/>
              <a:gd name="connsiteX1" fmla="*/ 0 w 26376651"/>
              <a:gd name="connsiteY1" fmla="*/ 424321 h 424321"/>
              <a:gd name="connsiteX0" fmla="*/ 26376651 w 26382270"/>
              <a:gd name="connsiteY0" fmla="*/ 0 h 424321"/>
              <a:gd name="connsiteX1" fmla="*/ 0 w 26382270"/>
              <a:gd name="connsiteY1" fmla="*/ 424321 h 424321"/>
              <a:gd name="connsiteX0" fmla="*/ 28792842 w 28797904"/>
              <a:gd name="connsiteY0" fmla="*/ 0 h 454098"/>
              <a:gd name="connsiteX1" fmla="*/ 0 w 28797904"/>
              <a:gd name="connsiteY1" fmla="*/ 454098 h 454098"/>
              <a:gd name="connsiteX0" fmla="*/ 29101379 w 29105036"/>
              <a:gd name="connsiteY0" fmla="*/ 0 h 454098"/>
              <a:gd name="connsiteX1" fmla="*/ 308537 w 29105036"/>
              <a:gd name="connsiteY1" fmla="*/ 454098 h 454098"/>
              <a:gd name="connsiteX0" fmla="*/ 41104074 w 41106763"/>
              <a:gd name="connsiteY0" fmla="*/ 0 h 543428"/>
              <a:gd name="connsiteX1" fmla="*/ 230324 w 41106763"/>
              <a:gd name="connsiteY1" fmla="*/ 543428 h 543428"/>
              <a:gd name="connsiteX0" fmla="*/ 40970394 w 40973156"/>
              <a:gd name="connsiteY0" fmla="*/ 0 h 543428"/>
              <a:gd name="connsiteX1" fmla="*/ 96644 w 40973156"/>
              <a:gd name="connsiteY1" fmla="*/ 543428 h 543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0973156" h="543428">
                <a:moveTo>
                  <a:pt x="40970394" y="0"/>
                </a:moveTo>
                <a:cubicBezTo>
                  <a:pt x="41373129" y="426802"/>
                  <a:pt x="-2319571" y="4963"/>
                  <a:pt x="96644" y="543428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CD7557B-25BA-E3EC-FAB1-5F2133C71CEC}"/>
              </a:ext>
            </a:extLst>
          </p:cNvPr>
          <p:cNvSpPr/>
          <p:nvPr/>
        </p:nvSpPr>
        <p:spPr>
          <a:xfrm flipH="1">
            <a:off x="3566160" y="3150524"/>
            <a:ext cx="972588" cy="997527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913980"/>
              <a:gd name="connsiteY0" fmla="*/ 0 h 459257"/>
              <a:gd name="connsiteX1" fmla="*/ 1913980 w 1913980"/>
              <a:gd name="connsiteY1" fmla="*/ 459257 h 459257"/>
              <a:gd name="connsiteX0" fmla="*/ 0 w 1913980"/>
              <a:gd name="connsiteY0" fmla="*/ 0 h 459257"/>
              <a:gd name="connsiteX1" fmla="*/ 1913980 w 1913980"/>
              <a:gd name="connsiteY1" fmla="*/ 459257 h 459257"/>
              <a:gd name="connsiteX0" fmla="*/ 0 w 1934340"/>
              <a:gd name="connsiteY0" fmla="*/ 0 h 498763"/>
              <a:gd name="connsiteX1" fmla="*/ 1934340 w 1934340"/>
              <a:gd name="connsiteY1" fmla="*/ 498763 h 498763"/>
              <a:gd name="connsiteX0" fmla="*/ 0 w 1934340"/>
              <a:gd name="connsiteY0" fmla="*/ 0 h 498763"/>
              <a:gd name="connsiteX1" fmla="*/ 1934340 w 1934340"/>
              <a:gd name="connsiteY1" fmla="*/ 498763 h 498763"/>
              <a:gd name="connsiteX0" fmla="*/ 0 w 1812172"/>
              <a:gd name="connsiteY0" fmla="*/ 0 h 444442"/>
              <a:gd name="connsiteX1" fmla="*/ 1812172 w 1812172"/>
              <a:gd name="connsiteY1" fmla="*/ 444442 h 444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12172" h="444442">
                <a:moveTo>
                  <a:pt x="0" y="0"/>
                </a:moveTo>
                <a:cubicBezTo>
                  <a:pt x="54294" y="265019"/>
                  <a:pt x="454737" y="431274"/>
                  <a:pt x="1812172" y="444442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80EA349-92D1-B752-805B-3029E9035AC2}"/>
              </a:ext>
            </a:extLst>
          </p:cNvPr>
          <p:cNvSpPr/>
          <p:nvPr/>
        </p:nvSpPr>
        <p:spPr>
          <a:xfrm>
            <a:off x="5744096" y="3200399"/>
            <a:ext cx="343222" cy="2227812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814460"/>
              <a:gd name="connsiteY0" fmla="*/ 0 h 502570"/>
              <a:gd name="connsiteX1" fmla="*/ 814460 w 814460"/>
              <a:gd name="connsiteY1" fmla="*/ 502570 h 502570"/>
              <a:gd name="connsiteX0" fmla="*/ 0 w 814460"/>
              <a:gd name="connsiteY0" fmla="*/ 0 h 502570"/>
              <a:gd name="connsiteX1" fmla="*/ 814460 w 814460"/>
              <a:gd name="connsiteY1" fmla="*/ 502570 h 502570"/>
              <a:gd name="connsiteX0" fmla="*/ 0 w 814460"/>
              <a:gd name="connsiteY0" fmla="*/ 0 h 502570"/>
              <a:gd name="connsiteX1" fmla="*/ 814460 w 814460"/>
              <a:gd name="connsiteY1" fmla="*/ 502570 h 502570"/>
              <a:gd name="connsiteX0" fmla="*/ 0 w 1160605"/>
              <a:gd name="connsiteY0" fmla="*/ 0 h 515896"/>
              <a:gd name="connsiteX1" fmla="*/ 1160605 w 1160605"/>
              <a:gd name="connsiteY1" fmla="*/ 515896 h 515896"/>
              <a:gd name="connsiteX0" fmla="*/ 159034 w 741371"/>
              <a:gd name="connsiteY0" fmla="*/ 0 h 510185"/>
              <a:gd name="connsiteX1" fmla="*/ 741372 w 741371"/>
              <a:gd name="connsiteY1" fmla="*/ 510185 h 510185"/>
              <a:gd name="connsiteX0" fmla="*/ 0 w 582339"/>
              <a:gd name="connsiteY0" fmla="*/ 0 h 510185"/>
              <a:gd name="connsiteX1" fmla="*/ 582338 w 582339"/>
              <a:gd name="connsiteY1" fmla="*/ 510185 h 510185"/>
              <a:gd name="connsiteX0" fmla="*/ 0 w 582337"/>
              <a:gd name="connsiteY0" fmla="*/ 0 h 510185"/>
              <a:gd name="connsiteX1" fmla="*/ 582338 w 582337"/>
              <a:gd name="connsiteY1" fmla="*/ 510185 h 510185"/>
              <a:gd name="connsiteX0" fmla="*/ 0 w 582339"/>
              <a:gd name="connsiteY0" fmla="*/ 0 h 510185"/>
              <a:gd name="connsiteX1" fmla="*/ 582338 w 582339"/>
              <a:gd name="connsiteY1" fmla="*/ 510185 h 510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82339" h="510185">
                <a:moveTo>
                  <a:pt x="0" y="0"/>
                </a:moveTo>
                <a:cubicBezTo>
                  <a:pt x="671202" y="177675"/>
                  <a:pt x="-304696" y="260169"/>
                  <a:pt x="582338" y="510185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8DC19DB-CFA5-3431-33D8-87CA6706A6C5}"/>
              </a:ext>
            </a:extLst>
          </p:cNvPr>
          <p:cNvSpPr/>
          <p:nvPr/>
        </p:nvSpPr>
        <p:spPr>
          <a:xfrm>
            <a:off x="2211185" y="2028306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× 10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7BF6C28-A993-BB90-B696-7F1839483910}"/>
              </a:ext>
            </a:extLst>
          </p:cNvPr>
          <p:cNvSpPr/>
          <p:nvPr/>
        </p:nvSpPr>
        <p:spPr>
          <a:xfrm>
            <a:off x="4663441" y="332509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× 100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06C8689-EC07-7737-5BCA-33F318AA8AB6}"/>
              </a:ext>
            </a:extLst>
          </p:cNvPr>
          <p:cNvSpPr/>
          <p:nvPr/>
        </p:nvSpPr>
        <p:spPr>
          <a:xfrm>
            <a:off x="5454656" y="1232695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× 1000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0FE7560-0B4F-F0F2-E5FF-A90DABB331F4}"/>
              </a:ext>
            </a:extLst>
          </p:cNvPr>
          <p:cNvSpPr/>
          <p:nvPr/>
        </p:nvSpPr>
        <p:spPr>
          <a:xfrm>
            <a:off x="8212977" y="2435629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× 10,000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BAD24AE-D364-A41D-E00B-4918DB0F725A}"/>
              </a:ext>
            </a:extLst>
          </p:cNvPr>
          <p:cNvSpPr/>
          <p:nvPr/>
        </p:nvSpPr>
        <p:spPr>
          <a:xfrm>
            <a:off x="6991005" y="2859578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÷ 10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50ACC54-2054-E0CF-BFB0-B2B8BEE2E0A6}"/>
              </a:ext>
            </a:extLst>
          </p:cNvPr>
          <p:cNvSpPr/>
          <p:nvPr/>
        </p:nvSpPr>
        <p:spPr>
          <a:xfrm>
            <a:off x="4031672" y="3649287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÷ 100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EA34EAD-25EF-74BB-72DA-9BF5E603EEE0}"/>
              </a:ext>
            </a:extLst>
          </p:cNvPr>
          <p:cNvSpPr/>
          <p:nvPr/>
        </p:nvSpPr>
        <p:spPr>
          <a:xfrm>
            <a:off x="4216261" y="4763191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÷ 1000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05FF3E3-2999-6E43-74A7-852FCC5371F5}"/>
              </a:ext>
            </a:extLst>
          </p:cNvPr>
          <p:cNvSpPr/>
          <p:nvPr/>
        </p:nvSpPr>
        <p:spPr>
          <a:xfrm>
            <a:off x="5454860" y="4397432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× 100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2876B7D-BAC7-068E-C368-276084346864}"/>
              </a:ext>
            </a:extLst>
          </p:cNvPr>
          <p:cNvSpPr/>
          <p:nvPr/>
        </p:nvSpPr>
        <p:spPr>
          <a:xfrm>
            <a:off x="8646946" y="5552900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× 1000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503BA85-3B54-5F98-5B4B-5116A4EF969A}"/>
              </a:ext>
            </a:extLst>
          </p:cNvPr>
          <p:cNvSpPr txBox="1"/>
          <p:nvPr/>
        </p:nvSpPr>
        <p:spPr>
          <a:xfrm>
            <a:off x="361585" y="2183544"/>
            <a:ext cx="16930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y-KG" sz="2000" dirty="0">
                <a:solidFill>
                  <a:schemeClr val="bg1">
                    <a:lumMod val="65000"/>
                  </a:schemeClr>
                </a:solidFill>
              </a:rPr>
              <a:t>Сандык</a:t>
            </a:r>
          </a:p>
          <a:p>
            <a:pPr algn="l"/>
            <a:r>
              <a:rPr lang="ky-KG" sz="2000" dirty="0">
                <a:solidFill>
                  <a:schemeClr val="bg1">
                    <a:lumMod val="65000"/>
                  </a:schemeClr>
                </a:solidFill>
              </a:rPr>
              <a:t>Байланыштар</a:t>
            </a:r>
            <a:endParaRPr lang="en-GB" sz="2000" dirty="0">
              <a:solidFill>
                <a:schemeClr val="bg1">
                  <a:lumMod val="65000"/>
                </a:schemeClr>
              </a:solidFill>
              <a:latin typeface="Bauhaus 93" panose="04030905020B02020C02" pitchFamily="82" charset="0"/>
            </a:endParaRPr>
          </a:p>
        </p:txBody>
      </p:sp>
      <p:graphicFrame>
        <p:nvGraphicFramePr>
          <p:cNvPr id="37" name="Table 5">
            <a:extLst>
              <a:ext uri="{FF2B5EF4-FFF2-40B4-BE49-F238E27FC236}">
                <a16:creationId xmlns:a16="http://schemas.microsoft.com/office/drawing/2014/main" id="{90869076-9016-94BB-AC3E-20DB92E5EF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3391775"/>
              </p:ext>
            </p:extLst>
          </p:nvPr>
        </p:nvGraphicFramePr>
        <p:xfrm>
          <a:off x="6697945" y="443786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graphicFrame>
        <p:nvGraphicFramePr>
          <p:cNvPr id="38" name="Table 5">
            <a:extLst>
              <a:ext uri="{FF2B5EF4-FFF2-40B4-BE49-F238E27FC236}">
                <a16:creationId xmlns:a16="http://schemas.microsoft.com/office/drawing/2014/main" id="{F709621A-7E13-C524-2B09-46226D136E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967499"/>
              </p:ext>
            </p:extLst>
          </p:nvPr>
        </p:nvGraphicFramePr>
        <p:xfrm>
          <a:off x="6556629" y="3835380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graphicFrame>
        <p:nvGraphicFramePr>
          <p:cNvPr id="39" name="Table 5">
            <a:extLst>
              <a:ext uri="{FF2B5EF4-FFF2-40B4-BE49-F238E27FC236}">
                <a16:creationId xmlns:a16="http://schemas.microsoft.com/office/drawing/2014/main" id="{84B8ECEB-FC99-9322-CDD2-62A5BC3A38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1229965"/>
              </p:ext>
            </p:extLst>
          </p:nvPr>
        </p:nvGraphicFramePr>
        <p:xfrm>
          <a:off x="4846978" y="5617075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graphicFrame>
        <p:nvGraphicFramePr>
          <p:cNvPr id="40" name="Table 5">
            <a:extLst>
              <a:ext uri="{FF2B5EF4-FFF2-40B4-BE49-F238E27FC236}">
                <a16:creationId xmlns:a16="http://schemas.microsoft.com/office/drawing/2014/main" id="{B54F6C1A-B832-01FF-1735-8A3C6AD755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961131"/>
              </p:ext>
            </p:extLst>
          </p:nvPr>
        </p:nvGraphicFramePr>
        <p:xfrm>
          <a:off x="640738" y="5558885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graphicFrame>
        <p:nvGraphicFramePr>
          <p:cNvPr id="41" name="Table 5">
            <a:extLst>
              <a:ext uri="{FF2B5EF4-FFF2-40B4-BE49-F238E27FC236}">
                <a16:creationId xmlns:a16="http://schemas.microsoft.com/office/drawing/2014/main" id="{D6D8FF5B-6C10-84B6-5CE5-E977AC10E8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9090179"/>
              </p:ext>
            </p:extLst>
          </p:nvPr>
        </p:nvGraphicFramePr>
        <p:xfrm>
          <a:off x="358105" y="3522267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85C7DC13-9C0A-8554-229D-5A47A305A6C6}"/>
              </a:ext>
            </a:extLst>
          </p:cNvPr>
          <p:cNvSpPr/>
          <p:nvPr/>
        </p:nvSpPr>
        <p:spPr>
          <a:xfrm>
            <a:off x="1630337" y="4982536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÷ 10</a:t>
            </a: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A9542BBD-3F2D-10E5-B333-5CFE47B1CFCA}"/>
              </a:ext>
            </a:extLst>
          </p:cNvPr>
          <p:cNvSpPr/>
          <p:nvPr/>
        </p:nvSpPr>
        <p:spPr>
          <a:xfrm flipH="1" flipV="1">
            <a:off x="3483033" y="939338"/>
            <a:ext cx="837271" cy="839584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996464"/>
              <a:gd name="connsiteY0" fmla="*/ 0 h 556143"/>
              <a:gd name="connsiteX1" fmla="*/ 1996464 w 1996464"/>
              <a:gd name="connsiteY1" fmla="*/ 556143 h 556143"/>
              <a:gd name="connsiteX0" fmla="*/ 0 w 1996464"/>
              <a:gd name="connsiteY0" fmla="*/ 0 h 556143"/>
              <a:gd name="connsiteX1" fmla="*/ 1996464 w 1996464"/>
              <a:gd name="connsiteY1" fmla="*/ 556143 h 556143"/>
              <a:gd name="connsiteX0" fmla="*/ 0 w 2672191"/>
              <a:gd name="connsiteY0" fmla="*/ 0 h 556143"/>
              <a:gd name="connsiteX1" fmla="*/ 2672191 w 2672191"/>
              <a:gd name="connsiteY1" fmla="*/ 556143 h 556143"/>
              <a:gd name="connsiteX0" fmla="*/ 0 w 2677371"/>
              <a:gd name="connsiteY0" fmla="*/ 0 h 556143"/>
              <a:gd name="connsiteX1" fmla="*/ 2672191 w 2677371"/>
              <a:gd name="connsiteY1" fmla="*/ 556143 h 556143"/>
              <a:gd name="connsiteX0" fmla="*/ 0 w 2907053"/>
              <a:gd name="connsiteY0" fmla="*/ 0 h 556143"/>
              <a:gd name="connsiteX1" fmla="*/ 2902550 w 2907053"/>
              <a:gd name="connsiteY1" fmla="*/ 556143 h 556143"/>
              <a:gd name="connsiteX0" fmla="*/ 0 w 2907053"/>
              <a:gd name="connsiteY0" fmla="*/ 20464 h 227915"/>
              <a:gd name="connsiteX1" fmla="*/ 2902550 w 2907053"/>
              <a:gd name="connsiteY1" fmla="*/ 227915 h 227915"/>
              <a:gd name="connsiteX0" fmla="*/ 1121096 w 1532340"/>
              <a:gd name="connsiteY0" fmla="*/ 367389 h 368768"/>
              <a:gd name="connsiteX1" fmla="*/ 0 w 1532340"/>
              <a:gd name="connsiteY1" fmla="*/ 111387 h 368768"/>
              <a:gd name="connsiteX0" fmla="*/ 1222688 w 1558308"/>
              <a:gd name="connsiteY0" fmla="*/ 256002 h 264932"/>
              <a:gd name="connsiteX1" fmla="*/ 101592 w 1558308"/>
              <a:gd name="connsiteY1" fmla="*/ 0 h 264932"/>
              <a:gd name="connsiteX0" fmla="*/ 1521712 w 1833300"/>
              <a:gd name="connsiteY0" fmla="*/ 384003 h 388172"/>
              <a:gd name="connsiteX1" fmla="*/ 93466 w 1833300"/>
              <a:gd name="connsiteY1" fmla="*/ 0 h 388172"/>
              <a:gd name="connsiteX0" fmla="*/ 1477295 w 1804193"/>
              <a:gd name="connsiteY0" fmla="*/ 384003 h 391052"/>
              <a:gd name="connsiteX1" fmla="*/ 49049 w 1804193"/>
              <a:gd name="connsiteY1" fmla="*/ 0 h 391052"/>
              <a:gd name="connsiteX0" fmla="*/ 1546824 w 1546824"/>
              <a:gd name="connsiteY0" fmla="*/ 384003 h 384216"/>
              <a:gd name="connsiteX1" fmla="*/ 118578 w 1546824"/>
              <a:gd name="connsiteY1" fmla="*/ 0 h 384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46824" h="384216">
                <a:moveTo>
                  <a:pt x="1546824" y="384003"/>
                </a:moveTo>
                <a:cubicBezTo>
                  <a:pt x="722643" y="388417"/>
                  <a:pt x="-362620" y="326623"/>
                  <a:pt x="118578" y="0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0470E8D6-F8FA-0FA5-4063-C0A1454FB6D8}"/>
              </a:ext>
            </a:extLst>
          </p:cNvPr>
          <p:cNvSpPr/>
          <p:nvPr/>
        </p:nvSpPr>
        <p:spPr>
          <a:xfrm>
            <a:off x="4039985" y="1130531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÷ 10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02B628-61C4-3419-FF71-E8E05550D299}"/>
              </a:ext>
            </a:extLst>
          </p:cNvPr>
          <p:cNvSpPr txBox="1"/>
          <p:nvPr/>
        </p:nvSpPr>
        <p:spPr>
          <a:xfrm>
            <a:off x="26028" y="1666703"/>
            <a:ext cx="3898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1590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4E23D3F5-0D7D-49F6-765E-993C0E347ECE}"/>
              </a:ext>
            </a:extLst>
          </p:cNvPr>
          <p:cNvGraphicFramePr>
            <a:graphicFrameLocks noGrp="1"/>
          </p:cNvGraphicFramePr>
          <p:nvPr/>
        </p:nvGraphicFramePr>
        <p:xfrm>
          <a:off x="277748" y="125132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8CAEDD59-C4D4-69F0-35FA-41B32E5854D2}"/>
              </a:ext>
            </a:extLst>
          </p:cNvPr>
          <p:cNvGraphicFramePr>
            <a:graphicFrameLocks noGrp="1"/>
          </p:cNvGraphicFramePr>
          <p:nvPr/>
        </p:nvGraphicFramePr>
        <p:xfrm>
          <a:off x="3602838" y="1904055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208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22C2408A-8613-BC9D-B2C2-00F08A83A25C}"/>
              </a:ext>
            </a:extLst>
          </p:cNvPr>
          <p:cNvSpPr/>
          <p:nvPr/>
        </p:nvSpPr>
        <p:spPr>
          <a:xfrm>
            <a:off x="3474720" y="437870"/>
            <a:ext cx="2726574" cy="167597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812174"/>
              <a:gd name="connsiteY0" fmla="*/ 774302 h 1273065"/>
              <a:gd name="connsiteX1" fmla="*/ 1812174 w 1812174"/>
              <a:gd name="connsiteY1" fmla="*/ 1273065 h 1273065"/>
              <a:gd name="connsiteX0" fmla="*/ 0 w 1778821"/>
              <a:gd name="connsiteY0" fmla="*/ 851102 h 1017358"/>
              <a:gd name="connsiteX1" fmla="*/ 1778821 w 1778821"/>
              <a:gd name="connsiteY1" fmla="*/ 1017358 h 1017358"/>
              <a:gd name="connsiteX0" fmla="*/ 0 w 1778821"/>
              <a:gd name="connsiteY0" fmla="*/ 541559 h 1233214"/>
              <a:gd name="connsiteX1" fmla="*/ 1778821 w 1778821"/>
              <a:gd name="connsiteY1" fmla="*/ 707815 h 1233214"/>
              <a:gd name="connsiteX0" fmla="*/ 0 w 1751027"/>
              <a:gd name="connsiteY0" fmla="*/ 524115 h 1365026"/>
              <a:gd name="connsiteX1" fmla="*/ 1751027 w 1751027"/>
              <a:gd name="connsiteY1" fmla="*/ 856627 h 1365026"/>
              <a:gd name="connsiteX0" fmla="*/ 0 w 1823291"/>
              <a:gd name="connsiteY0" fmla="*/ 537971 h 1259382"/>
              <a:gd name="connsiteX1" fmla="*/ 1823291 w 1823291"/>
              <a:gd name="connsiteY1" fmla="*/ 737479 h 1259382"/>
              <a:gd name="connsiteX0" fmla="*/ 0 w 1823291"/>
              <a:gd name="connsiteY0" fmla="*/ 1292378 h 1491886"/>
              <a:gd name="connsiteX1" fmla="*/ 1823291 w 1823291"/>
              <a:gd name="connsiteY1" fmla="*/ 1491886 h 1491886"/>
              <a:gd name="connsiteX0" fmla="*/ 0 w 1823291"/>
              <a:gd name="connsiteY0" fmla="*/ 443079 h 670387"/>
              <a:gd name="connsiteX1" fmla="*/ 1823291 w 1823291"/>
              <a:gd name="connsiteY1" fmla="*/ 642587 h 670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23291" h="670387">
                <a:moveTo>
                  <a:pt x="0" y="443079"/>
                </a:moveTo>
                <a:cubicBezTo>
                  <a:pt x="743029" y="1407354"/>
                  <a:pt x="1230351" y="-1119710"/>
                  <a:pt x="1823291" y="642587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3CBA803-B4EE-22C1-95CA-CCD7E17C7F1A}"/>
              </a:ext>
            </a:extLst>
          </p:cNvPr>
          <p:cNvSpPr/>
          <p:nvPr/>
        </p:nvSpPr>
        <p:spPr>
          <a:xfrm flipV="1">
            <a:off x="5253644" y="972589"/>
            <a:ext cx="1014154" cy="831273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866676"/>
              <a:gd name="connsiteY0" fmla="*/ 0 h 437690"/>
              <a:gd name="connsiteX1" fmla="*/ 1866676 w 1866676"/>
              <a:gd name="connsiteY1" fmla="*/ 437690 h 437690"/>
              <a:gd name="connsiteX0" fmla="*/ 0 w 1812174"/>
              <a:gd name="connsiteY0" fmla="*/ 0 h 452958"/>
              <a:gd name="connsiteX1" fmla="*/ 1812174 w 1812174"/>
              <a:gd name="connsiteY1" fmla="*/ 452958 h 452958"/>
              <a:gd name="connsiteX0" fmla="*/ 82625 w 1894799"/>
              <a:gd name="connsiteY0" fmla="*/ 0 h 452958"/>
              <a:gd name="connsiteX1" fmla="*/ 1894799 w 1894799"/>
              <a:gd name="connsiteY1" fmla="*/ 452958 h 452958"/>
              <a:gd name="connsiteX0" fmla="*/ 83176 w 1881724"/>
              <a:gd name="connsiteY0" fmla="*/ 0 h 376617"/>
              <a:gd name="connsiteX1" fmla="*/ 1881724 w 1881724"/>
              <a:gd name="connsiteY1" fmla="*/ 376617 h 376617"/>
              <a:gd name="connsiteX0" fmla="*/ 108964 w 1907512"/>
              <a:gd name="connsiteY0" fmla="*/ 0 h 376617"/>
              <a:gd name="connsiteX1" fmla="*/ 1907512 w 1907512"/>
              <a:gd name="connsiteY1" fmla="*/ 376617 h 376617"/>
              <a:gd name="connsiteX0" fmla="*/ 0 w 1798548"/>
              <a:gd name="connsiteY0" fmla="*/ 0 h 376617"/>
              <a:gd name="connsiteX1" fmla="*/ 1798548 w 1798548"/>
              <a:gd name="connsiteY1" fmla="*/ 376617 h 376617"/>
              <a:gd name="connsiteX0" fmla="*/ 0 w 1757672"/>
              <a:gd name="connsiteY0" fmla="*/ 0 h 503852"/>
              <a:gd name="connsiteX1" fmla="*/ 1757672 w 1757672"/>
              <a:gd name="connsiteY1" fmla="*/ 503852 h 503852"/>
              <a:gd name="connsiteX0" fmla="*/ 0 w 1757672"/>
              <a:gd name="connsiteY0" fmla="*/ 0 h 503852"/>
              <a:gd name="connsiteX1" fmla="*/ 1757672 w 1757672"/>
              <a:gd name="connsiteY1" fmla="*/ 503852 h 503852"/>
              <a:gd name="connsiteX0" fmla="*/ 0 w 1662295"/>
              <a:gd name="connsiteY0" fmla="*/ 0 h 508942"/>
              <a:gd name="connsiteX1" fmla="*/ 1662295 w 1662295"/>
              <a:gd name="connsiteY1" fmla="*/ 508942 h 508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62295" h="508942">
                <a:moveTo>
                  <a:pt x="0" y="0"/>
                </a:moveTo>
                <a:cubicBezTo>
                  <a:pt x="99919" y="334205"/>
                  <a:pt x="526851" y="444477"/>
                  <a:pt x="1662295" y="508942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0842B1-5485-81E6-7DDE-0F102159CEC6}"/>
              </a:ext>
            </a:extLst>
          </p:cNvPr>
          <p:cNvSpPr/>
          <p:nvPr/>
        </p:nvSpPr>
        <p:spPr>
          <a:xfrm rot="10800000" flipH="1">
            <a:off x="8083070" y="1596044"/>
            <a:ext cx="499755" cy="2036616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1280577 w 1379303"/>
              <a:gd name="connsiteY0" fmla="*/ 0 h 489059"/>
              <a:gd name="connsiteX1" fmla="*/ 98725 w 1379303"/>
              <a:gd name="connsiteY1" fmla="*/ 489059 h 489059"/>
              <a:gd name="connsiteX0" fmla="*/ 1218608 w 3212225"/>
              <a:gd name="connsiteY0" fmla="*/ 0 h 489059"/>
              <a:gd name="connsiteX1" fmla="*/ 36756 w 3212225"/>
              <a:gd name="connsiteY1" fmla="*/ 489059 h 489059"/>
              <a:gd name="connsiteX0" fmla="*/ 1689127 w 3598464"/>
              <a:gd name="connsiteY0" fmla="*/ 0 h 485177"/>
              <a:gd name="connsiteX1" fmla="*/ 34539 w 3598464"/>
              <a:gd name="connsiteY1" fmla="*/ 485177 h 485177"/>
              <a:gd name="connsiteX0" fmla="*/ 2824232 w 4242435"/>
              <a:gd name="connsiteY0" fmla="*/ 0 h 485177"/>
              <a:gd name="connsiteX1" fmla="*/ 1169644 w 4242435"/>
              <a:gd name="connsiteY1" fmla="*/ 485177 h 485177"/>
              <a:gd name="connsiteX0" fmla="*/ 2761315 w 4511323"/>
              <a:gd name="connsiteY0" fmla="*/ 0 h 485177"/>
              <a:gd name="connsiteX1" fmla="*/ 1106727 w 4511323"/>
              <a:gd name="connsiteY1" fmla="*/ 485177 h 485177"/>
              <a:gd name="connsiteX0" fmla="*/ 3052146 w 3595412"/>
              <a:gd name="connsiteY0" fmla="*/ 0 h 485177"/>
              <a:gd name="connsiteX1" fmla="*/ 1397558 w 3595412"/>
              <a:gd name="connsiteY1" fmla="*/ 485177 h 485177"/>
              <a:gd name="connsiteX0" fmla="*/ 5187197 w 5632174"/>
              <a:gd name="connsiteY0" fmla="*/ 0 h 475474"/>
              <a:gd name="connsiteX1" fmla="*/ 1168905 w 5632174"/>
              <a:gd name="connsiteY1" fmla="*/ 475474 h 475474"/>
              <a:gd name="connsiteX0" fmla="*/ 4133519 w 4736802"/>
              <a:gd name="connsiteY0" fmla="*/ 0 h 475474"/>
              <a:gd name="connsiteX1" fmla="*/ 115227 w 4736802"/>
              <a:gd name="connsiteY1" fmla="*/ 475474 h 475474"/>
              <a:gd name="connsiteX0" fmla="*/ 4133519 w 4736802"/>
              <a:gd name="connsiteY0" fmla="*/ 0 h 475474"/>
              <a:gd name="connsiteX1" fmla="*/ 115227 w 4736802"/>
              <a:gd name="connsiteY1" fmla="*/ 475474 h 475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736802" h="475474">
                <a:moveTo>
                  <a:pt x="4133519" y="0"/>
                </a:moveTo>
                <a:cubicBezTo>
                  <a:pt x="6943688" y="208949"/>
                  <a:pt x="-1040361" y="185014"/>
                  <a:pt x="115227" y="475474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206F72D-DDA9-8E13-23F5-5EB3FB396C3A}"/>
              </a:ext>
            </a:extLst>
          </p:cNvPr>
          <p:cNvSpPr/>
          <p:nvPr/>
        </p:nvSpPr>
        <p:spPr>
          <a:xfrm>
            <a:off x="6791500" y="2901142"/>
            <a:ext cx="730734" cy="789710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812174"/>
              <a:gd name="connsiteY0" fmla="*/ 0 h 565670"/>
              <a:gd name="connsiteX1" fmla="*/ 1812174 w 1812174"/>
              <a:gd name="connsiteY1" fmla="*/ 565670 h 565670"/>
              <a:gd name="connsiteX0" fmla="*/ 0 w 1812174"/>
              <a:gd name="connsiteY0" fmla="*/ 0 h 565670"/>
              <a:gd name="connsiteX1" fmla="*/ 1812174 w 1812174"/>
              <a:gd name="connsiteY1" fmla="*/ 565670 h 565670"/>
              <a:gd name="connsiteX0" fmla="*/ 0 w 2114204"/>
              <a:gd name="connsiteY0" fmla="*/ 0 h 577835"/>
              <a:gd name="connsiteX1" fmla="*/ 2114204 w 2114204"/>
              <a:gd name="connsiteY1" fmla="*/ 577835 h 577835"/>
              <a:gd name="connsiteX0" fmla="*/ 0 w 2212501"/>
              <a:gd name="connsiteY0" fmla="*/ 0 h 577835"/>
              <a:gd name="connsiteX1" fmla="*/ 2114204 w 2212501"/>
              <a:gd name="connsiteY1" fmla="*/ 577835 h 577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12501" h="577835">
                <a:moveTo>
                  <a:pt x="0" y="0"/>
                </a:moveTo>
                <a:cubicBezTo>
                  <a:pt x="1384300" y="38521"/>
                  <a:pt x="2567247" y="296014"/>
                  <a:pt x="2114204" y="577835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D1216B0-A3FC-B351-5ABA-E4EA0512E72B}"/>
              </a:ext>
            </a:extLst>
          </p:cNvPr>
          <p:cNvSpPr/>
          <p:nvPr/>
        </p:nvSpPr>
        <p:spPr>
          <a:xfrm flipH="1" flipV="1">
            <a:off x="1909491" y="1413162"/>
            <a:ext cx="1573541" cy="1047404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996464"/>
              <a:gd name="connsiteY0" fmla="*/ 0 h 556143"/>
              <a:gd name="connsiteX1" fmla="*/ 1996464 w 1996464"/>
              <a:gd name="connsiteY1" fmla="*/ 556143 h 556143"/>
              <a:gd name="connsiteX0" fmla="*/ 0 w 1996464"/>
              <a:gd name="connsiteY0" fmla="*/ 0 h 556143"/>
              <a:gd name="connsiteX1" fmla="*/ 1996464 w 1996464"/>
              <a:gd name="connsiteY1" fmla="*/ 556143 h 556143"/>
              <a:gd name="connsiteX0" fmla="*/ 0 w 2672191"/>
              <a:gd name="connsiteY0" fmla="*/ 0 h 556143"/>
              <a:gd name="connsiteX1" fmla="*/ 2672191 w 2672191"/>
              <a:gd name="connsiteY1" fmla="*/ 556143 h 556143"/>
              <a:gd name="connsiteX0" fmla="*/ 0 w 2677371"/>
              <a:gd name="connsiteY0" fmla="*/ 0 h 556143"/>
              <a:gd name="connsiteX1" fmla="*/ 2672191 w 2677371"/>
              <a:gd name="connsiteY1" fmla="*/ 556143 h 556143"/>
              <a:gd name="connsiteX0" fmla="*/ 0 w 2907053"/>
              <a:gd name="connsiteY0" fmla="*/ 0 h 556143"/>
              <a:gd name="connsiteX1" fmla="*/ 2902550 w 2907053"/>
              <a:gd name="connsiteY1" fmla="*/ 556143 h 556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07053" h="556143">
                <a:moveTo>
                  <a:pt x="0" y="0"/>
                </a:moveTo>
                <a:cubicBezTo>
                  <a:pt x="1341215" y="35311"/>
                  <a:pt x="3004934" y="189795"/>
                  <a:pt x="2902550" y="556143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B3783B0-04A0-45EB-CEB4-94B8E0D66E18}"/>
              </a:ext>
            </a:extLst>
          </p:cNvPr>
          <p:cNvSpPr/>
          <p:nvPr/>
        </p:nvSpPr>
        <p:spPr>
          <a:xfrm flipH="1">
            <a:off x="8478980" y="5087387"/>
            <a:ext cx="640546" cy="1014152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651602"/>
              <a:gd name="connsiteY0" fmla="*/ 0 h 514513"/>
              <a:gd name="connsiteX1" fmla="*/ 1651602 w 1651602"/>
              <a:gd name="connsiteY1" fmla="*/ 514513 h 514513"/>
              <a:gd name="connsiteX0" fmla="*/ 90114 w 1741716"/>
              <a:gd name="connsiteY0" fmla="*/ 0 h 514513"/>
              <a:gd name="connsiteX1" fmla="*/ 1741716 w 1741716"/>
              <a:gd name="connsiteY1" fmla="*/ 514513 h 514513"/>
              <a:gd name="connsiteX0" fmla="*/ 91212 w 1719877"/>
              <a:gd name="connsiteY0" fmla="*/ 0 h 640516"/>
              <a:gd name="connsiteX1" fmla="*/ 1719877 w 1719877"/>
              <a:gd name="connsiteY1" fmla="*/ 640516 h 640516"/>
              <a:gd name="connsiteX0" fmla="*/ 138918 w 1767583"/>
              <a:gd name="connsiteY0" fmla="*/ 0 h 640516"/>
              <a:gd name="connsiteX1" fmla="*/ 1767583 w 1767583"/>
              <a:gd name="connsiteY1" fmla="*/ 640516 h 640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67583" h="640516">
                <a:moveTo>
                  <a:pt x="138918" y="0"/>
                </a:moveTo>
                <a:cubicBezTo>
                  <a:pt x="-335152" y="292258"/>
                  <a:pt x="452419" y="563514"/>
                  <a:pt x="1767583" y="640516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877325F-6610-53DB-F48A-BC14DA45E657}"/>
              </a:ext>
            </a:extLst>
          </p:cNvPr>
          <p:cNvSpPr/>
          <p:nvPr/>
        </p:nvSpPr>
        <p:spPr>
          <a:xfrm flipH="1">
            <a:off x="3832166" y="3200400"/>
            <a:ext cx="1414864" cy="2202871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967503"/>
              <a:gd name="connsiteY0" fmla="*/ 0 h 517112"/>
              <a:gd name="connsiteX1" fmla="*/ 1967503 w 1967503"/>
              <a:gd name="connsiteY1" fmla="*/ 517112 h 517112"/>
              <a:gd name="connsiteX0" fmla="*/ 0 w 1967503"/>
              <a:gd name="connsiteY0" fmla="*/ 0 h 517112"/>
              <a:gd name="connsiteX1" fmla="*/ 1967503 w 1967503"/>
              <a:gd name="connsiteY1" fmla="*/ 517112 h 517112"/>
              <a:gd name="connsiteX0" fmla="*/ 0 w 1750043"/>
              <a:gd name="connsiteY0" fmla="*/ 0 h 457060"/>
              <a:gd name="connsiteX1" fmla="*/ 1750043 w 1750043"/>
              <a:gd name="connsiteY1" fmla="*/ 457060 h 457060"/>
              <a:gd name="connsiteX0" fmla="*/ 0 w 1750043"/>
              <a:gd name="connsiteY0" fmla="*/ 0 h 457060"/>
              <a:gd name="connsiteX1" fmla="*/ 1750043 w 1750043"/>
              <a:gd name="connsiteY1" fmla="*/ 457060 h 457060"/>
              <a:gd name="connsiteX0" fmla="*/ 0 w 1750043"/>
              <a:gd name="connsiteY0" fmla="*/ 0 h 457060"/>
              <a:gd name="connsiteX1" fmla="*/ 1750043 w 1750043"/>
              <a:gd name="connsiteY1" fmla="*/ 457060 h 457060"/>
              <a:gd name="connsiteX0" fmla="*/ 0 w 1874307"/>
              <a:gd name="connsiteY0" fmla="*/ 0 h 420362"/>
              <a:gd name="connsiteX1" fmla="*/ 1874307 w 1874307"/>
              <a:gd name="connsiteY1" fmla="*/ 420362 h 420362"/>
              <a:gd name="connsiteX0" fmla="*/ 0 w 1874307"/>
              <a:gd name="connsiteY0" fmla="*/ 0 h 420362"/>
              <a:gd name="connsiteX1" fmla="*/ 1874307 w 1874307"/>
              <a:gd name="connsiteY1" fmla="*/ 420362 h 420362"/>
              <a:gd name="connsiteX0" fmla="*/ 0 w 1863951"/>
              <a:gd name="connsiteY0" fmla="*/ 0 h 420362"/>
              <a:gd name="connsiteX1" fmla="*/ 1863951 w 1863951"/>
              <a:gd name="connsiteY1" fmla="*/ 420362 h 420362"/>
              <a:gd name="connsiteX0" fmla="*/ 11689 w 1875640"/>
              <a:gd name="connsiteY0" fmla="*/ 0 h 420362"/>
              <a:gd name="connsiteX1" fmla="*/ 1875640 w 1875640"/>
              <a:gd name="connsiteY1" fmla="*/ 420362 h 420362"/>
              <a:gd name="connsiteX0" fmla="*/ 0 w 1863951"/>
              <a:gd name="connsiteY0" fmla="*/ 0 h 420362"/>
              <a:gd name="connsiteX1" fmla="*/ 1863951 w 1863951"/>
              <a:gd name="connsiteY1" fmla="*/ 420362 h 420362"/>
              <a:gd name="connsiteX0" fmla="*/ 0 w 1863951"/>
              <a:gd name="connsiteY0" fmla="*/ 0 h 420362"/>
              <a:gd name="connsiteX1" fmla="*/ 1863951 w 1863951"/>
              <a:gd name="connsiteY1" fmla="*/ 420362 h 420362"/>
              <a:gd name="connsiteX0" fmla="*/ 0 w 1698267"/>
              <a:gd name="connsiteY0" fmla="*/ 0 h 417026"/>
              <a:gd name="connsiteX1" fmla="*/ 1698267 w 1698267"/>
              <a:gd name="connsiteY1" fmla="*/ 417026 h 417026"/>
              <a:gd name="connsiteX0" fmla="*/ 0 w 1698267"/>
              <a:gd name="connsiteY0" fmla="*/ 0 h 417026"/>
              <a:gd name="connsiteX1" fmla="*/ 1698267 w 1698267"/>
              <a:gd name="connsiteY1" fmla="*/ 417026 h 417026"/>
              <a:gd name="connsiteX0" fmla="*/ 32586 w 1730853"/>
              <a:gd name="connsiteY0" fmla="*/ 0 h 417026"/>
              <a:gd name="connsiteX1" fmla="*/ 1730853 w 1730853"/>
              <a:gd name="connsiteY1" fmla="*/ 417026 h 417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30853" h="417026">
                <a:moveTo>
                  <a:pt x="32586" y="0"/>
                </a:moveTo>
                <a:cubicBezTo>
                  <a:pt x="-93371" y="119547"/>
                  <a:pt x="80914" y="342518"/>
                  <a:pt x="1730853" y="417026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98CEF2E-9063-F91B-7D62-A2139A7F5D5B}"/>
              </a:ext>
            </a:extLst>
          </p:cNvPr>
          <p:cNvSpPr/>
          <p:nvPr/>
        </p:nvSpPr>
        <p:spPr>
          <a:xfrm flipH="1">
            <a:off x="1163666" y="4746568"/>
            <a:ext cx="1691586" cy="606829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812174"/>
              <a:gd name="connsiteY0" fmla="*/ 0 h 521095"/>
              <a:gd name="connsiteX1" fmla="*/ 1812174 w 1812174"/>
              <a:gd name="connsiteY1" fmla="*/ 521095 h 521095"/>
              <a:gd name="connsiteX0" fmla="*/ 0 w 3936033"/>
              <a:gd name="connsiteY0" fmla="*/ 0 h 521095"/>
              <a:gd name="connsiteX1" fmla="*/ 1812174 w 3936033"/>
              <a:gd name="connsiteY1" fmla="*/ 521095 h 521095"/>
              <a:gd name="connsiteX0" fmla="*/ 629281 w 4036359"/>
              <a:gd name="connsiteY0" fmla="*/ 0 h 521095"/>
              <a:gd name="connsiteX1" fmla="*/ 2441455 w 4036359"/>
              <a:gd name="connsiteY1" fmla="*/ 521095 h 521095"/>
              <a:gd name="connsiteX0" fmla="*/ 420708 w 9381055"/>
              <a:gd name="connsiteY0" fmla="*/ 0 h 550872"/>
              <a:gd name="connsiteX1" fmla="*/ 8273347 w 9381055"/>
              <a:gd name="connsiteY1" fmla="*/ 550872 h 550872"/>
              <a:gd name="connsiteX0" fmla="*/ 420708 w 9381055"/>
              <a:gd name="connsiteY0" fmla="*/ 0 h 550872"/>
              <a:gd name="connsiteX1" fmla="*/ 8273347 w 9381055"/>
              <a:gd name="connsiteY1" fmla="*/ 550872 h 550872"/>
              <a:gd name="connsiteX0" fmla="*/ 524764 w 6108747"/>
              <a:gd name="connsiteY0" fmla="*/ 0 h 513651"/>
              <a:gd name="connsiteX1" fmla="*/ 4753129 w 6108747"/>
              <a:gd name="connsiteY1" fmla="*/ 513651 h 513651"/>
              <a:gd name="connsiteX0" fmla="*/ 26376651 w 26376651"/>
              <a:gd name="connsiteY0" fmla="*/ 0 h 424321"/>
              <a:gd name="connsiteX1" fmla="*/ 0 w 26376651"/>
              <a:gd name="connsiteY1" fmla="*/ 424321 h 424321"/>
              <a:gd name="connsiteX0" fmla="*/ 26376651 w 26382270"/>
              <a:gd name="connsiteY0" fmla="*/ 0 h 424321"/>
              <a:gd name="connsiteX1" fmla="*/ 0 w 26382270"/>
              <a:gd name="connsiteY1" fmla="*/ 424321 h 424321"/>
              <a:gd name="connsiteX0" fmla="*/ 28792842 w 28797904"/>
              <a:gd name="connsiteY0" fmla="*/ 0 h 454098"/>
              <a:gd name="connsiteX1" fmla="*/ 0 w 28797904"/>
              <a:gd name="connsiteY1" fmla="*/ 454098 h 454098"/>
              <a:gd name="connsiteX0" fmla="*/ 29101379 w 29105036"/>
              <a:gd name="connsiteY0" fmla="*/ 0 h 454098"/>
              <a:gd name="connsiteX1" fmla="*/ 308537 w 29105036"/>
              <a:gd name="connsiteY1" fmla="*/ 454098 h 454098"/>
              <a:gd name="connsiteX0" fmla="*/ 41104074 w 41106763"/>
              <a:gd name="connsiteY0" fmla="*/ 0 h 543428"/>
              <a:gd name="connsiteX1" fmla="*/ 230324 w 41106763"/>
              <a:gd name="connsiteY1" fmla="*/ 543428 h 543428"/>
              <a:gd name="connsiteX0" fmla="*/ 40970394 w 40973156"/>
              <a:gd name="connsiteY0" fmla="*/ 0 h 543428"/>
              <a:gd name="connsiteX1" fmla="*/ 96644 w 40973156"/>
              <a:gd name="connsiteY1" fmla="*/ 543428 h 543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0973156" h="543428">
                <a:moveTo>
                  <a:pt x="40970394" y="0"/>
                </a:moveTo>
                <a:cubicBezTo>
                  <a:pt x="41373129" y="426802"/>
                  <a:pt x="-2319571" y="4963"/>
                  <a:pt x="96644" y="543428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CD7557B-25BA-E3EC-FAB1-5F2133C71CEC}"/>
              </a:ext>
            </a:extLst>
          </p:cNvPr>
          <p:cNvSpPr/>
          <p:nvPr/>
        </p:nvSpPr>
        <p:spPr>
          <a:xfrm flipH="1">
            <a:off x="3782291" y="3150524"/>
            <a:ext cx="756457" cy="847899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913980"/>
              <a:gd name="connsiteY0" fmla="*/ 0 h 459257"/>
              <a:gd name="connsiteX1" fmla="*/ 1913980 w 1913980"/>
              <a:gd name="connsiteY1" fmla="*/ 459257 h 459257"/>
              <a:gd name="connsiteX0" fmla="*/ 0 w 1913980"/>
              <a:gd name="connsiteY0" fmla="*/ 0 h 459257"/>
              <a:gd name="connsiteX1" fmla="*/ 1913980 w 1913980"/>
              <a:gd name="connsiteY1" fmla="*/ 459257 h 459257"/>
              <a:gd name="connsiteX0" fmla="*/ 0 w 1934340"/>
              <a:gd name="connsiteY0" fmla="*/ 0 h 498763"/>
              <a:gd name="connsiteX1" fmla="*/ 1934340 w 1934340"/>
              <a:gd name="connsiteY1" fmla="*/ 498763 h 498763"/>
              <a:gd name="connsiteX0" fmla="*/ 0 w 1934340"/>
              <a:gd name="connsiteY0" fmla="*/ 0 h 498763"/>
              <a:gd name="connsiteX1" fmla="*/ 1934340 w 1934340"/>
              <a:gd name="connsiteY1" fmla="*/ 498763 h 498763"/>
              <a:gd name="connsiteX0" fmla="*/ 0 w 1812172"/>
              <a:gd name="connsiteY0" fmla="*/ 0 h 444442"/>
              <a:gd name="connsiteX1" fmla="*/ 1812172 w 1812172"/>
              <a:gd name="connsiteY1" fmla="*/ 444442 h 444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12172" h="444442">
                <a:moveTo>
                  <a:pt x="0" y="0"/>
                </a:moveTo>
                <a:cubicBezTo>
                  <a:pt x="54294" y="265019"/>
                  <a:pt x="454737" y="431274"/>
                  <a:pt x="1812172" y="444442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80EA349-92D1-B752-805B-3029E9035AC2}"/>
              </a:ext>
            </a:extLst>
          </p:cNvPr>
          <p:cNvSpPr/>
          <p:nvPr/>
        </p:nvSpPr>
        <p:spPr>
          <a:xfrm>
            <a:off x="5954313" y="3200399"/>
            <a:ext cx="473825" cy="2252750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814460"/>
              <a:gd name="connsiteY0" fmla="*/ 0 h 502570"/>
              <a:gd name="connsiteX1" fmla="*/ 814460 w 814460"/>
              <a:gd name="connsiteY1" fmla="*/ 502570 h 502570"/>
              <a:gd name="connsiteX0" fmla="*/ 0 w 814460"/>
              <a:gd name="connsiteY0" fmla="*/ 0 h 502570"/>
              <a:gd name="connsiteX1" fmla="*/ 814460 w 814460"/>
              <a:gd name="connsiteY1" fmla="*/ 502570 h 502570"/>
              <a:gd name="connsiteX0" fmla="*/ 0 w 814460"/>
              <a:gd name="connsiteY0" fmla="*/ 0 h 502570"/>
              <a:gd name="connsiteX1" fmla="*/ 814460 w 814460"/>
              <a:gd name="connsiteY1" fmla="*/ 502570 h 502570"/>
              <a:gd name="connsiteX0" fmla="*/ 0 w 1160605"/>
              <a:gd name="connsiteY0" fmla="*/ 0 h 515896"/>
              <a:gd name="connsiteX1" fmla="*/ 1160605 w 1160605"/>
              <a:gd name="connsiteY1" fmla="*/ 515896 h 515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60605" h="515896">
                <a:moveTo>
                  <a:pt x="0" y="0"/>
                </a:moveTo>
                <a:cubicBezTo>
                  <a:pt x="1052011" y="168157"/>
                  <a:pt x="-685504" y="315376"/>
                  <a:pt x="1160605" y="515896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8DC19DB-CFA5-3431-33D8-87CA6706A6C5}"/>
              </a:ext>
            </a:extLst>
          </p:cNvPr>
          <p:cNvSpPr/>
          <p:nvPr/>
        </p:nvSpPr>
        <p:spPr>
          <a:xfrm>
            <a:off x="2211185" y="1970117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× 10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7BF6C28-A993-BB90-B696-7F1839483910}"/>
              </a:ext>
            </a:extLst>
          </p:cNvPr>
          <p:cNvSpPr/>
          <p:nvPr/>
        </p:nvSpPr>
        <p:spPr>
          <a:xfrm>
            <a:off x="4513812" y="299258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× 100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06C8689-EC07-7737-5BCA-33F318AA8AB6}"/>
              </a:ext>
            </a:extLst>
          </p:cNvPr>
          <p:cNvSpPr/>
          <p:nvPr/>
        </p:nvSpPr>
        <p:spPr>
          <a:xfrm>
            <a:off x="5421405" y="1191131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× 1000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0FE7560-0B4F-F0F2-E5FF-A90DABB331F4}"/>
              </a:ext>
            </a:extLst>
          </p:cNvPr>
          <p:cNvSpPr/>
          <p:nvPr/>
        </p:nvSpPr>
        <p:spPr>
          <a:xfrm>
            <a:off x="7946970" y="2410691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× 10,000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BAD24AE-D364-A41D-E00B-4918DB0F725A}"/>
              </a:ext>
            </a:extLst>
          </p:cNvPr>
          <p:cNvSpPr/>
          <p:nvPr/>
        </p:nvSpPr>
        <p:spPr>
          <a:xfrm>
            <a:off x="7049194" y="2992581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÷ 10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50ACC54-2054-E0CF-BFB0-B2B8BEE2E0A6}"/>
              </a:ext>
            </a:extLst>
          </p:cNvPr>
          <p:cNvSpPr/>
          <p:nvPr/>
        </p:nvSpPr>
        <p:spPr>
          <a:xfrm>
            <a:off x="4056610" y="3566160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÷ 100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EA34EAD-25EF-74BB-72DA-9BF5E603EEE0}"/>
              </a:ext>
            </a:extLst>
          </p:cNvPr>
          <p:cNvSpPr/>
          <p:nvPr/>
        </p:nvSpPr>
        <p:spPr>
          <a:xfrm>
            <a:off x="4340952" y="4729940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÷ 1000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05FF3E3-2999-6E43-74A7-852FCC5371F5}"/>
              </a:ext>
            </a:extLst>
          </p:cNvPr>
          <p:cNvSpPr/>
          <p:nvPr/>
        </p:nvSpPr>
        <p:spPr>
          <a:xfrm>
            <a:off x="5596176" y="4281054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× 100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2876B7D-BAC7-068E-C368-276084346864}"/>
              </a:ext>
            </a:extLst>
          </p:cNvPr>
          <p:cNvSpPr/>
          <p:nvPr/>
        </p:nvSpPr>
        <p:spPr>
          <a:xfrm>
            <a:off x="8779950" y="5519649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× 1000</a:t>
            </a:r>
          </a:p>
        </p:txBody>
      </p:sp>
      <p:graphicFrame>
        <p:nvGraphicFramePr>
          <p:cNvPr id="37" name="Table 5">
            <a:extLst>
              <a:ext uri="{FF2B5EF4-FFF2-40B4-BE49-F238E27FC236}">
                <a16:creationId xmlns:a16="http://schemas.microsoft.com/office/drawing/2014/main" id="{90869076-9016-94BB-AC3E-20DB92E5EF45}"/>
              </a:ext>
            </a:extLst>
          </p:cNvPr>
          <p:cNvGraphicFramePr>
            <a:graphicFrameLocks noGrp="1"/>
          </p:cNvGraphicFramePr>
          <p:nvPr/>
        </p:nvGraphicFramePr>
        <p:xfrm>
          <a:off x="6498439" y="260906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260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graphicFrame>
        <p:nvGraphicFramePr>
          <p:cNvPr id="38" name="Table 5">
            <a:extLst>
              <a:ext uri="{FF2B5EF4-FFF2-40B4-BE49-F238E27FC236}">
                <a16:creationId xmlns:a16="http://schemas.microsoft.com/office/drawing/2014/main" id="{F709621A-7E13-C524-2B09-46226D136E97}"/>
              </a:ext>
            </a:extLst>
          </p:cNvPr>
          <p:cNvGraphicFramePr>
            <a:graphicFrameLocks noGrp="1"/>
          </p:cNvGraphicFramePr>
          <p:nvPr/>
        </p:nvGraphicFramePr>
        <p:xfrm>
          <a:off x="6681319" y="3827067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20.8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graphicFrame>
        <p:nvGraphicFramePr>
          <p:cNvPr id="39" name="Table 5">
            <a:extLst>
              <a:ext uri="{FF2B5EF4-FFF2-40B4-BE49-F238E27FC236}">
                <a16:creationId xmlns:a16="http://schemas.microsoft.com/office/drawing/2014/main" id="{84B8ECEB-FC99-9322-CDD2-62A5BC3A3891}"/>
              </a:ext>
            </a:extLst>
          </p:cNvPr>
          <p:cNvGraphicFramePr>
            <a:graphicFrameLocks noGrp="1"/>
          </p:cNvGraphicFramePr>
          <p:nvPr/>
        </p:nvGraphicFramePr>
        <p:xfrm>
          <a:off x="5329116" y="5617075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41,000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graphicFrame>
        <p:nvGraphicFramePr>
          <p:cNvPr id="40" name="Table 5">
            <a:extLst>
              <a:ext uri="{FF2B5EF4-FFF2-40B4-BE49-F238E27FC236}">
                <a16:creationId xmlns:a16="http://schemas.microsoft.com/office/drawing/2014/main" id="{B54F6C1A-B832-01FF-1735-8A3C6AD755E2}"/>
              </a:ext>
            </a:extLst>
          </p:cNvPr>
          <p:cNvGraphicFramePr>
            <a:graphicFrameLocks noGrp="1"/>
          </p:cNvGraphicFramePr>
          <p:nvPr/>
        </p:nvGraphicFramePr>
        <p:xfrm>
          <a:off x="482796" y="5450820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0.006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0.059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graphicFrame>
        <p:nvGraphicFramePr>
          <p:cNvPr id="41" name="Table 5">
            <a:extLst>
              <a:ext uri="{FF2B5EF4-FFF2-40B4-BE49-F238E27FC236}">
                <a16:creationId xmlns:a16="http://schemas.microsoft.com/office/drawing/2014/main" id="{D6D8FF5B-6C10-84B6-5CE5-E977AC10E815}"/>
              </a:ext>
            </a:extLst>
          </p:cNvPr>
          <p:cNvGraphicFramePr>
            <a:graphicFrameLocks noGrp="1"/>
          </p:cNvGraphicFramePr>
          <p:nvPr/>
        </p:nvGraphicFramePr>
        <p:xfrm>
          <a:off x="574236" y="3555518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sp>
        <p:nvSpPr>
          <p:cNvPr id="43" name="TextBox 42">
            <a:extLst>
              <a:ext uri="{FF2B5EF4-FFF2-40B4-BE49-F238E27FC236}">
                <a16:creationId xmlns:a16="http://schemas.microsoft.com/office/drawing/2014/main" id="{9832C5B4-9663-890D-8A12-2CA6D66FCF00}"/>
              </a:ext>
            </a:extLst>
          </p:cNvPr>
          <p:cNvSpPr txBox="1"/>
          <p:nvPr/>
        </p:nvSpPr>
        <p:spPr>
          <a:xfrm>
            <a:off x="326638" y="2632512"/>
            <a:ext cx="20515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1200" dirty="0"/>
              <a:t>Ар бир таблицаны толтур &amp;</a:t>
            </a:r>
          </a:p>
          <a:p>
            <a:pPr algn="l"/>
            <a:r>
              <a:rPr lang="ru-RU" sz="1200" dirty="0"/>
              <a:t>ар бир байланышты тап.</a:t>
            </a:r>
            <a:endParaRPr lang="en-GB" sz="1200" dirty="0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85C7DC13-9C0A-8554-229D-5A47A305A6C6}"/>
              </a:ext>
            </a:extLst>
          </p:cNvPr>
          <p:cNvSpPr/>
          <p:nvPr/>
        </p:nvSpPr>
        <p:spPr>
          <a:xfrm>
            <a:off x="1538896" y="4949286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÷ 10</a:t>
            </a: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E0ABFA4F-7C74-BBCD-FFA6-A722B6A8B86D}"/>
              </a:ext>
            </a:extLst>
          </p:cNvPr>
          <p:cNvSpPr/>
          <p:nvPr/>
        </p:nvSpPr>
        <p:spPr>
          <a:xfrm>
            <a:off x="3649286" y="5942714"/>
            <a:ext cx="1579419" cy="250267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977859"/>
              <a:gd name="connsiteY0" fmla="*/ 236411 h 268783"/>
              <a:gd name="connsiteX1" fmla="*/ 1977859 w 1977859"/>
              <a:gd name="connsiteY1" fmla="*/ 32373 h 268783"/>
              <a:gd name="connsiteX0" fmla="*/ 0 w 1977859"/>
              <a:gd name="connsiteY0" fmla="*/ 702945 h 714724"/>
              <a:gd name="connsiteX1" fmla="*/ 1977859 w 1977859"/>
              <a:gd name="connsiteY1" fmla="*/ 498907 h 714724"/>
              <a:gd name="connsiteX0" fmla="*/ 0 w 1895017"/>
              <a:gd name="connsiteY0" fmla="*/ 406785 h 588154"/>
              <a:gd name="connsiteX1" fmla="*/ 1895017 w 1895017"/>
              <a:gd name="connsiteY1" fmla="*/ 588154 h 588154"/>
              <a:gd name="connsiteX0" fmla="*/ 0 w 1895017"/>
              <a:gd name="connsiteY0" fmla="*/ 357517 h 538886"/>
              <a:gd name="connsiteX1" fmla="*/ 1895017 w 1895017"/>
              <a:gd name="connsiteY1" fmla="*/ 538886 h 538886"/>
              <a:gd name="connsiteX0" fmla="*/ 0 w 1895017"/>
              <a:gd name="connsiteY0" fmla="*/ 1 h 181370"/>
              <a:gd name="connsiteX1" fmla="*/ 1895017 w 1895017"/>
              <a:gd name="connsiteY1" fmla="*/ 181370 h 181370"/>
              <a:gd name="connsiteX0" fmla="*/ 0 w 2000297"/>
              <a:gd name="connsiteY0" fmla="*/ 0 h 491638"/>
              <a:gd name="connsiteX1" fmla="*/ 2000297 w 2000297"/>
              <a:gd name="connsiteY1" fmla="*/ 491638 h 491638"/>
              <a:gd name="connsiteX0" fmla="*/ 0 w 2000297"/>
              <a:gd name="connsiteY0" fmla="*/ 0 h 491638"/>
              <a:gd name="connsiteX1" fmla="*/ 2000297 w 2000297"/>
              <a:gd name="connsiteY1" fmla="*/ 491638 h 491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00297" h="491638">
                <a:moveTo>
                  <a:pt x="0" y="0"/>
                </a:moveTo>
                <a:cubicBezTo>
                  <a:pt x="654456" y="735896"/>
                  <a:pt x="1319956" y="24659"/>
                  <a:pt x="2000297" y="491638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CA8D266E-7F2E-2DB3-AF44-6FFD1DFD21B3}"/>
              </a:ext>
            </a:extLst>
          </p:cNvPr>
          <p:cNvSpPr/>
          <p:nvPr/>
        </p:nvSpPr>
        <p:spPr>
          <a:xfrm>
            <a:off x="4031674" y="5943599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× 10</a:t>
            </a: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A9542BBD-3F2D-10E5-B333-5CFE47B1CFCA}"/>
              </a:ext>
            </a:extLst>
          </p:cNvPr>
          <p:cNvSpPr/>
          <p:nvPr/>
        </p:nvSpPr>
        <p:spPr>
          <a:xfrm flipH="1" flipV="1">
            <a:off x="3483034" y="1055314"/>
            <a:ext cx="837271" cy="723608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996464"/>
              <a:gd name="connsiteY0" fmla="*/ 0 h 556143"/>
              <a:gd name="connsiteX1" fmla="*/ 1996464 w 1996464"/>
              <a:gd name="connsiteY1" fmla="*/ 556143 h 556143"/>
              <a:gd name="connsiteX0" fmla="*/ 0 w 1996464"/>
              <a:gd name="connsiteY0" fmla="*/ 0 h 556143"/>
              <a:gd name="connsiteX1" fmla="*/ 1996464 w 1996464"/>
              <a:gd name="connsiteY1" fmla="*/ 556143 h 556143"/>
              <a:gd name="connsiteX0" fmla="*/ 0 w 2672191"/>
              <a:gd name="connsiteY0" fmla="*/ 0 h 556143"/>
              <a:gd name="connsiteX1" fmla="*/ 2672191 w 2672191"/>
              <a:gd name="connsiteY1" fmla="*/ 556143 h 556143"/>
              <a:gd name="connsiteX0" fmla="*/ 0 w 2677371"/>
              <a:gd name="connsiteY0" fmla="*/ 0 h 556143"/>
              <a:gd name="connsiteX1" fmla="*/ 2672191 w 2677371"/>
              <a:gd name="connsiteY1" fmla="*/ 556143 h 556143"/>
              <a:gd name="connsiteX0" fmla="*/ 0 w 2907053"/>
              <a:gd name="connsiteY0" fmla="*/ 0 h 556143"/>
              <a:gd name="connsiteX1" fmla="*/ 2902550 w 2907053"/>
              <a:gd name="connsiteY1" fmla="*/ 556143 h 556143"/>
              <a:gd name="connsiteX0" fmla="*/ 0 w 2907053"/>
              <a:gd name="connsiteY0" fmla="*/ 20464 h 227915"/>
              <a:gd name="connsiteX1" fmla="*/ 2902550 w 2907053"/>
              <a:gd name="connsiteY1" fmla="*/ 227915 h 227915"/>
              <a:gd name="connsiteX0" fmla="*/ 1121096 w 1532340"/>
              <a:gd name="connsiteY0" fmla="*/ 367389 h 368768"/>
              <a:gd name="connsiteX1" fmla="*/ 0 w 1532340"/>
              <a:gd name="connsiteY1" fmla="*/ 111387 h 368768"/>
              <a:gd name="connsiteX0" fmla="*/ 1222688 w 1558308"/>
              <a:gd name="connsiteY0" fmla="*/ 256002 h 264932"/>
              <a:gd name="connsiteX1" fmla="*/ 101592 w 1558308"/>
              <a:gd name="connsiteY1" fmla="*/ 0 h 264932"/>
              <a:gd name="connsiteX0" fmla="*/ 1521712 w 1833300"/>
              <a:gd name="connsiteY0" fmla="*/ 384003 h 388172"/>
              <a:gd name="connsiteX1" fmla="*/ 93466 w 1833300"/>
              <a:gd name="connsiteY1" fmla="*/ 0 h 388172"/>
              <a:gd name="connsiteX0" fmla="*/ 1477295 w 1804193"/>
              <a:gd name="connsiteY0" fmla="*/ 384003 h 391052"/>
              <a:gd name="connsiteX1" fmla="*/ 49049 w 1804193"/>
              <a:gd name="connsiteY1" fmla="*/ 0 h 391052"/>
              <a:gd name="connsiteX0" fmla="*/ 1546824 w 1546824"/>
              <a:gd name="connsiteY0" fmla="*/ 384003 h 384216"/>
              <a:gd name="connsiteX1" fmla="*/ 118578 w 1546824"/>
              <a:gd name="connsiteY1" fmla="*/ 0 h 384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46824" h="384216">
                <a:moveTo>
                  <a:pt x="1546824" y="384003"/>
                </a:moveTo>
                <a:cubicBezTo>
                  <a:pt x="722643" y="388417"/>
                  <a:pt x="-362620" y="326623"/>
                  <a:pt x="118578" y="0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0470E8D6-F8FA-0FA5-4063-C0A1454FB6D8}"/>
              </a:ext>
            </a:extLst>
          </p:cNvPr>
          <p:cNvSpPr/>
          <p:nvPr/>
        </p:nvSpPr>
        <p:spPr>
          <a:xfrm>
            <a:off x="3923607" y="1163782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÷ 10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89BA5F-7038-AAC7-E438-F62F7035B76B}"/>
              </a:ext>
            </a:extLst>
          </p:cNvPr>
          <p:cNvSpPr txBox="1"/>
          <p:nvPr/>
        </p:nvSpPr>
        <p:spPr>
          <a:xfrm>
            <a:off x="26028" y="1666703"/>
            <a:ext cx="3898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3D1685-CCF3-CB7C-CA00-28EE1899976F}"/>
              </a:ext>
            </a:extLst>
          </p:cNvPr>
          <p:cNvSpPr txBox="1"/>
          <p:nvPr/>
        </p:nvSpPr>
        <p:spPr>
          <a:xfrm>
            <a:off x="347617" y="1906466"/>
            <a:ext cx="16930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y-KG" sz="2000" dirty="0">
                <a:solidFill>
                  <a:schemeClr val="bg1">
                    <a:lumMod val="65000"/>
                  </a:schemeClr>
                </a:solidFill>
              </a:rPr>
              <a:t>Сандык</a:t>
            </a:r>
          </a:p>
          <a:p>
            <a:pPr algn="l"/>
            <a:r>
              <a:rPr lang="ky-KG" sz="2000" dirty="0">
                <a:solidFill>
                  <a:schemeClr val="bg1">
                    <a:lumMod val="65000"/>
                  </a:schemeClr>
                </a:solidFill>
              </a:rPr>
              <a:t>Байланыштар</a:t>
            </a:r>
            <a:endParaRPr lang="en-GB" sz="2000" dirty="0">
              <a:solidFill>
                <a:schemeClr val="bg1">
                  <a:lumMod val="65000"/>
                </a:schemeClr>
              </a:solidFill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5536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4E23D3F5-0D7D-49F6-765E-993C0E347E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7828179"/>
              </p:ext>
            </p:extLst>
          </p:nvPr>
        </p:nvGraphicFramePr>
        <p:xfrm>
          <a:off x="269435" y="274762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190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7 300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1 080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247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8CAEDD59-C4D4-69F0-35FA-41B32E5854D2}"/>
              </a:ext>
            </a:extLst>
          </p:cNvPr>
          <p:cNvGraphicFramePr>
            <a:graphicFrameLocks noGrp="1"/>
          </p:cNvGraphicFramePr>
          <p:nvPr/>
        </p:nvGraphicFramePr>
        <p:xfrm>
          <a:off x="3602838" y="1904055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0.06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0.52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24.7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22C2408A-8613-BC9D-B2C2-00F08A83A25C}"/>
              </a:ext>
            </a:extLst>
          </p:cNvPr>
          <p:cNvSpPr/>
          <p:nvPr/>
        </p:nvSpPr>
        <p:spPr>
          <a:xfrm>
            <a:off x="3591098" y="437870"/>
            <a:ext cx="2726574" cy="167597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812174"/>
              <a:gd name="connsiteY0" fmla="*/ 774302 h 1273065"/>
              <a:gd name="connsiteX1" fmla="*/ 1812174 w 1812174"/>
              <a:gd name="connsiteY1" fmla="*/ 1273065 h 1273065"/>
              <a:gd name="connsiteX0" fmla="*/ 0 w 1778821"/>
              <a:gd name="connsiteY0" fmla="*/ 851102 h 1017358"/>
              <a:gd name="connsiteX1" fmla="*/ 1778821 w 1778821"/>
              <a:gd name="connsiteY1" fmla="*/ 1017358 h 1017358"/>
              <a:gd name="connsiteX0" fmla="*/ 0 w 1778821"/>
              <a:gd name="connsiteY0" fmla="*/ 541559 h 1233214"/>
              <a:gd name="connsiteX1" fmla="*/ 1778821 w 1778821"/>
              <a:gd name="connsiteY1" fmla="*/ 707815 h 1233214"/>
              <a:gd name="connsiteX0" fmla="*/ 0 w 1751027"/>
              <a:gd name="connsiteY0" fmla="*/ 524115 h 1365026"/>
              <a:gd name="connsiteX1" fmla="*/ 1751027 w 1751027"/>
              <a:gd name="connsiteY1" fmla="*/ 856627 h 1365026"/>
              <a:gd name="connsiteX0" fmla="*/ 0 w 1823291"/>
              <a:gd name="connsiteY0" fmla="*/ 537971 h 1259382"/>
              <a:gd name="connsiteX1" fmla="*/ 1823291 w 1823291"/>
              <a:gd name="connsiteY1" fmla="*/ 737479 h 1259382"/>
              <a:gd name="connsiteX0" fmla="*/ 0 w 1823291"/>
              <a:gd name="connsiteY0" fmla="*/ 1292378 h 1491886"/>
              <a:gd name="connsiteX1" fmla="*/ 1823291 w 1823291"/>
              <a:gd name="connsiteY1" fmla="*/ 1491886 h 1491886"/>
              <a:gd name="connsiteX0" fmla="*/ 0 w 1823291"/>
              <a:gd name="connsiteY0" fmla="*/ 443079 h 670387"/>
              <a:gd name="connsiteX1" fmla="*/ 1823291 w 1823291"/>
              <a:gd name="connsiteY1" fmla="*/ 642587 h 670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23291" h="670387">
                <a:moveTo>
                  <a:pt x="0" y="443079"/>
                </a:moveTo>
                <a:cubicBezTo>
                  <a:pt x="743029" y="1407354"/>
                  <a:pt x="1230351" y="-1119710"/>
                  <a:pt x="1823291" y="642587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3CBA803-B4EE-22C1-95CA-CCD7E17C7F1A}"/>
              </a:ext>
            </a:extLst>
          </p:cNvPr>
          <p:cNvSpPr/>
          <p:nvPr/>
        </p:nvSpPr>
        <p:spPr>
          <a:xfrm flipV="1">
            <a:off x="5469775" y="972589"/>
            <a:ext cx="1014154" cy="831273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866676"/>
              <a:gd name="connsiteY0" fmla="*/ 0 h 437690"/>
              <a:gd name="connsiteX1" fmla="*/ 1866676 w 1866676"/>
              <a:gd name="connsiteY1" fmla="*/ 437690 h 437690"/>
              <a:gd name="connsiteX0" fmla="*/ 0 w 1812174"/>
              <a:gd name="connsiteY0" fmla="*/ 0 h 452958"/>
              <a:gd name="connsiteX1" fmla="*/ 1812174 w 1812174"/>
              <a:gd name="connsiteY1" fmla="*/ 452958 h 452958"/>
              <a:gd name="connsiteX0" fmla="*/ 82625 w 1894799"/>
              <a:gd name="connsiteY0" fmla="*/ 0 h 452958"/>
              <a:gd name="connsiteX1" fmla="*/ 1894799 w 1894799"/>
              <a:gd name="connsiteY1" fmla="*/ 452958 h 452958"/>
              <a:gd name="connsiteX0" fmla="*/ 83176 w 1881724"/>
              <a:gd name="connsiteY0" fmla="*/ 0 h 376617"/>
              <a:gd name="connsiteX1" fmla="*/ 1881724 w 1881724"/>
              <a:gd name="connsiteY1" fmla="*/ 376617 h 376617"/>
              <a:gd name="connsiteX0" fmla="*/ 108964 w 1907512"/>
              <a:gd name="connsiteY0" fmla="*/ 0 h 376617"/>
              <a:gd name="connsiteX1" fmla="*/ 1907512 w 1907512"/>
              <a:gd name="connsiteY1" fmla="*/ 376617 h 376617"/>
              <a:gd name="connsiteX0" fmla="*/ 0 w 1798548"/>
              <a:gd name="connsiteY0" fmla="*/ 0 h 376617"/>
              <a:gd name="connsiteX1" fmla="*/ 1798548 w 1798548"/>
              <a:gd name="connsiteY1" fmla="*/ 376617 h 376617"/>
              <a:gd name="connsiteX0" fmla="*/ 0 w 1757672"/>
              <a:gd name="connsiteY0" fmla="*/ 0 h 503852"/>
              <a:gd name="connsiteX1" fmla="*/ 1757672 w 1757672"/>
              <a:gd name="connsiteY1" fmla="*/ 503852 h 503852"/>
              <a:gd name="connsiteX0" fmla="*/ 0 w 1757672"/>
              <a:gd name="connsiteY0" fmla="*/ 0 h 503852"/>
              <a:gd name="connsiteX1" fmla="*/ 1757672 w 1757672"/>
              <a:gd name="connsiteY1" fmla="*/ 503852 h 503852"/>
              <a:gd name="connsiteX0" fmla="*/ 0 w 1662295"/>
              <a:gd name="connsiteY0" fmla="*/ 0 h 508942"/>
              <a:gd name="connsiteX1" fmla="*/ 1662295 w 1662295"/>
              <a:gd name="connsiteY1" fmla="*/ 508942 h 508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62295" h="508942">
                <a:moveTo>
                  <a:pt x="0" y="0"/>
                </a:moveTo>
                <a:cubicBezTo>
                  <a:pt x="99919" y="334205"/>
                  <a:pt x="526851" y="444477"/>
                  <a:pt x="1662295" y="508942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0842B1-5485-81E6-7DDE-0F102159CEC6}"/>
              </a:ext>
            </a:extLst>
          </p:cNvPr>
          <p:cNvSpPr/>
          <p:nvPr/>
        </p:nvSpPr>
        <p:spPr>
          <a:xfrm rot="10800000" flipH="1">
            <a:off x="8307514" y="1712422"/>
            <a:ext cx="499755" cy="1945176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1280577 w 1379303"/>
              <a:gd name="connsiteY0" fmla="*/ 0 h 489059"/>
              <a:gd name="connsiteX1" fmla="*/ 98725 w 1379303"/>
              <a:gd name="connsiteY1" fmla="*/ 489059 h 489059"/>
              <a:gd name="connsiteX0" fmla="*/ 1218608 w 3212225"/>
              <a:gd name="connsiteY0" fmla="*/ 0 h 489059"/>
              <a:gd name="connsiteX1" fmla="*/ 36756 w 3212225"/>
              <a:gd name="connsiteY1" fmla="*/ 489059 h 489059"/>
              <a:gd name="connsiteX0" fmla="*/ 1689127 w 3598464"/>
              <a:gd name="connsiteY0" fmla="*/ 0 h 485177"/>
              <a:gd name="connsiteX1" fmla="*/ 34539 w 3598464"/>
              <a:gd name="connsiteY1" fmla="*/ 485177 h 485177"/>
              <a:gd name="connsiteX0" fmla="*/ 2824232 w 4242435"/>
              <a:gd name="connsiteY0" fmla="*/ 0 h 485177"/>
              <a:gd name="connsiteX1" fmla="*/ 1169644 w 4242435"/>
              <a:gd name="connsiteY1" fmla="*/ 485177 h 485177"/>
              <a:gd name="connsiteX0" fmla="*/ 2761315 w 4511323"/>
              <a:gd name="connsiteY0" fmla="*/ 0 h 485177"/>
              <a:gd name="connsiteX1" fmla="*/ 1106727 w 4511323"/>
              <a:gd name="connsiteY1" fmla="*/ 485177 h 485177"/>
              <a:gd name="connsiteX0" fmla="*/ 3052146 w 3595412"/>
              <a:gd name="connsiteY0" fmla="*/ 0 h 485177"/>
              <a:gd name="connsiteX1" fmla="*/ 1397558 w 3595412"/>
              <a:gd name="connsiteY1" fmla="*/ 485177 h 485177"/>
              <a:gd name="connsiteX0" fmla="*/ 5187197 w 5632174"/>
              <a:gd name="connsiteY0" fmla="*/ 0 h 475474"/>
              <a:gd name="connsiteX1" fmla="*/ 1168905 w 5632174"/>
              <a:gd name="connsiteY1" fmla="*/ 475474 h 475474"/>
              <a:gd name="connsiteX0" fmla="*/ 4133519 w 4736802"/>
              <a:gd name="connsiteY0" fmla="*/ 0 h 475474"/>
              <a:gd name="connsiteX1" fmla="*/ 115227 w 4736802"/>
              <a:gd name="connsiteY1" fmla="*/ 475474 h 475474"/>
              <a:gd name="connsiteX0" fmla="*/ 4133519 w 4736802"/>
              <a:gd name="connsiteY0" fmla="*/ 0 h 475474"/>
              <a:gd name="connsiteX1" fmla="*/ 115227 w 4736802"/>
              <a:gd name="connsiteY1" fmla="*/ 475474 h 475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736802" h="475474">
                <a:moveTo>
                  <a:pt x="4133519" y="0"/>
                </a:moveTo>
                <a:cubicBezTo>
                  <a:pt x="6943688" y="208949"/>
                  <a:pt x="-1040361" y="185014"/>
                  <a:pt x="115227" y="475474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206F72D-DDA9-8E13-23F5-5EB3FB396C3A}"/>
              </a:ext>
            </a:extLst>
          </p:cNvPr>
          <p:cNvSpPr/>
          <p:nvPr/>
        </p:nvSpPr>
        <p:spPr>
          <a:xfrm>
            <a:off x="6849689" y="2552007"/>
            <a:ext cx="730734" cy="1130533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812174"/>
              <a:gd name="connsiteY0" fmla="*/ 0 h 565670"/>
              <a:gd name="connsiteX1" fmla="*/ 1812174 w 1812174"/>
              <a:gd name="connsiteY1" fmla="*/ 565670 h 565670"/>
              <a:gd name="connsiteX0" fmla="*/ 0 w 1812174"/>
              <a:gd name="connsiteY0" fmla="*/ 0 h 565670"/>
              <a:gd name="connsiteX1" fmla="*/ 1812174 w 1812174"/>
              <a:gd name="connsiteY1" fmla="*/ 565670 h 565670"/>
              <a:gd name="connsiteX0" fmla="*/ 0 w 2114204"/>
              <a:gd name="connsiteY0" fmla="*/ 0 h 577835"/>
              <a:gd name="connsiteX1" fmla="*/ 2114204 w 2114204"/>
              <a:gd name="connsiteY1" fmla="*/ 577835 h 577835"/>
              <a:gd name="connsiteX0" fmla="*/ 0 w 2212501"/>
              <a:gd name="connsiteY0" fmla="*/ 0 h 577835"/>
              <a:gd name="connsiteX1" fmla="*/ 2114204 w 2212501"/>
              <a:gd name="connsiteY1" fmla="*/ 577835 h 577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12501" h="577835">
                <a:moveTo>
                  <a:pt x="0" y="0"/>
                </a:moveTo>
                <a:cubicBezTo>
                  <a:pt x="1384300" y="38521"/>
                  <a:pt x="2567247" y="296014"/>
                  <a:pt x="2114204" y="577835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D1216B0-A3FC-B351-5ABA-E4EA0512E72B}"/>
              </a:ext>
            </a:extLst>
          </p:cNvPr>
          <p:cNvSpPr/>
          <p:nvPr/>
        </p:nvSpPr>
        <p:spPr>
          <a:xfrm flipH="1" flipV="1">
            <a:off x="1884553" y="1496289"/>
            <a:ext cx="1573541" cy="1047404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996464"/>
              <a:gd name="connsiteY0" fmla="*/ 0 h 556143"/>
              <a:gd name="connsiteX1" fmla="*/ 1996464 w 1996464"/>
              <a:gd name="connsiteY1" fmla="*/ 556143 h 556143"/>
              <a:gd name="connsiteX0" fmla="*/ 0 w 1996464"/>
              <a:gd name="connsiteY0" fmla="*/ 0 h 556143"/>
              <a:gd name="connsiteX1" fmla="*/ 1996464 w 1996464"/>
              <a:gd name="connsiteY1" fmla="*/ 556143 h 556143"/>
              <a:gd name="connsiteX0" fmla="*/ 0 w 2672191"/>
              <a:gd name="connsiteY0" fmla="*/ 0 h 556143"/>
              <a:gd name="connsiteX1" fmla="*/ 2672191 w 2672191"/>
              <a:gd name="connsiteY1" fmla="*/ 556143 h 556143"/>
              <a:gd name="connsiteX0" fmla="*/ 0 w 2677371"/>
              <a:gd name="connsiteY0" fmla="*/ 0 h 556143"/>
              <a:gd name="connsiteX1" fmla="*/ 2672191 w 2677371"/>
              <a:gd name="connsiteY1" fmla="*/ 556143 h 556143"/>
              <a:gd name="connsiteX0" fmla="*/ 0 w 2907053"/>
              <a:gd name="connsiteY0" fmla="*/ 0 h 556143"/>
              <a:gd name="connsiteX1" fmla="*/ 2902550 w 2907053"/>
              <a:gd name="connsiteY1" fmla="*/ 556143 h 556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07053" h="556143">
                <a:moveTo>
                  <a:pt x="0" y="0"/>
                </a:moveTo>
                <a:cubicBezTo>
                  <a:pt x="1341215" y="35311"/>
                  <a:pt x="3004934" y="189795"/>
                  <a:pt x="2902550" y="556143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B3783B0-04A0-45EB-CEB4-94B8E0D66E18}"/>
              </a:ext>
            </a:extLst>
          </p:cNvPr>
          <p:cNvSpPr/>
          <p:nvPr/>
        </p:nvSpPr>
        <p:spPr>
          <a:xfrm flipH="1">
            <a:off x="8179722" y="5137263"/>
            <a:ext cx="640546" cy="1014152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651602"/>
              <a:gd name="connsiteY0" fmla="*/ 0 h 514513"/>
              <a:gd name="connsiteX1" fmla="*/ 1651602 w 1651602"/>
              <a:gd name="connsiteY1" fmla="*/ 514513 h 514513"/>
              <a:gd name="connsiteX0" fmla="*/ 90114 w 1741716"/>
              <a:gd name="connsiteY0" fmla="*/ 0 h 514513"/>
              <a:gd name="connsiteX1" fmla="*/ 1741716 w 1741716"/>
              <a:gd name="connsiteY1" fmla="*/ 514513 h 514513"/>
              <a:gd name="connsiteX0" fmla="*/ 91212 w 1719877"/>
              <a:gd name="connsiteY0" fmla="*/ 0 h 640516"/>
              <a:gd name="connsiteX1" fmla="*/ 1719877 w 1719877"/>
              <a:gd name="connsiteY1" fmla="*/ 640516 h 640516"/>
              <a:gd name="connsiteX0" fmla="*/ 138918 w 1767583"/>
              <a:gd name="connsiteY0" fmla="*/ 0 h 640516"/>
              <a:gd name="connsiteX1" fmla="*/ 1767583 w 1767583"/>
              <a:gd name="connsiteY1" fmla="*/ 640516 h 640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67583" h="640516">
                <a:moveTo>
                  <a:pt x="138918" y="0"/>
                </a:moveTo>
                <a:cubicBezTo>
                  <a:pt x="-335152" y="292258"/>
                  <a:pt x="452419" y="563514"/>
                  <a:pt x="1767583" y="640516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877325F-6610-53DB-F48A-BC14DA45E657}"/>
              </a:ext>
            </a:extLst>
          </p:cNvPr>
          <p:cNvSpPr/>
          <p:nvPr/>
        </p:nvSpPr>
        <p:spPr>
          <a:xfrm flipH="1">
            <a:off x="3832166" y="3200400"/>
            <a:ext cx="1414864" cy="2302625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967503"/>
              <a:gd name="connsiteY0" fmla="*/ 0 h 517112"/>
              <a:gd name="connsiteX1" fmla="*/ 1967503 w 1967503"/>
              <a:gd name="connsiteY1" fmla="*/ 517112 h 517112"/>
              <a:gd name="connsiteX0" fmla="*/ 0 w 1967503"/>
              <a:gd name="connsiteY0" fmla="*/ 0 h 517112"/>
              <a:gd name="connsiteX1" fmla="*/ 1967503 w 1967503"/>
              <a:gd name="connsiteY1" fmla="*/ 517112 h 517112"/>
              <a:gd name="connsiteX0" fmla="*/ 0 w 1750043"/>
              <a:gd name="connsiteY0" fmla="*/ 0 h 457060"/>
              <a:gd name="connsiteX1" fmla="*/ 1750043 w 1750043"/>
              <a:gd name="connsiteY1" fmla="*/ 457060 h 457060"/>
              <a:gd name="connsiteX0" fmla="*/ 0 w 1750043"/>
              <a:gd name="connsiteY0" fmla="*/ 0 h 457060"/>
              <a:gd name="connsiteX1" fmla="*/ 1750043 w 1750043"/>
              <a:gd name="connsiteY1" fmla="*/ 457060 h 457060"/>
              <a:gd name="connsiteX0" fmla="*/ 0 w 1750043"/>
              <a:gd name="connsiteY0" fmla="*/ 0 h 457060"/>
              <a:gd name="connsiteX1" fmla="*/ 1750043 w 1750043"/>
              <a:gd name="connsiteY1" fmla="*/ 457060 h 457060"/>
              <a:gd name="connsiteX0" fmla="*/ 0 w 1874307"/>
              <a:gd name="connsiteY0" fmla="*/ 0 h 420362"/>
              <a:gd name="connsiteX1" fmla="*/ 1874307 w 1874307"/>
              <a:gd name="connsiteY1" fmla="*/ 420362 h 420362"/>
              <a:gd name="connsiteX0" fmla="*/ 0 w 1874307"/>
              <a:gd name="connsiteY0" fmla="*/ 0 h 420362"/>
              <a:gd name="connsiteX1" fmla="*/ 1874307 w 1874307"/>
              <a:gd name="connsiteY1" fmla="*/ 420362 h 420362"/>
              <a:gd name="connsiteX0" fmla="*/ 0 w 1863951"/>
              <a:gd name="connsiteY0" fmla="*/ 0 h 420362"/>
              <a:gd name="connsiteX1" fmla="*/ 1863951 w 1863951"/>
              <a:gd name="connsiteY1" fmla="*/ 420362 h 420362"/>
              <a:gd name="connsiteX0" fmla="*/ 11689 w 1875640"/>
              <a:gd name="connsiteY0" fmla="*/ 0 h 420362"/>
              <a:gd name="connsiteX1" fmla="*/ 1875640 w 1875640"/>
              <a:gd name="connsiteY1" fmla="*/ 420362 h 420362"/>
              <a:gd name="connsiteX0" fmla="*/ 0 w 1863951"/>
              <a:gd name="connsiteY0" fmla="*/ 0 h 420362"/>
              <a:gd name="connsiteX1" fmla="*/ 1863951 w 1863951"/>
              <a:gd name="connsiteY1" fmla="*/ 420362 h 420362"/>
              <a:gd name="connsiteX0" fmla="*/ 0 w 1863951"/>
              <a:gd name="connsiteY0" fmla="*/ 0 h 420362"/>
              <a:gd name="connsiteX1" fmla="*/ 1863951 w 1863951"/>
              <a:gd name="connsiteY1" fmla="*/ 420362 h 420362"/>
              <a:gd name="connsiteX0" fmla="*/ 0 w 1698267"/>
              <a:gd name="connsiteY0" fmla="*/ 0 h 417026"/>
              <a:gd name="connsiteX1" fmla="*/ 1698267 w 1698267"/>
              <a:gd name="connsiteY1" fmla="*/ 417026 h 417026"/>
              <a:gd name="connsiteX0" fmla="*/ 0 w 1698267"/>
              <a:gd name="connsiteY0" fmla="*/ 0 h 417026"/>
              <a:gd name="connsiteX1" fmla="*/ 1698267 w 1698267"/>
              <a:gd name="connsiteY1" fmla="*/ 417026 h 417026"/>
              <a:gd name="connsiteX0" fmla="*/ 32586 w 1730853"/>
              <a:gd name="connsiteY0" fmla="*/ 0 h 417026"/>
              <a:gd name="connsiteX1" fmla="*/ 1730853 w 1730853"/>
              <a:gd name="connsiteY1" fmla="*/ 417026 h 417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30853" h="417026">
                <a:moveTo>
                  <a:pt x="32586" y="0"/>
                </a:moveTo>
                <a:cubicBezTo>
                  <a:pt x="-93371" y="119547"/>
                  <a:pt x="80914" y="342518"/>
                  <a:pt x="1730853" y="417026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98CEF2E-9063-F91B-7D62-A2139A7F5D5B}"/>
              </a:ext>
            </a:extLst>
          </p:cNvPr>
          <p:cNvSpPr/>
          <p:nvPr/>
        </p:nvSpPr>
        <p:spPr>
          <a:xfrm flipH="1">
            <a:off x="1280159" y="4763193"/>
            <a:ext cx="1537855" cy="665018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812174"/>
              <a:gd name="connsiteY0" fmla="*/ 0 h 521095"/>
              <a:gd name="connsiteX1" fmla="*/ 1812174 w 1812174"/>
              <a:gd name="connsiteY1" fmla="*/ 521095 h 521095"/>
              <a:gd name="connsiteX0" fmla="*/ 0 w 3936033"/>
              <a:gd name="connsiteY0" fmla="*/ 0 h 521095"/>
              <a:gd name="connsiteX1" fmla="*/ 1812174 w 3936033"/>
              <a:gd name="connsiteY1" fmla="*/ 521095 h 521095"/>
              <a:gd name="connsiteX0" fmla="*/ 629281 w 4036359"/>
              <a:gd name="connsiteY0" fmla="*/ 0 h 521095"/>
              <a:gd name="connsiteX1" fmla="*/ 2441455 w 4036359"/>
              <a:gd name="connsiteY1" fmla="*/ 521095 h 521095"/>
              <a:gd name="connsiteX0" fmla="*/ 420708 w 9381055"/>
              <a:gd name="connsiteY0" fmla="*/ 0 h 550872"/>
              <a:gd name="connsiteX1" fmla="*/ 8273347 w 9381055"/>
              <a:gd name="connsiteY1" fmla="*/ 550872 h 550872"/>
              <a:gd name="connsiteX0" fmla="*/ 420708 w 9381055"/>
              <a:gd name="connsiteY0" fmla="*/ 0 h 550872"/>
              <a:gd name="connsiteX1" fmla="*/ 8273347 w 9381055"/>
              <a:gd name="connsiteY1" fmla="*/ 550872 h 550872"/>
              <a:gd name="connsiteX0" fmla="*/ 524764 w 6108747"/>
              <a:gd name="connsiteY0" fmla="*/ 0 h 513651"/>
              <a:gd name="connsiteX1" fmla="*/ 4753129 w 6108747"/>
              <a:gd name="connsiteY1" fmla="*/ 513651 h 513651"/>
              <a:gd name="connsiteX0" fmla="*/ 26376651 w 26376651"/>
              <a:gd name="connsiteY0" fmla="*/ 0 h 424321"/>
              <a:gd name="connsiteX1" fmla="*/ 0 w 26376651"/>
              <a:gd name="connsiteY1" fmla="*/ 424321 h 424321"/>
              <a:gd name="connsiteX0" fmla="*/ 26376651 w 26382270"/>
              <a:gd name="connsiteY0" fmla="*/ 0 h 424321"/>
              <a:gd name="connsiteX1" fmla="*/ 0 w 26382270"/>
              <a:gd name="connsiteY1" fmla="*/ 424321 h 424321"/>
              <a:gd name="connsiteX0" fmla="*/ 28792842 w 28797904"/>
              <a:gd name="connsiteY0" fmla="*/ 0 h 454098"/>
              <a:gd name="connsiteX1" fmla="*/ 0 w 28797904"/>
              <a:gd name="connsiteY1" fmla="*/ 454098 h 454098"/>
              <a:gd name="connsiteX0" fmla="*/ 29101379 w 29105036"/>
              <a:gd name="connsiteY0" fmla="*/ 0 h 454098"/>
              <a:gd name="connsiteX1" fmla="*/ 308537 w 29105036"/>
              <a:gd name="connsiteY1" fmla="*/ 454098 h 454098"/>
              <a:gd name="connsiteX0" fmla="*/ 41104074 w 41106763"/>
              <a:gd name="connsiteY0" fmla="*/ 0 h 543428"/>
              <a:gd name="connsiteX1" fmla="*/ 230324 w 41106763"/>
              <a:gd name="connsiteY1" fmla="*/ 543428 h 543428"/>
              <a:gd name="connsiteX0" fmla="*/ 40970394 w 40973156"/>
              <a:gd name="connsiteY0" fmla="*/ 0 h 543428"/>
              <a:gd name="connsiteX1" fmla="*/ 96644 w 40973156"/>
              <a:gd name="connsiteY1" fmla="*/ 543428 h 543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0973156" h="543428">
                <a:moveTo>
                  <a:pt x="40970394" y="0"/>
                </a:moveTo>
                <a:cubicBezTo>
                  <a:pt x="41373129" y="426802"/>
                  <a:pt x="-2319571" y="4963"/>
                  <a:pt x="96644" y="543428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CD7557B-25BA-E3EC-FAB1-5F2133C71CEC}"/>
              </a:ext>
            </a:extLst>
          </p:cNvPr>
          <p:cNvSpPr/>
          <p:nvPr/>
        </p:nvSpPr>
        <p:spPr>
          <a:xfrm flipH="1">
            <a:off x="3566160" y="3150524"/>
            <a:ext cx="972588" cy="997527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913980"/>
              <a:gd name="connsiteY0" fmla="*/ 0 h 459257"/>
              <a:gd name="connsiteX1" fmla="*/ 1913980 w 1913980"/>
              <a:gd name="connsiteY1" fmla="*/ 459257 h 459257"/>
              <a:gd name="connsiteX0" fmla="*/ 0 w 1913980"/>
              <a:gd name="connsiteY0" fmla="*/ 0 h 459257"/>
              <a:gd name="connsiteX1" fmla="*/ 1913980 w 1913980"/>
              <a:gd name="connsiteY1" fmla="*/ 459257 h 459257"/>
              <a:gd name="connsiteX0" fmla="*/ 0 w 1934340"/>
              <a:gd name="connsiteY0" fmla="*/ 0 h 498763"/>
              <a:gd name="connsiteX1" fmla="*/ 1934340 w 1934340"/>
              <a:gd name="connsiteY1" fmla="*/ 498763 h 498763"/>
              <a:gd name="connsiteX0" fmla="*/ 0 w 1934340"/>
              <a:gd name="connsiteY0" fmla="*/ 0 h 498763"/>
              <a:gd name="connsiteX1" fmla="*/ 1934340 w 1934340"/>
              <a:gd name="connsiteY1" fmla="*/ 498763 h 498763"/>
              <a:gd name="connsiteX0" fmla="*/ 0 w 1812172"/>
              <a:gd name="connsiteY0" fmla="*/ 0 h 444442"/>
              <a:gd name="connsiteX1" fmla="*/ 1812172 w 1812172"/>
              <a:gd name="connsiteY1" fmla="*/ 444442 h 444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12172" h="444442">
                <a:moveTo>
                  <a:pt x="0" y="0"/>
                </a:moveTo>
                <a:cubicBezTo>
                  <a:pt x="54294" y="265019"/>
                  <a:pt x="454737" y="431274"/>
                  <a:pt x="1812172" y="444442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80EA349-92D1-B752-805B-3029E9035AC2}"/>
              </a:ext>
            </a:extLst>
          </p:cNvPr>
          <p:cNvSpPr/>
          <p:nvPr/>
        </p:nvSpPr>
        <p:spPr>
          <a:xfrm>
            <a:off x="5744096" y="3200399"/>
            <a:ext cx="343222" cy="2227812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814460"/>
              <a:gd name="connsiteY0" fmla="*/ 0 h 502570"/>
              <a:gd name="connsiteX1" fmla="*/ 814460 w 814460"/>
              <a:gd name="connsiteY1" fmla="*/ 502570 h 502570"/>
              <a:gd name="connsiteX0" fmla="*/ 0 w 814460"/>
              <a:gd name="connsiteY0" fmla="*/ 0 h 502570"/>
              <a:gd name="connsiteX1" fmla="*/ 814460 w 814460"/>
              <a:gd name="connsiteY1" fmla="*/ 502570 h 502570"/>
              <a:gd name="connsiteX0" fmla="*/ 0 w 814460"/>
              <a:gd name="connsiteY0" fmla="*/ 0 h 502570"/>
              <a:gd name="connsiteX1" fmla="*/ 814460 w 814460"/>
              <a:gd name="connsiteY1" fmla="*/ 502570 h 502570"/>
              <a:gd name="connsiteX0" fmla="*/ 0 w 1160605"/>
              <a:gd name="connsiteY0" fmla="*/ 0 h 515896"/>
              <a:gd name="connsiteX1" fmla="*/ 1160605 w 1160605"/>
              <a:gd name="connsiteY1" fmla="*/ 515896 h 515896"/>
              <a:gd name="connsiteX0" fmla="*/ 159034 w 741371"/>
              <a:gd name="connsiteY0" fmla="*/ 0 h 510185"/>
              <a:gd name="connsiteX1" fmla="*/ 741372 w 741371"/>
              <a:gd name="connsiteY1" fmla="*/ 510185 h 510185"/>
              <a:gd name="connsiteX0" fmla="*/ 0 w 582339"/>
              <a:gd name="connsiteY0" fmla="*/ 0 h 510185"/>
              <a:gd name="connsiteX1" fmla="*/ 582338 w 582339"/>
              <a:gd name="connsiteY1" fmla="*/ 510185 h 510185"/>
              <a:gd name="connsiteX0" fmla="*/ 0 w 582337"/>
              <a:gd name="connsiteY0" fmla="*/ 0 h 510185"/>
              <a:gd name="connsiteX1" fmla="*/ 582338 w 582337"/>
              <a:gd name="connsiteY1" fmla="*/ 510185 h 510185"/>
              <a:gd name="connsiteX0" fmla="*/ 0 w 582339"/>
              <a:gd name="connsiteY0" fmla="*/ 0 h 510185"/>
              <a:gd name="connsiteX1" fmla="*/ 582338 w 582339"/>
              <a:gd name="connsiteY1" fmla="*/ 510185 h 510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82339" h="510185">
                <a:moveTo>
                  <a:pt x="0" y="0"/>
                </a:moveTo>
                <a:cubicBezTo>
                  <a:pt x="671202" y="177675"/>
                  <a:pt x="-304696" y="260169"/>
                  <a:pt x="582338" y="510185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8DC19DB-CFA5-3431-33D8-87CA6706A6C5}"/>
              </a:ext>
            </a:extLst>
          </p:cNvPr>
          <p:cNvSpPr/>
          <p:nvPr/>
        </p:nvSpPr>
        <p:spPr>
          <a:xfrm>
            <a:off x="2211185" y="2028306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× 10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7BF6C28-A993-BB90-B696-7F1839483910}"/>
              </a:ext>
            </a:extLst>
          </p:cNvPr>
          <p:cNvSpPr/>
          <p:nvPr/>
        </p:nvSpPr>
        <p:spPr>
          <a:xfrm>
            <a:off x="4663441" y="332509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× 100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06C8689-EC07-7737-5BCA-33F318AA8AB6}"/>
              </a:ext>
            </a:extLst>
          </p:cNvPr>
          <p:cNvSpPr/>
          <p:nvPr/>
        </p:nvSpPr>
        <p:spPr>
          <a:xfrm>
            <a:off x="5454656" y="1232695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>
                <a:solidFill>
                  <a:srgbClr val="0070C0"/>
                </a:solidFill>
              </a:rPr>
              <a:t>× 1000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0FE7560-0B4F-F0F2-E5FF-A90DABB331F4}"/>
              </a:ext>
            </a:extLst>
          </p:cNvPr>
          <p:cNvSpPr/>
          <p:nvPr/>
        </p:nvSpPr>
        <p:spPr>
          <a:xfrm>
            <a:off x="8212977" y="2435629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>
                <a:solidFill>
                  <a:srgbClr val="0070C0"/>
                </a:solidFill>
              </a:rPr>
              <a:t>× 10,000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BAD24AE-D364-A41D-E00B-4918DB0F725A}"/>
              </a:ext>
            </a:extLst>
          </p:cNvPr>
          <p:cNvSpPr/>
          <p:nvPr/>
        </p:nvSpPr>
        <p:spPr>
          <a:xfrm>
            <a:off x="6991005" y="2859578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÷ 10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50ACC54-2054-E0CF-BFB0-B2B8BEE2E0A6}"/>
              </a:ext>
            </a:extLst>
          </p:cNvPr>
          <p:cNvSpPr/>
          <p:nvPr/>
        </p:nvSpPr>
        <p:spPr>
          <a:xfrm>
            <a:off x="4031672" y="3649287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÷ 100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EA34EAD-25EF-74BB-72DA-9BF5E603EEE0}"/>
              </a:ext>
            </a:extLst>
          </p:cNvPr>
          <p:cNvSpPr/>
          <p:nvPr/>
        </p:nvSpPr>
        <p:spPr>
          <a:xfrm>
            <a:off x="4216261" y="4763191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>
                <a:solidFill>
                  <a:srgbClr val="0070C0"/>
                </a:solidFill>
              </a:rPr>
              <a:t>÷ 1000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05FF3E3-2999-6E43-74A7-852FCC5371F5}"/>
              </a:ext>
            </a:extLst>
          </p:cNvPr>
          <p:cNvSpPr/>
          <p:nvPr/>
        </p:nvSpPr>
        <p:spPr>
          <a:xfrm>
            <a:off x="5454860" y="4397432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× 100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2876B7D-BAC7-068E-C368-276084346864}"/>
              </a:ext>
            </a:extLst>
          </p:cNvPr>
          <p:cNvSpPr/>
          <p:nvPr/>
        </p:nvSpPr>
        <p:spPr>
          <a:xfrm>
            <a:off x="8646946" y="5552900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>
                <a:solidFill>
                  <a:srgbClr val="0070C0"/>
                </a:solidFill>
              </a:rPr>
              <a:t>× 1000</a:t>
            </a:r>
          </a:p>
        </p:txBody>
      </p:sp>
      <p:graphicFrame>
        <p:nvGraphicFramePr>
          <p:cNvPr id="37" name="Table 5">
            <a:extLst>
              <a:ext uri="{FF2B5EF4-FFF2-40B4-BE49-F238E27FC236}">
                <a16:creationId xmlns:a16="http://schemas.microsoft.com/office/drawing/2014/main" id="{90869076-9016-94BB-AC3E-20DB92E5EF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3250443"/>
              </p:ext>
            </p:extLst>
          </p:nvPr>
        </p:nvGraphicFramePr>
        <p:xfrm>
          <a:off x="6697945" y="443786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9 000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19 000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730 000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108 000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4 100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24 700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graphicFrame>
        <p:nvGraphicFramePr>
          <p:cNvPr id="38" name="Table 5">
            <a:extLst>
              <a:ext uri="{FF2B5EF4-FFF2-40B4-BE49-F238E27FC236}">
                <a16:creationId xmlns:a16="http://schemas.microsoft.com/office/drawing/2014/main" id="{F709621A-7E13-C524-2B09-46226D136E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9459606"/>
              </p:ext>
            </p:extLst>
          </p:nvPr>
        </p:nvGraphicFramePr>
        <p:xfrm>
          <a:off x="6556629" y="3835380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10.8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0.41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0.006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0.052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2.47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graphicFrame>
        <p:nvGraphicFramePr>
          <p:cNvPr id="39" name="Table 5">
            <a:extLst>
              <a:ext uri="{FF2B5EF4-FFF2-40B4-BE49-F238E27FC236}">
                <a16:creationId xmlns:a16="http://schemas.microsoft.com/office/drawing/2014/main" id="{84B8ECEB-FC99-9322-CDD2-62A5BC3A38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9025223"/>
              </p:ext>
            </p:extLst>
          </p:nvPr>
        </p:nvGraphicFramePr>
        <p:xfrm>
          <a:off x="4846978" y="5617075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1 900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73 000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10 800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2 470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graphicFrame>
        <p:nvGraphicFramePr>
          <p:cNvPr id="40" name="Table 5">
            <a:extLst>
              <a:ext uri="{FF2B5EF4-FFF2-40B4-BE49-F238E27FC236}">
                <a16:creationId xmlns:a16="http://schemas.microsoft.com/office/drawing/2014/main" id="{B54F6C1A-B832-01FF-1735-8A3C6AD755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1558114"/>
              </p:ext>
            </p:extLst>
          </p:nvPr>
        </p:nvGraphicFramePr>
        <p:xfrm>
          <a:off x="640738" y="5558885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0.009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0.019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0.73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0.0003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0.108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0.0041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0.00006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0.00052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0.0247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graphicFrame>
        <p:nvGraphicFramePr>
          <p:cNvPr id="41" name="Table 5">
            <a:extLst>
              <a:ext uri="{FF2B5EF4-FFF2-40B4-BE49-F238E27FC236}">
                <a16:creationId xmlns:a16="http://schemas.microsoft.com/office/drawing/2014/main" id="{D6D8FF5B-6C10-84B6-5CE5-E977AC10E8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461811"/>
              </p:ext>
            </p:extLst>
          </p:nvPr>
        </p:nvGraphicFramePr>
        <p:xfrm>
          <a:off x="358105" y="3522267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0.09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0.19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0.003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1.08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0.041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0.0006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0.0052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0.247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85C7DC13-9C0A-8554-229D-5A47A305A6C6}"/>
              </a:ext>
            </a:extLst>
          </p:cNvPr>
          <p:cNvSpPr/>
          <p:nvPr/>
        </p:nvSpPr>
        <p:spPr>
          <a:xfrm>
            <a:off x="1630337" y="4982536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÷ 10</a:t>
            </a: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A9542BBD-3F2D-10E5-B333-5CFE47B1CFCA}"/>
              </a:ext>
            </a:extLst>
          </p:cNvPr>
          <p:cNvSpPr/>
          <p:nvPr/>
        </p:nvSpPr>
        <p:spPr>
          <a:xfrm flipH="1" flipV="1">
            <a:off x="3483033" y="939338"/>
            <a:ext cx="837271" cy="839584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996464"/>
              <a:gd name="connsiteY0" fmla="*/ 0 h 556143"/>
              <a:gd name="connsiteX1" fmla="*/ 1996464 w 1996464"/>
              <a:gd name="connsiteY1" fmla="*/ 556143 h 556143"/>
              <a:gd name="connsiteX0" fmla="*/ 0 w 1996464"/>
              <a:gd name="connsiteY0" fmla="*/ 0 h 556143"/>
              <a:gd name="connsiteX1" fmla="*/ 1996464 w 1996464"/>
              <a:gd name="connsiteY1" fmla="*/ 556143 h 556143"/>
              <a:gd name="connsiteX0" fmla="*/ 0 w 2672191"/>
              <a:gd name="connsiteY0" fmla="*/ 0 h 556143"/>
              <a:gd name="connsiteX1" fmla="*/ 2672191 w 2672191"/>
              <a:gd name="connsiteY1" fmla="*/ 556143 h 556143"/>
              <a:gd name="connsiteX0" fmla="*/ 0 w 2677371"/>
              <a:gd name="connsiteY0" fmla="*/ 0 h 556143"/>
              <a:gd name="connsiteX1" fmla="*/ 2672191 w 2677371"/>
              <a:gd name="connsiteY1" fmla="*/ 556143 h 556143"/>
              <a:gd name="connsiteX0" fmla="*/ 0 w 2907053"/>
              <a:gd name="connsiteY0" fmla="*/ 0 h 556143"/>
              <a:gd name="connsiteX1" fmla="*/ 2902550 w 2907053"/>
              <a:gd name="connsiteY1" fmla="*/ 556143 h 556143"/>
              <a:gd name="connsiteX0" fmla="*/ 0 w 2907053"/>
              <a:gd name="connsiteY0" fmla="*/ 20464 h 227915"/>
              <a:gd name="connsiteX1" fmla="*/ 2902550 w 2907053"/>
              <a:gd name="connsiteY1" fmla="*/ 227915 h 227915"/>
              <a:gd name="connsiteX0" fmla="*/ 1121096 w 1532340"/>
              <a:gd name="connsiteY0" fmla="*/ 367389 h 368768"/>
              <a:gd name="connsiteX1" fmla="*/ 0 w 1532340"/>
              <a:gd name="connsiteY1" fmla="*/ 111387 h 368768"/>
              <a:gd name="connsiteX0" fmla="*/ 1222688 w 1558308"/>
              <a:gd name="connsiteY0" fmla="*/ 256002 h 264932"/>
              <a:gd name="connsiteX1" fmla="*/ 101592 w 1558308"/>
              <a:gd name="connsiteY1" fmla="*/ 0 h 264932"/>
              <a:gd name="connsiteX0" fmla="*/ 1521712 w 1833300"/>
              <a:gd name="connsiteY0" fmla="*/ 384003 h 388172"/>
              <a:gd name="connsiteX1" fmla="*/ 93466 w 1833300"/>
              <a:gd name="connsiteY1" fmla="*/ 0 h 388172"/>
              <a:gd name="connsiteX0" fmla="*/ 1477295 w 1804193"/>
              <a:gd name="connsiteY0" fmla="*/ 384003 h 391052"/>
              <a:gd name="connsiteX1" fmla="*/ 49049 w 1804193"/>
              <a:gd name="connsiteY1" fmla="*/ 0 h 391052"/>
              <a:gd name="connsiteX0" fmla="*/ 1546824 w 1546824"/>
              <a:gd name="connsiteY0" fmla="*/ 384003 h 384216"/>
              <a:gd name="connsiteX1" fmla="*/ 118578 w 1546824"/>
              <a:gd name="connsiteY1" fmla="*/ 0 h 384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46824" h="384216">
                <a:moveTo>
                  <a:pt x="1546824" y="384003"/>
                </a:moveTo>
                <a:cubicBezTo>
                  <a:pt x="722643" y="388417"/>
                  <a:pt x="-362620" y="326623"/>
                  <a:pt x="118578" y="0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0470E8D6-F8FA-0FA5-4063-C0A1454FB6D8}"/>
              </a:ext>
            </a:extLst>
          </p:cNvPr>
          <p:cNvSpPr/>
          <p:nvPr/>
        </p:nvSpPr>
        <p:spPr>
          <a:xfrm>
            <a:off x="4039985" y="1130531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02B628-61C4-3419-FF71-E8E05550D299}"/>
              </a:ext>
            </a:extLst>
          </p:cNvPr>
          <p:cNvSpPr txBox="1"/>
          <p:nvPr/>
        </p:nvSpPr>
        <p:spPr>
          <a:xfrm>
            <a:off x="26028" y="1666703"/>
            <a:ext cx="3898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FF361B-BD99-2C7B-D709-8DA4E4E5B283}"/>
              </a:ext>
            </a:extLst>
          </p:cNvPr>
          <p:cNvSpPr txBox="1"/>
          <p:nvPr/>
        </p:nvSpPr>
        <p:spPr>
          <a:xfrm>
            <a:off x="361585" y="2183544"/>
            <a:ext cx="16930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y-KG" sz="2000" dirty="0">
                <a:solidFill>
                  <a:schemeClr val="bg1">
                    <a:lumMod val="65000"/>
                  </a:schemeClr>
                </a:solidFill>
              </a:rPr>
              <a:t>Сандык</a:t>
            </a:r>
          </a:p>
          <a:p>
            <a:pPr algn="l"/>
            <a:r>
              <a:rPr lang="ky-KG" sz="2000" dirty="0">
                <a:solidFill>
                  <a:schemeClr val="bg1">
                    <a:lumMod val="65000"/>
                  </a:schemeClr>
                </a:solidFill>
              </a:rPr>
              <a:t>Байланыштар</a:t>
            </a:r>
            <a:endParaRPr lang="en-GB" sz="2000" dirty="0">
              <a:solidFill>
                <a:schemeClr val="bg1">
                  <a:lumMod val="65000"/>
                </a:schemeClr>
              </a:solidFill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7508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4E23D3F5-0D7D-49F6-765E-993C0E347E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7289621"/>
              </p:ext>
            </p:extLst>
          </p:nvPr>
        </p:nvGraphicFramePr>
        <p:xfrm>
          <a:off x="277748" y="125132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4 100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590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2 080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8CAEDD59-C4D4-69F0-35FA-41B32E5854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0989635"/>
              </p:ext>
            </p:extLst>
          </p:nvPr>
        </p:nvGraphicFramePr>
        <p:xfrm>
          <a:off x="3602838" y="1904055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208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0.26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22C2408A-8613-BC9D-B2C2-00F08A83A25C}"/>
              </a:ext>
            </a:extLst>
          </p:cNvPr>
          <p:cNvSpPr/>
          <p:nvPr/>
        </p:nvSpPr>
        <p:spPr>
          <a:xfrm>
            <a:off x="3474720" y="437870"/>
            <a:ext cx="2726574" cy="167597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812174"/>
              <a:gd name="connsiteY0" fmla="*/ 774302 h 1273065"/>
              <a:gd name="connsiteX1" fmla="*/ 1812174 w 1812174"/>
              <a:gd name="connsiteY1" fmla="*/ 1273065 h 1273065"/>
              <a:gd name="connsiteX0" fmla="*/ 0 w 1778821"/>
              <a:gd name="connsiteY0" fmla="*/ 851102 h 1017358"/>
              <a:gd name="connsiteX1" fmla="*/ 1778821 w 1778821"/>
              <a:gd name="connsiteY1" fmla="*/ 1017358 h 1017358"/>
              <a:gd name="connsiteX0" fmla="*/ 0 w 1778821"/>
              <a:gd name="connsiteY0" fmla="*/ 541559 h 1233214"/>
              <a:gd name="connsiteX1" fmla="*/ 1778821 w 1778821"/>
              <a:gd name="connsiteY1" fmla="*/ 707815 h 1233214"/>
              <a:gd name="connsiteX0" fmla="*/ 0 w 1751027"/>
              <a:gd name="connsiteY0" fmla="*/ 524115 h 1365026"/>
              <a:gd name="connsiteX1" fmla="*/ 1751027 w 1751027"/>
              <a:gd name="connsiteY1" fmla="*/ 856627 h 1365026"/>
              <a:gd name="connsiteX0" fmla="*/ 0 w 1823291"/>
              <a:gd name="connsiteY0" fmla="*/ 537971 h 1259382"/>
              <a:gd name="connsiteX1" fmla="*/ 1823291 w 1823291"/>
              <a:gd name="connsiteY1" fmla="*/ 737479 h 1259382"/>
              <a:gd name="connsiteX0" fmla="*/ 0 w 1823291"/>
              <a:gd name="connsiteY0" fmla="*/ 1292378 h 1491886"/>
              <a:gd name="connsiteX1" fmla="*/ 1823291 w 1823291"/>
              <a:gd name="connsiteY1" fmla="*/ 1491886 h 1491886"/>
              <a:gd name="connsiteX0" fmla="*/ 0 w 1823291"/>
              <a:gd name="connsiteY0" fmla="*/ 443079 h 670387"/>
              <a:gd name="connsiteX1" fmla="*/ 1823291 w 1823291"/>
              <a:gd name="connsiteY1" fmla="*/ 642587 h 670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23291" h="670387">
                <a:moveTo>
                  <a:pt x="0" y="443079"/>
                </a:moveTo>
                <a:cubicBezTo>
                  <a:pt x="743029" y="1407354"/>
                  <a:pt x="1230351" y="-1119710"/>
                  <a:pt x="1823291" y="642587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3CBA803-B4EE-22C1-95CA-CCD7E17C7F1A}"/>
              </a:ext>
            </a:extLst>
          </p:cNvPr>
          <p:cNvSpPr/>
          <p:nvPr/>
        </p:nvSpPr>
        <p:spPr>
          <a:xfrm flipV="1">
            <a:off x="5253644" y="972589"/>
            <a:ext cx="1014154" cy="831273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866676"/>
              <a:gd name="connsiteY0" fmla="*/ 0 h 437690"/>
              <a:gd name="connsiteX1" fmla="*/ 1866676 w 1866676"/>
              <a:gd name="connsiteY1" fmla="*/ 437690 h 437690"/>
              <a:gd name="connsiteX0" fmla="*/ 0 w 1812174"/>
              <a:gd name="connsiteY0" fmla="*/ 0 h 452958"/>
              <a:gd name="connsiteX1" fmla="*/ 1812174 w 1812174"/>
              <a:gd name="connsiteY1" fmla="*/ 452958 h 452958"/>
              <a:gd name="connsiteX0" fmla="*/ 82625 w 1894799"/>
              <a:gd name="connsiteY0" fmla="*/ 0 h 452958"/>
              <a:gd name="connsiteX1" fmla="*/ 1894799 w 1894799"/>
              <a:gd name="connsiteY1" fmla="*/ 452958 h 452958"/>
              <a:gd name="connsiteX0" fmla="*/ 83176 w 1881724"/>
              <a:gd name="connsiteY0" fmla="*/ 0 h 376617"/>
              <a:gd name="connsiteX1" fmla="*/ 1881724 w 1881724"/>
              <a:gd name="connsiteY1" fmla="*/ 376617 h 376617"/>
              <a:gd name="connsiteX0" fmla="*/ 108964 w 1907512"/>
              <a:gd name="connsiteY0" fmla="*/ 0 h 376617"/>
              <a:gd name="connsiteX1" fmla="*/ 1907512 w 1907512"/>
              <a:gd name="connsiteY1" fmla="*/ 376617 h 376617"/>
              <a:gd name="connsiteX0" fmla="*/ 0 w 1798548"/>
              <a:gd name="connsiteY0" fmla="*/ 0 h 376617"/>
              <a:gd name="connsiteX1" fmla="*/ 1798548 w 1798548"/>
              <a:gd name="connsiteY1" fmla="*/ 376617 h 376617"/>
              <a:gd name="connsiteX0" fmla="*/ 0 w 1757672"/>
              <a:gd name="connsiteY0" fmla="*/ 0 h 503852"/>
              <a:gd name="connsiteX1" fmla="*/ 1757672 w 1757672"/>
              <a:gd name="connsiteY1" fmla="*/ 503852 h 503852"/>
              <a:gd name="connsiteX0" fmla="*/ 0 w 1757672"/>
              <a:gd name="connsiteY0" fmla="*/ 0 h 503852"/>
              <a:gd name="connsiteX1" fmla="*/ 1757672 w 1757672"/>
              <a:gd name="connsiteY1" fmla="*/ 503852 h 503852"/>
              <a:gd name="connsiteX0" fmla="*/ 0 w 1662295"/>
              <a:gd name="connsiteY0" fmla="*/ 0 h 508942"/>
              <a:gd name="connsiteX1" fmla="*/ 1662295 w 1662295"/>
              <a:gd name="connsiteY1" fmla="*/ 508942 h 508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62295" h="508942">
                <a:moveTo>
                  <a:pt x="0" y="0"/>
                </a:moveTo>
                <a:cubicBezTo>
                  <a:pt x="99919" y="334205"/>
                  <a:pt x="526851" y="444477"/>
                  <a:pt x="1662295" y="508942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0842B1-5485-81E6-7DDE-0F102159CEC6}"/>
              </a:ext>
            </a:extLst>
          </p:cNvPr>
          <p:cNvSpPr/>
          <p:nvPr/>
        </p:nvSpPr>
        <p:spPr>
          <a:xfrm rot="10800000" flipH="1">
            <a:off x="8083070" y="1596044"/>
            <a:ext cx="499755" cy="2036616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1280577 w 1379303"/>
              <a:gd name="connsiteY0" fmla="*/ 0 h 489059"/>
              <a:gd name="connsiteX1" fmla="*/ 98725 w 1379303"/>
              <a:gd name="connsiteY1" fmla="*/ 489059 h 489059"/>
              <a:gd name="connsiteX0" fmla="*/ 1218608 w 3212225"/>
              <a:gd name="connsiteY0" fmla="*/ 0 h 489059"/>
              <a:gd name="connsiteX1" fmla="*/ 36756 w 3212225"/>
              <a:gd name="connsiteY1" fmla="*/ 489059 h 489059"/>
              <a:gd name="connsiteX0" fmla="*/ 1689127 w 3598464"/>
              <a:gd name="connsiteY0" fmla="*/ 0 h 485177"/>
              <a:gd name="connsiteX1" fmla="*/ 34539 w 3598464"/>
              <a:gd name="connsiteY1" fmla="*/ 485177 h 485177"/>
              <a:gd name="connsiteX0" fmla="*/ 2824232 w 4242435"/>
              <a:gd name="connsiteY0" fmla="*/ 0 h 485177"/>
              <a:gd name="connsiteX1" fmla="*/ 1169644 w 4242435"/>
              <a:gd name="connsiteY1" fmla="*/ 485177 h 485177"/>
              <a:gd name="connsiteX0" fmla="*/ 2761315 w 4511323"/>
              <a:gd name="connsiteY0" fmla="*/ 0 h 485177"/>
              <a:gd name="connsiteX1" fmla="*/ 1106727 w 4511323"/>
              <a:gd name="connsiteY1" fmla="*/ 485177 h 485177"/>
              <a:gd name="connsiteX0" fmla="*/ 3052146 w 3595412"/>
              <a:gd name="connsiteY0" fmla="*/ 0 h 485177"/>
              <a:gd name="connsiteX1" fmla="*/ 1397558 w 3595412"/>
              <a:gd name="connsiteY1" fmla="*/ 485177 h 485177"/>
              <a:gd name="connsiteX0" fmla="*/ 5187197 w 5632174"/>
              <a:gd name="connsiteY0" fmla="*/ 0 h 475474"/>
              <a:gd name="connsiteX1" fmla="*/ 1168905 w 5632174"/>
              <a:gd name="connsiteY1" fmla="*/ 475474 h 475474"/>
              <a:gd name="connsiteX0" fmla="*/ 4133519 w 4736802"/>
              <a:gd name="connsiteY0" fmla="*/ 0 h 475474"/>
              <a:gd name="connsiteX1" fmla="*/ 115227 w 4736802"/>
              <a:gd name="connsiteY1" fmla="*/ 475474 h 475474"/>
              <a:gd name="connsiteX0" fmla="*/ 4133519 w 4736802"/>
              <a:gd name="connsiteY0" fmla="*/ 0 h 475474"/>
              <a:gd name="connsiteX1" fmla="*/ 115227 w 4736802"/>
              <a:gd name="connsiteY1" fmla="*/ 475474 h 475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736802" h="475474">
                <a:moveTo>
                  <a:pt x="4133519" y="0"/>
                </a:moveTo>
                <a:cubicBezTo>
                  <a:pt x="6943688" y="208949"/>
                  <a:pt x="-1040361" y="185014"/>
                  <a:pt x="115227" y="475474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206F72D-DDA9-8E13-23F5-5EB3FB396C3A}"/>
              </a:ext>
            </a:extLst>
          </p:cNvPr>
          <p:cNvSpPr/>
          <p:nvPr/>
        </p:nvSpPr>
        <p:spPr>
          <a:xfrm>
            <a:off x="6791500" y="2901142"/>
            <a:ext cx="730734" cy="789710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812174"/>
              <a:gd name="connsiteY0" fmla="*/ 0 h 565670"/>
              <a:gd name="connsiteX1" fmla="*/ 1812174 w 1812174"/>
              <a:gd name="connsiteY1" fmla="*/ 565670 h 565670"/>
              <a:gd name="connsiteX0" fmla="*/ 0 w 1812174"/>
              <a:gd name="connsiteY0" fmla="*/ 0 h 565670"/>
              <a:gd name="connsiteX1" fmla="*/ 1812174 w 1812174"/>
              <a:gd name="connsiteY1" fmla="*/ 565670 h 565670"/>
              <a:gd name="connsiteX0" fmla="*/ 0 w 2114204"/>
              <a:gd name="connsiteY0" fmla="*/ 0 h 577835"/>
              <a:gd name="connsiteX1" fmla="*/ 2114204 w 2114204"/>
              <a:gd name="connsiteY1" fmla="*/ 577835 h 577835"/>
              <a:gd name="connsiteX0" fmla="*/ 0 w 2212501"/>
              <a:gd name="connsiteY0" fmla="*/ 0 h 577835"/>
              <a:gd name="connsiteX1" fmla="*/ 2114204 w 2212501"/>
              <a:gd name="connsiteY1" fmla="*/ 577835 h 577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12501" h="577835">
                <a:moveTo>
                  <a:pt x="0" y="0"/>
                </a:moveTo>
                <a:cubicBezTo>
                  <a:pt x="1384300" y="38521"/>
                  <a:pt x="2567247" y="296014"/>
                  <a:pt x="2114204" y="577835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D1216B0-A3FC-B351-5ABA-E4EA0512E72B}"/>
              </a:ext>
            </a:extLst>
          </p:cNvPr>
          <p:cNvSpPr/>
          <p:nvPr/>
        </p:nvSpPr>
        <p:spPr>
          <a:xfrm flipH="1" flipV="1">
            <a:off x="1909491" y="1413162"/>
            <a:ext cx="1573541" cy="1047404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996464"/>
              <a:gd name="connsiteY0" fmla="*/ 0 h 556143"/>
              <a:gd name="connsiteX1" fmla="*/ 1996464 w 1996464"/>
              <a:gd name="connsiteY1" fmla="*/ 556143 h 556143"/>
              <a:gd name="connsiteX0" fmla="*/ 0 w 1996464"/>
              <a:gd name="connsiteY0" fmla="*/ 0 h 556143"/>
              <a:gd name="connsiteX1" fmla="*/ 1996464 w 1996464"/>
              <a:gd name="connsiteY1" fmla="*/ 556143 h 556143"/>
              <a:gd name="connsiteX0" fmla="*/ 0 w 2672191"/>
              <a:gd name="connsiteY0" fmla="*/ 0 h 556143"/>
              <a:gd name="connsiteX1" fmla="*/ 2672191 w 2672191"/>
              <a:gd name="connsiteY1" fmla="*/ 556143 h 556143"/>
              <a:gd name="connsiteX0" fmla="*/ 0 w 2677371"/>
              <a:gd name="connsiteY0" fmla="*/ 0 h 556143"/>
              <a:gd name="connsiteX1" fmla="*/ 2672191 w 2677371"/>
              <a:gd name="connsiteY1" fmla="*/ 556143 h 556143"/>
              <a:gd name="connsiteX0" fmla="*/ 0 w 2907053"/>
              <a:gd name="connsiteY0" fmla="*/ 0 h 556143"/>
              <a:gd name="connsiteX1" fmla="*/ 2902550 w 2907053"/>
              <a:gd name="connsiteY1" fmla="*/ 556143 h 556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07053" h="556143">
                <a:moveTo>
                  <a:pt x="0" y="0"/>
                </a:moveTo>
                <a:cubicBezTo>
                  <a:pt x="1341215" y="35311"/>
                  <a:pt x="3004934" y="189795"/>
                  <a:pt x="2902550" y="556143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B3783B0-04A0-45EB-CEB4-94B8E0D66E18}"/>
              </a:ext>
            </a:extLst>
          </p:cNvPr>
          <p:cNvSpPr/>
          <p:nvPr/>
        </p:nvSpPr>
        <p:spPr>
          <a:xfrm flipH="1">
            <a:off x="8478980" y="5087387"/>
            <a:ext cx="640546" cy="1014152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651602"/>
              <a:gd name="connsiteY0" fmla="*/ 0 h 514513"/>
              <a:gd name="connsiteX1" fmla="*/ 1651602 w 1651602"/>
              <a:gd name="connsiteY1" fmla="*/ 514513 h 514513"/>
              <a:gd name="connsiteX0" fmla="*/ 90114 w 1741716"/>
              <a:gd name="connsiteY0" fmla="*/ 0 h 514513"/>
              <a:gd name="connsiteX1" fmla="*/ 1741716 w 1741716"/>
              <a:gd name="connsiteY1" fmla="*/ 514513 h 514513"/>
              <a:gd name="connsiteX0" fmla="*/ 91212 w 1719877"/>
              <a:gd name="connsiteY0" fmla="*/ 0 h 640516"/>
              <a:gd name="connsiteX1" fmla="*/ 1719877 w 1719877"/>
              <a:gd name="connsiteY1" fmla="*/ 640516 h 640516"/>
              <a:gd name="connsiteX0" fmla="*/ 138918 w 1767583"/>
              <a:gd name="connsiteY0" fmla="*/ 0 h 640516"/>
              <a:gd name="connsiteX1" fmla="*/ 1767583 w 1767583"/>
              <a:gd name="connsiteY1" fmla="*/ 640516 h 640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67583" h="640516">
                <a:moveTo>
                  <a:pt x="138918" y="0"/>
                </a:moveTo>
                <a:cubicBezTo>
                  <a:pt x="-335152" y="292258"/>
                  <a:pt x="452419" y="563514"/>
                  <a:pt x="1767583" y="640516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877325F-6610-53DB-F48A-BC14DA45E657}"/>
              </a:ext>
            </a:extLst>
          </p:cNvPr>
          <p:cNvSpPr/>
          <p:nvPr/>
        </p:nvSpPr>
        <p:spPr>
          <a:xfrm flipH="1">
            <a:off x="3832166" y="3200400"/>
            <a:ext cx="1414864" cy="2202871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967503"/>
              <a:gd name="connsiteY0" fmla="*/ 0 h 517112"/>
              <a:gd name="connsiteX1" fmla="*/ 1967503 w 1967503"/>
              <a:gd name="connsiteY1" fmla="*/ 517112 h 517112"/>
              <a:gd name="connsiteX0" fmla="*/ 0 w 1967503"/>
              <a:gd name="connsiteY0" fmla="*/ 0 h 517112"/>
              <a:gd name="connsiteX1" fmla="*/ 1967503 w 1967503"/>
              <a:gd name="connsiteY1" fmla="*/ 517112 h 517112"/>
              <a:gd name="connsiteX0" fmla="*/ 0 w 1750043"/>
              <a:gd name="connsiteY0" fmla="*/ 0 h 457060"/>
              <a:gd name="connsiteX1" fmla="*/ 1750043 w 1750043"/>
              <a:gd name="connsiteY1" fmla="*/ 457060 h 457060"/>
              <a:gd name="connsiteX0" fmla="*/ 0 w 1750043"/>
              <a:gd name="connsiteY0" fmla="*/ 0 h 457060"/>
              <a:gd name="connsiteX1" fmla="*/ 1750043 w 1750043"/>
              <a:gd name="connsiteY1" fmla="*/ 457060 h 457060"/>
              <a:gd name="connsiteX0" fmla="*/ 0 w 1750043"/>
              <a:gd name="connsiteY0" fmla="*/ 0 h 457060"/>
              <a:gd name="connsiteX1" fmla="*/ 1750043 w 1750043"/>
              <a:gd name="connsiteY1" fmla="*/ 457060 h 457060"/>
              <a:gd name="connsiteX0" fmla="*/ 0 w 1874307"/>
              <a:gd name="connsiteY0" fmla="*/ 0 h 420362"/>
              <a:gd name="connsiteX1" fmla="*/ 1874307 w 1874307"/>
              <a:gd name="connsiteY1" fmla="*/ 420362 h 420362"/>
              <a:gd name="connsiteX0" fmla="*/ 0 w 1874307"/>
              <a:gd name="connsiteY0" fmla="*/ 0 h 420362"/>
              <a:gd name="connsiteX1" fmla="*/ 1874307 w 1874307"/>
              <a:gd name="connsiteY1" fmla="*/ 420362 h 420362"/>
              <a:gd name="connsiteX0" fmla="*/ 0 w 1863951"/>
              <a:gd name="connsiteY0" fmla="*/ 0 h 420362"/>
              <a:gd name="connsiteX1" fmla="*/ 1863951 w 1863951"/>
              <a:gd name="connsiteY1" fmla="*/ 420362 h 420362"/>
              <a:gd name="connsiteX0" fmla="*/ 11689 w 1875640"/>
              <a:gd name="connsiteY0" fmla="*/ 0 h 420362"/>
              <a:gd name="connsiteX1" fmla="*/ 1875640 w 1875640"/>
              <a:gd name="connsiteY1" fmla="*/ 420362 h 420362"/>
              <a:gd name="connsiteX0" fmla="*/ 0 w 1863951"/>
              <a:gd name="connsiteY0" fmla="*/ 0 h 420362"/>
              <a:gd name="connsiteX1" fmla="*/ 1863951 w 1863951"/>
              <a:gd name="connsiteY1" fmla="*/ 420362 h 420362"/>
              <a:gd name="connsiteX0" fmla="*/ 0 w 1863951"/>
              <a:gd name="connsiteY0" fmla="*/ 0 h 420362"/>
              <a:gd name="connsiteX1" fmla="*/ 1863951 w 1863951"/>
              <a:gd name="connsiteY1" fmla="*/ 420362 h 420362"/>
              <a:gd name="connsiteX0" fmla="*/ 0 w 1698267"/>
              <a:gd name="connsiteY0" fmla="*/ 0 h 417026"/>
              <a:gd name="connsiteX1" fmla="*/ 1698267 w 1698267"/>
              <a:gd name="connsiteY1" fmla="*/ 417026 h 417026"/>
              <a:gd name="connsiteX0" fmla="*/ 0 w 1698267"/>
              <a:gd name="connsiteY0" fmla="*/ 0 h 417026"/>
              <a:gd name="connsiteX1" fmla="*/ 1698267 w 1698267"/>
              <a:gd name="connsiteY1" fmla="*/ 417026 h 417026"/>
              <a:gd name="connsiteX0" fmla="*/ 32586 w 1730853"/>
              <a:gd name="connsiteY0" fmla="*/ 0 h 417026"/>
              <a:gd name="connsiteX1" fmla="*/ 1730853 w 1730853"/>
              <a:gd name="connsiteY1" fmla="*/ 417026 h 417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30853" h="417026">
                <a:moveTo>
                  <a:pt x="32586" y="0"/>
                </a:moveTo>
                <a:cubicBezTo>
                  <a:pt x="-93371" y="119547"/>
                  <a:pt x="80914" y="342518"/>
                  <a:pt x="1730853" y="417026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98CEF2E-9063-F91B-7D62-A2139A7F5D5B}"/>
              </a:ext>
            </a:extLst>
          </p:cNvPr>
          <p:cNvSpPr/>
          <p:nvPr/>
        </p:nvSpPr>
        <p:spPr>
          <a:xfrm flipH="1">
            <a:off x="1163666" y="4746568"/>
            <a:ext cx="1691586" cy="606829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812174"/>
              <a:gd name="connsiteY0" fmla="*/ 0 h 521095"/>
              <a:gd name="connsiteX1" fmla="*/ 1812174 w 1812174"/>
              <a:gd name="connsiteY1" fmla="*/ 521095 h 521095"/>
              <a:gd name="connsiteX0" fmla="*/ 0 w 3936033"/>
              <a:gd name="connsiteY0" fmla="*/ 0 h 521095"/>
              <a:gd name="connsiteX1" fmla="*/ 1812174 w 3936033"/>
              <a:gd name="connsiteY1" fmla="*/ 521095 h 521095"/>
              <a:gd name="connsiteX0" fmla="*/ 629281 w 4036359"/>
              <a:gd name="connsiteY0" fmla="*/ 0 h 521095"/>
              <a:gd name="connsiteX1" fmla="*/ 2441455 w 4036359"/>
              <a:gd name="connsiteY1" fmla="*/ 521095 h 521095"/>
              <a:gd name="connsiteX0" fmla="*/ 420708 w 9381055"/>
              <a:gd name="connsiteY0" fmla="*/ 0 h 550872"/>
              <a:gd name="connsiteX1" fmla="*/ 8273347 w 9381055"/>
              <a:gd name="connsiteY1" fmla="*/ 550872 h 550872"/>
              <a:gd name="connsiteX0" fmla="*/ 420708 w 9381055"/>
              <a:gd name="connsiteY0" fmla="*/ 0 h 550872"/>
              <a:gd name="connsiteX1" fmla="*/ 8273347 w 9381055"/>
              <a:gd name="connsiteY1" fmla="*/ 550872 h 550872"/>
              <a:gd name="connsiteX0" fmla="*/ 524764 w 6108747"/>
              <a:gd name="connsiteY0" fmla="*/ 0 h 513651"/>
              <a:gd name="connsiteX1" fmla="*/ 4753129 w 6108747"/>
              <a:gd name="connsiteY1" fmla="*/ 513651 h 513651"/>
              <a:gd name="connsiteX0" fmla="*/ 26376651 w 26376651"/>
              <a:gd name="connsiteY0" fmla="*/ 0 h 424321"/>
              <a:gd name="connsiteX1" fmla="*/ 0 w 26376651"/>
              <a:gd name="connsiteY1" fmla="*/ 424321 h 424321"/>
              <a:gd name="connsiteX0" fmla="*/ 26376651 w 26382270"/>
              <a:gd name="connsiteY0" fmla="*/ 0 h 424321"/>
              <a:gd name="connsiteX1" fmla="*/ 0 w 26382270"/>
              <a:gd name="connsiteY1" fmla="*/ 424321 h 424321"/>
              <a:gd name="connsiteX0" fmla="*/ 28792842 w 28797904"/>
              <a:gd name="connsiteY0" fmla="*/ 0 h 454098"/>
              <a:gd name="connsiteX1" fmla="*/ 0 w 28797904"/>
              <a:gd name="connsiteY1" fmla="*/ 454098 h 454098"/>
              <a:gd name="connsiteX0" fmla="*/ 29101379 w 29105036"/>
              <a:gd name="connsiteY0" fmla="*/ 0 h 454098"/>
              <a:gd name="connsiteX1" fmla="*/ 308537 w 29105036"/>
              <a:gd name="connsiteY1" fmla="*/ 454098 h 454098"/>
              <a:gd name="connsiteX0" fmla="*/ 41104074 w 41106763"/>
              <a:gd name="connsiteY0" fmla="*/ 0 h 543428"/>
              <a:gd name="connsiteX1" fmla="*/ 230324 w 41106763"/>
              <a:gd name="connsiteY1" fmla="*/ 543428 h 543428"/>
              <a:gd name="connsiteX0" fmla="*/ 40970394 w 40973156"/>
              <a:gd name="connsiteY0" fmla="*/ 0 h 543428"/>
              <a:gd name="connsiteX1" fmla="*/ 96644 w 40973156"/>
              <a:gd name="connsiteY1" fmla="*/ 543428 h 543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0973156" h="543428">
                <a:moveTo>
                  <a:pt x="40970394" y="0"/>
                </a:moveTo>
                <a:cubicBezTo>
                  <a:pt x="41373129" y="426802"/>
                  <a:pt x="-2319571" y="4963"/>
                  <a:pt x="96644" y="543428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CD7557B-25BA-E3EC-FAB1-5F2133C71CEC}"/>
              </a:ext>
            </a:extLst>
          </p:cNvPr>
          <p:cNvSpPr/>
          <p:nvPr/>
        </p:nvSpPr>
        <p:spPr>
          <a:xfrm flipH="1">
            <a:off x="3782291" y="3150524"/>
            <a:ext cx="756457" cy="847899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913980"/>
              <a:gd name="connsiteY0" fmla="*/ 0 h 459257"/>
              <a:gd name="connsiteX1" fmla="*/ 1913980 w 1913980"/>
              <a:gd name="connsiteY1" fmla="*/ 459257 h 459257"/>
              <a:gd name="connsiteX0" fmla="*/ 0 w 1913980"/>
              <a:gd name="connsiteY0" fmla="*/ 0 h 459257"/>
              <a:gd name="connsiteX1" fmla="*/ 1913980 w 1913980"/>
              <a:gd name="connsiteY1" fmla="*/ 459257 h 459257"/>
              <a:gd name="connsiteX0" fmla="*/ 0 w 1934340"/>
              <a:gd name="connsiteY0" fmla="*/ 0 h 498763"/>
              <a:gd name="connsiteX1" fmla="*/ 1934340 w 1934340"/>
              <a:gd name="connsiteY1" fmla="*/ 498763 h 498763"/>
              <a:gd name="connsiteX0" fmla="*/ 0 w 1934340"/>
              <a:gd name="connsiteY0" fmla="*/ 0 h 498763"/>
              <a:gd name="connsiteX1" fmla="*/ 1934340 w 1934340"/>
              <a:gd name="connsiteY1" fmla="*/ 498763 h 498763"/>
              <a:gd name="connsiteX0" fmla="*/ 0 w 1812172"/>
              <a:gd name="connsiteY0" fmla="*/ 0 h 444442"/>
              <a:gd name="connsiteX1" fmla="*/ 1812172 w 1812172"/>
              <a:gd name="connsiteY1" fmla="*/ 444442 h 444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12172" h="444442">
                <a:moveTo>
                  <a:pt x="0" y="0"/>
                </a:moveTo>
                <a:cubicBezTo>
                  <a:pt x="54294" y="265019"/>
                  <a:pt x="454737" y="431274"/>
                  <a:pt x="1812172" y="444442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80EA349-92D1-B752-805B-3029E9035AC2}"/>
              </a:ext>
            </a:extLst>
          </p:cNvPr>
          <p:cNvSpPr/>
          <p:nvPr/>
        </p:nvSpPr>
        <p:spPr>
          <a:xfrm>
            <a:off x="5954313" y="3200399"/>
            <a:ext cx="473825" cy="2252750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814460"/>
              <a:gd name="connsiteY0" fmla="*/ 0 h 502570"/>
              <a:gd name="connsiteX1" fmla="*/ 814460 w 814460"/>
              <a:gd name="connsiteY1" fmla="*/ 502570 h 502570"/>
              <a:gd name="connsiteX0" fmla="*/ 0 w 814460"/>
              <a:gd name="connsiteY0" fmla="*/ 0 h 502570"/>
              <a:gd name="connsiteX1" fmla="*/ 814460 w 814460"/>
              <a:gd name="connsiteY1" fmla="*/ 502570 h 502570"/>
              <a:gd name="connsiteX0" fmla="*/ 0 w 814460"/>
              <a:gd name="connsiteY0" fmla="*/ 0 h 502570"/>
              <a:gd name="connsiteX1" fmla="*/ 814460 w 814460"/>
              <a:gd name="connsiteY1" fmla="*/ 502570 h 502570"/>
              <a:gd name="connsiteX0" fmla="*/ 0 w 1160605"/>
              <a:gd name="connsiteY0" fmla="*/ 0 h 515896"/>
              <a:gd name="connsiteX1" fmla="*/ 1160605 w 1160605"/>
              <a:gd name="connsiteY1" fmla="*/ 515896 h 515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60605" h="515896">
                <a:moveTo>
                  <a:pt x="0" y="0"/>
                </a:moveTo>
                <a:cubicBezTo>
                  <a:pt x="1052011" y="168157"/>
                  <a:pt x="-685504" y="315376"/>
                  <a:pt x="1160605" y="515896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8DC19DB-CFA5-3431-33D8-87CA6706A6C5}"/>
              </a:ext>
            </a:extLst>
          </p:cNvPr>
          <p:cNvSpPr/>
          <p:nvPr/>
        </p:nvSpPr>
        <p:spPr>
          <a:xfrm>
            <a:off x="2211185" y="1970117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× 10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7BF6C28-A993-BB90-B696-7F1839483910}"/>
              </a:ext>
            </a:extLst>
          </p:cNvPr>
          <p:cNvSpPr/>
          <p:nvPr/>
        </p:nvSpPr>
        <p:spPr>
          <a:xfrm>
            <a:off x="4513812" y="299258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× 100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06C8689-EC07-7737-5BCA-33F318AA8AB6}"/>
              </a:ext>
            </a:extLst>
          </p:cNvPr>
          <p:cNvSpPr/>
          <p:nvPr/>
        </p:nvSpPr>
        <p:spPr>
          <a:xfrm>
            <a:off x="5421405" y="1191131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× 1000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0FE7560-0B4F-F0F2-E5FF-A90DABB331F4}"/>
              </a:ext>
            </a:extLst>
          </p:cNvPr>
          <p:cNvSpPr/>
          <p:nvPr/>
        </p:nvSpPr>
        <p:spPr>
          <a:xfrm>
            <a:off x="7946970" y="2410691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× 10,000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BAD24AE-D364-A41D-E00B-4918DB0F725A}"/>
              </a:ext>
            </a:extLst>
          </p:cNvPr>
          <p:cNvSpPr/>
          <p:nvPr/>
        </p:nvSpPr>
        <p:spPr>
          <a:xfrm>
            <a:off x="7049194" y="2992581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50ACC54-2054-E0CF-BFB0-B2B8BEE2E0A6}"/>
              </a:ext>
            </a:extLst>
          </p:cNvPr>
          <p:cNvSpPr/>
          <p:nvPr/>
        </p:nvSpPr>
        <p:spPr>
          <a:xfrm>
            <a:off x="4056610" y="3566160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÷ 100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EA34EAD-25EF-74BB-72DA-9BF5E603EEE0}"/>
              </a:ext>
            </a:extLst>
          </p:cNvPr>
          <p:cNvSpPr/>
          <p:nvPr/>
        </p:nvSpPr>
        <p:spPr>
          <a:xfrm>
            <a:off x="4340952" y="4729940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÷ 1000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05FF3E3-2999-6E43-74A7-852FCC5371F5}"/>
              </a:ext>
            </a:extLst>
          </p:cNvPr>
          <p:cNvSpPr/>
          <p:nvPr/>
        </p:nvSpPr>
        <p:spPr>
          <a:xfrm>
            <a:off x="5596176" y="4281054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× 100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2876B7D-BAC7-068E-C368-276084346864}"/>
              </a:ext>
            </a:extLst>
          </p:cNvPr>
          <p:cNvSpPr/>
          <p:nvPr/>
        </p:nvSpPr>
        <p:spPr>
          <a:xfrm>
            <a:off x="8779950" y="5519649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× 1000</a:t>
            </a:r>
          </a:p>
        </p:txBody>
      </p:sp>
      <p:graphicFrame>
        <p:nvGraphicFramePr>
          <p:cNvPr id="37" name="Table 5">
            <a:extLst>
              <a:ext uri="{FF2B5EF4-FFF2-40B4-BE49-F238E27FC236}">
                <a16:creationId xmlns:a16="http://schemas.microsoft.com/office/drawing/2014/main" id="{90869076-9016-94BB-AC3E-20DB92E5EF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2471735"/>
              </p:ext>
            </p:extLst>
          </p:nvPr>
        </p:nvGraphicFramePr>
        <p:xfrm>
          <a:off x="6498439" y="260906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6 000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410 000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59 000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208 000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3 200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260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10 800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graphicFrame>
        <p:nvGraphicFramePr>
          <p:cNvPr id="38" name="Table 5">
            <a:extLst>
              <a:ext uri="{FF2B5EF4-FFF2-40B4-BE49-F238E27FC236}">
                <a16:creationId xmlns:a16="http://schemas.microsoft.com/office/drawing/2014/main" id="{F709621A-7E13-C524-2B09-46226D136E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9235353"/>
              </p:ext>
            </p:extLst>
          </p:nvPr>
        </p:nvGraphicFramePr>
        <p:xfrm>
          <a:off x="6681319" y="3827067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20.8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0.026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1.08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0.004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graphicFrame>
        <p:nvGraphicFramePr>
          <p:cNvPr id="39" name="Table 5">
            <a:extLst>
              <a:ext uri="{FF2B5EF4-FFF2-40B4-BE49-F238E27FC236}">
                <a16:creationId xmlns:a16="http://schemas.microsoft.com/office/drawing/2014/main" id="{84B8ECEB-FC99-9322-CDD2-62A5BC3A38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06272"/>
              </p:ext>
            </p:extLst>
          </p:nvPr>
        </p:nvGraphicFramePr>
        <p:xfrm>
          <a:off x="5329116" y="5617075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41 000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5 900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20 800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1 080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graphicFrame>
        <p:nvGraphicFramePr>
          <p:cNvPr id="40" name="Table 5">
            <a:extLst>
              <a:ext uri="{FF2B5EF4-FFF2-40B4-BE49-F238E27FC236}">
                <a16:creationId xmlns:a16="http://schemas.microsoft.com/office/drawing/2014/main" id="{B54F6C1A-B832-01FF-1735-8A3C6AD755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0112115"/>
              </p:ext>
            </p:extLst>
          </p:nvPr>
        </p:nvGraphicFramePr>
        <p:xfrm>
          <a:off x="482796" y="5450820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0.006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0.41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0.059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0.208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0.0007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0.0032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0.00026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0.0108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0.00004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graphicFrame>
        <p:nvGraphicFramePr>
          <p:cNvPr id="41" name="Table 5">
            <a:extLst>
              <a:ext uri="{FF2B5EF4-FFF2-40B4-BE49-F238E27FC236}">
                <a16:creationId xmlns:a16="http://schemas.microsoft.com/office/drawing/2014/main" id="{D6D8FF5B-6C10-84B6-5CE5-E977AC10E8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9547579"/>
              </p:ext>
            </p:extLst>
          </p:nvPr>
        </p:nvGraphicFramePr>
        <p:xfrm>
          <a:off x="574236" y="3555518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0.59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2.08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0.007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0.032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0.0026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0.108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0.0004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85C7DC13-9C0A-8554-229D-5A47A305A6C6}"/>
              </a:ext>
            </a:extLst>
          </p:cNvPr>
          <p:cNvSpPr/>
          <p:nvPr/>
        </p:nvSpPr>
        <p:spPr>
          <a:xfrm>
            <a:off x="1538896" y="4949286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E0ABFA4F-7C74-BBCD-FFA6-A722B6A8B86D}"/>
              </a:ext>
            </a:extLst>
          </p:cNvPr>
          <p:cNvSpPr/>
          <p:nvPr/>
        </p:nvSpPr>
        <p:spPr>
          <a:xfrm>
            <a:off x="3649286" y="5942714"/>
            <a:ext cx="1579419" cy="250267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977859"/>
              <a:gd name="connsiteY0" fmla="*/ 236411 h 268783"/>
              <a:gd name="connsiteX1" fmla="*/ 1977859 w 1977859"/>
              <a:gd name="connsiteY1" fmla="*/ 32373 h 268783"/>
              <a:gd name="connsiteX0" fmla="*/ 0 w 1977859"/>
              <a:gd name="connsiteY0" fmla="*/ 702945 h 714724"/>
              <a:gd name="connsiteX1" fmla="*/ 1977859 w 1977859"/>
              <a:gd name="connsiteY1" fmla="*/ 498907 h 714724"/>
              <a:gd name="connsiteX0" fmla="*/ 0 w 1895017"/>
              <a:gd name="connsiteY0" fmla="*/ 406785 h 588154"/>
              <a:gd name="connsiteX1" fmla="*/ 1895017 w 1895017"/>
              <a:gd name="connsiteY1" fmla="*/ 588154 h 588154"/>
              <a:gd name="connsiteX0" fmla="*/ 0 w 1895017"/>
              <a:gd name="connsiteY0" fmla="*/ 357517 h 538886"/>
              <a:gd name="connsiteX1" fmla="*/ 1895017 w 1895017"/>
              <a:gd name="connsiteY1" fmla="*/ 538886 h 538886"/>
              <a:gd name="connsiteX0" fmla="*/ 0 w 1895017"/>
              <a:gd name="connsiteY0" fmla="*/ 1 h 181370"/>
              <a:gd name="connsiteX1" fmla="*/ 1895017 w 1895017"/>
              <a:gd name="connsiteY1" fmla="*/ 181370 h 181370"/>
              <a:gd name="connsiteX0" fmla="*/ 0 w 2000297"/>
              <a:gd name="connsiteY0" fmla="*/ 0 h 491638"/>
              <a:gd name="connsiteX1" fmla="*/ 2000297 w 2000297"/>
              <a:gd name="connsiteY1" fmla="*/ 491638 h 491638"/>
              <a:gd name="connsiteX0" fmla="*/ 0 w 2000297"/>
              <a:gd name="connsiteY0" fmla="*/ 0 h 491638"/>
              <a:gd name="connsiteX1" fmla="*/ 2000297 w 2000297"/>
              <a:gd name="connsiteY1" fmla="*/ 491638 h 491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00297" h="491638">
                <a:moveTo>
                  <a:pt x="0" y="0"/>
                </a:moveTo>
                <a:cubicBezTo>
                  <a:pt x="654456" y="735896"/>
                  <a:pt x="1319956" y="24659"/>
                  <a:pt x="2000297" y="491638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CA8D266E-7F2E-2DB3-AF44-6FFD1DFD21B3}"/>
              </a:ext>
            </a:extLst>
          </p:cNvPr>
          <p:cNvSpPr/>
          <p:nvPr/>
        </p:nvSpPr>
        <p:spPr>
          <a:xfrm>
            <a:off x="4031674" y="5943599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× 100,000</a:t>
            </a: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A9542BBD-3F2D-10E5-B333-5CFE47B1CFCA}"/>
              </a:ext>
            </a:extLst>
          </p:cNvPr>
          <p:cNvSpPr/>
          <p:nvPr/>
        </p:nvSpPr>
        <p:spPr>
          <a:xfrm flipH="1" flipV="1">
            <a:off x="3483034" y="1055314"/>
            <a:ext cx="837271" cy="723608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996464"/>
              <a:gd name="connsiteY0" fmla="*/ 0 h 556143"/>
              <a:gd name="connsiteX1" fmla="*/ 1996464 w 1996464"/>
              <a:gd name="connsiteY1" fmla="*/ 556143 h 556143"/>
              <a:gd name="connsiteX0" fmla="*/ 0 w 1996464"/>
              <a:gd name="connsiteY0" fmla="*/ 0 h 556143"/>
              <a:gd name="connsiteX1" fmla="*/ 1996464 w 1996464"/>
              <a:gd name="connsiteY1" fmla="*/ 556143 h 556143"/>
              <a:gd name="connsiteX0" fmla="*/ 0 w 2672191"/>
              <a:gd name="connsiteY0" fmla="*/ 0 h 556143"/>
              <a:gd name="connsiteX1" fmla="*/ 2672191 w 2672191"/>
              <a:gd name="connsiteY1" fmla="*/ 556143 h 556143"/>
              <a:gd name="connsiteX0" fmla="*/ 0 w 2677371"/>
              <a:gd name="connsiteY0" fmla="*/ 0 h 556143"/>
              <a:gd name="connsiteX1" fmla="*/ 2672191 w 2677371"/>
              <a:gd name="connsiteY1" fmla="*/ 556143 h 556143"/>
              <a:gd name="connsiteX0" fmla="*/ 0 w 2907053"/>
              <a:gd name="connsiteY0" fmla="*/ 0 h 556143"/>
              <a:gd name="connsiteX1" fmla="*/ 2902550 w 2907053"/>
              <a:gd name="connsiteY1" fmla="*/ 556143 h 556143"/>
              <a:gd name="connsiteX0" fmla="*/ 0 w 2907053"/>
              <a:gd name="connsiteY0" fmla="*/ 20464 h 227915"/>
              <a:gd name="connsiteX1" fmla="*/ 2902550 w 2907053"/>
              <a:gd name="connsiteY1" fmla="*/ 227915 h 227915"/>
              <a:gd name="connsiteX0" fmla="*/ 1121096 w 1532340"/>
              <a:gd name="connsiteY0" fmla="*/ 367389 h 368768"/>
              <a:gd name="connsiteX1" fmla="*/ 0 w 1532340"/>
              <a:gd name="connsiteY1" fmla="*/ 111387 h 368768"/>
              <a:gd name="connsiteX0" fmla="*/ 1222688 w 1558308"/>
              <a:gd name="connsiteY0" fmla="*/ 256002 h 264932"/>
              <a:gd name="connsiteX1" fmla="*/ 101592 w 1558308"/>
              <a:gd name="connsiteY1" fmla="*/ 0 h 264932"/>
              <a:gd name="connsiteX0" fmla="*/ 1521712 w 1833300"/>
              <a:gd name="connsiteY0" fmla="*/ 384003 h 388172"/>
              <a:gd name="connsiteX1" fmla="*/ 93466 w 1833300"/>
              <a:gd name="connsiteY1" fmla="*/ 0 h 388172"/>
              <a:gd name="connsiteX0" fmla="*/ 1477295 w 1804193"/>
              <a:gd name="connsiteY0" fmla="*/ 384003 h 391052"/>
              <a:gd name="connsiteX1" fmla="*/ 49049 w 1804193"/>
              <a:gd name="connsiteY1" fmla="*/ 0 h 391052"/>
              <a:gd name="connsiteX0" fmla="*/ 1546824 w 1546824"/>
              <a:gd name="connsiteY0" fmla="*/ 384003 h 384216"/>
              <a:gd name="connsiteX1" fmla="*/ 118578 w 1546824"/>
              <a:gd name="connsiteY1" fmla="*/ 0 h 384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46824" h="384216">
                <a:moveTo>
                  <a:pt x="1546824" y="384003"/>
                </a:moveTo>
                <a:cubicBezTo>
                  <a:pt x="722643" y="388417"/>
                  <a:pt x="-362620" y="326623"/>
                  <a:pt x="118578" y="0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0470E8D6-F8FA-0FA5-4063-C0A1454FB6D8}"/>
              </a:ext>
            </a:extLst>
          </p:cNvPr>
          <p:cNvSpPr/>
          <p:nvPr/>
        </p:nvSpPr>
        <p:spPr>
          <a:xfrm>
            <a:off x="3923607" y="1163782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02B628-61C4-3419-FF71-E8E05550D299}"/>
              </a:ext>
            </a:extLst>
          </p:cNvPr>
          <p:cNvSpPr txBox="1"/>
          <p:nvPr/>
        </p:nvSpPr>
        <p:spPr>
          <a:xfrm>
            <a:off x="26028" y="1666703"/>
            <a:ext cx="3898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AB8F4D-2C4B-70C5-21F5-1D9FD654E163}"/>
              </a:ext>
            </a:extLst>
          </p:cNvPr>
          <p:cNvSpPr txBox="1"/>
          <p:nvPr/>
        </p:nvSpPr>
        <p:spPr>
          <a:xfrm>
            <a:off x="317120" y="1894155"/>
            <a:ext cx="16930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y-KG" sz="2000" dirty="0">
                <a:solidFill>
                  <a:schemeClr val="bg1">
                    <a:lumMod val="65000"/>
                  </a:schemeClr>
                </a:solidFill>
              </a:rPr>
              <a:t>Сандык</a:t>
            </a:r>
          </a:p>
          <a:p>
            <a:pPr algn="l"/>
            <a:r>
              <a:rPr lang="ky-KG" sz="2000" dirty="0">
                <a:solidFill>
                  <a:schemeClr val="bg1">
                    <a:lumMod val="65000"/>
                  </a:schemeClr>
                </a:solidFill>
              </a:rPr>
              <a:t>Байланыштар</a:t>
            </a:r>
            <a:endParaRPr lang="en-GB" sz="2000" dirty="0">
              <a:solidFill>
                <a:schemeClr val="bg1">
                  <a:lumMod val="65000"/>
                </a:schemeClr>
              </a:solidFill>
              <a:latin typeface="Bauhaus 93" panose="04030905020B02020C02" pitchFamily="8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069A80-CB58-93DA-4C93-F2BAA4D4603E}"/>
              </a:ext>
            </a:extLst>
          </p:cNvPr>
          <p:cNvSpPr txBox="1"/>
          <p:nvPr/>
        </p:nvSpPr>
        <p:spPr>
          <a:xfrm>
            <a:off x="326638" y="2632512"/>
            <a:ext cx="20515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1200" dirty="0"/>
              <a:t>Ар бир таблицаны толтур &amp;</a:t>
            </a:r>
          </a:p>
          <a:p>
            <a:pPr algn="l"/>
            <a:r>
              <a:rPr lang="ru-RU" sz="1200" dirty="0"/>
              <a:t>ар бир байланышты тап.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2393736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4E23D3F5-0D7D-49F6-765E-993C0E347ECE}"/>
              </a:ext>
            </a:extLst>
          </p:cNvPr>
          <p:cNvGraphicFramePr>
            <a:graphicFrameLocks noGrp="1"/>
          </p:cNvGraphicFramePr>
          <p:nvPr/>
        </p:nvGraphicFramePr>
        <p:xfrm>
          <a:off x="269435" y="274762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8CAEDD59-C4D4-69F0-35FA-41B32E5854D2}"/>
              </a:ext>
            </a:extLst>
          </p:cNvPr>
          <p:cNvGraphicFramePr>
            <a:graphicFrameLocks noGrp="1"/>
          </p:cNvGraphicFramePr>
          <p:nvPr/>
        </p:nvGraphicFramePr>
        <p:xfrm>
          <a:off x="3602838" y="1904055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0.06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0.52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24.7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22C2408A-8613-BC9D-B2C2-00F08A83A25C}"/>
              </a:ext>
            </a:extLst>
          </p:cNvPr>
          <p:cNvSpPr/>
          <p:nvPr/>
        </p:nvSpPr>
        <p:spPr>
          <a:xfrm>
            <a:off x="3591098" y="437870"/>
            <a:ext cx="2726574" cy="167597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812174"/>
              <a:gd name="connsiteY0" fmla="*/ 774302 h 1273065"/>
              <a:gd name="connsiteX1" fmla="*/ 1812174 w 1812174"/>
              <a:gd name="connsiteY1" fmla="*/ 1273065 h 1273065"/>
              <a:gd name="connsiteX0" fmla="*/ 0 w 1778821"/>
              <a:gd name="connsiteY0" fmla="*/ 851102 h 1017358"/>
              <a:gd name="connsiteX1" fmla="*/ 1778821 w 1778821"/>
              <a:gd name="connsiteY1" fmla="*/ 1017358 h 1017358"/>
              <a:gd name="connsiteX0" fmla="*/ 0 w 1778821"/>
              <a:gd name="connsiteY0" fmla="*/ 541559 h 1233214"/>
              <a:gd name="connsiteX1" fmla="*/ 1778821 w 1778821"/>
              <a:gd name="connsiteY1" fmla="*/ 707815 h 1233214"/>
              <a:gd name="connsiteX0" fmla="*/ 0 w 1751027"/>
              <a:gd name="connsiteY0" fmla="*/ 524115 h 1365026"/>
              <a:gd name="connsiteX1" fmla="*/ 1751027 w 1751027"/>
              <a:gd name="connsiteY1" fmla="*/ 856627 h 1365026"/>
              <a:gd name="connsiteX0" fmla="*/ 0 w 1823291"/>
              <a:gd name="connsiteY0" fmla="*/ 537971 h 1259382"/>
              <a:gd name="connsiteX1" fmla="*/ 1823291 w 1823291"/>
              <a:gd name="connsiteY1" fmla="*/ 737479 h 1259382"/>
              <a:gd name="connsiteX0" fmla="*/ 0 w 1823291"/>
              <a:gd name="connsiteY0" fmla="*/ 1292378 h 1491886"/>
              <a:gd name="connsiteX1" fmla="*/ 1823291 w 1823291"/>
              <a:gd name="connsiteY1" fmla="*/ 1491886 h 1491886"/>
              <a:gd name="connsiteX0" fmla="*/ 0 w 1823291"/>
              <a:gd name="connsiteY0" fmla="*/ 443079 h 670387"/>
              <a:gd name="connsiteX1" fmla="*/ 1823291 w 1823291"/>
              <a:gd name="connsiteY1" fmla="*/ 642587 h 670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23291" h="670387">
                <a:moveTo>
                  <a:pt x="0" y="443079"/>
                </a:moveTo>
                <a:cubicBezTo>
                  <a:pt x="743029" y="1407354"/>
                  <a:pt x="1230351" y="-1119710"/>
                  <a:pt x="1823291" y="642587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3CBA803-B4EE-22C1-95CA-CCD7E17C7F1A}"/>
              </a:ext>
            </a:extLst>
          </p:cNvPr>
          <p:cNvSpPr/>
          <p:nvPr/>
        </p:nvSpPr>
        <p:spPr>
          <a:xfrm flipV="1">
            <a:off x="5469775" y="972589"/>
            <a:ext cx="1014154" cy="831273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866676"/>
              <a:gd name="connsiteY0" fmla="*/ 0 h 437690"/>
              <a:gd name="connsiteX1" fmla="*/ 1866676 w 1866676"/>
              <a:gd name="connsiteY1" fmla="*/ 437690 h 437690"/>
              <a:gd name="connsiteX0" fmla="*/ 0 w 1812174"/>
              <a:gd name="connsiteY0" fmla="*/ 0 h 452958"/>
              <a:gd name="connsiteX1" fmla="*/ 1812174 w 1812174"/>
              <a:gd name="connsiteY1" fmla="*/ 452958 h 452958"/>
              <a:gd name="connsiteX0" fmla="*/ 82625 w 1894799"/>
              <a:gd name="connsiteY0" fmla="*/ 0 h 452958"/>
              <a:gd name="connsiteX1" fmla="*/ 1894799 w 1894799"/>
              <a:gd name="connsiteY1" fmla="*/ 452958 h 452958"/>
              <a:gd name="connsiteX0" fmla="*/ 83176 w 1881724"/>
              <a:gd name="connsiteY0" fmla="*/ 0 h 376617"/>
              <a:gd name="connsiteX1" fmla="*/ 1881724 w 1881724"/>
              <a:gd name="connsiteY1" fmla="*/ 376617 h 376617"/>
              <a:gd name="connsiteX0" fmla="*/ 108964 w 1907512"/>
              <a:gd name="connsiteY0" fmla="*/ 0 h 376617"/>
              <a:gd name="connsiteX1" fmla="*/ 1907512 w 1907512"/>
              <a:gd name="connsiteY1" fmla="*/ 376617 h 376617"/>
              <a:gd name="connsiteX0" fmla="*/ 0 w 1798548"/>
              <a:gd name="connsiteY0" fmla="*/ 0 h 376617"/>
              <a:gd name="connsiteX1" fmla="*/ 1798548 w 1798548"/>
              <a:gd name="connsiteY1" fmla="*/ 376617 h 376617"/>
              <a:gd name="connsiteX0" fmla="*/ 0 w 1757672"/>
              <a:gd name="connsiteY0" fmla="*/ 0 h 503852"/>
              <a:gd name="connsiteX1" fmla="*/ 1757672 w 1757672"/>
              <a:gd name="connsiteY1" fmla="*/ 503852 h 503852"/>
              <a:gd name="connsiteX0" fmla="*/ 0 w 1757672"/>
              <a:gd name="connsiteY0" fmla="*/ 0 h 503852"/>
              <a:gd name="connsiteX1" fmla="*/ 1757672 w 1757672"/>
              <a:gd name="connsiteY1" fmla="*/ 503852 h 503852"/>
              <a:gd name="connsiteX0" fmla="*/ 0 w 1662295"/>
              <a:gd name="connsiteY0" fmla="*/ 0 h 508942"/>
              <a:gd name="connsiteX1" fmla="*/ 1662295 w 1662295"/>
              <a:gd name="connsiteY1" fmla="*/ 508942 h 508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62295" h="508942">
                <a:moveTo>
                  <a:pt x="0" y="0"/>
                </a:moveTo>
                <a:cubicBezTo>
                  <a:pt x="99919" y="334205"/>
                  <a:pt x="526851" y="444477"/>
                  <a:pt x="1662295" y="508942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0842B1-5485-81E6-7DDE-0F102159CEC6}"/>
              </a:ext>
            </a:extLst>
          </p:cNvPr>
          <p:cNvSpPr/>
          <p:nvPr/>
        </p:nvSpPr>
        <p:spPr>
          <a:xfrm rot="10800000" flipH="1">
            <a:off x="8307514" y="1712422"/>
            <a:ext cx="499755" cy="1945176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1280577 w 1379303"/>
              <a:gd name="connsiteY0" fmla="*/ 0 h 489059"/>
              <a:gd name="connsiteX1" fmla="*/ 98725 w 1379303"/>
              <a:gd name="connsiteY1" fmla="*/ 489059 h 489059"/>
              <a:gd name="connsiteX0" fmla="*/ 1218608 w 3212225"/>
              <a:gd name="connsiteY0" fmla="*/ 0 h 489059"/>
              <a:gd name="connsiteX1" fmla="*/ 36756 w 3212225"/>
              <a:gd name="connsiteY1" fmla="*/ 489059 h 489059"/>
              <a:gd name="connsiteX0" fmla="*/ 1689127 w 3598464"/>
              <a:gd name="connsiteY0" fmla="*/ 0 h 485177"/>
              <a:gd name="connsiteX1" fmla="*/ 34539 w 3598464"/>
              <a:gd name="connsiteY1" fmla="*/ 485177 h 485177"/>
              <a:gd name="connsiteX0" fmla="*/ 2824232 w 4242435"/>
              <a:gd name="connsiteY0" fmla="*/ 0 h 485177"/>
              <a:gd name="connsiteX1" fmla="*/ 1169644 w 4242435"/>
              <a:gd name="connsiteY1" fmla="*/ 485177 h 485177"/>
              <a:gd name="connsiteX0" fmla="*/ 2761315 w 4511323"/>
              <a:gd name="connsiteY0" fmla="*/ 0 h 485177"/>
              <a:gd name="connsiteX1" fmla="*/ 1106727 w 4511323"/>
              <a:gd name="connsiteY1" fmla="*/ 485177 h 485177"/>
              <a:gd name="connsiteX0" fmla="*/ 3052146 w 3595412"/>
              <a:gd name="connsiteY0" fmla="*/ 0 h 485177"/>
              <a:gd name="connsiteX1" fmla="*/ 1397558 w 3595412"/>
              <a:gd name="connsiteY1" fmla="*/ 485177 h 485177"/>
              <a:gd name="connsiteX0" fmla="*/ 5187197 w 5632174"/>
              <a:gd name="connsiteY0" fmla="*/ 0 h 475474"/>
              <a:gd name="connsiteX1" fmla="*/ 1168905 w 5632174"/>
              <a:gd name="connsiteY1" fmla="*/ 475474 h 475474"/>
              <a:gd name="connsiteX0" fmla="*/ 4133519 w 4736802"/>
              <a:gd name="connsiteY0" fmla="*/ 0 h 475474"/>
              <a:gd name="connsiteX1" fmla="*/ 115227 w 4736802"/>
              <a:gd name="connsiteY1" fmla="*/ 475474 h 475474"/>
              <a:gd name="connsiteX0" fmla="*/ 4133519 w 4736802"/>
              <a:gd name="connsiteY0" fmla="*/ 0 h 475474"/>
              <a:gd name="connsiteX1" fmla="*/ 115227 w 4736802"/>
              <a:gd name="connsiteY1" fmla="*/ 475474 h 475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736802" h="475474">
                <a:moveTo>
                  <a:pt x="4133519" y="0"/>
                </a:moveTo>
                <a:cubicBezTo>
                  <a:pt x="6943688" y="208949"/>
                  <a:pt x="-1040361" y="185014"/>
                  <a:pt x="115227" y="475474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206F72D-DDA9-8E13-23F5-5EB3FB396C3A}"/>
              </a:ext>
            </a:extLst>
          </p:cNvPr>
          <p:cNvSpPr/>
          <p:nvPr/>
        </p:nvSpPr>
        <p:spPr>
          <a:xfrm>
            <a:off x="6849689" y="2552007"/>
            <a:ext cx="730734" cy="1130533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812174"/>
              <a:gd name="connsiteY0" fmla="*/ 0 h 565670"/>
              <a:gd name="connsiteX1" fmla="*/ 1812174 w 1812174"/>
              <a:gd name="connsiteY1" fmla="*/ 565670 h 565670"/>
              <a:gd name="connsiteX0" fmla="*/ 0 w 1812174"/>
              <a:gd name="connsiteY0" fmla="*/ 0 h 565670"/>
              <a:gd name="connsiteX1" fmla="*/ 1812174 w 1812174"/>
              <a:gd name="connsiteY1" fmla="*/ 565670 h 565670"/>
              <a:gd name="connsiteX0" fmla="*/ 0 w 2114204"/>
              <a:gd name="connsiteY0" fmla="*/ 0 h 577835"/>
              <a:gd name="connsiteX1" fmla="*/ 2114204 w 2114204"/>
              <a:gd name="connsiteY1" fmla="*/ 577835 h 577835"/>
              <a:gd name="connsiteX0" fmla="*/ 0 w 2212501"/>
              <a:gd name="connsiteY0" fmla="*/ 0 h 577835"/>
              <a:gd name="connsiteX1" fmla="*/ 2114204 w 2212501"/>
              <a:gd name="connsiteY1" fmla="*/ 577835 h 577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12501" h="577835">
                <a:moveTo>
                  <a:pt x="0" y="0"/>
                </a:moveTo>
                <a:cubicBezTo>
                  <a:pt x="1384300" y="38521"/>
                  <a:pt x="2567247" y="296014"/>
                  <a:pt x="2114204" y="577835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D1216B0-A3FC-B351-5ABA-E4EA0512E72B}"/>
              </a:ext>
            </a:extLst>
          </p:cNvPr>
          <p:cNvSpPr/>
          <p:nvPr/>
        </p:nvSpPr>
        <p:spPr>
          <a:xfrm flipH="1" flipV="1">
            <a:off x="1884553" y="1496289"/>
            <a:ext cx="1573541" cy="1047404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996464"/>
              <a:gd name="connsiteY0" fmla="*/ 0 h 556143"/>
              <a:gd name="connsiteX1" fmla="*/ 1996464 w 1996464"/>
              <a:gd name="connsiteY1" fmla="*/ 556143 h 556143"/>
              <a:gd name="connsiteX0" fmla="*/ 0 w 1996464"/>
              <a:gd name="connsiteY0" fmla="*/ 0 h 556143"/>
              <a:gd name="connsiteX1" fmla="*/ 1996464 w 1996464"/>
              <a:gd name="connsiteY1" fmla="*/ 556143 h 556143"/>
              <a:gd name="connsiteX0" fmla="*/ 0 w 2672191"/>
              <a:gd name="connsiteY0" fmla="*/ 0 h 556143"/>
              <a:gd name="connsiteX1" fmla="*/ 2672191 w 2672191"/>
              <a:gd name="connsiteY1" fmla="*/ 556143 h 556143"/>
              <a:gd name="connsiteX0" fmla="*/ 0 w 2677371"/>
              <a:gd name="connsiteY0" fmla="*/ 0 h 556143"/>
              <a:gd name="connsiteX1" fmla="*/ 2672191 w 2677371"/>
              <a:gd name="connsiteY1" fmla="*/ 556143 h 556143"/>
              <a:gd name="connsiteX0" fmla="*/ 0 w 2907053"/>
              <a:gd name="connsiteY0" fmla="*/ 0 h 556143"/>
              <a:gd name="connsiteX1" fmla="*/ 2902550 w 2907053"/>
              <a:gd name="connsiteY1" fmla="*/ 556143 h 556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07053" h="556143">
                <a:moveTo>
                  <a:pt x="0" y="0"/>
                </a:moveTo>
                <a:cubicBezTo>
                  <a:pt x="1341215" y="35311"/>
                  <a:pt x="3004934" y="189795"/>
                  <a:pt x="2902550" y="556143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B3783B0-04A0-45EB-CEB4-94B8E0D66E18}"/>
              </a:ext>
            </a:extLst>
          </p:cNvPr>
          <p:cNvSpPr/>
          <p:nvPr/>
        </p:nvSpPr>
        <p:spPr>
          <a:xfrm flipH="1">
            <a:off x="8179722" y="5137263"/>
            <a:ext cx="640546" cy="1014152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651602"/>
              <a:gd name="connsiteY0" fmla="*/ 0 h 514513"/>
              <a:gd name="connsiteX1" fmla="*/ 1651602 w 1651602"/>
              <a:gd name="connsiteY1" fmla="*/ 514513 h 514513"/>
              <a:gd name="connsiteX0" fmla="*/ 90114 w 1741716"/>
              <a:gd name="connsiteY0" fmla="*/ 0 h 514513"/>
              <a:gd name="connsiteX1" fmla="*/ 1741716 w 1741716"/>
              <a:gd name="connsiteY1" fmla="*/ 514513 h 514513"/>
              <a:gd name="connsiteX0" fmla="*/ 91212 w 1719877"/>
              <a:gd name="connsiteY0" fmla="*/ 0 h 640516"/>
              <a:gd name="connsiteX1" fmla="*/ 1719877 w 1719877"/>
              <a:gd name="connsiteY1" fmla="*/ 640516 h 640516"/>
              <a:gd name="connsiteX0" fmla="*/ 138918 w 1767583"/>
              <a:gd name="connsiteY0" fmla="*/ 0 h 640516"/>
              <a:gd name="connsiteX1" fmla="*/ 1767583 w 1767583"/>
              <a:gd name="connsiteY1" fmla="*/ 640516 h 640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67583" h="640516">
                <a:moveTo>
                  <a:pt x="138918" y="0"/>
                </a:moveTo>
                <a:cubicBezTo>
                  <a:pt x="-335152" y="292258"/>
                  <a:pt x="452419" y="563514"/>
                  <a:pt x="1767583" y="640516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877325F-6610-53DB-F48A-BC14DA45E657}"/>
              </a:ext>
            </a:extLst>
          </p:cNvPr>
          <p:cNvSpPr/>
          <p:nvPr/>
        </p:nvSpPr>
        <p:spPr>
          <a:xfrm flipH="1">
            <a:off x="3832166" y="3200400"/>
            <a:ext cx="1414864" cy="2302625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967503"/>
              <a:gd name="connsiteY0" fmla="*/ 0 h 517112"/>
              <a:gd name="connsiteX1" fmla="*/ 1967503 w 1967503"/>
              <a:gd name="connsiteY1" fmla="*/ 517112 h 517112"/>
              <a:gd name="connsiteX0" fmla="*/ 0 w 1967503"/>
              <a:gd name="connsiteY0" fmla="*/ 0 h 517112"/>
              <a:gd name="connsiteX1" fmla="*/ 1967503 w 1967503"/>
              <a:gd name="connsiteY1" fmla="*/ 517112 h 517112"/>
              <a:gd name="connsiteX0" fmla="*/ 0 w 1750043"/>
              <a:gd name="connsiteY0" fmla="*/ 0 h 457060"/>
              <a:gd name="connsiteX1" fmla="*/ 1750043 w 1750043"/>
              <a:gd name="connsiteY1" fmla="*/ 457060 h 457060"/>
              <a:gd name="connsiteX0" fmla="*/ 0 w 1750043"/>
              <a:gd name="connsiteY0" fmla="*/ 0 h 457060"/>
              <a:gd name="connsiteX1" fmla="*/ 1750043 w 1750043"/>
              <a:gd name="connsiteY1" fmla="*/ 457060 h 457060"/>
              <a:gd name="connsiteX0" fmla="*/ 0 w 1750043"/>
              <a:gd name="connsiteY0" fmla="*/ 0 h 457060"/>
              <a:gd name="connsiteX1" fmla="*/ 1750043 w 1750043"/>
              <a:gd name="connsiteY1" fmla="*/ 457060 h 457060"/>
              <a:gd name="connsiteX0" fmla="*/ 0 w 1874307"/>
              <a:gd name="connsiteY0" fmla="*/ 0 h 420362"/>
              <a:gd name="connsiteX1" fmla="*/ 1874307 w 1874307"/>
              <a:gd name="connsiteY1" fmla="*/ 420362 h 420362"/>
              <a:gd name="connsiteX0" fmla="*/ 0 w 1874307"/>
              <a:gd name="connsiteY0" fmla="*/ 0 h 420362"/>
              <a:gd name="connsiteX1" fmla="*/ 1874307 w 1874307"/>
              <a:gd name="connsiteY1" fmla="*/ 420362 h 420362"/>
              <a:gd name="connsiteX0" fmla="*/ 0 w 1863951"/>
              <a:gd name="connsiteY0" fmla="*/ 0 h 420362"/>
              <a:gd name="connsiteX1" fmla="*/ 1863951 w 1863951"/>
              <a:gd name="connsiteY1" fmla="*/ 420362 h 420362"/>
              <a:gd name="connsiteX0" fmla="*/ 11689 w 1875640"/>
              <a:gd name="connsiteY0" fmla="*/ 0 h 420362"/>
              <a:gd name="connsiteX1" fmla="*/ 1875640 w 1875640"/>
              <a:gd name="connsiteY1" fmla="*/ 420362 h 420362"/>
              <a:gd name="connsiteX0" fmla="*/ 0 w 1863951"/>
              <a:gd name="connsiteY0" fmla="*/ 0 h 420362"/>
              <a:gd name="connsiteX1" fmla="*/ 1863951 w 1863951"/>
              <a:gd name="connsiteY1" fmla="*/ 420362 h 420362"/>
              <a:gd name="connsiteX0" fmla="*/ 0 w 1863951"/>
              <a:gd name="connsiteY0" fmla="*/ 0 h 420362"/>
              <a:gd name="connsiteX1" fmla="*/ 1863951 w 1863951"/>
              <a:gd name="connsiteY1" fmla="*/ 420362 h 420362"/>
              <a:gd name="connsiteX0" fmla="*/ 0 w 1698267"/>
              <a:gd name="connsiteY0" fmla="*/ 0 h 417026"/>
              <a:gd name="connsiteX1" fmla="*/ 1698267 w 1698267"/>
              <a:gd name="connsiteY1" fmla="*/ 417026 h 417026"/>
              <a:gd name="connsiteX0" fmla="*/ 0 w 1698267"/>
              <a:gd name="connsiteY0" fmla="*/ 0 h 417026"/>
              <a:gd name="connsiteX1" fmla="*/ 1698267 w 1698267"/>
              <a:gd name="connsiteY1" fmla="*/ 417026 h 417026"/>
              <a:gd name="connsiteX0" fmla="*/ 32586 w 1730853"/>
              <a:gd name="connsiteY0" fmla="*/ 0 h 417026"/>
              <a:gd name="connsiteX1" fmla="*/ 1730853 w 1730853"/>
              <a:gd name="connsiteY1" fmla="*/ 417026 h 417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30853" h="417026">
                <a:moveTo>
                  <a:pt x="32586" y="0"/>
                </a:moveTo>
                <a:cubicBezTo>
                  <a:pt x="-93371" y="119547"/>
                  <a:pt x="80914" y="342518"/>
                  <a:pt x="1730853" y="417026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98CEF2E-9063-F91B-7D62-A2139A7F5D5B}"/>
              </a:ext>
            </a:extLst>
          </p:cNvPr>
          <p:cNvSpPr/>
          <p:nvPr/>
        </p:nvSpPr>
        <p:spPr>
          <a:xfrm flipH="1">
            <a:off x="1280159" y="4763193"/>
            <a:ext cx="1537855" cy="665018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812174"/>
              <a:gd name="connsiteY0" fmla="*/ 0 h 521095"/>
              <a:gd name="connsiteX1" fmla="*/ 1812174 w 1812174"/>
              <a:gd name="connsiteY1" fmla="*/ 521095 h 521095"/>
              <a:gd name="connsiteX0" fmla="*/ 0 w 3936033"/>
              <a:gd name="connsiteY0" fmla="*/ 0 h 521095"/>
              <a:gd name="connsiteX1" fmla="*/ 1812174 w 3936033"/>
              <a:gd name="connsiteY1" fmla="*/ 521095 h 521095"/>
              <a:gd name="connsiteX0" fmla="*/ 629281 w 4036359"/>
              <a:gd name="connsiteY0" fmla="*/ 0 h 521095"/>
              <a:gd name="connsiteX1" fmla="*/ 2441455 w 4036359"/>
              <a:gd name="connsiteY1" fmla="*/ 521095 h 521095"/>
              <a:gd name="connsiteX0" fmla="*/ 420708 w 9381055"/>
              <a:gd name="connsiteY0" fmla="*/ 0 h 550872"/>
              <a:gd name="connsiteX1" fmla="*/ 8273347 w 9381055"/>
              <a:gd name="connsiteY1" fmla="*/ 550872 h 550872"/>
              <a:gd name="connsiteX0" fmla="*/ 420708 w 9381055"/>
              <a:gd name="connsiteY0" fmla="*/ 0 h 550872"/>
              <a:gd name="connsiteX1" fmla="*/ 8273347 w 9381055"/>
              <a:gd name="connsiteY1" fmla="*/ 550872 h 550872"/>
              <a:gd name="connsiteX0" fmla="*/ 524764 w 6108747"/>
              <a:gd name="connsiteY0" fmla="*/ 0 h 513651"/>
              <a:gd name="connsiteX1" fmla="*/ 4753129 w 6108747"/>
              <a:gd name="connsiteY1" fmla="*/ 513651 h 513651"/>
              <a:gd name="connsiteX0" fmla="*/ 26376651 w 26376651"/>
              <a:gd name="connsiteY0" fmla="*/ 0 h 424321"/>
              <a:gd name="connsiteX1" fmla="*/ 0 w 26376651"/>
              <a:gd name="connsiteY1" fmla="*/ 424321 h 424321"/>
              <a:gd name="connsiteX0" fmla="*/ 26376651 w 26382270"/>
              <a:gd name="connsiteY0" fmla="*/ 0 h 424321"/>
              <a:gd name="connsiteX1" fmla="*/ 0 w 26382270"/>
              <a:gd name="connsiteY1" fmla="*/ 424321 h 424321"/>
              <a:gd name="connsiteX0" fmla="*/ 28792842 w 28797904"/>
              <a:gd name="connsiteY0" fmla="*/ 0 h 454098"/>
              <a:gd name="connsiteX1" fmla="*/ 0 w 28797904"/>
              <a:gd name="connsiteY1" fmla="*/ 454098 h 454098"/>
              <a:gd name="connsiteX0" fmla="*/ 29101379 w 29105036"/>
              <a:gd name="connsiteY0" fmla="*/ 0 h 454098"/>
              <a:gd name="connsiteX1" fmla="*/ 308537 w 29105036"/>
              <a:gd name="connsiteY1" fmla="*/ 454098 h 454098"/>
              <a:gd name="connsiteX0" fmla="*/ 41104074 w 41106763"/>
              <a:gd name="connsiteY0" fmla="*/ 0 h 543428"/>
              <a:gd name="connsiteX1" fmla="*/ 230324 w 41106763"/>
              <a:gd name="connsiteY1" fmla="*/ 543428 h 543428"/>
              <a:gd name="connsiteX0" fmla="*/ 40970394 w 40973156"/>
              <a:gd name="connsiteY0" fmla="*/ 0 h 543428"/>
              <a:gd name="connsiteX1" fmla="*/ 96644 w 40973156"/>
              <a:gd name="connsiteY1" fmla="*/ 543428 h 543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0973156" h="543428">
                <a:moveTo>
                  <a:pt x="40970394" y="0"/>
                </a:moveTo>
                <a:cubicBezTo>
                  <a:pt x="41373129" y="426802"/>
                  <a:pt x="-2319571" y="4963"/>
                  <a:pt x="96644" y="543428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CD7557B-25BA-E3EC-FAB1-5F2133C71CEC}"/>
              </a:ext>
            </a:extLst>
          </p:cNvPr>
          <p:cNvSpPr/>
          <p:nvPr/>
        </p:nvSpPr>
        <p:spPr>
          <a:xfrm flipH="1">
            <a:off x="3566160" y="3150524"/>
            <a:ext cx="972588" cy="997527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913980"/>
              <a:gd name="connsiteY0" fmla="*/ 0 h 459257"/>
              <a:gd name="connsiteX1" fmla="*/ 1913980 w 1913980"/>
              <a:gd name="connsiteY1" fmla="*/ 459257 h 459257"/>
              <a:gd name="connsiteX0" fmla="*/ 0 w 1913980"/>
              <a:gd name="connsiteY0" fmla="*/ 0 h 459257"/>
              <a:gd name="connsiteX1" fmla="*/ 1913980 w 1913980"/>
              <a:gd name="connsiteY1" fmla="*/ 459257 h 459257"/>
              <a:gd name="connsiteX0" fmla="*/ 0 w 1934340"/>
              <a:gd name="connsiteY0" fmla="*/ 0 h 498763"/>
              <a:gd name="connsiteX1" fmla="*/ 1934340 w 1934340"/>
              <a:gd name="connsiteY1" fmla="*/ 498763 h 498763"/>
              <a:gd name="connsiteX0" fmla="*/ 0 w 1934340"/>
              <a:gd name="connsiteY0" fmla="*/ 0 h 498763"/>
              <a:gd name="connsiteX1" fmla="*/ 1934340 w 1934340"/>
              <a:gd name="connsiteY1" fmla="*/ 498763 h 498763"/>
              <a:gd name="connsiteX0" fmla="*/ 0 w 1812172"/>
              <a:gd name="connsiteY0" fmla="*/ 0 h 444442"/>
              <a:gd name="connsiteX1" fmla="*/ 1812172 w 1812172"/>
              <a:gd name="connsiteY1" fmla="*/ 444442 h 444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12172" h="444442">
                <a:moveTo>
                  <a:pt x="0" y="0"/>
                </a:moveTo>
                <a:cubicBezTo>
                  <a:pt x="54294" y="265019"/>
                  <a:pt x="454737" y="431274"/>
                  <a:pt x="1812172" y="444442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80EA349-92D1-B752-805B-3029E9035AC2}"/>
              </a:ext>
            </a:extLst>
          </p:cNvPr>
          <p:cNvSpPr/>
          <p:nvPr/>
        </p:nvSpPr>
        <p:spPr>
          <a:xfrm>
            <a:off x="5744096" y="3200399"/>
            <a:ext cx="343222" cy="2227812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814460"/>
              <a:gd name="connsiteY0" fmla="*/ 0 h 502570"/>
              <a:gd name="connsiteX1" fmla="*/ 814460 w 814460"/>
              <a:gd name="connsiteY1" fmla="*/ 502570 h 502570"/>
              <a:gd name="connsiteX0" fmla="*/ 0 w 814460"/>
              <a:gd name="connsiteY0" fmla="*/ 0 h 502570"/>
              <a:gd name="connsiteX1" fmla="*/ 814460 w 814460"/>
              <a:gd name="connsiteY1" fmla="*/ 502570 h 502570"/>
              <a:gd name="connsiteX0" fmla="*/ 0 w 814460"/>
              <a:gd name="connsiteY0" fmla="*/ 0 h 502570"/>
              <a:gd name="connsiteX1" fmla="*/ 814460 w 814460"/>
              <a:gd name="connsiteY1" fmla="*/ 502570 h 502570"/>
              <a:gd name="connsiteX0" fmla="*/ 0 w 1160605"/>
              <a:gd name="connsiteY0" fmla="*/ 0 h 515896"/>
              <a:gd name="connsiteX1" fmla="*/ 1160605 w 1160605"/>
              <a:gd name="connsiteY1" fmla="*/ 515896 h 515896"/>
              <a:gd name="connsiteX0" fmla="*/ 159034 w 741371"/>
              <a:gd name="connsiteY0" fmla="*/ 0 h 510185"/>
              <a:gd name="connsiteX1" fmla="*/ 741372 w 741371"/>
              <a:gd name="connsiteY1" fmla="*/ 510185 h 510185"/>
              <a:gd name="connsiteX0" fmla="*/ 0 w 582339"/>
              <a:gd name="connsiteY0" fmla="*/ 0 h 510185"/>
              <a:gd name="connsiteX1" fmla="*/ 582338 w 582339"/>
              <a:gd name="connsiteY1" fmla="*/ 510185 h 510185"/>
              <a:gd name="connsiteX0" fmla="*/ 0 w 582337"/>
              <a:gd name="connsiteY0" fmla="*/ 0 h 510185"/>
              <a:gd name="connsiteX1" fmla="*/ 582338 w 582337"/>
              <a:gd name="connsiteY1" fmla="*/ 510185 h 510185"/>
              <a:gd name="connsiteX0" fmla="*/ 0 w 582339"/>
              <a:gd name="connsiteY0" fmla="*/ 0 h 510185"/>
              <a:gd name="connsiteX1" fmla="*/ 582338 w 582339"/>
              <a:gd name="connsiteY1" fmla="*/ 510185 h 510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82339" h="510185">
                <a:moveTo>
                  <a:pt x="0" y="0"/>
                </a:moveTo>
                <a:cubicBezTo>
                  <a:pt x="671202" y="177675"/>
                  <a:pt x="-304696" y="260169"/>
                  <a:pt x="582338" y="510185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8DC19DB-CFA5-3431-33D8-87CA6706A6C5}"/>
              </a:ext>
            </a:extLst>
          </p:cNvPr>
          <p:cNvSpPr/>
          <p:nvPr/>
        </p:nvSpPr>
        <p:spPr>
          <a:xfrm>
            <a:off x="2211185" y="2028306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× 10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7BF6C28-A993-BB90-B696-7F1839483910}"/>
              </a:ext>
            </a:extLst>
          </p:cNvPr>
          <p:cNvSpPr/>
          <p:nvPr/>
        </p:nvSpPr>
        <p:spPr>
          <a:xfrm>
            <a:off x="4663441" y="332509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× 100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06C8689-EC07-7737-5BCA-33F318AA8AB6}"/>
              </a:ext>
            </a:extLst>
          </p:cNvPr>
          <p:cNvSpPr/>
          <p:nvPr/>
        </p:nvSpPr>
        <p:spPr>
          <a:xfrm>
            <a:off x="5454656" y="1232695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× 1000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0FE7560-0B4F-F0F2-E5FF-A90DABB331F4}"/>
              </a:ext>
            </a:extLst>
          </p:cNvPr>
          <p:cNvSpPr/>
          <p:nvPr/>
        </p:nvSpPr>
        <p:spPr>
          <a:xfrm>
            <a:off x="8212977" y="2435629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× 10,000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BAD24AE-D364-A41D-E00B-4918DB0F725A}"/>
              </a:ext>
            </a:extLst>
          </p:cNvPr>
          <p:cNvSpPr/>
          <p:nvPr/>
        </p:nvSpPr>
        <p:spPr>
          <a:xfrm>
            <a:off x="6991005" y="2859578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÷ 10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50ACC54-2054-E0CF-BFB0-B2B8BEE2E0A6}"/>
              </a:ext>
            </a:extLst>
          </p:cNvPr>
          <p:cNvSpPr/>
          <p:nvPr/>
        </p:nvSpPr>
        <p:spPr>
          <a:xfrm>
            <a:off x="4031672" y="3649287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÷ 100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EA34EAD-25EF-74BB-72DA-9BF5E603EEE0}"/>
              </a:ext>
            </a:extLst>
          </p:cNvPr>
          <p:cNvSpPr/>
          <p:nvPr/>
        </p:nvSpPr>
        <p:spPr>
          <a:xfrm>
            <a:off x="4216261" y="4763191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÷ 1000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05FF3E3-2999-6E43-74A7-852FCC5371F5}"/>
              </a:ext>
            </a:extLst>
          </p:cNvPr>
          <p:cNvSpPr/>
          <p:nvPr/>
        </p:nvSpPr>
        <p:spPr>
          <a:xfrm>
            <a:off x="5454860" y="4397432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× 100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2876B7D-BAC7-068E-C368-276084346864}"/>
              </a:ext>
            </a:extLst>
          </p:cNvPr>
          <p:cNvSpPr/>
          <p:nvPr/>
        </p:nvSpPr>
        <p:spPr>
          <a:xfrm>
            <a:off x="8646946" y="5552900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× 1000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503BA85-3B54-5F98-5B4B-5116A4EF969A}"/>
              </a:ext>
            </a:extLst>
          </p:cNvPr>
          <p:cNvSpPr txBox="1"/>
          <p:nvPr/>
        </p:nvSpPr>
        <p:spPr>
          <a:xfrm>
            <a:off x="361585" y="2183544"/>
            <a:ext cx="16930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y-KG" sz="2000" dirty="0">
                <a:solidFill>
                  <a:schemeClr val="bg1">
                    <a:lumMod val="65000"/>
                  </a:schemeClr>
                </a:solidFill>
              </a:rPr>
              <a:t>Сандык</a:t>
            </a:r>
          </a:p>
          <a:p>
            <a:pPr algn="l"/>
            <a:r>
              <a:rPr lang="ky-KG" sz="2000" dirty="0">
                <a:solidFill>
                  <a:schemeClr val="bg1">
                    <a:lumMod val="65000"/>
                  </a:schemeClr>
                </a:solidFill>
              </a:rPr>
              <a:t>Байланыштар</a:t>
            </a:r>
            <a:endParaRPr lang="en-GB" sz="2000" dirty="0">
              <a:solidFill>
                <a:schemeClr val="bg1">
                  <a:lumMod val="65000"/>
                </a:schemeClr>
              </a:solidFill>
              <a:latin typeface="Bauhaus 93" panose="04030905020B02020C02" pitchFamily="82" charset="0"/>
            </a:endParaRPr>
          </a:p>
        </p:txBody>
      </p:sp>
      <p:graphicFrame>
        <p:nvGraphicFramePr>
          <p:cNvPr id="37" name="Table 5">
            <a:extLst>
              <a:ext uri="{FF2B5EF4-FFF2-40B4-BE49-F238E27FC236}">
                <a16:creationId xmlns:a16="http://schemas.microsoft.com/office/drawing/2014/main" id="{90869076-9016-94BB-AC3E-20DB92E5EF45}"/>
              </a:ext>
            </a:extLst>
          </p:cNvPr>
          <p:cNvGraphicFramePr>
            <a:graphicFrameLocks noGrp="1"/>
          </p:cNvGraphicFramePr>
          <p:nvPr/>
        </p:nvGraphicFramePr>
        <p:xfrm>
          <a:off x="6697945" y="443786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graphicFrame>
        <p:nvGraphicFramePr>
          <p:cNvPr id="38" name="Table 5">
            <a:extLst>
              <a:ext uri="{FF2B5EF4-FFF2-40B4-BE49-F238E27FC236}">
                <a16:creationId xmlns:a16="http://schemas.microsoft.com/office/drawing/2014/main" id="{F709621A-7E13-C524-2B09-46226D136E97}"/>
              </a:ext>
            </a:extLst>
          </p:cNvPr>
          <p:cNvGraphicFramePr>
            <a:graphicFrameLocks noGrp="1"/>
          </p:cNvGraphicFramePr>
          <p:nvPr/>
        </p:nvGraphicFramePr>
        <p:xfrm>
          <a:off x="6556629" y="3835380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graphicFrame>
        <p:nvGraphicFramePr>
          <p:cNvPr id="39" name="Table 5">
            <a:extLst>
              <a:ext uri="{FF2B5EF4-FFF2-40B4-BE49-F238E27FC236}">
                <a16:creationId xmlns:a16="http://schemas.microsoft.com/office/drawing/2014/main" id="{84B8ECEB-FC99-9322-CDD2-62A5BC3A3891}"/>
              </a:ext>
            </a:extLst>
          </p:cNvPr>
          <p:cNvGraphicFramePr>
            <a:graphicFrameLocks noGrp="1"/>
          </p:cNvGraphicFramePr>
          <p:nvPr/>
        </p:nvGraphicFramePr>
        <p:xfrm>
          <a:off x="4846978" y="5617075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graphicFrame>
        <p:nvGraphicFramePr>
          <p:cNvPr id="40" name="Table 5">
            <a:extLst>
              <a:ext uri="{FF2B5EF4-FFF2-40B4-BE49-F238E27FC236}">
                <a16:creationId xmlns:a16="http://schemas.microsoft.com/office/drawing/2014/main" id="{B54F6C1A-B832-01FF-1735-8A3C6AD755E2}"/>
              </a:ext>
            </a:extLst>
          </p:cNvPr>
          <p:cNvGraphicFramePr>
            <a:graphicFrameLocks noGrp="1"/>
          </p:cNvGraphicFramePr>
          <p:nvPr/>
        </p:nvGraphicFramePr>
        <p:xfrm>
          <a:off x="640738" y="5558885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graphicFrame>
        <p:nvGraphicFramePr>
          <p:cNvPr id="41" name="Table 5">
            <a:extLst>
              <a:ext uri="{FF2B5EF4-FFF2-40B4-BE49-F238E27FC236}">
                <a16:creationId xmlns:a16="http://schemas.microsoft.com/office/drawing/2014/main" id="{D6D8FF5B-6C10-84B6-5CE5-E977AC10E815}"/>
              </a:ext>
            </a:extLst>
          </p:cNvPr>
          <p:cNvGraphicFramePr>
            <a:graphicFrameLocks noGrp="1"/>
          </p:cNvGraphicFramePr>
          <p:nvPr/>
        </p:nvGraphicFramePr>
        <p:xfrm>
          <a:off x="358105" y="3522267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85C7DC13-9C0A-8554-229D-5A47A305A6C6}"/>
              </a:ext>
            </a:extLst>
          </p:cNvPr>
          <p:cNvSpPr/>
          <p:nvPr/>
        </p:nvSpPr>
        <p:spPr>
          <a:xfrm>
            <a:off x="1630337" y="4982536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÷ 10</a:t>
            </a: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A9542BBD-3F2D-10E5-B333-5CFE47B1CFCA}"/>
              </a:ext>
            </a:extLst>
          </p:cNvPr>
          <p:cNvSpPr/>
          <p:nvPr/>
        </p:nvSpPr>
        <p:spPr>
          <a:xfrm flipH="1" flipV="1">
            <a:off x="3483033" y="939338"/>
            <a:ext cx="837271" cy="839584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996464"/>
              <a:gd name="connsiteY0" fmla="*/ 0 h 556143"/>
              <a:gd name="connsiteX1" fmla="*/ 1996464 w 1996464"/>
              <a:gd name="connsiteY1" fmla="*/ 556143 h 556143"/>
              <a:gd name="connsiteX0" fmla="*/ 0 w 1996464"/>
              <a:gd name="connsiteY0" fmla="*/ 0 h 556143"/>
              <a:gd name="connsiteX1" fmla="*/ 1996464 w 1996464"/>
              <a:gd name="connsiteY1" fmla="*/ 556143 h 556143"/>
              <a:gd name="connsiteX0" fmla="*/ 0 w 2672191"/>
              <a:gd name="connsiteY0" fmla="*/ 0 h 556143"/>
              <a:gd name="connsiteX1" fmla="*/ 2672191 w 2672191"/>
              <a:gd name="connsiteY1" fmla="*/ 556143 h 556143"/>
              <a:gd name="connsiteX0" fmla="*/ 0 w 2677371"/>
              <a:gd name="connsiteY0" fmla="*/ 0 h 556143"/>
              <a:gd name="connsiteX1" fmla="*/ 2672191 w 2677371"/>
              <a:gd name="connsiteY1" fmla="*/ 556143 h 556143"/>
              <a:gd name="connsiteX0" fmla="*/ 0 w 2907053"/>
              <a:gd name="connsiteY0" fmla="*/ 0 h 556143"/>
              <a:gd name="connsiteX1" fmla="*/ 2902550 w 2907053"/>
              <a:gd name="connsiteY1" fmla="*/ 556143 h 556143"/>
              <a:gd name="connsiteX0" fmla="*/ 0 w 2907053"/>
              <a:gd name="connsiteY0" fmla="*/ 20464 h 227915"/>
              <a:gd name="connsiteX1" fmla="*/ 2902550 w 2907053"/>
              <a:gd name="connsiteY1" fmla="*/ 227915 h 227915"/>
              <a:gd name="connsiteX0" fmla="*/ 1121096 w 1532340"/>
              <a:gd name="connsiteY0" fmla="*/ 367389 h 368768"/>
              <a:gd name="connsiteX1" fmla="*/ 0 w 1532340"/>
              <a:gd name="connsiteY1" fmla="*/ 111387 h 368768"/>
              <a:gd name="connsiteX0" fmla="*/ 1222688 w 1558308"/>
              <a:gd name="connsiteY0" fmla="*/ 256002 h 264932"/>
              <a:gd name="connsiteX1" fmla="*/ 101592 w 1558308"/>
              <a:gd name="connsiteY1" fmla="*/ 0 h 264932"/>
              <a:gd name="connsiteX0" fmla="*/ 1521712 w 1833300"/>
              <a:gd name="connsiteY0" fmla="*/ 384003 h 388172"/>
              <a:gd name="connsiteX1" fmla="*/ 93466 w 1833300"/>
              <a:gd name="connsiteY1" fmla="*/ 0 h 388172"/>
              <a:gd name="connsiteX0" fmla="*/ 1477295 w 1804193"/>
              <a:gd name="connsiteY0" fmla="*/ 384003 h 391052"/>
              <a:gd name="connsiteX1" fmla="*/ 49049 w 1804193"/>
              <a:gd name="connsiteY1" fmla="*/ 0 h 391052"/>
              <a:gd name="connsiteX0" fmla="*/ 1546824 w 1546824"/>
              <a:gd name="connsiteY0" fmla="*/ 384003 h 384216"/>
              <a:gd name="connsiteX1" fmla="*/ 118578 w 1546824"/>
              <a:gd name="connsiteY1" fmla="*/ 0 h 384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46824" h="384216">
                <a:moveTo>
                  <a:pt x="1546824" y="384003"/>
                </a:moveTo>
                <a:cubicBezTo>
                  <a:pt x="722643" y="388417"/>
                  <a:pt x="-362620" y="326623"/>
                  <a:pt x="118578" y="0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0470E8D6-F8FA-0FA5-4063-C0A1454FB6D8}"/>
              </a:ext>
            </a:extLst>
          </p:cNvPr>
          <p:cNvSpPr/>
          <p:nvPr/>
        </p:nvSpPr>
        <p:spPr>
          <a:xfrm>
            <a:off x="4039985" y="1130531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÷ 10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02B628-61C4-3419-FF71-E8E05550D299}"/>
              </a:ext>
            </a:extLst>
          </p:cNvPr>
          <p:cNvSpPr txBox="1"/>
          <p:nvPr/>
        </p:nvSpPr>
        <p:spPr>
          <a:xfrm>
            <a:off x="26028" y="1666703"/>
            <a:ext cx="3898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0021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4E23D3F5-0D7D-49F6-765E-993C0E347ECE}"/>
              </a:ext>
            </a:extLst>
          </p:cNvPr>
          <p:cNvGraphicFramePr>
            <a:graphicFrameLocks noGrp="1"/>
          </p:cNvGraphicFramePr>
          <p:nvPr/>
        </p:nvGraphicFramePr>
        <p:xfrm>
          <a:off x="277748" y="125132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8CAEDD59-C4D4-69F0-35FA-41B32E5854D2}"/>
              </a:ext>
            </a:extLst>
          </p:cNvPr>
          <p:cNvGraphicFramePr>
            <a:graphicFrameLocks noGrp="1"/>
          </p:cNvGraphicFramePr>
          <p:nvPr/>
        </p:nvGraphicFramePr>
        <p:xfrm>
          <a:off x="3602838" y="1904055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208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22C2408A-8613-BC9D-B2C2-00F08A83A25C}"/>
              </a:ext>
            </a:extLst>
          </p:cNvPr>
          <p:cNvSpPr/>
          <p:nvPr/>
        </p:nvSpPr>
        <p:spPr>
          <a:xfrm>
            <a:off x="3474720" y="437870"/>
            <a:ext cx="2726574" cy="167597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812174"/>
              <a:gd name="connsiteY0" fmla="*/ 774302 h 1273065"/>
              <a:gd name="connsiteX1" fmla="*/ 1812174 w 1812174"/>
              <a:gd name="connsiteY1" fmla="*/ 1273065 h 1273065"/>
              <a:gd name="connsiteX0" fmla="*/ 0 w 1778821"/>
              <a:gd name="connsiteY0" fmla="*/ 851102 h 1017358"/>
              <a:gd name="connsiteX1" fmla="*/ 1778821 w 1778821"/>
              <a:gd name="connsiteY1" fmla="*/ 1017358 h 1017358"/>
              <a:gd name="connsiteX0" fmla="*/ 0 w 1778821"/>
              <a:gd name="connsiteY0" fmla="*/ 541559 h 1233214"/>
              <a:gd name="connsiteX1" fmla="*/ 1778821 w 1778821"/>
              <a:gd name="connsiteY1" fmla="*/ 707815 h 1233214"/>
              <a:gd name="connsiteX0" fmla="*/ 0 w 1751027"/>
              <a:gd name="connsiteY0" fmla="*/ 524115 h 1365026"/>
              <a:gd name="connsiteX1" fmla="*/ 1751027 w 1751027"/>
              <a:gd name="connsiteY1" fmla="*/ 856627 h 1365026"/>
              <a:gd name="connsiteX0" fmla="*/ 0 w 1823291"/>
              <a:gd name="connsiteY0" fmla="*/ 537971 h 1259382"/>
              <a:gd name="connsiteX1" fmla="*/ 1823291 w 1823291"/>
              <a:gd name="connsiteY1" fmla="*/ 737479 h 1259382"/>
              <a:gd name="connsiteX0" fmla="*/ 0 w 1823291"/>
              <a:gd name="connsiteY0" fmla="*/ 1292378 h 1491886"/>
              <a:gd name="connsiteX1" fmla="*/ 1823291 w 1823291"/>
              <a:gd name="connsiteY1" fmla="*/ 1491886 h 1491886"/>
              <a:gd name="connsiteX0" fmla="*/ 0 w 1823291"/>
              <a:gd name="connsiteY0" fmla="*/ 443079 h 670387"/>
              <a:gd name="connsiteX1" fmla="*/ 1823291 w 1823291"/>
              <a:gd name="connsiteY1" fmla="*/ 642587 h 670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23291" h="670387">
                <a:moveTo>
                  <a:pt x="0" y="443079"/>
                </a:moveTo>
                <a:cubicBezTo>
                  <a:pt x="743029" y="1407354"/>
                  <a:pt x="1230351" y="-1119710"/>
                  <a:pt x="1823291" y="642587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3CBA803-B4EE-22C1-95CA-CCD7E17C7F1A}"/>
              </a:ext>
            </a:extLst>
          </p:cNvPr>
          <p:cNvSpPr/>
          <p:nvPr/>
        </p:nvSpPr>
        <p:spPr>
          <a:xfrm flipV="1">
            <a:off x="5253644" y="972589"/>
            <a:ext cx="1014154" cy="831273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866676"/>
              <a:gd name="connsiteY0" fmla="*/ 0 h 437690"/>
              <a:gd name="connsiteX1" fmla="*/ 1866676 w 1866676"/>
              <a:gd name="connsiteY1" fmla="*/ 437690 h 437690"/>
              <a:gd name="connsiteX0" fmla="*/ 0 w 1812174"/>
              <a:gd name="connsiteY0" fmla="*/ 0 h 452958"/>
              <a:gd name="connsiteX1" fmla="*/ 1812174 w 1812174"/>
              <a:gd name="connsiteY1" fmla="*/ 452958 h 452958"/>
              <a:gd name="connsiteX0" fmla="*/ 82625 w 1894799"/>
              <a:gd name="connsiteY0" fmla="*/ 0 h 452958"/>
              <a:gd name="connsiteX1" fmla="*/ 1894799 w 1894799"/>
              <a:gd name="connsiteY1" fmla="*/ 452958 h 452958"/>
              <a:gd name="connsiteX0" fmla="*/ 83176 w 1881724"/>
              <a:gd name="connsiteY0" fmla="*/ 0 h 376617"/>
              <a:gd name="connsiteX1" fmla="*/ 1881724 w 1881724"/>
              <a:gd name="connsiteY1" fmla="*/ 376617 h 376617"/>
              <a:gd name="connsiteX0" fmla="*/ 108964 w 1907512"/>
              <a:gd name="connsiteY0" fmla="*/ 0 h 376617"/>
              <a:gd name="connsiteX1" fmla="*/ 1907512 w 1907512"/>
              <a:gd name="connsiteY1" fmla="*/ 376617 h 376617"/>
              <a:gd name="connsiteX0" fmla="*/ 0 w 1798548"/>
              <a:gd name="connsiteY0" fmla="*/ 0 h 376617"/>
              <a:gd name="connsiteX1" fmla="*/ 1798548 w 1798548"/>
              <a:gd name="connsiteY1" fmla="*/ 376617 h 376617"/>
              <a:gd name="connsiteX0" fmla="*/ 0 w 1757672"/>
              <a:gd name="connsiteY0" fmla="*/ 0 h 503852"/>
              <a:gd name="connsiteX1" fmla="*/ 1757672 w 1757672"/>
              <a:gd name="connsiteY1" fmla="*/ 503852 h 503852"/>
              <a:gd name="connsiteX0" fmla="*/ 0 w 1757672"/>
              <a:gd name="connsiteY0" fmla="*/ 0 h 503852"/>
              <a:gd name="connsiteX1" fmla="*/ 1757672 w 1757672"/>
              <a:gd name="connsiteY1" fmla="*/ 503852 h 503852"/>
              <a:gd name="connsiteX0" fmla="*/ 0 w 1662295"/>
              <a:gd name="connsiteY0" fmla="*/ 0 h 508942"/>
              <a:gd name="connsiteX1" fmla="*/ 1662295 w 1662295"/>
              <a:gd name="connsiteY1" fmla="*/ 508942 h 508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62295" h="508942">
                <a:moveTo>
                  <a:pt x="0" y="0"/>
                </a:moveTo>
                <a:cubicBezTo>
                  <a:pt x="99919" y="334205"/>
                  <a:pt x="526851" y="444477"/>
                  <a:pt x="1662295" y="508942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0842B1-5485-81E6-7DDE-0F102159CEC6}"/>
              </a:ext>
            </a:extLst>
          </p:cNvPr>
          <p:cNvSpPr/>
          <p:nvPr/>
        </p:nvSpPr>
        <p:spPr>
          <a:xfrm rot="10800000" flipH="1">
            <a:off x="8083070" y="1596044"/>
            <a:ext cx="499755" cy="2036616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1280577 w 1379303"/>
              <a:gd name="connsiteY0" fmla="*/ 0 h 489059"/>
              <a:gd name="connsiteX1" fmla="*/ 98725 w 1379303"/>
              <a:gd name="connsiteY1" fmla="*/ 489059 h 489059"/>
              <a:gd name="connsiteX0" fmla="*/ 1218608 w 3212225"/>
              <a:gd name="connsiteY0" fmla="*/ 0 h 489059"/>
              <a:gd name="connsiteX1" fmla="*/ 36756 w 3212225"/>
              <a:gd name="connsiteY1" fmla="*/ 489059 h 489059"/>
              <a:gd name="connsiteX0" fmla="*/ 1689127 w 3598464"/>
              <a:gd name="connsiteY0" fmla="*/ 0 h 485177"/>
              <a:gd name="connsiteX1" fmla="*/ 34539 w 3598464"/>
              <a:gd name="connsiteY1" fmla="*/ 485177 h 485177"/>
              <a:gd name="connsiteX0" fmla="*/ 2824232 w 4242435"/>
              <a:gd name="connsiteY0" fmla="*/ 0 h 485177"/>
              <a:gd name="connsiteX1" fmla="*/ 1169644 w 4242435"/>
              <a:gd name="connsiteY1" fmla="*/ 485177 h 485177"/>
              <a:gd name="connsiteX0" fmla="*/ 2761315 w 4511323"/>
              <a:gd name="connsiteY0" fmla="*/ 0 h 485177"/>
              <a:gd name="connsiteX1" fmla="*/ 1106727 w 4511323"/>
              <a:gd name="connsiteY1" fmla="*/ 485177 h 485177"/>
              <a:gd name="connsiteX0" fmla="*/ 3052146 w 3595412"/>
              <a:gd name="connsiteY0" fmla="*/ 0 h 485177"/>
              <a:gd name="connsiteX1" fmla="*/ 1397558 w 3595412"/>
              <a:gd name="connsiteY1" fmla="*/ 485177 h 485177"/>
              <a:gd name="connsiteX0" fmla="*/ 5187197 w 5632174"/>
              <a:gd name="connsiteY0" fmla="*/ 0 h 475474"/>
              <a:gd name="connsiteX1" fmla="*/ 1168905 w 5632174"/>
              <a:gd name="connsiteY1" fmla="*/ 475474 h 475474"/>
              <a:gd name="connsiteX0" fmla="*/ 4133519 w 4736802"/>
              <a:gd name="connsiteY0" fmla="*/ 0 h 475474"/>
              <a:gd name="connsiteX1" fmla="*/ 115227 w 4736802"/>
              <a:gd name="connsiteY1" fmla="*/ 475474 h 475474"/>
              <a:gd name="connsiteX0" fmla="*/ 4133519 w 4736802"/>
              <a:gd name="connsiteY0" fmla="*/ 0 h 475474"/>
              <a:gd name="connsiteX1" fmla="*/ 115227 w 4736802"/>
              <a:gd name="connsiteY1" fmla="*/ 475474 h 475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736802" h="475474">
                <a:moveTo>
                  <a:pt x="4133519" y="0"/>
                </a:moveTo>
                <a:cubicBezTo>
                  <a:pt x="6943688" y="208949"/>
                  <a:pt x="-1040361" y="185014"/>
                  <a:pt x="115227" y="475474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206F72D-DDA9-8E13-23F5-5EB3FB396C3A}"/>
              </a:ext>
            </a:extLst>
          </p:cNvPr>
          <p:cNvSpPr/>
          <p:nvPr/>
        </p:nvSpPr>
        <p:spPr>
          <a:xfrm>
            <a:off x="6791500" y="2901142"/>
            <a:ext cx="730734" cy="789710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812174"/>
              <a:gd name="connsiteY0" fmla="*/ 0 h 565670"/>
              <a:gd name="connsiteX1" fmla="*/ 1812174 w 1812174"/>
              <a:gd name="connsiteY1" fmla="*/ 565670 h 565670"/>
              <a:gd name="connsiteX0" fmla="*/ 0 w 1812174"/>
              <a:gd name="connsiteY0" fmla="*/ 0 h 565670"/>
              <a:gd name="connsiteX1" fmla="*/ 1812174 w 1812174"/>
              <a:gd name="connsiteY1" fmla="*/ 565670 h 565670"/>
              <a:gd name="connsiteX0" fmla="*/ 0 w 2114204"/>
              <a:gd name="connsiteY0" fmla="*/ 0 h 577835"/>
              <a:gd name="connsiteX1" fmla="*/ 2114204 w 2114204"/>
              <a:gd name="connsiteY1" fmla="*/ 577835 h 577835"/>
              <a:gd name="connsiteX0" fmla="*/ 0 w 2212501"/>
              <a:gd name="connsiteY0" fmla="*/ 0 h 577835"/>
              <a:gd name="connsiteX1" fmla="*/ 2114204 w 2212501"/>
              <a:gd name="connsiteY1" fmla="*/ 577835 h 577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12501" h="577835">
                <a:moveTo>
                  <a:pt x="0" y="0"/>
                </a:moveTo>
                <a:cubicBezTo>
                  <a:pt x="1384300" y="38521"/>
                  <a:pt x="2567247" y="296014"/>
                  <a:pt x="2114204" y="577835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D1216B0-A3FC-B351-5ABA-E4EA0512E72B}"/>
              </a:ext>
            </a:extLst>
          </p:cNvPr>
          <p:cNvSpPr/>
          <p:nvPr/>
        </p:nvSpPr>
        <p:spPr>
          <a:xfrm flipH="1" flipV="1">
            <a:off x="1909491" y="1413162"/>
            <a:ext cx="1573541" cy="1047404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996464"/>
              <a:gd name="connsiteY0" fmla="*/ 0 h 556143"/>
              <a:gd name="connsiteX1" fmla="*/ 1996464 w 1996464"/>
              <a:gd name="connsiteY1" fmla="*/ 556143 h 556143"/>
              <a:gd name="connsiteX0" fmla="*/ 0 w 1996464"/>
              <a:gd name="connsiteY0" fmla="*/ 0 h 556143"/>
              <a:gd name="connsiteX1" fmla="*/ 1996464 w 1996464"/>
              <a:gd name="connsiteY1" fmla="*/ 556143 h 556143"/>
              <a:gd name="connsiteX0" fmla="*/ 0 w 2672191"/>
              <a:gd name="connsiteY0" fmla="*/ 0 h 556143"/>
              <a:gd name="connsiteX1" fmla="*/ 2672191 w 2672191"/>
              <a:gd name="connsiteY1" fmla="*/ 556143 h 556143"/>
              <a:gd name="connsiteX0" fmla="*/ 0 w 2677371"/>
              <a:gd name="connsiteY0" fmla="*/ 0 h 556143"/>
              <a:gd name="connsiteX1" fmla="*/ 2672191 w 2677371"/>
              <a:gd name="connsiteY1" fmla="*/ 556143 h 556143"/>
              <a:gd name="connsiteX0" fmla="*/ 0 w 2907053"/>
              <a:gd name="connsiteY0" fmla="*/ 0 h 556143"/>
              <a:gd name="connsiteX1" fmla="*/ 2902550 w 2907053"/>
              <a:gd name="connsiteY1" fmla="*/ 556143 h 556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07053" h="556143">
                <a:moveTo>
                  <a:pt x="0" y="0"/>
                </a:moveTo>
                <a:cubicBezTo>
                  <a:pt x="1341215" y="35311"/>
                  <a:pt x="3004934" y="189795"/>
                  <a:pt x="2902550" y="556143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B3783B0-04A0-45EB-CEB4-94B8E0D66E18}"/>
              </a:ext>
            </a:extLst>
          </p:cNvPr>
          <p:cNvSpPr/>
          <p:nvPr/>
        </p:nvSpPr>
        <p:spPr>
          <a:xfrm flipH="1">
            <a:off x="8478980" y="5087387"/>
            <a:ext cx="640546" cy="1014152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651602"/>
              <a:gd name="connsiteY0" fmla="*/ 0 h 514513"/>
              <a:gd name="connsiteX1" fmla="*/ 1651602 w 1651602"/>
              <a:gd name="connsiteY1" fmla="*/ 514513 h 514513"/>
              <a:gd name="connsiteX0" fmla="*/ 90114 w 1741716"/>
              <a:gd name="connsiteY0" fmla="*/ 0 h 514513"/>
              <a:gd name="connsiteX1" fmla="*/ 1741716 w 1741716"/>
              <a:gd name="connsiteY1" fmla="*/ 514513 h 514513"/>
              <a:gd name="connsiteX0" fmla="*/ 91212 w 1719877"/>
              <a:gd name="connsiteY0" fmla="*/ 0 h 640516"/>
              <a:gd name="connsiteX1" fmla="*/ 1719877 w 1719877"/>
              <a:gd name="connsiteY1" fmla="*/ 640516 h 640516"/>
              <a:gd name="connsiteX0" fmla="*/ 138918 w 1767583"/>
              <a:gd name="connsiteY0" fmla="*/ 0 h 640516"/>
              <a:gd name="connsiteX1" fmla="*/ 1767583 w 1767583"/>
              <a:gd name="connsiteY1" fmla="*/ 640516 h 640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67583" h="640516">
                <a:moveTo>
                  <a:pt x="138918" y="0"/>
                </a:moveTo>
                <a:cubicBezTo>
                  <a:pt x="-335152" y="292258"/>
                  <a:pt x="452419" y="563514"/>
                  <a:pt x="1767583" y="640516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877325F-6610-53DB-F48A-BC14DA45E657}"/>
              </a:ext>
            </a:extLst>
          </p:cNvPr>
          <p:cNvSpPr/>
          <p:nvPr/>
        </p:nvSpPr>
        <p:spPr>
          <a:xfrm flipH="1">
            <a:off x="3832166" y="3200400"/>
            <a:ext cx="1414864" cy="2202871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967503"/>
              <a:gd name="connsiteY0" fmla="*/ 0 h 517112"/>
              <a:gd name="connsiteX1" fmla="*/ 1967503 w 1967503"/>
              <a:gd name="connsiteY1" fmla="*/ 517112 h 517112"/>
              <a:gd name="connsiteX0" fmla="*/ 0 w 1967503"/>
              <a:gd name="connsiteY0" fmla="*/ 0 h 517112"/>
              <a:gd name="connsiteX1" fmla="*/ 1967503 w 1967503"/>
              <a:gd name="connsiteY1" fmla="*/ 517112 h 517112"/>
              <a:gd name="connsiteX0" fmla="*/ 0 w 1750043"/>
              <a:gd name="connsiteY0" fmla="*/ 0 h 457060"/>
              <a:gd name="connsiteX1" fmla="*/ 1750043 w 1750043"/>
              <a:gd name="connsiteY1" fmla="*/ 457060 h 457060"/>
              <a:gd name="connsiteX0" fmla="*/ 0 w 1750043"/>
              <a:gd name="connsiteY0" fmla="*/ 0 h 457060"/>
              <a:gd name="connsiteX1" fmla="*/ 1750043 w 1750043"/>
              <a:gd name="connsiteY1" fmla="*/ 457060 h 457060"/>
              <a:gd name="connsiteX0" fmla="*/ 0 w 1750043"/>
              <a:gd name="connsiteY0" fmla="*/ 0 h 457060"/>
              <a:gd name="connsiteX1" fmla="*/ 1750043 w 1750043"/>
              <a:gd name="connsiteY1" fmla="*/ 457060 h 457060"/>
              <a:gd name="connsiteX0" fmla="*/ 0 w 1874307"/>
              <a:gd name="connsiteY0" fmla="*/ 0 h 420362"/>
              <a:gd name="connsiteX1" fmla="*/ 1874307 w 1874307"/>
              <a:gd name="connsiteY1" fmla="*/ 420362 h 420362"/>
              <a:gd name="connsiteX0" fmla="*/ 0 w 1874307"/>
              <a:gd name="connsiteY0" fmla="*/ 0 h 420362"/>
              <a:gd name="connsiteX1" fmla="*/ 1874307 w 1874307"/>
              <a:gd name="connsiteY1" fmla="*/ 420362 h 420362"/>
              <a:gd name="connsiteX0" fmla="*/ 0 w 1863951"/>
              <a:gd name="connsiteY0" fmla="*/ 0 h 420362"/>
              <a:gd name="connsiteX1" fmla="*/ 1863951 w 1863951"/>
              <a:gd name="connsiteY1" fmla="*/ 420362 h 420362"/>
              <a:gd name="connsiteX0" fmla="*/ 11689 w 1875640"/>
              <a:gd name="connsiteY0" fmla="*/ 0 h 420362"/>
              <a:gd name="connsiteX1" fmla="*/ 1875640 w 1875640"/>
              <a:gd name="connsiteY1" fmla="*/ 420362 h 420362"/>
              <a:gd name="connsiteX0" fmla="*/ 0 w 1863951"/>
              <a:gd name="connsiteY0" fmla="*/ 0 h 420362"/>
              <a:gd name="connsiteX1" fmla="*/ 1863951 w 1863951"/>
              <a:gd name="connsiteY1" fmla="*/ 420362 h 420362"/>
              <a:gd name="connsiteX0" fmla="*/ 0 w 1863951"/>
              <a:gd name="connsiteY0" fmla="*/ 0 h 420362"/>
              <a:gd name="connsiteX1" fmla="*/ 1863951 w 1863951"/>
              <a:gd name="connsiteY1" fmla="*/ 420362 h 420362"/>
              <a:gd name="connsiteX0" fmla="*/ 0 w 1698267"/>
              <a:gd name="connsiteY0" fmla="*/ 0 h 417026"/>
              <a:gd name="connsiteX1" fmla="*/ 1698267 w 1698267"/>
              <a:gd name="connsiteY1" fmla="*/ 417026 h 417026"/>
              <a:gd name="connsiteX0" fmla="*/ 0 w 1698267"/>
              <a:gd name="connsiteY0" fmla="*/ 0 h 417026"/>
              <a:gd name="connsiteX1" fmla="*/ 1698267 w 1698267"/>
              <a:gd name="connsiteY1" fmla="*/ 417026 h 417026"/>
              <a:gd name="connsiteX0" fmla="*/ 32586 w 1730853"/>
              <a:gd name="connsiteY0" fmla="*/ 0 h 417026"/>
              <a:gd name="connsiteX1" fmla="*/ 1730853 w 1730853"/>
              <a:gd name="connsiteY1" fmla="*/ 417026 h 417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30853" h="417026">
                <a:moveTo>
                  <a:pt x="32586" y="0"/>
                </a:moveTo>
                <a:cubicBezTo>
                  <a:pt x="-93371" y="119547"/>
                  <a:pt x="80914" y="342518"/>
                  <a:pt x="1730853" y="417026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98CEF2E-9063-F91B-7D62-A2139A7F5D5B}"/>
              </a:ext>
            </a:extLst>
          </p:cNvPr>
          <p:cNvSpPr/>
          <p:nvPr/>
        </p:nvSpPr>
        <p:spPr>
          <a:xfrm flipH="1">
            <a:off x="1163666" y="4746568"/>
            <a:ext cx="1691586" cy="606829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812174"/>
              <a:gd name="connsiteY0" fmla="*/ 0 h 521095"/>
              <a:gd name="connsiteX1" fmla="*/ 1812174 w 1812174"/>
              <a:gd name="connsiteY1" fmla="*/ 521095 h 521095"/>
              <a:gd name="connsiteX0" fmla="*/ 0 w 3936033"/>
              <a:gd name="connsiteY0" fmla="*/ 0 h 521095"/>
              <a:gd name="connsiteX1" fmla="*/ 1812174 w 3936033"/>
              <a:gd name="connsiteY1" fmla="*/ 521095 h 521095"/>
              <a:gd name="connsiteX0" fmla="*/ 629281 w 4036359"/>
              <a:gd name="connsiteY0" fmla="*/ 0 h 521095"/>
              <a:gd name="connsiteX1" fmla="*/ 2441455 w 4036359"/>
              <a:gd name="connsiteY1" fmla="*/ 521095 h 521095"/>
              <a:gd name="connsiteX0" fmla="*/ 420708 w 9381055"/>
              <a:gd name="connsiteY0" fmla="*/ 0 h 550872"/>
              <a:gd name="connsiteX1" fmla="*/ 8273347 w 9381055"/>
              <a:gd name="connsiteY1" fmla="*/ 550872 h 550872"/>
              <a:gd name="connsiteX0" fmla="*/ 420708 w 9381055"/>
              <a:gd name="connsiteY0" fmla="*/ 0 h 550872"/>
              <a:gd name="connsiteX1" fmla="*/ 8273347 w 9381055"/>
              <a:gd name="connsiteY1" fmla="*/ 550872 h 550872"/>
              <a:gd name="connsiteX0" fmla="*/ 524764 w 6108747"/>
              <a:gd name="connsiteY0" fmla="*/ 0 h 513651"/>
              <a:gd name="connsiteX1" fmla="*/ 4753129 w 6108747"/>
              <a:gd name="connsiteY1" fmla="*/ 513651 h 513651"/>
              <a:gd name="connsiteX0" fmla="*/ 26376651 w 26376651"/>
              <a:gd name="connsiteY0" fmla="*/ 0 h 424321"/>
              <a:gd name="connsiteX1" fmla="*/ 0 w 26376651"/>
              <a:gd name="connsiteY1" fmla="*/ 424321 h 424321"/>
              <a:gd name="connsiteX0" fmla="*/ 26376651 w 26382270"/>
              <a:gd name="connsiteY0" fmla="*/ 0 h 424321"/>
              <a:gd name="connsiteX1" fmla="*/ 0 w 26382270"/>
              <a:gd name="connsiteY1" fmla="*/ 424321 h 424321"/>
              <a:gd name="connsiteX0" fmla="*/ 28792842 w 28797904"/>
              <a:gd name="connsiteY0" fmla="*/ 0 h 454098"/>
              <a:gd name="connsiteX1" fmla="*/ 0 w 28797904"/>
              <a:gd name="connsiteY1" fmla="*/ 454098 h 454098"/>
              <a:gd name="connsiteX0" fmla="*/ 29101379 w 29105036"/>
              <a:gd name="connsiteY0" fmla="*/ 0 h 454098"/>
              <a:gd name="connsiteX1" fmla="*/ 308537 w 29105036"/>
              <a:gd name="connsiteY1" fmla="*/ 454098 h 454098"/>
              <a:gd name="connsiteX0" fmla="*/ 41104074 w 41106763"/>
              <a:gd name="connsiteY0" fmla="*/ 0 h 543428"/>
              <a:gd name="connsiteX1" fmla="*/ 230324 w 41106763"/>
              <a:gd name="connsiteY1" fmla="*/ 543428 h 543428"/>
              <a:gd name="connsiteX0" fmla="*/ 40970394 w 40973156"/>
              <a:gd name="connsiteY0" fmla="*/ 0 h 543428"/>
              <a:gd name="connsiteX1" fmla="*/ 96644 w 40973156"/>
              <a:gd name="connsiteY1" fmla="*/ 543428 h 543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0973156" h="543428">
                <a:moveTo>
                  <a:pt x="40970394" y="0"/>
                </a:moveTo>
                <a:cubicBezTo>
                  <a:pt x="41373129" y="426802"/>
                  <a:pt x="-2319571" y="4963"/>
                  <a:pt x="96644" y="543428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CD7557B-25BA-E3EC-FAB1-5F2133C71CEC}"/>
              </a:ext>
            </a:extLst>
          </p:cNvPr>
          <p:cNvSpPr/>
          <p:nvPr/>
        </p:nvSpPr>
        <p:spPr>
          <a:xfrm flipH="1">
            <a:off x="3782291" y="3150524"/>
            <a:ext cx="756457" cy="847899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913980"/>
              <a:gd name="connsiteY0" fmla="*/ 0 h 459257"/>
              <a:gd name="connsiteX1" fmla="*/ 1913980 w 1913980"/>
              <a:gd name="connsiteY1" fmla="*/ 459257 h 459257"/>
              <a:gd name="connsiteX0" fmla="*/ 0 w 1913980"/>
              <a:gd name="connsiteY0" fmla="*/ 0 h 459257"/>
              <a:gd name="connsiteX1" fmla="*/ 1913980 w 1913980"/>
              <a:gd name="connsiteY1" fmla="*/ 459257 h 459257"/>
              <a:gd name="connsiteX0" fmla="*/ 0 w 1934340"/>
              <a:gd name="connsiteY0" fmla="*/ 0 h 498763"/>
              <a:gd name="connsiteX1" fmla="*/ 1934340 w 1934340"/>
              <a:gd name="connsiteY1" fmla="*/ 498763 h 498763"/>
              <a:gd name="connsiteX0" fmla="*/ 0 w 1934340"/>
              <a:gd name="connsiteY0" fmla="*/ 0 h 498763"/>
              <a:gd name="connsiteX1" fmla="*/ 1934340 w 1934340"/>
              <a:gd name="connsiteY1" fmla="*/ 498763 h 498763"/>
              <a:gd name="connsiteX0" fmla="*/ 0 w 1812172"/>
              <a:gd name="connsiteY0" fmla="*/ 0 h 444442"/>
              <a:gd name="connsiteX1" fmla="*/ 1812172 w 1812172"/>
              <a:gd name="connsiteY1" fmla="*/ 444442 h 444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12172" h="444442">
                <a:moveTo>
                  <a:pt x="0" y="0"/>
                </a:moveTo>
                <a:cubicBezTo>
                  <a:pt x="54294" y="265019"/>
                  <a:pt x="454737" y="431274"/>
                  <a:pt x="1812172" y="444442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80EA349-92D1-B752-805B-3029E9035AC2}"/>
              </a:ext>
            </a:extLst>
          </p:cNvPr>
          <p:cNvSpPr/>
          <p:nvPr/>
        </p:nvSpPr>
        <p:spPr>
          <a:xfrm>
            <a:off x="5954313" y="3200399"/>
            <a:ext cx="473825" cy="2252750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814460"/>
              <a:gd name="connsiteY0" fmla="*/ 0 h 502570"/>
              <a:gd name="connsiteX1" fmla="*/ 814460 w 814460"/>
              <a:gd name="connsiteY1" fmla="*/ 502570 h 502570"/>
              <a:gd name="connsiteX0" fmla="*/ 0 w 814460"/>
              <a:gd name="connsiteY0" fmla="*/ 0 h 502570"/>
              <a:gd name="connsiteX1" fmla="*/ 814460 w 814460"/>
              <a:gd name="connsiteY1" fmla="*/ 502570 h 502570"/>
              <a:gd name="connsiteX0" fmla="*/ 0 w 814460"/>
              <a:gd name="connsiteY0" fmla="*/ 0 h 502570"/>
              <a:gd name="connsiteX1" fmla="*/ 814460 w 814460"/>
              <a:gd name="connsiteY1" fmla="*/ 502570 h 502570"/>
              <a:gd name="connsiteX0" fmla="*/ 0 w 1160605"/>
              <a:gd name="connsiteY0" fmla="*/ 0 h 515896"/>
              <a:gd name="connsiteX1" fmla="*/ 1160605 w 1160605"/>
              <a:gd name="connsiteY1" fmla="*/ 515896 h 515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60605" h="515896">
                <a:moveTo>
                  <a:pt x="0" y="0"/>
                </a:moveTo>
                <a:cubicBezTo>
                  <a:pt x="1052011" y="168157"/>
                  <a:pt x="-685504" y="315376"/>
                  <a:pt x="1160605" y="515896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8DC19DB-CFA5-3431-33D8-87CA6706A6C5}"/>
              </a:ext>
            </a:extLst>
          </p:cNvPr>
          <p:cNvSpPr/>
          <p:nvPr/>
        </p:nvSpPr>
        <p:spPr>
          <a:xfrm>
            <a:off x="2211185" y="1970117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× 10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7BF6C28-A993-BB90-B696-7F1839483910}"/>
              </a:ext>
            </a:extLst>
          </p:cNvPr>
          <p:cNvSpPr/>
          <p:nvPr/>
        </p:nvSpPr>
        <p:spPr>
          <a:xfrm>
            <a:off x="4513812" y="299258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× 100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06C8689-EC07-7737-5BCA-33F318AA8AB6}"/>
              </a:ext>
            </a:extLst>
          </p:cNvPr>
          <p:cNvSpPr/>
          <p:nvPr/>
        </p:nvSpPr>
        <p:spPr>
          <a:xfrm>
            <a:off x="5421405" y="1191131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× 1000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0FE7560-0B4F-F0F2-E5FF-A90DABB331F4}"/>
              </a:ext>
            </a:extLst>
          </p:cNvPr>
          <p:cNvSpPr/>
          <p:nvPr/>
        </p:nvSpPr>
        <p:spPr>
          <a:xfrm>
            <a:off x="7946970" y="2410691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× 10,000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BAD24AE-D364-A41D-E00B-4918DB0F725A}"/>
              </a:ext>
            </a:extLst>
          </p:cNvPr>
          <p:cNvSpPr/>
          <p:nvPr/>
        </p:nvSpPr>
        <p:spPr>
          <a:xfrm>
            <a:off x="7049194" y="2992581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÷ 10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50ACC54-2054-E0CF-BFB0-B2B8BEE2E0A6}"/>
              </a:ext>
            </a:extLst>
          </p:cNvPr>
          <p:cNvSpPr/>
          <p:nvPr/>
        </p:nvSpPr>
        <p:spPr>
          <a:xfrm>
            <a:off x="4056610" y="3566160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÷ 100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EA34EAD-25EF-74BB-72DA-9BF5E603EEE0}"/>
              </a:ext>
            </a:extLst>
          </p:cNvPr>
          <p:cNvSpPr/>
          <p:nvPr/>
        </p:nvSpPr>
        <p:spPr>
          <a:xfrm>
            <a:off x="4340952" y="4729940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÷ 1000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05FF3E3-2999-6E43-74A7-852FCC5371F5}"/>
              </a:ext>
            </a:extLst>
          </p:cNvPr>
          <p:cNvSpPr/>
          <p:nvPr/>
        </p:nvSpPr>
        <p:spPr>
          <a:xfrm>
            <a:off x="5596176" y="4281054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× 100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2876B7D-BAC7-068E-C368-276084346864}"/>
              </a:ext>
            </a:extLst>
          </p:cNvPr>
          <p:cNvSpPr/>
          <p:nvPr/>
        </p:nvSpPr>
        <p:spPr>
          <a:xfrm>
            <a:off x="8779950" y="5519649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× 1000</a:t>
            </a:r>
          </a:p>
        </p:txBody>
      </p:sp>
      <p:graphicFrame>
        <p:nvGraphicFramePr>
          <p:cNvPr id="37" name="Table 5">
            <a:extLst>
              <a:ext uri="{FF2B5EF4-FFF2-40B4-BE49-F238E27FC236}">
                <a16:creationId xmlns:a16="http://schemas.microsoft.com/office/drawing/2014/main" id="{90869076-9016-94BB-AC3E-20DB92E5EF45}"/>
              </a:ext>
            </a:extLst>
          </p:cNvPr>
          <p:cNvGraphicFramePr>
            <a:graphicFrameLocks noGrp="1"/>
          </p:cNvGraphicFramePr>
          <p:nvPr/>
        </p:nvGraphicFramePr>
        <p:xfrm>
          <a:off x="6498439" y="260906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260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graphicFrame>
        <p:nvGraphicFramePr>
          <p:cNvPr id="38" name="Table 5">
            <a:extLst>
              <a:ext uri="{FF2B5EF4-FFF2-40B4-BE49-F238E27FC236}">
                <a16:creationId xmlns:a16="http://schemas.microsoft.com/office/drawing/2014/main" id="{F709621A-7E13-C524-2B09-46226D136E97}"/>
              </a:ext>
            </a:extLst>
          </p:cNvPr>
          <p:cNvGraphicFramePr>
            <a:graphicFrameLocks noGrp="1"/>
          </p:cNvGraphicFramePr>
          <p:nvPr/>
        </p:nvGraphicFramePr>
        <p:xfrm>
          <a:off x="6681319" y="3827067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20.8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graphicFrame>
        <p:nvGraphicFramePr>
          <p:cNvPr id="39" name="Table 5">
            <a:extLst>
              <a:ext uri="{FF2B5EF4-FFF2-40B4-BE49-F238E27FC236}">
                <a16:creationId xmlns:a16="http://schemas.microsoft.com/office/drawing/2014/main" id="{84B8ECEB-FC99-9322-CDD2-62A5BC3A3891}"/>
              </a:ext>
            </a:extLst>
          </p:cNvPr>
          <p:cNvGraphicFramePr>
            <a:graphicFrameLocks noGrp="1"/>
          </p:cNvGraphicFramePr>
          <p:nvPr/>
        </p:nvGraphicFramePr>
        <p:xfrm>
          <a:off x="5329116" y="5617075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41,000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graphicFrame>
        <p:nvGraphicFramePr>
          <p:cNvPr id="40" name="Table 5">
            <a:extLst>
              <a:ext uri="{FF2B5EF4-FFF2-40B4-BE49-F238E27FC236}">
                <a16:creationId xmlns:a16="http://schemas.microsoft.com/office/drawing/2014/main" id="{B54F6C1A-B832-01FF-1735-8A3C6AD755E2}"/>
              </a:ext>
            </a:extLst>
          </p:cNvPr>
          <p:cNvGraphicFramePr>
            <a:graphicFrameLocks noGrp="1"/>
          </p:cNvGraphicFramePr>
          <p:nvPr/>
        </p:nvGraphicFramePr>
        <p:xfrm>
          <a:off x="482796" y="5450820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0.006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0.059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graphicFrame>
        <p:nvGraphicFramePr>
          <p:cNvPr id="41" name="Table 5">
            <a:extLst>
              <a:ext uri="{FF2B5EF4-FFF2-40B4-BE49-F238E27FC236}">
                <a16:creationId xmlns:a16="http://schemas.microsoft.com/office/drawing/2014/main" id="{D6D8FF5B-6C10-84B6-5CE5-E977AC10E815}"/>
              </a:ext>
            </a:extLst>
          </p:cNvPr>
          <p:cNvGraphicFramePr>
            <a:graphicFrameLocks noGrp="1"/>
          </p:cNvGraphicFramePr>
          <p:nvPr/>
        </p:nvGraphicFramePr>
        <p:xfrm>
          <a:off x="574236" y="3555518"/>
          <a:ext cx="3022404" cy="10802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4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100746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60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0932"/>
                  </a:ext>
                </a:extLst>
              </a:tr>
            </a:tbl>
          </a:graphicData>
        </a:graphic>
      </p:graphicFrame>
      <p:sp>
        <p:nvSpPr>
          <p:cNvPr id="43" name="TextBox 42">
            <a:extLst>
              <a:ext uri="{FF2B5EF4-FFF2-40B4-BE49-F238E27FC236}">
                <a16:creationId xmlns:a16="http://schemas.microsoft.com/office/drawing/2014/main" id="{9832C5B4-9663-890D-8A12-2CA6D66FCF00}"/>
              </a:ext>
            </a:extLst>
          </p:cNvPr>
          <p:cNvSpPr txBox="1"/>
          <p:nvPr/>
        </p:nvSpPr>
        <p:spPr>
          <a:xfrm>
            <a:off x="326638" y="2632512"/>
            <a:ext cx="20515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1200" dirty="0"/>
              <a:t>Ар бир таблицаны толтур &amp;</a:t>
            </a:r>
          </a:p>
          <a:p>
            <a:pPr algn="l"/>
            <a:r>
              <a:rPr lang="ru-RU" sz="1200" dirty="0"/>
              <a:t>ар бир байланышты тап.</a:t>
            </a:r>
            <a:endParaRPr lang="en-GB" sz="1200" dirty="0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85C7DC13-9C0A-8554-229D-5A47A305A6C6}"/>
              </a:ext>
            </a:extLst>
          </p:cNvPr>
          <p:cNvSpPr/>
          <p:nvPr/>
        </p:nvSpPr>
        <p:spPr>
          <a:xfrm>
            <a:off x="1538896" y="4949286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÷ 10</a:t>
            </a: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E0ABFA4F-7C74-BBCD-FFA6-A722B6A8B86D}"/>
              </a:ext>
            </a:extLst>
          </p:cNvPr>
          <p:cNvSpPr/>
          <p:nvPr/>
        </p:nvSpPr>
        <p:spPr>
          <a:xfrm>
            <a:off x="3649286" y="5942714"/>
            <a:ext cx="1579419" cy="250267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977859"/>
              <a:gd name="connsiteY0" fmla="*/ 236411 h 268783"/>
              <a:gd name="connsiteX1" fmla="*/ 1977859 w 1977859"/>
              <a:gd name="connsiteY1" fmla="*/ 32373 h 268783"/>
              <a:gd name="connsiteX0" fmla="*/ 0 w 1977859"/>
              <a:gd name="connsiteY0" fmla="*/ 702945 h 714724"/>
              <a:gd name="connsiteX1" fmla="*/ 1977859 w 1977859"/>
              <a:gd name="connsiteY1" fmla="*/ 498907 h 714724"/>
              <a:gd name="connsiteX0" fmla="*/ 0 w 1895017"/>
              <a:gd name="connsiteY0" fmla="*/ 406785 h 588154"/>
              <a:gd name="connsiteX1" fmla="*/ 1895017 w 1895017"/>
              <a:gd name="connsiteY1" fmla="*/ 588154 h 588154"/>
              <a:gd name="connsiteX0" fmla="*/ 0 w 1895017"/>
              <a:gd name="connsiteY0" fmla="*/ 357517 h 538886"/>
              <a:gd name="connsiteX1" fmla="*/ 1895017 w 1895017"/>
              <a:gd name="connsiteY1" fmla="*/ 538886 h 538886"/>
              <a:gd name="connsiteX0" fmla="*/ 0 w 1895017"/>
              <a:gd name="connsiteY0" fmla="*/ 1 h 181370"/>
              <a:gd name="connsiteX1" fmla="*/ 1895017 w 1895017"/>
              <a:gd name="connsiteY1" fmla="*/ 181370 h 181370"/>
              <a:gd name="connsiteX0" fmla="*/ 0 w 2000297"/>
              <a:gd name="connsiteY0" fmla="*/ 0 h 491638"/>
              <a:gd name="connsiteX1" fmla="*/ 2000297 w 2000297"/>
              <a:gd name="connsiteY1" fmla="*/ 491638 h 491638"/>
              <a:gd name="connsiteX0" fmla="*/ 0 w 2000297"/>
              <a:gd name="connsiteY0" fmla="*/ 0 h 491638"/>
              <a:gd name="connsiteX1" fmla="*/ 2000297 w 2000297"/>
              <a:gd name="connsiteY1" fmla="*/ 491638 h 491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00297" h="491638">
                <a:moveTo>
                  <a:pt x="0" y="0"/>
                </a:moveTo>
                <a:cubicBezTo>
                  <a:pt x="654456" y="735896"/>
                  <a:pt x="1319956" y="24659"/>
                  <a:pt x="2000297" y="491638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CA8D266E-7F2E-2DB3-AF44-6FFD1DFD21B3}"/>
              </a:ext>
            </a:extLst>
          </p:cNvPr>
          <p:cNvSpPr/>
          <p:nvPr/>
        </p:nvSpPr>
        <p:spPr>
          <a:xfrm>
            <a:off x="4031674" y="5943599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× 10</a:t>
            </a: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A9542BBD-3F2D-10E5-B333-5CFE47B1CFCA}"/>
              </a:ext>
            </a:extLst>
          </p:cNvPr>
          <p:cNvSpPr/>
          <p:nvPr/>
        </p:nvSpPr>
        <p:spPr>
          <a:xfrm flipH="1" flipV="1">
            <a:off x="3483034" y="1055314"/>
            <a:ext cx="837271" cy="723608"/>
          </a:xfrm>
          <a:custGeom>
            <a:avLst/>
            <a:gdLst>
              <a:gd name="connsiteX0" fmla="*/ 0 w 1812174"/>
              <a:gd name="connsiteY0" fmla="*/ 0 h 498763"/>
              <a:gd name="connsiteX1" fmla="*/ 1812174 w 1812174"/>
              <a:gd name="connsiteY1" fmla="*/ 498763 h 498763"/>
              <a:gd name="connsiteX0" fmla="*/ 0 w 1996464"/>
              <a:gd name="connsiteY0" fmla="*/ 0 h 556143"/>
              <a:gd name="connsiteX1" fmla="*/ 1996464 w 1996464"/>
              <a:gd name="connsiteY1" fmla="*/ 556143 h 556143"/>
              <a:gd name="connsiteX0" fmla="*/ 0 w 1996464"/>
              <a:gd name="connsiteY0" fmla="*/ 0 h 556143"/>
              <a:gd name="connsiteX1" fmla="*/ 1996464 w 1996464"/>
              <a:gd name="connsiteY1" fmla="*/ 556143 h 556143"/>
              <a:gd name="connsiteX0" fmla="*/ 0 w 2672191"/>
              <a:gd name="connsiteY0" fmla="*/ 0 h 556143"/>
              <a:gd name="connsiteX1" fmla="*/ 2672191 w 2672191"/>
              <a:gd name="connsiteY1" fmla="*/ 556143 h 556143"/>
              <a:gd name="connsiteX0" fmla="*/ 0 w 2677371"/>
              <a:gd name="connsiteY0" fmla="*/ 0 h 556143"/>
              <a:gd name="connsiteX1" fmla="*/ 2672191 w 2677371"/>
              <a:gd name="connsiteY1" fmla="*/ 556143 h 556143"/>
              <a:gd name="connsiteX0" fmla="*/ 0 w 2907053"/>
              <a:gd name="connsiteY0" fmla="*/ 0 h 556143"/>
              <a:gd name="connsiteX1" fmla="*/ 2902550 w 2907053"/>
              <a:gd name="connsiteY1" fmla="*/ 556143 h 556143"/>
              <a:gd name="connsiteX0" fmla="*/ 0 w 2907053"/>
              <a:gd name="connsiteY0" fmla="*/ 20464 h 227915"/>
              <a:gd name="connsiteX1" fmla="*/ 2902550 w 2907053"/>
              <a:gd name="connsiteY1" fmla="*/ 227915 h 227915"/>
              <a:gd name="connsiteX0" fmla="*/ 1121096 w 1532340"/>
              <a:gd name="connsiteY0" fmla="*/ 367389 h 368768"/>
              <a:gd name="connsiteX1" fmla="*/ 0 w 1532340"/>
              <a:gd name="connsiteY1" fmla="*/ 111387 h 368768"/>
              <a:gd name="connsiteX0" fmla="*/ 1222688 w 1558308"/>
              <a:gd name="connsiteY0" fmla="*/ 256002 h 264932"/>
              <a:gd name="connsiteX1" fmla="*/ 101592 w 1558308"/>
              <a:gd name="connsiteY1" fmla="*/ 0 h 264932"/>
              <a:gd name="connsiteX0" fmla="*/ 1521712 w 1833300"/>
              <a:gd name="connsiteY0" fmla="*/ 384003 h 388172"/>
              <a:gd name="connsiteX1" fmla="*/ 93466 w 1833300"/>
              <a:gd name="connsiteY1" fmla="*/ 0 h 388172"/>
              <a:gd name="connsiteX0" fmla="*/ 1477295 w 1804193"/>
              <a:gd name="connsiteY0" fmla="*/ 384003 h 391052"/>
              <a:gd name="connsiteX1" fmla="*/ 49049 w 1804193"/>
              <a:gd name="connsiteY1" fmla="*/ 0 h 391052"/>
              <a:gd name="connsiteX0" fmla="*/ 1546824 w 1546824"/>
              <a:gd name="connsiteY0" fmla="*/ 384003 h 384216"/>
              <a:gd name="connsiteX1" fmla="*/ 118578 w 1546824"/>
              <a:gd name="connsiteY1" fmla="*/ 0 h 384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46824" h="384216">
                <a:moveTo>
                  <a:pt x="1546824" y="384003"/>
                </a:moveTo>
                <a:cubicBezTo>
                  <a:pt x="722643" y="388417"/>
                  <a:pt x="-362620" y="326623"/>
                  <a:pt x="118578" y="0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0470E8D6-F8FA-0FA5-4063-C0A1454FB6D8}"/>
              </a:ext>
            </a:extLst>
          </p:cNvPr>
          <p:cNvSpPr/>
          <p:nvPr/>
        </p:nvSpPr>
        <p:spPr>
          <a:xfrm>
            <a:off x="3923607" y="1163782"/>
            <a:ext cx="806331" cy="2992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÷ 10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89BA5F-7038-AAC7-E438-F62F7035B76B}"/>
              </a:ext>
            </a:extLst>
          </p:cNvPr>
          <p:cNvSpPr txBox="1"/>
          <p:nvPr/>
        </p:nvSpPr>
        <p:spPr>
          <a:xfrm>
            <a:off x="26028" y="1666703"/>
            <a:ext cx="3898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3D1685-CCF3-CB7C-CA00-28EE1899976F}"/>
              </a:ext>
            </a:extLst>
          </p:cNvPr>
          <p:cNvSpPr txBox="1"/>
          <p:nvPr/>
        </p:nvSpPr>
        <p:spPr>
          <a:xfrm>
            <a:off x="347617" y="1906466"/>
            <a:ext cx="16930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y-KG" sz="2000" dirty="0">
                <a:solidFill>
                  <a:schemeClr val="bg1">
                    <a:lumMod val="65000"/>
                  </a:schemeClr>
                </a:solidFill>
              </a:rPr>
              <a:t>Сандык</a:t>
            </a:r>
          </a:p>
          <a:p>
            <a:pPr algn="l"/>
            <a:r>
              <a:rPr lang="ky-KG" sz="2000" dirty="0">
                <a:solidFill>
                  <a:schemeClr val="bg1">
                    <a:lumMod val="65000"/>
                  </a:schemeClr>
                </a:solidFill>
              </a:rPr>
              <a:t>Байланыштар</a:t>
            </a:r>
            <a:endParaRPr lang="en-GB" sz="2000" dirty="0">
              <a:solidFill>
                <a:schemeClr val="bg1">
                  <a:lumMod val="65000"/>
                </a:schemeClr>
              </a:solidFill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2166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898626-83C0-0425-4642-77459403FF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45649" y="1061718"/>
            <a:ext cx="6629059" cy="47345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895B76D-755E-189F-228B-5CE4F177B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22592" y="1061717"/>
            <a:ext cx="6629059" cy="473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618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B71A858-5A5A-CD2B-3272-D42007A8E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678495" y="1226447"/>
            <a:ext cx="6367319" cy="440510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8646F26-1AF0-AF98-0324-A3C09A4E4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418189" y="1226448"/>
            <a:ext cx="6367319" cy="4405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88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08E14CE-5C16-F407-BF78-3FCB42F0E6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4848710" cy="33242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D24177-3173-E4E2-BB59-FEE9DD033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04776"/>
            <a:ext cx="4953002" cy="32194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37BACF4-17C1-0628-9427-2A58D153F4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" y="0"/>
            <a:ext cx="4848710" cy="33242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E015305-C7A4-3A6B-B575-D63003D4C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2998" y="1"/>
            <a:ext cx="4953002" cy="33242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F9E1EDF-0266-8E76-50C6-4EC61A25C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33775"/>
            <a:ext cx="4848710" cy="33242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8598D72-87E9-AEE4-7914-58651194F0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3533776"/>
            <a:ext cx="4953002" cy="3324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1265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487757D-4B8D-66D7-7E9E-42B54E129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5747"/>
            <a:ext cx="4846877" cy="33775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82D7E9-B050-2D81-A1FD-8FC3D8EDF9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9120" y="51494"/>
            <a:ext cx="4846877" cy="33775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C745E9D-E7E1-918D-3D30-59FC95DAA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" y="3429000"/>
            <a:ext cx="4846877" cy="337750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0AFA364-FA2B-127B-4940-B18F5C29DE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9123" y="3454747"/>
            <a:ext cx="4846877" cy="3377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201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788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682067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bg1">
              <a:lumMod val="50000"/>
            </a:schemeClr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50000"/>
            </a:schemeClr>
          </a:solidFill>
          <a:headEnd type="arrow" w="med" len="med"/>
          <a:tailEnd type="arrow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11020</TotalTime>
  <Words>435</Words>
  <Application>Microsoft Office PowerPoint</Application>
  <PresentationFormat>A4 Paper (210x297 mm)</PresentationFormat>
  <Paragraphs>280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system-ui</vt:lpstr>
      <vt:lpstr>Calibri</vt:lpstr>
      <vt:lpstr>Bauhaus 93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567</cp:revision>
  <cp:lastPrinted>2023-07-24T10:02:42Z</cp:lastPrinted>
  <dcterms:created xsi:type="dcterms:W3CDTF">2017-01-17T16:57:04Z</dcterms:created>
  <dcterms:modified xsi:type="dcterms:W3CDTF">2024-08-22T09:08:41Z</dcterms:modified>
</cp:coreProperties>
</file>