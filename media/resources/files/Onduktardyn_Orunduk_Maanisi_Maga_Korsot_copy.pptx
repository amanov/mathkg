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3"/>
  </p:notesMasterIdLst>
  <p:sldIdLst>
    <p:sldId id="972" r:id="rId2"/>
    <p:sldId id="939" r:id="rId3"/>
    <p:sldId id="952" r:id="rId4"/>
    <p:sldId id="951" r:id="rId5"/>
    <p:sldId id="944" r:id="rId6"/>
    <p:sldId id="945" r:id="rId7"/>
    <p:sldId id="946" r:id="rId8"/>
    <p:sldId id="947" r:id="rId9"/>
    <p:sldId id="942" r:id="rId10"/>
    <p:sldId id="943" r:id="rId11"/>
    <p:sldId id="948" r:id="rId12"/>
    <p:sldId id="949" r:id="rId13"/>
    <p:sldId id="950" r:id="rId14"/>
    <p:sldId id="953" r:id="rId15"/>
    <p:sldId id="954" r:id="rId16"/>
    <p:sldId id="955" r:id="rId17"/>
    <p:sldId id="956" r:id="rId18"/>
    <p:sldId id="957" r:id="rId19"/>
    <p:sldId id="958" r:id="rId20"/>
    <p:sldId id="959" r:id="rId21"/>
    <p:sldId id="973" r:id="rId22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72"/>
          </p14:sldIdLst>
        </p14:section>
        <p14:section name="Мага көрсөт слайдтары" id="{059544AC-2C27-45B1-9F95-F87DF8854DD6}">
          <p14:sldIdLst>
            <p14:sldId id="939"/>
            <p14:sldId id="952"/>
            <p14:sldId id="951"/>
            <p14:sldId id="944"/>
            <p14:sldId id="945"/>
            <p14:sldId id="946"/>
            <p14:sldId id="947"/>
            <p14:sldId id="942"/>
            <p14:sldId id="943"/>
            <p14:sldId id="948"/>
            <p14:sldId id="949"/>
            <p14:sldId id="950"/>
            <p14:sldId id="953"/>
            <p14:sldId id="954"/>
            <p14:sldId id="955"/>
            <p14:sldId id="956"/>
            <p14:sldId id="957"/>
            <p14:sldId id="958"/>
            <p14:sldId id="959"/>
          </p14:sldIdLst>
        </p14:section>
        <p14:section name="Кайтарым байланыш" id="{F3D720CF-F566-46A6-9361-125255B68FA6}">
          <p14:sldIdLst>
            <p14:sldId id="97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18/10/2024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E8DA03BD-0D10-881F-68DF-55A084B44400}"/>
              </a:ext>
            </a:extLst>
          </p:cNvPr>
          <p:cNvSpPr txBox="1">
            <a:spLocks/>
          </p:cNvSpPr>
          <p:nvPr/>
        </p:nvSpPr>
        <p:spPr>
          <a:xfrm>
            <a:off x="548640" y="300038"/>
            <a:ext cx="495300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</a:t>
            </a:r>
            <a:r>
              <a:rPr kumimoji="0" lang="ky-KG" sz="6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</a:t>
            </a: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6736DD-D2AD-61E3-58E2-BEBBEB44F31C}"/>
              </a:ext>
            </a:extLst>
          </p:cNvPr>
          <p:cNvSpPr txBox="1"/>
          <p:nvPr/>
        </p:nvSpPr>
        <p:spPr>
          <a:xfrm>
            <a:off x="162560" y="1778000"/>
            <a:ext cx="9743440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Ондуктар - Орундук маани</a:t>
            </a:r>
            <a:r>
              <a:rPr lang="ky-KG" sz="2400" dirty="0">
                <a:solidFill>
                  <a:prstClr val="black"/>
                </a:solidFill>
                <a:latin typeface="Calibri" panose="020F0502020204030204"/>
              </a:rPr>
              <a:t>си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–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lang="ru-RU" sz="2400" b="1" dirty="0">
                <a:solidFill>
                  <a:srgbClr val="00B0F0"/>
                </a:solidFill>
              </a:rPr>
              <a:t> </a:t>
            </a:r>
            <a:r>
              <a:rPr lang="ky-KG" sz="2400" b="1" dirty="0">
                <a:solidFill>
                  <a:srgbClr val="00B0F0"/>
                </a:solidFill>
              </a:rPr>
              <a:t>Мага көрсөт</a:t>
            </a:r>
            <a:r>
              <a:rPr lang="ru-RU" sz="2400" b="1" dirty="0">
                <a:solidFill>
                  <a:srgbClr val="00B0F0"/>
                </a:solidFill>
              </a:rPr>
              <a:t>...</a:t>
            </a:r>
            <a:endParaRPr lang="en-US" sz="2400" b="1" dirty="0">
              <a:solidFill>
                <a:srgbClr val="00B0F0"/>
              </a:solidFill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көнүгүү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окуучуну ойлондуруу үчүн иштелип чыккан, эч кандай жооп жок.</a:t>
            </a: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өз жоопторун эки - экиден же мугалимге  көрсөтүп текшере алышы керек.</a:t>
            </a: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мини-тактада же дептер аркылуу жооп бере алышат</a:t>
            </a: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7096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295854" y="2705725"/>
            <a:ext cx="931434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dirty="0"/>
              <a:t>6 санын камтыган ондук бөлчөк </a:t>
            </a:r>
          </a:p>
          <a:p>
            <a:pPr algn="ctr"/>
            <a:r>
              <a:rPr lang="ru-RU" sz="4400" dirty="0"/>
              <a:t>жана ал сандын орундук маанисин ... 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722BA6-583C-CD17-C180-7EE8312AF5CB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7072457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993792B-C0B6-C4B0-77F6-E64BAC00BBC5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CBFC3A-0ACE-168D-EDBC-C8BFD4F7E0DB}"/>
              </a:ext>
            </a:extLst>
          </p:cNvPr>
          <p:cNvSpPr txBox="1"/>
          <p:nvPr/>
        </p:nvSpPr>
        <p:spPr>
          <a:xfrm>
            <a:off x="407614" y="2705725"/>
            <a:ext cx="931434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dirty="0"/>
              <a:t>8 санын камтыган ондук бөлчөк </a:t>
            </a:r>
          </a:p>
          <a:p>
            <a:pPr algn="ctr"/>
            <a:r>
              <a:rPr lang="ru-RU" sz="4400" dirty="0"/>
              <a:t>жана ал сандын орундук маанисин ... </a:t>
            </a:r>
            <a:endParaRPr lang="en-GB" sz="4400" dirty="0"/>
          </a:p>
        </p:txBody>
      </p:sp>
    </p:spTree>
    <p:extLst>
      <p:ext uri="{BB962C8B-B14F-4D97-AF65-F5344CB8AC3E}">
        <p14:creationId xmlns:p14="http://schemas.microsoft.com/office/powerpoint/2010/main" val="743172343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45358" y="2705725"/>
            <a:ext cx="8415317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dirty="0"/>
              <a:t>сандар жана ондук бөлчөк </a:t>
            </a:r>
          </a:p>
          <a:p>
            <a:pPr algn="ctr"/>
            <a:r>
              <a:rPr lang="ru-RU" sz="4400" dirty="0"/>
              <a:t>менен туюнтулган ондук санды ... 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226046-A548-FAD0-48E4-1C9C458F52DE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7757297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43767" y="2705725"/>
            <a:ext cx="9818522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dirty="0"/>
              <a:t>бир ондук сандан турган санды жана</a:t>
            </a:r>
          </a:p>
          <a:p>
            <a:pPr algn="ctr"/>
            <a:r>
              <a:rPr lang="ru-RU" sz="4400" dirty="0"/>
              <a:t> анын ондук бөлчөк катары маанисин ...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438E34-3443-0875-5DBA-0425E2471D20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5746057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376518" y="2367171"/>
            <a:ext cx="9153018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dirty="0"/>
              <a:t>эки ондук сандан турган сан</a:t>
            </a:r>
            <a:r>
              <a:rPr lang="ky-KG" sz="4400" dirty="0"/>
              <a:t>ды</a:t>
            </a:r>
            <a:r>
              <a:rPr lang="ru-RU" sz="4400" dirty="0"/>
              <a:t> жана </a:t>
            </a:r>
            <a:endParaRPr lang="en-US" sz="4400" dirty="0"/>
          </a:p>
          <a:p>
            <a:pPr algn="ctr"/>
            <a:r>
              <a:rPr lang="ru-RU" sz="4400" dirty="0"/>
              <a:t>ондук бөлчөк</a:t>
            </a:r>
            <a:r>
              <a:rPr lang="en-US" sz="4400" dirty="0"/>
              <a:t> </a:t>
            </a:r>
            <a:r>
              <a:rPr lang="ru-RU" sz="4400" dirty="0"/>
              <a:t>катары ар бир </a:t>
            </a:r>
            <a:endParaRPr lang="en-US" sz="4400" dirty="0"/>
          </a:p>
          <a:p>
            <a:pPr algn="ctr"/>
            <a:r>
              <a:rPr lang="ru-RU" sz="4400" dirty="0"/>
              <a:t>сандын маанисин ...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05EAC5-A283-6B58-5476-AE3B60E7E730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4792475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462278" y="2367171"/>
            <a:ext cx="8981497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dirty="0"/>
              <a:t>… эки ондук сандан турган сан жана </a:t>
            </a:r>
            <a:endParaRPr lang="en-US" sz="4400" dirty="0"/>
          </a:p>
          <a:p>
            <a:pPr algn="ctr"/>
            <a:r>
              <a:rPr lang="ru-RU" sz="4400" dirty="0"/>
              <a:t>ондук бөлчөк катары ар бир </a:t>
            </a:r>
            <a:endParaRPr lang="en-US" sz="4400" dirty="0"/>
          </a:p>
          <a:p>
            <a:pPr algn="ctr"/>
            <a:r>
              <a:rPr lang="ru-RU" sz="4400" dirty="0"/>
              <a:t>цифранын мааниси.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42E2F5-B7A3-3BCC-1A09-F4A2CA29D321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3703579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356481" y="2367171"/>
            <a:ext cx="9193093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dirty="0"/>
              <a:t>… төрт ондук сандан турган сан жана </a:t>
            </a:r>
            <a:endParaRPr lang="en-US" sz="4400" dirty="0"/>
          </a:p>
          <a:p>
            <a:pPr algn="ctr"/>
            <a:r>
              <a:rPr lang="ru-RU" sz="4400" dirty="0"/>
              <a:t>ондук бөлчөк катары ар бир </a:t>
            </a:r>
            <a:endParaRPr lang="en-US" sz="4400" dirty="0"/>
          </a:p>
          <a:p>
            <a:pPr algn="ctr"/>
            <a:r>
              <a:rPr lang="ru-RU" sz="4400" dirty="0"/>
              <a:t>цифранын мааниси.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C8DF86-5F01-3589-D4DA-3215567A5806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0045342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323675" y="2367171"/>
            <a:ext cx="925868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dirty="0"/>
              <a:t>... цифралар менен туюнтулган </a:t>
            </a:r>
            <a:endParaRPr lang="en-US" sz="4400" dirty="0"/>
          </a:p>
          <a:p>
            <a:pPr algn="ctr"/>
            <a:r>
              <a:rPr lang="ru-RU" sz="4400" dirty="0"/>
              <a:t>ондук жана эки ондуктун кошулмасы.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53E8A2-D5EA-0988-27D5-DA3B15FA004A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2788839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91459" y="2367171"/>
            <a:ext cx="952312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dirty="0"/>
              <a:t>... цифралар жана үч кошумча </a:t>
            </a:r>
            <a:endParaRPr lang="en-US" sz="4400" dirty="0"/>
          </a:p>
          <a:p>
            <a:pPr algn="ctr"/>
            <a:r>
              <a:rPr lang="ru-RU" sz="4400" dirty="0"/>
              <a:t>ондуктар менен туюнтулган ондук сан.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ED17A6-69E9-65D0-9120-7C933B3FC5E6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3721104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464098" y="2367171"/>
            <a:ext cx="8977842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dirty="0"/>
              <a:t>... цифралар менен туюнтулган</a:t>
            </a:r>
            <a:endParaRPr lang="en-US" sz="4400" dirty="0"/>
          </a:p>
          <a:p>
            <a:pPr algn="ctr"/>
            <a:r>
              <a:rPr lang="ru-RU" sz="4400" dirty="0"/>
              <a:t> ондук жана чогуу кошулган 4 ондук.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A1907C-3DFB-74FA-0D31-B3DEC6A77327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9779981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953656" y="2705725"/>
            <a:ext cx="7998728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dirty="0"/>
              <a:t>...сандардын жана ондук </a:t>
            </a:r>
            <a:endParaRPr lang="en-US" sz="4400" dirty="0"/>
          </a:p>
          <a:p>
            <a:pPr algn="ctr"/>
            <a:r>
              <a:rPr lang="ru-RU" sz="4400" dirty="0"/>
              <a:t>эсептөөлөрдүн жардамы менен </a:t>
            </a:r>
            <a:endParaRPr lang="en-US" sz="4400" dirty="0"/>
          </a:p>
          <a:p>
            <a:pPr algn="ctr"/>
            <a:r>
              <a:rPr lang="ru-RU" sz="4400" dirty="0"/>
              <a:t>туюнтулган ондук.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A30D15-AF07-2289-2CCF-A46A189BBDC5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4450822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5708" y="2367171"/>
            <a:ext cx="9894632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dirty="0"/>
              <a:t>...сандарды колдонуу жана бир ондукту </a:t>
            </a:r>
            <a:endParaRPr lang="en-US" sz="4400" dirty="0"/>
          </a:p>
          <a:p>
            <a:pPr algn="ctr"/>
            <a:r>
              <a:rPr lang="ru-RU" sz="4400" dirty="0"/>
              <a:t>башкасынан кемитүү аркылуу </a:t>
            </a:r>
            <a:endParaRPr lang="en-US" sz="4400" dirty="0"/>
          </a:p>
          <a:p>
            <a:pPr algn="ctr"/>
            <a:r>
              <a:rPr lang="ru-RU" sz="4400" dirty="0"/>
              <a:t>туюнтулган ондук.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D0D044-5BC0-CB33-E7D8-45F60A263FC8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0238632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2286206" y="2705725"/>
            <a:ext cx="533364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dirty="0"/>
              <a:t>... ондук сандагы эки </a:t>
            </a:r>
            <a:endParaRPr lang="en-US" sz="4400" dirty="0"/>
          </a:p>
          <a:p>
            <a:pPr algn="ctr"/>
            <a:r>
              <a:rPr lang="ru-RU" sz="4400" dirty="0"/>
              <a:t>цифранын мааниси.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05FDD2-3A61-E5CF-41B7-0F224DF57CFE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9516430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2434483" y="2705725"/>
            <a:ext cx="503708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dirty="0"/>
              <a:t>... ондук сандагы үч </a:t>
            </a:r>
            <a:endParaRPr lang="en-US" sz="4400" dirty="0"/>
          </a:p>
          <a:p>
            <a:pPr algn="ctr"/>
            <a:r>
              <a:rPr lang="ru-RU" sz="4400" dirty="0"/>
              <a:t>цифранын мааниси.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78BDF9-972F-D77A-1121-3AB47505FA53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9240493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556796" y="2367171"/>
            <a:ext cx="8792471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400" dirty="0"/>
              <a:t>... жөнөкөйлөтүлгөн бөлчөк катары </a:t>
            </a:r>
            <a:endParaRPr lang="en-US" sz="4400" dirty="0"/>
          </a:p>
          <a:p>
            <a:pPr algn="ctr"/>
            <a:r>
              <a:rPr lang="ky-KG" sz="4400" dirty="0"/>
              <a:t>туюнтулган ондук сандагы </a:t>
            </a:r>
            <a:endParaRPr lang="en-US" sz="4400" dirty="0"/>
          </a:p>
          <a:p>
            <a:pPr algn="ctr"/>
            <a:r>
              <a:rPr lang="ky-KG" sz="4400" dirty="0"/>
              <a:t>цифранын мааниси.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E6F397-4956-DFDE-96F1-6FD2D68B87BD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7863683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268838" y="2028616"/>
            <a:ext cx="9368397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400" dirty="0"/>
              <a:t>... ондук сандагы цифранын мааниси, </a:t>
            </a:r>
            <a:endParaRPr lang="en-US" sz="4400" dirty="0"/>
          </a:p>
          <a:p>
            <a:pPr algn="ctr"/>
            <a:r>
              <a:rPr lang="ky-KG" sz="4400" dirty="0"/>
              <a:t>бөлчөк 5 менен бөлчөк түрүндө </a:t>
            </a:r>
            <a:endParaRPr lang="en-US" sz="4400" dirty="0"/>
          </a:p>
          <a:p>
            <a:pPr algn="ctr"/>
            <a:r>
              <a:rPr lang="ky-KG" sz="4400" dirty="0"/>
              <a:t>көрсөтүлөт.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2AFE14-44E2-7634-E5D3-FCCF16CFA3AC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4904170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268837" y="2028616"/>
            <a:ext cx="9368398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dirty="0"/>
              <a:t>... ондук сандагы цифранын мааниси, </a:t>
            </a:r>
            <a:endParaRPr lang="en-US" sz="4400" dirty="0"/>
          </a:p>
          <a:p>
            <a:pPr algn="ctr"/>
            <a:r>
              <a:rPr lang="ru-RU" sz="4400" dirty="0"/>
              <a:t>бөлчөк катары 2 бөлчөк менен </a:t>
            </a:r>
            <a:endParaRPr lang="en-US" sz="4400" dirty="0"/>
          </a:p>
          <a:p>
            <a:pPr algn="ctr"/>
            <a:r>
              <a:rPr lang="ru-RU" sz="4400" dirty="0"/>
              <a:t>туюнтулган.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691255-FC36-A67C-A485-B7965DF82450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2712433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325167" y="2028616"/>
            <a:ext cx="9255739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400" dirty="0"/>
              <a:t>… 50 бөлүүчүсү менен бөлчөк катары </a:t>
            </a:r>
            <a:endParaRPr lang="en-US" sz="4400" dirty="0"/>
          </a:p>
          <a:p>
            <a:pPr algn="ctr"/>
            <a:r>
              <a:rPr lang="ky-KG" sz="4400" dirty="0"/>
              <a:t>Туюнтулган</a:t>
            </a:r>
            <a:r>
              <a:rPr lang="en-US" sz="4400" dirty="0"/>
              <a:t> </a:t>
            </a:r>
            <a:r>
              <a:rPr lang="ky-KG" sz="4400" dirty="0"/>
              <a:t> ондук сандын </a:t>
            </a:r>
            <a:endParaRPr lang="en-US" sz="4400" dirty="0"/>
          </a:p>
          <a:p>
            <a:pPr algn="ctr"/>
            <a:r>
              <a:rPr lang="ky-KG" sz="4400" dirty="0"/>
              <a:t>ичиндеги цифранын мааниси.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61881D-9784-89D6-FF10-D2E67EEED161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9830217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493483" y="2028616"/>
            <a:ext cx="8919108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400" dirty="0"/>
              <a:t>… 250 бөлүүчү менен бөлчөк катары</a:t>
            </a:r>
            <a:endParaRPr lang="en-US" sz="4400" dirty="0"/>
          </a:p>
          <a:p>
            <a:pPr algn="ctr"/>
            <a:r>
              <a:rPr lang="ky-KG" sz="4400" dirty="0"/>
              <a:t> туюнтулган ондук сандын </a:t>
            </a:r>
            <a:endParaRPr lang="en-US" sz="4400" dirty="0"/>
          </a:p>
          <a:p>
            <a:pPr algn="ctr"/>
            <a:r>
              <a:rPr lang="ky-KG" sz="4400" dirty="0"/>
              <a:t>ичиндеги цифранын мааниси.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871A24-F8D5-CD2A-195D-B503578C6308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2312040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23095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565160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10659</TotalTime>
  <Words>386</Words>
  <Application>Microsoft Office PowerPoint</Application>
  <PresentationFormat>A4 Paper (210x297 mm)</PresentationFormat>
  <Paragraphs>91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498</cp:revision>
  <cp:lastPrinted>2017-12-31T22:38:51Z</cp:lastPrinted>
  <dcterms:created xsi:type="dcterms:W3CDTF">2017-01-17T16:57:04Z</dcterms:created>
  <dcterms:modified xsi:type="dcterms:W3CDTF">2024-10-18T07:17:09Z</dcterms:modified>
</cp:coreProperties>
</file>