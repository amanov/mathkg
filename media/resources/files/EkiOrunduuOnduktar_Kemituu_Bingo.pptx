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</p:sldMasterIdLst>
  <p:notesMasterIdLst>
    <p:notesMasterId r:id="rId24"/>
  </p:notesMasterIdLst>
  <p:sldIdLst>
    <p:sldId id="973" r:id="rId3"/>
    <p:sldId id="974" r:id="rId4"/>
    <p:sldId id="851" r:id="rId5"/>
    <p:sldId id="950" r:id="rId6"/>
    <p:sldId id="964" r:id="rId7"/>
    <p:sldId id="967" r:id="rId8"/>
    <p:sldId id="965" r:id="rId9"/>
    <p:sldId id="958" r:id="rId10"/>
    <p:sldId id="970" r:id="rId11"/>
    <p:sldId id="969" r:id="rId12"/>
    <p:sldId id="962" r:id="rId13"/>
    <p:sldId id="963" r:id="rId14"/>
    <p:sldId id="966" r:id="rId15"/>
    <p:sldId id="971" r:id="rId16"/>
    <p:sldId id="959" r:id="rId17"/>
    <p:sldId id="968" r:id="rId18"/>
    <p:sldId id="960" r:id="rId19"/>
    <p:sldId id="961" r:id="rId20"/>
    <p:sldId id="972" r:id="rId21"/>
    <p:sldId id="940" r:id="rId22"/>
    <p:sldId id="274" r:id="rId23"/>
  </p:sldIdLst>
  <p:sldSz cx="9906000" cy="6858000" type="A4"/>
  <p:notesSz cx="6669088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9432403-3043-4CDE-B373-1A6209C63CC4}">
          <p14:sldIdLst>
            <p14:sldId id="973"/>
            <p14:sldId id="974"/>
            <p14:sldId id="851"/>
            <p14:sldId id="950"/>
            <p14:sldId id="964"/>
            <p14:sldId id="967"/>
            <p14:sldId id="965"/>
            <p14:sldId id="958"/>
            <p14:sldId id="970"/>
            <p14:sldId id="969"/>
            <p14:sldId id="962"/>
            <p14:sldId id="963"/>
            <p14:sldId id="966"/>
            <p14:sldId id="971"/>
            <p14:sldId id="959"/>
            <p14:sldId id="968"/>
            <p14:sldId id="960"/>
            <p14:sldId id="961"/>
            <p14:sldId id="972"/>
            <p14:sldId id="940"/>
          </p14:sldIdLst>
        </p14:section>
        <p14:section name="Кайтарым байланыш" id="{F3D720CF-F566-46A6-9361-125255B68FA6}">
          <p14:sldIdLst>
            <p14:sldId id="27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55A11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75" d="100"/>
        <a:sy n="75" d="100"/>
      </p:scale>
      <p:origin x="0" y="-112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06/09/2024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9/6/2024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9528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03433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67445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5385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733565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383435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256004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584372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99264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799837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572077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853037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5551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30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43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025EA81-A56A-F313-A57E-1902D826223E}"/>
              </a:ext>
            </a:extLst>
          </p:cNvPr>
          <p:cNvSpPr txBox="1"/>
          <p:nvPr/>
        </p:nvSpPr>
        <p:spPr>
          <a:xfrm>
            <a:off x="538480" y="1361441"/>
            <a:ext cx="8605520" cy="4431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 </a:t>
            </a: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Орундуу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Ондуктар – Кемитүү – Бинго.жооптору менен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тордон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тогуз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жоопту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тандап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аларды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дептериндеги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3х3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квадратка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туш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келди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жайгаштырышы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керек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Мугалим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оюн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учурундагы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кыйынчылыкка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жараша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суроолорду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тандаса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болот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Убакыттын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өтүшүнө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жараша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сызык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X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же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бардыгы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менен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жеңе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алышат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A5549679-E227-A24B-8160-3267950C6BC5}"/>
              </a:ext>
            </a:extLst>
          </p:cNvPr>
          <p:cNvSpPr txBox="1">
            <a:spLocks/>
          </p:cNvSpPr>
          <p:nvPr/>
        </p:nvSpPr>
        <p:spPr>
          <a:xfrm>
            <a:off x="71120" y="27971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7856292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34A0ED1-3629-4CDD-A58D-B95B3284C69E}"/>
              </a:ext>
            </a:extLst>
          </p:cNvPr>
          <p:cNvGraphicFramePr>
            <a:graphicFrameLocks noGrp="1"/>
          </p:cNvGraphicFramePr>
          <p:nvPr/>
        </p:nvGraphicFramePr>
        <p:xfrm>
          <a:off x="5400040" y="495497"/>
          <a:ext cx="3896361" cy="38963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8787">
                  <a:extLst>
                    <a:ext uri="{9D8B030D-6E8A-4147-A177-3AD203B41FA5}">
                      <a16:colId xmlns:a16="http://schemas.microsoft.com/office/drawing/2014/main" val="115635351"/>
                    </a:ext>
                  </a:extLst>
                </a:gridCol>
                <a:gridCol w="1298787">
                  <a:extLst>
                    <a:ext uri="{9D8B030D-6E8A-4147-A177-3AD203B41FA5}">
                      <a16:colId xmlns:a16="http://schemas.microsoft.com/office/drawing/2014/main" val="2834483198"/>
                    </a:ext>
                  </a:extLst>
                </a:gridCol>
                <a:gridCol w="1298787">
                  <a:extLst>
                    <a:ext uri="{9D8B030D-6E8A-4147-A177-3AD203B41FA5}">
                      <a16:colId xmlns:a16="http://schemas.microsoft.com/office/drawing/2014/main" val="3183003522"/>
                    </a:ext>
                  </a:extLst>
                </a:gridCol>
              </a:tblGrid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45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54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2735878"/>
                  </a:ext>
                </a:extLst>
              </a:tr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82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37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7044118"/>
                  </a:ext>
                </a:extLst>
              </a:tr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76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25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91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527153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A7B2AA45-FF2C-4A34-9A81-5A8EBE133E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040" y="495497"/>
            <a:ext cx="1328420" cy="13284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5FCF7CF-6A6C-4477-AEEE-930530D464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46367">
            <a:off x="6721372" y="1804985"/>
            <a:ext cx="1189215" cy="11892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A51917A-7ABA-4CF9-9A1E-DE9D9BF533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17761">
            <a:off x="8065365" y="3076658"/>
            <a:ext cx="1328420" cy="13284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A58D772-7203-4047-B730-8A75F50264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17761" flipH="1" flipV="1">
            <a:off x="5322490" y="2932737"/>
            <a:ext cx="1526948" cy="152694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D5FBB59-7545-4187-BFB5-71AAC1644F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70123">
            <a:off x="6753612" y="523758"/>
            <a:ext cx="1189215" cy="118921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BF76227-595D-492B-8E21-FFB692418519}"/>
              </a:ext>
            </a:extLst>
          </p:cNvPr>
          <p:cNvSpPr/>
          <p:nvPr/>
        </p:nvSpPr>
        <p:spPr>
          <a:xfrm>
            <a:off x="0" y="297064"/>
            <a:ext cx="7221249" cy="264687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600" b="1" i="0" u="none" strike="noStrike" kern="1200" cap="none" spc="0" normalizeH="0" baseline="0" noProof="0" dirty="0">
                <a:ln w="5715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Бинго</a:t>
            </a:r>
            <a:r>
              <a:rPr kumimoji="0" lang="en-US" sz="16600" b="1" i="0" u="none" strike="noStrike" kern="1200" cap="none" spc="0" normalizeH="0" baseline="0" noProof="0" dirty="0">
                <a:ln w="5715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!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E67413-2406-441B-89DC-A1394BD34636}"/>
              </a:ext>
            </a:extLst>
          </p:cNvPr>
          <p:cNvSpPr/>
          <p:nvPr/>
        </p:nvSpPr>
        <p:spPr>
          <a:xfrm>
            <a:off x="-749233" y="3759183"/>
            <a:ext cx="9811954" cy="304698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9600" b="1" i="0" u="none" strike="noStrike" kern="1200" cap="none" spc="0" normalizeH="0" baseline="0" noProof="0" dirty="0">
                <a:ln w="3810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Ондуктарды </a:t>
            </a:r>
            <a:r>
              <a:rPr lang="ru-RU" sz="9600" b="1" dirty="0">
                <a:ln w="3810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latin typeface="Calibri" panose="020F0502020204030204"/>
              </a:rPr>
              <a:t>кемитүү</a:t>
            </a:r>
            <a:endParaRPr kumimoji="0" lang="ru-RU" sz="9600" b="1" i="0" u="none" strike="noStrike" kern="1200" cap="none" spc="0" normalizeH="0" baseline="0" noProof="0" dirty="0">
              <a:ln w="38100">
                <a:solidFill>
                  <a:sysClr val="windowText" lastClr="000000"/>
                </a:solidFill>
              </a:ln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0214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92100" y="1197032"/>
          <a:ext cx="9321800" cy="44306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0450">
                  <a:extLst>
                    <a:ext uri="{9D8B030D-6E8A-4147-A177-3AD203B41FA5}">
                      <a16:colId xmlns:a16="http://schemas.microsoft.com/office/drawing/2014/main" val="62045395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161216684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924408573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772295460"/>
                    </a:ext>
                  </a:extLst>
                </a:gridCol>
              </a:tblGrid>
              <a:tr h="11076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2.29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1.37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2.72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3.05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58278"/>
                  </a:ext>
                </a:extLst>
              </a:tr>
              <a:tr h="11076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2.83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3.18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7.4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2.57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58257"/>
                  </a:ext>
                </a:extLst>
              </a:tr>
              <a:tr h="11076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0.39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6.38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1.67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0.53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40813"/>
                  </a:ext>
                </a:extLst>
              </a:tr>
              <a:tr h="11076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7.42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2.66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8.45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7.27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8986472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726618" y="19616"/>
            <a:ext cx="8452763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6600" b="1" cap="none" spc="0" dirty="0">
                <a:ln w="9525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</a:rPr>
              <a:t>Сандарды тандаңыз…</a:t>
            </a:r>
            <a:endParaRPr lang="en-US" sz="6600" b="1" cap="none" spc="0" dirty="0">
              <a:ln w="9525">
                <a:solidFill>
                  <a:sysClr val="windowText" lastClr="000000"/>
                </a:solidFill>
              </a:ln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5F6707C-594E-4BE7-9A2A-69EC69C30D43}"/>
              </a:ext>
            </a:extLst>
          </p:cNvPr>
          <p:cNvGraphicFramePr>
            <a:graphicFrameLocks noGrp="1"/>
          </p:cNvGraphicFramePr>
          <p:nvPr/>
        </p:nvGraphicFramePr>
        <p:xfrm>
          <a:off x="5530918" y="5786675"/>
          <a:ext cx="879027" cy="879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009">
                  <a:extLst>
                    <a:ext uri="{9D8B030D-6E8A-4147-A177-3AD203B41FA5}">
                      <a16:colId xmlns:a16="http://schemas.microsoft.com/office/drawing/2014/main" val="62045395"/>
                    </a:ext>
                  </a:extLst>
                </a:gridCol>
                <a:gridCol w="293009">
                  <a:extLst>
                    <a:ext uri="{9D8B030D-6E8A-4147-A177-3AD203B41FA5}">
                      <a16:colId xmlns:a16="http://schemas.microsoft.com/office/drawing/2014/main" val="2161216684"/>
                    </a:ext>
                  </a:extLst>
                </a:gridCol>
                <a:gridCol w="293009">
                  <a:extLst>
                    <a:ext uri="{9D8B030D-6E8A-4147-A177-3AD203B41FA5}">
                      <a16:colId xmlns:a16="http://schemas.microsoft.com/office/drawing/2014/main" val="2924408573"/>
                    </a:ext>
                  </a:extLst>
                </a:gridCol>
              </a:tblGrid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58278"/>
                  </a:ext>
                </a:extLst>
              </a:tr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58257"/>
                  </a:ext>
                </a:extLst>
              </a:tr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4081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EDEA543-F1EE-4312-B1A0-843C76004B58}"/>
              </a:ext>
            </a:extLst>
          </p:cNvPr>
          <p:cNvSpPr txBox="1"/>
          <p:nvPr/>
        </p:nvSpPr>
        <p:spPr>
          <a:xfrm>
            <a:off x="1525719" y="6041522"/>
            <a:ext cx="40051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Китепке/дептерге 3х3 торчо тартыңыз.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3688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940014" y="1556204"/>
            <a:ext cx="80426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Кемитүү</a:t>
            </a:r>
            <a:r>
              <a:rPr lang="en-US" sz="2400" dirty="0"/>
              <a:t> </a:t>
            </a:r>
            <a:r>
              <a:rPr lang="ru-RU" sz="2400" dirty="0"/>
              <a:t>амалдарын аткаруу үчүн бул сандарды колдонуңуз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934324" y="2129783"/>
            <a:ext cx="6054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198217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198217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153296" y="5602778"/>
            <a:ext cx="3378447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7.4</a:t>
            </a: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1988771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4459E901-532C-2185-2C8B-3E34D9CDF5AD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77BF46C9-CECA-C7F2-8475-C43661BBCB74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832F1B9D-B992-FF82-DBB2-CD10A3F58019}"/>
              </a:ext>
            </a:extLst>
          </p:cNvPr>
          <p:cNvGrpSpPr/>
          <p:nvPr/>
        </p:nvGrpSpPr>
        <p:grpSpPr>
          <a:xfrm>
            <a:off x="1330038" y="282632"/>
            <a:ext cx="7262552" cy="1039091"/>
            <a:chOff x="1122220" y="282632"/>
            <a:chExt cx="7262552" cy="103909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6A0A5EFD-24D2-5686-6059-AB4B79471AF9}"/>
                </a:ext>
              </a:extLst>
            </p:cNvPr>
            <p:cNvSpPr/>
            <p:nvPr/>
          </p:nvSpPr>
          <p:spPr>
            <a:xfrm>
              <a:off x="1122220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523168F8-C3AD-2040-34D1-5FB9EC58A192}"/>
                </a:ext>
              </a:extLst>
            </p:cNvPr>
            <p:cNvSpPr/>
            <p:nvPr/>
          </p:nvSpPr>
          <p:spPr>
            <a:xfrm>
              <a:off x="2396838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4B27E12A-F2C0-42F3-11C8-E3F001B98710}"/>
                </a:ext>
              </a:extLst>
            </p:cNvPr>
            <p:cNvSpPr/>
            <p:nvPr/>
          </p:nvSpPr>
          <p:spPr>
            <a:xfrm>
              <a:off x="3671456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B57A6F64-1EEA-EFDE-0AD1-745E8AADB572}"/>
                </a:ext>
              </a:extLst>
            </p:cNvPr>
            <p:cNvSpPr/>
            <p:nvPr/>
          </p:nvSpPr>
          <p:spPr>
            <a:xfrm>
              <a:off x="4946074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E76029B0-33A2-914A-B677-D19EE6C1BE5D}"/>
                </a:ext>
              </a:extLst>
            </p:cNvPr>
            <p:cNvSpPr/>
            <p:nvPr/>
          </p:nvSpPr>
          <p:spPr>
            <a:xfrm>
              <a:off x="6220692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63" name="Rectangle: Rounded Corners 62">
              <a:extLst>
                <a:ext uri="{FF2B5EF4-FFF2-40B4-BE49-F238E27FC236}">
                  <a16:creationId xmlns:a16="http://schemas.microsoft.com/office/drawing/2014/main" id="{5C098C72-96CB-9CAD-BAA7-E6BB21E9BAEB}"/>
                </a:ext>
              </a:extLst>
            </p:cNvPr>
            <p:cNvSpPr/>
            <p:nvPr/>
          </p:nvSpPr>
          <p:spPr>
            <a:xfrm>
              <a:off x="7495311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8</a:t>
              </a:r>
            </a:p>
          </p:txBody>
        </p:sp>
      </p:grp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82B52A26-AEE0-3D54-4BC6-1BC0C07464D2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F8D38F92-1549-BAEB-81D0-DD5CB3A041AD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4" name="Minus Sign 13">
            <a:extLst>
              <a:ext uri="{FF2B5EF4-FFF2-40B4-BE49-F238E27FC236}">
                <a16:creationId xmlns:a16="http://schemas.microsoft.com/office/drawing/2014/main" id="{69CC701A-F67E-37A0-9151-E1BFDC67AB5C}"/>
              </a:ext>
            </a:extLst>
          </p:cNvPr>
          <p:cNvSpPr/>
          <p:nvPr/>
        </p:nvSpPr>
        <p:spPr>
          <a:xfrm>
            <a:off x="1991047" y="4329112"/>
            <a:ext cx="788194" cy="788194"/>
          </a:xfrm>
          <a:prstGeom prst="mathMinus">
            <a:avLst>
              <a:gd name="adj1" fmla="val 1324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312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49" grpId="0"/>
      <p:bldP spid="50" grpId="0"/>
      <p:bldP spid="51" grpId="0"/>
      <p:bldP spid="52" grpId="0"/>
      <p:bldP spid="65" grpId="0"/>
      <p:bldP spid="6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940013" y="1556204"/>
            <a:ext cx="80426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Кемитүү</a:t>
            </a:r>
            <a:r>
              <a:rPr lang="en-US" sz="2400" dirty="0"/>
              <a:t> </a:t>
            </a:r>
            <a:r>
              <a:rPr lang="ru-RU" sz="2400" dirty="0"/>
              <a:t>амалдарын аткаруу үчүн бул сандарды колдонуңуз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934324" y="2129783"/>
            <a:ext cx="6054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198217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198217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1988771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4459E901-532C-2185-2C8B-3E34D9CDF5AD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77BF46C9-CECA-C7F2-8475-C43661BBCB74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832F1B9D-B992-FF82-DBB2-CD10A3F58019}"/>
              </a:ext>
            </a:extLst>
          </p:cNvPr>
          <p:cNvGrpSpPr/>
          <p:nvPr/>
        </p:nvGrpSpPr>
        <p:grpSpPr>
          <a:xfrm>
            <a:off x="1330038" y="282632"/>
            <a:ext cx="7262552" cy="1039091"/>
            <a:chOff x="1122220" y="282632"/>
            <a:chExt cx="7262552" cy="103909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6A0A5EFD-24D2-5686-6059-AB4B79471AF9}"/>
                </a:ext>
              </a:extLst>
            </p:cNvPr>
            <p:cNvSpPr/>
            <p:nvPr/>
          </p:nvSpPr>
          <p:spPr>
            <a:xfrm>
              <a:off x="1122220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523168F8-C3AD-2040-34D1-5FB9EC58A192}"/>
                </a:ext>
              </a:extLst>
            </p:cNvPr>
            <p:cNvSpPr/>
            <p:nvPr/>
          </p:nvSpPr>
          <p:spPr>
            <a:xfrm>
              <a:off x="2396838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4B27E12A-F2C0-42F3-11C8-E3F001B98710}"/>
                </a:ext>
              </a:extLst>
            </p:cNvPr>
            <p:cNvSpPr/>
            <p:nvPr/>
          </p:nvSpPr>
          <p:spPr>
            <a:xfrm>
              <a:off x="3671456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B57A6F64-1EEA-EFDE-0AD1-745E8AADB572}"/>
                </a:ext>
              </a:extLst>
            </p:cNvPr>
            <p:cNvSpPr/>
            <p:nvPr/>
          </p:nvSpPr>
          <p:spPr>
            <a:xfrm>
              <a:off x="4946074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E76029B0-33A2-914A-B677-D19EE6C1BE5D}"/>
                </a:ext>
              </a:extLst>
            </p:cNvPr>
            <p:cNvSpPr/>
            <p:nvPr/>
          </p:nvSpPr>
          <p:spPr>
            <a:xfrm>
              <a:off x="6220692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63" name="Rectangle: Rounded Corners 62">
              <a:extLst>
                <a:ext uri="{FF2B5EF4-FFF2-40B4-BE49-F238E27FC236}">
                  <a16:creationId xmlns:a16="http://schemas.microsoft.com/office/drawing/2014/main" id="{5C098C72-96CB-9CAD-BAA7-E6BB21E9BAEB}"/>
                </a:ext>
              </a:extLst>
            </p:cNvPr>
            <p:cNvSpPr/>
            <p:nvPr/>
          </p:nvSpPr>
          <p:spPr>
            <a:xfrm>
              <a:off x="7495311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2</a:t>
              </a:r>
            </a:p>
          </p:txBody>
        </p:sp>
      </p:grp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82B52A26-AEE0-3D54-4BC6-1BC0C07464D2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F8D38F92-1549-BAEB-81D0-DD5CB3A041AD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C402663-25C0-689D-6236-AC122CD44C80}"/>
              </a:ext>
            </a:extLst>
          </p:cNvPr>
          <p:cNvSpPr/>
          <p:nvPr/>
        </p:nvSpPr>
        <p:spPr>
          <a:xfrm>
            <a:off x="3153296" y="5602778"/>
            <a:ext cx="3378447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7.42</a:t>
            </a:r>
          </a:p>
        </p:txBody>
      </p:sp>
      <p:sp>
        <p:nvSpPr>
          <p:cNvPr id="14" name="Minus Sign 13">
            <a:extLst>
              <a:ext uri="{FF2B5EF4-FFF2-40B4-BE49-F238E27FC236}">
                <a16:creationId xmlns:a16="http://schemas.microsoft.com/office/drawing/2014/main" id="{FC1E3737-BF19-7BA0-BD3F-B8375D7FAB50}"/>
              </a:ext>
            </a:extLst>
          </p:cNvPr>
          <p:cNvSpPr/>
          <p:nvPr/>
        </p:nvSpPr>
        <p:spPr>
          <a:xfrm>
            <a:off x="1991047" y="4329112"/>
            <a:ext cx="788194" cy="788194"/>
          </a:xfrm>
          <a:prstGeom prst="mathMinus">
            <a:avLst>
              <a:gd name="adj1" fmla="val 1324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2808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2" grpId="0"/>
      <p:bldP spid="65" grpId="0"/>
      <p:bldP spid="66" grpId="0"/>
      <p:bldP spid="1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940013" y="1556204"/>
            <a:ext cx="80426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Кемитүү</a:t>
            </a:r>
            <a:r>
              <a:rPr lang="en-US" sz="2400" dirty="0"/>
              <a:t> </a:t>
            </a:r>
            <a:r>
              <a:rPr lang="ru-RU" sz="2400" dirty="0"/>
              <a:t>амалдарын аткаруу үчүн бул сандарды колдонуңуз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458232" y="2129783"/>
            <a:ext cx="70062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кичинекей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198217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198217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1988771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77BF46C9-CECA-C7F2-8475-C43661BBCB74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F8D38F92-1549-BAEB-81D0-DD5CB3A041AD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0D2D2CA-843B-2931-A3EF-EADFFA9D5FDB}"/>
              </a:ext>
            </a:extLst>
          </p:cNvPr>
          <p:cNvSpPr/>
          <p:nvPr/>
        </p:nvSpPr>
        <p:spPr>
          <a:xfrm>
            <a:off x="3153296" y="5602778"/>
            <a:ext cx="3378447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2.57</a:t>
            </a:r>
          </a:p>
        </p:txBody>
      </p:sp>
      <p:sp>
        <p:nvSpPr>
          <p:cNvPr id="18" name="Minus Sign 17">
            <a:extLst>
              <a:ext uri="{FF2B5EF4-FFF2-40B4-BE49-F238E27FC236}">
                <a16:creationId xmlns:a16="http://schemas.microsoft.com/office/drawing/2014/main" id="{65959E29-7C5A-4F20-8D3A-F47E0C3B3552}"/>
              </a:ext>
            </a:extLst>
          </p:cNvPr>
          <p:cNvSpPr/>
          <p:nvPr/>
        </p:nvSpPr>
        <p:spPr>
          <a:xfrm>
            <a:off x="1991047" y="4329112"/>
            <a:ext cx="788194" cy="788194"/>
          </a:xfrm>
          <a:prstGeom prst="mathMinus">
            <a:avLst>
              <a:gd name="adj1" fmla="val 1324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2D59105A-5F7C-31C6-489D-0515E21F70FF}"/>
              </a:ext>
            </a:extLst>
          </p:cNvPr>
          <p:cNvGrpSpPr/>
          <p:nvPr/>
        </p:nvGrpSpPr>
        <p:grpSpPr>
          <a:xfrm>
            <a:off x="2601214" y="282632"/>
            <a:ext cx="4713315" cy="1039091"/>
            <a:chOff x="1963832" y="282632"/>
            <a:chExt cx="4713315" cy="1039091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0E5D5395-A613-A404-4C32-651D944F62AF}"/>
                </a:ext>
              </a:extLst>
            </p:cNvPr>
            <p:cNvSpPr/>
            <p:nvPr/>
          </p:nvSpPr>
          <p:spPr>
            <a:xfrm>
              <a:off x="1963832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B59B0CB2-28A1-0548-0989-6C5DAEAF83D0}"/>
                </a:ext>
              </a:extLst>
            </p:cNvPr>
            <p:cNvSpPr/>
            <p:nvPr/>
          </p:nvSpPr>
          <p:spPr>
            <a:xfrm>
              <a:off x="3238450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ED383F3F-D022-103B-0B0E-2C4034CF89F5}"/>
                </a:ext>
              </a:extLst>
            </p:cNvPr>
            <p:cNvSpPr/>
            <p:nvPr/>
          </p:nvSpPr>
          <p:spPr>
            <a:xfrm>
              <a:off x="4513068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66FCBEA0-CD88-0291-051D-74F9F57C152A}"/>
                </a:ext>
              </a:extLst>
            </p:cNvPr>
            <p:cNvSpPr/>
            <p:nvPr/>
          </p:nvSpPr>
          <p:spPr>
            <a:xfrm>
              <a:off x="5787686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38402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52" grpId="0"/>
      <p:bldP spid="66" grpId="0"/>
      <p:bldP spid="1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940013" y="1556204"/>
            <a:ext cx="80426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Кемитүү</a:t>
            </a:r>
            <a:r>
              <a:rPr lang="en-US" sz="2400" dirty="0"/>
              <a:t> </a:t>
            </a:r>
            <a:r>
              <a:rPr lang="ru-RU" sz="2400" dirty="0"/>
              <a:t>амалдарын аткаруу үчүн бул сандарды колдонуңуз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458233" y="2129783"/>
            <a:ext cx="70062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кичинекей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198217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198217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1988771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4459E901-532C-2185-2C8B-3E34D9CDF5AD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77BF46C9-CECA-C7F2-8475-C43661BBCB74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1963832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23168F8-C3AD-2040-34D1-5FB9EC58A192}"/>
              </a:ext>
            </a:extLst>
          </p:cNvPr>
          <p:cNvSpPr/>
          <p:nvPr/>
        </p:nvSpPr>
        <p:spPr>
          <a:xfrm>
            <a:off x="3238450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27E12A-F2C0-42F3-11C8-E3F001B98710}"/>
              </a:ext>
            </a:extLst>
          </p:cNvPr>
          <p:cNvSpPr/>
          <p:nvPr/>
        </p:nvSpPr>
        <p:spPr>
          <a:xfrm>
            <a:off x="4513068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B57A6F64-1EEA-EFDE-0AD1-745E8AADB572}"/>
              </a:ext>
            </a:extLst>
          </p:cNvPr>
          <p:cNvSpPr/>
          <p:nvPr/>
        </p:nvSpPr>
        <p:spPr>
          <a:xfrm>
            <a:off x="5787686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E76029B0-33A2-914A-B677-D19EE6C1BE5D}"/>
              </a:ext>
            </a:extLst>
          </p:cNvPr>
          <p:cNvSpPr/>
          <p:nvPr/>
        </p:nvSpPr>
        <p:spPr>
          <a:xfrm>
            <a:off x="7062304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82B52A26-AEE0-3D54-4BC6-1BC0C07464D2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F8D38F92-1549-BAEB-81D0-DD5CB3A041AD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A14E0C0-4421-7B94-A3C1-50CB34559C19}"/>
              </a:ext>
            </a:extLst>
          </p:cNvPr>
          <p:cNvSpPr/>
          <p:nvPr/>
        </p:nvSpPr>
        <p:spPr>
          <a:xfrm>
            <a:off x="3153296" y="5602778"/>
            <a:ext cx="3378447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0.39</a:t>
            </a:r>
          </a:p>
        </p:txBody>
      </p:sp>
      <p:sp>
        <p:nvSpPr>
          <p:cNvPr id="13" name="Minus Sign 12">
            <a:extLst>
              <a:ext uri="{FF2B5EF4-FFF2-40B4-BE49-F238E27FC236}">
                <a16:creationId xmlns:a16="http://schemas.microsoft.com/office/drawing/2014/main" id="{8249282E-3B11-2977-90AA-65624C5423A7}"/>
              </a:ext>
            </a:extLst>
          </p:cNvPr>
          <p:cNvSpPr/>
          <p:nvPr/>
        </p:nvSpPr>
        <p:spPr>
          <a:xfrm>
            <a:off x="1991047" y="4329112"/>
            <a:ext cx="788194" cy="788194"/>
          </a:xfrm>
          <a:prstGeom prst="mathMinus">
            <a:avLst>
              <a:gd name="adj1" fmla="val 1324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2506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52" grpId="0"/>
      <p:bldP spid="65" grpId="0"/>
      <p:bldP spid="66" grpId="0"/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940013" y="1556204"/>
            <a:ext cx="80426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Кемитүү</a:t>
            </a:r>
            <a:r>
              <a:rPr lang="en-US" sz="2400" dirty="0"/>
              <a:t> </a:t>
            </a:r>
            <a:r>
              <a:rPr lang="ru-RU" sz="2400" dirty="0"/>
              <a:t>амалдарын аткаруу үчүн бул сандарды колдонуңуз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934324" y="2129783"/>
            <a:ext cx="6054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198217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198217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1988771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77BF46C9-CECA-C7F2-8475-C43661BBCB74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1963832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23168F8-C3AD-2040-34D1-5FB9EC58A192}"/>
              </a:ext>
            </a:extLst>
          </p:cNvPr>
          <p:cNvSpPr/>
          <p:nvPr/>
        </p:nvSpPr>
        <p:spPr>
          <a:xfrm>
            <a:off x="3238450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27E12A-F2C0-42F3-11C8-E3F001B98710}"/>
              </a:ext>
            </a:extLst>
          </p:cNvPr>
          <p:cNvSpPr/>
          <p:nvPr/>
        </p:nvSpPr>
        <p:spPr>
          <a:xfrm>
            <a:off x="4513068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B57A6F64-1EEA-EFDE-0AD1-745E8AADB572}"/>
              </a:ext>
            </a:extLst>
          </p:cNvPr>
          <p:cNvSpPr/>
          <p:nvPr/>
        </p:nvSpPr>
        <p:spPr>
          <a:xfrm>
            <a:off x="5787686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E76029B0-33A2-914A-B677-D19EE6C1BE5D}"/>
              </a:ext>
            </a:extLst>
          </p:cNvPr>
          <p:cNvSpPr/>
          <p:nvPr/>
        </p:nvSpPr>
        <p:spPr>
          <a:xfrm>
            <a:off x="7062304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F8D38F92-1549-BAEB-81D0-DD5CB3A041AD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AAC5070-39BF-DD61-279B-82F89A8BCA97}"/>
              </a:ext>
            </a:extLst>
          </p:cNvPr>
          <p:cNvSpPr/>
          <p:nvPr/>
        </p:nvSpPr>
        <p:spPr>
          <a:xfrm>
            <a:off x="3153296" y="5602778"/>
            <a:ext cx="3378447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7.27</a:t>
            </a:r>
          </a:p>
        </p:txBody>
      </p:sp>
      <p:sp>
        <p:nvSpPr>
          <p:cNvPr id="14" name="Minus Sign 13">
            <a:extLst>
              <a:ext uri="{FF2B5EF4-FFF2-40B4-BE49-F238E27FC236}">
                <a16:creationId xmlns:a16="http://schemas.microsoft.com/office/drawing/2014/main" id="{C5E3E9D2-9C10-0F44-5031-6F03D02184A1}"/>
              </a:ext>
            </a:extLst>
          </p:cNvPr>
          <p:cNvSpPr/>
          <p:nvPr/>
        </p:nvSpPr>
        <p:spPr>
          <a:xfrm>
            <a:off x="1991047" y="4329112"/>
            <a:ext cx="788194" cy="788194"/>
          </a:xfrm>
          <a:prstGeom prst="mathMinus">
            <a:avLst>
              <a:gd name="adj1" fmla="val 1324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8571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2" grpId="0"/>
      <p:bldP spid="66" grpId="0"/>
      <p:bldP spid="1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940013" y="1556204"/>
            <a:ext cx="80426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Кемитүү</a:t>
            </a:r>
            <a:r>
              <a:rPr lang="en-US" sz="2400" dirty="0"/>
              <a:t> </a:t>
            </a:r>
            <a:r>
              <a:rPr lang="ru-RU" sz="2400" dirty="0"/>
              <a:t>амалдарын аткаруу үчүн бул сандарды колдонуңуз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458232" y="2129783"/>
            <a:ext cx="70062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кичинекей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198217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198217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1988771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4459E901-532C-2185-2C8B-3E34D9CDF5AD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82B52A26-AEE0-3D54-4BC6-1BC0C07464D2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C85486E-26E7-E47E-18B1-F2C66FF08D1F}"/>
              </a:ext>
            </a:extLst>
          </p:cNvPr>
          <p:cNvSpPr/>
          <p:nvPr/>
        </p:nvSpPr>
        <p:spPr>
          <a:xfrm>
            <a:off x="3153296" y="5602778"/>
            <a:ext cx="3378447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0.53</a:t>
            </a:r>
          </a:p>
        </p:txBody>
      </p:sp>
      <p:sp>
        <p:nvSpPr>
          <p:cNvPr id="19" name="Minus Sign 18">
            <a:extLst>
              <a:ext uri="{FF2B5EF4-FFF2-40B4-BE49-F238E27FC236}">
                <a16:creationId xmlns:a16="http://schemas.microsoft.com/office/drawing/2014/main" id="{272BBC50-BA64-A669-D07A-A64DE30565D3}"/>
              </a:ext>
            </a:extLst>
          </p:cNvPr>
          <p:cNvSpPr/>
          <p:nvPr/>
        </p:nvSpPr>
        <p:spPr>
          <a:xfrm>
            <a:off x="1991047" y="4329112"/>
            <a:ext cx="788194" cy="788194"/>
          </a:xfrm>
          <a:prstGeom prst="mathMinus">
            <a:avLst>
              <a:gd name="adj1" fmla="val 1324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25EC3478-E467-6C9D-5722-56E214AB8AE1}"/>
              </a:ext>
            </a:extLst>
          </p:cNvPr>
          <p:cNvSpPr/>
          <p:nvPr/>
        </p:nvSpPr>
        <p:spPr>
          <a:xfrm>
            <a:off x="2603911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EE943133-2974-DD00-D642-734BEF104BE1}"/>
              </a:ext>
            </a:extLst>
          </p:cNvPr>
          <p:cNvSpPr/>
          <p:nvPr/>
        </p:nvSpPr>
        <p:spPr>
          <a:xfrm>
            <a:off x="3878529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BE79B991-70C6-E927-9300-941932DD5500}"/>
              </a:ext>
            </a:extLst>
          </p:cNvPr>
          <p:cNvSpPr/>
          <p:nvPr/>
        </p:nvSpPr>
        <p:spPr>
          <a:xfrm>
            <a:off x="5153147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39E1355A-84FF-9FAD-1BDD-685B67DF1223}"/>
              </a:ext>
            </a:extLst>
          </p:cNvPr>
          <p:cNvSpPr/>
          <p:nvPr/>
        </p:nvSpPr>
        <p:spPr>
          <a:xfrm>
            <a:off x="6427765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380465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52" grpId="0"/>
      <p:bldP spid="65" grpId="0"/>
      <p:bldP spid="1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940013" y="1556204"/>
            <a:ext cx="80426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Кемитүү</a:t>
            </a:r>
            <a:r>
              <a:rPr lang="en-US" sz="2400" dirty="0"/>
              <a:t> </a:t>
            </a:r>
            <a:r>
              <a:rPr lang="ru-RU" sz="2400" dirty="0"/>
              <a:t>амалдарын аткаруу үчүн бул сандарды колдонуңуз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458232" y="2129783"/>
            <a:ext cx="70062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кичинекей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198217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198217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1988771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77BF46C9-CECA-C7F2-8475-C43661BBCB74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F8D38F92-1549-BAEB-81D0-DD5CB3A041AD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6085563-151B-AD36-91A4-45B882044E88}"/>
              </a:ext>
            </a:extLst>
          </p:cNvPr>
          <p:cNvSpPr/>
          <p:nvPr/>
        </p:nvSpPr>
        <p:spPr>
          <a:xfrm>
            <a:off x="3153296" y="5602778"/>
            <a:ext cx="3378447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2.66</a:t>
            </a:r>
          </a:p>
        </p:txBody>
      </p:sp>
      <p:sp>
        <p:nvSpPr>
          <p:cNvPr id="18" name="Minus Sign 17">
            <a:extLst>
              <a:ext uri="{FF2B5EF4-FFF2-40B4-BE49-F238E27FC236}">
                <a16:creationId xmlns:a16="http://schemas.microsoft.com/office/drawing/2014/main" id="{32461CC5-78EC-7D63-129F-6915BA66029A}"/>
              </a:ext>
            </a:extLst>
          </p:cNvPr>
          <p:cNvSpPr/>
          <p:nvPr/>
        </p:nvSpPr>
        <p:spPr>
          <a:xfrm>
            <a:off x="1991047" y="4329112"/>
            <a:ext cx="788194" cy="788194"/>
          </a:xfrm>
          <a:prstGeom prst="mathMinus">
            <a:avLst>
              <a:gd name="adj1" fmla="val 1324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47D862F0-2D8E-D628-4629-D1A76C927F20}"/>
              </a:ext>
            </a:extLst>
          </p:cNvPr>
          <p:cNvSpPr/>
          <p:nvPr/>
        </p:nvSpPr>
        <p:spPr>
          <a:xfrm>
            <a:off x="2603911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6C64F02F-D0A0-2922-4353-8C047E46EBE8}"/>
              </a:ext>
            </a:extLst>
          </p:cNvPr>
          <p:cNvSpPr/>
          <p:nvPr/>
        </p:nvSpPr>
        <p:spPr>
          <a:xfrm>
            <a:off x="3878529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26A4C70E-0EA4-C1A9-2668-A97F3DDE1CED}"/>
              </a:ext>
            </a:extLst>
          </p:cNvPr>
          <p:cNvSpPr/>
          <p:nvPr/>
        </p:nvSpPr>
        <p:spPr>
          <a:xfrm>
            <a:off x="5153147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0208BAB4-8A79-4A9F-894E-631BA67A4C31}"/>
              </a:ext>
            </a:extLst>
          </p:cNvPr>
          <p:cNvSpPr/>
          <p:nvPr/>
        </p:nvSpPr>
        <p:spPr>
          <a:xfrm>
            <a:off x="6427765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972451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52" grpId="0"/>
      <p:bldP spid="66" grpId="0"/>
      <p:bldP spid="1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940013" y="1556204"/>
            <a:ext cx="80426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Кемитүү</a:t>
            </a:r>
            <a:r>
              <a:rPr lang="en-US" sz="2400" dirty="0"/>
              <a:t> </a:t>
            </a:r>
            <a:r>
              <a:rPr lang="ru-RU" sz="2400" dirty="0"/>
              <a:t>амалдарын аткаруу үчүн бул сандарды колдонуңуз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934324" y="2129783"/>
            <a:ext cx="6054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198217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198217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1988771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77BF46C9-CECA-C7F2-8475-C43661BBCB74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1963832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23168F8-C3AD-2040-34D1-5FB9EC58A192}"/>
              </a:ext>
            </a:extLst>
          </p:cNvPr>
          <p:cNvSpPr/>
          <p:nvPr/>
        </p:nvSpPr>
        <p:spPr>
          <a:xfrm>
            <a:off x="3238450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27E12A-F2C0-42F3-11C8-E3F001B98710}"/>
              </a:ext>
            </a:extLst>
          </p:cNvPr>
          <p:cNvSpPr/>
          <p:nvPr/>
        </p:nvSpPr>
        <p:spPr>
          <a:xfrm>
            <a:off x="4513068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B57A6F64-1EEA-EFDE-0AD1-745E8AADB572}"/>
              </a:ext>
            </a:extLst>
          </p:cNvPr>
          <p:cNvSpPr/>
          <p:nvPr/>
        </p:nvSpPr>
        <p:spPr>
          <a:xfrm>
            <a:off x="5787686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E76029B0-33A2-914A-B677-D19EE6C1BE5D}"/>
              </a:ext>
            </a:extLst>
          </p:cNvPr>
          <p:cNvSpPr/>
          <p:nvPr/>
        </p:nvSpPr>
        <p:spPr>
          <a:xfrm>
            <a:off x="7062304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F8D38F92-1549-BAEB-81D0-DD5CB3A041AD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73C518B-EF07-8C1D-C0F6-2D01AF0C247A}"/>
              </a:ext>
            </a:extLst>
          </p:cNvPr>
          <p:cNvSpPr/>
          <p:nvPr/>
        </p:nvSpPr>
        <p:spPr>
          <a:xfrm>
            <a:off x="3153296" y="5602778"/>
            <a:ext cx="3378447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2.29</a:t>
            </a:r>
          </a:p>
        </p:txBody>
      </p:sp>
      <p:sp>
        <p:nvSpPr>
          <p:cNvPr id="14" name="Minus Sign 13">
            <a:extLst>
              <a:ext uri="{FF2B5EF4-FFF2-40B4-BE49-F238E27FC236}">
                <a16:creationId xmlns:a16="http://schemas.microsoft.com/office/drawing/2014/main" id="{F4A61BA1-18EF-5C06-6A28-33998A46AE3C}"/>
              </a:ext>
            </a:extLst>
          </p:cNvPr>
          <p:cNvSpPr/>
          <p:nvPr/>
        </p:nvSpPr>
        <p:spPr>
          <a:xfrm>
            <a:off x="1991047" y="4329112"/>
            <a:ext cx="788194" cy="788194"/>
          </a:xfrm>
          <a:prstGeom prst="mathMinus">
            <a:avLst>
              <a:gd name="adj1" fmla="val 1324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4679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2" grpId="0"/>
      <p:bldP spid="66" grpId="0"/>
      <p:bldP spid="1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940013" y="1556204"/>
            <a:ext cx="80426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Кемитүү</a:t>
            </a:r>
            <a:r>
              <a:rPr lang="en-US" sz="2400" dirty="0"/>
              <a:t> </a:t>
            </a:r>
            <a:r>
              <a:rPr lang="ru-RU" sz="2400" dirty="0"/>
              <a:t>амалдарын аткаруу үчүн бул сандарды колдонуңуз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934324" y="2129783"/>
            <a:ext cx="6054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198217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198217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1988771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77BF46C9-CECA-C7F2-8475-C43661BBCB74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1961781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23168F8-C3AD-2040-34D1-5FB9EC58A192}"/>
              </a:ext>
            </a:extLst>
          </p:cNvPr>
          <p:cNvSpPr/>
          <p:nvPr/>
        </p:nvSpPr>
        <p:spPr>
          <a:xfrm>
            <a:off x="3236399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27E12A-F2C0-42F3-11C8-E3F001B98710}"/>
              </a:ext>
            </a:extLst>
          </p:cNvPr>
          <p:cNvSpPr/>
          <p:nvPr/>
        </p:nvSpPr>
        <p:spPr>
          <a:xfrm>
            <a:off x="4511017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B57A6F64-1EEA-EFDE-0AD1-745E8AADB572}"/>
              </a:ext>
            </a:extLst>
          </p:cNvPr>
          <p:cNvSpPr/>
          <p:nvPr/>
        </p:nvSpPr>
        <p:spPr>
          <a:xfrm>
            <a:off x="5785635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E76029B0-33A2-914A-B677-D19EE6C1BE5D}"/>
              </a:ext>
            </a:extLst>
          </p:cNvPr>
          <p:cNvSpPr/>
          <p:nvPr/>
        </p:nvSpPr>
        <p:spPr>
          <a:xfrm>
            <a:off x="7060253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F8D38F92-1549-BAEB-81D0-DD5CB3A041AD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99847C5-AFD8-CD6F-2E92-CCE33F45B620}"/>
              </a:ext>
            </a:extLst>
          </p:cNvPr>
          <p:cNvSpPr/>
          <p:nvPr/>
        </p:nvSpPr>
        <p:spPr>
          <a:xfrm>
            <a:off x="3153296" y="5602778"/>
            <a:ext cx="3378447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6.38</a:t>
            </a:r>
          </a:p>
        </p:txBody>
      </p:sp>
      <p:sp>
        <p:nvSpPr>
          <p:cNvPr id="14" name="Minus Sign 13">
            <a:extLst>
              <a:ext uri="{FF2B5EF4-FFF2-40B4-BE49-F238E27FC236}">
                <a16:creationId xmlns:a16="http://schemas.microsoft.com/office/drawing/2014/main" id="{D16CB817-33C0-0C9D-1B67-0237DE738CDF}"/>
              </a:ext>
            </a:extLst>
          </p:cNvPr>
          <p:cNvSpPr/>
          <p:nvPr/>
        </p:nvSpPr>
        <p:spPr>
          <a:xfrm>
            <a:off x="1991047" y="4329112"/>
            <a:ext cx="788194" cy="788194"/>
          </a:xfrm>
          <a:prstGeom prst="mathMinus">
            <a:avLst>
              <a:gd name="adj1" fmla="val 1324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1565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2" grpId="0"/>
      <p:bldP spid="66" grpId="0"/>
      <p:bldP spid="1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940013" y="1556204"/>
            <a:ext cx="80426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Кемитүү</a:t>
            </a:r>
            <a:r>
              <a:rPr lang="en-US" sz="2400" dirty="0"/>
              <a:t> </a:t>
            </a:r>
            <a:r>
              <a:rPr lang="ru-RU" sz="2400" dirty="0"/>
              <a:t>амалдарын аткаруу үчүн бул сандарды колдонуңуз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458232" y="2129783"/>
            <a:ext cx="70062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кичинекей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198217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198217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1988771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4459E901-532C-2185-2C8B-3E34D9CDF5AD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77BF46C9-CECA-C7F2-8475-C43661BBCB74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82B52A26-AEE0-3D54-4BC6-1BC0C07464D2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F8D38F92-1549-BAEB-81D0-DD5CB3A041AD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7B88B8D-E262-B6A9-2DC2-394972CF8AB5}"/>
              </a:ext>
            </a:extLst>
          </p:cNvPr>
          <p:cNvSpPr/>
          <p:nvPr/>
        </p:nvSpPr>
        <p:spPr>
          <a:xfrm>
            <a:off x="3153296" y="5602778"/>
            <a:ext cx="3378447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1.37</a:t>
            </a:r>
          </a:p>
        </p:txBody>
      </p:sp>
      <p:sp>
        <p:nvSpPr>
          <p:cNvPr id="13" name="Minus Sign 12">
            <a:extLst>
              <a:ext uri="{FF2B5EF4-FFF2-40B4-BE49-F238E27FC236}">
                <a16:creationId xmlns:a16="http://schemas.microsoft.com/office/drawing/2014/main" id="{7714B62B-0187-53A8-52A6-42F5F9EB1F18}"/>
              </a:ext>
            </a:extLst>
          </p:cNvPr>
          <p:cNvSpPr/>
          <p:nvPr/>
        </p:nvSpPr>
        <p:spPr>
          <a:xfrm>
            <a:off x="1991047" y="4329112"/>
            <a:ext cx="788194" cy="788194"/>
          </a:xfrm>
          <a:prstGeom prst="mathMinus">
            <a:avLst>
              <a:gd name="adj1" fmla="val 1324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C6BC29F-9047-845A-FC26-D24A7C52C9E7}"/>
              </a:ext>
            </a:extLst>
          </p:cNvPr>
          <p:cNvSpPr/>
          <p:nvPr/>
        </p:nvSpPr>
        <p:spPr>
          <a:xfrm>
            <a:off x="1963832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1BEED2F-F26C-5D41-E785-852E47E205C2}"/>
              </a:ext>
            </a:extLst>
          </p:cNvPr>
          <p:cNvSpPr/>
          <p:nvPr/>
        </p:nvSpPr>
        <p:spPr>
          <a:xfrm>
            <a:off x="3238450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B24D030-48E4-AE9F-8A26-C093111ABBF2}"/>
              </a:ext>
            </a:extLst>
          </p:cNvPr>
          <p:cNvSpPr/>
          <p:nvPr/>
        </p:nvSpPr>
        <p:spPr>
          <a:xfrm>
            <a:off x="4513068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3721A42-1D7C-645F-9D32-4CE639FDA137}"/>
              </a:ext>
            </a:extLst>
          </p:cNvPr>
          <p:cNvSpPr/>
          <p:nvPr/>
        </p:nvSpPr>
        <p:spPr>
          <a:xfrm>
            <a:off x="5787686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2C3B48C-4BEE-3FCD-3CF3-5794D61C3590}"/>
              </a:ext>
            </a:extLst>
          </p:cNvPr>
          <p:cNvSpPr/>
          <p:nvPr/>
        </p:nvSpPr>
        <p:spPr>
          <a:xfrm>
            <a:off x="7062304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749961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52" grpId="0"/>
      <p:bldP spid="65" grpId="0"/>
      <p:bldP spid="66" grpId="0"/>
      <p:bldP spid="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940013" y="1556204"/>
            <a:ext cx="80426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Кемитүү</a:t>
            </a:r>
            <a:r>
              <a:rPr lang="en-US" sz="2400" dirty="0"/>
              <a:t> </a:t>
            </a:r>
            <a:r>
              <a:rPr lang="ru-RU" sz="2400" dirty="0"/>
              <a:t>амалдарын аткаруу үчүн бул сандарды колдонуңуз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458232" y="2129783"/>
            <a:ext cx="70062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кичинекей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198217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198217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1988771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4459E901-532C-2185-2C8B-3E34D9CDF5AD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82B52A26-AEE0-3D54-4BC6-1BC0C07464D2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E093673-7D90-1EE6-6DB2-06CBD44C1414}"/>
              </a:ext>
            </a:extLst>
          </p:cNvPr>
          <p:cNvSpPr/>
          <p:nvPr/>
        </p:nvSpPr>
        <p:spPr>
          <a:xfrm>
            <a:off x="3153296" y="5602778"/>
            <a:ext cx="3378447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2.72</a:t>
            </a:r>
          </a:p>
        </p:txBody>
      </p:sp>
      <p:sp>
        <p:nvSpPr>
          <p:cNvPr id="19" name="Minus Sign 18">
            <a:extLst>
              <a:ext uri="{FF2B5EF4-FFF2-40B4-BE49-F238E27FC236}">
                <a16:creationId xmlns:a16="http://schemas.microsoft.com/office/drawing/2014/main" id="{969BD60C-0BA4-2890-CF48-E834542EEB28}"/>
              </a:ext>
            </a:extLst>
          </p:cNvPr>
          <p:cNvSpPr/>
          <p:nvPr/>
        </p:nvSpPr>
        <p:spPr>
          <a:xfrm>
            <a:off x="1991047" y="4329112"/>
            <a:ext cx="788194" cy="788194"/>
          </a:xfrm>
          <a:prstGeom prst="mathMinus">
            <a:avLst>
              <a:gd name="adj1" fmla="val 1324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F5DEFD26-5876-605F-3FED-7E2002954AA0}"/>
              </a:ext>
            </a:extLst>
          </p:cNvPr>
          <p:cNvSpPr/>
          <p:nvPr/>
        </p:nvSpPr>
        <p:spPr>
          <a:xfrm>
            <a:off x="2603911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729C1631-9218-AFD6-BAC6-391474EF4A79}"/>
              </a:ext>
            </a:extLst>
          </p:cNvPr>
          <p:cNvSpPr/>
          <p:nvPr/>
        </p:nvSpPr>
        <p:spPr>
          <a:xfrm>
            <a:off x="3878529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647104B6-0F80-51D5-7A25-D44486030C67}"/>
              </a:ext>
            </a:extLst>
          </p:cNvPr>
          <p:cNvSpPr/>
          <p:nvPr/>
        </p:nvSpPr>
        <p:spPr>
          <a:xfrm>
            <a:off x="5153147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5E033863-9A03-E8B7-D7E5-A77E38D5D7D8}"/>
              </a:ext>
            </a:extLst>
          </p:cNvPr>
          <p:cNvSpPr/>
          <p:nvPr/>
        </p:nvSpPr>
        <p:spPr>
          <a:xfrm>
            <a:off x="6427765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705974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52" grpId="0"/>
      <p:bldP spid="65" grpId="0"/>
      <p:bldP spid="1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940013" y="1556204"/>
            <a:ext cx="80426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Кемитүү</a:t>
            </a:r>
            <a:r>
              <a:rPr lang="en-US" sz="2400" dirty="0"/>
              <a:t> </a:t>
            </a:r>
            <a:r>
              <a:rPr lang="ru-RU" sz="2400" dirty="0"/>
              <a:t>амалдарын аткаруу үчүн бул сандарды колдонуңуз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934324" y="2129783"/>
            <a:ext cx="6054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198217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198217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1988771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4459E901-532C-2185-2C8B-3E34D9CDF5AD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1963832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23168F8-C3AD-2040-34D1-5FB9EC58A192}"/>
              </a:ext>
            </a:extLst>
          </p:cNvPr>
          <p:cNvSpPr/>
          <p:nvPr/>
        </p:nvSpPr>
        <p:spPr>
          <a:xfrm>
            <a:off x="3238450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27E12A-F2C0-42F3-11C8-E3F001B98710}"/>
              </a:ext>
            </a:extLst>
          </p:cNvPr>
          <p:cNvSpPr/>
          <p:nvPr/>
        </p:nvSpPr>
        <p:spPr>
          <a:xfrm>
            <a:off x="4513068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B57A6F64-1EEA-EFDE-0AD1-745E8AADB572}"/>
              </a:ext>
            </a:extLst>
          </p:cNvPr>
          <p:cNvSpPr/>
          <p:nvPr/>
        </p:nvSpPr>
        <p:spPr>
          <a:xfrm>
            <a:off x="5787686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E76029B0-33A2-914A-B677-D19EE6C1BE5D}"/>
              </a:ext>
            </a:extLst>
          </p:cNvPr>
          <p:cNvSpPr/>
          <p:nvPr/>
        </p:nvSpPr>
        <p:spPr>
          <a:xfrm>
            <a:off x="7062304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82B52A26-AEE0-3D54-4BC6-1BC0C07464D2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50138EB-2074-1EE7-2ADB-8E66AECB09D8}"/>
              </a:ext>
            </a:extLst>
          </p:cNvPr>
          <p:cNvSpPr/>
          <p:nvPr/>
        </p:nvSpPr>
        <p:spPr>
          <a:xfrm>
            <a:off x="3153296" y="5602778"/>
            <a:ext cx="3378447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3.05</a:t>
            </a:r>
          </a:p>
        </p:txBody>
      </p:sp>
      <p:sp>
        <p:nvSpPr>
          <p:cNvPr id="13" name="Minus Sign 12">
            <a:extLst>
              <a:ext uri="{FF2B5EF4-FFF2-40B4-BE49-F238E27FC236}">
                <a16:creationId xmlns:a16="http://schemas.microsoft.com/office/drawing/2014/main" id="{50A96995-A864-68E3-025F-018F9CF798FB}"/>
              </a:ext>
            </a:extLst>
          </p:cNvPr>
          <p:cNvSpPr/>
          <p:nvPr/>
        </p:nvSpPr>
        <p:spPr>
          <a:xfrm>
            <a:off x="1991047" y="4329112"/>
            <a:ext cx="788194" cy="788194"/>
          </a:xfrm>
          <a:prstGeom prst="mathMinus">
            <a:avLst>
              <a:gd name="adj1" fmla="val 1324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0211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2" grpId="0"/>
      <p:bldP spid="65" grpId="0"/>
      <p:bldP spid="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940013" y="1556204"/>
            <a:ext cx="80426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Кемитүү</a:t>
            </a:r>
            <a:r>
              <a:rPr lang="en-US" sz="2400" dirty="0"/>
              <a:t> </a:t>
            </a:r>
            <a:r>
              <a:rPr lang="ru-RU" sz="2400" dirty="0"/>
              <a:t>амалдарын аткаруу үчүн бул сандарды колдонуңуз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458233" y="2129783"/>
            <a:ext cx="70062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кичинекей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198217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198217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1988771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77BF46C9-CECA-C7F2-8475-C43661BBCB74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F8D38F92-1549-BAEB-81D0-DD5CB3A041AD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CFF00D0-E978-A9FE-B46C-8F39914A8792}"/>
              </a:ext>
            </a:extLst>
          </p:cNvPr>
          <p:cNvSpPr/>
          <p:nvPr/>
        </p:nvSpPr>
        <p:spPr>
          <a:xfrm>
            <a:off x="3153296" y="5602778"/>
            <a:ext cx="3378447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1.67</a:t>
            </a:r>
          </a:p>
        </p:txBody>
      </p:sp>
      <p:sp>
        <p:nvSpPr>
          <p:cNvPr id="18" name="Minus Sign 17">
            <a:extLst>
              <a:ext uri="{FF2B5EF4-FFF2-40B4-BE49-F238E27FC236}">
                <a16:creationId xmlns:a16="http://schemas.microsoft.com/office/drawing/2014/main" id="{07EAAFE3-1A2D-8E4A-1CF2-9118B51DDFD9}"/>
              </a:ext>
            </a:extLst>
          </p:cNvPr>
          <p:cNvSpPr/>
          <p:nvPr/>
        </p:nvSpPr>
        <p:spPr>
          <a:xfrm>
            <a:off x="1991047" y="4329112"/>
            <a:ext cx="788194" cy="788194"/>
          </a:xfrm>
          <a:prstGeom prst="mathMinus">
            <a:avLst>
              <a:gd name="adj1" fmla="val 1324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EC96ED19-4AA7-A1E5-023E-4493981C162A}"/>
              </a:ext>
            </a:extLst>
          </p:cNvPr>
          <p:cNvSpPr/>
          <p:nvPr/>
        </p:nvSpPr>
        <p:spPr>
          <a:xfrm>
            <a:off x="2603911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291FE0CA-01B7-F4F7-EAAA-B3F7AE38C17B}"/>
              </a:ext>
            </a:extLst>
          </p:cNvPr>
          <p:cNvSpPr/>
          <p:nvPr/>
        </p:nvSpPr>
        <p:spPr>
          <a:xfrm>
            <a:off x="3878529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68B635D2-91C6-597F-1B3A-354A69F21113}"/>
              </a:ext>
            </a:extLst>
          </p:cNvPr>
          <p:cNvSpPr/>
          <p:nvPr/>
        </p:nvSpPr>
        <p:spPr>
          <a:xfrm>
            <a:off x="5153147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D8A7EB78-872A-3062-61E7-A98225C125D4}"/>
              </a:ext>
            </a:extLst>
          </p:cNvPr>
          <p:cNvSpPr/>
          <p:nvPr/>
        </p:nvSpPr>
        <p:spPr>
          <a:xfrm>
            <a:off x="6427765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312427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52" grpId="0"/>
      <p:bldP spid="66" grpId="0"/>
      <p:bldP spid="1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940013" y="1556204"/>
            <a:ext cx="80426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Кемитүү</a:t>
            </a:r>
            <a:r>
              <a:rPr lang="en-US" sz="2400" dirty="0"/>
              <a:t> </a:t>
            </a:r>
            <a:r>
              <a:rPr lang="ru-RU" sz="2400" dirty="0"/>
              <a:t>амалдарын аткаруу үчүн бул сандарды колдонуңуз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934324" y="2129783"/>
            <a:ext cx="6054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198217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198217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1988771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4459E901-532C-2185-2C8B-3E34D9CDF5AD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1963832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23168F8-C3AD-2040-34D1-5FB9EC58A192}"/>
              </a:ext>
            </a:extLst>
          </p:cNvPr>
          <p:cNvSpPr/>
          <p:nvPr/>
        </p:nvSpPr>
        <p:spPr>
          <a:xfrm>
            <a:off x="3238450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27E12A-F2C0-42F3-11C8-E3F001B98710}"/>
              </a:ext>
            </a:extLst>
          </p:cNvPr>
          <p:cNvSpPr/>
          <p:nvPr/>
        </p:nvSpPr>
        <p:spPr>
          <a:xfrm>
            <a:off x="4513068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B57A6F64-1EEA-EFDE-0AD1-745E8AADB572}"/>
              </a:ext>
            </a:extLst>
          </p:cNvPr>
          <p:cNvSpPr/>
          <p:nvPr/>
        </p:nvSpPr>
        <p:spPr>
          <a:xfrm>
            <a:off x="5787686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E76029B0-33A2-914A-B677-D19EE6C1BE5D}"/>
              </a:ext>
            </a:extLst>
          </p:cNvPr>
          <p:cNvSpPr/>
          <p:nvPr/>
        </p:nvSpPr>
        <p:spPr>
          <a:xfrm>
            <a:off x="7062304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82B52A26-AEE0-3D54-4BC6-1BC0C07464D2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6DB5F6D-D22C-D865-F8B6-105189209238}"/>
              </a:ext>
            </a:extLst>
          </p:cNvPr>
          <p:cNvSpPr/>
          <p:nvPr/>
        </p:nvSpPr>
        <p:spPr>
          <a:xfrm>
            <a:off x="3153296" y="5602778"/>
            <a:ext cx="3378447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3.18</a:t>
            </a:r>
          </a:p>
        </p:txBody>
      </p:sp>
      <p:sp>
        <p:nvSpPr>
          <p:cNvPr id="13" name="Minus Sign 12">
            <a:extLst>
              <a:ext uri="{FF2B5EF4-FFF2-40B4-BE49-F238E27FC236}">
                <a16:creationId xmlns:a16="http://schemas.microsoft.com/office/drawing/2014/main" id="{B69A643E-83E3-47C5-5494-14394461C2AD}"/>
              </a:ext>
            </a:extLst>
          </p:cNvPr>
          <p:cNvSpPr/>
          <p:nvPr/>
        </p:nvSpPr>
        <p:spPr>
          <a:xfrm>
            <a:off x="1991047" y="4329112"/>
            <a:ext cx="788194" cy="788194"/>
          </a:xfrm>
          <a:prstGeom prst="mathMinus">
            <a:avLst>
              <a:gd name="adj1" fmla="val 1324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8924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2" grpId="0"/>
      <p:bldP spid="65" grpId="0"/>
      <p:bldP spid="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940013" y="1556204"/>
            <a:ext cx="80426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Кемитүү</a:t>
            </a:r>
            <a:r>
              <a:rPr lang="en-US" sz="2400" dirty="0"/>
              <a:t> </a:t>
            </a:r>
            <a:r>
              <a:rPr lang="ru-RU" sz="2400" dirty="0"/>
              <a:t>амалдарын аткаруу үчүн бул сандарды колдонуңуз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934324" y="2129783"/>
            <a:ext cx="6054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198217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198217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1988771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4459E901-532C-2185-2C8B-3E34D9CDF5AD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1963832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23168F8-C3AD-2040-34D1-5FB9EC58A192}"/>
              </a:ext>
            </a:extLst>
          </p:cNvPr>
          <p:cNvSpPr/>
          <p:nvPr/>
        </p:nvSpPr>
        <p:spPr>
          <a:xfrm>
            <a:off x="3238450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27E12A-F2C0-42F3-11C8-E3F001B98710}"/>
              </a:ext>
            </a:extLst>
          </p:cNvPr>
          <p:cNvSpPr/>
          <p:nvPr/>
        </p:nvSpPr>
        <p:spPr>
          <a:xfrm>
            <a:off x="4513068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B57A6F64-1EEA-EFDE-0AD1-745E8AADB572}"/>
              </a:ext>
            </a:extLst>
          </p:cNvPr>
          <p:cNvSpPr/>
          <p:nvPr/>
        </p:nvSpPr>
        <p:spPr>
          <a:xfrm>
            <a:off x="5787686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E76029B0-33A2-914A-B677-D19EE6C1BE5D}"/>
              </a:ext>
            </a:extLst>
          </p:cNvPr>
          <p:cNvSpPr/>
          <p:nvPr/>
        </p:nvSpPr>
        <p:spPr>
          <a:xfrm>
            <a:off x="7062304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82B52A26-AEE0-3D54-4BC6-1BC0C07464D2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C5F50B5-3AAB-D956-AD1F-7EA44531E7DB}"/>
              </a:ext>
            </a:extLst>
          </p:cNvPr>
          <p:cNvSpPr/>
          <p:nvPr/>
        </p:nvSpPr>
        <p:spPr>
          <a:xfrm>
            <a:off x="3153296" y="5602778"/>
            <a:ext cx="3378447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8.45</a:t>
            </a:r>
          </a:p>
        </p:txBody>
      </p:sp>
      <p:sp>
        <p:nvSpPr>
          <p:cNvPr id="13" name="Minus Sign 12">
            <a:extLst>
              <a:ext uri="{FF2B5EF4-FFF2-40B4-BE49-F238E27FC236}">
                <a16:creationId xmlns:a16="http://schemas.microsoft.com/office/drawing/2014/main" id="{2358D975-A084-563B-388F-96127CB1613A}"/>
              </a:ext>
            </a:extLst>
          </p:cNvPr>
          <p:cNvSpPr/>
          <p:nvPr/>
        </p:nvSpPr>
        <p:spPr>
          <a:xfrm>
            <a:off x="1991047" y="4329112"/>
            <a:ext cx="788194" cy="788194"/>
          </a:xfrm>
          <a:prstGeom prst="mathMinus">
            <a:avLst>
              <a:gd name="adj1" fmla="val 1324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8929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2" grpId="0"/>
      <p:bldP spid="65" grpId="0"/>
      <p:bldP spid="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940013" y="1556204"/>
            <a:ext cx="80426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Кемитүү</a:t>
            </a:r>
            <a:r>
              <a:rPr lang="en-US" sz="2400" dirty="0"/>
              <a:t> </a:t>
            </a:r>
            <a:r>
              <a:rPr lang="ru-RU" sz="2400" dirty="0"/>
              <a:t>амалдарын аткаруу үчүн бул сандарды колдонуңуз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458233" y="2129783"/>
            <a:ext cx="70062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кичинекей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198217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198217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1988771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4459E901-532C-2185-2C8B-3E34D9CDF5AD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82B52A26-AEE0-3D54-4BC6-1BC0C07464D2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0554ADE-1245-7344-CA80-531DAABA5A00}"/>
              </a:ext>
            </a:extLst>
          </p:cNvPr>
          <p:cNvSpPr/>
          <p:nvPr/>
        </p:nvSpPr>
        <p:spPr>
          <a:xfrm>
            <a:off x="3153296" y="5602778"/>
            <a:ext cx="3378447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2.83</a:t>
            </a:r>
          </a:p>
        </p:txBody>
      </p:sp>
      <p:sp>
        <p:nvSpPr>
          <p:cNvPr id="19" name="Minus Sign 18">
            <a:extLst>
              <a:ext uri="{FF2B5EF4-FFF2-40B4-BE49-F238E27FC236}">
                <a16:creationId xmlns:a16="http://schemas.microsoft.com/office/drawing/2014/main" id="{9D51A347-4AA5-9CCA-1F9B-CA406EC27772}"/>
              </a:ext>
            </a:extLst>
          </p:cNvPr>
          <p:cNvSpPr/>
          <p:nvPr/>
        </p:nvSpPr>
        <p:spPr>
          <a:xfrm>
            <a:off x="1991047" y="4329112"/>
            <a:ext cx="788194" cy="788194"/>
          </a:xfrm>
          <a:prstGeom prst="mathMinus">
            <a:avLst>
              <a:gd name="adj1" fmla="val 1324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1F471F78-C29A-283F-7DF7-FFB1FC5BBF74}"/>
              </a:ext>
            </a:extLst>
          </p:cNvPr>
          <p:cNvSpPr/>
          <p:nvPr/>
        </p:nvSpPr>
        <p:spPr>
          <a:xfrm>
            <a:off x="2603911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24DE7AC-0D44-CD49-D46F-B569364A6B7C}"/>
              </a:ext>
            </a:extLst>
          </p:cNvPr>
          <p:cNvSpPr/>
          <p:nvPr/>
        </p:nvSpPr>
        <p:spPr>
          <a:xfrm>
            <a:off x="3878529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57B4433-7AFE-56AB-A80A-687BF7F2EFEB}"/>
              </a:ext>
            </a:extLst>
          </p:cNvPr>
          <p:cNvSpPr/>
          <p:nvPr/>
        </p:nvSpPr>
        <p:spPr>
          <a:xfrm>
            <a:off x="5153147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7B4D2859-62A2-A793-D724-BE7486E50B33}"/>
              </a:ext>
            </a:extLst>
          </p:cNvPr>
          <p:cNvSpPr/>
          <p:nvPr/>
        </p:nvSpPr>
        <p:spPr>
          <a:xfrm>
            <a:off x="6427765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489280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52" grpId="0"/>
      <p:bldP spid="65" grpId="0"/>
      <p:bldP spid="1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455F9FF-A775-44DB-99DD-42DDB47487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929352"/>
              </p:ext>
            </p:extLst>
          </p:nvPr>
        </p:nvGraphicFramePr>
        <p:xfrm>
          <a:off x="59945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AD8C36C-2AB2-44CF-BF97-992F65F82F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1891624"/>
              </p:ext>
            </p:extLst>
          </p:nvPr>
        </p:nvGraphicFramePr>
        <p:xfrm>
          <a:off x="2042419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2773A22-7D82-4A6C-9386-8C73822F86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8005975"/>
              </p:ext>
            </p:extLst>
          </p:nvPr>
        </p:nvGraphicFramePr>
        <p:xfrm>
          <a:off x="4024893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ACA04EB-1AF0-4BA4-B56C-D92E4B8FC6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8737508"/>
              </p:ext>
            </p:extLst>
          </p:nvPr>
        </p:nvGraphicFramePr>
        <p:xfrm>
          <a:off x="6007367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DD0CEA2-BF13-4F1F-BDF8-723774394B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2065140"/>
              </p:ext>
            </p:extLst>
          </p:nvPr>
        </p:nvGraphicFramePr>
        <p:xfrm>
          <a:off x="7989841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217ECC1-187E-45C6-AAD9-69FCF451F4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819278"/>
              </p:ext>
            </p:extLst>
          </p:nvPr>
        </p:nvGraphicFramePr>
        <p:xfrm>
          <a:off x="59945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8F2A369-4849-4D8C-9C48-42AC19EAC6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3002619"/>
              </p:ext>
            </p:extLst>
          </p:nvPr>
        </p:nvGraphicFramePr>
        <p:xfrm>
          <a:off x="2042419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CC34FD8-28B7-4290-89FF-C844EE6A1A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619173"/>
              </p:ext>
            </p:extLst>
          </p:nvPr>
        </p:nvGraphicFramePr>
        <p:xfrm>
          <a:off x="4024893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EE0B481-E5E6-4A56-A167-F7909231AE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741186"/>
              </p:ext>
            </p:extLst>
          </p:nvPr>
        </p:nvGraphicFramePr>
        <p:xfrm>
          <a:off x="6007367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04524C6-1AA7-41E4-A1BD-52B735BCF1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8690728"/>
              </p:ext>
            </p:extLst>
          </p:nvPr>
        </p:nvGraphicFramePr>
        <p:xfrm>
          <a:off x="7989841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D378E7F-888B-451D-A437-1143E900F4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700732"/>
              </p:ext>
            </p:extLst>
          </p:nvPr>
        </p:nvGraphicFramePr>
        <p:xfrm>
          <a:off x="59945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DD9438F2-5F7B-453A-9852-A5D953E267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7154783"/>
              </p:ext>
            </p:extLst>
          </p:nvPr>
        </p:nvGraphicFramePr>
        <p:xfrm>
          <a:off x="2042419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8E97513C-7184-48FD-B483-FD49969CA2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9329546"/>
              </p:ext>
            </p:extLst>
          </p:nvPr>
        </p:nvGraphicFramePr>
        <p:xfrm>
          <a:off x="4024893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4FE2DA72-78F4-437E-AA8B-E7D5DF47DE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355289"/>
              </p:ext>
            </p:extLst>
          </p:nvPr>
        </p:nvGraphicFramePr>
        <p:xfrm>
          <a:off x="6007367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6BB7F846-3757-45E8-B86C-628E47A78F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4402805"/>
              </p:ext>
            </p:extLst>
          </p:nvPr>
        </p:nvGraphicFramePr>
        <p:xfrm>
          <a:off x="7989841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88449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4EE51F-7A9F-BBA6-4D52-96A950D8E4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 algn="ctr">
              <a:buNone/>
            </a:pPr>
            <a:r>
              <a:rPr lang="ru-RU" dirty="0"/>
              <a:t>Суроолор барбы?</a:t>
            </a:r>
          </a:p>
          <a:p>
            <a:pPr marL="0" indent="0" algn="ctr">
              <a:buNone/>
            </a:pPr>
            <a:r>
              <a:rPr lang="ru-RU" dirty="0"/>
              <a:t>Комментарийлер?</a:t>
            </a:r>
          </a:p>
          <a:p>
            <a:pPr marL="0" indent="0" algn="ctr">
              <a:buNone/>
            </a:pPr>
            <a:r>
              <a:rPr lang="ru-RU" dirty="0"/>
              <a:t>Сунуштар?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…же ката таптыңызбы!?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en-US" dirty="0">
                <a:solidFill>
                  <a:srgbClr val="FF0000"/>
                </a:solidFill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515584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>
            <a:lumMod val="40000"/>
            <a:lumOff val="60000"/>
          </a:schemeClr>
        </a:solidFill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8871</TotalTime>
  <Words>568</Words>
  <Application>Microsoft Office PowerPoint</Application>
  <PresentationFormat>A4 Paper (210x297 mm)</PresentationFormat>
  <Paragraphs>259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Calibri Light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408</cp:revision>
  <cp:lastPrinted>2017-12-31T22:38:51Z</cp:lastPrinted>
  <dcterms:created xsi:type="dcterms:W3CDTF">2017-01-17T16:57:04Z</dcterms:created>
  <dcterms:modified xsi:type="dcterms:W3CDTF">2024-09-06T02:37:19Z</dcterms:modified>
</cp:coreProperties>
</file>