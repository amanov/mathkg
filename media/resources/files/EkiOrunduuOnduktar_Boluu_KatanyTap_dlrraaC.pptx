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0"/>
          </p14:sldIdLst>
        </p14:section>
        <p14:section name="Башкы слайд" id="{02CB43F0-372F-48F5-8ECE-4146E631948D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" id="{4A1CF18F-CBD8-4CE8-9034-4022B8261C24}">
          <p14:sldIdLst>
            <p14:sldId id="833"/>
          </p14:sldIdLst>
        </p14:section>
        <p14:section name="Принтерге" id="{45D3F427-FE2C-4E31-94DD-C39B49B018A8}">
          <p14:sldIdLst>
            <p14:sldId id="832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БӨЛҮҮ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D69384C-9D2F-44E5-A9F1-B8BCC097E388}"/>
              </a:ext>
            </a:extLst>
          </p:cNvPr>
          <p:cNvGrpSpPr/>
          <p:nvPr/>
        </p:nvGrpSpPr>
        <p:grpSpPr>
          <a:xfrm>
            <a:off x="2031023" y="48603"/>
            <a:ext cx="7874977" cy="6809397"/>
            <a:chOff x="2606232" y="2180804"/>
            <a:chExt cx="4693535" cy="405844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C08B53-59F8-4A6C-928F-AAE2EC687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5595" y="2180804"/>
              <a:ext cx="2415175" cy="202452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8E0F3D-BBB9-4EE2-9D16-24848AD2B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6232" y="4192763"/>
              <a:ext cx="4693535" cy="204648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CB51768-ADC3-B939-7547-60D84A3CC102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2B478-95E1-7C5D-0ECB-22D12DCE9A73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5289430-5DF4-445B-90B2-04ED915AD255}"/>
              </a:ext>
            </a:extLst>
          </p:cNvPr>
          <p:cNvGrpSpPr/>
          <p:nvPr/>
        </p:nvGrpSpPr>
        <p:grpSpPr>
          <a:xfrm>
            <a:off x="2031023" y="48603"/>
            <a:ext cx="7874977" cy="6809397"/>
            <a:chOff x="2606232" y="2180804"/>
            <a:chExt cx="4693535" cy="40584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D05D7B-9378-4B9A-850C-703C283A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5595" y="2180804"/>
              <a:ext cx="2415175" cy="202452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DF0B3B-7B13-4FD2-8133-9AFF6120A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6232" y="4192763"/>
              <a:ext cx="4693535" cy="204648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3905289" y="366239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743488" y="53369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68777" y="53546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2949515" y="5358973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6871549" y="374350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30429-9B20-BEF1-6C81-F6C74AE80F9F}"/>
              </a:ext>
            </a:extLst>
          </p:cNvPr>
          <p:cNvSpPr txBox="1"/>
          <p:nvPr/>
        </p:nvSpPr>
        <p:spPr>
          <a:xfrm>
            <a:off x="301248" y="299411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39FABA-CE2F-AFC8-0667-92927F08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45236" y="1119892"/>
            <a:ext cx="6642768" cy="4618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D86302-DA5D-CCCE-BCB5-8D29F31C7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75508" y="1119892"/>
            <a:ext cx="6642768" cy="461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8325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2024-05-28T11:24:55Z</cp:lastPrinted>
  <dcterms:created xsi:type="dcterms:W3CDTF">2017-01-17T16:57:04Z</dcterms:created>
  <dcterms:modified xsi:type="dcterms:W3CDTF">2024-05-28T11:26:41Z</dcterms:modified>
</cp:coreProperties>
</file>