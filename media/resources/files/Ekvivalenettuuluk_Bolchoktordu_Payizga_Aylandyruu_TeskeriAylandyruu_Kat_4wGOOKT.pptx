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45" r:id="rId2"/>
    <p:sldId id="941" r:id="rId3"/>
    <p:sldId id="940" r:id="rId4"/>
    <p:sldId id="943" r:id="rId5"/>
    <p:sldId id="832" r:id="rId6"/>
    <p:sldId id="944" r:id="rId7"/>
    <p:sldId id="939" r:id="rId8"/>
    <p:sldId id="833" r:id="rId9"/>
    <p:sldId id="942" r:id="rId10"/>
    <p:sldId id="834" r:id="rId11"/>
    <p:sldId id="946" r:id="rId12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4"/>
    </p:embeddedFont>
    <p:embeddedFont>
      <p:font typeface="Fira Code" panose="020B0809050000020004" pitchFamily="49" charset="0"/>
      <p:regular r:id="rId15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2F6C9E1-27A1-4E8B-A091-0541CB7C3378}">
          <p14:sldIdLst>
            <p14:sldId id="945"/>
          </p14:sldIdLst>
        </p14:section>
        <p14:section name="Титулдук слайд" id="{C2776275-125F-40A2-99AC-54B9C9535547}">
          <p14:sldIdLst>
            <p14:sldId id="941"/>
            <p14:sldId id="940"/>
          </p14:sldIdLst>
        </p14:section>
        <p14:section name="Иш кагазы" id="{45D3F427-FE2C-4E31-94DD-C39B49B018A8}">
          <p14:sldIdLst>
            <p14:sldId id="943"/>
            <p14:sldId id="832"/>
          </p14:sldIdLst>
        </p14:section>
        <p14:section name="Көрсөтүү үчүн" id="{CA0B4A51-1C5A-4331-831D-7D5748F4CE7C}">
          <p14:sldIdLst>
            <p14:sldId id="944"/>
            <p14:sldId id="939"/>
          </p14:sldIdLst>
        </p14:section>
        <p14:section name="Жооптор" id="{4A1CF18F-CBD8-4CE8-9034-4022B8261C24}">
          <p14:sldIdLst>
            <p14:sldId id="833"/>
            <p14:sldId id="942"/>
            <p14:sldId id="834"/>
          </p14:sldIdLst>
        </p14:section>
        <p14:section name="Кайтарым байланыш" id="{1F462C69-5607-48A3-918A-31B1142082DE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507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Эквиваленттүүлүк – Бөлчөктөр жана пайыздар––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5250863" y="342900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6429697" y="555543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78959" y="2128540"/>
            <a:ext cx="563648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3200" dirty="0"/>
              <a:t>Алты бурчтук </a:t>
            </a:r>
            <a:endParaRPr lang="en-US" sz="3200" dirty="0"/>
          </a:p>
          <a:p>
            <a:pPr algn="ctr"/>
            <a:r>
              <a:rPr lang="ky-KG" sz="3200" dirty="0"/>
              <a:t>кээ бир каталарды камтыйт!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Алардын </a:t>
            </a:r>
          </a:p>
          <a:p>
            <a:pPr algn="ctr"/>
            <a:r>
              <a:rPr lang="ky-KG" sz="3200" dirty="0"/>
              <a:t>баарын таба аласыңбы?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Баарын тапкандан кийин, </a:t>
            </a:r>
          </a:p>
          <a:p>
            <a:pPr algn="ctr"/>
            <a:r>
              <a:rPr lang="ky-KG" sz="3200" dirty="0"/>
              <a:t>туурасын жазып кой</a:t>
            </a:r>
            <a:endParaRPr lang="en-GB" sz="3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6EFAF6-7910-412F-AAF1-A2EFE000F8BD}"/>
              </a:ext>
            </a:extLst>
          </p:cNvPr>
          <p:cNvGrpSpPr/>
          <p:nvPr/>
        </p:nvGrpSpPr>
        <p:grpSpPr>
          <a:xfrm>
            <a:off x="4953000" y="2381916"/>
            <a:ext cx="4953000" cy="4317263"/>
            <a:chOff x="0" y="2079070"/>
            <a:chExt cx="4953000" cy="431726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67345F5-A3E3-4D4F-8721-FDCE43623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079070"/>
              <a:ext cx="4953000" cy="215089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DF64001-7CDC-4F05-9F35-8D5971A40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199980"/>
              <a:ext cx="4953000" cy="2196353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010BC4C-9C7E-42CD-9A26-F85F0197BFF3}"/>
              </a:ext>
            </a:extLst>
          </p:cNvPr>
          <p:cNvSpPr/>
          <p:nvPr/>
        </p:nvSpPr>
        <p:spPr>
          <a:xfrm>
            <a:off x="97423" y="158821"/>
            <a:ext cx="5775940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</p:txBody>
      </p:sp>
    </p:spTree>
    <p:extLst>
      <p:ext uri="{BB962C8B-B14F-4D97-AF65-F5344CB8AC3E}">
        <p14:creationId xmlns:p14="http://schemas.microsoft.com/office/powerpoint/2010/main" val="3043481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CF240E-7AD1-7802-AF9B-9CA635867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90115" y="1087383"/>
            <a:ext cx="6789636" cy="46832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4FA822-A98C-A1D8-5C49-F769C1388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78125" y="1053201"/>
            <a:ext cx="6789636" cy="468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247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0928EB-F545-64E5-B779-88F411A9A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33752" y="1118568"/>
            <a:ext cx="6784879" cy="4693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00EF92-5531-9E35-31F4-3221C233A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54874" y="1118567"/>
            <a:ext cx="6784879" cy="469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8DA1EB2-A7DE-42CB-8409-BC571A6BD624}"/>
              </a:ext>
            </a:extLst>
          </p:cNvPr>
          <p:cNvGrpSpPr/>
          <p:nvPr/>
        </p:nvGrpSpPr>
        <p:grpSpPr>
          <a:xfrm>
            <a:off x="2011680" y="6398"/>
            <a:ext cx="7888390" cy="6821122"/>
            <a:chOff x="1977039" y="532302"/>
            <a:chExt cx="5981020" cy="517181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3E91456-9223-45C0-BFC4-3EB281B62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4295" y="532302"/>
              <a:ext cx="3057410" cy="2608217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92BC000-E8C5-42C5-865F-FB76E1EE7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7039" y="3114394"/>
              <a:ext cx="5981020" cy="258972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CA785A8-1DFF-CC70-E14E-BC856B378F83}"/>
              </a:ext>
            </a:extLst>
          </p:cNvPr>
          <p:cNvSpPr txBox="1"/>
          <p:nvPr/>
        </p:nvSpPr>
        <p:spPr>
          <a:xfrm>
            <a:off x="322834" y="27504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CF009B-A043-6643-0F12-C80F1EA0FE1B}"/>
              </a:ext>
            </a:extLst>
          </p:cNvPr>
          <p:cNvSpPr txBox="1"/>
          <p:nvPr/>
        </p:nvSpPr>
        <p:spPr>
          <a:xfrm>
            <a:off x="322834" y="157817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9761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1445192-C8DB-45DA-A530-65CB1BC5ACC2}"/>
              </a:ext>
            </a:extLst>
          </p:cNvPr>
          <p:cNvGrpSpPr/>
          <p:nvPr/>
        </p:nvGrpSpPr>
        <p:grpSpPr>
          <a:xfrm>
            <a:off x="2038128" y="1"/>
            <a:ext cx="7867872" cy="6858000"/>
            <a:chOff x="0" y="2079070"/>
            <a:chExt cx="4953000" cy="431726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0F073C9-64D8-487C-A4C9-ACD884A9A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079070"/>
              <a:ext cx="4953000" cy="215089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B415B9A-98EC-460F-A2ED-2C1AC9864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199980"/>
              <a:ext cx="4953000" cy="2196353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453C989-0C18-9C27-22F4-DC22317212D2}"/>
              </a:ext>
            </a:extLst>
          </p:cNvPr>
          <p:cNvSpPr txBox="1"/>
          <p:nvPr/>
        </p:nvSpPr>
        <p:spPr>
          <a:xfrm>
            <a:off x="282194" y="9216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0261A6-43F9-9AEB-B648-BBD390514C30}"/>
              </a:ext>
            </a:extLst>
          </p:cNvPr>
          <p:cNvSpPr txBox="1"/>
          <p:nvPr/>
        </p:nvSpPr>
        <p:spPr>
          <a:xfrm>
            <a:off x="363474" y="5657671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FAF9B38-FF6E-41C5-BA1C-252BF23541FD}"/>
              </a:ext>
            </a:extLst>
          </p:cNvPr>
          <p:cNvGrpSpPr/>
          <p:nvPr/>
        </p:nvGrpSpPr>
        <p:grpSpPr>
          <a:xfrm>
            <a:off x="2011680" y="6398"/>
            <a:ext cx="7888390" cy="6821122"/>
            <a:chOff x="1977039" y="532302"/>
            <a:chExt cx="5981020" cy="517181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63C7071-81A1-48C8-B93D-C43D91DEF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4295" y="532302"/>
              <a:ext cx="3057410" cy="260821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8A8F889-2224-4F03-AFC6-B8996B700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7039" y="3114394"/>
              <a:ext cx="5981020" cy="2589720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5326322" y="445683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6316068" y="295503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7686239" y="537048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4363513" y="270148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3763850" y="529221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3D4991-7D3C-E25A-0A96-71B6B4D6A8CB}"/>
              </a:ext>
            </a:extLst>
          </p:cNvPr>
          <p:cNvSpPr txBox="1"/>
          <p:nvPr/>
        </p:nvSpPr>
        <p:spPr>
          <a:xfrm>
            <a:off x="447763" y="605568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7325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4B7D615-E216-4955-AE0D-FEF6E4B7B0E6}"/>
              </a:ext>
            </a:extLst>
          </p:cNvPr>
          <p:cNvGrpSpPr/>
          <p:nvPr/>
        </p:nvGrpSpPr>
        <p:grpSpPr>
          <a:xfrm>
            <a:off x="2038128" y="1"/>
            <a:ext cx="7867872" cy="6858000"/>
            <a:chOff x="0" y="2079070"/>
            <a:chExt cx="4953000" cy="431726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3D4B0F3-F71A-4572-BA45-917A4F32F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079070"/>
              <a:ext cx="4953000" cy="215089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F99EAB3-2FD3-4B8F-8EDF-FA7058218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199980"/>
              <a:ext cx="4953000" cy="2196353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3866757" y="5330736"/>
            <a:ext cx="1237129" cy="117385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6362205" y="2816197"/>
            <a:ext cx="1237129" cy="117385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8298950" y="2743449"/>
            <a:ext cx="1237129" cy="117385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6896973" y="1918787"/>
            <a:ext cx="1237129" cy="117385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3868392" y="278818"/>
            <a:ext cx="1237129" cy="117385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AAFB38-25C0-E7B7-E064-B838159C8385}"/>
              </a:ext>
            </a:extLst>
          </p:cNvPr>
          <p:cNvSpPr txBox="1"/>
          <p:nvPr/>
        </p:nvSpPr>
        <p:spPr>
          <a:xfrm>
            <a:off x="92163" y="148368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96983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4B7D615-E216-4955-AE0D-FEF6E4B7B0E6}"/>
              </a:ext>
            </a:extLst>
          </p:cNvPr>
          <p:cNvGrpSpPr/>
          <p:nvPr/>
        </p:nvGrpSpPr>
        <p:grpSpPr>
          <a:xfrm>
            <a:off x="2038128" y="1"/>
            <a:ext cx="7867872" cy="6858000"/>
            <a:chOff x="0" y="2079070"/>
            <a:chExt cx="4953000" cy="431726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3D4B0F3-F71A-4572-BA45-917A4F32F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079070"/>
              <a:ext cx="4953000" cy="215089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F99EAB3-2FD3-4B8F-8EDF-FA7058218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199980"/>
              <a:ext cx="4953000" cy="2196353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3866757" y="5330736"/>
            <a:ext cx="1237129" cy="117385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6362205" y="2816197"/>
            <a:ext cx="1237129" cy="117385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8298950" y="2743449"/>
            <a:ext cx="1237129" cy="117385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6896973" y="1918787"/>
            <a:ext cx="1237129" cy="117385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3868392" y="278818"/>
            <a:ext cx="1237129" cy="117385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277E9B7-26A2-478A-94AD-A3BE8F4EBD0D}"/>
                  </a:ext>
                </a:extLst>
              </p:cNvPr>
              <p:cNvSpPr txBox="1"/>
              <p:nvPr/>
            </p:nvSpPr>
            <p:spPr>
              <a:xfrm>
                <a:off x="30496" y="38909"/>
                <a:ext cx="1598515" cy="45997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128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160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=80% </m:t>
                      </m:r>
                    </m:oMath>
                  </m:oMathPara>
                </a14:m>
                <a:endParaRPr lang="en-GB" b="0" dirty="0"/>
              </a:p>
              <a:p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95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49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26.25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277E9B7-26A2-478A-94AD-A3BE8F4EB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6" y="38909"/>
                <a:ext cx="1598515" cy="45997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921569D-FD53-4D9F-AE96-E3FF018B7356}"/>
                  </a:ext>
                </a:extLst>
              </p:cNvPr>
              <p:cNvSpPr txBox="1"/>
              <p:nvPr/>
            </p:nvSpPr>
            <p:spPr>
              <a:xfrm>
                <a:off x="0" y="4650473"/>
                <a:ext cx="1531958" cy="221310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130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921569D-FD53-4D9F-AE96-E3FF018B7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50473"/>
                <a:ext cx="1531958" cy="22131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999D52-7E64-4522-A51F-EF7EF3ED58FA}"/>
                  </a:ext>
                </a:extLst>
              </p:cNvPr>
              <p:cNvSpPr txBox="1"/>
              <p:nvPr/>
            </p:nvSpPr>
            <p:spPr>
              <a:xfrm>
                <a:off x="1590194" y="4578256"/>
                <a:ext cx="1515158" cy="22131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26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98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140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70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150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999D52-7E64-4522-A51F-EF7EF3ED5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194" y="4578256"/>
                <a:ext cx="1515158" cy="22131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8402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8293</TotalTime>
  <Words>206</Words>
  <Application>Microsoft Office PowerPoint</Application>
  <PresentationFormat>A4 Paper (210x297 mm)</PresentationFormat>
  <Paragraphs>74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Fira Code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355</cp:revision>
  <cp:lastPrinted>2024-09-01T14:58:47Z</cp:lastPrinted>
  <dcterms:created xsi:type="dcterms:W3CDTF">2017-01-17T16:57:04Z</dcterms:created>
  <dcterms:modified xsi:type="dcterms:W3CDTF">2024-09-01T15:00:52Z</dcterms:modified>
</cp:coreProperties>
</file>