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73" r:id="rId2"/>
    <p:sldId id="958" r:id="rId3"/>
    <p:sldId id="961" r:id="rId4"/>
    <p:sldId id="960" r:id="rId5"/>
    <p:sldId id="959" r:id="rId6"/>
    <p:sldId id="976" r:id="rId7"/>
    <p:sldId id="963" r:id="rId8"/>
    <p:sldId id="964" r:id="rId9"/>
    <p:sldId id="975" r:id="rId10"/>
  </p:sldIdLst>
  <p:sldSz cx="9906000" cy="6858000" type="A4"/>
  <p:notesSz cx="7315200" cy="9601200"/>
  <p:embeddedFontLst>
    <p:embeddedFont>
      <p:font typeface="Bauhaus 93" panose="04030905020B02020C02" pitchFamily="82" charset="0"/>
      <p:regular r:id="rId12"/>
    </p:embeddedFont>
    <p:embeddedFont>
      <p:font typeface="Stencil" panose="040409050D0802020404" pitchFamily="8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C604FE8-3DB7-4056-A23F-9024D0B4EDD3}">
          <p14:sldIdLst>
            <p14:sldId id="973"/>
          </p14:sldIdLst>
        </p14:section>
        <p14:section name="Көрсөтүү үчүн" id="{059544AC-2C27-45B1-9F95-F87DF8854DD6}">
          <p14:sldIdLst>
            <p14:sldId id="958"/>
            <p14:sldId id="961"/>
          </p14:sldIdLst>
        </p14:section>
        <p14:section name="Жооптор" id="{1FEDB314-42DC-4694-9B04-D4A4AAE625F7}">
          <p14:sldIdLst>
            <p14:sldId id="960"/>
            <p14:sldId id="959"/>
          </p14:sldIdLst>
        </p14:section>
        <p14:section name="Иш кагаздар" id="{A78D9305-6AAE-4715-A210-52F6908F30F7}">
          <p14:sldIdLst>
            <p14:sldId id="976"/>
            <p14:sldId id="963"/>
            <p14:sldId id="964"/>
          </p14:sldIdLst>
        </p14:section>
        <p14:section name="Кайтарым байланыш" id="{9A6B5760-BC05-4F4E-95EC-93E127420159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169920" cy="481727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0"/>
            <a:ext cx="3169920" cy="481727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200150"/>
            <a:ext cx="46799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0"/>
            <a:ext cx="5852160" cy="3780472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8"/>
            <a:ext cx="3169920" cy="481726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8"/>
            <a:ext cx="3169920" cy="481726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969818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</a:t>
            </a:r>
          </a:p>
          <a:p>
            <a:pPr marL="0" marR="0" lvl="0" indent="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жана бөлүү – </a:t>
            </a:r>
            <a:r>
              <a:rPr lang="ky-KG" b="1" i="0" cap="all" dirty="0">
                <a:solidFill>
                  <a:srgbClr val="212529"/>
                </a:solidFill>
                <a:effectLst/>
                <a:highlight>
                  <a:srgbClr val="FFE4C4"/>
                </a:highlight>
                <a:latin typeface="system-ui"/>
              </a:rPr>
              <a:t>КӨНДҮМ ИШ КАГАЗДАРЫ </a:t>
            </a:r>
            <a:r>
              <a:rPr lang="ky-KG" b="1" cap="all" dirty="0">
                <a:solidFill>
                  <a:srgbClr val="212529"/>
                </a:solidFill>
                <a:highlight>
                  <a:srgbClr val="FFE4C4"/>
                </a:highlight>
                <a:latin typeface="system-ui"/>
              </a:rPr>
              <a:t>3</a:t>
            </a:r>
            <a:endParaRPr lang="ky-KG" b="1" i="0" cap="all" dirty="0">
              <a:solidFill>
                <a:srgbClr val="212529"/>
              </a:solidFill>
              <a:effectLst/>
              <a:highlight>
                <a:srgbClr val="FFE4C4"/>
              </a:highlight>
              <a:latin typeface="system-ui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1" u="sng" strike="noStrike" kern="1200" cap="all" spc="0" normalizeH="0" baseline="0" noProof="0" dirty="0">
              <a:ln>
                <a:noFill/>
              </a:ln>
              <a:solidFill>
                <a:srgbClr val="212529"/>
              </a:solidFill>
              <a:highlight>
                <a:srgbClr val="FFE4C4"/>
              </a:highlight>
              <a:uLnTx/>
              <a:uFillTx/>
              <a:latin typeface="system-ui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2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grid with black dots and numbers&#10;&#10;Description automatically generated">
            <a:extLst>
              <a:ext uri="{FF2B5EF4-FFF2-40B4-BE49-F238E27FC236}">
                <a16:creationId xmlns:a16="http://schemas.microsoft.com/office/drawing/2014/main" id="{329AE920-F743-B27F-B6B2-D18EE70A8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536" y="643466"/>
            <a:ext cx="605892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8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rrow: Down 18">
            <a:extLst>
              <a:ext uri="{FF2B5EF4-FFF2-40B4-BE49-F238E27FC236}">
                <a16:creationId xmlns:a16="http://schemas.microsoft.com/office/drawing/2014/main" id="{52D09EFB-9BBE-51DD-E5A7-5103A9550FA4}"/>
              </a:ext>
            </a:extLst>
          </p:cNvPr>
          <p:cNvSpPr/>
          <p:nvPr/>
        </p:nvSpPr>
        <p:spPr>
          <a:xfrm>
            <a:off x="1386401" y="584700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C0B40C-33F6-15F9-7DFB-240683F5D0F2}"/>
              </a:ext>
            </a:extLst>
          </p:cNvPr>
          <p:cNvSpPr txBox="1"/>
          <p:nvPr/>
        </p:nvSpPr>
        <p:spPr>
          <a:xfrm>
            <a:off x="1807076" y="593935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A22BC9-F7CD-B336-5C05-7540A683EED8}"/>
              </a:ext>
            </a:extLst>
          </p:cNvPr>
          <p:cNvSpPr/>
          <p:nvPr/>
        </p:nvSpPr>
        <p:spPr>
          <a:xfrm>
            <a:off x="24370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2FCC6-6883-66E0-3A34-3EB75B98AD8A}"/>
              </a:ext>
            </a:extLst>
          </p:cNvPr>
          <p:cNvSpPr/>
          <p:nvPr/>
        </p:nvSpPr>
        <p:spPr>
          <a:xfrm>
            <a:off x="54210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B7221-3333-D8CB-9798-EA556264C35C}"/>
              </a:ext>
            </a:extLst>
          </p:cNvPr>
          <p:cNvSpPr/>
          <p:nvPr/>
        </p:nvSpPr>
        <p:spPr>
          <a:xfrm>
            <a:off x="84049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3A9F05-2FC9-ED09-CCD7-A2B2A7E0E9E4}"/>
              </a:ext>
            </a:extLst>
          </p:cNvPr>
          <p:cNvSpPr/>
          <p:nvPr/>
        </p:nvSpPr>
        <p:spPr>
          <a:xfrm>
            <a:off x="113888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35F95-B72E-61F2-6EAE-447573229893}"/>
              </a:ext>
            </a:extLst>
          </p:cNvPr>
          <p:cNvSpPr/>
          <p:nvPr/>
        </p:nvSpPr>
        <p:spPr>
          <a:xfrm>
            <a:off x="143727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15123-6575-C70E-E486-81A358E77034}"/>
              </a:ext>
            </a:extLst>
          </p:cNvPr>
          <p:cNvSpPr/>
          <p:nvPr/>
        </p:nvSpPr>
        <p:spPr>
          <a:xfrm>
            <a:off x="173567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2B940F-B1E4-3AAC-A13E-2738A5832021}"/>
              </a:ext>
            </a:extLst>
          </p:cNvPr>
          <p:cNvSpPr/>
          <p:nvPr/>
        </p:nvSpPr>
        <p:spPr>
          <a:xfrm>
            <a:off x="203406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B19C14-530D-694C-22B0-B0F0B667CE88}"/>
              </a:ext>
            </a:extLst>
          </p:cNvPr>
          <p:cNvSpPr/>
          <p:nvPr/>
        </p:nvSpPr>
        <p:spPr>
          <a:xfrm>
            <a:off x="2332454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A22D8B-E6AE-7AC1-EB5C-AA04617D4BB5}"/>
              </a:ext>
            </a:extLst>
          </p:cNvPr>
          <p:cNvSpPr/>
          <p:nvPr/>
        </p:nvSpPr>
        <p:spPr>
          <a:xfrm>
            <a:off x="263084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933A5B-7042-0305-30F5-7EA5715563F0}"/>
              </a:ext>
            </a:extLst>
          </p:cNvPr>
          <p:cNvSpPr/>
          <p:nvPr/>
        </p:nvSpPr>
        <p:spPr>
          <a:xfrm>
            <a:off x="292923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BA24F1-7945-7166-2EDD-C6ED060C7373}"/>
              </a:ext>
            </a:extLst>
          </p:cNvPr>
          <p:cNvSpPr/>
          <p:nvPr/>
        </p:nvSpPr>
        <p:spPr>
          <a:xfrm>
            <a:off x="322763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613DA0-4043-AD16-205F-9CA6D3395EF6}"/>
              </a:ext>
            </a:extLst>
          </p:cNvPr>
          <p:cNvSpPr/>
          <p:nvPr/>
        </p:nvSpPr>
        <p:spPr>
          <a:xfrm>
            <a:off x="352602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45C7807C-2AAA-74B7-C35D-17ED0BAD1632}"/>
              </a:ext>
            </a:extLst>
          </p:cNvPr>
          <p:cNvSpPr txBox="1"/>
          <p:nvPr/>
        </p:nvSpPr>
        <p:spPr>
          <a:xfrm>
            <a:off x="820816" y="-23034"/>
            <a:ext cx="28664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Bauhaus 93" panose="04030905020B02020C02" pitchFamily="82" charset="0"/>
              </a:rPr>
              <a:t>MEGA </a:t>
            </a:r>
            <a:r>
              <a:rPr lang="ky-KG" sz="16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көбөйтүү жана бөлүү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313" name="Arrow: Down 312">
            <a:extLst>
              <a:ext uri="{FF2B5EF4-FFF2-40B4-BE49-F238E27FC236}">
                <a16:creationId xmlns:a16="http://schemas.microsoft.com/office/drawing/2014/main" id="{1F0F7355-72CD-AE68-676B-522CAA48D670}"/>
              </a:ext>
            </a:extLst>
          </p:cNvPr>
          <p:cNvSpPr/>
          <p:nvPr/>
        </p:nvSpPr>
        <p:spPr>
          <a:xfrm>
            <a:off x="1386401" y="1272194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72E43683-D95B-AD17-1DC3-4D567CF6E364}"/>
              </a:ext>
            </a:extLst>
          </p:cNvPr>
          <p:cNvSpPr txBox="1"/>
          <p:nvPr/>
        </p:nvSpPr>
        <p:spPr>
          <a:xfrm>
            <a:off x="1807076" y="1281429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</a:t>
            </a: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3A1ABA9E-E8C6-07BB-F089-57B09AEF4B29}"/>
              </a:ext>
            </a:extLst>
          </p:cNvPr>
          <p:cNvSpPr/>
          <p:nvPr/>
        </p:nvSpPr>
        <p:spPr>
          <a:xfrm>
            <a:off x="243709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DB79878F-69E8-C1C5-1234-62A5CF7AC4C0}"/>
              </a:ext>
            </a:extLst>
          </p:cNvPr>
          <p:cNvSpPr/>
          <p:nvPr/>
        </p:nvSpPr>
        <p:spPr>
          <a:xfrm>
            <a:off x="542101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7EF3F95F-BE1E-1DD9-35F1-E09D9D430036}"/>
              </a:ext>
            </a:extLst>
          </p:cNvPr>
          <p:cNvSpPr/>
          <p:nvPr/>
        </p:nvSpPr>
        <p:spPr>
          <a:xfrm>
            <a:off x="840493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F94D7BD8-8A7A-0AAE-C25A-40B09395367B}"/>
              </a:ext>
            </a:extLst>
          </p:cNvPr>
          <p:cNvSpPr/>
          <p:nvPr/>
        </p:nvSpPr>
        <p:spPr>
          <a:xfrm>
            <a:off x="1138886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37074A9-7E66-1FB1-AF2F-BD8151EE2780}"/>
              </a:ext>
            </a:extLst>
          </p:cNvPr>
          <p:cNvSpPr/>
          <p:nvPr/>
        </p:nvSpPr>
        <p:spPr>
          <a:xfrm>
            <a:off x="1437278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1B536001-D536-B30A-904B-FB8A74F7A6C9}"/>
              </a:ext>
            </a:extLst>
          </p:cNvPr>
          <p:cNvSpPr/>
          <p:nvPr/>
        </p:nvSpPr>
        <p:spPr>
          <a:xfrm>
            <a:off x="1735670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E9B58D57-6E2C-4344-A82C-660ED98BA43B}"/>
              </a:ext>
            </a:extLst>
          </p:cNvPr>
          <p:cNvSpPr/>
          <p:nvPr/>
        </p:nvSpPr>
        <p:spPr>
          <a:xfrm>
            <a:off x="2034062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E32DB056-332E-564C-3243-7A5A0E25588C}"/>
              </a:ext>
            </a:extLst>
          </p:cNvPr>
          <p:cNvSpPr/>
          <p:nvPr/>
        </p:nvSpPr>
        <p:spPr>
          <a:xfrm>
            <a:off x="2332454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77778EFC-7050-EEE8-867B-8C413B7296EB}"/>
              </a:ext>
            </a:extLst>
          </p:cNvPr>
          <p:cNvSpPr/>
          <p:nvPr/>
        </p:nvSpPr>
        <p:spPr>
          <a:xfrm>
            <a:off x="2630846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9E17161-B9F7-1C60-D8D5-7F4FDBD0EB26}"/>
              </a:ext>
            </a:extLst>
          </p:cNvPr>
          <p:cNvSpPr/>
          <p:nvPr/>
        </p:nvSpPr>
        <p:spPr>
          <a:xfrm>
            <a:off x="2929238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3618185C-E03A-0117-0DB4-74582D07628E}"/>
              </a:ext>
            </a:extLst>
          </p:cNvPr>
          <p:cNvSpPr/>
          <p:nvPr/>
        </p:nvSpPr>
        <p:spPr>
          <a:xfrm>
            <a:off x="3227631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ADB5536-314D-910B-94C7-E560528D3FDE}"/>
              </a:ext>
            </a:extLst>
          </p:cNvPr>
          <p:cNvSpPr/>
          <p:nvPr/>
        </p:nvSpPr>
        <p:spPr>
          <a:xfrm>
            <a:off x="3526023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9" name="Arrow: Down 328">
            <a:extLst>
              <a:ext uri="{FF2B5EF4-FFF2-40B4-BE49-F238E27FC236}">
                <a16:creationId xmlns:a16="http://schemas.microsoft.com/office/drawing/2014/main" id="{BDAA78DF-BE62-F1D4-A9FD-C11E668B912B}"/>
              </a:ext>
            </a:extLst>
          </p:cNvPr>
          <p:cNvSpPr/>
          <p:nvPr/>
        </p:nvSpPr>
        <p:spPr>
          <a:xfrm>
            <a:off x="1386401" y="1959688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B5FAE8A8-36BF-2A37-30D4-79893A1A673E}"/>
              </a:ext>
            </a:extLst>
          </p:cNvPr>
          <p:cNvSpPr txBox="1"/>
          <p:nvPr/>
        </p:nvSpPr>
        <p:spPr>
          <a:xfrm>
            <a:off x="1807076" y="196892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</a:t>
            </a: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D1F5CD8-DE21-8379-1706-A17E0E297C5A}"/>
              </a:ext>
            </a:extLst>
          </p:cNvPr>
          <p:cNvSpPr/>
          <p:nvPr/>
        </p:nvSpPr>
        <p:spPr>
          <a:xfrm>
            <a:off x="243709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38DEB1B-35B8-92B0-FAC5-647BB617C209}"/>
              </a:ext>
            </a:extLst>
          </p:cNvPr>
          <p:cNvSpPr/>
          <p:nvPr/>
        </p:nvSpPr>
        <p:spPr>
          <a:xfrm>
            <a:off x="542101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08869B15-310E-6413-9A5C-A79BAE85395C}"/>
              </a:ext>
            </a:extLst>
          </p:cNvPr>
          <p:cNvSpPr/>
          <p:nvPr/>
        </p:nvSpPr>
        <p:spPr>
          <a:xfrm>
            <a:off x="840493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C143E53B-C334-BD78-D5FB-5FE041B085E5}"/>
              </a:ext>
            </a:extLst>
          </p:cNvPr>
          <p:cNvSpPr/>
          <p:nvPr/>
        </p:nvSpPr>
        <p:spPr>
          <a:xfrm>
            <a:off x="1138886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C554A4C5-3B48-27CF-808C-9F15965FA48B}"/>
              </a:ext>
            </a:extLst>
          </p:cNvPr>
          <p:cNvSpPr/>
          <p:nvPr/>
        </p:nvSpPr>
        <p:spPr>
          <a:xfrm>
            <a:off x="1437278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BA2704A3-51C4-93E1-9A19-73AD720E7604}"/>
              </a:ext>
            </a:extLst>
          </p:cNvPr>
          <p:cNvSpPr/>
          <p:nvPr/>
        </p:nvSpPr>
        <p:spPr>
          <a:xfrm>
            <a:off x="1735670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AD2592F-B9F9-5169-A656-980F915B02FA}"/>
              </a:ext>
            </a:extLst>
          </p:cNvPr>
          <p:cNvSpPr/>
          <p:nvPr/>
        </p:nvSpPr>
        <p:spPr>
          <a:xfrm>
            <a:off x="2034062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3706452D-B0B0-B566-489F-EB04032807BE}"/>
              </a:ext>
            </a:extLst>
          </p:cNvPr>
          <p:cNvSpPr/>
          <p:nvPr/>
        </p:nvSpPr>
        <p:spPr>
          <a:xfrm>
            <a:off x="2332454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BF4FBE7B-3D25-AF0D-3812-49CB4D79943D}"/>
              </a:ext>
            </a:extLst>
          </p:cNvPr>
          <p:cNvSpPr/>
          <p:nvPr/>
        </p:nvSpPr>
        <p:spPr>
          <a:xfrm>
            <a:off x="2630846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223D5690-3F86-FBDC-22C3-1F1AF0326161}"/>
              </a:ext>
            </a:extLst>
          </p:cNvPr>
          <p:cNvSpPr/>
          <p:nvPr/>
        </p:nvSpPr>
        <p:spPr>
          <a:xfrm>
            <a:off x="2929238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A8E54865-7B85-A3BE-1298-6B22D1D8BEFA}"/>
              </a:ext>
            </a:extLst>
          </p:cNvPr>
          <p:cNvSpPr/>
          <p:nvPr/>
        </p:nvSpPr>
        <p:spPr>
          <a:xfrm>
            <a:off x="3227631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5C27862E-A709-2FC3-A45A-E8604D73C702}"/>
              </a:ext>
            </a:extLst>
          </p:cNvPr>
          <p:cNvSpPr/>
          <p:nvPr/>
        </p:nvSpPr>
        <p:spPr>
          <a:xfrm>
            <a:off x="3526023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5" name="Arrow: Down 344">
            <a:extLst>
              <a:ext uri="{FF2B5EF4-FFF2-40B4-BE49-F238E27FC236}">
                <a16:creationId xmlns:a16="http://schemas.microsoft.com/office/drawing/2014/main" id="{8709160A-6E3C-C8F7-C480-4CA43FC41E2E}"/>
              </a:ext>
            </a:extLst>
          </p:cNvPr>
          <p:cNvSpPr/>
          <p:nvPr/>
        </p:nvSpPr>
        <p:spPr>
          <a:xfrm>
            <a:off x="1386401" y="2647182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9D85A6F8-7B98-4A7A-5D21-D322A8CABAF7}"/>
              </a:ext>
            </a:extLst>
          </p:cNvPr>
          <p:cNvSpPr txBox="1"/>
          <p:nvPr/>
        </p:nvSpPr>
        <p:spPr>
          <a:xfrm>
            <a:off x="1767803" y="2656417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100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50C4DAFF-454D-EF3D-1E65-934D82D6BA7B}"/>
              </a:ext>
            </a:extLst>
          </p:cNvPr>
          <p:cNvSpPr/>
          <p:nvPr/>
        </p:nvSpPr>
        <p:spPr>
          <a:xfrm>
            <a:off x="243709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F5F59769-4A08-A170-B7D4-869178A100DC}"/>
              </a:ext>
            </a:extLst>
          </p:cNvPr>
          <p:cNvSpPr/>
          <p:nvPr/>
        </p:nvSpPr>
        <p:spPr>
          <a:xfrm>
            <a:off x="542101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1DBF73AE-2949-20BB-3D26-EDE706C6801B}"/>
              </a:ext>
            </a:extLst>
          </p:cNvPr>
          <p:cNvSpPr/>
          <p:nvPr/>
        </p:nvSpPr>
        <p:spPr>
          <a:xfrm>
            <a:off x="840493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3F8C4C27-00F5-9EAC-E93A-475502A95937}"/>
              </a:ext>
            </a:extLst>
          </p:cNvPr>
          <p:cNvSpPr/>
          <p:nvPr/>
        </p:nvSpPr>
        <p:spPr>
          <a:xfrm>
            <a:off x="1138886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882F6587-D585-7225-1475-B24B8AFD0FC9}"/>
              </a:ext>
            </a:extLst>
          </p:cNvPr>
          <p:cNvSpPr/>
          <p:nvPr/>
        </p:nvSpPr>
        <p:spPr>
          <a:xfrm>
            <a:off x="1437278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3FA24987-6606-E6D6-76F8-BD3E35FAD9C5}"/>
              </a:ext>
            </a:extLst>
          </p:cNvPr>
          <p:cNvSpPr/>
          <p:nvPr/>
        </p:nvSpPr>
        <p:spPr>
          <a:xfrm>
            <a:off x="1735670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6B6D3809-3810-A62B-AF67-B2E6071A6020}"/>
              </a:ext>
            </a:extLst>
          </p:cNvPr>
          <p:cNvSpPr/>
          <p:nvPr/>
        </p:nvSpPr>
        <p:spPr>
          <a:xfrm>
            <a:off x="2034062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C7578E72-83C9-4D49-1451-49B18F271A8C}"/>
              </a:ext>
            </a:extLst>
          </p:cNvPr>
          <p:cNvSpPr/>
          <p:nvPr/>
        </p:nvSpPr>
        <p:spPr>
          <a:xfrm>
            <a:off x="2332454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7D64A0F9-AAB2-F046-113E-58A57517571A}"/>
              </a:ext>
            </a:extLst>
          </p:cNvPr>
          <p:cNvSpPr/>
          <p:nvPr/>
        </p:nvSpPr>
        <p:spPr>
          <a:xfrm>
            <a:off x="2630846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42C4D12-62E5-C418-8A59-261DB8D1A4E2}"/>
              </a:ext>
            </a:extLst>
          </p:cNvPr>
          <p:cNvSpPr/>
          <p:nvPr/>
        </p:nvSpPr>
        <p:spPr>
          <a:xfrm>
            <a:off x="2929238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1326DEC0-0C69-54A4-6EDF-B9932256CBFE}"/>
              </a:ext>
            </a:extLst>
          </p:cNvPr>
          <p:cNvSpPr/>
          <p:nvPr/>
        </p:nvSpPr>
        <p:spPr>
          <a:xfrm>
            <a:off x="3227631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C13417AE-7F7D-2E17-5682-1801A71D6C82}"/>
              </a:ext>
            </a:extLst>
          </p:cNvPr>
          <p:cNvSpPr/>
          <p:nvPr/>
        </p:nvSpPr>
        <p:spPr>
          <a:xfrm>
            <a:off x="3526023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1" name="Arrow: Down 360">
            <a:extLst>
              <a:ext uri="{FF2B5EF4-FFF2-40B4-BE49-F238E27FC236}">
                <a16:creationId xmlns:a16="http://schemas.microsoft.com/office/drawing/2014/main" id="{3B2DAED6-E705-5D65-EF6E-2860C438CA6B}"/>
              </a:ext>
            </a:extLst>
          </p:cNvPr>
          <p:cNvSpPr/>
          <p:nvPr/>
        </p:nvSpPr>
        <p:spPr>
          <a:xfrm>
            <a:off x="1386401" y="3334676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C26EE057-0935-742D-B795-E3641E819C1D}"/>
              </a:ext>
            </a:extLst>
          </p:cNvPr>
          <p:cNvSpPr txBox="1"/>
          <p:nvPr/>
        </p:nvSpPr>
        <p:spPr>
          <a:xfrm>
            <a:off x="1767802" y="3343911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312B941B-56EC-9EB3-CDCA-C4DB1EAE2157}"/>
              </a:ext>
            </a:extLst>
          </p:cNvPr>
          <p:cNvSpPr/>
          <p:nvPr/>
        </p:nvSpPr>
        <p:spPr>
          <a:xfrm>
            <a:off x="243709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100C390C-BBEF-57FC-7506-0613DE03A400}"/>
              </a:ext>
            </a:extLst>
          </p:cNvPr>
          <p:cNvSpPr/>
          <p:nvPr/>
        </p:nvSpPr>
        <p:spPr>
          <a:xfrm>
            <a:off x="542101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83BA4C75-2717-83BE-5BF9-6BF27A5E98CF}"/>
              </a:ext>
            </a:extLst>
          </p:cNvPr>
          <p:cNvSpPr/>
          <p:nvPr/>
        </p:nvSpPr>
        <p:spPr>
          <a:xfrm>
            <a:off x="840493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54D0BCCA-566B-0BE9-EDC5-61F4AC9600DE}"/>
              </a:ext>
            </a:extLst>
          </p:cNvPr>
          <p:cNvSpPr/>
          <p:nvPr/>
        </p:nvSpPr>
        <p:spPr>
          <a:xfrm>
            <a:off x="1138886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5E38CD67-606B-9AF5-1383-1C0D78134D12}"/>
              </a:ext>
            </a:extLst>
          </p:cNvPr>
          <p:cNvSpPr/>
          <p:nvPr/>
        </p:nvSpPr>
        <p:spPr>
          <a:xfrm>
            <a:off x="1437278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0BCAB76F-561B-DC1C-A98C-860D5302FBC8}"/>
              </a:ext>
            </a:extLst>
          </p:cNvPr>
          <p:cNvSpPr/>
          <p:nvPr/>
        </p:nvSpPr>
        <p:spPr>
          <a:xfrm>
            <a:off x="1735670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DB731049-C3BB-54F7-D4E0-A23B1E3AE965}"/>
              </a:ext>
            </a:extLst>
          </p:cNvPr>
          <p:cNvSpPr/>
          <p:nvPr/>
        </p:nvSpPr>
        <p:spPr>
          <a:xfrm>
            <a:off x="2034062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965A8202-6C33-22AA-B914-8A2D111ADE59}"/>
              </a:ext>
            </a:extLst>
          </p:cNvPr>
          <p:cNvSpPr/>
          <p:nvPr/>
        </p:nvSpPr>
        <p:spPr>
          <a:xfrm>
            <a:off x="2332454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5F785626-FD0F-F9D6-AA9A-768C21469B0C}"/>
              </a:ext>
            </a:extLst>
          </p:cNvPr>
          <p:cNvSpPr/>
          <p:nvPr/>
        </p:nvSpPr>
        <p:spPr>
          <a:xfrm>
            <a:off x="2630846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B4625DCD-BF63-04A2-8E89-335C957E4F58}"/>
              </a:ext>
            </a:extLst>
          </p:cNvPr>
          <p:cNvSpPr/>
          <p:nvPr/>
        </p:nvSpPr>
        <p:spPr>
          <a:xfrm>
            <a:off x="2929238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5D54806-AB15-CD30-5540-A14B3456A9B2}"/>
              </a:ext>
            </a:extLst>
          </p:cNvPr>
          <p:cNvSpPr/>
          <p:nvPr/>
        </p:nvSpPr>
        <p:spPr>
          <a:xfrm>
            <a:off x="3227631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B063BDF3-B278-F5F2-9BFC-68C52E639835}"/>
              </a:ext>
            </a:extLst>
          </p:cNvPr>
          <p:cNvSpPr/>
          <p:nvPr/>
        </p:nvSpPr>
        <p:spPr>
          <a:xfrm>
            <a:off x="3526023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7" name="Arrow: Down 376">
            <a:extLst>
              <a:ext uri="{FF2B5EF4-FFF2-40B4-BE49-F238E27FC236}">
                <a16:creationId xmlns:a16="http://schemas.microsoft.com/office/drawing/2014/main" id="{497A05B6-54B6-5F71-AE75-B5A2201BA7EA}"/>
              </a:ext>
            </a:extLst>
          </p:cNvPr>
          <p:cNvSpPr/>
          <p:nvPr/>
        </p:nvSpPr>
        <p:spPr>
          <a:xfrm>
            <a:off x="1386401" y="4022170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88FCC74B-B124-62EB-FB86-55AABFF82D9B}"/>
              </a:ext>
            </a:extLst>
          </p:cNvPr>
          <p:cNvSpPr txBox="1"/>
          <p:nvPr/>
        </p:nvSpPr>
        <p:spPr>
          <a:xfrm>
            <a:off x="1728528" y="4031405"/>
            <a:ext cx="611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1000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7E9CB2EF-4FD7-2534-BB48-E89CAE67CDA6}"/>
              </a:ext>
            </a:extLst>
          </p:cNvPr>
          <p:cNvSpPr/>
          <p:nvPr/>
        </p:nvSpPr>
        <p:spPr>
          <a:xfrm>
            <a:off x="243709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EBAAFDB-87CA-CF1C-75D6-23610A763F78}"/>
              </a:ext>
            </a:extLst>
          </p:cNvPr>
          <p:cNvSpPr/>
          <p:nvPr/>
        </p:nvSpPr>
        <p:spPr>
          <a:xfrm>
            <a:off x="542101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A5B309F9-BF64-694C-70B4-22FFA8AE4CD1}"/>
              </a:ext>
            </a:extLst>
          </p:cNvPr>
          <p:cNvSpPr/>
          <p:nvPr/>
        </p:nvSpPr>
        <p:spPr>
          <a:xfrm>
            <a:off x="840493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3D5ACEB-78D7-4E03-72E0-76B3207E9E8D}"/>
              </a:ext>
            </a:extLst>
          </p:cNvPr>
          <p:cNvSpPr/>
          <p:nvPr/>
        </p:nvSpPr>
        <p:spPr>
          <a:xfrm>
            <a:off x="1138886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2C490DF9-D507-84FF-1698-9B2E4354CF5A}"/>
              </a:ext>
            </a:extLst>
          </p:cNvPr>
          <p:cNvSpPr/>
          <p:nvPr/>
        </p:nvSpPr>
        <p:spPr>
          <a:xfrm>
            <a:off x="1437278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928CA349-871D-C78B-4A69-10FC038A1E82}"/>
              </a:ext>
            </a:extLst>
          </p:cNvPr>
          <p:cNvSpPr/>
          <p:nvPr/>
        </p:nvSpPr>
        <p:spPr>
          <a:xfrm>
            <a:off x="1735670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AF6C4C15-14EC-D959-670C-5F9971DA58C1}"/>
              </a:ext>
            </a:extLst>
          </p:cNvPr>
          <p:cNvSpPr/>
          <p:nvPr/>
        </p:nvSpPr>
        <p:spPr>
          <a:xfrm>
            <a:off x="2034062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ABC1881E-B1BD-9E3C-3195-EDA4BAD1B51C}"/>
              </a:ext>
            </a:extLst>
          </p:cNvPr>
          <p:cNvSpPr/>
          <p:nvPr/>
        </p:nvSpPr>
        <p:spPr>
          <a:xfrm>
            <a:off x="2332454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B688A0F6-8EE0-9BB6-C12A-D4F3A1C4884D}"/>
              </a:ext>
            </a:extLst>
          </p:cNvPr>
          <p:cNvSpPr/>
          <p:nvPr/>
        </p:nvSpPr>
        <p:spPr>
          <a:xfrm>
            <a:off x="2630846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DFAC8D7-BC7D-641B-1C7A-6D24236F9CF4}"/>
              </a:ext>
            </a:extLst>
          </p:cNvPr>
          <p:cNvSpPr/>
          <p:nvPr/>
        </p:nvSpPr>
        <p:spPr>
          <a:xfrm>
            <a:off x="2929238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DEEA4AE2-0F7D-1709-EF7A-A1FED32A21EA}"/>
              </a:ext>
            </a:extLst>
          </p:cNvPr>
          <p:cNvSpPr/>
          <p:nvPr/>
        </p:nvSpPr>
        <p:spPr>
          <a:xfrm>
            <a:off x="3227631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6203EE04-DFF4-D41C-7AD6-DB7CB0371032}"/>
              </a:ext>
            </a:extLst>
          </p:cNvPr>
          <p:cNvSpPr/>
          <p:nvPr/>
        </p:nvSpPr>
        <p:spPr>
          <a:xfrm>
            <a:off x="3526023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3" name="Arrow: Down 392">
            <a:extLst>
              <a:ext uri="{FF2B5EF4-FFF2-40B4-BE49-F238E27FC236}">
                <a16:creationId xmlns:a16="http://schemas.microsoft.com/office/drawing/2014/main" id="{DE7202FC-AE6E-67F9-5891-DD5AFBE5F3F2}"/>
              </a:ext>
            </a:extLst>
          </p:cNvPr>
          <p:cNvSpPr/>
          <p:nvPr/>
        </p:nvSpPr>
        <p:spPr>
          <a:xfrm>
            <a:off x="1386401" y="4709664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F311E634-6D41-7459-28A4-F80C869D6749}"/>
              </a:ext>
            </a:extLst>
          </p:cNvPr>
          <p:cNvSpPr txBox="1"/>
          <p:nvPr/>
        </p:nvSpPr>
        <p:spPr>
          <a:xfrm>
            <a:off x="1767803" y="4718899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E714C1B7-0AA7-CEB5-39F8-E70D2E43DEA9}"/>
              </a:ext>
            </a:extLst>
          </p:cNvPr>
          <p:cNvSpPr/>
          <p:nvPr/>
        </p:nvSpPr>
        <p:spPr>
          <a:xfrm>
            <a:off x="243709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992C903C-1EC0-590A-9CF7-E3B0BD2B8416}"/>
              </a:ext>
            </a:extLst>
          </p:cNvPr>
          <p:cNvSpPr/>
          <p:nvPr/>
        </p:nvSpPr>
        <p:spPr>
          <a:xfrm>
            <a:off x="542101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56C5C428-6D08-D22C-CCBD-EF088376B61C}"/>
              </a:ext>
            </a:extLst>
          </p:cNvPr>
          <p:cNvSpPr/>
          <p:nvPr/>
        </p:nvSpPr>
        <p:spPr>
          <a:xfrm>
            <a:off x="840493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3D058E82-CA59-9A7E-CD9A-32D99C39F09C}"/>
              </a:ext>
            </a:extLst>
          </p:cNvPr>
          <p:cNvSpPr/>
          <p:nvPr/>
        </p:nvSpPr>
        <p:spPr>
          <a:xfrm>
            <a:off x="1138886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B78E656D-8E25-3919-FDD3-B104AC0EE70E}"/>
              </a:ext>
            </a:extLst>
          </p:cNvPr>
          <p:cNvSpPr/>
          <p:nvPr/>
        </p:nvSpPr>
        <p:spPr>
          <a:xfrm>
            <a:off x="1437278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F42C1E13-1E6E-6FDB-A835-863BAB51C483}"/>
              </a:ext>
            </a:extLst>
          </p:cNvPr>
          <p:cNvSpPr/>
          <p:nvPr/>
        </p:nvSpPr>
        <p:spPr>
          <a:xfrm>
            <a:off x="1735670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B3069555-DD1C-1D8B-D36C-37DE4B43FAC3}"/>
              </a:ext>
            </a:extLst>
          </p:cNvPr>
          <p:cNvSpPr/>
          <p:nvPr/>
        </p:nvSpPr>
        <p:spPr>
          <a:xfrm>
            <a:off x="2034062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4F47983F-A190-9788-958C-CEB8A33FC0B1}"/>
              </a:ext>
            </a:extLst>
          </p:cNvPr>
          <p:cNvSpPr/>
          <p:nvPr/>
        </p:nvSpPr>
        <p:spPr>
          <a:xfrm>
            <a:off x="2332454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A575FCD2-F9EE-9D07-2662-3E21874F9166}"/>
              </a:ext>
            </a:extLst>
          </p:cNvPr>
          <p:cNvSpPr/>
          <p:nvPr/>
        </p:nvSpPr>
        <p:spPr>
          <a:xfrm>
            <a:off x="2630846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B24E7F81-34BA-C651-CBD1-E1AE65E118F9}"/>
              </a:ext>
            </a:extLst>
          </p:cNvPr>
          <p:cNvSpPr/>
          <p:nvPr/>
        </p:nvSpPr>
        <p:spPr>
          <a:xfrm>
            <a:off x="2929238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9F1F4E7-1C26-1874-3D67-44FBDCBD30C7}"/>
              </a:ext>
            </a:extLst>
          </p:cNvPr>
          <p:cNvSpPr/>
          <p:nvPr/>
        </p:nvSpPr>
        <p:spPr>
          <a:xfrm>
            <a:off x="3227631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34F916FE-2024-5FBA-2F61-CFEF8CE61F00}"/>
              </a:ext>
            </a:extLst>
          </p:cNvPr>
          <p:cNvSpPr/>
          <p:nvPr/>
        </p:nvSpPr>
        <p:spPr>
          <a:xfrm>
            <a:off x="3526023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9" name="Arrow: Down 408">
            <a:extLst>
              <a:ext uri="{FF2B5EF4-FFF2-40B4-BE49-F238E27FC236}">
                <a16:creationId xmlns:a16="http://schemas.microsoft.com/office/drawing/2014/main" id="{1BDB6BD4-C845-C666-B1E3-807EFA878C17}"/>
              </a:ext>
            </a:extLst>
          </p:cNvPr>
          <p:cNvSpPr/>
          <p:nvPr/>
        </p:nvSpPr>
        <p:spPr>
          <a:xfrm>
            <a:off x="1386401" y="5397158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CDAE7CFD-108F-5A41-7D5A-B8AAA7AA15FE}"/>
              </a:ext>
            </a:extLst>
          </p:cNvPr>
          <p:cNvSpPr txBox="1"/>
          <p:nvPr/>
        </p:nvSpPr>
        <p:spPr>
          <a:xfrm>
            <a:off x="1728529" y="5406393"/>
            <a:ext cx="611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0D753522-7BA0-8F6E-19AA-DFB9D6531E94}"/>
              </a:ext>
            </a:extLst>
          </p:cNvPr>
          <p:cNvSpPr/>
          <p:nvPr/>
        </p:nvSpPr>
        <p:spPr>
          <a:xfrm>
            <a:off x="243709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8BD393D8-7B3B-89E5-BB13-396114D1A140}"/>
              </a:ext>
            </a:extLst>
          </p:cNvPr>
          <p:cNvSpPr/>
          <p:nvPr/>
        </p:nvSpPr>
        <p:spPr>
          <a:xfrm>
            <a:off x="542101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DF420F78-45DE-686F-A9F7-92DC23C34F11}"/>
              </a:ext>
            </a:extLst>
          </p:cNvPr>
          <p:cNvSpPr/>
          <p:nvPr/>
        </p:nvSpPr>
        <p:spPr>
          <a:xfrm>
            <a:off x="840493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8E8E7843-0AE0-4791-8660-E48AB447EA9A}"/>
              </a:ext>
            </a:extLst>
          </p:cNvPr>
          <p:cNvSpPr/>
          <p:nvPr/>
        </p:nvSpPr>
        <p:spPr>
          <a:xfrm>
            <a:off x="1138886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5CFD0BB-7D8B-CAA6-B38B-D51282D48F7B}"/>
              </a:ext>
            </a:extLst>
          </p:cNvPr>
          <p:cNvSpPr/>
          <p:nvPr/>
        </p:nvSpPr>
        <p:spPr>
          <a:xfrm>
            <a:off x="1437278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331CF2E6-8424-CFDA-73F0-16127F905E7F}"/>
              </a:ext>
            </a:extLst>
          </p:cNvPr>
          <p:cNvSpPr/>
          <p:nvPr/>
        </p:nvSpPr>
        <p:spPr>
          <a:xfrm>
            <a:off x="1735670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D1AF4653-D5CC-3772-407A-A81AA9CCAE0B}"/>
              </a:ext>
            </a:extLst>
          </p:cNvPr>
          <p:cNvSpPr/>
          <p:nvPr/>
        </p:nvSpPr>
        <p:spPr>
          <a:xfrm>
            <a:off x="2034062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455D2A99-5E45-6DD9-9496-EABADCE8B939}"/>
              </a:ext>
            </a:extLst>
          </p:cNvPr>
          <p:cNvSpPr/>
          <p:nvPr/>
        </p:nvSpPr>
        <p:spPr>
          <a:xfrm>
            <a:off x="2332454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73F18B4E-010B-8C39-ABFF-A18A2E903EDF}"/>
              </a:ext>
            </a:extLst>
          </p:cNvPr>
          <p:cNvSpPr/>
          <p:nvPr/>
        </p:nvSpPr>
        <p:spPr>
          <a:xfrm>
            <a:off x="2630846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B355770D-07A5-E9E0-7A87-7AE2289C0953}"/>
              </a:ext>
            </a:extLst>
          </p:cNvPr>
          <p:cNvSpPr/>
          <p:nvPr/>
        </p:nvSpPr>
        <p:spPr>
          <a:xfrm>
            <a:off x="2929238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F504229D-6726-69A4-4653-0DB54815DC6F}"/>
              </a:ext>
            </a:extLst>
          </p:cNvPr>
          <p:cNvSpPr/>
          <p:nvPr/>
        </p:nvSpPr>
        <p:spPr>
          <a:xfrm>
            <a:off x="3227631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BBBAA14D-1004-E3F4-74A9-A9E6F9D447E9}"/>
              </a:ext>
            </a:extLst>
          </p:cNvPr>
          <p:cNvSpPr/>
          <p:nvPr/>
        </p:nvSpPr>
        <p:spPr>
          <a:xfrm>
            <a:off x="3526023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5" name="Arrow: Down 424">
            <a:extLst>
              <a:ext uri="{FF2B5EF4-FFF2-40B4-BE49-F238E27FC236}">
                <a16:creationId xmlns:a16="http://schemas.microsoft.com/office/drawing/2014/main" id="{7EEA570E-BFBA-5D27-0BF7-D9AAA541F532}"/>
              </a:ext>
            </a:extLst>
          </p:cNvPr>
          <p:cNvSpPr/>
          <p:nvPr/>
        </p:nvSpPr>
        <p:spPr>
          <a:xfrm>
            <a:off x="1386401" y="6084652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3059D487-B3FB-3527-1175-FB66AFA6BA37}"/>
              </a:ext>
            </a:extLst>
          </p:cNvPr>
          <p:cNvSpPr txBox="1"/>
          <p:nvPr/>
        </p:nvSpPr>
        <p:spPr>
          <a:xfrm>
            <a:off x="1767803" y="6093887"/>
            <a:ext cx="532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DF82B99D-60C3-4261-3E5E-3DB3B4088ECE}"/>
              </a:ext>
            </a:extLst>
          </p:cNvPr>
          <p:cNvSpPr/>
          <p:nvPr/>
        </p:nvSpPr>
        <p:spPr>
          <a:xfrm>
            <a:off x="243709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4042D3A1-C312-8492-BD1A-06E6BA532AEC}"/>
              </a:ext>
            </a:extLst>
          </p:cNvPr>
          <p:cNvSpPr/>
          <p:nvPr/>
        </p:nvSpPr>
        <p:spPr>
          <a:xfrm>
            <a:off x="542101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D4B508EA-18AB-C3B4-C585-8AEE8300DDE0}"/>
              </a:ext>
            </a:extLst>
          </p:cNvPr>
          <p:cNvSpPr/>
          <p:nvPr/>
        </p:nvSpPr>
        <p:spPr>
          <a:xfrm>
            <a:off x="840493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C286DBB3-E5F9-A0CB-932C-6F3BE15181D3}"/>
              </a:ext>
            </a:extLst>
          </p:cNvPr>
          <p:cNvSpPr/>
          <p:nvPr/>
        </p:nvSpPr>
        <p:spPr>
          <a:xfrm>
            <a:off x="1138886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BABB6E65-1A2D-B3AD-6985-BFBB8B727D5F}"/>
              </a:ext>
            </a:extLst>
          </p:cNvPr>
          <p:cNvSpPr/>
          <p:nvPr/>
        </p:nvSpPr>
        <p:spPr>
          <a:xfrm>
            <a:off x="1437278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B94C9334-6108-5C7A-60A0-2FE03C9193E6}"/>
              </a:ext>
            </a:extLst>
          </p:cNvPr>
          <p:cNvSpPr/>
          <p:nvPr/>
        </p:nvSpPr>
        <p:spPr>
          <a:xfrm>
            <a:off x="1735670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96F27FC5-E9C3-2646-4781-5DEB175CAF56}"/>
              </a:ext>
            </a:extLst>
          </p:cNvPr>
          <p:cNvSpPr/>
          <p:nvPr/>
        </p:nvSpPr>
        <p:spPr>
          <a:xfrm>
            <a:off x="2034062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1E92742-9EA5-FED6-E223-16E64C936089}"/>
              </a:ext>
            </a:extLst>
          </p:cNvPr>
          <p:cNvSpPr/>
          <p:nvPr/>
        </p:nvSpPr>
        <p:spPr>
          <a:xfrm>
            <a:off x="2332454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0DF80296-2266-DB56-1911-7BA933122F01}"/>
              </a:ext>
            </a:extLst>
          </p:cNvPr>
          <p:cNvSpPr/>
          <p:nvPr/>
        </p:nvSpPr>
        <p:spPr>
          <a:xfrm>
            <a:off x="2630846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46CB6C9C-8F4C-D6A9-ECD6-F5E50134118E}"/>
              </a:ext>
            </a:extLst>
          </p:cNvPr>
          <p:cNvSpPr/>
          <p:nvPr/>
        </p:nvSpPr>
        <p:spPr>
          <a:xfrm>
            <a:off x="2929238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15540F8-86FC-2E47-FFC1-9A166B391C60}"/>
              </a:ext>
            </a:extLst>
          </p:cNvPr>
          <p:cNvSpPr/>
          <p:nvPr/>
        </p:nvSpPr>
        <p:spPr>
          <a:xfrm>
            <a:off x="3227631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90B04A69-7CD8-65F5-B855-A3D62463B73D}"/>
              </a:ext>
            </a:extLst>
          </p:cNvPr>
          <p:cNvSpPr/>
          <p:nvPr/>
        </p:nvSpPr>
        <p:spPr>
          <a:xfrm>
            <a:off x="3526023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65748A17-93EB-1D1B-27F3-1818889A58CF}"/>
              </a:ext>
            </a:extLst>
          </p:cNvPr>
          <p:cNvSpPr/>
          <p:nvPr/>
        </p:nvSpPr>
        <p:spPr>
          <a:xfrm>
            <a:off x="24370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B5E70718-6E76-B7AE-7DFE-8ACF5D80E099}"/>
              </a:ext>
            </a:extLst>
          </p:cNvPr>
          <p:cNvSpPr/>
          <p:nvPr/>
        </p:nvSpPr>
        <p:spPr>
          <a:xfrm>
            <a:off x="54210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7195648-1A7F-5047-4162-0D165B42F339}"/>
              </a:ext>
            </a:extLst>
          </p:cNvPr>
          <p:cNvSpPr/>
          <p:nvPr/>
        </p:nvSpPr>
        <p:spPr>
          <a:xfrm>
            <a:off x="84049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E4155364-F606-3B4F-07C6-051C749EB6B3}"/>
              </a:ext>
            </a:extLst>
          </p:cNvPr>
          <p:cNvSpPr/>
          <p:nvPr/>
        </p:nvSpPr>
        <p:spPr>
          <a:xfrm>
            <a:off x="113888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593B16AB-2EEA-A4EC-4786-E2C8AD59507F}"/>
              </a:ext>
            </a:extLst>
          </p:cNvPr>
          <p:cNvSpPr/>
          <p:nvPr/>
        </p:nvSpPr>
        <p:spPr>
          <a:xfrm>
            <a:off x="143727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8E12DCCC-B153-1E70-EB8D-72CC15AF10E8}"/>
              </a:ext>
            </a:extLst>
          </p:cNvPr>
          <p:cNvSpPr/>
          <p:nvPr/>
        </p:nvSpPr>
        <p:spPr>
          <a:xfrm>
            <a:off x="173567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F7A78FD1-1C77-6C2A-C14C-7BDAEDD0665B}"/>
              </a:ext>
            </a:extLst>
          </p:cNvPr>
          <p:cNvSpPr/>
          <p:nvPr/>
        </p:nvSpPr>
        <p:spPr>
          <a:xfrm>
            <a:off x="203406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F3BEBC33-02E9-4D39-DBA8-95D896E498DD}"/>
              </a:ext>
            </a:extLst>
          </p:cNvPr>
          <p:cNvSpPr/>
          <p:nvPr/>
        </p:nvSpPr>
        <p:spPr>
          <a:xfrm>
            <a:off x="2332454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1A65B44B-0092-9A13-A4A3-C691D4D3F504}"/>
              </a:ext>
            </a:extLst>
          </p:cNvPr>
          <p:cNvSpPr/>
          <p:nvPr/>
        </p:nvSpPr>
        <p:spPr>
          <a:xfrm>
            <a:off x="263084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D7B0374-7C6C-D866-4CDA-455A7EEEFC8D}"/>
              </a:ext>
            </a:extLst>
          </p:cNvPr>
          <p:cNvSpPr/>
          <p:nvPr/>
        </p:nvSpPr>
        <p:spPr>
          <a:xfrm>
            <a:off x="292923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C944623B-FE3C-A9CE-9560-2648AD7C4CB6}"/>
              </a:ext>
            </a:extLst>
          </p:cNvPr>
          <p:cNvSpPr/>
          <p:nvPr/>
        </p:nvSpPr>
        <p:spPr>
          <a:xfrm>
            <a:off x="322763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B9848E76-10FA-94EC-C968-ADB03EB1345A}"/>
              </a:ext>
            </a:extLst>
          </p:cNvPr>
          <p:cNvSpPr/>
          <p:nvPr/>
        </p:nvSpPr>
        <p:spPr>
          <a:xfrm>
            <a:off x="352602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4BFF7347-8554-5858-C71D-C53DDA4017C0}"/>
              </a:ext>
            </a:extLst>
          </p:cNvPr>
          <p:cNvSpPr/>
          <p:nvPr/>
        </p:nvSpPr>
        <p:spPr>
          <a:xfrm>
            <a:off x="1992839" y="42974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F71CD804-6ACE-E647-938B-17C9A18579B6}"/>
              </a:ext>
            </a:extLst>
          </p:cNvPr>
          <p:cNvSpPr/>
          <p:nvPr/>
        </p:nvSpPr>
        <p:spPr>
          <a:xfrm>
            <a:off x="1992839" y="1117238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D41ADD77-B952-A683-07DD-B5DFF11BC4B4}"/>
              </a:ext>
            </a:extLst>
          </p:cNvPr>
          <p:cNvSpPr/>
          <p:nvPr/>
        </p:nvSpPr>
        <p:spPr>
          <a:xfrm>
            <a:off x="1992839" y="1804731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7018181F-1820-18F0-FC15-F13494EC695D}"/>
              </a:ext>
            </a:extLst>
          </p:cNvPr>
          <p:cNvSpPr/>
          <p:nvPr/>
        </p:nvSpPr>
        <p:spPr>
          <a:xfrm>
            <a:off x="1992839" y="2492224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8F6A4BAE-AF07-279D-7B96-9350297780F0}"/>
              </a:ext>
            </a:extLst>
          </p:cNvPr>
          <p:cNvSpPr/>
          <p:nvPr/>
        </p:nvSpPr>
        <p:spPr>
          <a:xfrm>
            <a:off x="1992839" y="3179717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CF2D7BE5-4B83-3C53-3177-C8555F7E31C9}"/>
              </a:ext>
            </a:extLst>
          </p:cNvPr>
          <p:cNvSpPr/>
          <p:nvPr/>
        </p:nvSpPr>
        <p:spPr>
          <a:xfrm>
            <a:off x="1992839" y="3867210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5FD4AA8F-8C84-DF41-AC14-0649E37F7AB6}"/>
              </a:ext>
            </a:extLst>
          </p:cNvPr>
          <p:cNvSpPr/>
          <p:nvPr/>
        </p:nvSpPr>
        <p:spPr>
          <a:xfrm>
            <a:off x="1992839" y="4554703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37BEFF93-A5C5-E613-368B-E73D7EAFB914}"/>
              </a:ext>
            </a:extLst>
          </p:cNvPr>
          <p:cNvSpPr/>
          <p:nvPr/>
        </p:nvSpPr>
        <p:spPr>
          <a:xfrm>
            <a:off x="1992839" y="5242196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4" name="Oval 463">
            <a:extLst>
              <a:ext uri="{FF2B5EF4-FFF2-40B4-BE49-F238E27FC236}">
                <a16:creationId xmlns:a16="http://schemas.microsoft.com/office/drawing/2014/main" id="{9DA6C2E7-778A-C0A3-CC61-B67BCC67F1AD}"/>
              </a:ext>
            </a:extLst>
          </p:cNvPr>
          <p:cNvSpPr/>
          <p:nvPr/>
        </p:nvSpPr>
        <p:spPr>
          <a:xfrm>
            <a:off x="1992839" y="5929689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AC938155-6519-D47D-9636-42FA3C5B02D8}"/>
              </a:ext>
            </a:extLst>
          </p:cNvPr>
          <p:cNvSpPr/>
          <p:nvPr/>
        </p:nvSpPr>
        <p:spPr>
          <a:xfrm>
            <a:off x="1992839" y="661718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7" name="Arrow: Down 466">
            <a:extLst>
              <a:ext uri="{FF2B5EF4-FFF2-40B4-BE49-F238E27FC236}">
                <a16:creationId xmlns:a16="http://schemas.microsoft.com/office/drawing/2014/main" id="{6599AC56-9F3C-43D2-8E96-B0AE2DD929C0}"/>
              </a:ext>
            </a:extLst>
          </p:cNvPr>
          <p:cNvSpPr/>
          <p:nvPr/>
        </p:nvSpPr>
        <p:spPr>
          <a:xfrm>
            <a:off x="5488603" y="584700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DE756540-A373-6CA3-E8F0-C19143C21CF0}"/>
              </a:ext>
            </a:extLst>
          </p:cNvPr>
          <p:cNvSpPr txBox="1"/>
          <p:nvPr/>
        </p:nvSpPr>
        <p:spPr>
          <a:xfrm>
            <a:off x="6736770" y="593935"/>
            <a:ext cx="817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</a:t>
            </a:r>
            <a:r>
              <a:rPr lang="ky-KG" sz="1200" dirty="0"/>
              <a:t>бир жүз</a:t>
            </a:r>
            <a:endParaRPr lang="en-GB" sz="120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2A565F60-7A2F-A72F-78D1-B66AAB785C1F}"/>
              </a:ext>
            </a:extLst>
          </p:cNvPr>
          <p:cNvSpPr/>
          <p:nvPr/>
        </p:nvSpPr>
        <p:spPr>
          <a:xfrm>
            <a:off x="475855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537FCD5A-34A4-2B3E-A47A-07FFDA3F0FC3}"/>
              </a:ext>
            </a:extLst>
          </p:cNvPr>
          <p:cNvSpPr/>
          <p:nvPr/>
        </p:nvSpPr>
        <p:spPr>
          <a:xfrm>
            <a:off x="505695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FA57401F-D89F-E837-9A46-3F863EB74099}"/>
              </a:ext>
            </a:extLst>
          </p:cNvPr>
          <p:cNvSpPr/>
          <p:nvPr/>
        </p:nvSpPr>
        <p:spPr>
          <a:xfrm>
            <a:off x="535534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89B4388B-8861-15D3-8273-448486108040}"/>
              </a:ext>
            </a:extLst>
          </p:cNvPr>
          <p:cNvSpPr/>
          <p:nvPr/>
        </p:nvSpPr>
        <p:spPr>
          <a:xfrm>
            <a:off x="565373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F2955FA5-A61C-2076-91FC-55B5AE34C6C9}"/>
              </a:ext>
            </a:extLst>
          </p:cNvPr>
          <p:cNvSpPr/>
          <p:nvPr/>
        </p:nvSpPr>
        <p:spPr>
          <a:xfrm>
            <a:off x="595212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EFA18152-083C-7CB7-5E74-5191945486E6}"/>
              </a:ext>
            </a:extLst>
          </p:cNvPr>
          <p:cNvSpPr/>
          <p:nvPr/>
        </p:nvSpPr>
        <p:spPr>
          <a:xfrm>
            <a:off x="625052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26C49AE9-461A-6A5B-BE37-46C5B427654E}"/>
              </a:ext>
            </a:extLst>
          </p:cNvPr>
          <p:cNvSpPr/>
          <p:nvPr/>
        </p:nvSpPr>
        <p:spPr>
          <a:xfrm>
            <a:off x="654891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5C050F7C-0FB9-79EA-C751-D6CE50D30EF9}"/>
              </a:ext>
            </a:extLst>
          </p:cNvPr>
          <p:cNvSpPr/>
          <p:nvPr/>
        </p:nvSpPr>
        <p:spPr>
          <a:xfrm>
            <a:off x="6847304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775FEC78-6A2E-0E89-501B-7C8CCD713B8D}"/>
              </a:ext>
            </a:extLst>
          </p:cNvPr>
          <p:cNvSpPr/>
          <p:nvPr/>
        </p:nvSpPr>
        <p:spPr>
          <a:xfrm>
            <a:off x="714569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0E81F1E7-1C05-D002-7103-228D7AE8CEFD}"/>
              </a:ext>
            </a:extLst>
          </p:cNvPr>
          <p:cNvSpPr/>
          <p:nvPr/>
        </p:nvSpPr>
        <p:spPr>
          <a:xfrm>
            <a:off x="744408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3E6AB282-88B5-64CA-4AAE-145A6D2647A1}"/>
              </a:ext>
            </a:extLst>
          </p:cNvPr>
          <p:cNvSpPr/>
          <p:nvPr/>
        </p:nvSpPr>
        <p:spPr>
          <a:xfrm>
            <a:off x="774248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12BB4058-B349-6006-04E4-ABDDE61DCE7E}"/>
              </a:ext>
            </a:extLst>
          </p:cNvPr>
          <p:cNvSpPr/>
          <p:nvPr/>
        </p:nvSpPr>
        <p:spPr>
          <a:xfrm>
            <a:off x="804087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730A947C-8F16-FF3C-576C-4637AEB6C640}"/>
              </a:ext>
            </a:extLst>
          </p:cNvPr>
          <p:cNvSpPr/>
          <p:nvPr/>
        </p:nvSpPr>
        <p:spPr>
          <a:xfrm>
            <a:off x="8339265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86BD8A86-B548-D72D-BCDD-DAB342F2374D}"/>
              </a:ext>
            </a:extLst>
          </p:cNvPr>
          <p:cNvSpPr/>
          <p:nvPr/>
        </p:nvSpPr>
        <p:spPr>
          <a:xfrm>
            <a:off x="863765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96946936-A9A1-96EE-931A-A0CB23B4B46B}"/>
              </a:ext>
            </a:extLst>
          </p:cNvPr>
          <p:cNvSpPr/>
          <p:nvPr/>
        </p:nvSpPr>
        <p:spPr>
          <a:xfrm>
            <a:off x="893605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B8B16778-58EF-4EA7-F4B8-EFC2E03E7E18}"/>
              </a:ext>
            </a:extLst>
          </p:cNvPr>
          <p:cNvSpPr/>
          <p:nvPr/>
        </p:nvSpPr>
        <p:spPr>
          <a:xfrm>
            <a:off x="923444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3" name="Oval 622">
            <a:extLst>
              <a:ext uri="{FF2B5EF4-FFF2-40B4-BE49-F238E27FC236}">
                <a16:creationId xmlns:a16="http://schemas.microsoft.com/office/drawing/2014/main" id="{4D324BB3-BC36-54DD-3785-1C776834B33D}"/>
              </a:ext>
            </a:extLst>
          </p:cNvPr>
          <p:cNvSpPr/>
          <p:nvPr/>
        </p:nvSpPr>
        <p:spPr>
          <a:xfrm>
            <a:off x="7104474" y="42974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0" name="TextBox 819">
            <a:extLst>
              <a:ext uri="{FF2B5EF4-FFF2-40B4-BE49-F238E27FC236}">
                <a16:creationId xmlns:a16="http://schemas.microsoft.com/office/drawing/2014/main" id="{922F2442-D431-BF96-365C-31A9A0977417}"/>
              </a:ext>
            </a:extLst>
          </p:cNvPr>
          <p:cNvSpPr txBox="1"/>
          <p:nvPr/>
        </p:nvSpPr>
        <p:spPr>
          <a:xfrm>
            <a:off x="5012804" y="-23034"/>
            <a:ext cx="4265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Максималдуу-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Bauhaus 93" panose="04030905020B02020C02" pitchFamily="82" charset="0"/>
              </a:rPr>
              <a:t>MEGA </a:t>
            </a:r>
            <a:r>
              <a:rPr lang="ky-KG" sz="16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көбөйтүү жана бөлүү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842" name="Arrow: Down 841">
            <a:extLst>
              <a:ext uri="{FF2B5EF4-FFF2-40B4-BE49-F238E27FC236}">
                <a16:creationId xmlns:a16="http://schemas.microsoft.com/office/drawing/2014/main" id="{0EDC0AF1-107F-03D4-2DFE-6D0E4290AA35}"/>
              </a:ext>
            </a:extLst>
          </p:cNvPr>
          <p:cNvSpPr/>
          <p:nvPr/>
        </p:nvSpPr>
        <p:spPr>
          <a:xfrm>
            <a:off x="5488603" y="1272193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43" name="TextBox 842">
            <a:extLst>
              <a:ext uri="{FF2B5EF4-FFF2-40B4-BE49-F238E27FC236}">
                <a16:creationId xmlns:a16="http://schemas.microsoft.com/office/drawing/2014/main" id="{15542205-224D-897E-1E71-B8E5A68080FC}"/>
              </a:ext>
            </a:extLst>
          </p:cNvPr>
          <p:cNvSpPr txBox="1"/>
          <p:nvPr/>
        </p:nvSpPr>
        <p:spPr>
          <a:xfrm>
            <a:off x="6720740" y="1281428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бир миң</a:t>
            </a:r>
            <a:endParaRPr lang="en-GB" sz="1200" dirty="0"/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797B5974-A963-8982-993C-E01A15A88C2A}"/>
              </a:ext>
            </a:extLst>
          </p:cNvPr>
          <p:cNvSpPr/>
          <p:nvPr/>
        </p:nvSpPr>
        <p:spPr>
          <a:xfrm>
            <a:off x="4758559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230480A0-F9CB-A0FB-6910-B6F43434D892}"/>
              </a:ext>
            </a:extLst>
          </p:cNvPr>
          <p:cNvSpPr/>
          <p:nvPr/>
        </p:nvSpPr>
        <p:spPr>
          <a:xfrm>
            <a:off x="5056951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9759FF28-6309-1D12-5A37-B4B1BCE4D5A8}"/>
              </a:ext>
            </a:extLst>
          </p:cNvPr>
          <p:cNvSpPr/>
          <p:nvPr/>
        </p:nvSpPr>
        <p:spPr>
          <a:xfrm>
            <a:off x="5355343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9" name="Rectangle 828">
            <a:extLst>
              <a:ext uri="{FF2B5EF4-FFF2-40B4-BE49-F238E27FC236}">
                <a16:creationId xmlns:a16="http://schemas.microsoft.com/office/drawing/2014/main" id="{85BEF499-A573-4403-C313-5EBE57F9C83D}"/>
              </a:ext>
            </a:extLst>
          </p:cNvPr>
          <p:cNvSpPr/>
          <p:nvPr/>
        </p:nvSpPr>
        <p:spPr>
          <a:xfrm>
            <a:off x="5653736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0" name="Rectangle 829">
            <a:extLst>
              <a:ext uri="{FF2B5EF4-FFF2-40B4-BE49-F238E27FC236}">
                <a16:creationId xmlns:a16="http://schemas.microsoft.com/office/drawing/2014/main" id="{43B42E48-C41B-6424-0D2D-82EFF79D3F1E}"/>
              </a:ext>
            </a:extLst>
          </p:cNvPr>
          <p:cNvSpPr/>
          <p:nvPr/>
        </p:nvSpPr>
        <p:spPr>
          <a:xfrm>
            <a:off x="5952128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1" name="Rectangle 830">
            <a:extLst>
              <a:ext uri="{FF2B5EF4-FFF2-40B4-BE49-F238E27FC236}">
                <a16:creationId xmlns:a16="http://schemas.microsoft.com/office/drawing/2014/main" id="{CB65B6C2-F25B-7C8A-7CCD-7E2C0F60FB45}"/>
              </a:ext>
            </a:extLst>
          </p:cNvPr>
          <p:cNvSpPr/>
          <p:nvPr/>
        </p:nvSpPr>
        <p:spPr>
          <a:xfrm>
            <a:off x="6250520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2" name="Rectangle 831">
            <a:extLst>
              <a:ext uri="{FF2B5EF4-FFF2-40B4-BE49-F238E27FC236}">
                <a16:creationId xmlns:a16="http://schemas.microsoft.com/office/drawing/2014/main" id="{BA5351DF-AB7F-F81E-0AF3-0AEE52BB8EF3}"/>
              </a:ext>
            </a:extLst>
          </p:cNvPr>
          <p:cNvSpPr/>
          <p:nvPr/>
        </p:nvSpPr>
        <p:spPr>
          <a:xfrm>
            <a:off x="6548912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3" name="Rectangle 832">
            <a:extLst>
              <a:ext uri="{FF2B5EF4-FFF2-40B4-BE49-F238E27FC236}">
                <a16:creationId xmlns:a16="http://schemas.microsoft.com/office/drawing/2014/main" id="{911EC714-537D-41F5-D625-7A0A1898B335}"/>
              </a:ext>
            </a:extLst>
          </p:cNvPr>
          <p:cNvSpPr/>
          <p:nvPr/>
        </p:nvSpPr>
        <p:spPr>
          <a:xfrm>
            <a:off x="6847304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C5D167E0-C05F-34F2-DD60-EBB272ECCC71}"/>
              </a:ext>
            </a:extLst>
          </p:cNvPr>
          <p:cNvSpPr/>
          <p:nvPr/>
        </p:nvSpPr>
        <p:spPr>
          <a:xfrm>
            <a:off x="7145696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1ED65B05-ADCE-57BA-E9F7-037D01FC9F98}"/>
              </a:ext>
            </a:extLst>
          </p:cNvPr>
          <p:cNvSpPr/>
          <p:nvPr/>
        </p:nvSpPr>
        <p:spPr>
          <a:xfrm>
            <a:off x="7444089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2A37B3DD-8341-8744-335F-24EA08CCF9D5}"/>
              </a:ext>
            </a:extLst>
          </p:cNvPr>
          <p:cNvSpPr/>
          <p:nvPr/>
        </p:nvSpPr>
        <p:spPr>
          <a:xfrm>
            <a:off x="7742481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DBB7FAE4-A3A5-7764-DF59-CE11547BC2F1}"/>
              </a:ext>
            </a:extLst>
          </p:cNvPr>
          <p:cNvSpPr/>
          <p:nvPr/>
        </p:nvSpPr>
        <p:spPr>
          <a:xfrm>
            <a:off x="8040873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DED4C83C-7923-D24D-E376-97BDF7C432CA}"/>
              </a:ext>
            </a:extLst>
          </p:cNvPr>
          <p:cNvSpPr/>
          <p:nvPr/>
        </p:nvSpPr>
        <p:spPr>
          <a:xfrm>
            <a:off x="8339265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78E63D9B-E2B4-929F-DBA3-39A31C3663CF}"/>
              </a:ext>
            </a:extLst>
          </p:cNvPr>
          <p:cNvSpPr/>
          <p:nvPr/>
        </p:nvSpPr>
        <p:spPr>
          <a:xfrm>
            <a:off x="8637658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51057130-A999-26A2-3F6E-6A782ACCB8F7}"/>
              </a:ext>
            </a:extLst>
          </p:cNvPr>
          <p:cNvSpPr/>
          <p:nvPr/>
        </p:nvSpPr>
        <p:spPr>
          <a:xfrm>
            <a:off x="8936050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0B7A12B2-B269-8DA6-C418-644748C5BB72}"/>
              </a:ext>
            </a:extLst>
          </p:cNvPr>
          <p:cNvSpPr/>
          <p:nvPr/>
        </p:nvSpPr>
        <p:spPr>
          <a:xfrm>
            <a:off x="9234442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5" name="Oval 824">
            <a:extLst>
              <a:ext uri="{FF2B5EF4-FFF2-40B4-BE49-F238E27FC236}">
                <a16:creationId xmlns:a16="http://schemas.microsoft.com/office/drawing/2014/main" id="{08A188CD-B62E-E803-D2CC-F64310F49F78}"/>
              </a:ext>
            </a:extLst>
          </p:cNvPr>
          <p:cNvSpPr/>
          <p:nvPr/>
        </p:nvSpPr>
        <p:spPr>
          <a:xfrm>
            <a:off x="7104474" y="1117238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4" name="Arrow: Down 863">
            <a:extLst>
              <a:ext uri="{FF2B5EF4-FFF2-40B4-BE49-F238E27FC236}">
                <a16:creationId xmlns:a16="http://schemas.microsoft.com/office/drawing/2014/main" id="{058652CB-5F1E-C791-ACD5-83552809D96F}"/>
              </a:ext>
            </a:extLst>
          </p:cNvPr>
          <p:cNvSpPr/>
          <p:nvPr/>
        </p:nvSpPr>
        <p:spPr>
          <a:xfrm>
            <a:off x="5488603" y="1959686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5" name="TextBox 864">
            <a:extLst>
              <a:ext uri="{FF2B5EF4-FFF2-40B4-BE49-F238E27FC236}">
                <a16:creationId xmlns:a16="http://schemas.microsoft.com/office/drawing/2014/main" id="{72F72FE9-997E-F6C2-344E-97C580FE5AA7}"/>
              </a:ext>
            </a:extLst>
          </p:cNvPr>
          <p:cNvSpPr txBox="1"/>
          <p:nvPr/>
        </p:nvSpPr>
        <p:spPr>
          <a:xfrm>
            <a:off x="6761617" y="1968921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× он миң</a:t>
            </a:r>
            <a:endParaRPr lang="en-GB" sz="1200" dirty="0"/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CD7F30D8-A96B-689A-C97F-DBF1D45A7EC5}"/>
              </a:ext>
            </a:extLst>
          </p:cNvPr>
          <p:cNvSpPr/>
          <p:nvPr/>
        </p:nvSpPr>
        <p:spPr>
          <a:xfrm>
            <a:off x="4758559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99416A1A-BAA6-697D-5835-2124F455EAE9}"/>
              </a:ext>
            </a:extLst>
          </p:cNvPr>
          <p:cNvSpPr/>
          <p:nvPr/>
        </p:nvSpPr>
        <p:spPr>
          <a:xfrm>
            <a:off x="5056951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59767996-8BD2-3CD8-EE66-B29C59E86B4F}"/>
              </a:ext>
            </a:extLst>
          </p:cNvPr>
          <p:cNvSpPr/>
          <p:nvPr/>
        </p:nvSpPr>
        <p:spPr>
          <a:xfrm>
            <a:off x="5355343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7A292B09-A11D-DB4C-6EF8-7B691FF84F39}"/>
              </a:ext>
            </a:extLst>
          </p:cNvPr>
          <p:cNvSpPr/>
          <p:nvPr/>
        </p:nvSpPr>
        <p:spPr>
          <a:xfrm>
            <a:off x="5653736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4FECE321-4813-A746-484C-C784816C63B9}"/>
              </a:ext>
            </a:extLst>
          </p:cNvPr>
          <p:cNvSpPr/>
          <p:nvPr/>
        </p:nvSpPr>
        <p:spPr>
          <a:xfrm>
            <a:off x="5952128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D5700683-01FA-CD94-6093-64430F1CBF00}"/>
              </a:ext>
            </a:extLst>
          </p:cNvPr>
          <p:cNvSpPr/>
          <p:nvPr/>
        </p:nvSpPr>
        <p:spPr>
          <a:xfrm>
            <a:off x="6250520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82E57EE3-2426-3FBB-FA13-9B1AC7B47478}"/>
              </a:ext>
            </a:extLst>
          </p:cNvPr>
          <p:cNvSpPr/>
          <p:nvPr/>
        </p:nvSpPr>
        <p:spPr>
          <a:xfrm>
            <a:off x="6548912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DDBAAC40-0DD7-A380-D7CE-D8B05CEF91E8}"/>
              </a:ext>
            </a:extLst>
          </p:cNvPr>
          <p:cNvSpPr/>
          <p:nvPr/>
        </p:nvSpPr>
        <p:spPr>
          <a:xfrm>
            <a:off x="6847304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6" name="Rectangle 855">
            <a:extLst>
              <a:ext uri="{FF2B5EF4-FFF2-40B4-BE49-F238E27FC236}">
                <a16:creationId xmlns:a16="http://schemas.microsoft.com/office/drawing/2014/main" id="{570DBD00-1F44-7D0B-D87F-60DBD15D7A75}"/>
              </a:ext>
            </a:extLst>
          </p:cNvPr>
          <p:cNvSpPr/>
          <p:nvPr/>
        </p:nvSpPr>
        <p:spPr>
          <a:xfrm>
            <a:off x="7145696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7" name="Rectangle 856">
            <a:extLst>
              <a:ext uri="{FF2B5EF4-FFF2-40B4-BE49-F238E27FC236}">
                <a16:creationId xmlns:a16="http://schemas.microsoft.com/office/drawing/2014/main" id="{AA73BEED-C899-CF7B-A1D4-29645AE097CB}"/>
              </a:ext>
            </a:extLst>
          </p:cNvPr>
          <p:cNvSpPr/>
          <p:nvPr/>
        </p:nvSpPr>
        <p:spPr>
          <a:xfrm>
            <a:off x="7444089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130D5FB4-924C-F9CE-7135-0A6BE8E53312}"/>
              </a:ext>
            </a:extLst>
          </p:cNvPr>
          <p:cNvSpPr/>
          <p:nvPr/>
        </p:nvSpPr>
        <p:spPr>
          <a:xfrm>
            <a:off x="7742481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5A76BE6-51C7-9211-8979-66E3CFAB1C4A}"/>
              </a:ext>
            </a:extLst>
          </p:cNvPr>
          <p:cNvSpPr/>
          <p:nvPr/>
        </p:nvSpPr>
        <p:spPr>
          <a:xfrm>
            <a:off x="8040873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11FDABE-062B-43D3-E903-08E158CA1672}"/>
              </a:ext>
            </a:extLst>
          </p:cNvPr>
          <p:cNvSpPr/>
          <p:nvPr/>
        </p:nvSpPr>
        <p:spPr>
          <a:xfrm>
            <a:off x="8339265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1" name="Rectangle 860">
            <a:extLst>
              <a:ext uri="{FF2B5EF4-FFF2-40B4-BE49-F238E27FC236}">
                <a16:creationId xmlns:a16="http://schemas.microsoft.com/office/drawing/2014/main" id="{CE6DA435-71CA-D115-4E71-003EFFFC5872}"/>
              </a:ext>
            </a:extLst>
          </p:cNvPr>
          <p:cNvSpPr/>
          <p:nvPr/>
        </p:nvSpPr>
        <p:spPr>
          <a:xfrm>
            <a:off x="8637658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2" name="Rectangle 861">
            <a:extLst>
              <a:ext uri="{FF2B5EF4-FFF2-40B4-BE49-F238E27FC236}">
                <a16:creationId xmlns:a16="http://schemas.microsoft.com/office/drawing/2014/main" id="{789D2E1C-55E0-C027-2BCC-A009CBF91A1F}"/>
              </a:ext>
            </a:extLst>
          </p:cNvPr>
          <p:cNvSpPr/>
          <p:nvPr/>
        </p:nvSpPr>
        <p:spPr>
          <a:xfrm>
            <a:off x="8936050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3" name="Rectangle 862">
            <a:extLst>
              <a:ext uri="{FF2B5EF4-FFF2-40B4-BE49-F238E27FC236}">
                <a16:creationId xmlns:a16="http://schemas.microsoft.com/office/drawing/2014/main" id="{11B985AF-E184-BFFA-926D-FBB7D58BD5BC}"/>
              </a:ext>
            </a:extLst>
          </p:cNvPr>
          <p:cNvSpPr/>
          <p:nvPr/>
        </p:nvSpPr>
        <p:spPr>
          <a:xfrm>
            <a:off x="9234442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7" name="Oval 846">
            <a:extLst>
              <a:ext uri="{FF2B5EF4-FFF2-40B4-BE49-F238E27FC236}">
                <a16:creationId xmlns:a16="http://schemas.microsoft.com/office/drawing/2014/main" id="{EF12B05C-8A79-5144-9019-F31398338FAB}"/>
              </a:ext>
            </a:extLst>
          </p:cNvPr>
          <p:cNvSpPr/>
          <p:nvPr/>
        </p:nvSpPr>
        <p:spPr>
          <a:xfrm>
            <a:off x="7104474" y="1804731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6" name="Arrow: Down 885">
            <a:extLst>
              <a:ext uri="{FF2B5EF4-FFF2-40B4-BE49-F238E27FC236}">
                <a16:creationId xmlns:a16="http://schemas.microsoft.com/office/drawing/2014/main" id="{5855C902-6366-D421-1BAC-B96D5B329BD7}"/>
              </a:ext>
            </a:extLst>
          </p:cNvPr>
          <p:cNvSpPr/>
          <p:nvPr/>
        </p:nvSpPr>
        <p:spPr>
          <a:xfrm>
            <a:off x="5488603" y="2647179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7" name="TextBox 886">
            <a:extLst>
              <a:ext uri="{FF2B5EF4-FFF2-40B4-BE49-F238E27FC236}">
                <a16:creationId xmlns:a16="http://schemas.microsoft.com/office/drawing/2014/main" id="{A4B094AD-9871-20D4-28DC-265FABB58086}"/>
              </a:ext>
            </a:extLst>
          </p:cNvPr>
          <p:cNvSpPr txBox="1"/>
          <p:nvPr/>
        </p:nvSpPr>
        <p:spPr>
          <a:xfrm>
            <a:off x="6720740" y="2656414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× бир миң</a:t>
            </a:r>
            <a:endParaRPr lang="en-GB" sz="120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C9476D0D-321B-DD29-CB61-1CB8AFF93825}"/>
              </a:ext>
            </a:extLst>
          </p:cNvPr>
          <p:cNvSpPr/>
          <p:nvPr/>
        </p:nvSpPr>
        <p:spPr>
          <a:xfrm>
            <a:off x="4758559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0CB4F9C7-C296-2233-D9B5-F5AAC2455AF1}"/>
              </a:ext>
            </a:extLst>
          </p:cNvPr>
          <p:cNvSpPr/>
          <p:nvPr/>
        </p:nvSpPr>
        <p:spPr>
          <a:xfrm>
            <a:off x="5056951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92F36AE3-3585-53DA-0EDF-017EC987ED5E}"/>
              </a:ext>
            </a:extLst>
          </p:cNvPr>
          <p:cNvSpPr/>
          <p:nvPr/>
        </p:nvSpPr>
        <p:spPr>
          <a:xfrm>
            <a:off x="5355343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3110C2A-4A80-23F9-E104-CCECA140BA0C}"/>
              </a:ext>
            </a:extLst>
          </p:cNvPr>
          <p:cNvSpPr/>
          <p:nvPr/>
        </p:nvSpPr>
        <p:spPr>
          <a:xfrm>
            <a:off x="5653736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C570D8B9-AD14-CA31-F1B5-B53B8BEFFD95}"/>
              </a:ext>
            </a:extLst>
          </p:cNvPr>
          <p:cNvSpPr/>
          <p:nvPr/>
        </p:nvSpPr>
        <p:spPr>
          <a:xfrm>
            <a:off x="5952128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0654550B-071D-3D12-FEFF-2F9605B2E159}"/>
              </a:ext>
            </a:extLst>
          </p:cNvPr>
          <p:cNvSpPr/>
          <p:nvPr/>
        </p:nvSpPr>
        <p:spPr>
          <a:xfrm>
            <a:off x="6250520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E82D5A74-B99A-F4A6-DB98-EBF05D4DFC70}"/>
              </a:ext>
            </a:extLst>
          </p:cNvPr>
          <p:cNvSpPr/>
          <p:nvPr/>
        </p:nvSpPr>
        <p:spPr>
          <a:xfrm>
            <a:off x="6548912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FAFE631D-E37B-A025-FBAF-405473307444}"/>
              </a:ext>
            </a:extLst>
          </p:cNvPr>
          <p:cNvSpPr/>
          <p:nvPr/>
        </p:nvSpPr>
        <p:spPr>
          <a:xfrm>
            <a:off x="6847304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A4AD59F3-D55C-7E3B-C353-9862D6761258}"/>
              </a:ext>
            </a:extLst>
          </p:cNvPr>
          <p:cNvSpPr/>
          <p:nvPr/>
        </p:nvSpPr>
        <p:spPr>
          <a:xfrm>
            <a:off x="7145696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78ECF6DD-5926-ACF9-724D-881CFF21C844}"/>
              </a:ext>
            </a:extLst>
          </p:cNvPr>
          <p:cNvSpPr/>
          <p:nvPr/>
        </p:nvSpPr>
        <p:spPr>
          <a:xfrm>
            <a:off x="7444089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C6116094-95E1-F882-B6B3-87A98936B573}"/>
              </a:ext>
            </a:extLst>
          </p:cNvPr>
          <p:cNvSpPr/>
          <p:nvPr/>
        </p:nvSpPr>
        <p:spPr>
          <a:xfrm>
            <a:off x="7742481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1" name="Rectangle 880">
            <a:extLst>
              <a:ext uri="{FF2B5EF4-FFF2-40B4-BE49-F238E27FC236}">
                <a16:creationId xmlns:a16="http://schemas.microsoft.com/office/drawing/2014/main" id="{7D59414A-FAD2-841A-2038-D1CFA346661E}"/>
              </a:ext>
            </a:extLst>
          </p:cNvPr>
          <p:cNvSpPr/>
          <p:nvPr/>
        </p:nvSpPr>
        <p:spPr>
          <a:xfrm>
            <a:off x="8040873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B78B3FA6-82EF-784E-342C-038E6BA36540}"/>
              </a:ext>
            </a:extLst>
          </p:cNvPr>
          <p:cNvSpPr/>
          <p:nvPr/>
        </p:nvSpPr>
        <p:spPr>
          <a:xfrm>
            <a:off x="8339265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3" name="Rectangle 882">
            <a:extLst>
              <a:ext uri="{FF2B5EF4-FFF2-40B4-BE49-F238E27FC236}">
                <a16:creationId xmlns:a16="http://schemas.microsoft.com/office/drawing/2014/main" id="{9A1406B2-F5AC-0ABF-B05D-C0DB872438BB}"/>
              </a:ext>
            </a:extLst>
          </p:cNvPr>
          <p:cNvSpPr/>
          <p:nvPr/>
        </p:nvSpPr>
        <p:spPr>
          <a:xfrm>
            <a:off x="8637658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4" name="Rectangle 883">
            <a:extLst>
              <a:ext uri="{FF2B5EF4-FFF2-40B4-BE49-F238E27FC236}">
                <a16:creationId xmlns:a16="http://schemas.microsoft.com/office/drawing/2014/main" id="{08FA711C-E87C-EE5C-DAF7-2EF3D26E7C72}"/>
              </a:ext>
            </a:extLst>
          </p:cNvPr>
          <p:cNvSpPr/>
          <p:nvPr/>
        </p:nvSpPr>
        <p:spPr>
          <a:xfrm>
            <a:off x="8936050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5" name="Rectangle 884">
            <a:extLst>
              <a:ext uri="{FF2B5EF4-FFF2-40B4-BE49-F238E27FC236}">
                <a16:creationId xmlns:a16="http://schemas.microsoft.com/office/drawing/2014/main" id="{41EC4A84-4A39-CD16-EAFD-6A8E0C8E9688}"/>
              </a:ext>
            </a:extLst>
          </p:cNvPr>
          <p:cNvSpPr/>
          <p:nvPr/>
        </p:nvSpPr>
        <p:spPr>
          <a:xfrm>
            <a:off x="9234442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9" name="Oval 868">
            <a:extLst>
              <a:ext uri="{FF2B5EF4-FFF2-40B4-BE49-F238E27FC236}">
                <a16:creationId xmlns:a16="http://schemas.microsoft.com/office/drawing/2014/main" id="{253216E4-F289-B7DB-808A-CB8D5C0B17B4}"/>
              </a:ext>
            </a:extLst>
          </p:cNvPr>
          <p:cNvSpPr/>
          <p:nvPr/>
        </p:nvSpPr>
        <p:spPr>
          <a:xfrm>
            <a:off x="7104474" y="2492224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08" name="Arrow: Down 907">
            <a:extLst>
              <a:ext uri="{FF2B5EF4-FFF2-40B4-BE49-F238E27FC236}">
                <a16:creationId xmlns:a16="http://schemas.microsoft.com/office/drawing/2014/main" id="{7B6AF7B5-6BF1-980B-E8C0-B66E84B395F0}"/>
              </a:ext>
            </a:extLst>
          </p:cNvPr>
          <p:cNvSpPr/>
          <p:nvPr/>
        </p:nvSpPr>
        <p:spPr>
          <a:xfrm>
            <a:off x="5488603" y="3334672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B99FF155-6BB8-898C-C78D-93B0A0F0153B}"/>
              </a:ext>
            </a:extLst>
          </p:cNvPr>
          <p:cNvSpPr txBox="1"/>
          <p:nvPr/>
        </p:nvSpPr>
        <p:spPr>
          <a:xfrm>
            <a:off x="6761617" y="3343907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он миң</a:t>
            </a:r>
            <a:endParaRPr lang="en-GB" sz="1200" dirty="0"/>
          </a:p>
        </p:txBody>
      </p:sp>
      <p:sp>
        <p:nvSpPr>
          <p:cNvPr id="892" name="Rectangle 891">
            <a:extLst>
              <a:ext uri="{FF2B5EF4-FFF2-40B4-BE49-F238E27FC236}">
                <a16:creationId xmlns:a16="http://schemas.microsoft.com/office/drawing/2014/main" id="{4D7ADF0F-6E0F-05F6-D969-B60482C52063}"/>
              </a:ext>
            </a:extLst>
          </p:cNvPr>
          <p:cNvSpPr/>
          <p:nvPr/>
        </p:nvSpPr>
        <p:spPr>
          <a:xfrm>
            <a:off x="4758559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93" name="Rectangle 892">
            <a:extLst>
              <a:ext uri="{FF2B5EF4-FFF2-40B4-BE49-F238E27FC236}">
                <a16:creationId xmlns:a16="http://schemas.microsoft.com/office/drawing/2014/main" id="{8FB2CFF9-478B-DAD1-FA04-169CD0112112}"/>
              </a:ext>
            </a:extLst>
          </p:cNvPr>
          <p:cNvSpPr/>
          <p:nvPr/>
        </p:nvSpPr>
        <p:spPr>
          <a:xfrm>
            <a:off x="5056951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1C8A39A3-38A2-5B9E-803E-41C1578792A4}"/>
              </a:ext>
            </a:extLst>
          </p:cNvPr>
          <p:cNvSpPr/>
          <p:nvPr/>
        </p:nvSpPr>
        <p:spPr>
          <a:xfrm>
            <a:off x="5355343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98E15DA9-E193-04CD-354B-A41C8CC42BFB}"/>
              </a:ext>
            </a:extLst>
          </p:cNvPr>
          <p:cNvSpPr/>
          <p:nvPr/>
        </p:nvSpPr>
        <p:spPr>
          <a:xfrm>
            <a:off x="5653736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DF70F76E-4C37-8D48-5D79-96CC57B608EB}"/>
              </a:ext>
            </a:extLst>
          </p:cNvPr>
          <p:cNvSpPr/>
          <p:nvPr/>
        </p:nvSpPr>
        <p:spPr>
          <a:xfrm>
            <a:off x="5952128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0C19096E-288D-4A90-F99E-CB4A7DEC5358}"/>
              </a:ext>
            </a:extLst>
          </p:cNvPr>
          <p:cNvSpPr/>
          <p:nvPr/>
        </p:nvSpPr>
        <p:spPr>
          <a:xfrm>
            <a:off x="6250520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27415A73-00A1-68DA-D9B0-00CE7472A34E}"/>
              </a:ext>
            </a:extLst>
          </p:cNvPr>
          <p:cNvSpPr/>
          <p:nvPr/>
        </p:nvSpPr>
        <p:spPr>
          <a:xfrm>
            <a:off x="6548912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F7875CB-CA60-37A0-29C6-E1D8BC321C72}"/>
              </a:ext>
            </a:extLst>
          </p:cNvPr>
          <p:cNvSpPr/>
          <p:nvPr/>
        </p:nvSpPr>
        <p:spPr>
          <a:xfrm>
            <a:off x="6847304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A6D00B01-E33D-2452-1F99-A33B6A8B16AA}"/>
              </a:ext>
            </a:extLst>
          </p:cNvPr>
          <p:cNvSpPr/>
          <p:nvPr/>
        </p:nvSpPr>
        <p:spPr>
          <a:xfrm>
            <a:off x="7145696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1" name="Rectangle 900">
            <a:extLst>
              <a:ext uri="{FF2B5EF4-FFF2-40B4-BE49-F238E27FC236}">
                <a16:creationId xmlns:a16="http://schemas.microsoft.com/office/drawing/2014/main" id="{FCB53DF1-1261-49B2-F9A7-6AE00499F8E8}"/>
              </a:ext>
            </a:extLst>
          </p:cNvPr>
          <p:cNvSpPr/>
          <p:nvPr/>
        </p:nvSpPr>
        <p:spPr>
          <a:xfrm>
            <a:off x="7444089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2" name="Rectangle 901">
            <a:extLst>
              <a:ext uri="{FF2B5EF4-FFF2-40B4-BE49-F238E27FC236}">
                <a16:creationId xmlns:a16="http://schemas.microsoft.com/office/drawing/2014/main" id="{2A47B65C-7449-00F6-4D4C-7F88B2A2D774}"/>
              </a:ext>
            </a:extLst>
          </p:cNvPr>
          <p:cNvSpPr/>
          <p:nvPr/>
        </p:nvSpPr>
        <p:spPr>
          <a:xfrm>
            <a:off x="7742481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CA587FDF-5238-964B-6775-00F03F7D873A}"/>
              </a:ext>
            </a:extLst>
          </p:cNvPr>
          <p:cNvSpPr/>
          <p:nvPr/>
        </p:nvSpPr>
        <p:spPr>
          <a:xfrm>
            <a:off x="8040873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4" name="Rectangle 903">
            <a:extLst>
              <a:ext uri="{FF2B5EF4-FFF2-40B4-BE49-F238E27FC236}">
                <a16:creationId xmlns:a16="http://schemas.microsoft.com/office/drawing/2014/main" id="{2166C938-1B32-D652-7334-457CD37649EB}"/>
              </a:ext>
            </a:extLst>
          </p:cNvPr>
          <p:cNvSpPr/>
          <p:nvPr/>
        </p:nvSpPr>
        <p:spPr>
          <a:xfrm>
            <a:off x="8339265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5" name="Rectangle 904">
            <a:extLst>
              <a:ext uri="{FF2B5EF4-FFF2-40B4-BE49-F238E27FC236}">
                <a16:creationId xmlns:a16="http://schemas.microsoft.com/office/drawing/2014/main" id="{89ABF52A-88BB-9A83-1D8E-30C39D5D6FA2}"/>
              </a:ext>
            </a:extLst>
          </p:cNvPr>
          <p:cNvSpPr/>
          <p:nvPr/>
        </p:nvSpPr>
        <p:spPr>
          <a:xfrm>
            <a:off x="8637658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AF3C9FEE-0D45-7345-F55C-A6C455324944}"/>
              </a:ext>
            </a:extLst>
          </p:cNvPr>
          <p:cNvSpPr/>
          <p:nvPr/>
        </p:nvSpPr>
        <p:spPr>
          <a:xfrm>
            <a:off x="8936050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7" name="Rectangle 906">
            <a:extLst>
              <a:ext uri="{FF2B5EF4-FFF2-40B4-BE49-F238E27FC236}">
                <a16:creationId xmlns:a16="http://schemas.microsoft.com/office/drawing/2014/main" id="{D985111D-5703-4654-1F57-9E33C6181B23}"/>
              </a:ext>
            </a:extLst>
          </p:cNvPr>
          <p:cNvSpPr/>
          <p:nvPr/>
        </p:nvSpPr>
        <p:spPr>
          <a:xfrm>
            <a:off x="9234442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91" name="Oval 890">
            <a:extLst>
              <a:ext uri="{FF2B5EF4-FFF2-40B4-BE49-F238E27FC236}">
                <a16:creationId xmlns:a16="http://schemas.microsoft.com/office/drawing/2014/main" id="{5D712ACF-EE8C-7D3A-947F-8E6D45DE8612}"/>
              </a:ext>
            </a:extLst>
          </p:cNvPr>
          <p:cNvSpPr/>
          <p:nvPr/>
        </p:nvSpPr>
        <p:spPr>
          <a:xfrm>
            <a:off x="7104474" y="3179717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30" name="Arrow: Down 929">
            <a:extLst>
              <a:ext uri="{FF2B5EF4-FFF2-40B4-BE49-F238E27FC236}">
                <a16:creationId xmlns:a16="http://schemas.microsoft.com/office/drawing/2014/main" id="{E4E9E6AB-E975-6CE9-98D1-53F42FB809DC}"/>
              </a:ext>
            </a:extLst>
          </p:cNvPr>
          <p:cNvSpPr/>
          <p:nvPr/>
        </p:nvSpPr>
        <p:spPr>
          <a:xfrm>
            <a:off x="5488603" y="4022165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31" name="TextBox 930">
            <a:extLst>
              <a:ext uri="{FF2B5EF4-FFF2-40B4-BE49-F238E27FC236}">
                <a16:creationId xmlns:a16="http://schemas.microsoft.com/office/drawing/2014/main" id="{9466C480-EFA4-FF3B-C259-34A1444DD825}"/>
              </a:ext>
            </a:extLst>
          </p:cNvPr>
          <p:cNvSpPr txBox="1"/>
          <p:nvPr/>
        </p:nvSpPr>
        <p:spPr>
          <a:xfrm>
            <a:off x="6761618" y="4031400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он миң</a:t>
            </a:r>
            <a:endParaRPr lang="en-GB" sz="1200" dirty="0"/>
          </a:p>
        </p:txBody>
      </p:sp>
      <p:sp>
        <p:nvSpPr>
          <p:cNvPr id="914" name="Rectangle 913">
            <a:extLst>
              <a:ext uri="{FF2B5EF4-FFF2-40B4-BE49-F238E27FC236}">
                <a16:creationId xmlns:a16="http://schemas.microsoft.com/office/drawing/2014/main" id="{69DA80E3-CC65-955D-A6FA-DABE6A0710A4}"/>
              </a:ext>
            </a:extLst>
          </p:cNvPr>
          <p:cNvSpPr/>
          <p:nvPr/>
        </p:nvSpPr>
        <p:spPr>
          <a:xfrm>
            <a:off x="4758559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5" name="Rectangle 914">
            <a:extLst>
              <a:ext uri="{FF2B5EF4-FFF2-40B4-BE49-F238E27FC236}">
                <a16:creationId xmlns:a16="http://schemas.microsoft.com/office/drawing/2014/main" id="{BFFBA884-AFA7-C15D-28B9-64A5218118FC}"/>
              </a:ext>
            </a:extLst>
          </p:cNvPr>
          <p:cNvSpPr/>
          <p:nvPr/>
        </p:nvSpPr>
        <p:spPr>
          <a:xfrm>
            <a:off x="5056951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727F1791-6CDC-CDF5-F350-15358A21ED6C}"/>
              </a:ext>
            </a:extLst>
          </p:cNvPr>
          <p:cNvSpPr/>
          <p:nvPr/>
        </p:nvSpPr>
        <p:spPr>
          <a:xfrm>
            <a:off x="5355343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7" name="Rectangle 916">
            <a:extLst>
              <a:ext uri="{FF2B5EF4-FFF2-40B4-BE49-F238E27FC236}">
                <a16:creationId xmlns:a16="http://schemas.microsoft.com/office/drawing/2014/main" id="{EBD4ADAE-D498-F05C-71D1-EB196EA288E2}"/>
              </a:ext>
            </a:extLst>
          </p:cNvPr>
          <p:cNvSpPr/>
          <p:nvPr/>
        </p:nvSpPr>
        <p:spPr>
          <a:xfrm>
            <a:off x="5653736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8" name="Rectangle 917">
            <a:extLst>
              <a:ext uri="{FF2B5EF4-FFF2-40B4-BE49-F238E27FC236}">
                <a16:creationId xmlns:a16="http://schemas.microsoft.com/office/drawing/2014/main" id="{5F067A06-124B-43CA-9B85-3D7E41C35A87}"/>
              </a:ext>
            </a:extLst>
          </p:cNvPr>
          <p:cNvSpPr/>
          <p:nvPr/>
        </p:nvSpPr>
        <p:spPr>
          <a:xfrm>
            <a:off x="5952128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63F1265C-1DD5-24A4-1DA4-49A267E45336}"/>
              </a:ext>
            </a:extLst>
          </p:cNvPr>
          <p:cNvSpPr/>
          <p:nvPr/>
        </p:nvSpPr>
        <p:spPr>
          <a:xfrm>
            <a:off x="6250520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5439A266-E33F-E502-82EA-6E0A4CBE9BFC}"/>
              </a:ext>
            </a:extLst>
          </p:cNvPr>
          <p:cNvSpPr/>
          <p:nvPr/>
        </p:nvSpPr>
        <p:spPr>
          <a:xfrm>
            <a:off x="6548912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C5242EFF-36F9-6A72-7AC6-A12D5693508D}"/>
              </a:ext>
            </a:extLst>
          </p:cNvPr>
          <p:cNvSpPr/>
          <p:nvPr/>
        </p:nvSpPr>
        <p:spPr>
          <a:xfrm>
            <a:off x="6847304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2" name="Rectangle 921">
            <a:extLst>
              <a:ext uri="{FF2B5EF4-FFF2-40B4-BE49-F238E27FC236}">
                <a16:creationId xmlns:a16="http://schemas.microsoft.com/office/drawing/2014/main" id="{D92A0B77-BCD6-C8BE-A29A-5AFA7E968442}"/>
              </a:ext>
            </a:extLst>
          </p:cNvPr>
          <p:cNvSpPr/>
          <p:nvPr/>
        </p:nvSpPr>
        <p:spPr>
          <a:xfrm>
            <a:off x="7145696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DDCEA057-32E0-F758-5289-6C61CD946118}"/>
              </a:ext>
            </a:extLst>
          </p:cNvPr>
          <p:cNvSpPr/>
          <p:nvPr/>
        </p:nvSpPr>
        <p:spPr>
          <a:xfrm>
            <a:off x="7444089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0EEFB6DE-3D76-9CFD-423A-DFCAB8B4D03D}"/>
              </a:ext>
            </a:extLst>
          </p:cNvPr>
          <p:cNvSpPr/>
          <p:nvPr/>
        </p:nvSpPr>
        <p:spPr>
          <a:xfrm>
            <a:off x="7742481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6D611DBC-EA5F-8C5E-2DFF-BCA7604BD1FC}"/>
              </a:ext>
            </a:extLst>
          </p:cNvPr>
          <p:cNvSpPr/>
          <p:nvPr/>
        </p:nvSpPr>
        <p:spPr>
          <a:xfrm>
            <a:off x="8040873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60544082-5985-1681-36C4-BF6304DC0738}"/>
              </a:ext>
            </a:extLst>
          </p:cNvPr>
          <p:cNvSpPr/>
          <p:nvPr/>
        </p:nvSpPr>
        <p:spPr>
          <a:xfrm>
            <a:off x="8339265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3D9CF38A-DAAA-02A6-BAF4-AC9F70A247FF}"/>
              </a:ext>
            </a:extLst>
          </p:cNvPr>
          <p:cNvSpPr/>
          <p:nvPr/>
        </p:nvSpPr>
        <p:spPr>
          <a:xfrm>
            <a:off x="8637658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8" name="Rectangle 927">
            <a:extLst>
              <a:ext uri="{FF2B5EF4-FFF2-40B4-BE49-F238E27FC236}">
                <a16:creationId xmlns:a16="http://schemas.microsoft.com/office/drawing/2014/main" id="{189378DB-3DB6-F550-25EB-1AE80D56415F}"/>
              </a:ext>
            </a:extLst>
          </p:cNvPr>
          <p:cNvSpPr/>
          <p:nvPr/>
        </p:nvSpPr>
        <p:spPr>
          <a:xfrm>
            <a:off x="8936050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E7CF2D00-A3FD-212A-8E16-BE365C978303}"/>
              </a:ext>
            </a:extLst>
          </p:cNvPr>
          <p:cNvSpPr/>
          <p:nvPr/>
        </p:nvSpPr>
        <p:spPr>
          <a:xfrm>
            <a:off x="9234442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3" name="Oval 912">
            <a:extLst>
              <a:ext uri="{FF2B5EF4-FFF2-40B4-BE49-F238E27FC236}">
                <a16:creationId xmlns:a16="http://schemas.microsoft.com/office/drawing/2014/main" id="{E42A634B-0C4D-32E8-4993-6498A2D059A5}"/>
              </a:ext>
            </a:extLst>
          </p:cNvPr>
          <p:cNvSpPr/>
          <p:nvPr/>
        </p:nvSpPr>
        <p:spPr>
          <a:xfrm>
            <a:off x="7104474" y="3867210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Arrow: Down 951">
            <a:extLst>
              <a:ext uri="{FF2B5EF4-FFF2-40B4-BE49-F238E27FC236}">
                <a16:creationId xmlns:a16="http://schemas.microsoft.com/office/drawing/2014/main" id="{82110B5F-5C7A-7786-9528-B6DAD5923A7E}"/>
              </a:ext>
            </a:extLst>
          </p:cNvPr>
          <p:cNvSpPr/>
          <p:nvPr/>
        </p:nvSpPr>
        <p:spPr>
          <a:xfrm>
            <a:off x="5488603" y="4709658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TextBox 952">
            <a:extLst>
              <a:ext uri="{FF2B5EF4-FFF2-40B4-BE49-F238E27FC236}">
                <a16:creationId xmlns:a16="http://schemas.microsoft.com/office/drawing/2014/main" id="{8AFB81E0-1045-22EE-883B-7EA41B1902DD}"/>
              </a:ext>
            </a:extLst>
          </p:cNvPr>
          <p:cNvSpPr txBox="1"/>
          <p:nvPr/>
        </p:nvSpPr>
        <p:spPr>
          <a:xfrm>
            <a:off x="6720740" y="4718893"/>
            <a:ext cx="849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бир миң</a:t>
            </a:r>
            <a:endParaRPr lang="en-GB" sz="1200" dirty="0"/>
          </a:p>
        </p:txBody>
      </p:sp>
      <p:sp>
        <p:nvSpPr>
          <p:cNvPr id="936" name="Rectangle 935">
            <a:extLst>
              <a:ext uri="{FF2B5EF4-FFF2-40B4-BE49-F238E27FC236}">
                <a16:creationId xmlns:a16="http://schemas.microsoft.com/office/drawing/2014/main" id="{05D5A9DD-2E26-AC7A-8ACE-02DEE0BBE857}"/>
              </a:ext>
            </a:extLst>
          </p:cNvPr>
          <p:cNvSpPr/>
          <p:nvPr/>
        </p:nvSpPr>
        <p:spPr>
          <a:xfrm>
            <a:off x="4758559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2E68E5F3-DBE0-F16C-0070-97A1A3777828}"/>
              </a:ext>
            </a:extLst>
          </p:cNvPr>
          <p:cNvSpPr/>
          <p:nvPr/>
        </p:nvSpPr>
        <p:spPr>
          <a:xfrm>
            <a:off x="5056951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4F4DF950-5396-2817-F91E-5E57F44927CD}"/>
              </a:ext>
            </a:extLst>
          </p:cNvPr>
          <p:cNvSpPr/>
          <p:nvPr/>
        </p:nvSpPr>
        <p:spPr>
          <a:xfrm>
            <a:off x="5355343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B1E53967-190F-7354-B92D-D0678B0FB2C2}"/>
              </a:ext>
            </a:extLst>
          </p:cNvPr>
          <p:cNvSpPr/>
          <p:nvPr/>
        </p:nvSpPr>
        <p:spPr>
          <a:xfrm>
            <a:off x="5653736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F0E9BB11-FE62-5707-73AD-3770B2BE1D7E}"/>
              </a:ext>
            </a:extLst>
          </p:cNvPr>
          <p:cNvSpPr/>
          <p:nvPr/>
        </p:nvSpPr>
        <p:spPr>
          <a:xfrm>
            <a:off x="5952128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1CE55C05-BE77-5D4F-5132-53DC8BB34837}"/>
              </a:ext>
            </a:extLst>
          </p:cNvPr>
          <p:cNvSpPr/>
          <p:nvPr/>
        </p:nvSpPr>
        <p:spPr>
          <a:xfrm>
            <a:off x="6250520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870AA654-380B-F977-C18C-F4D4DF4C0BC0}"/>
              </a:ext>
            </a:extLst>
          </p:cNvPr>
          <p:cNvSpPr/>
          <p:nvPr/>
        </p:nvSpPr>
        <p:spPr>
          <a:xfrm>
            <a:off x="6548912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5686F973-89E3-7FE5-7A34-1FC039A29879}"/>
              </a:ext>
            </a:extLst>
          </p:cNvPr>
          <p:cNvSpPr/>
          <p:nvPr/>
        </p:nvSpPr>
        <p:spPr>
          <a:xfrm>
            <a:off x="6847304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4" name="Rectangle 943">
            <a:extLst>
              <a:ext uri="{FF2B5EF4-FFF2-40B4-BE49-F238E27FC236}">
                <a16:creationId xmlns:a16="http://schemas.microsoft.com/office/drawing/2014/main" id="{E129E9D0-4252-137F-D170-2E3D828B914A}"/>
              </a:ext>
            </a:extLst>
          </p:cNvPr>
          <p:cNvSpPr/>
          <p:nvPr/>
        </p:nvSpPr>
        <p:spPr>
          <a:xfrm>
            <a:off x="7145696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04F64EF5-26F0-1FF1-9123-C352D3B75917}"/>
              </a:ext>
            </a:extLst>
          </p:cNvPr>
          <p:cNvSpPr/>
          <p:nvPr/>
        </p:nvSpPr>
        <p:spPr>
          <a:xfrm>
            <a:off x="7444089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C14C64E9-1C1E-496E-8C84-DF9B953FE4FF}"/>
              </a:ext>
            </a:extLst>
          </p:cNvPr>
          <p:cNvSpPr/>
          <p:nvPr/>
        </p:nvSpPr>
        <p:spPr>
          <a:xfrm>
            <a:off x="7742481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09BF400D-CCB1-1F72-5471-C9DBEB2BDA76}"/>
              </a:ext>
            </a:extLst>
          </p:cNvPr>
          <p:cNvSpPr/>
          <p:nvPr/>
        </p:nvSpPr>
        <p:spPr>
          <a:xfrm>
            <a:off x="8040873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8" name="Rectangle 947">
            <a:extLst>
              <a:ext uri="{FF2B5EF4-FFF2-40B4-BE49-F238E27FC236}">
                <a16:creationId xmlns:a16="http://schemas.microsoft.com/office/drawing/2014/main" id="{4115BC89-CEEB-B1E9-5F7F-5FAEB00DD011}"/>
              </a:ext>
            </a:extLst>
          </p:cNvPr>
          <p:cNvSpPr/>
          <p:nvPr/>
        </p:nvSpPr>
        <p:spPr>
          <a:xfrm>
            <a:off x="8339265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9" name="Rectangle 948">
            <a:extLst>
              <a:ext uri="{FF2B5EF4-FFF2-40B4-BE49-F238E27FC236}">
                <a16:creationId xmlns:a16="http://schemas.microsoft.com/office/drawing/2014/main" id="{183693D7-E044-2DB2-CA33-8ADEA2BD1D53}"/>
              </a:ext>
            </a:extLst>
          </p:cNvPr>
          <p:cNvSpPr/>
          <p:nvPr/>
        </p:nvSpPr>
        <p:spPr>
          <a:xfrm>
            <a:off x="8637658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C05507-C167-FC4D-8862-6F92EDA58571}"/>
              </a:ext>
            </a:extLst>
          </p:cNvPr>
          <p:cNvSpPr/>
          <p:nvPr/>
        </p:nvSpPr>
        <p:spPr>
          <a:xfrm>
            <a:off x="8936050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A705E832-6FAA-6203-513F-5B037E4CDD78}"/>
              </a:ext>
            </a:extLst>
          </p:cNvPr>
          <p:cNvSpPr/>
          <p:nvPr/>
        </p:nvSpPr>
        <p:spPr>
          <a:xfrm>
            <a:off x="9234442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32DFDCF8-27BC-EAD0-E198-9A4099FF2E85}"/>
              </a:ext>
            </a:extLst>
          </p:cNvPr>
          <p:cNvSpPr/>
          <p:nvPr/>
        </p:nvSpPr>
        <p:spPr>
          <a:xfrm>
            <a:off x="7104474" y="4554703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74" name="Arrow: Down 973">
            <a:extLst>
              <a:ext uri="{FF2B5EF4-FFF2-40B4-BE49-F238E27FC236}">
                <a16:creationId xmlns:a16="http://schemas.microsoft.com/office/drawing/2014/main" id="{B5BECAF1-4F86-F643-7CF8-BA1BCED336E1}"/>
              </a:ext>
            </a:extLst>
          </p:cNvPr>
          <p:cNvSpPr/>
          <p:nvPr/>
        </p:nvSpPr>
        <p:spPr>
          <a:xfrm>
            <a:off x="5488603" y="5397151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9C2F70A3-E9B4-4A32-C5BD-F4DC600A8BC0}"/>
              </a:ext>
            </a:extLst>
          </p:cNvPr>
          <p:cNvSpPr txBox="1"/>
          <p:nvPr/>
        </p:nvSpPr>
        <p:spPr>
          <a:xfrm>
            <a:off x="6723145" y="5406386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× жүз миң</a:t>
            </a:r>
            <a:endParaRPr lang="en-GB" sz="1200" dirty="0"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C06E8720-B480-9434-152B-5CF72D3EA6C2}"/>
              </a:ext>
            </a:extLst>
          </p:cNvPr>
          <p:cNvSpPr/>
          <p:nvPr/>
        </p:nvSpPr>
        <p:spPr>
          <a:xfrm>
            <a:off x="4758559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200E595-7FED-FAD1-272A-BF81A5719025}"/>
              </a:ext>
            </a:extLst>
          </p:cNvPr>
          <p:cNvSpPr/>
          <p:nvPr/>
        </p:nvSpPr>
        <p:spPr>
          <a:xfrm>
            <a:off x="5056951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ABC0350B-7251-B795-850B-6E2E2AB62705}"/>
              </a:ext>
            </a:extLst>
          </p:cNvPr>
          <p:cNvSpPr/>
          <p:nvPr/>
        </p:nvSpPr>
        <p:spPr>
          <a:xfrm>
            <a:off x="5355343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00EEF659-C883-F046-8A6F-EFEC7B4EF187}"/>
              </a:ext>
            </a:extLst>
          </p:cNvPr>
          <p:cNvSpPr/>
          <p:nvPr/>
        </p:nvSpPr>
        <p:spPr>
          <a:xfrm>
            <a:off x="5653736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45481DFA-1C71-9540-A29D-392CC2627438}"/>
              </a:ext>
            </a:extLst>
          </p:cNvPr>
          <p:cNvSpPr/>
          <p:nvPr/>
        </p:nvSpPr>
        <p:spPr>
          <a:xfrm>
            <a:off x="5952128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295A9693-3709-6A7B-CF32-73EDE7605CD6}"/>
              </a:ext>
            </a:extLst>
          </p:cNvPr>
          <p:cNvSpPr/>
          <p:nvPr/>
        </p:nvSpPr>
        <p:spPr>
          <a:xfrm>
            <a:off x="6250520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C109416F-5CB4-35F6-4C38-BAA31BFB916A}"/>
              </a:ext>
            </a:extLst>
          </p:cNvPr>
          <p:cNvSpPr/>
          <p:nvPr/>
        </p:nvSpPr>
        <p:spPr>
          <a:xfrm>
            <a:off x="6548912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C6987DC3-0703-7BB8-A7D7-844BC41BCD29}"/>
              </a:ext>
            </a:extLst>
          </p:cNvPr>
          <p:cNvSpPr/>
          <p:nvPr/>
        </p:nvSpPr>
        <p:spPr>
          <a:xfrm>
            <a:off x="6847304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0A576410-0DE3-1054-717A-5B45F7D3AA80}"/>
              </a:ext>
            </a:extLst>
          </p:cNvPr>
          <p:cNvSpPr/>
          <p:nvPr/>
        </p:nvSpPr>
        <p:spPr>
          <a:xfrm>
            <a:off x="7145696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85626060-F075-CADA-1BBC-D444C7CE8D08}"/>
              </a:ext>
            </a:extLst>
          </p:cNvPr>
          <p:cNvSpPr/>
          <p:nvPr/>
        </p:nvSpPr>
        <p:spPr>
          <a:xfrm>
            <a:off x="7444089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8" name="Rectangle 967">
            <a:extLst>
              <a:ext uri="{FF2B5EF4-FFF2-40B4-BE49-F238E27FC236}">
                <a16:creationId xmlns:a16="http://schemas.microsoft.com/office/drawing/2014/main" id="{8CE1F22D-8CE5-CC1A-932B-11F40E796A07}"/>
              </a:ext>
            </a:extLst>
          </p:cNvPr>
          <p:cNvSpPr/>
          <p:nvPr/>
        </p:nvSpPr>
        <p:spPr>
          <a:xfrm>
            <a:off x="7742481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BEF8A38A-3968-9795-4176-E8FB26B6367E}"/>
              </a:ext>
            </a:extLst>
          </p:cNvPr>
          <p:cNvSpPr/>
          <p:nvPr/>
        </p:nvSpPr>
        <p:spPr>
          <a:xfrm>
            <a:off x="8040873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38B53882-5E45-4F7E-E134-C0BDD28138A5}"/>
              </a:ext>
            </a:extLst>
          </p:cNvPr>
          <p:cNvSpPr/>
          <p:nvPr/>
        </p:nvSpPr>
        <p:spPr>
          <a:xfrm>
            <a:off x="8339265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71" name="Rectangle 970">
            <a:extLst>
              <a:ext uri="{FF2B5EF4-FFF2-40B4-BE49-F238E27FC236}">
                <a16:creationId xmlns:a16="http://schemas.microsoft.com/office/drawing/2014/main" id="{AEE8B200-FCAA-7E78-4E69-DF63A8CC21B4}"/>
              </a:ext>
            </a:extLst>
          </p:cNvPr>
          <p:cNvSpPr/>
          <p:nvPr/>
        </p:nvSpPr>
        <p:spPr>
          <a:xfrm>
            <a:off x="8637658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72" name="Rectangle 971">
            <a:extLst>
              <a:ext uri="{FF2B5EF4-FFF2-40B4-BE49-F238E27FC236}">
                <a16:creationId xmlns:a16="http://schemas.microsoft.com/office/drawing/2014/main" id="{FB599633-775F-3C6B-4CCB-86D7DB55DA52}"/>
              </a:ext>
            </a:extLst>
          </p:cNvPr>
          <p:cNvSpPr/>
          <p:nvPr/>
        </p:nvSpPr>
        <p:spPr>
          <a:xfrm>
            <a:off x="8936050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73" name="Rectangle 972">
            <a:extLst>
              <a:ext uri="{FF2B5EF4-FFF2-40B4-BE49-F238E27FC236}">
                <a16:creationId xmlns:a16="http://schemas.microsoft.com/office/drawing/2014/main" id="{FAB7158E-1115-200E-36EB-551118CBC969}"/>
              </a:ext>
            </a:extLst>
          </p:cNvPr>
          <p:cNvSpPr/>
          <p:nvPr/>
        </p:nvSpPr>
        <p:spPr>
          <a:xfrm>
            <a:off x="9234442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57" name="Oval 956">
            <a:extLst>
              <a:ext uri="{FF2B5EF4-FFF2-40B4-BE49-F238E27FC236}">
                <a16:creationId xmlns:a16="http://schemas.microsoft.com/office/drawing/2014/main" id="{E24D80E2-CE3C-561A-3E00-A2FD612B159D}"/>
              </a:ext>
            </a:extLst>
          </p:cNvPr>
          <p:cNvSpPr/>
          <p:nvPr/>
        </p:nvSpPr>
        <p:spPr>
          <a:xfrm>
            <a:off x="7104474" y="5242196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6" name="Arrow: Down 995">
            <a:extLst>
              <a:ext uri="{FF2B5EF4-FFF2-40B4-BE49-F238E27FC236}">
                <a16:creationId xmlns:a16="http://schemas.microsoft.com/office/drawing/2014/main" id="{D499C5BA-E801-1E37-3704-E634C51E58EF}"/>
              </a:ext>
            </a:extLst>
          </p:cNvPr>
          <p:cNvSpPr/>
          <p:nvPr/>
        </p:nvSpPr>
        <p:spPr>
          <a:xfrm>
            <a:off x="5488603" y="6084644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05BEB408-4774-91D3-A1DA-74AA9DD3CC74}"/>
              </a:ext>
            </a:extLst>
          </p:cNvPr>
          <p:cNvSpPr txBox="1"/>
          <p:nvPr/>
        </p:nvSpPr>
        <p:spPr>
          <a:xfrm>
            <a:off x="6561242" y="6093879"/>
            <a:ext cx="116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бир миллион</a:t>
            </a:r>
            <a:endParaRPr lang="en-GB" sz="1200" dirty="0"/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8211A367-CCC1-BCB9-B1F1-811CB4C0D44F}"/>
              </a:ext>
            </a:extLst>
          </p:cNvPr>
          <p:cNvSpPr/>
          <p:nvPr/>
        </p:nvSpPr>
        <p:spPr>
          <a:xfrm>
            <a:off x="4758559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50E6B88D-193A-40F4-5861-1065F3EADCBD}"/>
              </a:ext>
            </a:extLst>
          </p:cNvPr>
          <p:cNvSpPr/>
          <p:nvPr/>
        </p:nvSpPr>
        <p:spPr>
          <a:xfrm>
            <a:off x="5056951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C8464146-A7CE-6A4F-FAE1-6FAA890878C5}"/>
              </a:ext>
            </a:extLst>
          </p:cNvPr>
          <p:cNvSpPr/>
          <p:nvPr/>
        </p:nvSpPr>
        <p:spPr>
          <a:xfrm>
            <a:off x="5355343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3" name="Rectangle 982">
            <a:extLst>
              <a:ext uri="{FF2B5EF4-FFF2-40B4-BE49-F238E27FC236}">
                <a16:creationId xmlns:a16="http://schemas.microsoft.com/office/drawing/2014/main" id="{BCCE30C4-D1C9-03AD-A448-0B0803B45D78}"/>
              </a:ext>
            </a:extLst>
          </p:cNvPr>
          <p:cNvSpPr/>
          <p:nvPr/>
        </p:nvSpPr>
        <p:spPr>
          <a:xfrm>
            <a:off x="5653736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4" name="Rectangle 983">
            <a:extLst>
              <a:ext uri="{FF2B5EF4-FFF2-40B4-BE49-F238E27FC236}">
                <a16:creationId xmlns:a16="http://schemas.microsoft.com/office/drawing/2014/main" id="{CF1D72A0-6532-8494-BCDD-73478B2C6B63}"/>
              </a:ext>
            </a:extLst>
          </p:cNvPr>
          <p:cNvSpPr/>
          <p:nvPr/>
        </p:nvSpPr>
        <p:spPr>
          <a:xfrm>
            <a:off x="5952128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5" name="Rectangle 984">
            <a:extLst>
              <a:ext uri="{FF2B5EF4-FFF2-40B4-BE49-F238E27FC236}">
                <a16:creationId xmlns:a16="http://schemas.microsoft.com/office/drawing/2014/main" id="{0E6F950E-43E9-3169-A3D3-4142B6E43DDA}"/>
              </a:ext>
            </a:extLst>
          </p:cNvPr>
          <p:cNvSpPr/>
          <p:nvPr/>
        </p:nvSpPr>
        <p:spPr>
          <a:xfrm>
            <a:off x="6250520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6" name="Rectangle 985">
            <a:extLst>
              <a:ext uri="{FF2B5EF4-FFF2-40B4-BE49-F238E27FC236}">
                <a16:creationId xmlns:a16="http://schemas.microsoft.com/office/drawing/2014/main" id="{7E4B9722-BC4A-BAC2-C749-57EAE526E94D}"/>
              </a:ext>
            </a:extLst>
          </p:cNvPr>
          <p:cNvSpPr/>
          <p:nvPr/>
        </p:nvSpPr>
        <p:spPr>
          <a:xfrm>
            <a:off x="6548912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7" name="Rectangle 986">
            <a:extLst>
              <a:ext uri="{FF2B5EF4-FFF2-40B4-BE49-F238E27FC236}">
                <a16:creationId xmlns:a16="http://schemas.microsoft.com/office/drawing/2014/main" id="{9D43D1FC-AD64-C76D-64BD-C80251AFE1DF}"/>
              </a:ext>
            </a:extLst>
          </p:cNvPr>
          <p:cNvSpPr/>
          <p:nvPr/>
        </p:nvSpPr>
        <p:spPr>
          <a:xfrm>
            <a:off x="6847304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8" name="Rectangle 987">
            <a:extLst>
              <a:ext uri="{FF2B5EF4-FFF2-40B4-BE49-F238E27FC236}">
                <a16:creationId xmlns:a16="http://schemas.microsoft.com/office/drawing/2014/main" id="{ED001813-0BA8-F90C-9DF8-8F89C2DC1C4D}"/>
              </a:ext>
            </a:extLst>
          </p:cNvPr>
          <p:cNvSpPr/>
          <p:nvPr/>
        </p:nvSpPr>
        <p:spPr>
          <a:xfrm>
            <a:off x="7145696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9" name="Rectangle 988">
            <a:extLst>
              <a:ext uri="{FF2B5EF4-FFF2-40B4-BE49-F238E27FC236}">
                <a16:creationId xmlns:a16="http://schemas.microsoft.com/office/drawing/2014/main" id="{D588E822-2589-4519-B2DB-85C5CA43CC1E}"/>
              </a:ext>
            </a:extLst>
          </p:cNvPr>
          <p:cNvSpPr/>
          <p:nvPr/>
        </p:nvSpPr>
        <p:spPr>
          <a:xfrm>
            <a:off x="7444089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7C8FB1DA-35AA-AD59-6F86-3EF5C6640E54}"/>
              </a:ext>
            </a:extLst>
          </p:cNvPr>
          <p:cNvSpPr/>
          <p:nvPr/>
        </p:nvSpPr>
        <p:spPr>
          <a:xfrm>
            <a:off x="7742481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811323D8-452E-0F84-37E6-86A118889E8D}"/>
              </a:ext>
            </a:extLst>
          </p:cNvPr>
          <p:cNvSpPr/>
          <p:nvPr/>
        </p:nvSpPr>
        <p:spPr>
          <a:xfrm>
            <a:off x="8040873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D59A569C-977B-670C-79DA-59834B947577}"/>
              </a:ext>
            </a:extLst>
          </p:cNvPr>
          <p:cNvSpPr/>
          <p:nvPr/>
        </p:nvSpPr>
        <p:spPr>
          <a:xfrm>
            <a:off x="8339265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73B4E481-DBA9-B777-232A-53C5DDBA56DA}"/>
              </a:ext>
            </a:extLst>
          </p:cNvPr>
          <p:cNvSpPr/>
          <p:nvPr/>
        </p:nvSpPr>
        <p:spPr>
          <a:xfrm>
            <a:off x="8637658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D4212A30-F1EF-7528-E278-AAA0CE642144}"/>
              </a:ext>
            </a:extLst>
          </p:cNvPr>
          <p:cNvSpPr/>
          <p:nvPr/>
        </p:nvSpPr>
        <p:spPr>
          <a:xfrm>
            <a:off x="8936050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C56283B3-ABC4-6960-B78D-A2F753150A68}"/>
              </a:ext>
            </a:extLst>
          </p:cNvPr>
          <p:cNvSpPr/>
          <p:nvPr/>
        </p:nvSpPr>
        <p:spPr>
          <a:xfrm>
            <a:off x="9234442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79" name="Oval 978">
            <a:extLst>
              <a:ext uri="{FF2B5EF4-FFF2-40B4-BE49-F238E27FC236}">
                <a16:creationId xmlns:a16="http://schemas.microsoft.com/office/drawing/2014/main" id="{C8156D3A-4EFB-3829-B31A-A6425172049A}"/>
              </a:ext>
            </a:extLst>
          </p:cNvPr>
          <p:cNvSpPr/>
          <p:nvPr/>
        </p:nvSpPr>
        <p:spPr>
          <a:xfrm>
            <a:off x="7104474" y="5929689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75669342-ACBE-5200-1060-E763463E10B6}"/>
              </a:ext>
            </a:extLst>
          </p:cNvPr>
          <p:cNvSpPr/>
          <p:nvPr/>
        </p:nvSpPr>
        <p:spPr>
          <a:xfrm>
            <a:off x="475855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D933C796-215F-880B-83AE-79981201018D}"/>
              </a:ext>
            </a:extLst>
          </p:cNvPr>
          <p:cNvSpPr/>
          <p:nvPr/>
        </p:nvSpPr>
        <p:spPr>
          <a:xfrm>
            <a:off x="505695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31E2837E-5151-432B-A627-31124F0500CE}"/>
              </a:ext>
            </a:extLst>
          </p:cNvPr>
          <p:cNvSpPr/>
          <p:nvPr/>
        </p:nvSpPr>
        <p:spPr>
          <a:xfrm>
            <a:off x="535534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01442E3F-A9C9-5DAF-F168-2E5E18CEC6C3}"/>
              </a:ext>
            </a:extLst>
          </p:cNvPr>
          <p:cNvSpPr/>
          <p:nvPr/>
        </p:nvSpPr>
        <p:spPr>
          <a:xfrm>
            <a:off x="565373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E084580E-F84E-822D-4E18-1CF307F33454}"/>
              </a:ext>
            </a:extLst>
          </p:cNvPr>
          <p:cNvSpPr/>
          <p:nvPr/>
        </p:nvSpPr>
        <p:spPr>
          <a:xfrm>
            <a:off x="595212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F169E748-541F-2E4C-EFD3-2776A58A7DBB}"/>
              </a:ext>
            </a:extLst>
          </p:cNvPr>
          <p:cNvSpPr/>
          <p:nvPr/>
        </p:nvSpPr>
        <p:spPr>
          <a:xfrm>
            <a:off x="625052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E3499100-3937-5139-87A6-B820E38B06CE}"/>
              </a:ext>
            </a:extLst>
          </p:cNvPr>
          <p:cNvSpPr/>
          <p:nvPr/>
        </p:nvSpPr>
        <p:spPr>
          <a:xfrm>
            <a:off x="654891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9B97A7E1-D48A-D9C1-CDC6-963FE26DBDE5}"/>
              </a:ext>
            </a:extLst>
          </p:cNvPr>
          <p:cNvSpPr/>
          <p:nvPr/>
        </p:nvSpPr>
        <p:spPr>
          <a:xfrm>
            <a:off x="6847304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0AF01383-8097-5B61-C260-4C7A64A48715}"/>
              </a:ext>
            </a:extLst>
          </p:cNvPr>
          <p:cNvSpPr/>
          <p:nvPr/>
        </p:nvSpPr>
        <p:spPr>
          <a:xfrm>
            <a:off x="714569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EE0A2754-650C-E652-143A-81872CD9F94B}"/>
              </a:ext>
            </a:extLst>
          </p:cNvPr>
          <p:cNvSpPr/>
          <p:nvPr/>
        </p:nvSpPr>
        <p:spPr>
          <a:xfrm>
            <a:off x="744408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22EE7B60-A98A-1BD4-C85E-B0416E3D0C74}"/>
              </a:ext>
            </a:extLst>
          </p:cNvPr>
          <p:cNvSpPr/>
          <p:nvPr/>
        </p:nvSpPr>
        <p:spPr>
          <a:xfrm>
            <a:off x="774248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28CE3002-50B3-51B8-F5B4-CF3E76D81458}"/>
              </a:ext>
            </a:extLst>
          </p:cNvPr>
          <p:cNvSpPr/>
          <p:nvPr/>
        </p:nvSpPr>
        <p:spPr>
          <a:xfrm>
            <a:off x="804087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D549315A-5459-CCE0-0550-1D69AF0E4BEF}"/>
              </a:ext>
            </a:extLst>
          </p:cNvPr>
          <p:cNvSpPr/>
          <p:nvPr/>
        </p:nvSpPr>
        <p:spPr>
          <a:xfrm>
            <a:off x="8339265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75521500-F210-0AA7-EB19-F17B8C08268C}"/>
              </a:ext>
            </a:extLst>
          </p:cNvPr>
          <p:cNvSpPr/>
          <p:nvPr/>
        </p:nvSpPr>
        <p:spPr>
          <a:xfrm>
            <a:off x="863765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CEE693A0-975C-71B5-6D6F-1BD00E27FE96}"/>
              </a:ext>
            </a:extLst>
          </p:cNvPr>
          <p:cNvSpPr/>
          <p:nvPr/>
        </p:nvSpPr>
        <p:spPr>
          <a:xfrm>
            <a:off x="893605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2FD42A5F-9A3F-5228-13C0-C4433BF18799}"/>
              </a:ext>
            </a:extLst>
          </p:cNvPr>
          <p:cNvSpPr/>
          <p:nvPr/>
        </p:nvSpPr>
        <p:spPr>
          <a:xfrm>
            <a:off x="923444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1" name="Oval 1000">
            <a:extLst>
              <a:ext uri="{FF2B5EF4-FFF2-40B4-BE49-F238E27FC236}">
                <a16:creationId xmlns:a16="http://schemas.microsoft.com/office/drawing/2014/main" id="{70B692AE-4A44-E3BD-8913-8B9514B78D12}"/>
              </a:ext>
            </a:extLst>
          </p:cNvPr>
          <p:cNvSpPr/>
          <p:nvPr/>
        </p:nvSpPr>
        <p:spPr>
          <a:xfrm>
            <a:off x="7104474" y="661718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22" name="Straight Connector 1021">
            <a:extLst>
              <a:ext uri="{FF2B5EF4-FFF2-40B4-BE49-F238E27FC236}">
                <a16:creationId xmlns:a16="http://schemas.microsoft.com/office/drawing/2014/main" id="{94E9FB16-CA29-F899-F709-E72807F6A4A7}"/>
              </a:ext>
            </a:extLst>
          </p:cNvPr>
          <p:cNvCxnSpPr>
            <a:cxnSpLocks/>
          </p:cNvCxnSpPr>
          <p:nvPr/>
        </p:nvCxnSpPr>
        <p:spPr>
          <a:xfrm flipH="1">
            <a:off x="4281240" y="303809"/>
            <a:ext cx="0" cy="634195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77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rrow: Down 18">
            <a:extLst>
              <a:ext uri="{FF2B5EF4-FFF2-40B4-BE49-F238E27FC236}">
                <a16:creationId xmlns:a16="http://schemas.microsoft.com/office/drawing/2014/main" id="{52D09EFB-9BBE-51DD-E5A7-5103A9550FA4}"/>
              </a:ext>
            </a:extLst>
          </p:cNvPr>
          <p:cNvSpPr/>
          <p:nvPr/>
        </p:nvSpPr>
        <p:spPr>
          <a:xfrm>
            <a:off x="1386401" y="584700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C0B40C-33F6-15F9-7DFB-240683F5D0F2}"/>
              </a:ext>
            </a:extLst>
          </p:cNvPr>
          <p:cNvSpPr txBox="1"/>
          <p:nvPr/>
        </p:nvSpPr>
        <p:spPr>
          <a:xfrm>
            <a:off x="1807076" y="593935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A22BC9-F7CD-B336-5C05-7540A683EED8}"/>
              </a:ext>
            </a:extLst>
          </p:cNvPr>
          <p:cNvSpPr/>
          <p:nvPr/>
        </p:nvSpPr>
        <p:spPr>
          <a:xfrm>
            <a:off x="24370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2FCC6-6883-66E0-3A34-3EB75B98AD8A}"/>
              </a:ext>
            </a:extLst>
          </p:cNvPr>
          <p:cNvSpPr/>
          <p:nvPr/>
        </p:nvSpPr>
        <p:spPr>
          <a:xfrm>
            <a:off x="54210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B7221-3333-D8CB-9798-EA556264C35C}"/>
              </a:ext>
            </a:extLst>
          </p:cNvPr>
          <p:cNvSpPr/>
          <p:nvPr/>
        </p:nvSpPr>
        <p:spPr>
          <a:xfrm>
            <a:off x="84049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3A9F05-2FC9-ED09-CCD7-A2B2A7E0E9E4}"/>
              </a:ext>
            </a:extLst>
          </p:cNvPr>
          <p:cNvSpPr/>
          <p:nvPr/>
        </p:nvSpPr>
        <p:spPr>
          <a:xfrm>
            <a:off x="113888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35F95-B72E-61F2-6EAE-447573229893}"/>
              </a:ext>
            </a:extLst>
          </p:cNvPr>
          <p:cNvSpPr/>
          <p:nvPr/>
        </p:nvSpPr>
        <p:spPr>
          <a:xfrm>
            <a:off x="143727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15123-6575-C70E-E486-81A358E77034}"/>
              </a:ext>
            </a:extLst>
          </p:cNvPr>
          <p:cNvSpPr/>
          <p:nvPr/>
        </p:nvSpPr>
        <p:spPr>
          <a:xfrm>
            <a:off x="173567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2B940F-B1E4-3AAC-A13E-2738A5832021}"/>
              </a:ext>
            </a:extLst>
          </p:cNvPr>
          <p:cNvSpPr/>
          <p:nvPr/>
        </p:nvSpPr>
        <p:spPr>
          <a:xfrm>
            <a:off x="203406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B19C14-530D-694C-22B0-B0F0B667CE88}"/>
              </a:ext>
            </a:extLst>
          </p:cNvPr>
          <p:cNvSpPr/>
          <p:nvPr/>
        </p:nvSpPr>
        <p:spPr>
          <a:xfrm>
            <a:off x="2332454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A22D8B-E6AE-7AC1-EB5C-AA04617D4BB5}"/>
              </a:ext>
            </a:extLst>
          </p:cNvPr>
          <p:cNvSpPr/>
          <p:nvPr/>
        </p:nvSpPr>
        <p:spPr>
          <a:xfrm>
            <a:off x="263084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933A5B-7042-0305-30F5-7EA5715563F0}"/>
              </a:ext>
            </a:extLst>
          </p:cNvPr>
          <p:cNvSpPr/>
          <p:nvPr/>
        </p:nvSpPr>
        <p:spPr>
          <a:xfrm>
            <a:off x="292923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BA24F1-7945-7166-2EDD-C6ED060C7373}"/>
              </a:ext>
            </a:extLst>
          </p:cNvPr>
          <p:cNvSpPr/>
          <p:nvPr/>
        </p:nvSpPr>
        <p:spPr>
          <a:xfrm>
            <a:off x="322763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613DA0-4043-AD16-205F-9CA6D3395EF6}"/>
              </a:ext>
            </a:extLst>
          </p:cNvPr>
          <p:cNvSpPr/>
          <p:nvPr/>
        </p:nvSpPr>
        <p:spPr>
          <a:xfrm>
            <a:off x="352602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45C7807C-2AAA-74B7-C35D-17ED0BAD1632}"/>
              </a:ext>
            </a:extLst>
          </p:cNvPr>
          <p:cNvSpPr txBox="1"/>
          <p:nvPr/>
        </p:nvSpPr>
        <p:spPr>
          <a:xfrm>
            <a:off x="258576" y="-23034"/>
            <a:ext cx="28664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Bauhaus 93" panose="04030905020B02020C02" pitchFamily="82" charset="0"/>
              </a:rPr>
              <a:t>MEGA </a:t>
            </a:r>
            <a:r>
              <a:rPr lang="ky-KG" sz="16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көбөйтүү жана бөлүү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313" name="Arrow: Down 312">
            <a:extLst>
              <a:ext uri="{FF2B5EF4-FFF2-40B4-BE49-F238E27FC236}">
                <a16:creationId xmlns:a16="http://schemas.microsoft.com/office/drawing/2014/main" id="{1F0F7355-72CD-AE68-676B-522CAA48D670}"/>
              </a:ext>
            </a:extLst>
          </p:cNvPr>
          <p:cNvSpPr/>
          <p:nvPr/>
        </p:nvSpPr>
        <p:spPr>
          <a:xfrm>
            <a:off x="1386401" y="1272194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72E43683-D95B-AD17-1DC3-4D567CF6E364}"/>
              </a:ext>
            </a:extLst>
          </p:cNvPr>
          <p:cNvSpPr txBox="1"/>
          <p:nvPr/>
        </p:nvSpPr>
        <p:spPr>
          <a:xfrm>
            <a:off x="1807076" y="1281429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</a:t>
            </a: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3A1ABA9E-E8C6-07BB-F089-57B09AEF4B29}"/>
              </a:ext>
            </a:extLst>
          </p:cNvPr>
          <p:cNvSpPr/>
          <p:nvPr/>
        </p:nvSpPr>
        <p:spPr>
          <a:xfrm>
            <a:off x="243709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DB79878F-69E8-C1C5-1234-62A5CF7AC4C0}"/>
              </a:ext>
            </a:extLst>
          </p:cNvPr>
          <p:cNvSpPr/>
          <p:nvPr/>
        </p:nvSpPr>
        <p:spPr>
          <a:xfrm>
            <a:off x="542101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7EF3F95F-BE1E-1DD9-35F1-E09D9D430036}"/>
              </a:ext>
            </a:extLst>
          </p:cNvPr>
          <p:cNvSpPr/>
          <p:nvPr/>
        </p:nvSpPr>
        <p:spPr>
          <a:xfrm>
            <a:off x="840493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F94D7BD8-8A7A-0AAE-C25A-40B09395367B}"/>
              </a:ext>
            </a:extLst>
          </p:cNvPr>
          <p:cNvSpPr/>
          <p:nvPr/>
        </p:nvSpPr>
        <p:spPr>
          <a:xfrm>
            <a:off x="1138886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37074A9-7E66-1FB1-AF2F-BD8151EE2780}"/>
              </a:ext>
            </a:extLst>
          </p:cNvPr>
          <p:cNvSpPr/>
          <p:nvPr/>
        </p:nvSpPr>
        <p:spPr>
          <a:xfrm>
            <a:off x="1437278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1B536001-D536-B30A-904B-FB8A74F7A6C9}"/>
              </a:ext>
            </a:extLst>
          </p:cNvPr>
          <p:cNvSpPr/>
          <p:nvPr/>
        </p:nvSpPr>
        <p:spPr>
          <a:xfrm>
            <a:off x="1735670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E9B58D57-6E2C-4344-A82C-660ED98BA43B}"/>
              </a:ext>
            </a:extLst>
          </p:cNvPr>
          <p:cNvSpPr/>
          <p:nvPr/>
        </p:nvSpPr>
        <p:spPr>
          <a:xfrm>
            <a:off x="2034062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E32DB056-332E-564C-3243-7A5A0E25588C}"/>
              </a:ext>
            </a:extLst>
          </p:cNvPr>
          <p:cNvSpPr/>
          <p:nvPr/>
        </p:nvSpPr>
        <p:spPr>
          <a:xfrm>
            <a:off x="2332454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77778EFC-7050-EEE8-867B-8C413B7296EB}"/>
              </a:ext>
            </a:extLst>
          </p:cNvPr>
          <p:cNvSpPr/>
          <p:nvPr/>
        </p:nvSpPr>
        <p:spPr>
          <a:xfrm>
            <a:off x="2630846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9E17161-B9F7-1C60-D8D5-7F4FDBD0EB26}"/>
              </a:ext>
            </a:extLst>
          </p:cNvPr>
          <p:cNvSpPr/>
          <p:nvPr/>
        </p:nvSpPr>
        <p:spPr>
          <a:xfrm>
            <a:off x="2929238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3618185C-E03A-0117-0DB4-74582D07628E}"/>
              </a:ext>
            </a:extLst>
          </p:cNvPr>
          <p:cNvSpPr/>
          <p:nvPr/>
        </p:nvSpPr>
        <p:spPr>
          <a:xfrm>
            <a:off x="3227631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ADB5536-314D-910B-94C7-E560528D3FDE}"/>
              </a:ext>
            </a:extLst>
          </p:cNvPr>
          <p:cNvSpPr/>
          <p:nvPr/>
        </p:nvSpPr>
        <p:spPr>
          <a:xfrm>
            <a:off x="3526023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9" name="Arrow: Down 328">
            <a:extLst>
              <a:ext uri="{FF2B5EF4-FFF2-40B4-BE49-F238E27FC236}">
                <a16:creationId xmlns:a16="http://schemas.microsoft.com/office/drawing/2014/main" id="{BDAA78DF-BE62-F1D4-A9FD-C11E668B912B}"/>
              </a:ext>
            </a:extLst>
          </p:cNvPr>
          <p:cNvSpPr/>
          <p:nvPr/>
        </p:nvSpPr>
        <p:spPr>
          <a:xfrm>
            <a:off x="1386401" y="1959688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B5FAE8A8-36BF-2A37-30D4-79893A1A673E}"/>
              </a:ext>
            </a:extLst>
          </p:cNvPr>
          <p:cNvSpPr txBox="1"/>
          <p:nvPr/>
        </p:nvSpPr>
        <p:spPr>
          <a:xfrm>
            <a:off x="1807076" y="196892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</a:t>
            </a: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D1F5CD8-DE21-8379-1706-A17E0E297C5A}"/>
              </a:ext>
            </a:extLst>
          </p:cNvPr>
          <p:cNvSpPr/>
          <p:nvPr/>
        </p:nvSpPr>
        <p:spPr>
          <a:xfrm>
            <a:off x="243709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38DEB1B-35B8-92B0-FAC5-647BB617C209}"/>
              </a:ext>
            </a:extLst>
          </p:cNvPr>
          <p:cNvSpPr/>
          <p:nvPr/>
        </p:nvSpPr>
        <p:spPr>
          <a:xfrm>
            <a:off x="542101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08869B15-310E-6413-9A5C-A79BAE85395C}"/>
              </a:ext>
            </a:extLst>
          </p:cNvPr>
          <p:cNvSpPr/>
          <p:nvPr/>
        </p:nvSpPr>
        <p:spPr>
          <a:xfrm>
            <a:off x="840493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C143E53B-C334-BD78-D5FB-5FE041B085E5}"/>
              </a:ext>
            </a:extLst>
          </p:cNvPr>
          <p:cNvSpPr/>
          <p:nvPr/>
        </p:nvSpPr>
        <p:spPr>
          <a:xfrm>
            <a:off x="1138886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C554A4C5-3B48-27CF-808C-9F15965FA48B}"/>
              </a:ext>
            </a:extLst>
          </p:cNvPr>
          <p:cNvSpPr/>
          <p:nvPr/>
        </p:nvSpPr>
        <p:spPr>
          <a:xfrm>
            <a:off x="1437278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BA2704A3-51C4-93E1-9A19-73AD720E7604}"/>
              </a:ext>
            </a:extLst>
          </p:cNvPr>
          <p:cNvSpPr/>
          <p:nvPr/>
        </p:nvSpPr>
        <p:spPr>
          <a:xfrm>
            <a:off x="1735670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AD2592F-B9F9-5169-A656-980F915B02FA}"/>
              </a:ext>
            </a:extLst>
          </p:cNvPr>
          <p:cNvSpPr/>
          <p:nvPr/>
        </p:nvSpPr>
        <p:spPr>
          <a:xfrm>
            <a:off x="2034062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3706452D-B0B0-B566-489F-EB04032807BE}"/>
              </a:ext>
            </a:extLst>
          </p:cNvPr>
          <p:cNvSpPr/>
          <p:nvPr/>
        </p:nvSpPr>
        <p:spPr>
          <a:xfrm>
            <a:off x="2332454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BF4FBE7B-3D25-AF0D-3812-49CB4D79943D}"/>
              </a:ext>
            </a:extLst>
          </p:cNvPr>
          <p:cNvSpPr/>
          <p:nvPr/>
        </p:nvSpPr>
        <p:spPr>
          <a:xfrm>
            <a:off x="2630846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223D5690-3F86-FBDC-22C3-1F1AF0326161}"/>
              </a:ext>
            </a:extLst>
          </p:cNvPr>
          <p:cNvSpPr/>
          <p:nvPr/>
        </p:nvSpPr>
        <p:spPr>
          <a:xfrm>
            <a:off x="2929238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A8E54865-7B85-A3BE-1298-6B22D1D8BEFA}"/>
              </a:ext>
            </a:extLst>
          </p:cNvPr>
          <p:cNvSpPr/>
          <p:nvPr/>
        </p:nvSpPr>
        <p:spPr>
          <a:xfrm>
            <a:off x="3227631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5C27862E-A709-2FC3-A45A-E8604D73C702}"/>
              </a:ext>
            </a:extLst>
          </p:cNvPr>
          <p:cNvSpPr/>
          <p:nvPr/>
        </p:nvSpPr>
        <p:spPr>
          <a:xfrm>
            <a:off x="3526023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5" name="Arrow: Down 344">
            <a:extLst>
              <a:ext uri="{FF2B5EF4-FFF2-40B4-BE49-F238E27FC236}">
                <a16:creationId xmlns:a16="http://schemas.microsoft.com/office/drawing/2014/main" id="{8709160A-6E3C-C8F7-C480-4CA43FC41E2E}"/>
              </a:ext>
            </a:extLst>
          </p:cNvPr>
          <p:cNvSpPr/>
          <p:nvPr/>
        </p:nvSpPr>
        <p:spPr>
          <a:xfrm>
            <a:off x="1386401" y="2647182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9D85A6F8-7B98-4A7A-5D21-D322A8CABAF7}"/>
              </a:ext>
            </a:extLst>
          </p:cNvPr>
          <p:cNvSpPr txBox="1"/>
          <p:nvPr/>
        </p:nvSpPr>
        <p:spPr>
          <a:xfrm>
            <a:off x="1767803" y="2656417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100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50C4DAFF-454D-EF3D-1E65-934D82D6BA7B}"/>
              </a:ext>
            </a:extLst>
          </p:cNvPr>
          <p:cNvSpPr/>
          <p:nvPr/>
        </p:nvSpPr>
        <p:spPr>
          <a:xfrm>
            <a:off x="243709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F5F59769-4A08-A170-B7D4-869178A100DC}"/>
              </a:ext>
            </a:extLst>
          </p:cNvPr>
          <p:cNvSpPr/>
          <p:nvPr/>
        </p:nvSpPr>
        <p:spPr>
          <a:xfrm>
            <a:off x="542101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1DBF73AE-2949-20BB-3D26-EDE706C6801B}"/>
              </a:ext>
            </a:extLst>
          </p:cNvPr>
          <p:cNvSpPr/>
          <p:nvPr/>
        </p:nvSpPr>
        <p:spPr>
          <a:xfrm>
            <a:off x="840493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3F8C4C27-00F5-9EAC-E93A-475502A95937}"/>
              </a:ext>
            </a:extLst>
          </p:cNvPr>
          <p:cNvSpPr/>
          <p:nvPr/>
        </p:nvSpPr>
        <p:spPr>
          <a:xfrm>
            <a:off x="1138886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882F6587-D585-7225-1475-B24B8AFD0FC9}"/>
              </a:ext>
            </a:extLst>
          </p:cNvPr>
          <p:cNvSpPr/>
          <p:nvPr/>
        </p:nvSpPr>
        <p:spPr>
          <a:xfrm>
            <a:off x="1437278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3FA24987-6606-E6D6-76F8-BD3E35FAD9C5}"/>
              </a:ext>
            </a:extLst>
          </p:cNvPr>
          <p:cNvSpPr/>
          <p:nvPr/>
        </p:nvSpPr>
        <p:spPr>
          <a:xfrm>
            <a:off x="1735670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6B6D3809-3810-A62B-AF67-B2E6071A6020}"/>
              </a:ext>
            </a:extLst>
          </p:cNvPr>
          <p:cNvSpPr/>
          <p:nvPr/>
        </p:nvSpPr>
        <p:spPr>
          <a:xfrm>
            <a:off x="2034062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C7578E72-83C9-4D49-1451-49B18F271A8C}"/>
              </a:ext>
            </a:extLst>
          </p:cNvPr>
          <p:cNvSpPr/>
          <p:nvPr/>
        </p:nvSpPr>
        <p:spPr>
          <a:xfrm>
            <a:off x="2332454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7D64A0F9-AAB2-F046-113E-58A57517571A}"/>
              </a:ext>
            </a:extLst>
          </p:cNvPr>
          <p:cNvSpPr/>
          <p:nvPr/>
        </p:nvSpPr>
        <p:spPr>
          <a:xfrm>
            <a:off x="2630846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42C4D12-62E5-C418-8A59-261DB8D1A4E2}"/>
              </a:ext>
            </a:extLst>
          </p:cNvPr>
          <p:cNvSpPr/>
          <p:nvPr/>
        </p:nvSpPr>
        <p:spPr>
          <a:xfrm>
            <a:off x="2929238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1326DEC0-0C69-54A4-6EDF-B9932256CBFE}"/>
              </a:ext>
            </a:extLst>
          </p:cNvPr>
          <p:cNvSpPr/>
          <p:nvPr/>
        </p:nvSpPr>
        <p:spPr>
          <a:xfrm>
            <a:off x="3227631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C13417AE-7F7D-2E17-5682-1801A71D6C82}"/>
              </a:ext>
            </a:extLst>
          </p:cNvPr>
          <p:cNvSpPr/>
          <p:nvPr/>
        </p:nvSpPr>
        <p:spPr>
          <a:xfrm>
            <a:off x="3526023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1" name="Arrow: Down 360">
            <a:extLst>
              <a:ext uri="{FF2B5EF4-FFF2-40B4-BE49-F238E27FC236}">
                <a16:creationId xmlns:a16="http://schemas.microsoft.com/office/drawing/2014/main" id="{3B2DAED6-E705-5D65-EF6E-2860C438CA6B}"/>
              </a:ext>
            </a:extLst>
          </p:cNvPr>
          <p:cNvSpPr/>
          <p:nvPr/>
        </p:nvSpPr>
        <p:spPr>
          <a:xfrm>
            <a:off x="1386401" y="3334676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C26EE057-0935-742D-B795-E3641E819C1D}"/>
              </a:ext>
            </a:extLst>
          </p:cNvPr>
          <p:cNvSpPr txBox="1"/>
          <p:nvPr/>
        </p:nvSpPr>
        <p:spPr>
          <a:xfrm>
            <a:off x="1767802" y="3343911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312B941B-56EC-9EB3-CDCA-C4DB1EAE2157}"/>
              </a:ext>
            </a:extLst>
          </p:cNvPr>
          <p:cNvSpPr/>
          <p:nvPr/>
        </p:nvSpPr>
        <p:spPr>
          <a:xfrm>
            <a:off x="243709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100C390C-BBEF-57FC-7506-0613DE03A400}"/>
              </a:ext>
            </a:extLst>
          </p:cNvPr>
          <p:cNvSpPr/>
          <p:nvPr/>
        </p:nvSpPr>
        <p:spPr>
          <a:xfrm>
            <a:off x="542101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83BA4C75-2717-83BE-5BF9-6BF27A5E98CF}"/>
              </a:ext>
            </a:extLst>
          </p:cNvPr>
          <p:cNvSpPr/>
          <p:nvPr/>
        </p:nvSpPr>
        <p:spPr>
          <a:xfrm>
            <a:off x="840493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54D0BCCA-566B-0BE9-EDC5-61F4AC9600DE}"/>
              </a:ext>
            </a:extLst>
          </p:cNvPr>
          <p:cNvSpPr/>
          <p:nvPr/>
        </p:nvSpPr>
        <p:spPr>
          <a:xfrm>
            <a:off x="1138886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5E38CD67-606B-9AF5-1383-1C0D78134D12}"/>
              </a:ext>
            </a:extLst>
          </p:cNvPr>
          <p:cNvSpPr/>
          <p:nvPr/>
        </p:nvSpPr>
        <p:spPr>
          <a:xfrm>
            <a:off x="1437278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0BCAB76F-561B-DC1C-A98C-860D5302FBC8}"/>
              </a:ext>
            </a:extLst>
          </p:cNvPr>
          <p:cNvSpPr/>
          <p:nvPr/>
        </p:nvSpPr>
        <p:spPr>
          <a:xfrm>
            <a:off x="1735670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DB731049-C3BB-54F7-D4E0-A23B1E3AE965}"/>
              </a:ext>
            </a:extLst>
          </p:cNvPr>
          <p:cNvSpPr/>
          <p:nvPr/>
        </p:nvSpPr>
        <p:spPr>
          <a:xfrm>
            <a:off x="2034062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965A8202-6C33-22AA-B914-8A2D111ADE59}"/>
              </a:ext>
            </a:extLst>
          </p:cNvPr>
          <p:cNvSpPr/>
          <p:nvPr/>
        </p:nvSpPr>
        <p:spPr>
          <a:xfrm>
            <a:off x="2332454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5F785626-FD0F-F9D6-AA9A-768C21469B0C}"/>
              </a:ext>
            </a:extLst>
          </p:cNvPr>
          <p:cNvSpPr/>
          <p:nvPr/>
        </p:nvSpPr>
        <p:spPr>
          <a:xfrm>
            <a:off x="2630846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B4625DCD-BF63-04A2-8E89-335C957E4F58}"/>
              </a:ext>
            </a:extLst>
          </p:cNvPr>
          <p:cNvSpPr/>
          <p:nvPr/>
        </p:nvSpPr>
        <p:spPr>
          <a:xfrm>
            <a:off x="2929238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5D54806-AB15-CD30-5540-A14B3456A9B2}"/>
              </a:ext>
            </a:extLst>
          </p:cNvPr>
          <p:cNvSpPr/>
          <p:nvPr/>
        </p:nvSpPr>
        <p:spPr>
          <a:xfrm>
            <a:off x="3227631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B063BDF3-B278-F5F2-9BFC-68C52E639835}"/>
              </a:ext>
            </a:extLst>
          </p:cNvPr>
          <p:cNvSpPr/>
          <p:nvPr/>
        </p:nvSpPr>
        <p:spPr>
          <a:xfrm>
            <a:off x="3526023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7" name="Arrow: Down 376">
            <a:extLst>
              <a:ext uri="{FF2B5EF4-FFF2-40B4-BE49-F238E27FC236}">
                <a16:creationId xmlns:a16="http://schemas.microsoft.com/office/drawing/2014/main" id="{497A05B6-54B6-5F71-AE75-B5A2201BA7EA}"/>
              </a:ext>
            </a:extLst>
          </p:cNvPr>
          <p:cNvSpPr/>
          <p:nvPr/>
        </p:nvSpPr>
        <p:spPr>
          <a:xfrm>
            <a:off x="1386401" y="4022170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88FCC74B-B124-62EB-FB86-55AABFF82D9B}"/>
              </a:ext>
            </a:extLst>
          </p:cNvPr>
          <p:cNvSpPr txBox="1"/>
          <p:nvPr/>
        </p:nvSpPr>
        <p:spPr>
          <a:xfrm>
            <a:off x="1728528" y="4031405"/>
            <a:ext cx="611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1000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7E9CB2EF-4FD7-2534-BB48-E89CAE67CDA6}"/>
              </a:ext>
            </a:extLst>
          </p:cNvPr>
          <p:cNvSpPr/>
          <p:nvPr/>
        </p:nvSpPr>
        <p:spPr>
          <a:xfrm>
            <a:off x="243709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EBAAFDB-87CA-CF1C-75D6-23610A763F78}"/>
              </a:ext>
            </a:extLst>
          </p:cNvPr>
          <p:cNvSpPr/>
          <p:nvPr/>
        </p:nvSpPr>
        <p:spPr>
          <a:xfrm>
            <a:off x="542101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A5B309F9-BF64-694C-70B4-22FFA8AE4CD1}"/>
              </a:ext>
            </a:extLst>
          </p:cNvPr>
          <p:cNvSpPr/>
          <p:nvPr/>
        </p:nvSpPr>
        <p:spPr>
          <a:xfrm>
            <a:off x="840493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3D5ACEB-78D7-4E03-72E0-76B3207E9E8D}"/>
              </a:ext>
            </a:extLst>
          </p:cNvPr>
          <p:cNvSpPr/>
          <p:nvPr/>
        </p:nvSpPr>
        <p:spPr>
          <a:xfrm>
            <a:off x="1138886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2C490DF9-D507-84FF-1698-9B2E4354CF5A}"/>
              </a:ext>
            </a:extLst>
          </p:cNvPr>
          <p:cNvSpPr/>
          <p:nvPr/>
        </p:nvSpPr>
        <p:spPr>
          <a:xfrm>
            <a:off x="1437278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928CA349-871D-C78B-4A69-10FC038A1E82}"/>
              </a:ext>
            </a:extLst>
          </p:cNvPr>
          <p:cNvSpPr/>
          <p:nvPr/>
        </p:nvSpPr>
        <p:spPr>
          <a:xfrm>
            <a:off x="1735670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AF6C4C15-14EC-D959-670C-5F9971DA58C1}"/>
              </a:ext>
            </a:extLst>
          </p:cNvPr>
          <p:cNvSpPr/>
          <p:nvPr/>
        </p:nvSpPr>
        <p:spPr>
          <a:xfrm>
            <a:off x="2034062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ABC1881E-B1BD-9E3C-3195-EDA4BAD1B51C}"/>
              </a:ext>
            </a:extLst>
          </p:cNvPr>
          <p:cNvSpPr/>
          <p:nvPr/>
        </p:nvSpPr>
        <p:spPr>
          <a:xfrm>
            <a:off x="2332454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B688A0F6-8EE0-9BB6-C12A-D4F3A1C4884D}"/>
              </a:ext>
            </a:extLst>
          </p:cNvPr>
          <p:cNvSpPr/>
          <p:nvPr/>
        </p:nvSpPr>
        <p:spPr>
          <a:xfrm>
            <a:off x="2630846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DFAC8D7-BC7D-641B-1C7A-6D24236F9CF4}"/>
              </a:ext>
            </a:extLst>
          </p:cNvPr>
          <p:cNvSpPr/>
          <p:nvPr/>
        </p:nvSpPr>
        <p:spPr>
          <a:xfrm>
            <a:off x="2929238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DEEA4AE2-0F7D-1709-EF7A-A1FED32A21EA}"/>
              </a:ext>
            </a:extLst>
          </p:cNvPr>
          <p:cNvSpPr/>
          <p:nvPr/>
        </p:nvSpPr>
        <p:spPr>
          <a:xfrm>
            <a:off x="3227631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6203EE04-DFF4-D41C-7AD6-DB7CB0371032}"/>
              </a:ext>
            </a:extLst>
          </p:cNvPr>
          <p:cNvSpPr/>
          <p:nvPr/>
        </p:nvSpPr>
        <p:spPr>
          <a:xfrm>
            <a:off x="3526023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3" name="Arrow: Down 392">
            <a:extLst>
              <a:ext uri="{FF2B5EF4-FFF2-40B4-BE49-F238E27FC236}">
                <a16:creationId xmlns:a16="http://schemas.microsoft.com/office/drawing/2014/main" id="{DE7202FC-AE6E-67F9-5891-DD5AFBE5F3F2}"/>
              </a:ext>
            </a:extLst>
          </p:cNvPr>
          <p:cNvSpPr/>
          <p:nvPr/>
        </p:nvSpPr>
        <p:spPr>
          <a:xfrm>
            <a:off x="1386401" y="4709664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F311E634-6D41-7459-28A4-F80C869D6749}"/>
              </a:ext>
            </a:extLst>
          </p:cNvPr>
          <p:cNvSpPr txBox="1"/>
          <p:nvPr/>
        </p:nvSpPr>
        <p:spPr>
          <a:xfrm>
            <a:off x="1767803" y="4718899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E714C1B7-0AA7-CEB5-39F8-E70D2E43DEA9}"/>
              </a:ext>
            </a:extLst>
          </p:cNvPr>
          <p:cNvSpPr/>
          <p:nvPr/>
        </p:nvSpPr>
        <p:spPr>
          <a:xfrm>
            <a:off x="243709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992C903C-1EC0-590A-9CF7-E3B0BD2B8416}"/>
              </a:ext>
            </a:extLst>
          </p:cNvPr>
          <p:cNvSpPr/>
          <p:nvPr/>
        </p:nvSpPr>
        <p:spPr>
          <a:xfrm>
            <a:off x="542101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56C5C428-6D08-D22C-CCBD-EF088376B61C}"/>
              </a:ext>
            </a:extLst>
          </p:cNvPr>
          <p:cNvSpPr/>
          <p:nvPr/>
        </p:nvSpPr>
        <p:spPr>
          <a:xfrm>
            <a:off x="840493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3D058E82-CA59-9A7E-CD9A-32D99C39F09C}"/>
              </a:ext>
            </a:extLst>
          </p:cNvPr>
          <p:cNvSpPr/>
          <p:nvPr/>
        </p:nvSpPr>
        <p:spPr>
          <a:xfrm>
            <a:off x="1138886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B78E656D-8E25-3919-FDD3-B104AC0EE70E}"/>
              </a:ext>
            </a:extLst>
          </p:cNvPr>
          <p:cNvSpPr/>
          <p:nvPr/>
        </p:nvSpPr>
        <p:spPr>
          <a:xfrm>
            <a:off x="1437278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F42C1E13-1E6E-6FDB-A835-863BAB51C483}"/>
              </a:ext>
            </a:extLst>
          </p:cNvPr>
          <p:cNvSpPr/>
          <p:nvPr/>
        </p:nvSpPr>
        <p:spPr>
          <a:xfrm>
            <a:off x="1735670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B3069555-DD1C-1D8B-D36C-37DE4B43FAC3}"/>
              </a:ext>
            </a:extLst>
          </p:cNvPr>
          <p:cNvSpPr/>
          <p:nvPr/>
        </p:nvSpPr>
        <p:spPr>
          <a:xfrm>
            <a:off x="2034062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4F47983F-A190-9788-958C-CEB8A33FC0B1}"/>
              </a:ext>
            </a:extLst>
          </p:cNvPr>
          <p:cNvSpPr/>
          <p:nvPr/>
        </p:nvSpPr>
        <p:spPr>
          <a:xfrm>
            <a:off x="2332454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A575FCD2-F9EE-9D07-2662-3E21874F9166}"/>
              </a:ext>
            </a:extLst>
          </p:cNvPr>
          <p:cNvSpPr/>
          <p:nvPr/>
        </p:nvSpPr>
        <p:spPr>
          <a:xfrm>
            <a:off x="2630846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B24E7F81-34BA-C651-CBD1-E1AE65E118F9}"/>
              </a:ext>
            </a:extLst>
          </p:cNvPr>
          <p:cNvSpPr/>
          <p:nvPr/>
        </p:nvSpPr>
        <p:spPr>
          <a:xfrm>
            <a:off x="2929238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9F1F4E7-1C26-1874-3D67-44FBDCBD30C7}"/>
              </a:ext>
            </a:extLst>
          </p:cNvPr>
          <p:cNvSpPr/>
          <p:nvPr/>
        </p:nvSpPr>
        <p:spPr>
          <a:xfrm>
            <a:off x="3227631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34F916FE-2024-5FBA-2F61-CFEF8CE61F00}"/>
              </a:ext>
            </a:extLst>
          </p:cNvPr>
          <p:cNvSpPr/>
          <p:nvPr/>
        </p:nvSpPr>
        <p:spPr>
          <a:xfrm>
            <a:off x="3526023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9" name="Arrow: Down 408">
            <a:extLst>
              <a:ext uri="{FF2B5EF4-FFF2-40B4-BE49-F238E27FC236}">
                <a16:creationId xmlns:a16="http://schemas.microsoft.com/office/drawing/2014/main" id="{1BDB6BD4-C845-C666-B1E3-807EFA878C17}"/>
              </a:ext>
            </a:extLst>
          </p:cNvPr>
          <p:cNvSpPr/>
          <p:nvPr/>
        </p:nvSpPr>
        <p:spPr>
          <a:xfrm>
            <a:off x="1386401" y="5397158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CDAE7CFD-108F-5A41-7D5A-B8AAA7AA15FE}"/>
              </a:ext>
            </a:extLst>
          </p:cNvPr>
          <p:cNvSpPr txBox="1"/>
          <p:nvPr/>
        </p:nvSpPr>
        <p:spPr>
          <a:xfrm>
            <a:off x="1728529" y="5406393"/>
            <a:ext cx="611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0D753522-7BA0-8F6E-19AA-DFB9D6531E94}"/>
              </a:ext>
            </a:extLst>
          </p:cNvPr>
          <p:cNvSpPr/>
          <p:nvPr/>
        </p:nvSpPr>
        <p:spPr>
          <a:xfrm>
            <a:off x="243709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8BD393D8-7B3B-89E5-BB13-396114D1A140}"/>
              </a:ext>
            </a:extLst>
          </p:cNvPr>
          <p:cNvSpPr/>
          <p:nvPr/>
        </p:nvSpPr>
        <p:spPr>
          <a:xfrm>
            <a:off x="542101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DF420F78-45DE-686F-A9F7-92DC23C34F11}"/>
              </a:ext>
            </a:extLst>
          </p:cNvPr>
          <p:cNvSpPr/>
          <p:nvPr/>
        </p:nvSpPr>
        <p:spPr>
          <a:xfrm>
            <a:off x="840493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8E8E7843-0AE0-4791-8660-E48AB447EA9A}"/>
              </a:ext>
            </a:extLst>
          </p:cNvPr>
          <p:cNvSpPr/>
          <p:nvPr/>
        </p:nvSpPr>
        <p:spPr>
          <a:xfrm>
            <a:off x="1138886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5CFD0BB-7D8B-CAA6-B38B-D51282D48F7B}"/>
              </a:ext>
            </a:extLst>
          </p:cNvPr>
          <p:cNvSpPr/>
          <p:nvPr/>
        </p:nvSpPr>
        <p:spPr>
          <a:xfrm>
            <a:off x="1437278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331CF2E6-8424-CFDA-73F0-16127F905E7F}"/>
              </a:ext>
            </a:extLst>
          </p:cNvPr>
          <p:cNvSpPr/>
          <p:nvPr/>
        </p:nvSpPr>
        <p:spPr>
          <a:xfrm>
            <a:off x="1735670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D1AF4653-D5CC-3772-407A-A81AA9CCAE0B}"/>
              </a:ext>
            </a:extLst>
          </p:cNvPr>
          <p:cNvSpPr/>
          <p:nvPr/>
        </p:nvSpPr>
        <p:spPr>
          <a:xfrm>
            <a:off x="2034062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455D2A99-5E45-6DD9-9496-EABADCE8B939}"/>
              </a:ext>
            </a:extLst>
          </p:cNvPr>
          <p:cNvSpPr/>
          <p:nvPr/>
        </p:nvSpPr>
        <p:spPr>
          <a:xfrm>
            <a:off x="2332454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73F18B4E-010B-8C39-ABFF-A18A2E903EDF}"/>
              </a:ext>
            </a:extLst>
          </p:cNvPr>
          <p:cNvSpPr/>
          <p:nvPr/>
        </p:nvSpPr>
        <p:spPr>
          <a:xfrm>
            <a:off x="2630846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B355770D-07A5-E9E0-7A87-7AE2289C0953}"/>
              </a:ext>
            </a:extLst>
          </p:cNvPr>
          <p:cNvSpPr/>
          <p:nvPr/>
        </p:nvSpPr>
        <p:spPr>
          <a:xfrm>
            <a:off x="2929238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F504229D-6726-69A4-4653-0DB54815DC6F}"/>
              </a:ext>
            </a:extLst>
          </p:cNvPr>
          <p:cNvSpPr/>
          <p:nvPr/>
        </p:nvSpPr>
        <p:spPr>
          <a:xfrm>
            <a:off x="3227631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BBBAA14D-1004-E3F4-74A9-A9E6F9D447E9}"/>
              </a:ext>
            </a:extLst>
          </p:cNvPr>
          <p:cNvSpPr/>
          <p:nvPr/>
        </p:nvSpPr>
        <p:spPr>
          <a:xfrm>
            <a:off x="3526023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5" name="Arrow: Down 424">
            <a:extLst>
              <a:ext uri="{FF2B5EF4-FFF2-40B4-BE49-F238E27FC236}">
                <a16:creationId xmlns:a16="http://schemas.microsoft.com/office/drawing/2014/main" id="{7EEA570E-BFBA-5D27-0BF7-D9AAA541F532}"/>
              </a:ext>
            </a:extLst>
          </p:cNvPr>
          <p:cNvSpPr/>
          <p:nvPr/>
        </p:nvSpPr>
        <p:spPr>
          <a:xfrm>
            <a:off x="1386401" y="6084652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3059D487-B3FB-3527-1175-FB66AFA6BA37}"/>
              </a:ext>
            </a:extLst>
          </p:cNvPr>
          <p:cNvSpPr txBox="1"/>
          <p:nvPr/>
        </p:nvSpPr>
        <p:spPr>
          <a:xfrm>
            <a:off x="1767803" y="6093887"/>
            <a:ext cx="532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DF82B99D-60C3-4261-3E5E-3DB3B4088ECE}"/>
              </a:ext>
            </a:extLst>
          </p:cNvPr>
          <p:cNvSpPr/>
          <p:nvPr/>
        </p:nvSpPr>
        <p:spPr>
          <a:xfrm>
            <a:off x="243709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4042D3A1-C312-8492-BD1A-06E6BA532AEC}"/>
              </a:ext>
            </a:extLst>
          </p:cNvPr>
          <p:cNvSpPr/>
          <p:nvPr/>
        </p:nvSpPr>
        <p:spPr>
          <a:xfrm>
            <a:off x="542101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D4B508EA-18AB-C3B4-C585-8AEE8300DDE0}"/>
              </a:ext>
            </a:extLst>
          </p:cNvPr>
          <p:cNvSpPr/>
          <p:nvPr/>
        </p:nvSpPr>
        <p:spPr>
          <a:xfrm>
            <a:off x="840493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C286DBB3-E5F9-A0CB-932C-6F3BE15181D3}"/>
              </a:ext>
            </a:extLst>
          </p:cNvPr>
          <p:cNvSpPr/>
          <p:nvPr/>
        </p:nvSpPr>
        <p:spPr>
          <a:xfrm>
            <a:off x="1138886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BABB6E65-1A2D-B3AD-6985-BFBB8B727D5F}"/>
              </a:ext>
            </a:extLst>
          </p:cNvPr>
          <p:cNvSpPr/>
          <p:nvPr/>
        </p:nvSpPr>
        <p:spPr>
          <a:xfrm>
            <a:off x="1437278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B94C9334-6108-5C7A-60A0-2FE03C9193E6}"/>
              </a:ext>
            </a:extLst>
          </p:cNvPr>
          <p:cNvSpPr/>
          <p:nvPr/>
        </p:nvSpPr>
        <p:spPr>
          <a:xfrm>
            <a:off x="1735670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96F27FC5-E9C3-2646-4781-5DEB175CAF56}"/>
              </a:ext>
            </a:extLst>
          </p:cNvPr>
          <p:cNvSpPr/>
          <p:nvPr/>
        </p:nvSpPr>
        <p:spPr>
          <a:xfrm>
            <a:off x="2034062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1E92742-9EA5-FED6-E223-16E64C936089}"/>
              </a:ext>
            </a:extLst>
          </p:cNvPr>
          <p:cNvSpPr/>
          <p:nvPr/>
        </p:nvSpPr>
        <p:spPr>
          <a:xfrm>
            <a:off x="2332454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0DF80296-2266-DB56-1911-7BA933122F01}"/>
              </a:ext>
            </a:extLst>
          </p:cNvPr>
          <p:cNvSpPr/>
          <p:nvPr/>
        </p:nvSpPr>
        <p:spPr>
          <a:xfrm>
            <a:off x="2630846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46CB6C9C-8F4C-D6A9-ECD6-F5E50134118E}"/>
              </a:ext>
            </a:extLst>
          </p:cNvPr>
          <p:cNvSpPr/>
          <p:nvPr/>
        </p:nvSpPr>
        <p:spPr>
          <a:xfrm>
            <a:off x="2929238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15540F8-86FC-2E47-FFC1-9A166B391C60}"/>
              </a:ext>
            </a:extLst>
          </p:cNvPr>
          <p:cNvSpPr/>
          <p:nvPr/>
        </p:nvSpPr>
        <p:spPr>
          <a:xfrm>
            <a:off x="3227631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90B04A69-7CD8-65F5-B855-A3D62463B73D}"/>
              </a:ext>
            </a:extLst>
          </p:cNvPr>
          <p:cNvSpPr/>
          <p:nvPr/>
        </p:nvSpPr>
        <p:spPr>
          <a:xfrm>
            <a:off x="3526023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65748A17-93EB-1D1B-27F3-1818889A58CF}"/>
              </a:ext>
            </a:extLst>
          </p:cNvPr>
          <p:cNvSpPr/>
          <p:nvPr/>
        </p:nvSpPr>
        <p:spPr>
          <a:xfrm>
            <a:off x="24370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B5E70718-6E76-B7AE-7DFE-8ACF5D80E099}"/>
              </a:ext>
            </a:extLst>
          </p:cNvPr>
          <p:cNvSpPr/>
          <p:nvPr/>
        </p:nvSpPr>
        <p:spPr>
          <a:xfrm>
            <a:off x="54210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7195648-1A7F-5047-4162-0D165B42F339}"/>
              </a:ext>
            </a:extLst>
          </p:cNvPr>
          <p:cNvSpPr/>
          <p:nvPr/>
        </p:nvSpPr>
        <p:spPr>
          <a:xfrm>
            <a:off x="84049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E4155364-F606-3B4F-07C6-051C749EB6B3}"/>
              </a:ext>
            </a:extLst>
          </p:cNvPr>
          <p:cNvSpPr/>
          <p:nvPr/>
        </p:nvSpPr>
        <p:spPr>
          <a:xfrm>
            <a:off x="113888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593B16AB-2EEA-A4EC-4786-E2C8AD59507F}"/>
              </a:ext>
            </a:extLst>
          </p:cNvPr>
          <p:cNvSpPr/>
          <p:nvPr/>
        </p:nvSpPr>
        <p:spPr>
          <a:xfrm>
            <a:off x="143727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8E12DCCC-B153-1E70-EB8D-72CC15AF10E8}"/>
              </a:ext>
            </a:extLst>
          </p:cNvPr>
          <p:cNvSpPr/>
          <p:nvPr/>
        </p:nvSpPr>
        <p:spPr>
          <a:xfrm>
            <a:off x="173567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F7A78FD1-1C77-6C2A-C14C-7BDAEDD0665B}"/>
              </a:ext>
            </a:extLst>
          </p:cNvPr>
          <p:cNvSpPr/>
          <p:nvPr/>
        </p:nvSpPr>
        <p:spPr>
          <a:xfrm>
            <a:off x="203406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F3BEBC33-02E9-4D39-DBA8-95D896E498DD}"/>
              </a:ext>
            </a:extLst>
          </p:cNvPr>
          <p:cNvSpPr/>
          <p:nvPr/>
        </p:nvSpPr>
        <p:spPr>
          <a:xfrm>
            <a:off x="2332454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1A65B44B-0092-9A13-A4A3-C691D4D3F504}"/>
              </a:ext>
            </a:extLst>
          </p:cNvPr>
          <p:cNvSpPr/>
          <p:nvPr/>
        </p:nvSpPr>
        <p:spPr>
          <a:xfrm>
            <a:off x="263084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D7B0374-7C6C-D866-4CDA-455A7EEEFC8D}"/>
              </a:ext>
            </a:extLst>
          </p:cNvPr>
          <p:cNvSpPr/>
          <p:nvPr/>
        </p:nvSpPr>
        <p:spPr>
          <a:xfrm>
            <a:off x="292923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C944623B-FE3C-A9CE-9560-2648AD7C4CB6}"/>
              </a:ext>
            </a:extLst>
          </p:cNvPr>
          <p:cNvSpPr/>
          <p:nvPr/>
        </p:nvSpPr>
        <p:spPr>
          <a:xfrm>
            <a:off x="322763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B9848E76-10FA-94EC-C968-ADB03EB1345A}"/>
              </a:ext>
            </a:extLst>
          </p:cNvPr>
          <p:cNvSpPr/>
          <p:nvPr/>
        </p:nvSpPr>
        <p:spPr>
          <a:xfrm>
            <a:off x="352602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4BFF7347-8554-5858-C71D-C53DDA4017C0}"/>
              </a:ext>
            </a:extLst>
          </p:cNvPr>
          <p:cNvSpPr/>
          <p:nvPr/>
        </p:nvSpPr>
        <p:spPr>
          <a:xfrm>
            <a:off x="1992839" y="42974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F71CD804-6ACE-E647-938B-17C9A18579B6}"/>
              </a:ext>
            </a:extLst>
          </p:cNvPr>
          <p:cNvSpPr/>
          <p:nvPr/>
        </p:nvSpPr>
        <p:spPr>
          <a:xfrm>
            <a:off x="1992839" y="1117238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D41ADD77-B952-A683-07DD-B5DFF11BC4B4}"/>
              </a:ext>
            </a:extLst>
          </p:cNvPr>
          <p:cNvSpPr/>
          <p:nvPr/>
        </p:nvSpPr>
        <p:spPr>
          <a:xfrm>
            <a:off x="1992839" y="1804731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7018181F-1820-18F0-FC15-F13494EC695D}"/>
              </a:ext>
            </a:extLst>
          </p:cNvPr>
          <p:cNvSpPr/>
          <p:nvPr/>
        </p:nvSpPr>
        <p:spPr>
          <a:xfrm>
            <a:off x="1992839" y="2492224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8F6A4BAE-AF07-279D-7B96-9350297780F0}"/>
              </a:ext>
            </a:extLst>
          </p:cNvPr>
          <p:cNvSpPr/>
          <p:nvPr/>
        </p:nvSpPr>
        <p:spPr>
          <a:xfrm>
            <a:off x="1992839" y="3179717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CF2D7BE5-4B83-3C53-3177-C8555F7E31C9}"/>
              </a:ext>
            </a:extLst>
          </p:cNvPr>
          <p:cNvSpPr/>
          <p:nvPr/>
        </p:nvSpPr>
        <p:spPr>
          <a:xfrm>
            <a:off x="1992839" y="3867210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5FD4AA8F-8C84-DF41-AC14-0649E37F7AB6}"/>
              </a:ext>
            </a:extLst>
          </p:cNvPr>
          <p:cNvSpPr/>
          <p:nvPr/>
        </p:nvSpPr>
        <p:spPr>
          <a:xfrm>
            <a:off x="1992839" y="4554703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37BEFF93-A5C5-E613-368B-E73D7EAFB914}"/>
              </a:ext>
            </a:extLst>
          </p:cNvPr>
          <p:cNvSpPr/>
          <p:nvPr/>
        </p:nvSpPr>
        <p:spPr>
          <a:xfrm>
            <a:off x="1992839" y="5242196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4" name="Oval 463">
            <a:extLst>
              <a:ext uri="{FF2B5EF4-FFF2-40B4-BE49-F238E27FC236}">
                <a16:creationId xmlns:a16="http://schemas.microsoft.com/office/drawing/2014/main" id="{9DA6C2E7-778A-C0A3-CC61-B67BCC67F1AD}"/>
              </a:ext>
            </a:extLst>
          </p:cNvPr>
          <p:cNvSpPr/>
          <p:nvPr/>
        </p:nvSpPr>
        <p:spPr>
          <a:xfrm>
            <a:off x="1992839" y="5929689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AC938155-6519-D47D-9636-42FA3C5B02D8}"/>
              </a:ext>
            </a:extLst>
          </p:cNvPr>
          <p:cNvSpPr/>
          <p:nvPr/>
        </p:nvSpPr>
        <p:spPr>
          <a:xfrm>
            <a:off x="1992839" y="661718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0" name="TextBox 819">
            <a:extLst>
              <a:ext uri="{FF2B5EF4-FFF2-40B4-BE49-F238E27FC236}">
                <a16:creationId xmlns:a16="http://schemas.microsoft.com/office/drawing/2014/main" id="{922F2442-D431-BF96-365C-31A9A0977417}"/>
              </a:ext>
            </a:extLst>
          </p:cNvPr>
          <p:cNvSpPr txBox="1"/>
          <p:nvPr/>
        </p:nvSpPr>
        <p:spPr>
          <a:xfrm>
            <a:off x="5012805" y="-23034"/>
            <a:ext cx="4265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Максималдуу-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Bauhaus 93" panose="04030905020B02020C02" pitchFamily="82" charset="0"/>
              </a:rPr>
              <a:t>MEGA </a:t>
            </a:r>
            <a:r>
              <a:rPr lang="ky-KG" sz="16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көбөйтүү жана бөлүү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Bauhaus 93" panose="04030905020B02020C02" pitchFamily="82" charset="0"/>
            </a:endParaRPr>
          </a:p>
        </p:txBody>
      </p:sp>
      <p:cxnSp>
        <p:nvCxnSpPr>
          <p:cNvPr id="1022" name="Straight Connector 1021">
            <a:extLst>
              <a:ext uri="{FF2B5EF4-FFF2-40B4-BE49-F238E27FC236}">
                <a16:creationId xmlns:a16="http://schemas.microsoft.com/office/drawing/2014/main" id="{94E9FB16-CA29-F899-F709-E72807F6A4A7}"/>
              </a:ext>
            </a:extLst>
          </p:cNvPr>
          <p:cNvCxnSpPr>
            <a:cxnSpLocks/>
          </p:cNvCxnSpPr>
          <p:nvPr/>
        </p:nvCxnSpPr>
        <p:spPr>
          <a:xfrm flipH="1">
            <a:off x="4281240" y="303809"/>
            <a:ext cx="0" cy="634195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Arrow: Down 1">
            <a:extLst>
              <a:ext uri="{FF2B5EF4-FFF2-40B4-BE49-F238E27FC236}">
                <a16:creationId xmlns:a16="http://schemas.microsoft.com/office/drawing/2014/main" id="{0C601B47-C133-20CB-544C-1E10DB5737D1}"/>
              </a:ext>
            </a:extLst>
          </p:cNvPr>
          <p:cNvSpPr/>
          <p:nvPr/>
        </p:nvSpPr>
        <p:spPr>
          <a:xfrm>
            <a:off x="5488603" y="584700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93CCA7-54D4-2123-10DE-E7A637AA01ED}"/>
              </a:ext>
            </a:extLst>
          </p:cNvPr>
          <p:cNvSpPr txBox="1"/>
          <p:nvPr/>
        </p:nvSpPr>
        <p:spPr>
          <a:xfrm>
            <a:off x="6736770" y="593935"/>
            <a:ext cx="817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</a:t>
            </a:r>
            <a:r>
              <a:rPr lang="ky-KG" sz="1200" dirty="0"/>
              <a:t>бир жүз</a:t>
            </a:r>
            <a:endParaRPr lang="en-GB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07BBE7-B35B-1B05-D7D5-59B7018B18FB}"/>
              </a:ext>
            </a:extLst>
          </p:cNvPr>
          <p:cNvSpPr/>
          <p:nvPr/>
        </p:nvSpPr>
        <p:spPr>
          <a:xfrm>
            <a:off x="475855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14F43-AFAC-2C3A-5752-A6FF972F5605}"/>
              </a:ext>
            </a:extLst>
          </p:cNvPr>
          <p:cNvSpPr/>
          <p:nvPr/>
        </p:nvSpPr>
        <p:spPr>
          <a:xfrm>
            <a:off x="505695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C5C7F8-7D20-FE1A-01C2-670C389A38B0}"/>
              </a:ext>
            </a:extLst>
          </p:cNvPr>
          <p:cNvSpPr/>
          <p:nvPr/>
        </p:nvSpPr>
        <p:spPr>
          <a:xfrm>
            <a:off x="535534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CA187B-BD2A-EA45-8DFA-7ECDDC289AEA}"/>
              </a:ext>
            </a:extLst>
          </p:cNvPr>
          <p:cNvSpPr/>
          <p:nvPr/>
        </p:nvSpPr>
        <p:spPr>
          <a:xfrm>
            <a:off x="565373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D20CF9-611D-733E-389D-95542DDBF38D}"/>
              </a:ext>
            </a:extLst>
          </p:cNvPr>
          <p:cNvSpPr/>
          <p:nvPr/>
        </p:nvSpPr>
        <p:spPr>
          <a:xfrm>
            <a:off x="595212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5E6865-8306-801C-B7B8-29B1EC150B37}"/>
              </a:ext>
            </a:extLst>
          </p:cNvPr>
          <p:cNvSpPr/>
          <p:nvPr/>
        </p:nvSpPr>
        <p:spPr>
          <a:xfrm>
            <a:off x="625052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30C0CF-C38D-5511-E80B-4A0D496D0788}"/>
              </a:ext>
            </a:extLst>
          </p:cNvPr>
          <p:cNvSpPr/>
          <p:nvPr/>
        </p:nvSpPr>
        <p:spPr>
          <a:xfrm>
            <a:off x="654891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5B4E19-4BFE-8C71-9E69-C76603125910}"/>
              </a:ext>
            </a:extLst>
          </p:cNvPr>
          <p:cNvSpPr/>
          <p:nvPr/>
        </p:nvSpPr>
        <p:spPr>
          <a:xfrm>
            <a:off x="6847304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3E3C2C-B579-D04F-DB90-88761DC3D6B0}"/>
              </a:ext>
            </a:extLst>
          </p:cNvPr>
          <p:cNvSpPr/>
          <p:nvPr/>
        </p:nvSpPr>
        <p:spPr>
          <a:xfrm>
            <a:off x="714569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1FB581-99FD-92B2-83A1-4ABA6FBCD203}"/>
              </a:ext>
            </a:extLst>
          </p:cNvPr>
          <p:cNvSpPr/>
          <p:nvPr/>
        </p:nvSpPr>
        <p:spPr>
          <a:xfrm>
            <a:off x="744408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7112CB-4622-1E2F-906A-A5A0A8447555}"/>
              </a:ext>
            </a:extLst>
          </p:cNvPr>
          <p:cNvSpPr/>
          <p:nvPr/>
        </p:nvSpPr>
        <p:spPr>
          <a:xfrm>
            <a:off x="774248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BC35D3-DC59-65E0-3909-05A30B9F21B4}"/>
              </a:ext>
            </a:extLst>
          </p:cNvPr>
          <p:cNvSpPr/>
          <p:nvPr/>
        </p:nvSpPr>
        <p:spPr>
          <a:xfrm>
            <a:off x="804087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88F714-187D-EA72-A907-E36FA9BE20FE}"/>
              </a:ext>
            </a:extLst>
          </p:cNvPr>
          <p:cNvSpPr/>
          <p:nvPr/>
        </p:nvSpPr>
        <p:spPr>
          <a:xfrm>
            <a:off x="8339265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F45B72-7A84-B79B-2396-E8CEF3142FE7}"/>
              </a:ext>
            </a:extLst>
          </p:cNvPr>
          <p:cNvSpPr/>
          <p:nvPr/>
        </p:nvSpPr>
        <p:spPr>
          <a:xfrm>
            <a:off x="863765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32" name="Rectangle 931">
            <a:extLst>
              <a:ext uri="{FF2B5EF4-FFF2-40B4-BE49-F238E27FC236}">
                <a16:creationId xmlns:a16="http://schemas.microsoft.com/office/drawing/2014/main" id="{C7F664A7-3133-7B4A-F7DB-5884EF967379}"/>
              </a:ext>
            </a:extLst>
          </p:cNvPr>
          <p:cNvSpPr/>
          <p:nvPr/>
        </p:nvSpPr>
        <p:spPr>
          <a:xfrm>
            <a:off x="893605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C34E9C92-ED1D-C8A4-AB39-21020EEEDD1D}"/>
              </a:ext>
            </a:extLst>
          </p:cNvPr>
          <p:cNvSpPr/>
          <p:nvPr/>
        </p:nvSpPr>
        <p:spPr>
          <a:xfrm>
            <a:off x="923444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34" name="Oval 933">
            <a:extLst>
              <a:ext uri="{FF2B5EF4-FFF2-40B4-BE49-F238E27FC236}">
                <a16:creationId xmlns:a16="http://schemas.microsoft.com/office/drawing/2014/main" id="{98F92777-C1E5-50ED-F48B-8955CEB45C85}"/>
              </a:ext>
            </a:extLst>
          </p:cNvPr>
          <p:cNvSpPr/>
          <p:nvPr/>
        </p:nvSpPr>
        <p:spPr>
          <a:xfrm>
            <a:off x="7104474" y="42974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4" name="Arrow: Down 953">
            <a:extLst>
              <a:ext uri="{FF2B5EF4-FFF2-40B4-BE49-F238E27FC236}">
                <a16:creationId xmlns:a16="http://schemas.microsoft.com/office/drawing/2014/main" id="{BC5693AC-A68D-18C3-EB77-47E02FCB3307}"/>
              </a:ext>
            </a:extLst>
          </p:cNvPr>
          <p:cNvSpPr/>
          <p:nvPr/>
        </p:nvSpPr>
        <p:spPr>
          <a:xfrm>
            <a:off x="5488603" y="1272193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5" name="TextBox 954">
            <a:extLst>
              <a:ext uri="{FF2B5EF4-FFF2-40B4-BE49-F238E27FC236}">
                <a16:creationId xmlns:a16="http://schemas.microsoft.com/office/drawing/2014/main" id="{FD9EC50C-EF16-33B8-58FD-40A563C2FB15}"/>
              </a:ext>
            </a:extLst>
          </p:cNvPr>
          <p:cNvSpPr txBox="1"/>
          <p:nvPr/>
        </p:nvSpPr>
        <p:spPr>
          <a:xfrm>
            <a:off x="6720740" y="1281428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бир миң</a:t>
            </a:r>
            <a:endParaRPr lang="en-GB" sz="1200" dirty="0"/>
          </a:p>
        </p:txBody>
      </p:sp>
      <p:sp>
        <p:nvSpPr>
          <p:cNvPr id="956" name="Rectangle 955">
            <a:extLst>
              <a:ext uri="{FF2B5EF4-FFF2-40B4-BE49-F238E27FC236}">
                <a16:creationId xmlns:a16="http://schemas.microsoft.com/office/drawing/2014/main" id="{770F1155-5A6D-32ED-0458-62B2C15EB4F7}"/>
              </a:ext>
            </a:extLst>
          </p:cNvPr>
          <p:cNvSpPr/>
          <p:nvPr/>
        </p:nvSpPr>
        <p:spPr>
          <a:xfrm>
            <a:off x="4758559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43E09464-8BB7-C5B5-1678-72275504103C}"/>
              </a:ext>
            </a:extLst>
          </p:cNvPr>
          <p:cNvSpPr/>
          <p:nvPr/>
        </p:nvSpPr>
        <p:spPr>
          <a:xfrm>
            <a:off x="5056951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7EA98A5B-D490-48A1-A1D2-2DC4FAF32F7E}"/>
              </a:ext>
            </a:extLst>
          </p:cNvPr>
          <p:cNvSpPr/>
          <p:nvPr/>
        </p:nvSpPr>
        <p:spPr>
          <a:xfrm>
            <a:off x="5355343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78" name="Rectangle 977">
            <a:extLst>
              <a:ext uri="{FF2B5EF4-FFF2-40B4-BE49-F238E27FC236}">
                <a16:creationId xmlns:a16="http://schemas.microsoft.com/office/drawing/2014/main" id="{E3A1F200-0C50-D368-5AE6-F4D4C6453D7D}"/>
              </a:ext>
            </a:extLst>
          </p:cNvPr>
          <p:cNvSpPr/>
          <p:nvPr/>
        </p:nvSpPr>
        <p:spPr>
          <a:xfrm>
            <a:off x="5653736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0076D970-0799-592F-714D-4D7BB068AA43}"/>
              </a:ext>
            </a:extLst>
          </p:cNvPr>
          <p:cNvSpPr/>
          <p:nvPr/>
        </p:nvSpPr>
        <p:spPr>
          <a:xfrm>
            <a:off x="5952128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3C11D823-0780-F23B-16A6-D8D416E560AE}"/>
              </a:ext>
            </a:extLst>
          </p:cNvPr>
          <p:cNvSpPr/>
          <p:nvPr/>
        </p:nvSpPr>
        <p:spPr>
          <a:xfrm>
            <a:off x="6250520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BFA1C6F1-6064-3E4A-8A6A-6748743083DC}"/>
              </a:ext>
            </a:extLst>
          </p:cNvPr>
          <p:cNvSpPr/>
          <p:nvPr/>
        </p:nvSpPr>
        <p:spPr>
          <a:xfrm>
            <a:off x="6548912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017E75F2-179C-7E2C-BD4F-E8CA7D845581}"/>
              </a:ext>
            </a:extLst>
          </p:cNvPr>
          <p:cNvSpPr/>
          <p:nvPr/>
        </p:nvSpPr>
        <p:spPr>
          <a:xfrm>
            <a:off x="6847304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19" name="Rectangle 1018">
            <a:extLst>
              <a:ext uri="{FF2B5EF4-FFF2-40B4-BE49-F238E27FC236}">
                <a16:creationId xmlns:a16="http://schemas.microsoft.com/office/drawing/2014/main" id="{D83853F8-2B17-5F8F-2FDB-6E528592A211}"/>
              </a:ext>
            </a:extLst>
          </p:cNvPr>
          <p:cNvSpPr/>
          <p:nvPr/>
        </p:nvSpPr>
        <p:spPr>
          <a:xfrm>
            <a:off x="7145696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20" name="Rectangle 1019">
            <a:extLst>
              <a:ext uri="{FF2B5EF4-FFF2-40B4-BE49-F238E27FC236}">
                <a16:creationId xmlns:a16="http://schemas.microsoft.com/office/drawing/2014/main" id="{40E04A3A-3816-ABB3-BF89-8A237A3AF053}"/>
              </a:ext>
            </a:extLst>
          </p:cNvPr>
          <p:cNvSpPr/>
          <p:nvPr/>
        </p:nvSpPr>
        <p:spPr>
          <a:xfrm>
            <a:off x="7444089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21" name="Rectangle 1020">
            <a:extLst>
              <a:ext uri="{FF2B5EF4-FFF2-40B4-BE49-F238E27FC236}">
                <a16:creationId xmlns:a16="http://schemas.microsoft.com/office/drawing/2014/main" id="{205479E6-E5F3-6402-52E5-6C75421A33A9}"/>
              </a:ext>
            </a:extLst>
          </p:cNvPr>
          <p:cNvSpPr/>
          <p:nvPr/>
        </p:nvSpPr>
        <p:spPr>
          <a:xfrm>
            <a:off x="7742481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23" name="Rectangle 1022">
            <a:extLst>
              <a:ext uri="{FF2B5EF4-FFF2-40B4-BE49-F238E27FC236}">
                <a16:creationId xmlns:a16="http://schemas.microsoft.com/office/drawing/2014/main" id="{E727AC4C-89F5-EC1A-C70E-2AFE7B485C52}"/>
              </a:ext>
            </a:extLst>
          </p:cNvPr>
          <p:cNvSpPr/>
          <p:nvPr/>
        </p:nvSpPr>
        <p:spPr>
          <a:xfrm>
            <a:off x="8040873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1B484E54-AD13-9110-90FA-28687CB4BAED}"/>
              </a:ext>
            </a:extLst>
          </p:cNvPr>
          <p:cNvSpPr/>
          <p:nvPr/>
        </p:nvSpPr>
        <p:spPr>
          <a:xfrm>
            <a:off x="8339265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D6775888-5EBA-BE1F-0414-F7780A2FA8CA}"/>
              </a:ext>
            </a:extLst>
          </p:cNvPr>
          <p:cNvSpPr/>
          <p:nvPr/>
        </p:nvSpPr>
        <p:spPr>
          <a:xfrm>
            <a:off x="8637658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48413D71-720F-9C1A-7140-C1E7CDE7DA1A}"/>
              </a:ext>
            </a:extLst>
          </p:cNvPr>
          <p:cNvSpPr/>
          <p:nvPr/>
        </p:nvSpPr>
        <p:spPr>
          <a:xfrm>
            <a:off x="8936050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F2896476-A80C-31DC-948F-9A0C9849D7D3}"/>
              </a:ext>
            </a:extLst>
          </p:cNvPr>
          <p:cNvSpPr/>
          <p:nvPr/>
        </p:nvSpPr>
        <p:spPr>
          <a:xfrm>
            <a:off x="9234442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5931A369-6775-6088-1F6A-ADEFEC3A8E15}"/>
              </a:ext>
            </a:extLst>
          </p:cNvPr>
          <p:cNvSpPr/>
          <p:nvPr/>
        </p:nvSpPr>
        <p:spPr>
          <a:xfrm>
            <a:off x="7104474" y="1117238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3" name="Arrow: Down 292">
            <a:extLst>
              <a:ext uri="{FF2B5EF4-FFF2-40B4-BE49-F238E27FC236}">
                <a16:creationId xmlns:a16="http://schemas.microsoft.com/office/drawing/2014/main" id="{56875A89-0C4F-CA3A-E703-C727662FC279}"/>
              </a:ext>
            </a:extLst>
          </p:cNvPr>
          <p:cNvSpPr/>
          <p:nvPr/>
        </p:nvSpPr>
        <p:spPr>
          <a:xfrm>
            <a:off x="5488603" y="1959686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35BDD7DA-EC73-8A44-BC20-273A7E0939B3}"/>
              </a:ext>
            </a:extLst>
          </p:cNvPr>
          <p:cNvSpPr txBox="1"/>
          <p:nvPr/>
        </p:nvSpPr>
        <p:spPr>
          <a:xfrm>
            <a:off x="6761617" y="1968921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× он миң</a:t>
            </a:r>
            <a:endParaRPr lang="en-GB" sz="1200" dirty="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92970A0-72F0-E24B-7674-07FA25D67068}"/>
              </a:ext>
            </a:extLst>
          </p:cNvPr>
          <p:cNvSpPr/>
          <p:nvPr/>
        </p:nvSpPr>
        <p:spPr>
          <a:xfrm>
            <a:off x="4758559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8DDF8DAE-EAD4-795B-C55D-537DE2616F50}"/>
              </a:ext>
            </a:extLst>
          </p:cNvPr>
          <p:cNvSpPr/>
          <p:nvPr/>
        </p:nvSpPr>
        <p:spPr>
          <a:xfrm>
            <a:off x="5056951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E3273A8F-49A6-A4FB-DFE1-65343CD65DAA}"/>
              </a:ext>
            </a:extLst>
          </p:cNvPr>
          <p:cNvSpPr/>
          <p:nvPr/>
        </p:nvSpPr>
        <p:spPr>
          <a:xfrm>
            <a:off x="5355343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2C37CBA3-F9DC-177C-C8B9-9AD2C9C0ADE6}"/>
              </a:ext>
            </a:extLst>
          </p:cNvPr>
          <p:cNvSpPr/>
          <p:nvPr/>
        </p:nvSpPr>
        <p:spPr>
          <a:xfrm>
            <a:off x="5653736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629F3E8B-54D6-B098-959B-C4E0848A345B}"/>
              </a:ext>
            </a:extLst>
          </p:cNvPr>
          <p:cNvSpPr/>
          <p:nvPr/>
        </p:nvSpPr>
        <p:spPr>
          <a:xfrm>
            <a:off x="5952128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E8B3D102-2729-BB96-4179-AA03F15427D4}"/>
              </a:ext>
            </a:extLst>
          </p:cNvPr>
          <p:cNvSpPr/>
          <p:nvPr/>
        </p:nvSpPr>
        <p:spPr>
          <a:xfrm>
            <a:off x="6250520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5B4B4EEF-89B9-2F4A-0777-8547CB45D0BA}"/>
              </a:ext>
            </a:extLst>
          </p:cNvPr>
          <p:cNvSpPr/>
          <p:nvPr/>
        </p:nvSpPr>
        <p:spPr>
          <a:xfrm>
            <a:off x="6548912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BD3C9DA-340C-B84F-BE7D-32845A5F24D1}"/>
              </a:ext>
            </a:extLst>
          </p:cNvPr>
          <p:cNvSpPr/>
          <p:nvPr/>
        </p:nvSpPr>
        <p:spPr>
          <a:xfrm>
            <a:off x="6847304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6EDEC49-BF1D-7A85-8B1B-8C4649280BE5}"/>
              </a:ext>
            </a:extLst>
          </p:cNvPr>
          <p:cNvSpPr/>
          <p:nvPr/>
        </p:nvSpPr>
        <p:spPr>
          <a:xfrm>
            <a:off x="7145696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8EB7B685-3D9F-4414-8866-9E1FD7FC2032}"/>
              </a:ext>
            </a:extLst>
          </p:cNvPr>
          <p:cNvSpPr/>
          <p:nvPr/>
        </p:nvSpPr>
        <p:spPr>
          <a:xfrm>
            <a:off x="7444089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E486785D-174E-1EBB-319D-A662AE6A2388}"/>
              </a:ext>
            </a:extLst>
          </p:cNvPr>
          <p:cNvSpPr/>
          <p:nvPr/>
        </p:nvSpPr>
        <p:spPr>
          <a:xfrm>
            <a:off x="7742481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396BC3BC-B99D-F728-2446-84139A609582}"/>
              </a:ext>
            </a:extLst>
          </p:cNvPr>
          <p:cNvSpPr/>
          <p:nvPr/>
        </p:nvSpPr>
        <p:spPr>
          <a:xfrm>
            <a:off x="8040873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8C16373-B226-1A2E-149A-442C4D1E8F37}"/>
              </a:ext>
            </a:extLst>
          </p:cNvPr>
          <p:cNvSpPr/>
          <p:nvPr/>
        </p:nvSpPr>
        <p:spPr>
          <a:xfrm>
            <a:off x="8339265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68C410DC-FDFD-EAF1-FE55-59C7FB85766A}"/>
              </a:ext>
            </a:extLst>
          </p:cNvPr>
          <p:cNvSpPr/>
          <p:nvPr/>
        </p:nvSpPr>
        <p:spPr>
          <a:xfrm>
            <a:off x="8637658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024417FC-07D6-5CC2-CE49-C9ADFF4E43D6}"/>
              </a:ext>
            </a:extLst>
          </p:cNvPr>
          <p:cNvSpPr/>
          <p:nvPr/>
        </p:nvSpPr>
        <p:spPr>
          <a:xfrm>
            <a:off x="8936050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E62A3857-D3F4-F1B1-9C25-E0D02DF8BF48}"/>
              </a:ext>
            </a:extLst>
          </p:cNvPr>
          <p:cNvSpPr/>
          <p:nvPr/>
        </p:nvSpPr>
        <p:spPr>
          <a:xfrm>
            <a:off x="9234442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2E5CDBEB-7F0D-5CE7-E90F-49336FD1CF9C}"/>
              </a:ext>
            </a:extLst>
          </p:cNvPr>
          <p:cNvSpPr/>
          <p:nvPr/>
        </p:nvSpPr>
        <p:spPr>
          <a:xfrm>
            <a:off x="7104474" y="1804731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5" name="Arrow: Down 314">
            <a:extLst>
              <a:ext uri="{FF2B5EF4-FFF2-40B4-BE49-F238E27FC236}">
                <a16:creationId xmlns:a16="http://schemas.microsoft.com/office/drawing/2014/main" id="{E3CD2DFB-184B-A5CB-AD93-AD80185A85C2}"/>
              </a:ext>
            </a:extLst>
          </p:cNvPr>
          <p:cNvSpPr/>
          <p:nvPr/>
        </p:nvSpPr>
        <p:spPr>
          <a:xfrm>
            <a:off x="5488603" y="2647179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F9F05911-9038-6576-37D6-47FFEC4A3DCF}"/>
              </a:ext>
            </a:extLst>
          </p:cNvPr>
          <p:cNvSpPr txBox="1"/>
          <p:nvPr/>
        </p:nvSpPr>
        <p:spPr>
          <a:xfrm>
            <a:off x="6720740" y="2656414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× бир миң</a:t>
            </a:r>
            <a:endParaRPr lang="en-GB" sz="120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F46A7285-2081-CEB1-46D7-E669678C5704}"/>
              </a:ext>
            </a:extLst>
          </p:cNvPr>
          <p:cNvSpPr/>
          <p:nvPr/>
        </p:nvSpPr>
        <p:spPr>
          <a:xfrm>
            <a:off x="4758559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FFA06963-D320-DCC8-3196-C8FDC7C5CBEA}"/>
              </a:ext>
            </a:extLst>
          </p:cNvPr>
          <p:cNvSpPr/>
          <p:nvPr/>
        </p:nvSpPr>
        <p:spPr>
          <a:xfrm>
            <a:off x="5056951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344169A-6C4B-4364-6FDB-E10D2EE484ED}"/>
              </a:ext>
            </a:extLst>
          </p:cNvPr>
          <p:cNvSpPr/>
          <p:nvPr/>
        </p:nvSpPr>
        <p:spPr>
          <a:xfrm>
            <a:off x="5355343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A847FD59-AAEE-A236-8464-0139AACDF4BB}"/>
              </a:ext>
            </a:extLst>
          </p:cNvPr>
          <p:cNvSpPr/>
          <p:nvPr/>
        </p:nvSpPr>
        <p:spPr>
          <a:xfrm>
            <a:off x="5653736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E8B01DC5-4CB3-E028-C8B5-4F71D5FEED90}"/>
              </a:ext>
            </a:extLst>
          </p:cNvPr>
          <p:cNvSpPr/>
          <p:nvPr/>
        </p:nvSpPr>
        <p:spPr>
          <a:xfrm>
            <a:off x="5952128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776D74B5-45A9-458B-0EEF-9495DB5B9FAB}"/>
              </a:ext>
            </a:extLst>
          </p:cNvPr>
          <p:cNvSpPr/>
          <p:nvPr/>
        </p:nvSpPr>
        <p:spPr>
          <a:xfrm>
            <a:off x="6250520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F82A8DD6-A305-D462-4015-046CC8CFA765}"/>
              </a:ext>
            </a:extLst>
          </p:cNvPr>
          <p:cNvSpPr/>
          <p:nvPr/>
        </p:nvSpPr>
        <p:spPr>
          <a:xfrm>
            <a:off x="6548912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E6C38290-10D0-9BC6-2FF6-CA113B273BD9}"/>
              </a:ext>
            </a:extLst>
          </p:cNvPr>
          <p:cNvSpPr/>
          <p:nvPr/>
        </p:nvSpPr>
        <p:spPr>
          <a:xfrm>
            <a:off x="6847304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445978CE-2F75-4505-B378-459CE6F5D885}"/>
              </a:ext>
            </a:extLst>
          </p:cNvPr>
          <p:cNvSpPr/>
          <p:nvPr/>
        </p:nvSpPr>
        <p:spPr>
          <a:xfrm>
            <a:off x="7145696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E39B354A-4A8C-A71E-26EC-00D23ECDBDBF}"/>
              </a:ext>
            </a:extLst>
          </p:cNvPr>
          <p:cNvSpPr/>
          <p:nvPr/>
        </p:nvSpPr>
        <p:spPr>
          <a:xfrm>
            <a:off x="7444089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4E10E369-30CC-FBCF-7E62-2018B4E22540}"/>
              </a:ext>
            </a:extLst>
          </p:cNvPr>
          <p:cNvSpPr/>
          <p:nvPr/>
        </p:nvSpPr>
        <p:spPr>
          <a:xfrm>
            <a:off x="7742481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57D003A5-07CB-B6ED-95AF-7927421755DA}"/>
              </a:ext>
            </a:extLst>
          </p:cNvPr>
          <p:cNvSpPr/>
          <p:nvPr/>
        </p:nvSpPr>
        <p:spPr>
          <a:xfrm>
            <a:off x="8040873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0CF39B68-D458-E036-DEEC-78BA99372938}"/>
              </a:ext>
            </a:extLst>
          </p:cNvPr>
          <p:cNvSpPr/>
          <p:nvPr/>
        </p:nvSpPr>
        <p:spPr>
          <a:xfrm>
            <a:off x="8339265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0CC1AA3E-708F-3B29-AC21-44126526E6E5}"/>
              </a:ext>
            </a:extLst>
          </p:cNvPr>
          <p:cNvSpPr/>
          <p:nvPr/>
        </p:nvSpPr>
        <p:spPr>
          <a:xfrm>
            <a:off x="8637658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DD599447-5D15-4655-BD46-8E50EA4C75C7}"/>
              </a:ext>
            </a:extLst>
          </p:cNvPr>
          <p:cNvSpPr/>
          <p:nvPr/>
        </p:nvSpPr>
        <p:spPr>
          <a:xfrm>
            <a:off x="8936050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B05F5F83-685A-9FCB-DF91-DA91CD22C297}"/>
              </a:ext>
            </a:extLst>
          </p:cNvPr>
          <p:cNvSpPr/>
          <p:nvPr/>
        </p:nvSpPr>
        <p:spPr>
          <a:xfrm>
            <a:off x="9234442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3" name="Oval 442">
            <a:extLst>
              <a:ext uri="{FF2B5EF4-FFF2-40B4-BE49-F238E27FC236}">
                <a16:creationId xmlns:a16="http://schemas.microsoft.com/office/drawing/2014/main" id="{F3F2E43D-145B-CD11-361A-8FA25D71743C}"/>
              </a:ext>
            </a:extLst>
          </p:cNvPr>
          <p:cNvSpPr/>
          <p:nvPr/>
        </p:nvSpPr>
        <p:spPr>
          <a:xfrm>
            <a:off x="7104474" y="2492224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6" name="Arrow: Down 465">
            <a:extLst>
              <a:ext uri="{FF2B5EF4-FFF2-40B4-BE49-F238E27FC236}">
                <a16:creationId xmlns:a16="http://schemas.microsoft.com/office/drawing/2014/main" id="{5D142147-69CA-2EA8-355D-B62D2B5DE208}"/>
              </a:ext>
            </a:extLst>
          </p:cNvPr>
          <p:cNvSpPr/>
          <p:nvPr/>
        </p:nvSpPr>
        <p:spPr>
          <a:xfrm>
            <a:off x="5488603" y="3334672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68F4EF30-17B4-2E2F-8921-C279DE8356BA}"/>
              </a:ext>
            </a:extLst>
          </p:cNvPr>
          <p:cNvSpPr txBox="1"/>
          <p:nvPr/>
        </p:nvSpPr>
        <p:spPr>
          <a:xfrm>
            <a:off x="6761617" y="3343907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он миң</a:t>
            </a:r>
            <a:endParaRPr lang="en-GB" sz="1200" dirty="0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D2B8BA71-BE3E-2E13-C3A0-7D95B92D9A93}"/>
              </a:ext>
            </a:extLst>
          </p:cNvPr>
          <p:cNvSpPr/>
          <p:nvPr/>
        </p:nvSpPr>
        <p:spPr>
          <a:xfrm>
            <a:off x="4758559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29E0C00C-9A57-A21B-4FAC-ED7E9CD2AF5C}"/>
              </a:ext>
            </a:extLst>
          </p:cNvPr>
          <p:cNvSpPr/>
          <p:nvPr/>
        </p:nvSpPr>
        <p:spPr>
          <a:xfrm>
            <a:off x="5056951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3EF67975-56B6-B69F-625C-FCE391A5C425}"/>
              </a:ext>
            </a:extLst>
          </p:cNvPr>
          <p:cNvSpPr/>
          <p:nvPr/>
        </p:nvSpPr>
        <p:spPr>
          <a:xfrm>
            <a:off x="5355343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7ED46F03-3BC2-E8C0-D96B-97054CC1255D}"/>
              </a:ext>
            </a:extLst>
          </p:cNvPr>
          <p:cNvSpPr/>
          <p:nvPr/>
        </p:nvSpPr>
        <p:spPr>
          <a:xfrm>
            <a:off x="5653736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C29A500F-6A30-BB97-8179-4EC65EDB2607}"/>
              </a:ext>
            </a:extLst>
          </p:cNvPr>
          <p:cNvSpPr/>
          <p:nvPr/>
        </p:nvSpPr>
        <p:spPr>
          <a:xfrm>
            <a:off x="5952128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CE6ED42A-2B37-0C7F-2AAE-BE5EBD740366}"/>
              </a:ext>
            </a:extLst>
          </p:cNvPr>
          <p:cNvSpPr/>
          <p:nvPr/>
        </p:nvSpPr>
        <p:spPr>
          <a:xfrm>
            <a:off x="6250520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9A6B597A-1C3B-2E4E-999B-E13020A015ED}"/>
              </a:ext>
            </a:extLst>
          </p:cNvPr>
          <p:cNvSpPr/>
          <p:nvPr/>
        </p:nvSpPr>
        <p:spPr>
          <a:xfrm>
            <a:off x="6548912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83665DF3-8A71-097A-7B91-3A2F6EC4845D}"/>
              </a:ext>
            </a:extLst>
          </p:cNvPr>
          <p:cNvSpPr/>
          <p:nvPr/>
        </p:nvSpPr>
        <p:spPr>
          <a:xfrm>
            <a:off x="6847304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68F4C65D-0B04-0310-B8C2-080E9D27E5B6}"/>
              </a:ext>
            </a:extLst>
          </p:cNvPr>
          <p:cNvSpPr/>
          <p:nvPr/>
        </p:nvSpPr>
        <p:spPr>
          <a:xfrm>
            <a:off x="7145696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F192E0F5-98CE-E241-8862-01D342CF05AE}"/>
              </a:ext>
            </a:extLst>
          </p:cNvPr>
          <p:cNvSpPr/>
          <p:nvPr/>
        </p:nvSpPr>
        <p:spPr>
          <a:xfrm>
            <a:off x="7444089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A73F8DF7-2205-C2D9-462A-B08E42874218}"/>
              </a:ext>
            </a:extLst>
          </p:cNvPr>
          <p:cNvSpPr/>
          <p:nvPr/>
        </p:nvSpPr>
        <p:spPr>
          <a:xfrm>
            <a:off x="7742481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25ADBA55-AB3D-1423-F746-E6FF86780AA6}"/>
              </a:ext>
            </a:extLst>
          </p:cNvPr>
          <p:cNvSpPr/>
          <p:nvPr/>
        </p:nvSpPr>
        <p:spPr>
          <a:xfrm>
            <a:off x="8040873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38F05E8C-0289-57C5-7ABE-518E01CD23A7}"/>
              </a:ext>
            </a:extLst>
          </p:cNvPr>
          <p:cNvSpPr/>
          <p:nvPr/>
        </p:nvSpPr>
        <p:spPr>
          <a:xfrm>
            <a:off x="8339265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1A88420A-94E0-1538-28FF-9CEFF3BC949A}"/>
              </a:ext>
            </a:extLst>
          </p:cNvPr>
          <p:cNvSpPr/>
          <p:nvPr/>
        </p:nvSpPr>
        <p:spPr>
          <a:xfrm>
            <a:off x="8637658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37CE0021-DF11-C235-9839-895A49857036}"/>
              </a:ext>
            </a:extLst>
          </p:cNvPr>
          <p:cNvSpPr/>
          <p:nvPr/>
        </p:nvSpPr>
        <p:spPr>
          <a:xfrm>
            <a:off x="8936050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C91DA376-79B4-9286-36C1-A4BCE198040F}"/>
              </a:ext>
            </a:extLst>
          </p:cNvPr>
          <p:cNvSpPr/>
          <p:nvPr/>
        </p:nvSpPr>
        <p:spPr>
          <a:xfrm>
            <a:off x="9234442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98" name="Oval 497">
            <a:extLst>
              <a:ext uri="{FF2B5EF4-FFF2-40B4-BE49-F238E27FC236}">
                <a16:creationId xmlns:a16="http://schemas.microsoft.com/office/drawing/2014/main" id="{89E783B5-EA46-7349-794F-71B6E54EB92B}"/>
              </a:ext>
            </a:extLst>
          </p:cNvPr>
          <p:cNvSpPr/>
          <p:nvPr/>
        </p:nvSpPr>
        <p:spPr>
          <a:xfrm>
            <a:off x="7104474" y="3179717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99" name="Arrow: Down 498">
            <a:extLst>
              <a:ext uri="{FF2B5EF4-FFF2-40B4-BE49-F238E27FC236}">
                <a16:creationId xmlns:a16="http://schemas.microsoft.com/office/drawing/2014/main" id="{485315C6-F204-E9CD-9B7C-1410234CD574}"/>
              </a:ext>
            </a:extLst>
          </p:cNvPr>
          <p:cNvSpPr/>
          <p:nvPr/>
        </p:nvSpPr>
        <p:spPr>
          <a:xfrm>
            <a:off x="5488603" y="4022165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FA9A081F-870A-AFD3-9B32-66C9952A9679}"/>
              </a:ext>
            </a:extLst>
          </p:cNvPr>
          <p:cNvSpPr txBox="1"/>
          <p:nvPr/>
        </p:nvSpPr>
        <p:spPr>
          <a:xfrm>
            <a:off x="6761618" y="4031400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он миң</a:t>
            </a:r>
            <a:endParaRPr lang="en-GB" sz="120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AB34E137-018A-539A-9999-13D0FAA189C5}"/>
              </a:ext>
            </a:extLst>
          </p:cNvPr>
          <p:cNvSpPr/>
          <p:nvPr/>
        </p:nvSpPr>
        <p:spPr>
          <a:xfrm>
            <a:off x="4758559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82925EF8-66B5-6105-C550-46E963967BA0}"/>
              </a:ext>
            </a:extLst>
          </p:cNvPr>
          <p:cNvSpPr/>
          <p:nvPr/>
        </p:nvSpPr>
        <p:spPr>
          <a:xfrm>
            <a:off x="5056951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6E70E6A8-8171-BC71-1541-11C088A69FE0}"/>
              </a:ext>
            </a:extLst>
          </p:cNvPr>
          <p:cNvSpPr/>
          <p:nvPr/>
        </p:nvSpPr>
        <p:spPr>
          <a:xfrm>
            <a:off x="5355343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4B9728BA-8A4E-C0FE-4EE2-6041142048E5}"/>
              </a:ext>
            </a:extLst>
          </p:cNvPr>
          <p:cNvSpPr/>
          <p:nvPr/>
        </p:nvSpPr>
        <p:spPr>
          <a:xfrm>
            <a:off x="5653736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644BE5A1-71A0-271C-BFE3-027097207CAC}"/>
              </a:ext>
            </a:extLst>
          </p:cNvPr>
          <p:cNvSpPr/>
          <p:nvPr/>
        </p:nvSpPr>
        <p:spPr>
          <a:xfrm>
            <a:off x="5952128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61D9A3A6-8309-3BCA-8B53-9591A0BEFE71}"/>
              </a:ext>
            </a:extLst>
          </p:cNvPr>
          <p:cNvSpPr/>
          <p:nvPr/>
        </p:nvSpPr>
        <p:spPr>
          <a:xfrm>
            <a:off x="6250520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C01A452E-FEF6-986D-49A4-A0957FAA49D5}"/>
              </a:ext>
            </a:extLst>
          </p:cNvPr>
          <p:cNvSpPr/>
          <p:nvPr/>
        </p:nvSpPr>
        <p:spPr>
          <a:xfrm>
            <a:off x="6548912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470FF88A-09D3-5382-03F7-7591BA6B5E5A}"/>
              </a:ext>
            </a:extLst>
          </p:cNvPr>
          <p:cNvSpPr/>
          <p:nvPr/>
        </p:nvSpPr>
        <p:spPr>
          <a:xfrm>
            <a:off x="6847304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510F9830-236B-FDB7-57BA-B049C7B216C7}"/>
              </a:ext>
            </a:extLst>
          </p:cNvPr>
          <p:cNvSpPr/>
          <p:nvPr/>
        </p:nvSpPr>
        <p:spPr>
          <a:xfrm>
            <a:off x="7145696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11272AA8-8A29-5B41-8466-C89D0F0235E5}"/>
              </a:ext>
            </a:extLst>
          </p:cNvPr>
          <p:cNvSpPr/>
          <p:nvPr/>
        </p:nvSpPr>
        <p:spPr>
          <a:xfrm>
            <a:off x="7444089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63D8DFC3-B54E-83B1-8AA3-B2FE1CAB4BAB}"/>
              </a:ext>
            </a:extLst>
          </p:cNvPr>
          <p:cNvSpPr/>
          <p:nvPr/>
        </p:nvSpPr>
        <p:spPr>
          <a:xfrm>
            <a:off x="7742481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9E580AFE-4D7F-9C57-FCA7-873F21DB6111}"/>
              </a:ext>
            </a:extLst>
          </p:cNvPr>
          <p:cNvSpPr/>
          <p:nvPr/>
        </p:nvSpPr>
        <p:spPr>
          <a:xfrm>
            <a:off x="8040873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87B1021B-11AA-CD45-28D5-EF630022B823}"/>
              </a:ext>
            </a:extLst>
          </p:cNvPr>
          <p:cNvSpPr/>
          <p:nvPr/>
        </p:nvSpPr>
        <p:spPr>
          <a:xfrm>
            <a:off x="8339265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00367030-7D4A-42B1-2BDE-E3F0335A0664}"/>
              </a:ext>
            </a:extLst>
          </p:cNvPr>
          <p:cNvSpPr/>
          <p:nvPr/>
        </p:nvSpPr>
        <p:spPr>
          <a:xfrm>
            <a:off x="8637658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CDD867E6-9D42-EA9C-2BC6-D54663FDB723}"/>
              </a:ext>
            </a:extLst>
          </p:cNvPr>
          <p:cNvSpPr/>
          <p:nvPr/>
        </p:nvSpPr>
        <p:spPr>
          <a:xfrm>
            <a:off x="8936050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5BB61381-7198-092B-AD42-A77A311EBEFC}"/>
              </a:ext>
            </a:extLst>
          </p:cNvPr>
          <p:cNvSpPr/>
          <p:nvPr/>
        </p:nvSpPr>
        <p:spPr>
          <a:xfrm>
            <a:off x="9234442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84AFC063-46EB-922A-E0A6-1C29C56DC265}"/>
              </a:ext>
            </a:extLst>
          </p:cNvPr>
          <p:cNvSpPr/>
          <p:nvPr/>
        </p:nvSpPr>
        <p:spPr>
          <a:xfrm>
            <a:off x="7104474" y="3867210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4" name="Arrow: Down 613">
            <a:extLst>
              <a:ext uri="{FF2B5EF4-FFF2-40B4-BE49-F238E27FC236}">
                <a16:creationId xmlns:a16="http://schemas.microsoft.com/office/drawing/2014/main" id="{F3CB5F3C-BD42-88B0-8C39-F6DC01B0E353}"/>
              </a:ext>
            </a:extLst>
          </p:cNvPr>
          <p:cNvSpPr/>
          <p:nvPr/>
        </p:nvSpPr>
        <p:spPr>
          <a:xfrm>
            <a:off x="5488603" y="4709658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5" name="TextBox 614">
            <a:extLst>
              <a:ext uri="{FF2B5EF4-FFF2-40B4-BE49-F238E27FC236}">
                <a16:creationId xmlns:a16="http://schemas.microsoft.com/office/drawing/2014/main" id="{D23338E1-4DC0-CB96-D8E4-79C4EDDEBCD9}"/>
              </a:ext>
            </a:extLst>
          </p:cNvPr>
          <p:cNvSpPr txBox="1"/>
          <p:nvPr/>
        </p:nvSpPr>
        <p:spPr>
          <a:xfrm>
            <a:off x="6720740" y="4718893"/>
            <a:ext cx="849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бир миң</a:t>
            </a:r>
            <a:endParaRPr lang="en-GB" sz="1200" dirty="0"/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1398E984-4DD4-2507-532C-BFD5F29A31C9}"/>
              </a:ext>
            </a:extLst>
          </p:cNvPr>
          <p:cNvSpPr/>
          <p:nvPr/>
        </p:nvSpPr>
        <p:spPr>
          <a:xfrm>
            <a:off x="4758559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AE0E3693-5533-38F6-41A0-7BD2E68F3BBA}"/>
              </a:ext>
            </a:extLst>
          </p:cNvPr>
          <p:cNvSpPr/>
          <p:nvPr/>
        </p:nvSpPr>
        <p:spPr>
          <a:xfrm>
            <a:off x="5056951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7349DE08-82EF-7C43-5F94-79E4D46B3A8A}"/>
              </a:ext>
            </a:extLst>
          </p:cNvPr>
          <p:cNvSpPr/>
          <p:nvPr/>
        </p:nvSpPr>
        <p:spPr>
          <a:xfrm>
            <a:off x="5355343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C2F7FDE-141E-DEA8-BB3B-17BFDB415071}"/>
              </a:ext>
            </a:extLst>
          </p:cNvPr>
          <p:cNvSpPr/>
          <p:nvPr/>
        </p:nvSpPr>
        <p:spPr>
          <a:xfrm>
            <a:off x="5653736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D2F50E9D-ED42-926B-ABAA-82470E67102B}"/>
              </a:ext>
            </a:extLst>
          </p:cNvPr>
          <p:cNvSpPr/>
          <p:nvPr/>
        </p:nvSpPr>
        <p:spPr>
          <a:xfrm>
            <a:off x="5952128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B4E8DFA1-8C31-371A-AC48-6F9841F2AB30}"/>
              </a:ext>
            </a:extLst>
          </p:cNvPr>
          <p:cNvSpPr/>
          <p:nvPr/>
        </p:nvSpPr>
        <p:spPr>
          <a:xfrm>
            <a:off x="6250520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1B1DA6FE-1CCE-CD36-C94A-8A77FC786BAF}"/>
              </a:ext>
            </a:extLst>
          </p:cNvPr>
          <p:cNvSpPr/>
          <p:nvPr/>
        </p:nvSpPr>
        <p:spPr>
          <a:xfrm>
            <a:off x="6548912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1DE12EA3-16B0-914F-4E70-4B2922558289}"/>
              </a:ext>
            </a:extLst>
          </p:cNvPr>
          <p:cNvSpPr/>
          <p:nvPr/>
        </p:nvSpPr>
        <p:spPr>
          <a:xfrm>
            <a:off x="6847304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7C5290EA-4ACE-219B-49AB-39D6D0112E20}"/>
              </a:ext>
            </a:extLst>
          </p:cNvPr>
          <p:cNvSpPr/>
          <p:nvPr/>
        </p:nvSpPr>
        <p:spPr>
          <a:xfrm>
            <a:off x="7145696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FFCD0E8C-6DD3-6836-DE9B-DA473CC4ADD6}"/>
              </a:ext>
            </a:extLst>
          </p:cNvPr>
          <p:cNvSpPr/>
          <p:nvPr/>
        </p:nvSpPr>
        <p:spPr>
          <a:xfrm>
            <a:off x="7444089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73DBC158-684E-AC66-A301-01205C61DB3F}"/>
              </a:ext>
            </a:extLst>
          </p:cNvPr>
          <p:cNvSpPr/>
          <p:nvPr/>
        </p:nvSpPr>
        <p:spPr>
          <a:xfrm>
            <a:off x="7742481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3A334EF9-F977-DD89-A2A8-358025C57FF6}"/>
              </a:ext>
            </a:extLst>
          </p:cNvPr>
          <p:cNvSpPr/>
          <p:nvPr/>
        </p:nvSpPr>
        <p:spPr>
          <a:xfrm>
            <a:off x="8040873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16AFCB10-9FD1-CA7F-4211-1444B6855675}"/>
              </a:ext>
            </a:extLst>
          </p:cNvPr>
          <p:cNvSpPr/>
          <p:nvPr/>
        </p:nvSpPr>
        <p:spPr>
          <a:xfrm>
            <a:off x="8339265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E1760822-BED1-79D0-1CC1-3E4AEF159BEB}"/>
              </a:ext>
            </a:extLst>
          </p:cNvPr>
          <p:cNvSpPr/>
          <p:nvPr/>
        </p:nvSpPr>
        <p:spPr>
          <a:xfrm>
            <a:off x="8637658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E9EB2E40-28BC-87F6-E2C8-C7D7E37376F8}"/>
              </a:ext>
            </a:extLst>
          </p:cNvPr>
          <p:cNvSpPr/>
          <p:nvPr/>
        </p:nvSpPr>
        <p:spPr>
          <a:xfrm>
            <a:off x="8936050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765D02AF-BD98-A99E-B0A8-3D10B14E2C98}"/>
              </a:ext>
            </a:extLst>
          </p:cNvPr>
          <p:cNvSpPr/>
          <p:nvPr/>
        </p:nvSpPr>
        <p:spPr>
          <a:xfrm>
            <a:off x="9234442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215D45FB-B677-183B-9328-AC27D74F5036}"/>
              </a:ext>
            </a:extLst>
          </p:cNvPr>
          <p:cNvSpPr/>
          <p:nvPr/>
        </p:nvSpPr>
        <p:spPr>
          <a:xfrm>
            <a:off x="7104474" y="4554703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8" name="Arrow: Down 637">
            <a:extLst>
              <a:ext uri="{FF2B5EF4-FFF2-40B4-BE49-F238E27FC236}">
                <a16:creationId xmlns:a16="http://schemas.microsoft.com/office/drawing/2014/main" id="{C3C5C3A1-0E19-2C8D-0410-E3D2CB28A484}"/>
              </a:ext>
            </a:extLst>
          </p:cNvPr>
          <p:cNvSpPr/>
          <p:nvPr/>
        </p:nvSpPr>
        <p:spPr>
          <a:xfrm>
            <a:off x="5488603" y="5397151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85312952-DC81-6AA1-511D-D581E19D67D5}"/>
              </a:ext>
            </a:extLst>
          </p:cNvPr>
          <p:cNvSpPr txBox="1"/>
          <p:nvPr/>
        </p:nvSpPr>
        <p:spPr>
          <a:xfrm>
            <a:off x="6723145" y="5406386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× жүз миң</a:t>
            </a:r>
            <a:endParaRPr lang="en-GB" sz="1200" dirty="0"/>
          </a:p>
        </p:txBody>
      </p:sp>
      <p:sp>
        <p:nvSpPr>
          <p:cNvPr id="800" name="Rectangle 799">
            <a:extLst>
              <a:ext uri="{FF2B5EF4-FFF2-40B4-BE49-F238E27FC236}">
                <a16:creationId xmlns:a16="http://schemas.microsoft.com/office/drawing/2014/main" id="{D8EB9F6B-1410-3321-EA58-158264C45A8F}"/>
              </a:ext>
            </a:extLst>
          </p:cNvPr>
          <p:cNvSpPr/>
          <p:nvPr/>
        </p:nvSpPr>
        <p:spPr>
          <a:xfrm>
            <a:off x="4758559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533F90A9-B319-9135-CA2B-593DF9ED5C12}"/>
              </a:ext>
            </a:extLst>
          </p:cNvPr>
          <p:cNvSpPr/>
          <p:nvPr/>
        </p:nvSpPr>
        <p:spPr>
          <a:xfrm>
            <a:off x="5056951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BACB5E9A-9835-7F92-F2D3-50DD0876885C}"/>
              </a:ext>
            </a:extLst>
          </p:cNvPr>
          <p:cNvSpPr/>
          <p:nvPr/>
        </p:nvSpPr>
        <p:spPr>
          <a:xfrm>
            <a:off x="5355343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52C79E7A-D5C5-3F13-B6FD-ADD2012336F9}"/>
              </a:ext>
            </a:extLst>
          </p:cNvPr>
          <p:cNvSpPr/>
          <p:nvPr/>
        </p:nvSpPr>
        <p:spPr>
          <a:xfrm>
            <a:off x="5653736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04" name="Rectangle 803">
            <a:extLst>
              <a:ext uri="{FF2B5EF4-FFF2-40B4-BE49-F238E27FC236}">
                <a16:creationId xmlns:a16="http://schemas.microsoft.com/office/drawing/2014/main" id="{DA404EAE-C2DC-5C66-1BE3-0E55004CD57E}"/>
              </a:ext>
            </a:extLst>
          </p:cNvPr>
          <p:cNvSpPr/>
          <p:nvPr/>
        </p:nvSpPr>
        <p:spPr>
          <a:xfrm>
            <a:off x="5952128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05" name="Rectangle 804">
            <a:extLst>
              <a:ext uri="{FF2B5EF4-FFF2-40B4-BE49-F238E27FC236}">
                <a16:creationId xmlns:a16="http://schemas.microsoft.com/office/drawing/2014/main" id="{3F15A9E5-6697-50E2-E2BA-9874425FC188}"/>
              </a:ext>
            </a:extLst>
          </p:cNvPr>
          <p:cNvSpPr/>
          <p:nvPr/>
        </p:nvSpPr>
        <p:spPr>
          <a:xfrm>
            <a:off x="6250520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06" name="Rectangle 805">
            <a:extLst>
              <a:ext uri="{FF2B5EF4-FFF2-40B4-BE49-F238E27FC236}">
                <a16:creationId xmlns:a16="http://schemas.microsoft.com/office/drawing/2014/main" id="{EC5CF4F3-8D57-90A2-5FE5-7319FD0E73BF}"/>
              </a:ext>
            </a:extLst>
          </p:cNvPr>
          <p:cNvSpPr/>
          <p:nvPr/>
        </p:nvSpPr>
        <p:spPr>
          <a:xfrm>
            <a:off x="6548912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07" name="Rectangle 806">
            <a:extLst>
              <a:ext uri="{FF2B5EF4-FFF2-40B4-BE49-F238E27FC236}">
                <a16:creationId xmlns:a16="http://schemas.microsoft.com/office/drawing/2014/main" id="{FFF6B1C8-F68B-F2AA-19A1-C352531A675F}"/>
              </a:ext>
            </a:extLst>
          </p:cNvPr>
          <p:cNvSpPr/>
          <p:nvPr/>
        </p:nvSpPr>
        <p:spPr>
          <a:xfrm>
            <a:off x="6847304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08" name="Rectangle 807">
            <a:extLst>
              <a:ext uri="{FF2B5EF4-FFF2-40B4-BE49-F238E27FC236}">
                <a16:creationId xmlns:a16="http://schemas.microsoft.com/office/drawing/2014/main" id="{5A3F85DC-0ACD-BCA5-DFD7-A94024BC6066}"/>
              </a:ext>
            </a:extLst>
          </p:cNvPr>
          <p:cNvSpPr/>
          <p:nvPr/>
        </p:nvSpPr>
        <p:spPr>
          <a:xfrm>
            <a:off x="7145696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09" name="Rectangle 808">
            <a:extLst>
              <a:ext uri="{FF2B5EF4-FFF2-40B4-BE49-F238E27FC236}">
                <a16:creationId xmlns:a16="http://schemas.microsoft.com/office/drawing/2014/main" id="{AC3E0D17-AED2-46D0-9190-035DBE92D78C}"/>
              </a:ext>
            </a:extLst>
          </p:cNvPr>
          <p:cNvSpPr/>
          <p:nvPr/>
        </p:nvSpPr>
        <p:spPr>
          <a:xfrm>
            <a:off x="7444089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4048EFEF-E751-983E-9C21-5FEC2D0E6DBF}"/>
              </a:ext>
            </a:extLst>
          </p:cNvPr>
          <p:cNvSpPr/>
          <p:nvPr/>
        </p:nvSpPr>
        <p:spPr>
          <a:xfrm>
            <a:off x="7742481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11" name="Rectangle 810">
            <a:extLst>
              <a:ext uri="{FF2B5EF4-FFF2-40B4-BE49-F238E27FC236}">
                <a16:creationId xmlns:a16="http://schemas.microsoft.com/office/drawing/2014/main" id="{EC23389E-D8CF-4885-AD50-5BB375E8F61C}"/>
              </a:ext>
            </a:extLst>
          </p:cNvPr>
          <p:cNvSpPr/>
          <p:nvPr/>
        </p:nvSpPr>
        <p:spPr>
          <a:xfrm>
            <a:off x="8040873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DEF1D480-819A-6EE3-3625-8BF619A6475C}"/>
              </a:ext>
            </a:extLst>
          </p:cNvPr>
          <p:cNvSpPr/>
          <p:nvPr/>
        </p:nvSpPr>
        <p:spPr>
          <a:xfrm>
            <a:off x="8339265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13" name="Rectangle 812">
            <a:extLst>
              <a:ext uri="{FF2B5EF4-FFF2-40B4-BE49-F238E27FC236}">
                <a16:creationId xmlns:a16="http://schemas.microsoft.com/office/drawing/2014/main" id="{F94120C0-1CB6-75C4-2C9E-2A8D5FDA7088}"/>
              </a:ext>
            </a:extLst>
          </p:cNvPr>
          <p:cNvSpPr/>
          <p:nvPr/>
        </p:nvSpPr>
        <p:spPr>
          <a:xfrm>
            <a:off x="8637658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F096975C-E80D-3FBC-25EC-F0FF85D6F1C3}"/>
              </a:ext>
            </a:extLst>
          </p:cNvPr>
          <p:cNvSpPr/>
          <p:nvPr/>
        </p:nvSpPr>
        <p:spPr>
          <a:xfrm>
            <a:off x="8936050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15" name="Rectangle 814">
            <a:extLst>
              <a:ext uri="{FF2B5EF4-FFF2-40B4-BE49-F238E27FC236}">
                <a16:creationId xmlns:a16="http://schemas.microsoft.com/office/drawing/2014/main" id="{BA397900-4AA3-E98C-2226-982E8E2B32C8}"/>
              </a:ext>
            </a:extLst>
          </p:cNvPr>
          <p:cNvSpPr/>
          <p:nvPr/>
        </p:nvSpPr>
        <p:spPr>
          <a:xfrm>
            <a:off x="9234442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16" name="Oval 815">
            <a:extLst>
              <a:ext uri="{FF2B5EF4-FFF2-40B4-BE49-F238E27FC236}">
                <a16:creationId xmlns:a16="http://schemas.microsoft.com/office/drawing/2014/main" id="{B6FF91EF-B5AA-F35C-08B2-29D1FA91B37A}"/>
              </a:ext>
            </a:extLst>
          </p:cNvPr>
          <p:cNvSpPr/>
          <p:nvPr/>
        </p:nvSpPr>
        <p:spPr>
          <a:xfrm>
            <a:off x="7104474" y="5242196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Arrow: Down 816">
            <a:extLst>
              <a:ext uri="{FF2B5EF4-FFF2-40B4-BE49-F238E27FC236}">
                <a16:creationId xmlns:a16="http://schemas.microsoft.com/office/drawing/2014/main" id="{3DCADD83-F276-1945-F44C-946D3CEE762A}"/>
              </a:ext>
            </a:extLst>
          </p:cNvPr>
          <p:cNvSpPr/>
          <p:nvPr/>
        </p:nvSpPr>
        <p:spPr>
          <a:xfrm>
            <a:off x="5488603" y="6084644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8" name="TextBox 817">
            <a:extLst>
              <a:ext uri="{FF2B5EF4-FFF2-40B4-BE49-F238E27FC236}">
                <a16:creationId xmlns:a16="http://schemas.microsoft.com/office/drawing/2014/main" id="{53E626E5-F0C9-F737-7347-DAA5067CAE53}"/>
              </a:ext>
            </a:extLst>
          </p:cNvPr>
          <p:cNvSpPr txBox="1"/>
          <p:nvPr/>
        </p:nvSpPr>
        <p:spPr>
          <a:xfrm>
            <a:off x="6561242" y="6093879"/>
            <a:ext cx="116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бир миллион</a:t>
            </a:r>
            <a:endParaRPr lang="en-GB" sz="1200" dirty="0"/>
          </a:p>
        </p:txBody>
      </p:sp>
      <p:sp>
        <p:nvSpPr>
          <p:cNvPr id="819" name="Rectangle 818">
            <a:extLst>
              <a:ext uri="{FF2B5EF4-FFF2-40B4-BE49-F238E27FC236}">
                <a16:creationId xmlns:a16="http://schemas.microsoft.com/office/drawing/2014/main" id="{7C130700-5030-CF50-0331-CE627AF4F5B3}"/>
              </a:ext>
            </a:extLst>
          </p:cNvPr>
          <p:cNvSpPr/>
          <p:nvPr/>
        </p:nvSpPr>
        <p:spPr>
          <a:xfrm>
            <a:off x="4758559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9341F08A-D226-D4B9-77CE-95DB303D25BE}"/>
              </a:ext>
            </a:extLst>
          </p:cNvPr>
          <p:cNvSpPr/>
          <p:nvPr/>
        </p:nvSpPr>
        <p:spPr>
          <a:xfrm>
            <a:off x="5056951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CDE46280-D61E-D83C-A585-1628D02B75CD}"/>
              </a:ext>
            </a:extLst>
          </p:cNvPr>
          <p:cNvSpPr/>
          <p:nvPr/>
        </p:nvSpPr>
        <p:spPr>
          <a:xfrm>
            <a:off x="5355343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6EA9ADC4-1C25-000A-502A-EFCDF98A7376}"/>
              </a:ext>
            </a:extLst>
          </p:cNvPr>
          <p:cNvSpPr/>
          <p:nvPr/>
        </p:nvSpPr>
        <p:spPr>
          <a:xfrm>
            <a:off x="5653736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E7AAA20C-3589-D307-F548-9040D39274E0}"/>
              </a:ext>
            </a:extLst>
          </p:cNvPr>
          <p:cNvSpPr/>
          <p:nvPr/>
        </p:nvSpPr>
        <p:spPr>
          <a:xfrm>
            <a:off x="5952128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4" name="Rectangle 843">
            <a:extLst>
              <a:ext uri="{FF2B5EF4-FFF2-40B4-BE49-F238E27FC236}">
                <a16:creationId xmlns:a16="http://schemas.microsoft.com/office/drawing/2014/main" id="{F4B46127-E75E-3519-2685-1B3A065E5EB1}"/>
              </a:ext>
            </a:extLst>
          </p:cNvPr>
          <p:cNvSpPr/>
          <p:nvPr/>
        </p:nvSpPr>
        <p:spPr>
          <a:xfrm>
            <a:off x="6250520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39AEB1C8-42E3-B748-C03F-FA3D56264F1C}"/>
              </a:ext>
            </a:extLst>
          </p:cNvPr>
          <p:cNvSpPr/>
          <p:nvPr/>
        </p:nvSpPr>
        <p:spPr>
          <a:xfrm>
            <a:off x="6548912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660AFE20-4690-5735-5810-BD577A5FC0F8}"/>
              </a:ext>
            </a:extLst>
          </p:cNvPr>
          <p:cNvSpPr/>
          <p:nvPr/>
        </p:nvSpPr>
        <p:spPr>
          <a:xfrm>
            <a:off x="6847304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D67AA96C-C6DB-74DF-03B0-B5A6ABB798E1}"/>
              </a:ext>
            </a:extLst>
          </p:cNvPr>
          <p:cNvSpPr/>
          <p:nvPr/>
        </p:nvSpPr>
        <p:spPr>
          <a:xfrm>
            <a:off x="7145696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AC02F648-8D59-7AD9-CBE9-AED7AEF98E42}"/>
              </a:ext>
            </a:extLst>
          </p:cNvPr>
          <p:cNvSpPr/>
          <p:nvPr/>
        </p:nvSpPr>
        <p:spPr>
          <a:xfrm>
            <a:off x="7444089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917152AA-166B-F10B-A918-3C06B02D6813}"/>
              </a:ext>
            </a:extLst>
          </p:cNvPr>
          <p:cNvSpPr/>
          <p:nvPr/>
        </p:nvSpPr>
        <p:spPr>
          <a:xfrm>
            <a:off x="7742481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0CDE5431-1EDB-A18B-BFB9-6BD8B7488B66}"/>
              </a:ext>
            </a:extLst>
          </p:cNvPr>
          <p:cNvSpPr/>
          <p:nvPr/>
        </p:nvSpPr>
        <p:spPr>
          <a:xfrm>
            <a:off x="8040873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8979FF67-02BB-1236-66C8-9FD14EEA1CA0}"/>
              </a:ext>
            </a:extLst>
          </p:cNvPr>
          <p:cNvSpPr/>
          <p:nvPr/>
        </p:nvSpPr>
        <p:spPr>
          <a:xfrm>
            <a:off x="8339265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909BC6F5-3DAB-7B3A-2765-3AB66DA0642E}"/>
              </a:ext>
            </a:extLst>
          </p:cNvPr>
          <p:cNvSpPr/>
          <p:nvPr/>
        </p:nvSpPr>
        <p:spPr>
          <a:xfrm>
            <a:off x="8637658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E3807E34-4E8A-7FA3-207B-33229C32B99A}"/>
              </a:ext>
            </a:extLst>
          </p:cNvPr>
          <p:cNvSpPr/>
          <p:nvPr/>
        </p:nvSpPr>
        <p:spPr>
          <a:xfrm>
            <a:off x="8936050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58176522-C0C6-83F6-C0B3-A2D181EB8C98}"/>
              </a:ext>
            </a:extLst>
          </p:cNvPr>
          <p:cNvSpPr/>
          <p:nvPr/>
        </p:nvSpPr>
        <p:spPr>
          <a:xfrm>
            <a:off x="9234442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895C6E9C-AEB6-72DA-3516-0263BB2727B0}"/>
              </a:ext>
            </a:extLst>
          </p:cNvPr>
          <p:cNvSpPr/>
          <p:nvPr/>
        </p:nvSpPr>
        <p:spPr>
          <a:xfrm>
            <a:off x="7104474" y="5929689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DF2A9C59-7C76-FDA4-6855-972AE88587AA}"/>
              </a:ext>
            </a:extLst>
          </p:cNvPr>
          <p:cNvSpPr/>
          <p:nvPr/>
        </p:nvSpPr>
        <p:spPr>
          <a:xfrm>
            <a:off x="475855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1D87455C-30DD-D365-D19F-A33343BE8743}"/>
              </a:ext>
            </a:extLst>
          </p:cNvPr>
          <p:cNvSpPr/>
          <p:nvPr/>
        </p:nvSpPr>
        <p:spPr>
          <a:xfrm>
            <a:off x="505695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B7B8FF25-B626-2AB5-07B8-9D7842FB7746}"/>
              </a:ext>
            </a:extLst>
          </p:cNvPr>
          <p:cNvSpPr/>
          <p:nvPr/>
        </p:nvSpPr>
        <p:spPr>
          <a:xfrm>
            <a:off x="535534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DF30880C-CD69-5E15-AF81-C07C660E30AD}"/>
              </a:ext>
            </a:extLst>
          </p:cNvPr>
          <p:cNvSpPr/>
          <p:nvPr/>
        </p:nvSpPr>
        <p:spPr>
          <a:xfrm>
            <a:off x="565373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96EC864A-D489-EDCB-B262-CA061BDDE598}"/>
              </a:ext>
            </a:extLst>
          </p:cNvPr>
          <p:cNvSpPr/>
          <p:nvPr/>
        </p:nvSpPr>
        <p:spPr>
          <a:xfrm>
            <a:off x="595212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EE2FDC83-8B64-5D7B-8824-89A16ECE5168}"/>
              </a:ext>
            </a:extLst>
          </p:cNvPr>
          <p:cNvSpPr/>
          <p:nvPr/>
        </p:nvSpPr>
        <p:spPr>
          <a:xfrm>
            <a:off x="625052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10FB2835-CF0D-A654-8C65-02038F9828E1}"/>
              </a:ext>
            </a:extLst>
          </p:cNvPr>
          <p:cNvSpPr/>
          <p:nvPr/>
        </p:nvSpPr>
        <p:spPr>
          <a:xfrm>
            <a:off x="654891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7863430-EFDC-9693-24C9-C52F804E7689}"/>
              </a:ext>
            </a:extLst>
          </p:cNvPr>
          <p:cNvSpPr/>
          <p:nvPr/>
        </p:nvSpPr>
        <p:spPr>
          <a:xfrm>
            <a:off x="6847304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03241EB-BD05-EDA5-7228-B8DC75F9B40C}"/>
              </a:ext>
            </a:extLst>
          </p:cNvPr>
          <p:cNvSpPr/>
          <p:nvPr/>
        </p:nvSpPr>
        <p:spPr>
          <a:xfrm>
            <a:off x="714569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24767ED-9BE8-E469-6507-E458FC4BE9A9}"/>
              </a:ext>
            </a:extLst>
          </p:cNvPr>
          <p:cNvSpPr/>
          <p:nvPr/>
        </p:nvSpPr>
        <p:spPr>
          <a:xfrm>
            <a:off x="744408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E4FF008E-FC65-872D-9ADF-F4DE51562E28}"/>
              </a:ext>
            </a:extLst>
          </p:cNvPr>
          <p:cNvSpPr/>
          <p:nvPr/>
        </p:nvSpPr>
        <p:spPr>
          <a:xfrm>
            <a:off x="774248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457E8D2-5B8A-0134-573D-8059F73CB17B}"/>
              </a:ext>
            </a:extLst>
          </p:cNvPr>
          <p:cNvSpPr/>
          <p:nvPr/>
        </p:nvSpPr>
        <p:spPr>
          <a:xfrm>
            <a:off x="804087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66386A14-1159-7ECF-B258-3AAAE13CC91C}"/>
              </a:ext>
            </a:extLst>
          </p:cNvPr>
          <p:cNvSpPr/>
          <p:nvPr/>
        </p:nvSpPr>
        <p:spPr>
          <a:xfrm>
            <a:off x="8339265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1294D6B-83DA-3FAE-F280-F6951B2778FF}"/>
              </a:ext>
            </a:extLst>
          </p:cNvPr>
          <p:cNvSpPr/>
          <p:nvPr/>
        </p:nvSpPr>
        <p:spPr>
          <a:xfrm>
            <a:off x="863765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81E15353-1971-D72D-F9FF-8944F8398974}"/>
              </a:ext>
            </a:extLst>
          </p:cNvPr>
          <p:cNvSpPr/>
          <p:nvPr/>
        </p:nvSpPr>
        <p:spPr>
          <a:xfrm>
            <a:off x="893605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76A4B88B-4BE4-175F-4DA1-949732703D72}"/>
              </a:ext>
            </a:extLst>
          </p:cNvPr>
          <p:cNvSpPr/>
          <p:nvPr/>
        </p:nvSpPr>
        <p:spPr>
          <a:xfrm>
            <a:off x="923444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40" name="Oval 1039">
            <a:extLst>
              <a:ext uri="{FF2B5EF4-FFF2-40B4-BE49-F238E27FC236}">
                <a16:creationId xmlns:a16="http://schemas.microsoft.com/office/drawing/2014/main" id="{2DF5C7B0-CD0B-60B3-63D3-F0974B3F7EA2}"/>
              </a:ext>
            </a:extLst>
          </p:cNvPr>
          <p:cNvSpPr/>
          <p:nvPr/>
        </p:nvSpPr>
        <p:spPr>
          <a:xfrm>
            <a:off x="7104474" y="661718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25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rrow: Down 18">
            <a:extLst>
              <a:ext uri="{FF2B5EF4-FFF2-40B4-BE49-F238E27FC236}">
                <a16:creationId xmlns:a16="http://schemas.microsoft.com/office/drawing/2014/main" id="{52D09EFB-9BBE-51DD-E5A7-5103A9550FA4}"/>
              </a:ext>
            </a:extLst>
          </p:cNvPr>
          <p:cNvSpPr/>
          <p:nvPr/>
        </p:nvSpPr>
        <p:spPr>
          <a:xfrm>
            <a:off x="1386401" y="584700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C0B40C-33F6-15F9-7DFB-240683F5D0F2}"/>
              </a:ext>
            </a:extLst>
          </p:cNvPr>
          <p:cNvSpPr txBox="1"/>
          <p:nvPr/>
        </p:nvSpPr>
        <p:spPr>
          <a:xfrm>
            <a:off x="1807076" y="593935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A22BC9-F7CD-B336-5C05-7540A683EED8}"/>
              </a:ext>
            </a:extLst>
          </p:cNvPr>
          <p:cNvSpPr/>
          <p:nvPr/>
        </p:nvSpPr>
        <p:spPr>
          <a:xfrm>
            <a:off x="24370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2FCC6-6883-66E0-3A34-3EB75B98AD8A}"/>
              </a:ext>
            </a:extLst>
          </p:cNvPr>
          <p:cNvSpPr/>
          <p:nvPr/>
        </p:nvSpPr>
        <p:spPr>
          <a:xfrm>
            <a:off x="54210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B7221-3333-D8CB-9798-EA556264C35C}"/>
              </a:ext>
            </a:extLst>
          </p:cNvPr>
          <p:cNvSpPr/>
          <p:nvPr/>
        </p:nvSpPr>
        <p:spPr>
          <a:xfrm>
            <a:off x="84049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3A9F05-2FC9-ED09-CCD7-A2B2A7E0E9E4}"/>
              </a:ext>
            </a:extLst>
          </p:cNvPr>
          <p:cNvSpPr/>
          <p:nvPr/>
        </p:nvSpPr>
        <p:spPr>
          <a:xfrm>
            <a:off x="113888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35F95-B72E-61F2-6EAE-447573229893}"/>
              </a:ext>
            </a:extLst>
          </p:cNvPr>
          <p:cNvSpPr/>
          <p:nvPr/>
        </p:nvSpPr>
        <p:spPr>
          <a:xfrm>
            <a:off x="143727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15123-6575-C70E-E486-81A358E77034}"/>
              </a:ext>
            </a:extLst>
          </p:cNvPr>
          <p:cNvSpPr/>
          <p:nvPr/>
        </p:nvSpPr>
        <p:spPr>
          <a:xfrm>
            <a:off x="173567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2B940F-B1E4-3AAC-A13E-2738A5832021}"/>
              </a:ext>
            </a:extLst>
          </p:cNvPr>
          <p:cNvSpPr/>
          <p:nvPr/>
        </p:nvSpPr>
        <p:spPr>
          <a:xfrm>
            <a:off x="203406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B19C14-530D-694C-22B0-B0F0B667CE88}"/>
              </a:ext>
            </a:extLst>
          </p:cNvPr>
          <p:cNvSpPr/>
          <p:nvPr/>
        </p:nvSpPr>
        <p:spPr>
          <a:xfrm>
            <a:off x="2332454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A22D8B-E6AE-7AC1-EB5C-AA04617D4BB5}"/>
              </a:ext>
            </a:extLst>
          </p:cNvPr>
          <p:cNvSpPr/>
          <p:nvPr/>
        </p:nvSpPr>
        <p:spPr>
          <a:xfrm>
            <a:off x="263084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933A5B-7042-0305-30F5-7EA5715563F0}"/>
              </a:ext>
            </a:extLst>
          </p:cNvPr>
          <p:cNvSpPr/>
          <p:nvPr/>
        </p:nvSpPr>
        <p:spPr>
          <a:xfrm>
            <a:off x="292923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BA24F1-7945-7166-2EDD-C6ED060C7373}"/>
              </a:ext>
            </a:extLst>
          </p:cNvPr>
          <p:cNvSpPr/>
          <p:nvPr/>
        </p:nvSpPr>
        <p:spPr>
          <a:xfrm>
            <a:off x="322763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613DA0-4043-AD16-205F-9CA6D3395EF6}"/>
              </a:ext>
            </a:extLst>
          </p:cNvPr>
          <p:cNvSpPr/>
          <p:nvPr/>
        </p:nvSpPr>
        <p:spPr>
          <a:xfrm>
            <a:off x="352602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45C7807C-2AAA-74B7-C35D-17ED0BAD1632}"/>
              </a:ext>
            </a:extLst>
          </p:cNvPr>
          <p:cNvSpPr txBox="1"/>
          <p:nvPr/>
        </p:nvSpPr>
        <p:spPr>
          <a:xfrm>
            <a:off x="258576" y="-23034"/>
            <a:ext cx="28664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Bauhaus 93" panose="04030905020B02020C02" pitchFamily="82" charset="0"/>
              </a:rPr>
              <a:t>MEGA </a:t>
            </a:r>
            <a:r>
              <a:rPr lang="ky-KG" sz="16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көбөйтүү жана бөлүү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313" name="Arrow: Down 312">
            <a:extLst>
              <a:ext uri="{FF2B5EF4-FFF2-40B4-BE49-F238E27FC236}">
                <a16:creationId xmlns:a16="http://schemas.microsoft.com/office/drawing/2014/main" id="{1F0F7355-72CD-AE68-676B-522CAA48D670}"/>
              </a:ext>
            </a:extLst>
          </p:cNvPr>
          <p:cNvSpPr/>
          <p:nvPr/>
        </p:nvSpPr>
        <p:spPr>
          <a:xfrm>
            <a:off x="1386401" y="1272194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72E43683-D95B-AD17-1DC3-4D567CF6E364}"/>
              </a:ext>
            </a:extLst>
          </p:cNvPr>
          <p:cNvSpPr txBox="1"/>
          <p:nvPr/>
        </p:nvSpPr>
        <p:spPr>
          <a:xfrm>
            <a:off x="1807076" y="1281429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</a:t>
            </a: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3A1ABA9E-E8C6-07BB-F089-57B09AEF4B29}"/>
              </a:ext>
            </a:extLst>
          </p:cNvPr>
          <p:cNvSpPr/>
          <p:nvPr/>
        </p:nvSpPr>
        <p:spPr>
          <a:xfrm>
            <a:off x="243709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DB79878F-69E8-C1C5-1234-62A5CF7AC4C0}"/>
              </a:ext>
            </a:extLst>
          </p:cNvPr>
          <p:cNvSpPr/>
          <p:nvPr/>
        </p:nvSpPr>
        <p:spPr>
          <a:xfrm>
            <a:off x="542101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7EF3F95F-BE1E-1DD9-35F1-E09D9D430036}"/>
              </a:ext>
            </a:extLst>
          </p:cNvPr>
          <p:cNvSpPr/>
          <p:nvPr/>
        </p:nvSpPr>
        <p:spPr>
          <a:xfrm>
            <a:off x="840493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F94D7BD8-8A7A-0AAE-C25A-40B09395367B}"/>
              </a:ext>
            </a:extLst>
          </p:cNvPr>
          <p:cNvSpPr/>
          <p:nvPr/>
        </p:nvSpPr>
        <p:spPr>
          <a:xfrm>
            <a:off x="1138886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37074A9-7E66-1FB1-AF2F-BD8151EE2780}"/>
              </a:ext>
            </a:extLst>
          </p:cNvPr>
          <p:cNvSpPr/>
          <p:nvPr/>
        </p:nvSpPr>
        <p:spPr>
          <a:xfrm>
            <a:off x="1437278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1B536001-D536-B30A-904B-FB8A74F7A6C9}"/>
              </a:ext>
            </a:extLst>
          </p:cNvPr>
          <p:cNvSpPr/>
          <p:nvPr/>
        </p:nvSpPr>
        <p:spPr>
          <a:xfrm>
            <a:off x="1735670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E9B58D57-6E2C-4344-A82C-660ED98BA43B}"/>
              </a:ext>
            </a:extLst>
          </p:cNvPr>
          <p:cNvSpPr/>
          <p:nvPr/>
        </p:nvSpPr>
        <p:spPr>
          <a:xfrm>
            <a:off x="2034062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E32DB056-332E-564C-3243-7A5A0E25588C}"/>
              </a:ext>
            </a:extLst>
          </p:cNvPr>
          <p:cNvSpPr/>
          <p:nvPr/>
        </p:nvSpPr>
        <p:spPr>
          <a:xfrm>
            <a:off x="2332454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77778EFC-7050-EEE8-867B-8C413B7296EB}"/>
              </a:ext>
            </a:extLst>
          </p:cNvPr>
          <p:cNvSpPr/>
          <p:nvPr/>
        </p:nvSpPr>
        <p:spPr>
          <a:xfrm>
            <a:off x="2630846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9E17161-B9F7-1C60-D8D5-7F4FDBD0EB26}"/>
              </a:ext>
            </a:extLst>
          </p:cNvPr>
          <p:cNvSpPr/>
          <p:nvPr/>
        </p:nvSpPr>
        <p:spPr>
          <a:xfrm>
            <a:off x="2929238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3618185C-E03A-0117-0DB4-74582D07628E}"/>
              </a:ext>
            </a:extLst>
          </p:cNvPr>
          <p:cNvSpPr/>
          <p:nvPr/>
        </p:nvSpPr>
        <p:spPr>
          <a:xfrm>
            <a:off x="3227631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ADB5536-314D-910B-94C7-E560528D3FDE}"/>
              </a:ext>
            </a:extLst>
          </p:cNvPr>
          <p:cNvSpPr/>
          <p:nvPr/>
        </p:nvSpPr>
        <p:spPr>
          <a:xfrm>
            <a:off x="3526023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29" name="Arrow: Down 328">
            <a:extLst>
              <a:ext uri="{FF2B5EF4-FFF2-40B4-BE49-F238E27FC236}">
                <a16:creationId xmlns:a16="http://schemas.microsoft.com/office/drawing/2014/main" id="{BDAA78DF-BE62-F1D4-A9FD-C11E668B912B}"/>
              </a:ext>
            </a:extLst>
          </p:cNvPr>
          <p:cNvSpPr/>
          <p:nvPr/>
        </p:nvSpPr>
        <p:spPr>
          <a:xfrm>
            <a:off x="1386401" y="1959688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B5FAE8A8-36BF-2A37-30D4-79893A1A673E}"/>
              </a:ext>
            </a:extLst>
          </p:cNvPr>
          <p:cNvSpPr txBox="1"/>
          <p:nvPr/>
        </p:nvSpPr>
        <p:spPr>
          <a:xfrm>
            <a:off x="1807076" y="196892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</a:t>
            </a: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D1F5CD8-DE21-8379-1706-A17E0E297C5A}"/>
              </a:ext>
            </a:extLst>
          </p:cNvPr>
          <p:cNvSpPr/>
          <p:nvPr/>
        </p:nvSpPr>
        <p:spPr>
          <a:xfrm>
            <a:off x="243709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38DEB1B-35B8-92B0-FAC5-647BB617C209}"/>
              </a:ext>
            </a:extLst>
          </p:cNvPr>
          <p:cNvSpPr/>
          <p:nvPr/>
        </p:nvSpPr>
        <p:spPr>
          <a:xfrm>
            <a:off x="542101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08869B15-310E-6413-9A5C-A79BAE85395C}"/>
              </a:ext>
            </a:extLst>
          </p:cNvPr>
          <p:cNvSpPr/>
          <p:nvPr/>
        </p:nvSpPr>
        <p:spPr>
          <a:xfrm>
            <a:off x="840493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C143E53B-C334-BD78-D5FB-5FE041B085E5}"/>
              </a:ext>
            </a:extLst>
          </p:cNvPr>
          <p:cNvSpPr/>
          <p:nvPr/>
        </p:nvSpPr>
        <p:spPr>
          <a:xfrm>
            <a:off x="1138886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C554A4C5-3B48-27CF-808C-9F15965FA48B}"/>
              </a:ext>
            </a:extLst>
          </p:cNvPr>
          <p:cNvSpPr/>
          <p:nvPr/>
        </p:nvSpPr>
        <p:spPr>
          <a:xfrm>
            <a:off x="1437278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BA2704A3-51C4-93E1-9A19-73AD720E7604}"/>
              </a:ext>
            </a:extLst>
          </p:cNvPr>
          <p:cNvSpPr/>
          <p:nvPr/>
        </p:nvSpPr>
        <p:spPr>
          <a:xfrm>
            <a:off x="1735670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AD2592F-B9F9-5169-A656-980F915B02FA}"/>
              </a:ext>
            </a:extLst>
          </p:cNvPr>
          <p:cNvSpPr/>
          <p:nvPr/>
        </p:nvSpPr>
        <p:spPr>
          <a:xfrm>
            <a:off x="2034062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3706452D-B0B0-B566-489F-EB04032807BE}"/>
              </a:ext>
            </a:extLst>
          </p:cNvPr>
          <p:cNvSpPr/>
          <p:nvPr/>
        </p:nvSpPr>
        <p:spPr>
          <a:xfrm>
            <a:off x="2332454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BF4FBE7B-3D25-AF0D-3812-49CB4D79943D}"/>
              </a:ext>
            </a:extLst>
          </p:cNvPr>
          <p:cNvSpPr/>
          <p:nvPr/>
        </p:nvSpPr>
        <p:spPr>
          <a:xfrm>
            <a:off x="2630846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223D5690-3F86-FBDC-22C3-1F1AF0326161}"/>
              </a:ext>
            </a:extLst>
          </p:cNvPr>
          <p:cNvSpPr/>
          <p:nvPr/>
        </p:nvSpPr>
        <p:spPr>
          <a:xfrm>
            <a:off x="2929238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A8E54865-7B85-A3BE-1298-6B22D1D8BEFA}"/>
              </a:ext>
            </a:extLst>
          </p:cNvPr>
          <p:cNvSpPr/>
          <p:nvPr/>
        </p:nvSpPr>
        <p:spPr>
          <a:xfrm>
            <a:off x="3227631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5C27862E-A709-2FC3-A45A-E8604D73C702}"/>
              </a:ext>
            </a:extLst>
          </p:cNvPr>
          <p:cNvSpPr/>
          <p:nvPr/>
        </p:nvSpPr>
        <p:spPr>
          <a:xfrm>
            <a:off x="3526023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5" name="Arrow: Down 344">
            <a:extLst>
              <a:ext uri="{FF2B5EF4-FFF2-40B4-BE49-F238E27FC236}">
                <a16:creationId xmlns:a16="http://schemas.microsoft.com/office/drawing/2014/main" id="{8709160A-6E3C-C8F7-C480-4CA43FC41E2E}"/>
              </a:ext>
            </a:extLst>
          </p:cNvPr>
          <p:cNvSpPr/>
          <p:nvPr/>
        </p:nvSpPr>
        <p:spPr>
          <a:xfrm>
            <a:off x="1386401" y="2647182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9D85A6F8-7B98-4A7A-5D21-D322A8CABAF7}"/>
              </a:ext>
            </a:extLst>
          </p:cNvPr>
          <p:cNvSpPr txBox="1"/>
          <p:nvPr/>
        </p:nvSpPr>
        <p:spPr>
          <a:xfrm>
            <a:off x="1767803" y="2656417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100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50C4DAFF-454D-EF3D-1E65-934D82D6BA7B}"/>
              </a:ext>
            </a:extLst>
          </p:cNvPr>
          <p:cNvSpPr/>
          <p:nvPr/>
        </p:nvSpPr>
        <p:spPr>
          <a:xfrm>
            <a:off x="243709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F5F59769-4A08-A170-B7D4-869178A100DC}"/>
              </a:ext>
            </a:extLst>
          </p:cNvPr>
          <p:cNvSpPr/>
          <p:nvPr/>
        </p:nvSpPr>
        <p:spPr>
          <a:xfrm>
            <a:off x="542101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1DBF73AE-2949-20BB-3D26-EDE706C6801B}"/>
              </a:ext>
            </a:extLst>
          </p:cNvPr>
          <p:cNvSpPr/>
          <p:nvPr/>
        </p:nvSpPr>
        <p:spPr>
          <a:xfrm>
            <a:off x="840493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3F8C4C27-00F5-9EAC-E93A-475502A95937}"/>
              </a:ext>
            </a:extLst>
          </p:cNvPr>
          <p:cNvSpPr/>
          <p:nvPr/>
        </p:nvSpPr>
        <p:spPr>
          <a:xfrm>
            <a:off x="1138886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882F6587-D585-7225-1475-B24B8AFD0FC9}"/>
              </a:ext>
            </a:extLst>
          </p:cNvPr>
          <p:cNvSpPr/>
          <p:nvPr/>
        </p:nvSpPr>
        <p:spPr>
          <a:xfrm>
            <a:off x="1437278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3FA24987-6606-E6D6-76F8-BD3E35FAD9C5}"/>
              </a:ext>
            </a:extLst>
          </p:cNvPr>
          <p:cNvSpPr/>
          <p:nvPr/>
        </p:nvSpPr>
        <p:spPr>
          <a:xfrm>
            <a:off x="1735670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6B6D3809-3810-A62B-AF67-B2E6071A6020}"/>
              </a:ext>
            </a:extLst>
          </p:cNvPr>
          <p:cNvSpPr/>
          <p:nvPr/>
        </p:nvSpPr>
        <p:spPr>
          <a:xfrm>
            <a:off x="2034062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C7578E72-83C9-4D49-1451-49B18F271A8C}"/>
              </a:ext>
            </a:extLst>
          </p:cNvPr>
          <p:cNvSpPr/>
          <p:nvPr/>
        </p:nvSpPr>
        <p:spPr>
          <a:xfrm>
            <a:off x="2332454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7D64A0F9-AAB2-F046-113E-58A57517571A}"/>
              </a:ext>
            </a:extLst>
          </p:cNvPr>
          <p:cNvSpPr/>
          <p:nvPr/>
        </p:nvSpPr>
        <p:spPr>
          <a:xfrm>
            <a:off x="2630846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42C4D12-62E5-C418-8A59-261DB8D1A4E2}"/>
              </a:ext>
            </a:extLst>
          </p:cNvPr>
          <p:cNvSpPr/>
          <p:nvPr/>
        </p:nvSpPr>
        <p:spPr>
          <a:xfrm>
            <a:off x="2929238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1326DEC0-0C69-54A4-6EDF-B9932256CBFE}"/>
              </a:ext>
            </a:extLst>
          </p:cNvPr>
          <p:cNvSpPr/>
          <p:nvPr/>
        </p:nvSpPr>
        <p:spPr>
          <a:xfrm>
            <a:off x="3227631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C13417AE-7F7D-2E17-5682-1801A71D6C82}"/>
              </a:ext>
            </a:extLst>
          </p:cNvPr>
          <p:cNvSpPr/>
          <p:nvPr/>
        </p:nvSpPr>
        <p:spPr>
          <a:xfrm>
            <a:off x="3526023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1" name="Arrow: Down 360">
            <a:extLst>
              <a:ext uri="{FF2B5EF4-FFF2-40B4-BE49-F238E27FC236}">
                <a16:creationId xmlns:a16="http://schemas.microsoft.com/office/drawing/2014/main" id="{3B2DAED6-E705-5D65-EF6E-2860C438CA6B}"/>
              </a:ext>
            </a:extLst>
          </p:cNvPr>
          <p:cNvSpPr/>
          <p:nvPr/>
        </p:nvSpPr>
        <p:spPr>
          <a:xfrm>
            <a:off x="1386401" y="3334676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C26EE057-0935-742D-B795-E3641E819C1D}"/>
              </a:ext>
            </a:extLst>
          </p:cNvPr>
          <p:cNvSpPr txBox="1"/>
          <p:nvPr/>
        </p:nvSpPr>
        <p:spPr>
          <a:xfrm>
            <a:off x="1767802" y="3343911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312B941B-56EC-9EB3-CDCA-C4DB1EAE2157}"/>
              </a:ext>
            </a:extLst>
          </p:cNvPr>
          <p:cNvSpPr/>
          <p:nvPr/>
        </p:nvSpPr>
        <p:spPr>
          <a:xfrm>
            <a:off x="243709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100C390C-BBEF-57FC-7506-0613DE03A400}"/>
              </a:ext>
            </a:extLst>
          </p:cNvPr>
          <p:cNvSpPr/>
          <p:nvPr/>
        </p:nvSpPr>
        <p:spPr>
          <a:xfrm>
            <a:off x="542101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83BA4C75-2717-83BE-5BF9-6BF27A5E98CF}"/>
              </a:ext>
            </a:extLst>
          </p:cNvPr>
          <p:cNvSpPr/>
          <p:nvPr/>
        </p:nvSpPr>
        <p:spPr>
          <a:xfrm>
            <a:off x="840493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54D0BCCA-566B-0BE9-EDC5-61F4AC9600DE}"/>
              </a:ext>
            </a:extLst>
          </p:cNvPr>
          <p:cNvSpPr/>
          <p:nvPr/>
        </p:nvSpPr>
        <p:spPr>
          <a:xfrm>
            <a:off x="1138886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5E38CD67-606B-9AF5-1383-1C0D78134D12}"/>
              </a:ext>
            </a:extLst>
          </p:cNvPr>
          <p:cNvSpPr/>
          <p:nvPr/>
        </p:nvSpPr>
        <p:spPr>
          <a:xfrm>
            <a:off x="1437278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0BCAB76F-561B-DC1C-A98C-860D5302FBC8}"/>
              </a:ext>
            </a:extLst>
          </p:cNvPr>
          <p:cNvSpPr/>
          <p:nvPr/>
        </p:nvSpPr>
        <p:spPr>
          <a:xfrm>
            <a:off x="1735670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DB731049-C3BB-54F7-D4E0-A23B1E3AE965}"/>
              </a:ext>
            </a:extLst>
          </p:cNvPr>
          <p:cNvSpPr/>
          <p:nvPr/>
        </p:nvSpPr>
        <p:spPr>
          <a:xfrm>
            <a:off x="2034062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965A8202-6C33-22AA-B914-8A2D111ADE59}"/>
              </a:ext>
            </a:extLst>
          </p:cNvPr>
          <p:cNvSpPr/>
          <p:nvPr/>
        </p:nvSpPr>
        <p:spPr>
          <a:xfrm>
            <a:off x="2332454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5F785626-FD0F-F9D6-AA9A-768C21469B0C}"/>
              </a:ext>
            </a:extLst>
          </p:cNvPr>
          <p:cNvSpPr/>
          <p:nvPr/>
        </p:nvSpPr>
        <p:spPr>
          <a:xfrm>
            <a:off x="2630846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B4625DCD-BF63-04A2-8E89-335C957E4F58}"/>
              </a:ext>
            </a:extLst>
          </p:cNvPr>
          <p:cNvSpPr/>
          <p:nvPr/>
        </p:nvSpPr>
        <p:spPr>
          <a:xfrm>
            <a:off x="2929238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5D54806-AB15-CD30-5540-A14B3456A9B2}"/>
              </a:ext>
            </a:extLst>
          </p:cNvPr>
          <p:cNvSpPr/>
          <p:nvPr/>
        </p:nvSpPr>
        <p:spPr>
          <a:xfrm>
            <a:off x="3227631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B063BDF3-B278-F5F2-9BFC-68C52E639835}"/>
              </a:ext>
            </a:extLst>
          </p:cNvPr>
          <p:cNvSpPr/>
          <p:nvPr/>
        </p:nvSpPr>
        <p:spPr>
          <a:xfrm>
            <a:off x="3526023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77" name="Arrow: Down 376">
            <a:extLst>
              <a:ext uri="{FF2B5EF4-FFF2-40B4-BE49-F238E27FC236}">
                <a16:creationId xmlns:a16="http://schemas.microsoft.com/office/drawing/2014/main" id="{497A05B6-54B6-5F71-AE75-B5A2201BA7EA}"/>
              </a:ext>
            </a:extLst>
          </p:cNvPr>
          <p:cNvSpPr/>
          <p:nvPr/>
        </p:nvSpPr>
        <p:spPr>
          <a:xfrm>
            <a:off x="1386401" y="4022170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88FCC74B-B124-62EB-FB86-55AABFF82D9B}"/>
              </a:ext>
            </a:extLst>
          </p:cNvPr>
          <p:cNvSpPr txBox="1"/>
          <p:nvPr/>
        </p:nvSpPr>
        <p:spPr>
          <a:xfrm>
            <a:off x="1728528" y="4031405"/>
            <a:ext cx="611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1000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7E9CB2EF-4FD7-2534-BB48-E89CAE67CDA6}"/>
              </a:ext>
            </a:extLst>
          </p:cNvPr>
          <p:cNvSpPr/>
          <p:nvPr/>
        </p:nvSpPr>
        <p:spPr>
          <a:xfrm>
            <a:off x="243709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EBAAFDB-87CA-CF1C-75D6-23610A763F78}"/>
              </a:ext>
            </a:extLst>
          </p:cNvPr>
          <p:cNvSpPr/>
          <p:nvPr/>
        </p:nvSpPr>
        <p:spPr>
          <a:xfrm>
            <a:off x="542101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A5B309F9-BF64-694C-70B4-22FFA8AE4CD1}"/>
              </a:ext>
            </a:extLst>
          </p:cNvPr>
          <p:cNvSpPr/>
          <p:nvPr/>
        </p:nvSpPr>
        <p:spPr>
          <a:xfrm>
            <a:off x="840493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3D5ACEB-78D7-4E03-72E0-76B3207E9E8D}"/>
              </a:ext>
            </a:extLst>
          </p:cNvPr>
          <p:cNvSpPr/>
          <p:nvPr/>
        </p:nvSpPr>
        <p:spPr>
          <a:xfrm>
            <a:off x="1138886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2C490DF9-D507-84FF-1698-9B2E4354CF5A}"/>
              </a:ext>
            </a:extLst>
          </p:cNvPr>
          <p:cNvSpPr/>
          <p:nvPr/>
        </p:nvSpPr>
        <p:spPr>
          <a:xfrm>
            <a:off x="1437278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928CA349-871D-C78B-4A69-10FC038A1E82}"/>
              </a:ext>
            </a:extLst>
          </p:cNvPr>
          <p:cNvSpPr/>
          <p:nvPr/>
        </p:nvSpPr>
        <p:spPr>
          <a:xfrm>
            <a:off x="1735670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AF6C4C15-14EC-D959-670C-5F9971DA58C1}"/>
              </a:ext>
            </a:extLst>
          </p:cNvPr>
          <p:cNvSpPr/>
          <p:nvPr/>
        </p:nvSpPr>
        <p:spPr>
          <a:xfrm>
            <a:off x="2034062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ABC1881E-B1BD-9E3C-3195-EDA4BAD1B51C}"/>
              </a:ext>
            </a:extLst>
          </p:cNvPr>
          <p:cNvSpPr/>
          <p:nvPr/>
        </p:nvSpPr>
        <p:spPr>
          <a:xfrm>
            <a:off x="2332454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B688A0F6-8EE0-9BB6-C12A-D4F3A1C4884D}"/>
              </a:ext>
            </a:extLst>
          </p:cNvPr>
          <p:cNvSpPr/>
          <p:nvPr/>
        </p:nvSpPr>
        <p:spPr>
          <a:xfrm>
            <a:off x="2630846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DFAC8D7-BC7D-641B-1C7A-6D24236F9CF4}"/>
              </a:ext>
            </a:extLst>
          </p:cNvPr>
          <p:cNvSpPr/>
          <p:nvPr/>
        </p:nvSpPr>
        <p:spPr>
          <a:xfrm>
            <a:off x="2929238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DEEA4AE2-0F7D-1709-EF7A-A1FED32A21EA}"/>
              </a:ext>
            </a:extLst>
          </p:cNvPr>
          <p:cNvSpPr/>
          <p:nvPr/>
        </p:nvSpPr>
        <p:spPr>
          <a:xfrm>
            <a:off x="3227631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6203EE04-DFF4-D41C-7AD6-DB7CB0371032}"/>
              </a:ext>
            </a:extLst>
          </p:cNvPr>
          <p:cNvSpPr/>
          <p:nvPr/>
        </p:nvSpPr>
        <p:spPr>
          <a:xfrm>
            <a:off x="3526023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3" name="Arrow: Down 392">
            <a:extLst>
              <a:ext uri="{FF2B5EF4-FFF2-40B4-BE49-F238E27FC236}">
                <a16:creationId xmlns:a16="http://schemas.microsoft.com/office/drawing/2014/main" id="{DE7202FC-AE6E-67F9-5891-DD5AFBE5F3F2}"/>
              </a:ext>
            </a:extLst>
          </p:cNvPr>
          <p:cNvSpPr/>
          <p:nvPr/>
        </p:nvSpPr>
        <p:spPr>
          <a:xfrm>
            <a:off x="1386401" y="4709664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F311E634-6D41-7459-28A4-F80C869D6749}"/>
              </a:ext>
            </a:extLst>
          </p:cNvPr>
          <p:cNvSpPr txBox="1"/>
          <p:nvPr/>
        </p:nvSpPr>
        <p:spPr>
          <a:xfrm>
            <a:off x="1767803" y="4718899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E714C1B7-0AA7-CEB5-39F8-E70D2E43DEA9}"/>
              </a:ext>
            </a:extLst>
          </p:cNvPr>
          <p:cNvSpPr/>
          <p:nvPr/>
        </p:nvSpPr>
        <p:spPr>
          <a:xfrm>
            <a:off x="243709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992C903C-1EC0-590A-9CF7-E3B0BD2B8416}"/>
              </a:ext>
            </a:extLst>
          </p:cNvPr>
          <p:cNvSpPr/>
          <p:nvPr/>
        </p:nvSpPr>
        <p:spPr>
          <a:xfrm>
            <a:off x="542101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56C5C428-6D08-D22C-CCBD-EF088376B61C}"/>
              </a:ext>
            </a:extLst>
          </p:cNvPr>
          <p:cNvSpPr/>
          <p:nvPr/>
        </p:nvSpPr>
        <p:spPr>
          <a:xfrm>
            <a:off x="840493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3D058E82-CA59-9A7E-CD9A-32D99C39F09C}"/>
              </a:ext>
            </a:extLst>
          </p:cNvPr>
          <p:cNvSpPr/>
          <p:nvPr/>
        </p:nvSpPr>
        <p:spPr>
          <a:xfrm>
            <a:off x="1138886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B78E656D-8E25-3919-FDD3-B104AC0EE70E}"/>
              </a:ext>
            </a:extLst>
          </p:cNvPr>
          <p:cNvSpPr/>
          <p:nvPr/>
        </p:nvSpPr>
        <p:spPr>
          <a:xfrm>
            <a:off x="1437278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F42C1E13-1E6E-6FDB-A835-863BAB51C483}"/>
              </a:ext>
            </a:extLst>
          </p:cNvPr>
          <p:cNvSpPr/>
          <p:nvPr/>
        </p:nvSpPr>
        <p:spPr>
          <a:xfrm>
            <a:off x="1735670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B3069555-DD1C-1D8B-D36C-37DE4B43FAC3}"/>
              </a:ext>
            </a:extLst>
          </p:cNvPr>
          <p:cNvSpPr/>
          <p:nvPr/>
        </p:nvSpPr>
        <p:spPr>
          <a:xfrm>
            <a:off x="2034062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4F47983F-A190-9788-958C-CEB8A33FC0B1}"/>
              </a:ext>
            </a:extLst>
          </p:cNvPr>
          <p:cNvSpPr/>
          <p:nvPr/>
        </p:nvSpPr>
        <p:spPr>
          <a:xfrm>
            <a:off x="2332454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A575FCD2-F9EE-9D07-2662-3E21874F9166}"/>
              </a:ext>
            </a:extLst>
          </p:cNvPr>
          <p:cNvSpPr/>
          <p:nvPr/>
        </p:nvSpPr>
        <p:spPr>
          <a:xfrm>
            <a:off x="2630846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B24E7F81-34BA-C651-CBD1-E1AE65E118F9}"/>
              </a:ext>
            </a:extLst>
          </p:cNvPr>
          <p:cNvSpPr/>
          <p:nvPr/>
        </p:nvSpPr>
        <p:spPr>
          <a:xfrm>
            <a:off x="2929238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9F1F4E7-1C26-1874-3D67-44FBDCBD30C7}"/>
              </a:ext>
            </a:extLst>
          </p:cNvPr>
          <p:cNvSpPr/>
          <p:nvPr/>
        </p:nvSpPr>
        <p:spPr>
          <a:xfrm>
            <a:off x="3227631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34F916FE-2024-5FBA-2F61-CFEF8CE61F00}"/>
              </a:ext>
            </a:extLst>
          </p:cNvPr>
          <p:cNvSpPr/>
          <p:nvPr/>
        </p:nvSpPr>
        <p:spPr>
          <a:xfrm>
            <a:off x="3526023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09" name="Arrow: Down 408">
            <a:extLst>
              <a:ext uri="{FF2B5EF4-FFF2-40B4-BE49-F238E27FC236}">
                <a16:creationId xmlns:a16="http://schemas.microsoft.com/office/drawing/2014/main" id="{1BDB6BD4-C845-C666-B1E3-807EFA878C17}"/>
              </a:ext>
            </a:extLst>
          </p:cNvPr>
          <p:cNvSpPr/>
          <p:nvPr/>
        </p:nvSpPr>
        <p:spPr>
          <a:xfrm>
            <a:off x="1386401" y="5397158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CDAE7CFD-108F-5A41-7D5A-B8AAA7AA15FE}"/>
              </a:ext>
            </a:extLst>
          </p:cNvPr>
          <p:cNvSpPr txBox="1"/>
          <p:nvPr/>
        </p:nvSpPr>
        <p:spPr>
          <a:xfrm>
            <a:off x="1728529" y="5406393"/>
            <a:ext cx="611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0D753522-7BA0-8F6E-19AA-DFB9D6531E94}"/>
              </a:ext>
            </a:extLst>
          </p:cNvPr>
          <p:cNvSpPr/>
          <p:nvPr/>
        </p:nvSpPr>
        <p:spPr>
          <a:xfrm>
            <a:off x="243709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8BD393D8-7B3B-89E5-BB13-396114D1A140}"/>
              </a:ext>
            </a:extLst>
          </p:cNvPr>
          <p:cNvSpPr/>
          <p:nvPr/>
        </p:nvSpPr>
        <p:spPr>
          <a:xfrm>
            <a:off x="542101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DF420F78-45DE-686F-A9F7-92DC23C34F11}"/>
              </a:ext>
            </a:extLst>
          </p:cNvPr>
          <p:cNvSpPr/>
          <p:nvPr/>
        </p:nvSpPr>
        <p:spPr>
          <a:xfrm>
            <a:off x="840493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8E8E7843-0AE0-4791-8660-E48AB447EA9A}"/>
              </a:ext>
            </a:extLst>
          </p:cNvPr>
          <p:cNvSpPr/>
          <p:nvPr/>
        </p:nvSpPr>
        <p:spPr>
          <a:xfrm>
            <a:off x="1138886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5CFD0BB-7D8B-CAA6-B38B-D51282D48F7B}"/>
              </a:ext>
            </a:extLst>
          </p:cNvPr>
          <p:cNvSpPr/>
          <p:nvPr/>
        </p:nvSpPr>
        <p:spPr>
          <a:xfrm>
            <a:off x="1437278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331CF2E6-8424-CFDA-73F0-16127F905E7F}"/>
              </a:ext>
            </a:extLst>
          </p:cNvPr>
          <p:cNvSpPr/>
          <p:nvPr/>
        </p:nvSpPr>
        <p:spPr>
          <a:xfrm>
            <a:off x="1735670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D1AF4653-D5CC-3772-407A-A81AA9CCAE0B}"/>
              </a:ext>
            </a:extLst>
          </p:cNvPr>
          <p:cNvSpPr/>
          <p:nvPr/>
        </p:nvSpPr>
        <p:spPr>
          <a:xfrm>
            <a:off x="2034062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455D2A99-5E45-6DD9-9496-EABADCE8B939}"/>
              </a:ext>
            </a:extLst>
          </p:cNvPr>
          <p:cNvSpPr/>
          <p:nvPr/>
        </p:nvSpPr>
        <p:spPr>
          <a:xfrm>
            <a:off x="2332454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73F18B4E-010B-8C39-ABFF-A18A2E903EDF}"/>
              </a:ext>
            </a:extLst>
          </p:cNvPr>
          <p:cNvSpPr/>
          <p:nvPr/>
        </p:nvSpPr>
        <p:spPr>
          <a:xfrm>
            <a:off x="2630846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B355770D-07A5-E9E0-7A87-7AE2289C0953}"/>
              </a:ext>
            </a:extLst>
          </p:cNvPr>
          <p:cNvSpPr/>
          <p:nvPr/>
        </p:nvSpPr>
        <p:spPr>
          <a:xfrm>
            <a:off x="2929238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F504229D-6726-69A4-4653-0DB54815DC6F}"/>
              </a:ext>
            </a:extLst>
          </p:cNvPr>
          <p:cNvSpPr/>
          <p:nvPr/>
        </p:nvSpPr>
        <p:spPr>
          <a:xfrm>
            <a:off x="3227631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BBBAA14D-1004-E3F4-74A9-A9E6F9D447E9}"/>
              </a:ext>
            </a:extLst>
          </p:cNvPr>
          <p:cNvSpPr/>
          <p:nvPr/>
        </p:nvSpPr>
        <p:spPr>
          <a:xfrm>
            <a:off x="3526023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5" name="Arrow: Down 424">
            <a:extLst>
              <a:ext uri="{FF2B5EF4-FFF2-40B4-BE49-F238E27FC236}">
                <a16:creationId xmlns:a16="http://schemas.microsoft.com/office/drawing/2014/main" id="{7EEA570E-BFBA-5D27-0BF7-D9AAA541F532}"/>
              </a:ext>
            </a:extLst>
          </p:cNvPr>
          <p:cNvSpPr/>
          <p:nvPr/>
        </p:nvSpPr>
        <p:spPr>
          <a:xfrm>
            <a:off x="1386401" y="6084652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3059D487-B3FB-3527-1175-FB66AFA6BA37}"/>
              </a:ext>
            </a:extLst>
          </p:cNvPr>
          <p:cNvSpPr txBox="1"/>
          <p:nvPr/>
        </p:nvSpPr>
        <p:spPr>
          <a:xfrm>
            <a:off x="1767803" y="6093887"/>
            <a:ext cx="532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÷ 100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DF82B99D-60C3-4261-3E5E-3DB3B4088ECE}"/>
              </a:ext>
            </a:extLst>
          </p:cNvPr>
          <p:cNvSpPr/>
          <p:nvPr/>
        </p:nvSpPr>
        <p:spPr>
          <a:xfrm>
            <a:off x="243709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4042D3A1-C312-8492-BD1A-06E6BA532AEC}"/>
              </a:ext>
            </a:extLst>
          </p:cNvPr>
          <p:cNvSpPr/>
          <p:nvPr/>
        </p:nvSpPr>
        <p:spPr>
          <a:xfrm>
            <a:off x="542101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D4B508EA-18AB-C3B4-C585-8AEE8300DDE0}"/>
              </a:ext>
            </a:extLst>
          </p:cNvPr>
          <p:cNvSpPr/>
          <p:nvPr/>
        </p:nvSpPr>
        <p:spPr>
          <a:xfrm>
            <a:off x="840493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C286DBB3-E5F9-A0CB-932C-6F3BE15181D3}"/>
              </a:ext>
            </a:extLst>
          </p:cNvPr>
          <p:cNvSpPr/>
          <p:nvPr/>
        </p:nvSpPr>
        <p:spPr>
          <a:xfrm>
            <a:off x="1138886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BABB6E65-1A2D-B3AD-6985-BFBB8B727D5F}"/>
              </a:ext>
            </a:extLst>
          </p:cNvPr>
          <p:cNvSpPr/>
          <p:nvPr/>
        </p:nvSpPr>
        <p:spPr>
          <a:xfrm>
            <a:off x="1437278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B94C9334-6108-5C7A-60A0-2FE03C9193E6}"/>
              </a:ext>
            </a:extLst>
          </p:cNvPr>
          <p:cNvSpPr/>
          <p:nvPr/>
        </p:nvSpPr>
        <p:spPr>
          <a:xfrm>
            <a:off x="1735670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96F27FC5-E9C3-2646-4781-5DEB175CAF56}"/>
              </a:ext>
            </a:extLst>
          </p:cNvPr>
          <p:cNvSpPr/>
          <p:nvPr/>
        </p:nvSpPr>
        <p:spPr>
          <a:xfrm>
            <a:off x="2034062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1E92742-9EA5-FED6-E223-16E64C936089}"/>
              </a:ext>
            </a:extLst>
          </p:cNvPr>
          <p:cNvSpPr/>
          <p:nvPr/>
        </p:nvSpPr>
        <p:spPr>
          <a:xfrm>
            <a:off x="2332454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0DF80296-2266-DB56-1911-7BA933122F01}"/>
              </a:ext>
            </a:extLst>
          </p:cNvPr>
          <p:cNvSpPr/>
          <p:nvPr/>
        </p:nvSpPr>
        <p:spPr>
          <a:xfrm>
            <a:off x="2630846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46CB6C9C-8F4C-D6A9-ECD6-F5E50134118E}"/>
              </a:ext>
            </a:extLst>
          </p:cNvPr>
          <p:cNvSpPr/>
          <p:nvPr/>
        </p:nvSpPr>
        <p:spPr>
          <a:xfrm>
            <a:off x="2929238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15540F8-86FC-2E47-FFC1-9A166B391C60}"/>
              </a:ext>
            </a:extLst>
          </p:cNvPr>
          <p:cNvSpPr/>
          <p:nvPr/>
        </p:nvSpPr>
        <p:spPr>
          <a:xfrm>
            <a:off x="3227631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90B04A69-7CD8-65F5-B855-A3D62463B73D}"/>
              </a:ext>
            </a:extLst>
          </p:cNvPr>
          <p:cNvSpPr/>
          <p:nvPr/>
        </p:nvSpPr>
        <p:spPr>
          <a:xfrm>
            <a:off x="3526023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65748A17-93EB-1D1B-27F3-1818889A58CF}"/>
              </a:ext>
            </a:extLst>
          </p:cNvPr>
          <p:cNvSpPr/>
          <p:nvPr/>
        </p:nvSpPr>
        <p:spPr>
          <a:xfrm>
            <a:off x="24370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B5E70718-6E76-B7AE-7DFE-8ACF5D80E099}"/>
              </a:ext>
            </a:extLst>
          </p:cNvPr>
          <p:cNvSpPr/>
          <p:nvPr/>
        </p:nvSpPr>
        <p:spPr>
          <a:xfrm>
            <a:off x="54210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7195648-1A7F-5047-4162-0D165B42F339}"/>
              </a:ext>
            </a:extLst>
          </p:cNvPr>
          <p:cNvSpPr/>
          <p:nvPr/>
        </p:nvSpPr>
        <p:spPr>
          <a:xfrm>
            <a:off x="84049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E4155364-F606-3B4F-07C6-051C749EB6B3}"/>
              </a:ext>
            </a:extLst>
          </p:cNvPr>
          <p:cNvSpPr/>
          <p:nvPr/>
        </p:nvSpPr>
        <p:spPr>
          <a:xfrm>
            <a:off x="113888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593B16AB-2EEA-A4EC-4786-E2C8AD59507F}"/>
              </a:ext>
            </a:extLst>
          </p:cNvPr>
          <p:cNvSpPr/>
          <p:nvPr/>
        </p:nvSpPr>
        <p:spPr>
          <a:xfrm>
            <a:off x="143727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8E12DCCC-B153-1E70-EB8D-72CC15AF10E8}"/>
              </a:ext>
            </a:extLst>
          </p:cNvPr>
          <p:cNvSpPr/>
          <p:nvPr/>
        </p:nvSpPr>
        <p:spPr>
          <a:xfrm>
            <a:off x="173567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F7A78FD1-1C77-6C2A-C14C-7BDAEDD0665B}"/>
              </a:ext>
            </a:extLst>
          </p:cNvPr>
          <p:cNvSpPr/>
          <p:nvPr/>
        </p:nvSpPr>
        <p:spPr>
          <a:xfrm>
            <a:off x="203406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F3BEBC33-02E9-4D39-DBA8-95D896E498DD}"/>
              </a:ext>
            </a:extLst>
          </p:cNvPr>
          <p:cNvSpPr/>
          <p:nvPr/>
        </p:nvSpPr>
        <p:spPr>
          <a:xfrm>
            <a:off x="2332454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1A65B44B-0092-9A13-A4A3-C691D4D3F504}"/>
              </a:ext>
            </a:extLst>
          </p:cNvPr>
          <p:cNvSpPr/>
          <p:nvPr/>
        </p:nvSpPr>
        <p:spPr>
          <a:xfrm>
            <a:off x="263084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D7B0374-7C6C-D866-4CDA-455A7EEEFC8D}"/>
              </a:ext>
            </a:extLst>
          </p:cNvPr>
          <p:cNvSpPr/>
          <p:nvPr/>
        </p:nvSpPr>
        <p:spPr>
          <a:xfrm>
            <a:off x="292923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C944623B-FE3C-A9CE-9560-2648AD7C4CB6}"/>
              </a:ext>
            </a:extLst>
          </p:cNvPr>
          <p:cNvSpPr/>
          <p:nvPr/>
        </p:nvSpPr>
        <p:spPr>
          <a:xfrm>
            <a:off x="322763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B9848E76-10FA-94EC-C968-ADB03EB1345A}"/>
              </a:ext>
            </a:extLst>
          </p:cNvPr>
          <p:cNvSpPr/>
          <p:nvPr/>
        </p:nvSpPr>
        <p:spPr>
          <a:xfrm>
            <a:off x="352602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4BFF7347-8554-5858-C71D-C53DDA4017C0}"/>
              </a:ext>
            </a:extLst>
          </p:cNvPr>
          <p:cNvSpPr/>
          <p:nvPr/>
        </p:nvSpPr>
        <p:spPr>
          <a:xfrm>
            <a:off x="1992839" y="42974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F71CD804-6ACE-E647-938B-17C9A18579B6}"/>
              </a:ext>
            </a:extLst>
          </p:cNvPr>
          <p:cNvSpPr/>
          <p:nvPr/>
        </p:nvSpPr>
        <p:spPr>
          <a:xfrm>
            <a:off x="1992839" y="1117238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D41ADD77-B952-A683-07DD-B5DFF11BC4B4}"/>
              </a:ext>
            </a:extLst>
          </p:cNvPr>
          <p:cNvSpPr/>
          <p:nvPr/>
        </p:nvSpPr>
        <p:spPr>
          <a:xfrm>
            <a:off x="1992839" y="1804731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7018181F-1820-18F0-FC15-F13494EC695D}"/>
              </a:ext>
            </a:extLst>
          </p:cNvPr>
          <p:cNvSpPr/>
          <p:nvPr/>
        </p:nvSpPr>
        <p:spPr>
          <a:xfrm>
            <a:off x="1992839" y="2492224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8F6A4BAE-AF07-279D-7B96-9350297780F0}"/>
              </a:ext>
            </a:extLst>
          </p:cNvPr>
          <p:cNvSpPr/>
          <p:nvPr/>
        </p:nvSpPr>
        <p:spPr>
          <a:xfrm>
            <a:off x="1992839" y="3179717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CF2D7BE5-4B83-3C53-3177-C8555F7E31C9}"/>
              </a:ext>
            </a:extLst>
          </p:cNvPr>
          <p:cNvSpPr/>
          <p:nvPr/>
        </p:nvSpPr>
        <p:spPr>
          <a:xfrm>
            <a:off x="1992839" y="3867210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5FD4AA8F-8C84-DF41-AC14-0649E37F7AB6}"/>
              </a:ext>
            </a:extLst>
          </p:cNvPr>
          <p:cNvSpPr/>
          <p:nvPr/>
        </p:nvSpPr>
        <p:spPr>
          <a:xfrm>
            <a:off x="1992839" y="4554703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37BEFF93-A5C5-E613-368B-E73D7EAFB914}"/>
              </a:ext>
            </a:extLst>
          </p:cNvPr>
          <p:cNvSpPr/>
          <p:nvPr/>
        </p:nvSpPr>
        <p:spPr>
          <a:xfrm>
            <a:off x="1992839" y="5242196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4" name="Oval 463">
            <a:extLst>
              <a:ext uri="{FF2B5EF4-FFF2-40B4-BE49-F238E27FC236}">
                <a16:creationId xmlns:a16="http://schemas.microsoft.com/office/drawing/2014/main" id="{9DA6C2E7-778A-C0A3-CC61-B67BCC67F1AD}"/>
              </a:ext>
            </a:extLst>
          </p:cNvPr>
          <p:cNvSpPr/>
          <p:nvPr/>
        </p:nvSpPr>
        <p:spPr>
          <a:xfrm>
            <a:off x="1992839" y="5929689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AC938155-6519-D47D-9636-42FA3C5B02D8}"/>
              </a:ext>
            </a:extLst>
          </p:cNvPr>
          <p:cNvSpPr/>
          <p:nvPr/>
        </p:nvSpPr>
        <p:spPr>
          <a:xfrm>
            <a:off x="1992839" y="661718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7" name="Arrow: Down 466">
            <a:extLst>
              <a:ext uri="{FF2B5EF4-FFF2-40B4-BE49-F238E27FC236}">
                <a16:creationId xmlns:a16="http://schemas.microsoft.com/office/drawing/2014/main" id="{6599AC56-9F3C-43D2-8E96-B0AE2DD929C0}"/>
              </a:ext>
            </a:extLst>
          </p:cNvPr>
          <p:cNvSpPr/>
          <p:nvPr/>
        </p:nvSpPr>
        <p:spPr>
          <a:xfrm>
            <a:off x="5488603" y="584700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DE756540-A373-6CA3-E8F0-C19143C21CF0}"/>
              </a:ext>
            </a:extLst>
          </p:cNvPr>
          <p:cNvSpPr txBox="1"/>
          <p:nvPr/>
        </p:nvSpPr>
        <p:spPr>
          <a:xfrm>
            <a:off x="6736770" y="593935"/>
            <a:ext cx="817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× </a:t>
            </a:r>
            <a:r>
              <a:rPr lang="ky-KG" sz="1200" dirty="0"/>
              <a:t>бир жүз</a:t>
            </a:r>
            <a:endParaRPr lang="en-GB" sz="120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2A565F60-7A2F-A72F-78D1-B66AAB785C1F}"/>
              </a:ext>
            </a:extLst>
          </p:cNvPr>
          <p:cNvSpPr/>
          <p:nvPr/>
        </p:nvSpPr>
        <p:spPr>
          <a:xfrm>
            <a:off x="475855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537FCD5A-34A4-2B3E-A47A-07FFDA3F0FC3}"/>
              </a:ext>
            </a:extLst>
          </p:cNvPr>
          <p:cNvSpPr/>
          <p:nvPr/>
        </p:nvSpPr>
        <p:spPr>
          <a:xfrm>
            <a:off x="505695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FA57401F-D89F-E837-9A46-3F863EB74099}"/>
              </a:ext>
            </a:extLst>
          </p:cNvPr>
          <p:cNvSpPr/>
          <p:nvPr/>
        </p:nvSpPr>
        <p:spPr>
          <a:xfrm>
            <a:off x="535534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89B4388B-8861-15D3-8273-448486108040}"/>
              </a:ext>
            </a:extLst>
          </p:cNvPr>
          <p:cNvSpPr/>
          <p:nvPr/>
        </p:nvSpPr>
        <p:spPr>
          <a:xfrm>
            <a:off x="565373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F2955FA5-A61C-2076-91FC-55B5AE34C6C9}"/>
              </a:ext>
            </a:extLst>
          </p:cNvPr>
          <p:cNvSpPr/>
          <p:nvPr/>
        </p:nvSpPr>
        <p:spPr>
          <a:xfrm>
            <a:off x="595212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EFA18152-083C-7CB7-5E74-5191945486E6}"/>
              </a:ext>
            </a:extLst>
          </p:cNvPr>
          <p:cNvSpPr/>
          <p:nvPr/>
        </p:nvSpPr>
        <p:spPr>
          <a:xfrm>
            <a:off x="625052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26C49AE9-461A-6A5B-BE37-46C5B427654E}"/>
              </a:ext>
            </a:extLst>
          </p:cNvPr>
          <p:cNvSpPr/>
          <p:nvPr/>
        </p:nvSpPr>
        <p:spPr>
          <a:xfrm>
            <a:off x="654891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5C050F7C-0FB9-79EA-C751-D6CE50D30EF9}"/>
              </a:ext>
            </a:extLst>
          </p:cNvPr>
          <p:cNvSpPr/>
          <p:nvPr/>
        </p:nvSpPr>
        <p:spPr>
          <a:xfrm>
            <a:off x="6847304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775FEC78-6A2E-0E89-501B-7C8CCD713B8D}"/>
              </a:ext>
            </a:extLst>
          </p:cNvPr>
          <p:cNvSpPr/>
          <p:nvPr/>
        </p:nvSpPr>
        <p:spPr>
          <a:xfrm>
            <a:off x="714569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0E81F1E7-1C05-D002-7103-228D7AE8CEFD}"/>
              </a:ext>
            </a:extLst>
          </p:cNvPr>
          <p:cNvSpPr/>
          <p:nvPr/>
        </p:nvSpPr>
        <p:spPr>
          <a:xfrm>
            <a:off x="744408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3E6AB282-88B5-64CA-4AAE-145A6D2647A1}"/>
              </a:ext>
            </a:extLst>
          </p:cNvPr>
          <p:cNvSpPr/>
          <p:nvPr/>
        </p:nvSpPr>
        <p:spPr>
          <a:xfrm>
            <a:off x="774248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12BB4058-B349-6006-04E4-ABDDE61DCE7E}"/>
              </a:ext>
            </a:extLst>
          </p:cNvPr>
          <p:cNvSpPr/>
          <p:nvPr/>
        </p:nvSpPr>
        <p:spPr>
          <a:xfrm>
            <a:off x="804087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730A947C-8F16-FF3C-576C-4637AEB6C640}"/>
              </a:ext>
            </a:extLst>
          </p:cNvPr>
          <p:cNvSpPr/>
          <p:nvPr/>
        </p:nvSpPr>
        <p:spPr>
          <a:xfrm>
            <a:off x="8339265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86BD8A86-B548-D72D-BCDD-DAB342F2374D}"/>
              </a:ext>
            </a:extLst>
          </p:cNvPr>
          <p:cNvSpPr/>
          <p:nvPr/>
        </p:nvSpPr>
        <p:spPr>
          <a:xfrm>
            <a:off x="863765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96946936-A9A1-96EE-931A-A0CB23B4B46B}"/>
              </a:ext>
            </a:extLst>
          </p:cNvPr>
          <p:cNvSpPr/>
          <p:nvPr/>
        </p:nvSpPr>
        <p:spPr>
          <a:xfrm>
            <a:off x="893605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B8B16778-58EF-4EA7-F4B8-EFC2E03E7E18}"/>
              </a:ext>
            </a:extLst>
          </p:cNvPr>
          <p:cNvSpPr/>
          <p:nvPr/>
        </p:nvSpPr>
        <p:spPr>
          <a:xfrm>
            <a:off x="923444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23" name="Oval 622">
            <a:extLst>
              <a:ext uri="{FF2B5EF4-FFF2-40B4-BE49-F238E27FC236}">
                <a16:creationId xmlns:a16="http://schemas.microsoft.com/office/drawing/2014/main" id="{4D324BB3-BC36-54DD-3785-1C776834B33D}"/>
              </a:ext>
            </a:extLst>
          </p:cNvPr>
          <p:cNvSpPr/>
          <p:nvPr/>
        </p:nvSpPr>
        <p:spPr>
          <a:xfrm>
            <a:off x="7104474" y="42974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0" name="TextBox 819">
            <a:extLst>
              <a:ext uri="{FF2B5EF4-FFF2-40B4-BE49-F238E27FC236}">
                <a16:creationId xmlns:a16="http://schemas.microsoft.com/office/drawing/2014/main" id="{922F2442-D431-BF96-365C-31A9A0977417}"/>
              </a:ext>
            </a:extLst>
          </p:cNvPr>
          <p:cNvSpPr txBox="1"/>
          <p:nvPr/>
        </p:nvSpPr>
        <p:spPr>
          <a:xfrm>
            <a:off x="5012805" y="-23034"/>
            <a:ext cx="4265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Максималдуу-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Bauhaus 93" panose="04030905020B02020C02" pitchFamily="82" charset="0"/>
              </a:rPr>
              <a:t>MEGA </a:t>
            </a:r>
            <a:r>
              <a:rPr lang="ky-KG" sz="16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көбөйтүү жана бөлүү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842" name="Arrow: Down 841">
            <a:extLst>
              <a:ext uri="{FF2B5EF4-FFF2-40B4-BE49-F238E27FC236}">
                <a16:creationId xmlns:a16="http://schemas.microsoft.com/office/drawing/2014/main" id="{0EDC0AF1-107F-03D4-2DFE-6D0E4290AA35}"/>
              </a:ext>
            </a:extLst>
          </p:cNvPr>
          <p:cNvSpPr/>
          <p:nvPr/>
        </p:nvSpPr>
        <p:spPr>
          <a:xfrm>
            <a:off x="5488603" y="1272193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43" name="TextBox 842">
            <a:extLst>
              <a:ext uri="{FF2B5EF4-FFF2-40B4-BE49-F238E27FC236}">
                <a16:creationId xmlns:a16="http://schemas.microsoft.com/office/drawing/2014/main" id="{15542205-224D-897E-1E71-B8E5A68080FC}"/>
              </a:ext>
            </a:extLst>
          </p:cNvPr>
          <p:cNvSpPr txBox="1"/>
          <p:nvPr/>
        </p:nvSpPr>
        <p:spPr>
          <a:xfrm>
            <a:off x="6720740" y="1281428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бир миң</a:t>
            </a:r>
            <a:endParaRPr lang="en-GB" sz="1200" dirty="0"/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797B5974-A963-8982-993C-E01A15A88C2A}"/>
              </a:ext>
            </a:extLst>
          </p:cNvPr>
          <p:cNvSpPr/>
          <p:nvPr/>
        </p:nvSpPr>
        <p:spPr>
          <a:xfrm>
            <a:off x="4758559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230480A0-F9CB-A0FB-6910-B6F43434D892}"/>
              </a:ext>
            </a:extLst>
          </p:cNvPr>
          <p:cNvSpPr/>
          <p:nvPr/>
        </p:nvSpPr>
        <p:spPr>
          <a:xfrm>
            <a:off x="5056951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9759FF28-6309-1D12-5A37-B4B1BCE4D5A8}"/>
              </a:ext>
            </a:extLst>
          </p:cNvPr>
          <p:cNvSpPr/>
          <p:nvPr/>
        </p:nvSpPr>
        <p:spPr>
          <a:xfrm>
            <a:off x="5355343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9" name="Rectangle 828">
            <a:extLst>
              <a:ext uri="{FF2B5EF4-FFF2-40B4-BE49-F238E27FC236}">
                <a16:creationId xmlns:a16="http://schemas.microsoft.com/office/drawing/2014/main" id="{85BEF499-A573-4403-C313-5EBE57F9C83D}"/>
              </a:ext>
            </a:extLst>
          </p:cNvPr>
          <p:cNvSpPr/>
          <p:nvPr/>
        </p:nvSpPr>
        <p:spPr>
          <a:xfrm>
            <a:off x="5653736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0" name="Rectangle 829">
            <a:extLst>
              <a:ext uri="{FF2B5EF4-FFF2-40B4-BE49-F238E27FC236}">
                <a16:creationId xmlns:a16="http://schemas.microsoft.com/office/drawing/2014/main" id="{43B42E48-C41B-6424-0D2D-82EFF79D3F1E}"/>
              </a:ext>
            </a:extLst>
          </p:cNvPr>
          <p:cNvSpPr/>
          <p:nvPr/>
        </p:nvSpPr>
        <p:spPr>
          <a:xfrm>
            <a:off x="5952128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31" name="Rectangle 830">
            <a:extLst>
              <a:ext uri="{FF2B5EF4-FFF2-40B4-BE49-F238E27FC236}">
                <a16:creationId xmlns:a16="http://schemas.microsoft.com/office/drawing/2014/main" id="{CB65B6C2-F25B-7C8A-7CCD-7E2C0F60FB45}"/>
              </a:ext>
            </a:extLst>
          </p:cNvPr>
          <p:cNvSpPr/>
          <p:nvPr/>
        </p:nvSpPr>
        <p:spPr>
          <a:xfrm>
            <a:off x="6250520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2" name="Rectangle 831">
            <a:extLst>
              <a:ext uri="{FF2B5EF4-FFF2-40B4-BE49-F238E27FC236}">
                <a16:creationId xmlns:a16="http://schemas.microsoft.com/office/drawing/2014/main" id="{BA5351DF-AB7F-F81E-0AF3-0AEE52BB8EF3}"/>
              </a:ext>
            </a:extLst>
          </p:cNvPr>
          <p:cNvSpPr/>
          <p:nvPr/>
        </p:nvSpPr>
        <p:spPr>
          <a:xfrm>
            <a:off x="6548912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33" name="Rectangle 832">
            <a:extLst>
              <a:ext uri="{FF2B5EF4-FFF2-40B4-BE49-F238E27FC236}">
                <a16:creationId xmlns:a16="http://schemas.microsoft.com/office/drawing/2014/main" id="{911EC714-537D-41F5-D625-7A0A1898B335}"/>
              </a:ext>
            </a:extLst>
          </p:cNvPr>
          <p:cNvSpPr/>
          <p:nvPr/>
        </p:nvSpPr>
        <p:spPr>
          <a:xfrm>
            <a:off x="6847304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C5D167E0-C05F-34F2-DD60-EBB272ECCC71}"/>
              </a:ext>
            </a:extLst>
          </p:cNvPr>
          <p:cNvSpPr/>
          <p:nvPr/>
        </p:nvSpPr>
        <p:spPr>
          <a:xfrm>
            <a:off x="7145696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1ED65B05-ADCE-57BA-E9F7-037D01FC9F98}"/>
              </a:ext>
            </a:extLst>
          </p:cNvPr>
          <p:cNvSpPr/>
          <p:nvPr/>
        </p:nvSpPr>
        <p:spPr>
          <a:xfrm>
            <a:off x="7444089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2A37B3DD-8341-8744-335F-24EA08CCF9D5}"/>
              </a:ext>
            </a:extLst>
          </p:cNvPr>
          <p:cNvSpPr/>
          <p:nvPr/>
        </p:nvSpPr>
        <p:spPr>
          <a:xfrm>
            <a:off x="7742481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DBB7FAE4-A3A5-7764-DF59-CE11547BC2F1}"/>
              </a:ext>
            </a:extLst>
          </p:cNvPr>
          <p:cNvSpPr/>
          <p:nvPr/>
        </p:nvSpPr>
        <p:spPr>
          <a:xfrm>
            <a:off x="8040873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DED4C83C-7923-D24D-E376-97BDF7C432CA}"/>
              </a:ext>
            </a:extLst>
          </p:cNvPr>
          <p:cNvSpPr/>
          <p:nvPr/>
        </p:nvSpPr>
        <p:spPr>
          <a:xfrm>
            <a:off x="8339265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78E63D9B-E2B4-929F-DBA3-39A31C3663CF}"/>
              </a:ext>
            </a:extLst>
          </p:cNvPr>
          <p:cNvSpPr/>
          <p:nvPr/>
        </p:nvSpPr>
        <p:spPr>
          <a:xfrm>
            <a:off x="8637658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51057130-A999-26A2-3F6E-6A782ACCB8F7}"/>
              </a:ext>
            </a:extLst>
          </p:cNvPr>
          <p:cNvSpPr/>
          <p:nvPr/>
        </p:nvSpPr>
        <p:spPr>
          <a:xfrm>
            <a:off x="8936050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0B7A12B2-B269-8DA6-C418-644748C5BB72}"/>
              </a:ext>
            </a:extLst>
          </p:cNvPr>
          <p:cNvSpPr/>
          <p:nvPr/>
        </p:nvSpPr>
        <p:spPr>
          <a:xfrm>
            <a:off x="9234442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25" name="Oval 824">
            <a:extLst>
              <a:ext uri="{FF2B5EF4-FFF2-40B4-BE49-F238E27FC236}">
                <a16:creationId xmlns:a16="http://schemas.microsoft.com/office/drawing/2014/main" id="{08A188CD-B62E-E803-D2CC-F64310F49F78}"/>
              </a:ext>
            </a:extLst>
          </p:cNvPr>
          <p:cNvSpPr/>
          <p:nvPr/>
        </p:nvSpPr>
        <p:spPr>
          <a:xfrm>
            <a:off x="7104474" y="1117238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4" name="Arrow: Down 863">
            <a:extLst>
              <a:ext uri="{FF2B5EF4-FFF2-40B4-BE49-F238E27FC236}">
                <a16:creationId xmlns:a16="http://schemas.microsoft.com/office/drawing/2014/main" id="{058652CB-5F1E-C791-ACD5-83552809D96F}"/>
              </a:ext>
            </a:extLst>
          </p:cNvPr>
          <p:cNvSpPr/>
          <p:nvPr/>
        </p:nvSpPr>
        <p:spPr>
          <a:xfrm>
            <a:off x="5488603" y="1959686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5" name="TextBox 864">
            <a:extLst>
              <a:ext uri="{FF2B5EF4-FFF2-40B4-BE49-F238E27FC236}">
                <a16:creationId xmlns:a16="http://schemas.microsoft.com/office/drawing/2014/main" id="{72F72FE9-997E-F6C2-344E-97C580FE5AA7}"/>
              </a:ext>
            </a:extLst>
          </p:cNvPr>
          <p:cNvSpPr txBox="1"/>
          <p:nvPr/>
        </p:nvSpPr>
        <p:spPr>
          <a:xfrm>
            <a:off x="6761617" y="1968921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× он миң</a:t>
            </a:r>
            <a:endParaRPr lang="en-GB" sz="1200" dirty="0"/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CD7F30D8-A96B-689A-C97F-DBF1D45A7EC5}"/>
              </a:ext>
            </a:extLst>
          </p:cNvPr>
          <p:cNvSpPr/>
          <p:nvPr/>
        </p:nvSpPr>
        <p:spPr>
          <a:xfrm>
            <a:off x="4758559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99416A1A-BAA6-697D-5835-2124F455EAE9}"/>
              </a:ext>
            </a:extLst>
          </p:cNvPr>
          <p:cNvSpPr/>
          <p:nvPr/>
        </p:nvSpPr>
        <p:spPr>
          <a:xfrm>
            <a:off x="5056951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59767996-8BD2-3CD8-EE66-B29C59E86B4F}"/>
              </a:ext>
            </a:extLst>
          </p:cNvPr>
          <p:cNvSpPr/>
          <p:nvPr/>
        </p:nvSpPr>
        <p:spPr>
          <a:xfrm>
            <a:off x="5355343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7A292B09-A11D-DB4C-6EF8-7B691FF84F39}"/>
              </a:ext>
            </a:extLst>
          </p:cNvPr>
          <p:cNvSpPr/>
          <p:nvPr/>
        </p:nvSpPr>
        <p:spPr>
          <a:xfrm>
            <a:off x="5653736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4FECE321-4813-A746-484C-C784816C63B9}"/>
              </a:ext>
            </a:extLst>
          </p:cNvPr>
          <p:cNvSpPr/>
          <p:nvPr/>
        </p:nvSpPr>
        <p:spPr>
          <a:xfrm>
            <a:off x="5952128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D5700683-01FA-CD94-6093-64430F1CBF00}"/>
              </a:ext>
            </a:extLst>
          </p:cNvPr>
          <p:cNvSpPr/>
          <p:nvPr/>
        </p:nvSpPr>
        <p:spPr>
          <a:xfrm>
            <a:off x="6250520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82E57EE3-2426-3FBB-FA13-9B1AC7B47478}"/>
              </a:ext>
            </a:extLst>
          </p:cNvPr>
          <p:cNvSpPr/>
          <p:nvPr/>
        </p:nvSpPr>
        <p:spPr>
          <a:xfrm>
            <a:off x="6548912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DDBAAC40-0DD7-A380-D7CE-D8B05CEF91E8}"/>
              </a:ext>
            </a:extLst>
          </p:cNvPr>
          <p:cNvSpPr/>
          <p:nvPr/>
        </p:nvSpPr>
        <p:spPr>
          <a:xfrm>
            <a:off x="6847304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56" name="Rectangle 855">
            <a:extLst>
              <a:ext uri="{FF2B5EF4-FFF2-40B4-BE49-F238E27FC236}">
                <a16:creationId xmlns:a16="http://schemas.microsoft.com/office/drawing/2014/main" id="{570DBD00-1F44-7D0B-D87F-60DBD15D7A75}"/>
              </a:ext>
            </a:extLst>
          </p:cNvPr>
          <p:cNvSpPr/>
          <p:nvPr/>
        </p:nvSpPr>
        <p:spPr>
          <a:xfrm>
            <a:off x="7145696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57" name="Rectangle 856">
            <a:extLst>
              <a:ext uri="{FF2B5EF4-FFF2-40B4-BE49-F238E27FC236}">
                <a16:creationId xmlns:a16="http://schemas.microsoft.com/office/drawing/2014/main" id="{AA73BEED-C899-CF7B-A1D4-29645AE097CB}"/>
              </a:ext>
            </a:extLst>
          </p:cNvPr>
          <p:cNvSpPr/>
          <p:nvPr/>
        </p:nvSpPr>
        <p:spPr>
          <a:xfrm>
            <a:off x="7444089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130D5FB4-924C-F9CE-7135-0A6BE8E53312}"/>
              </a:ext>
            </a:extLst>
          </p:cNvPr>
          <p:cNvSpPr/>
          <p:nvPr/>
        </p:nvSpPr>
        <p:spPr>
          <a:xfrm>
            <a:off x="7742481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5A76BE6-51C7-9211-8979-66E3CFAB1C4A}"/>
              </a:ext>
            </a:extLst>
          </p:cNvPr>
          <p:cNvSpPr/>
          <p:nvPr/>
        </p:nvSpPr>
        <p:spPr>
          <a:xfrm>
            <a:off x="8040873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11FDABE-062B-43D3-E903-08E158CA1672}"/>
              </a:ext>
            </a:extLst>
          </p:cNvPr>
          <p:cNvSpPr/>
          <p:nvPr/>
        </p:nvSpPr>
        <p:spPr>
          <a:xfrm>
            <a:off x="8339265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1" name="Rectangle 860">
            <a:extLst>
              <a:ext uri="{FF2B5EF4-FFF2-40B4-BE49-F238E27FC236}">
                <a16:creationId xmlns:a16="http://schemas.microsoft.com/office/drawing/2014/main" id="{CE6DA435-71CA-D115-4E71-003EFFFC5872}"/>
              </a:ext>
            </a:extLst>
          </p:cNvPr>
          <p:cNvSpPr/>
          <p:nvPr/>
        </p:nvSpPr>
        <p:spPr>
          <a:xfrm>
            <a:off x="8637658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2" name="Rectangle 861">
            <a:extLst>
              <a:ext uri="{FF2B5EF4-FFF2-40B4-BE49-F238E27FC236}">
                <a16:creationId xmlns:a16="http://schemas.microsoft.com/office/drawing/2014/main" id="{789D2E1C-55E0-C027-2BCC-A009CBF91A1F}"/>
              </a:ext>
            </a:extLst>
          </p:cNvPr>
          <p:cNvSpPr/>
          <p:nvPr/>
        </p:nvSpPr>
        <p:spPr>
          <a:xfrm>
            <a:off x="8936050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3" name="Rectangle 862">
            <a:extLst>
              <a:ext uri="{FF2B5EF4-FFF2-40B4-BE49-F238E27FC236}">
                <a16:creationId xmlns:a16="http://schemas.microsoft.com/office/drawing/2014/main" id="{11B985AF-E184-BFFA-926D-FBB7D58BD5BC}"/>
              </a:ext>
            </a:extLst>
          </p:cNvPr>
          <p:cNvSpPr/>
          <p:nvPr/>
        </p:nvSpPr>
        <p:spPr>
          <a:xfrm>
            <a:off x="9234442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47" name="Oval 846">
            <a:extLst>
              <a:ext uri="{FF2B5EF4-FFF2-40B4-BE49-F238E27FC236}">
                <a16:creationId xmlns:a16="http://schemas.microsoft.com/office/drawing/2014/main" id="{EF12B05C-8A79-5144-9019-F31398338FAB}"/>
              </a:ext>
            </a:extLst>
          </p:cNvPr>
          <p:cNvSpPr/>
          <p:nvPr/>
        </p:nvSpPr>
        <p:spPr>
          <a:xfrm>
            <a:off x="7104474" y="1804731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6" name="Arrow: Down 885">
            <a:extLst>
              <a:ext uri="{FF2B5EF4-FFF2-40B4-BE49-F238E27FC236}">
                <a16:creationId xmlns:a16="http://schemas.microsoft.com/office/drawing/2014/main" id="{5855C902-6366-D421-1BAC-B96D5B329BD7}"/>
              </a:ext>
            </a:extLst>
          </p:cNvPr>
          <p:cNvSpPr/>
          <p:nvPr/>
        </p:nvSpPr>
        <p:spPr>
          <a:xfrm>
            <a:off x="5488603" y="2647179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7" name="TextBox 886">
            <a:extLst>
              <a:ext uri="{FF2B5EF4-FFF2-40B4-BE49-F238E27FC236}">
                <a16:creationId xmlns:a16="http://schemas.microsoft.com/office/drawing/2014/main" id="{A4B094AD-9871-20D4-28DC-265FABB58086}"/>
              </a:ext>
            </a:extLst>
          </p:cNvPr>
          <p:cNvSpPr txBox="1"/>
          <p:nvPr/>
        </p:nvSpPr>
        <p:spPr>
          <a:xfrm>
            <a:off x="6720740" y="2656414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× бир миң</a:t>
            </a:r>
            <a:endParaRPr lang="en-GB" sz="120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C9476D0D-321B-DD29-CB61-1CB8AFF93825}"/>
              </a:ext>
            </a:extLst>
          </p:cNvPr>
          <p:cNvSpPr/>
          <p:nvPr/>
        </p:nvSpPr>
        <p:spPr>
          <a:xfrm>
            <a:off x="4758559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0CB4F9C7-C296-2233-D9B5-F5AAC2455AF1}"/>
              </a:ext>
            </a:extLst>
          </p:cNvPr>
          <p:cNvSpPr/>
          <p:nvPr/>
        </p:nvSpPr>
        <p:spPr>
          <a:xfrm>
            <a:off x="5056951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92F36AE3-3585-53DA-0EDF-017EC987ED5E}"/>
              </a:ext>
            </a:extLst>
          </p:cNvPr>
          <p:cNvSpPr/>
          <p:nvPr/>
        </p:nvSpPr>
        <p:spPr>
          <a:xfrm>
            <a:off x="5355343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3110C2A-4A80-23F9-E104-CCECA140BA0C}"/>
              </a:ext>
            </a:extLst>
          </p:cNvPr>
          <p:cNvSpPr/>
          <p:nvPr/>
        </p:nvSpPr>
        <p:spPr>
          <a:xfrm>
            <a:off x="5653736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C570D8B9-AD14-CA31-F1B5-B53B8BEFFD95}"/>
              </a:ext>
            </a:extLst>
          </p:cNvPr>
          <p:cNvSpPr/>
          <p:nvPr/>
        </p:nvSpPr>
        <p:spPr>
          <a:xfrm>
            <a:off x="5952128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0654550B-071D-3D12-FEFF-2F9605B2E159}"/>
              </a:ext>
            </a:extLst>
          </p:cNvPr>
          <p:cNvSpPr/>
          <p:nvPr/>
        </p:nvSpPr>
        <p:spPr>
          <a:xfrm>
            <a:off x="6250520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E82D5A74-B99A-F4A6-DB98-EBF05D4DFC70}"/>
              </a:ext>
            </a:extLst>
          </p:cNvPr>
          <p:cNvSpPr/>
          <p:nvPr/>
        </p:nvSpPr>
        <p:spPr>
          <a:xfrm>
            <a:off x="6548912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FAFE631D-E37B-A025-FBAF-405473307444}"/>
              </a:ext>
            </a:extLst>
          </p:cNvPr>
          <p:cNvSpPr/>
          <p:nvPr/>
        </p:nvSpPr>
        <p:spPr>
          <a:xfrm>
            <a:off x="6847304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A4AD59F3-D55C-7E3B-C353-9862D6761258}"/>
              </a:ext>
            </a:extLst>
          </p:cNvPr>
          <p:cNvSpPr/>
          <p:nvPr/>
        </p:nvSpPr>
        <p:spPr>
          <a:xfrm>
            <a:off x="7145696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78ECF6DD-5926-ACF9-724D-881CFF21C844}"/>
              </a:ext>
            </a:extLst>
          </p:cNvPr>
          <p:cNvSpPr/>
          <p:nvPr/>
        </p:nvSpPr>
        <p:spPr>
          <a:xfrm>
            <a:off x="7444089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C6116094-95E1-F882-B6B3-87A98936B573}"/>
              </a:ext>
            </a:extLst>
          </p:cNvPr>
          <p:cNvSpPr/>
          <p:nvPr/>
        </p:nvSpPr>
        <p:spPr>
          <a:xfrm>
            <a:off x="7742481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1" name="Rectangle 880">
            <a:extLst>
              <a:ext uri="{FF2B5EF4-FFF2-40B4-BE49-F238E27FC236}">
                <a16:creationId xmlns:a16="http://schemas.microsoft.com/office/drawing/2014/main" id="{7D59414A-FAD2-841A-2038-D1CFA346661E}"/>
              </a:ext>
            </a:extLst>
          </p:cNvPr>
          <p:cNvSpPr/>
          <p:nvPr/>
        </p:nvSpPr>
        <p:spPr>
          <a:xfrm>
            <a:off x="8040873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B78B3FA6-82EF-784E-342C-038E6BA36540}"/>
              </a:ext>
            </a:extLst>
          </p:cNvPr>
          <p:cNvSpPr/>
          <p:nvPr/>
        </p:nvSpPr>
        <p:spPr>
          <a:xfrm>
            <a:off x="8339265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3" name="Rectangle 882">
            <a:extLst>
              <a:ext uri="{FF2B5EF4-FFF2-40B4-BE49-F238E27FC236}">
                <a16:creationId xmlns:a16="http://schemas.microsoft.com/office/drawing/2014/main" id="{9A1406B2-F5AC-0ABF-B05D-C0DB872438BB}"/>
              </a:ext>
            </a:extLst>
          </p:cNvPr>
          <p:cNvSpPr/>
          <p:nvPr/>
        </p:nvSpPr>
        <p:spPr>
          <a:xfrm>
            <a:off x="8637658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4" name="Rectangle 883">
            <a:extLst>
              <a:ext uri="{FF2B5EF4-FFF2-40B4-BE49-F238E27FC236}">
                <a16:creationId xmlns:a16="http://schemas.microsoft.com/office/drawing/2014/main" id="{08FA711C-E87C-EE5C-DAF7-2EF3D26E7C72}"/>
              </a:ext>
            </a:extLst>
          </p:cNvPr>
          <p:cNvSpPr/>
          <p:nvPr/>
        </p:nvSpPr>
        <p:spPr>
          <a:xfrm>
            <a:off x="8936050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85" name="Rectangle 884">
            <a:extLst>
              <a:ext uri="{FF2B5EF4-FFF2-40B4-BE49-F238E27FC236}">
                <a16:creationId xmlns:a16="http://schemas.microsoft.com/office/drawing/2014/main" id="{41EC4A84-4A39-CD16-EAFD-6A8E0C8E9688}"/>
              </a:ext>
            </a:extLst>
          </p:cNvPr>
          <p:cNvSpPr/>
          <p:nvPr/>
        </p:nvSpPr>
        <p:spPr>
          <a:xfrm>
            <a:off x="9234442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69" name="Oval 868">
            <a:extLst>
              <a:ext uri="{FF2B5EF4-FFF2-40B4-BE49-F238E27FC236}">
                <a16:creationId xmlns:a16="http://schemas.microsoft.com/office/drawing/2014/main" id="{253216E4-F289-B7DB-808A-CB8D5C0B17B4}"/>
              </a:ext>
            </a:extLst>
          </p:cNvPr>
          <p:cNvSpPr/>
          <p:nvPr/>
        </p:nvSpPr>
        <p:spPr>
          <a:xfrm>
            <a:off x="7104474" y="2492224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08" name="Arrow: Down 907">
            <a:extLst>
              <a:ext uri="{FF2B5EF4-FFF2-40B4-BE49-F238E27FC236}">
                <a16:creationId xmlns:a16="http://schemas.microsoft.com/office/drawing/2014/main" id="{7B6AF7B5-6BF1-980B-E8C0-B66E84B395F0}"/>
              </a:ext>
            </a:extLst>
          </p:cNvPr>
          <p:cNvSpPr/>
          <p:nvPr/>
        </p:nvSpPr>
        <p:spPr>
          <a:xfrm>
            <a:off x="5488603" y="3334672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B99FF155-6BB8-898C-C78D-93B0A0F0153B}"/>
              </a:ext>
            </a:extLst>
          </p:cNvPr>
          <p:cNvSpPr txBox="1"/>
          <p:nvPr/>
        </p:nvSpPr>
        <p:spPr>
          <a:xfrm>
            <a:off x="6761617" y="3343907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он миң</a:t>
            </a:r>
            <a:endParaRPr lang="en-GB" sz="1200" dirty="0"/>
          </a:p>
        </p:txBody>
      </p:sp>
      <p:sp>
        <p:nvSpPr>
          <p:cNvPr id="892" name="Rectangle 891">
            <a:extLst>
              <a:ext uri="{FF2B5EF4-FFF2-40B4-BE49-F238E27FC236}">
                <a16:creationId xmlns:a16="http://schemas.microsoft.com/office/drawing/2014/main" id="{4D7ADF0F-6E0F-05F6-D969-B60482C52063}"/>
              </a:ext>
            </a:extLst>
          </p:cNvPr>
          <p:cNvSpPr/>
          <p:nvPr/>
        </p:nvSpPr>
        <p:spPr>
          <a:xfrm>
            <a:off x="4758559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93" name="Rectangle 892">
            <a:extLst>
              <a:ext uri="{FF2B5EF4-FFF2-40B4-BE49-F238E27FC236}">
                <a16:creationId xmlns:a16="http://schemas.microsoft.com/office/drawing/2014/main" id="{8FB2CFF9-478B-DAD1-FA04-169CD0112112}"/>
              </a:ext>
            </a:extLst>
          </p:cNvPr>
          <p:cNvSpPr/>
          <p:nvPr/>
        </p:nvSpPr>
        <p:spPr>
          <a:xfrm>
            <a:off x="5056951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1C8A39A3-38A2-5B9E-803E-41C1578792A4}"/>
              </a:ext>
            </a:extLst>
          </p:cNvPr>
          <p:cNvSpPr/>
          <p:nvPr/>
        </p:nvSpPr>
        <p:spPr>
          <a:xfrm>
            <a:off x="5355343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98E15DA9-E193-04CD-354B-A41C8CC42BFB}"/>
              </a:ext>
            </a:extLst>
          </p:cNvPr>
          <p:cNvSpPr/>
          <p:nvPr/>
        </p:nvSpPr>
        <p:spPr>
          <a:xfrm>
            <a:off x="5653736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DF70F76E-4C37-8D48-5D79-96CC57B608EB}"/>
              </a:ext>
            </a:extLst>
          </p:cNvPr>
          <p:cNvSpPr/>
          <p:nvPr/>
        </p:nvSpPr>
        <p:spPr>
          <a:xfrm>
            <a:off x="5952128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0C19096E-288D-4A90-F99E-CB4A7DEC5358}"/>
              </a:ext>
            </a:extLst>
          </p:cNvPr>
          <p:cNvSpPr/>
          <p:nvPr/>
        </p:nvSpPr>
        <p:spPr>
          <a:xfrm>
            <a:off x="6250520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27415A73-00A1-68DA-D9B0-00CE7472A34E}"/>
              </a:ext>
            </a:extLst>
          </p:cNvPr>
          <p:cNvSpPr/>
          <p:nvPr/>
        </p:nvSpPr>
        <p:spPr>
          <a:xfrm>
            <a:off x="6548912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F7875CB-CA60-37A0-29C6-E1D8BC321C72}"/>
              </a:ext>
            </a:extLst>
          </p:cNvPr>
          <p:cNvSpPr/>
          <p:nvPr/>
        </p:nvSpPr>
        <p:spPr>
          <a:xfrm>
            <a:off x="6847304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A6D00B01-E33D-2452-1F99-A33B6A8B16AA}"/>
              </a:ext>
            </a:extLst>
          </p:cNvPr>
          <p:cNvSpPr/>
          <p:nvPr/>
        </p:nvSpPr>
        <p:spPr>
          <a:xfrm>
            <a:off x="7145696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1" name="Rectangle 900">
            <a:extLst>
              <a:ext uri="{FF2B5EF4-FFF2-40B4-BE49-F238E27FC236}">
                <a16:creationId xmlns:a16="http://schemas.microsoft.com/office/drawing/2014/main" id="{FCB53DF1-1261-49B2-F9A7-6AE00499F8E8}"/>
              </a:ext>
            </a:extLst>
          </p:cNvPr>
          <p:cNvSpPr/>
          <p:nvPr/>
        </p:nvSpPr>
        <p:spPr>
          <a:xfrm>
            <a:off x="7444089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2" name="Rectangle 901">
            <a:extLst>
              <a:ext uri="{FF2B5EF4-FFF2-40B4-BE49-F238E27FC236}">
                <a16:creationId xmlns:a16="http://schemas.microsoft.com/office/drawing/2014/main" id="{2A47B65C-7449-00F6-4D4C-7F88B2A2D774}"/>
              </a:ext>
            </a:extLst>
          </p:cNvPr>
          <p:cNvSpPr/>
          <p:nvPr/>
        </p:nvSpPr>
        <p:spPr>
          <a:xfrm>
            <a:off x="7742481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CA587FDF-5238-964B-6775-00F03F7D873A}"/>
              </a:ext>
            </a:extLst>
          </p:cNvPr>
          <p:cNvSpPr/>
          <p:nvPr/>
        </p:nvSpPr>
        <p:spPr>
          <a:xfrm>
            <a:off x="8040873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4" name="Rectangle 903">
            <a:extLst>
              <a:ext uri="{FF2B5EF4-FFF2-40B4-BE49-F238E27FC236}">
                <a16:creationId xmlns:a16="http://schemas.microsoft.com/office/drawing/2014/main" id="{2166C938-1B32-D652-7334-457CD37649EB}"/>
              </a:ext>
            </a:extLst>
          </p:cNvPr>
          <p:cNvSpPr/>
          <p:nvPr/>
        </p:nvSpPr>
        <p:spPr>
          <a:xfrm>
            <a:off x="8339265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5" name="Rectangle 904">
            <a:extLst>
              <a:ext uri="{FF2B5EF4-FFF2-40B4-BE49-F238E27FC236}">
                <a16:creationId xmlns:a16="http://schemas.microsoft.com/office/drawing/2014/main" id="{89ABF52A-88BB-9A83-1D8E-30C39D5D6FA2}"/>
              </a:ext>
            </a:extLst>
          </p:cNvPr>
          <p:cNvSpPr/>
          <p:nvPr/>
        </p:nvSpPr>
        <p:spPr>
          <a:xfrm>
            <a:off x="8637658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AF3C9FEE-0D45-7345-F55C-A6C455324944}"/>
              </a:ext>
            </a:extLst>
          </p:cNvPr>
          <p:cNvSpPr/>
          <p:nvPr/>
        </p:nvSpPr>
        <p:spPr>
          <a:xfrm>
            <a:off x="8936050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07" name="Rectangle 906">
            <a:extLst>
              <a:ext uri="{FF2B5EF4-FFF2-40B4-BE49-F238E27FC236}">
                <a16:creationId xmlns:a16="http://schemas.microsoft.com/office/drawing/2014/main" id="{D985111D-5703-4654-1F57-9E33C6181B23}"/>
              </a:ext>
            </a:extLst>
          </p:cNvPr>
          <p:cNvSpPr/>
          <p:nvPr/>
        </p:nvSpPr>
        <p:spPr>
          <a:xfrm>
            <a:off x="9234442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891" name="Oval 890">
            <a:extLst>
              <a:ext uri="{FF2B5EF4-FFF2-40B4-BE49-F238E27FC236}">
                <a16:creationId xmlns:a16="http://schemas.microsoft.com/office/drawing/2014/main" id="{5D712ACF-EE8C-7D3A-947F-8E6D45DE8612}"/>
              </a:ext>
            </a:extLst>
          </p:cNvPr>
          <p:cNvSpPr/>
          <p:nvPr/>
        </p:nvSpPr>
        <p:spPr>
          <a:xfrm>
            <a:off x="7104474" y="3179717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30" name="Arrow: Down 929">
            <a:extLst>
              <a:ext uri="{FF2B5EF4-FFF2-40B4-BE49-F238E27FC236}">
                <a16:creationId xmlns:a16="http://schemas.microsoft.com/office/drawing/2014/main" id="{E4E9E6AB-E975-6CE9-98D1-53F42FB809DC}"/>
              </a:ext>
            </a:extLst>
          </p:cNvPr>
          <p:cNvSpPr/>
          <p:nvPr/>
        </p:nvSpPr>
        <p:spPr>
          <a:xfrm>
            <a:off x="5488603" y="4022165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31" name="TextBox 930">
            <a:extLst>
              <a:ext uri="{FF2B5EF4-FFF2-40B4-BE49-F238E27FC236}">
                <a16:creationId xmlns:a16="http://schemas.microsoft.com/office/drawing/2014/main" id="{9466C480-EFA4-FF3B-C259-34A1444DD825}"/>
              </a:ext>
            </a:extLst>
          </p:cNvPr>
          <p:cNvSpPr txBox="1"/>
          <p:nvPr/>
        </p:nvSpPr>
        <p:spPr>
          <a:xfrm>
            <a:off x="6761618" y="4031400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он миң</a:t>
            </a:r>
            <a:endParaRPr lang="en-GB" sz="1200" dirty="0"/>
          </a:p>
        </p:txBody>
      </p:sp>
      <p:sp>
        <p:nvSpPr>
          <p:cNvPr id="914" name="Rectangle 913">
            <a:extLst>
              <a:ext uri="{FF2B5EF4-FFF2-40B4-BE49-F238E27FC236}">
                <a16:creationId xmlns:a16="http://schemas.microsoft.com/office/drawing/2014/main" id="{69DA80E3-CC65-955D-A6FA-DABE6A0710A4}"/>
              </a:ext>
            </a:extLst>
          </p:cNvPr>
          <p:cNvSpPr/>
          <p:nvPr/>
        </p:nvSpPr>
        <p:spPr>
          <a:xfrm>
            <a:off x="4758559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5" name="Rectangle 914">
            <a:extLst>
              <a:ext uri="{FF2B5EF4-FFF2-40B4-BE49-F238E27FC236}">
                <a16:creationId xmlns:a16="http://schemas.microsoft.com/office/drawing/2014/main" id="{BFFBA884-AFA7-C15D-28B9-64A5218118FC}"/>
              </a:ext>
            </a:extLst>
          </p:cNvPr>
          <p:cNvSpPr/>
          <p:nvPr/>
        </p:nvSpPr>
        <p:spPr>
          <a:xfrm>
            <a:off x="5056951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727F1791-6CDC-CDF5-F350-15358A21ED6C}"/>
              </a:ext>
            </a:extLst>
          </p:cNvPr>
          <p:cNvSpPr/>
          <p:nvPr/>
        </p:nvSpPr>
        <p:spPr>
          <a:xfrm>
            <a:off x="5355343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7" name="Rectangle 916">
            <a:extLst>
              <a:ext uri="{FF2B5EF4-FFF2-40B4-BE49-F238E27FC236}">
                <a16:creationId xmlns:a16="http://schemas.microsoft.com/office/drawing/2014/main" id="{EBD4ADAE-D498-F05C-71D1-EB196EA288E2}"/>
              </a:ext>
            </a:extLst>
          </p:cNvPr>
          <p:cNvSpPr/>
          <p:nvPr/>
        </p:nvSpPr>
        <p:spPr>
          <a:xfrm>
            <a:off x="5653736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8" name="Rectangle 917">
            <a:extLst>
              <a:ext uri="{FF2B5EF4-FFF2-40B4-BE49-F238E27FC236}">
                <a16:creationId xmlns:a16="http://schemas.microsoft.com/office/drawing/2014/main" id="{5F067A06-124B-43CA-9B85-3D7E41C35A87}"/>
              </a:ext>
            </a:extLst>
          </p:cNvPr>
          <p:cNvSpPr/>
          <p:nvPr/>
        </p:nvSpPr>
        <p:spPr>
          <a:xfrm>
            <a:off x="5952128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63F1265C-1DD5-24A4-1DA4-49A267E45336}"/>
              </a:ext>
            </a:extLst>
          </p:cNvPr>
          <p:cNvSpPr/>
          <p:nvPr/>
        </p:nvSpPr>
        <p:spPr>
          <a:xfrm>
            <a:off x="6250520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5439A266-E33F-E502-82EA-6E0A4CBE9BFC}"/>
              </a:ext>
            </a:extLst>
          </p:cNvPr>
          <p:cNvSpPr/>
          <p:nvPr/>
        </p:nvSpPr>
        <p:spPr>
          <a:xfrm>
            <a:off x="6548912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C5242EFF-36F9-6A72-7AC6-A12D5693508D}"/>
              </a:ext>
            </a:extLst>
          </p:cNvPr>
          <p:cNvSpPr/>
          <p:nvPr/>
        </p:nvSpPr>
        <p:spPr>
          <a:xfrm>
            <a:off x="6847304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22" name="Rectangle 921">
            <a:extLst>
              <a:ext uri="{FF2B5EF4-FFF2-40B4-BE49-F238E27FC236}">
                <a16:creationId xmlns:a16="http://schemas.microsoft.com/office/drawing/2014/main" id="{D92A0B77-BCD6-C8BE-A29A-5AFA7E968442}"/>
              </a:ext>
            </a:extLst>
          </p:cNvPr>
          <p:cNvSpPr/>
          <p:nvPr/>
        </p:nvSpPr>
        <p:spPr>
          <a:xfrm>
            <a:off x="7145696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DDCEA057-32E0-F758-5289-6C61CD946118}"/>
              </a:ext>
            </a:extLst>
          </p:cNvPr>
          <p:cNvSpPr/>
          <p:nvPr/>
        </p:nvSpPr>
        <p:spPr>
          <a:xfrm>
            <a:off x="7444089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0EEFB6DE-3D76-9CFD-423A-DFCAB8B4D03D}"/>
              </a:ext>
            </a:extLst>
          </p:cNvPr>
          <p:cNvSpPr/>
          <p:nvPr/>
        </p:nvSpPr>
        <p:spPr>
          <a:xfrm>
            <a:off x="7742481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6D611DBC-EA5F-8C5E-2DFF-BCA7604BD1FC}"/>
              </a:ext>
            </a:extLst>
          </p:cNvPr>
          <p:cNvSpPr/>
          <p:nvPr/>
        </p:nvSpPr>
        <p:spPr>
          <a:xfrm>
            <a:off x="8040873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60544082-5985-1681-36C4-BF6304DC0738}"/>
              </a:ext>
            </a:extLst>
          </p:cNvPr>
          <p:cNvSpPr/>
          <p:nvPr/>
        </p:nvSpPr>
        <p:spPr>
          <a:xfrm>
            <a:off x="8339265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3D9CF38A-DAAA-02A6-BAF4-AC9F70A247FF}"/>
              </a:ext>
            </a:extLst>
          </p:cNvPr>
          <p:cNvSpPr/>
          <p:nvPr/>
        </p:nvSpPr>
        <p:spPr>
          <a:xfrm>
            <a:off x="8637658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8" name="Rectangle 927">
            <a:extLst>
              <a:ext uri="{FF2B5EF4-FFF2-40B4-BE49-F238E27FC236}">
                <a16:creationId xmlns:a16="http://schemas.microsoft.com/office/drawing/2014/main" id="{189378DB-3DB6-F550-25EB-1AE80D56415F}"/>
              </a:ext>
            </a:extLst>
          </p:cNvPr>
          <p:cNvSpPr/>
          <p:nvPr/>
        </p:nvSpPr>
        <p:spPr>
          <a:xfrm>
            <a:off x="8936050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E7CF2D00-A3FD-212A-8E16-BE365C978303}"/>
              </a:ext>
            </a:extLst>
          </p:cNvPr>
          <p:cNvSpPr/>
          <p:nvPr/>
        </p:nvSpPr>
        <p:spPr>
          <a:xfrm>
            <a:off x="9234442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13" name="Oval 912">
            <a:extLst>
              <a:ext uri="{FF2B5EF4-FFF2-40B4-BE49-F238E27FC236}">
                <a16:creationId xmlns:a16="http://schemas.microsoft.com/office/drawing/2014/main" id="{E42A634B-0C4D-32E8-4993-6498A2D059A5}"/>
              </a:ext>
            </a:extLst>
          </p:cNvPr>
          <p:cNvSpPr/>
          <p:nvPr/>
        </p:nvSpPr>
        <p:spPr>
          <a:xfrm>
            <a:off x="7104474" y="3867210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Arrow: Down 951">
            <a:extLst>
              <a:ext uri="{FF2B5EF4-FFF2-40B4-BE49-F238E27FC236}">
                <a16:creationId xmlns:a16="http://schemas.microsoft.com/office/drawing/2014/main" id="{82110B5F-5C7A-7786-9528-B6DAD5923A7E}"/>
              </a:ext>
            </a:extLst>
          </p:cNvPr>
          <p:cNvSpPr/>
          <p:nvPr/>
        </p:nvSpPr>
        <p:spPr>
          <a:xfrm>
            <a:off x="5488603" y="4709658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TextBox 952">
            <a:extLst>
              <a:ext uri="{FF2B5EF4-FFF2-40B4-BE49-F238E27FC236}">
                <a16:creationId xmlns:a16="http://schemas.microsoft.com/office/drawing/2014/main" id="{8AFB81E0-1045-22EE-883B-7EA41B1902DD}"/>
              </a:ext>
            </a:extLst>
          </p:cNvPr>
          <p:cNvSpPr txBox="1"/>
          <p:nvPr/>
        </p:nvSpPr>
        <p:spPr>
          <a:xfrm>
            <a:off x="6720740" y="4718893"/>
            <a:ext cx="849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бир миң</a:t>
            </a:r>
            <a:endParaRPr lang="en-GB" sz="1200" dirty="0"/>
          </a:p>
        </p:txBody>
      </p:sp>
      <p:sp>
        <p:nvSpPr>
          <p:cNvPr id="936" name="Rectangle 935">
            <a:extLst>
              <a:ext uri="{FF2B5EF4-FFF2-40B4-BE49-F238E27FC236}">
                <a16:creationId xmlns:a16="http://schemas.microsoft.com/office/drawing/2014/main" id="{05D5A9DD-2E26-AC7A-8ACE-02DEE0BBE857}"/>
              </a:ext>
            </a:extLst>
          </p:cNvPr>
          <p:cNvSpPr/>
          <p:nvPr/>
        </p:nvSpPr>
        <p:spPr>
          <a:xfrm>
            <a:off x="4758559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2E68E5F3-DBE0-F16C-0070-97A1A3777828}"/>
              </a:ext>
            </a:extLst>
          </p:cNvPr>
          <p:cNvSpPr/>
          <p:nvPr/>
        </p:nvSpPr>
        <p:spPr>
          <a:xfrm>
            <a:off x="5056951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4F4DF950-5396-2817-F91E-5E57F44927CD}"/>
              </a:ext>
            </a:extLst>
          </p:cNvPr>
          <p:cNvSpPr/>
          <p:nvPr/>
        </p:nvSpPr>
        <p:spPr>
          <a:xfrm>
            <a:off x="5355343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B1E53967-190F-7354-B92D-D0678B0FB2C2}"/>
              </a:ext>
            </a:extLst>
          </p:cNvPr>
          <p:cNvSpPr/>
          <p:nvPr/>
        </p:nvSpPr>
        <p:spPr>
          <a:xfrm>
            <a:off x="5653736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F0E9BB11-FE62-5707-73AD-3770B2BE1D7E}"/>
              </a:ext>
            </a:extLst>
          </p:cNvPr>
          <p:cNvSpPr/>
          <p:nvPr/>
        </p:nvSpPr>
        <p:spPr>
          <a:xfrm>
            <a:off x="5952128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1CE55C05-BE77-5D4F-5132-53DC8BB34837}"/>
              </a:ext>
            </a:extLst>
          </p:cNvPr>
          <p:cNvSpPr/>
          <p:nvPr/>
        </p:nvSpPr>
        <p:spPr>
          <a:xfrm>
            <a:off x="6250520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870AA654-380B-F977-C18C-F4D4DF4C0BC0}"/>
              </a:ext>
            </a:extLst>
          </p:cNvPr>
          <p:cNvSpPr/>
          <p:nvPr/>
        </p:nvSpPr>
        <p:spPr>
          <a:xfrm>
            <a:off x="6548912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5686F973-89E3-7FE5-7A34-1FC039A29879}"/>
              </a:ext>
            </a:extLst>
          </p:cNvPr>
          <p:cNvSpPr/>
          <p:nvPr/>
        </p:nvSpPr>
        <p:spPr>
          <a:xfrm>
            <a:off x="6847304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44" name="Rectangle 943">
            <a:extLst>
              <a:ext uri="{FF2B5EF4-FFF2-40B4-BE49-F238E27FC236}">
                <a16:creationId xmlns:a16="http://schemas.microsoft.com/office/drawing/2014/main" id="{E129E9D0-4252-137F-D170-2E3D828B914A}"/>
              </a:ext>
            </a:extLst>
          </p:cNvPr>
          <p:cNvSpPr/>
          <p:nvPr/>
        </p:nvSpPr>
        <p:spPr>
          <a:xfrm>
            <a:off x="7145696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04F64EF5-26F0-1FF1-9123-C352D3B75917}"/>
              </a:ext>
            </a:extLst>
          </p:cNvPr>
          <p:cNvSpPr/>
          <p:nvPr/>
        </p:nvSpPr>
        <p:spPr>
          <a:xfrm>
            <a:off x="7444089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C14C64E9-1C1E-496E-8C84-DF9B953FE4FF}"/>
              </a:ext>
            </a:extLst>
          </p:cNvPr>
          <p:cNvSpPr/>
          <p:nvPr/>
        </p:nvSpPr>
        <p:spPr>
          <a:xfrm>
            <a:off x="7742481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09BF400D-CCB1-1F72-5471-C9DBEB2BDA76}"/>
              </a:ext>
            </a:extLst>
          </p:cNvPr>
          <p:cNvSpPr/>
          <p:nvPr/>
        </p:nvSpPr>
        <p:spPr>
          <a:xfrm>
            <a:off x="8040873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48" name="Rectangle 947">
            <a:extLst>
              <a:ext uri="{FF2B5EF4-FFF2-40B4-BE49-F238E27FC236}">
                <a16:creationId xmlns:a16="http://schemas.microsoft.com/office/drawing/2014/main" id="{4115BC89-CEEB-B1E9-5F7F-5FAEB00DD011}"/>
              </a:ext>
            </a:extLst>
          </p:cNvPr>
          <p:cNvSpPr/>
          <p:nvPr/>
        </p:nvSpPr>
        <p:spPr>
          <a:xfrm>
            <a:off x="8339265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49" name="Rectangle 948">
            <a:extLst>
              <a:ext uri="{FF2B5EF4-FFF2-40B4-BE49-F238E27FC236}">
                <a16:creationId xmlns:a16="http://schemas.microsoft.com/office/drawing/2014/main" id="{183693D7-E044-2DB2-CA33-8ADEA2BD1D53}"/>
              </a:ext>
            </a:extLst>
          </p:cNvPr>
          <p:cNvSpPr/>
          <p:nvPr/>
        </p:nvSpPr>
        <p:spPr>
          <a:xfrm>
            <a:off x="8637658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C05507-C167-FC4D-8862-6F92EDA58571}"/>
              </a:ext>
            </a:extLst>
          </p:cNvPr>
          <p:cNvSpPr/>
          <p:nvPr/>
        </p:nvSpPr>
        <p:spPr>
          <a:xfrm>
            <a:off x="8936050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A705E832-6FAA-6203-513F-5B037E4CDD78}"/>
              </a:ext>
            </a:extLst>
          </p:cNvPr>
          <p:cNvSpPr/>
          <p:nvPr/>
        </p:nvSpPr>
        <p:spPr>
          <a:xfrm>
            <a:off x="9234442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32DFDCF8-27BC-EAD0-E198-9A4099FF2E85}"/>
              </a:ext>
            </a:extLst>
          </p:cNvPr>
          <p:cNvSpPr/>
          <p:nvPr/>
        </p:nvSpPr>
        <p:spPr>
          <a:xfrm>
            <a:off x="7104474" y="4554703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74" name="Arrow: Down 973">
            <a:extLst>
              <a:ext uri="{FF2B5EF4-FFF2-40B4-BE49-F238E27FC236}">
                <a16:creationId xmlns:a16="http://schemas.microsoft.com/office/drawing/2014/main" id="{B5BECAF1-4F86-F643-7CF8-BA1BCED336E1}"/>
              </a:ext>
            </a:extLst>
          </p:cNvPr>
          <p:cNvSpPr/>
          <p:nvPr/>
        </p:nvSpPr>
        <p:spPr>
          <a:xfrm>
            <a:off x="5488603" y="5397151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9C2F70A3-E9B4-4A32-C5BD-F4DC600A8BC0}"/>
              </a:ext>
            </a:extLst>
          </p:cNvPr>
          <p:cNvSpPr txBox="1"/>
          <p:nvPr/>
        </p:nvSpPr>
        <p:spPr>
          <a:xfrm>
            <a:off x="6723145" y="5406386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× жүз миң</a:t>
            </a:r>
            <a:endParaRPr lang="en-GB" sz="1200" dirty="0"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C06E8720-B480-9434-152B-5CF72D3EA6C2}"/>
              </a:ext>
            </a:extLst>
          </p:cNvPr>
          <p:cNvSpPr/>
          <p:nvPr/>
        </p:nvSpPr>
        <p:spPr>
          <a:xfrm>
            <a:off x="4758559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200E595-7FED-FAD1-272A-BF81A5719025}"/>
              </a:ext>
            </a:extLst>
          </p:cNvPr>
          <p:cNvSpPr/>
          <p:nvPr/>
        </p:nvSpPr>
        <p:spPr>
          <a:xfrm>
            <a:off x="5056951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ABC0350B-7251-B795-850B-6E2E2AB62705}"/>
              </a:ext>
            </a:extLst>
          </p:cNvPr>
          <p:cNvSpPr/>
          <p:nvPr/>
        </p:nvSpPr>
        <p:spPr>
          <a:xfrm>
            <a:off x="5355343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00EEF659-C883-F046-8A6F-EFEC7B4EF187}"/>
              </a:ext>
            </a:extLst>
          </p:cNvPr>
          <p:cNvSpPr/>
          <p:nvPr/>
        </p:nvSpPr>
        <p:spPr>
          <a:xfrm>
            <a:off x="5653736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45481DFA-1C71-9540-A29D-392CC2627438}"/>
              </a:ext>
            </a:extLst>
          </p:cNvPr>
          <p:cNvSpPr/>
          <p:nvPr/>
        </p:nvSpPr>
        <p:spPr>
          <a:xfrm>
            <a:off x="5952128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295A9693-3709-6A7B-CF32-73EDE7605CD6}"/>
              </a:ext>
            </a:extLst>
          </p:cNvPr>
          <p:cNvSpPr/>
          <p:nvPr/>
        </p:nvSpPr>
        <p:spPr>
          <a:xfrm>
            <a:off x="6250520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C109416F-5CB4-35F6-4C38-BAA31BFB916A}"/>
              </a:ext>
            </a:extLst>
          </p:cNvPr>
          <p:cNvSpPr/>
          <p:nvPr/>
        </p:nvSpPr>
        <p:spPr>
          <a:xfrm>
            <a:off x="6548912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C6987DC3-0703-7BB8-A7D7-844BC41BCD29}"/>
              </a:ext>
            </a:extLst>
          </p:cNvPr>
          <p:cNvSpPr/>
          <p:nvPr/>
        </p:nvSpPr>
        <p:spPr>
          <a:xfrm>
            <a:off x="6847304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0A576410-0DE3-1054-717A-5B45F7D3AA80}"/>
              </a:ext>
            </a:extLst>
          </p:cNvPr>
          <p:cNvSpPr/>
          <p:nvPr/>
        </p:nvSpPr>
        <p:spPr>
          <a:xfrm>
            <a:off x="7145696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85626060-F075-CADA-1BBC-D444C7CE8D08}"/>
              </a:ext>
            </a:extLst>
          </p:cNvPr>
          <p:cNvSpPr/>
          <p:nvPr/>
        </p:nvSpPr>
        <p:spPr>
          <a:xfrm>
            <a:off x="7444089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68" name="Rectangle 967">
            <a:extLst>
              <a:ext uri="{FF2B5EF4-FFF2-40B4-BE49-F238E27FC236}">
                <a16:creationId xmlns:a16="http://schemas.microsoft.com/office/drawing/2014/main" id="{8CE1F22D-8CE5-CC1A-932B-11F40E796A07}"/>
              </a:ext>
            </a:extLst>
          </p:cNvPr>
          <p:cNvSpPr/>
          <p:nvPr/>
        </p:nvSpPr>
        <p:spPr>
          <a:xfrm>
            <a:off x="7742481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BEF8A38A-3968-9795-4176-E8FB26B6367E}"/>
              </a:ext>
            </a:extLst>
          </p:cNvPr>
          <p:cNvSpPr/>
          <p:nvPr/>
        </p:nvSpPr>
        <p:spPr>
          <a:xfrm>
            <a:off x="8040873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38B53882-5E45-4F7E-E134-C0BDD28138A5}"/>
              </a:ext>
            </a:extLst>
          </p:cNvPr>
          <p:cNvSpPr/>
          <p:nvPr/>
        </p:nvSpPr>
        <p:spPr>
          <a:xfrm>
            <a:off x="8339265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71" name="Rectangle 970">
            <a:extLst>
              <a:ext uri="{FF2B5EF4-FFF2-40B4-BE49-F238E27FC236}">
                <a16:creationId xmlns:a16="http://schemas.microsoft.com/office/drawing/2014/main" id="{AEE8B200-FCAA-7E78-4E69-DF63A8CC21B4}"/>
              </a:ext>
            </a:extLst>
          </p:cNvPr>
          <p:cNvSpPr/>
          <p:nvPr/>
        </p:nvSpPr>
        <p:spPr>
          <a:xfrm>
            <a:off x="8637658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72" name="Rectangle 971">
            <a:extLst>
              <a:ext uri="{FF2B5EF4-FFF2-40B4-BE49-F238E27FC236}">
                <a16:creationId xmlns:a16="http://schemas.microsoft.com/office/drawing/2014/main" id="{FB599633-775F-3C6B-4CCB-86D7DB55DA52}"/>
              </a:ext>
            </a:extLst>
          </p:cNvPr>
          <p:cNvSpPr/>
          <p:nvPr/>
        </p:nvSpPr>
        <p:spPr>
          <a:xfrm>
            <a:off x="8936050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73" name="Rectangle 972">
            <a:extLst>
              <a:ext uri="{FF2B5EF4-FFF2-40B4-BE49-F238E27FC236}">
                <a16:creationId xmlns:a16="http://schemas.microsoft.com/office/drawing/2014/main" id="{FAB7158E-1115-200E-36EB-551118CBC969}"/>
              </a:ext>
            </a:extLst>
          </p:cNvPr>
          <p:cNvSpPr/>
          <p:nvPr/>
        </p:nvSpPr>
        <p:spPr>
          <a:xfrm>
            <a:off x="9234442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57" name="Oval 956">
            <a:extLst>
              <a:ext uri="{FF2B5EF4-FFF2-40B4-BE49-F238E27FC236}">
                <a16:creationId xmlns:a16="http://schemas.microsoft.com/office/drawing/2014/main" id="{E24D80E2-CE3C-561A-3E00-A2FD612B159D}"/>
              </a:ext>
            </a:extLst>
          </p:cNvPr>
          <p:cNvSpPr/>
          <p:nvPr/>
        </p:nvSpPr>
        <p:spPr>
          <a:xfrm>
            <a:off x="7104474" y="5242196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6" name="Arrow: Down 995">
            <a:extLst>
              <a:ext uri="{FF2B5EF4-FFF2-40B4-BE49-F238E27FC236}">
                <a16:creationId xmlns:a16="http://schemas.microsoft.com/office/drawing/2014/main" id="{D499C5BA-E801-1E37-3704-E634C51E58EF}"/>
              </a:ext>
            </a:extLst>
          </p:cNvPr>
          <p:cNvSpPr/>
          <p:nvPr/>
        </p:nvSpPr>
        <p:spPr>
          <a:xfrm>
            <a:off x="5488603" y="6084644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05BEB408-4774-91D3-A1DA-74AA9DD3CC74}"/>
              </a:ext>
            </a:extLst>
          </p:cNvPr>
          <p:cNvSpPr txBox="1"/>
          <p:nvPr/>
        </p:nvSpPr>
        <p:spPr>
          <a:xfrm>
            <a:off x="6561242" y="6093879"/>
            <a:ext cx="116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÷ бир миллион</a:t>
            </a:r>
            <a:endParaRPr lang="en-GB" sz="1200" dirty="0"/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8211A367-CCC1-BCB9-B1F1-811CB4C0D44F}"/>
              </a:ext>
            </a:extLst>
          </p:cNvPr>
          <p:cNvSpPr/>
          <p:nvPr/>
        </p:nvSpPr>
        <p:spPr>
          <a:xfrm>
            <a:off x="4758559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50E6B88D-193A-40F4-5861-1065F3EADCBD}"/>
              </a:ext>
            </a:extLst>
          </p:cNvPr>
          <p:cNvSpPr/>
          <p:nvPr/>
        </p:nvSpPr>
        <p:spPr>
          <a:xfrm>
            <a:off x="5056951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C8464146-A7CE-6A4F-FAE1-6FAA890878C5}"/>
              </a:ext>
            </a:extLst>
          </p:cNvPr>
          <p:cNvSpPr/>
          <p:nvPr/>
        </p:nvSpPr>
        <p:spPr>
          <a:xfrm>
            <a:off x="5355343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3" name="Rectangle 982">
            <a:extLst>
              <a:ext uri="{FF2B5EF4-FFF2-40B4-BE49-F238E27FC236}">
                <a16:creationId xmlns:a16="http://schemas.microsoft.com/office/drawing/2014/main" id="{BCCE30C4-D1C9-03AD-A448-0B0803B45D78}"/>
              </a:ext>
            </a:extLst>
          </p:cNvPr>
          <p:cNvSpPr/>
          <p:nvPr/>
        </p:nvSpPr>
        <p:spPr>
          <a:xfrm>
            <a:off x="5653736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4" name="Rectangle 983">
            <a:extLst>
              <a:ext uri="{FF2B5EF4-FFF2-40B4-BE49-F238E27FC236}">
                <a16:creationId xmlns:a16="http://schemas.microsoft.com/office/drawing/2014/main" id="{CF1D72A0-6532-8494-BCDD-73478B2C6B63}"/>
              </a:ext>
            </a:extLst>
          </p:cNvPr>
          <p:cNvSpPr/>
          <p:nvPr/>
        </p:nvSpPr>
        <p:spPr>
          <a:xfrm>
            <a:off x="5952128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5" name="Rectangle 984">
            <a:extLst>
              <a:ext uri="{FF2B5EF4-FFF2-40B4-BE49-F238E27FC236}">
                <a16:creationId xmlns:a16="http://schemas.microsoft.com/office/drawing/2014/main" id="{0E6F950E-43E9-3169-A3D3-4142B6E43DDA}"/>
              </a:ext>
            </a:extLst>
          </p:cNvPr>
          <p:cNvSpPr/>
          <p:nvPr/>
        </p:nvSpPr>
        <p:spPr>
          <a:xfrm>
            <a:off x="6250520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86" name="Rectangle 985">
            <a:extLst>
              <a:ext uri="{FF2B5EF4-FFF2-40B4-BE49-F238E27FC236}">
                <a16:creationId xmlns:a16="http://schemas.microsoft.com/office/drawing/2014/main" id="{7E4B9722-BC4A-BAC2-C749-57EAE526E94D}"/>
              </a:ext>
            </a:extLst>
          </p:cNvPr>
          <p:cNvSpPr/>
          <p:nvPr/>
        </p:nvSpPr>
        <p:spPr>
          <a:xfrm>
            <a:off x="6548912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87" name="Rectangle 986">
            <a:extLst>
              <a:ext uri="{FF2B5EF4-FFF2-40B4-BE49-F238E27FC236}">
                <a16:creationId xmlns:a16="http://schemas.microsoft.com/office/drawing/2014/main" id="{9D43D1FC-AD64-C76D-64BD-C80251AFE1DF}"/>
              </a:ext>
            </a:extLst>
          </p:cNvPr>
          <p:cNvSpPr/>
          <p:nvPr/>
        </p:nvSpPr>
        <p:spPr>
          <a:xfrm>
            <a:off x="6847304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88" name="Rectangle 987">
            <a:extLst>
              <a:ext uri="{FF2B5EF4-FFF2-40B4-BE49-F238E27FC236}">
                <a16:creationId xmlns:a16="http://schemas.microsoft.com/office/drawing/2014/main" id="{ED001813-0BA8-F90C-9DF8-8F89C2DC1C4D}"/>
              </a:ext>
            </a:extLst>
          </p:cNvPr>
          <p:cNvSpPr/>
          <p:nvPr/>
        </p:nvSpPr>
        <p:spPr>
          <a:xfrm>
            <a:off x="7145696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89" name="Rectangle 988">
            <a:extLst>
              <a:ext uri="{FF2B5EF4-FFF2-40B4-BE49-F238E27FC236}">
                <a16:creationId xmlns:a16="http://schemas.microsoft.com/office/drawing/2014/main" id="{D588E822-2589-4519-B2DB-85C5CA43CC1E}"/>
              </a:ext>
            </a:extLst>
          </p:cNvPr>
          <p:cNvSpPr/>
          <p:nvPr/>
        </p:nvSpPr>
        <p:spPr>
          <a:xfrm>
            <a:off x="7444089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7C8FB1DA-35AA-AD59-6F86-3EF5C6640E54}"/>
              </a:ext>
            </a:extLst>
          </p:cNvPr>
          <p:cNvSpPr/>
          <p:nvPr/>
        </p:nvSpPr>
        <p:spPr>
          <a:xfrm>
            <a:off x="7742481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811323D8-452E-0F84-37E6-86A118889E8D}"/>
              </a:ext>
            </a:extLst>
          </p:cNvPr>
          <p:cNvSpPr/>
          <p:nvPr/>
        </p:nvSpPr>
        <p:spPr>
          <a:xfrm>
            <a:off x="8040873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D59A569C-977B-670C-79DA-59834B947577}"/>
              </a:ext>
            </a:extLst>
          </p:cNvPr>
          <p:cNvSpPr/>
          <p:nvPr/>
        </p:nvSpPr>
        <p:spPr>
          <a:xfrm>
            <a:off x="8339265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73B4E481-DBA9-B777-232A-53C5DDBA56DA}"/>
              </a:ext>
            </a:extLst>
          </p:cNvPr>
          <p:cNvSpPr/>
          <p:nvPr/>
        </p:nvSpPr>
        <p:spPr>
          <a:xfrm>
            <a:off x="8637658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D4212A30-F1EF-7528-E278-AAA0CE642144}"/>
              </a:ext>
            </a:extLst>
          </p:cNvPr>
          <p:cNvSpPr/>
          <p:nvPr/>
        </p:nvSpPr>
        <p:spPr>
          <a:xfrm>
            <a:off x="8936050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C56283B3-ABC4-6960-B78D-A2F753150A68}"/>
              </a:ext>
            </a:extLst>
          </p:cNvPr>
          <p:cNvSpPr/>
          <p:nvPr/>
        </p:nvSpPr>
        <p:spPr>
          <a:xfrm>
            <a:off x="9234442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979" name="Oval 978">
            <a:extLst>
              <a:ext uri="{FF2B5EF4-FFF2-40B4-BE49-F238E27FC236}">
                <a16:creationId xmlns:a16="http://schemas.microsoft.com/office/drawing/2014/main" id="{C8156D3A-4EFB-3829-B31A-A6425172049A}"/>
              </a:ext>
            </a:extLst>
          </p:cNvPr>
          <p:cNvSpPr/>
          <p:nvPr/>
        </p:nvSpPr>
        <p:spPr>
          <a:xfrm>
            <a:off x="7104474" y="5929689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75669342-ACBE-5200-1060-E763463E10B6}"/>
              </a:ext>
            </a:extLst>
          </p:cNvPr>
          <p:cNvSpPr/>
          <p:nvPr/>
        </p:nvSpPr>
        <p:spPr>
          <a:xfrm>
            <a:off x="475855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D933C796-215F-880B-83AE-79981201018D}"/>
              </a:ext>
            </a:extLst>
          </p:cNvPr>
          <p:cNvSpPr/>
          <p:nvPr/>
        </p:nvSpPr>
        <p:spPr>
          <a:xfrm>
            <a:off x="505695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31E2837E-5151-432B-A627-31124F0500CE}"/>
              </a:ext>
            </a:extLst>
          </p:cNvPr>
          <p:cNvSpPr/>
          <p:nvPr/>
        </p:nvSpPr>
        <p:spPr>
          <a:xfrm>
            <a:off x="535534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01442E3F-A9C9-5DAF-F168-2E5E18CEC6C3}"/>
              </a:ext>
            </a:extLst>
          </p:cNvPr>
          <p:cNvSpPr/>
          <p:nvPr/>
        </p:nvSpPr>
        <p:spPr>
          <a:xfrm>
            <a:off x="565373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E084580E-F84E-822D-4E18-1CF307F33454}"/>
              </a:ext>
            </a:extLst>
          </p:cNvPr>
          <p:cNvSpPr/>
          <p:nvPr/>
        </p:nvSpPr>
        <p:spPr>
          <a:xfrm>
            <a:off x="595212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F169E748-541F-2E4C-EFD3-2776A58A7DBB}"/>
              </a:ext>
            </a:extLst>
          </p:cNvPr>
          <p:cNvSpPr/>
          <p:nvPr/>
        </p:nvSpPr>
        <p:spPr>
          <a:xfrm>
            <a:off x="625052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E3499100-3937-5139-87A6-B820E38B06CE}"/>
              </a:ext>
            </a:extLst>
          </p:cNvPr>
          <p:cNvSpPr/>
          <p:nvPr/>
        </p:nvSpPr>
        <p:spPr>
          <a:xfrm>
            <a:off x="654891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9B97A7E1-D48A-D9C1-CDC6-963FE26DBDE5}"/>
              </a:ext>
            </a:extLst>
          </p:cNvPr>
          <p:cNvSpPr/>
          <p:nvPr/>
        </p:nvSpPr>
        <p:spPr>
          <a:xfrm>
            <a:off x="6847304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0AF01383-8097-5B61-C260-4C7A64A48715}"/>
              </a:ext>
            </a:extLst>
          </p:cNvPr>
          <p:cNvSpPr/>
          <p:nvPr/>
        </p:nvSpPr>
        <p:spPr>
          <a:xfrm>
            <a:off x="714569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EE0A2754-650C-E652-143A-81872CD9F94B}"/>
              </a:ext>
            </a:extLst>
          </p:cNvPr>
          <p:cNvSpPr/>
          <p:nvPr/>
        </p:nvSpPr>
        <p:spPr>
          <a:xfrm>
            <a:off x="744408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22EE7B60-A98A-1BD4-C85E-B0416E3D0C74}"/>
              </a:ext>
            </a:extLst>
          </p:cNvPr>
          <p:cNvSpPr/>
          <p:nvPr/>
        </p:nvSpPr>
        <p:spPr>
          <a:xfrm>
            <a:off x="774248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28CE3002-50B3-51B8-F5B4-CF3E76D81458}"/>
              </a:ext>
            </a:extLst>
          </p:cNvPr>
          <p:cNvSpPr/>
          <p:nvPr/>
        </p:nvSpPr>
        <p:spPr>
          <a:xfrm>
            <a:off x="804087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D549315A-5459-CCE0-0550-1D69AF0E4BEF}"/>
              </a:ext>
            </a:extLst>
          </p:cNvPr>
          <p:cNvSpPr/>
          <p:nvPr/>
        </p:nvSpPr>
        <p:spPr>
          <a:xfrm>
            <a:off x="8339265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75521500-F210-0AA7-EB19-F17B8C08268C}"/>
              </a:ext>
            </a:extLst>
          </p:cNvPr>
          <p:cNvSpPr/>
          <p:nvPr/>
        </p:nvSpPr>
        <p:spPr>
          <a:xfrm>
            <a:off x="863765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CEE693A0-975C-71B5-6D6F-1BD00E27FE96}"/>
              </a:ext>
            </a:extLst>
          </p:cNvPr>
          <p:cNvSpPr/>
          <p:nvPr/>
        </p:nvSpPr>
        <p:spPr>
          <a:xfrm>
            <a:off x="893605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2FD42A5F-9A3F-5228-13C0-C4433BF18799}"/>
              </a:ext>
            </a:extLst>
          </p:cNvPr>
          <p:cNvSpPr/>
          <p:nvPr/>
        </p:nvSpPr>
        <p:spPr>
          <a:xfrm>
            <a:off x="923444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01" name="Oval 1000">
            <a:extLst>
              <a:ext uri="{FF2B5EF4-FFF2-40B4-BE49-F238E27FC236}">
                <a16:creationId xmlns:a16="http://schemas.microsoft.com/office/drawing/2014/main" id="{70B692AE-4A44-E3BD-8913-8B9514B78D12}"/>
              </a:ext>
            </a:extLst>
          </p:cNvPr>
          <p:cNvSpPr/>
          <p:nvPr/>
        </p:nvSpPr>
        <p:spPr>
          <a:xfrm>
            <a:off x="7104474" y="661718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22" name="Straight Connector 1021">
            <a:extLst>
              <a:ext uri="{FF2B5EF4-FFF2-40B4-BE49-F238E27FC236}">
                <a16:creationId xmlns:a16="http://schemas.microsoft.com/office/drawing/2014/main" id="{94E9FB16-CA29-F899-F709-E72807F6A4A7}"/>
              </a:ext>
            </a:extLst>
          </p:cNvPr>
          <p:cNvCxnSpPr>
            <a:cxnSpLocks/>
          </p:cNvCxnSpPr>
          <p:nvPr/>
        </p:nvCxnSpPr>
        <p:spPr>
          <a:xfrm flipH="1">
            <a:off x="4281240" y="303809"/>
            <a:ext cx="0" cy="634195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95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rrow: Down 18">
            <a:extLst>
              <a:ext uri="{FF2B5EF4-FFF2-40B4-BE49-F238E27FC236}">
                <a16:creationId xmlns:a16="http://schemas.microsoft.com/office/drawing/2014/main" id="{52D09EFB-9BBE-51DD-E5A7-5103A9550FA4}"/>
              </a:ext>
            </a:extLst>
          </p:cNvPr>
          <p:cNvSpPr/>
          <p:nvPr/>
        </p:nvSpPr>
        <p:spPr>
          <a:xfrm>
            <a:off x="1386401" y="584700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C0B40C-33F6-15F9-7DFB-240683F5D0F2}"/>
              </a:ext>
            </a:extLst>
          </p:cNvPr>
          <p:cNvSpPr txBox="1"/>
          <p:nvPr/>
        </p:nvSpPr>
        <p:spPr>
          <a:xfrm>
            <a:off x="1807076" y="593935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A22BC9-F7CD-B336-5C05-7540A683EED8}"/>
              </a:ext>
            </a:extLst>
          </p:cNvPr>
          <p:cNvSpPr/>
          <p:nvPr/>
        </p:nvSpPr>
        <p:spPr>
          <a:xfrm>
            <a:off x="24370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2FCC6-6883-66E0-3A34-3EB75B98AD8A}"/>
              </a:ext>
            </a:extLst>
          </p:cNvPr>
          <p:cNvSpPr/>
          <p:nvPr/>
        </p:nvSpPr>
        <p:spPr>
          <a:xfrm>
            <a:off x="54210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B7221-3333-D8CB-9798-EA556264C35C}"/>
              </a:ext>
            </a:extLst>
          </p:cNvPr>
          <p:cNvSpPr/>
          <p:nvPr/>
        </p:nvSpPr>
        <p:spPr>
          <a:xfrm>
            <a:off x="84049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3A9F05-2FC9-ED09-CCD7-A2B2A7E0E9E4}"/>
              </a:ext>
            </a:extLst>
          </p:cNvPr>
          <p:cNvSpPr/>
          <p:nvPr/>
        </p:nvSpPr>
        <p:spPr>
          <a:xfrm>
            <a:off x="113888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35F95-B72E-61F2-6EAE-447573229893}"/>
              </a:ext>
            </a:extLst>
          </p:cNvPr>
          <p:cNvSpPr/>
          <p:nvPr/>
        </p:nvSpPr>
        <p:spPr>
          <a:xfrm>
            <a:off x="143727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15123-6575-C70E-E486-81A358E77034}"/>
              </a:ext>
            </a:extLst>
          </p:cNvPr>
          <p:cNvSpPr/>
          <p:nvPr/>
        </p:nvSpPr>
        <p:spPr>
          <a:xfrm>
            <a:off x="173567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2B940F-B1E4-3AAC-A13E-2738A5832021}"/>
              </a:ext>
            </a:extLst>
          </p:cNvPr>
          <p:cNvSpPr/>
          <p:nvPr/>
        </p:nvSpPr>
        <p:spPr>
          <a:xfrm>
            <a:off x="203406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B19C14-530D-694C-22B0-B0F0B667CE88}"/>
              </a:ext>
            </a:extLst>
          </p:cNvPr>
          <p:cNvSpPr/>
          <p:nvPr/>
        </p:nvSpPr>
        <p:spPr>
          <a:xfrm>
            <a:off x="2332454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A22D8B-E6AE-7AC1-EB5C-AA04617D4BB5}"/>
              </a:ext>
            </a:extLst>
          </p:cNvPr>
          <p:cNvSpPr/>
          <p:nvPr/>
        </p:nvSpPr>
        <p:spPr>
          <a:xfrm>
            <a:off x="263084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933A5B-7042-0305-30F5-7EA5715563F0}"/>
              </a:ext>
            </a:extLst>
          </p:cNvPr>
          <p:cNvSpPr/>
          <p:nvPr/>
        </p:nvSpPr>
        <p:spPr>
          <a:xfrm>
            <a:off x="292923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BA24F1-7945-7166-2EDD-C6ED060C7373}"/>
              </a:ext>
            </a:extLst>
          </p:cNvPr>
          <p:cNvSpPr/>
          <p:nvPr/>
        </p:nvSpPr>
        <p:spPr>
          <a:xfrm>
            <a:off x="322763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613DA0-4043-AD16-205F-9CA6D3395EF6}"/>
              </a:ext>
            </a:extLst>
          </p:cNvPr>
          <p:cNvSpPr/>
          <p:nvPr/>
        </p:nvSpPr>
        <p:spPr>
          <a:xfrm>
            <a:off x="352602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45C7807C-2AAA-74B7-C35D-17ED0BAD1632}"/>
              </a:ext>
            </a:extLst>
          </p:cNvPr>
          <p:cNvSpPr txBox="1"/>
          <p:nvPr/>
        </p:nvSpPr>
        <p:spPr>
          <a:xfrm>
            <a:off x="820816" y="-23034"/>
            <a:ext cx="28664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MEGA </a:t>
            </a: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tencil" panose="040409050D0802020404" pitchFamily="82" charset="0"/>
                <a:ea typeface="+mn-ea"/>
                <a:cs typeface="+mn-cs"/>
              </a:rPr>
              <a:t>көбөйтүү жана бөлүү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sp>
        <p:nvSpPr>
          <p:cNvPr id="313" name="Arrow: Down 312">
            <a:extLst>
              <a:ext uri="{FF2B5EF4-FFF2-40B4-BE49-F238E27FC236}">
                <a16:creationId xmlns:a16="http://schemas.microsoft.com/office/drawing/2014/main" id="{1F0F7355-72CD-AE68-676B-522CAA48D670}"/>
              </a:ext>
            </a:extLst>
          </p:cNvPr>
          <p:cNvSpPr/>
          <p:nvPr/>
        </p:nvSpPr>
        <p:spPr>
          <a:xfrm>
            <a:off x="1386401" y="1272194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72E43683-D95B-AD17-1DC3-4D567CF6E364}"/>
              </a:ext>
            </a:extLst>
          </p:cNvPr>
          <p:cNvSpPr txBox="1"/>
          <p:nvPr/>
        </p:nvSpPr>
        <p:spPr>
          <a:xfrm>
            <a:off x="1807076" y="1281429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10</a:t>
            </a: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3A1ABA9E-E8C6-07BB-F089-57B09AEF4B29}"/>
              </a:ext>
            </a:extLst>
          </p:cNvPr>
          <p:cNvSpPr/>
          <p:nvPr/>
        </p:nvSpPr>
        <p:spPr>
          <a:xfrm>
            <a:off x="243709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DB79878F-69E8-C1C5-1234-62A5CF7AC4C0}"/>
              </a:ext>
            </a:extLst>
          </p:cNvPr>
          <p:cNvSpPr/>
          <p:nvPr/>
        </p:nvSpPr>
        <p:spPr>
          <a:xfrm>
            <a:off x="542101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7EF3F95F-BE1E-1DD9-35F1-E09D9D430036}"/>
              </a:ext>
            </a:extLst>
          </p:cNvPr>
          <p:cNvSpPr/>
          <p:nvPr/>
        </p:nvSpPr>
        <p:spPr>
          <a:xfrm>
            <a:off x="840493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F94D7BD8-8A7A-0AAE-C25A-40B09395367B}"/>
              </a:ext>
            </a:extLst>
          </p:cNvPr>
          <p:cNvSpPr/>
          <p:nvPr/>
        </p:nvSpPr>
        <p:spPr>
          <a:xfrm>
            <a:off x="1138886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37074A9-7E66-1FB1-AF2F-BD8151EE2780}"/>
              </a:ext>
            </a:extLst>
          </p:cNvPr>
          <p:cNvSpPr/>
          <p:nvPr/>
        </p:nvSpPr>
        <p:spPr>
          <a:xfrm>
            <a:off x="1437278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1B536001-D536-B30A-904B-FB8A74F7A6C9}"/>
              </a:ext>
            </a:extLst>
          </p:cNvPr>
          <p:cNvSpPr/>
          <p:nvPr/>
        </p:nvSpPr>
        <p:spPr>
          <a:xfrm>
            <a:off x="1735670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E9B58D57-6E2C-4344-A82C-660ED98BA43B}"/>
              </a:ext>
            </a:extLst>
          </p:cNvPr>
          <p:cNvSpPr/>
          <p:nvPr/>
        </p:nvSpPr>
        <p:spPr>
          <a:xfrm>
            <a:off x="2034062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E32DB056-332E-564C-3243-7A5A0E25588C}"/>
              </a:ext>
            </a:extLst>
          </p:cNvPr>
          <p:cNvSpPr/>
          <p:nvPr/>
        </p:nvSpPr>
        <p:spPr>
          <a:xfrm>
            <a:off x="2332454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77778EFC-7050-EEE8-867B-8C413B7296EB}"/>
              </a:ext>
            </a:extLst>
          </p:cNvPr>
          <p:cNvSpPr/>
          <p:nvPr/>
        </p:nvSpPr>
        <p:spPr>
          <a:xfrm>
            <a:off x="2630846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9E17161-B9F7-1C60-D8D5-7F4FDBD0EB26}"/>
              </a:ext>
            </a:extLst>
          </p:cNvPr>
          <p:cNvSpPr/>
          <p:nvPr/>
        </p:nvSpPr>
        <p:spPr>
          <a:xfrm>
            <a:off x="2929238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3618185C-E03A-0117-0DB4-74582D07628E}"/>
              </a:ext>
            </a:extLst>
          </p:cNvPr>
          <p:cNvSpPr/>
          <p:nvPr/>
        </p:nvSpPr>
        <p:spPr>
          <a:xfrm>
            <a:off x="3227631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ADB5536-314D-910B-94C7-E560528D3FDE}"/>
              </a:ext>
            </a:extLst>
          </p:cNvPr>
          <p:cNvSpPr/>
          <p:nvPr/>
        </p:nvSpPr>
        <p:spPr>
          <a:xfrm>
            <a:off x="3526023" y="100926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9" name="Arrow: Down 328">
            <a:extLst>
              <a:ext uri="{FF2B5EF4-FFF2-40B4-BE49-F238E27FC236}">
                <a16:creationId xmlns:a16="http://schemas.microsoft.com/office/drawing/2014/main" id="{BDAA78DF-BE62-F1D4-A9FD-C11E668B912B}"/>
              </a:ext>
            </a:extLst>
          </p:cNvPr>
          <p:cNvSpPr/>
          <p:nvPr/>
        </p:nvSpPr>
        <p:spPr>
          <a:xfrm>
            <a:off x="1386401" y="1959688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B5FAE8A8-36BF-2A37-30D4-79893A1A673E}"/>
              </a:ext>
            </a:extLst>
          </p:cNvPr>
          <p:cNvSpPr txBox="1"/>
          <p:nvPr/>
        </p:nvSpPr>
        <p:spPr>
          <a:xfrm>
            <a:off x="1807076" y="196892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10</a:t>
            </a: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D1F5CD8-DE21-8379-1706-A17E0E297C5A}"/>
              </a:ext>
            </a:extLst>
          </p:cNvPr>
          <p:cNvSpPr/>
          <p:nvPr/>
        </p:nvSpPr>
        <p:spPr>
          <a:xfrm>
            <a:off x="243709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38DEB1B-35B8-92B0-FAC5-647BB617C209}"/>
              </a:ext>
            </a:extLst>
          </p:cNvPr>
          <p:cNvSpPr/>
          <p:nvPr/>
        </p:nvSpPr>
        <p:spPr>
          <a:xfrm>
            <a:off x="542101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08869B15-310E-6413-9A5C-A79BAE85395C}"/>
              </a:ext>
            </a:extLst>
          </p:cNvPr>
          <p:cNvSpPr/>
          <p:nvPr/>
        </p:nvSpPr>
        <p:spPr>
          <a:xfrm>
            <a:off x="840493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C143E53B-C334-BD78-D5FB-5FE041B085E5}"/>
              </a:ext>
            </a:extLst>
          </p:cNvPr>
          <p:cNvSpPr/>
          <p:nvPr/>
        </p:nvSpPr>
        <p:spPr>
          <a:xfrm>
            <a:off x="1138886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C554A4C5-3B48-27CF-808C-9F15965FA48B}"/>
              </a:ext>
            </a:extLst>
          </p:cNvPr>
          <p:cNvSpPr/>
          <p:nvPr/>
        </p:nvSpPr>
        <p:spPr>
          <a:xfrm>
            <a:off x="1437278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BA2704A3-51C4-93E1-9A19-73AD720E7604}"/>
              </a:ext>
            </a:extLst>
          </p:cNvPr>
          <p:cNvSpPr/>
          <p:nvPr/>
        </p:nvSpPr>
        <p:spPr>
          <a:xfrm>
            <a:off x="1735670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AD2592F-B9F9-5169-A656-980F915B02FA}"/>
              </a:ext>
            </a:extLst>
          </p:cNvPr>
          <p:cNvSpPr/>
          <p:nvPr/>
        </p:nvSpPr>
        <p:spPr>
          <a:xfrm>
            <a:off x="2034062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3706452D-B0B0-B566-489F-EB04032807BE}"/>
              </a:ext>
            </a:extLst>
          </p:cNvPr>
          <p:cNvSpPr/>
          <p:nvPr/>
        </p:nvSpPr>
        <p:spPr>
          <a:xfrm>
            <a:off x="2332454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BF4FBE7B-3D25-AF0D-3812-49CB4D79943D}"/>
              </a:ext>
            </a:extLst>
          </p:cNvPr>
          <p:cNvSpPr/>
          <p:nvPr/>
        </p:nvSpPr>
        <p:spPr>
          <a:xfrm>
            <a:off x="2630846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223D5690-3F86-FBDC-22C3-1F1AF0326161}"/>
              </a:ext>
            </a:extLst>
          </p:cNvPr>
          <p:cNvSpPr/>
          <p:nvPr/>
        </p:nvSpPr>
        <p:spPr>
          <a:xfrm>
            <a:off x="2929238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A8E54865-7B85-A3BE-1298-6B22D1D8BEFA}"/>
              </a:ext>
            </a:extLst>
          </p:cNvPr>
          <p:cNvSpPr/>
          <p:nvPr/>
        </p:nvSpPr>
        <p:spPr>
          <a:xfrm>
            <a:off x="3227631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5C27862E-A709-2FC3-A45A-E8604D73C702}"/>
              </a:ext>
            </a:extLst>
          </p:cNvPr>
          <p:cNvSpPr/>
          <p:nvPr/>
        </p:nvSpPr>
        <p:spPr>
          <a:xfrm>
            <a:off x="3526023" y="169675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5" name="Arrow: Down 344">
            <a:extLst>
              <a:ext uri="{FF2B5EF4-FFF2-40B4-BE49-F238E27FC236}">
                <a16:creationId xmlns:a16="http://schemas.microsoft.com/office/drawing/2014/main" id="{8709160A-6E3C-C8F7-C480-4CA43FC41E2E}"/>
              </a:ext>
            </a:extLst>
          </p:cNvPr>
          <p:cNvSpPr/>
          <p:nvPr/>
        </p:nvSpPr>
        <p:spPr>
          <a:xfrm>
            <a:off x="1386401" y="2647182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9D85A6F8-7B98-4A7A-5D21-D322A8CABAF7}"/>
              </a:ext>
            </a:extLst>
          </p:cNvPr>
          <p:cNvSpPr txBox="1"/>
          <p:nvPr/>
        </p:nvSpPr>
        <p:spPr>
          <a:xfrm>
            <a:off x="1767803" y="2656417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100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50C4DAFF-454D-EF3D-1E65-934D82D6BA7B}"/>
              </a:ext>
            </a:extLst>
          </p:cNvPr>
          <p:cNvSpPr/>
          <p:nvPr/>
        </p:nvSpPr>
        <p:spPr>
          <a:xfrm>
            <a:off x="243709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F5F59769-4A08-A170-B7D4-869178A100DC}"/>
              </a:ext>
            </a:extLst>
          </p:cNvPr>
          <p:cNvSpPr/>
          <p:nvPr/>
        </p:nvSpPr>
        <p:spPr>
          <a:xfrm>
            <a:off x="542101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1DBF73AE-2949-20BB-3D26-EDE706C6801B}"/>
              </a:ext>
            </a:extLst>
          </p:cNvPr>
          <p:cNvSpPr/>
          <p:nvPr/>
        </p:nvSpPr>
        <p:spPr>
          <a:xfrm>
            <a:off x="840493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3F8C4C27-00F5-9EAC-E93A-475502A95937}"/>
              </a:ext>
            </a:extLst>
          </p:cNvPr>
          <p:cNvSpPr/>
          <p:nvPr/>
        </p:nvSpPr>
        <p:spPr>
          <a:xfrm>
            <a:off x="1138886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882F6587-D585-7225-1475-B24B8AFD0FC9}"/>
              </a:ext>
            </a:extLst>
          </p:cNvPr>
          <p:cNvSpPr/>
          <p:nvPr/>
        </p:nvSpPr>
        <p:spPr>
          <a:xfrm>
            <a:off x="1437278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3FA24987-6606-E6D6-76F8-BD3E35FAD9C5}"/>
              </a:ext>
            </a:extLst>
          </p:cNvPr>
          <p:cNvSpPr/>
          <p:nvPr/>
        </p:nvSpPr>
        <p:spPr>
          <a:xfrm>
            <a:off x="1735670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6B6D3809-3810-A62B-AF67-B2E6071A6020}"/>
              </a:ext>
            </a:extLst>
          </p:cNvPr>
          <p:cNvSpPr/>
          <p:nvPr/>
        </p:nvSpPr>
        <p:spPr>
          <a:xfrm>
            <a:off x="2034062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C7578E72-83C9-4D49-1451-49B18F271A8C}"/>
              </a:ext>
            </a:extLst>
          </p:cNvPr>
          <p:cNvSpPr/>
          <p:nvPr/>
        </p:nvSpPr>
        <p:spPr>
          <a:xfrm>
            <a:off x="2332454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7D64A0F9-AAB2-F046-113E-58A57517571A}"/>
              </a:ext>
            </a:extLst>
          </p:cNvPr>
          <p:cNvSpPr/>
          <p:nvPr/>
        </p:nvSpPr>
        <p:spPr>
          <a:xfrm>
            <a:off x="2630846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642C4D12-62E5-C418-8A59-261DB8D1A4E2}"/>
              </a:ext>
            </a:extLst>
          </p:cNvPr>
          <p:cNvSpPr/>
          <p:nvPr/>
        </p:nvSpPr>
        <p:spPr>
          <a:xfrm>
            <a:off x="2929238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1326DEC0-0C69-54A4-6EDF-B9932256CBFE}"/>
              </a:ext>
            </a:extLst>
          </p:cNvPr>
          <p:cNvSpPr/>
          <p:nvPr/>
        </p:nvSpPr>
        <p:spPr>
          <a:xfrm>
            <a:off x="3227631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C13417AE-7F7D-2E17-5682-1801A71D6C82}"/>
              </a:ext>
            </a:extLst>
          </p:cNvPr>
          <p:cNvSpPr/>
          <p:nvPr/>
        </p:nvSpPr>
        <p:spPr>
          <a:xfrm>
            <a:off x="3526023" y="238425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1" name="Arrow: Down 360">
            <a:extLst>
              <a:ext uri="{FF2B5EF4-FFF2-40B4-BE49-F238E27FC236}">
                <a16:creationId xmlns:a16="http://schemas.microsoft.com/office/drawing/2014/main" id="{3B2DAED6-E705-5D65-EF6E-2860C438CA6B}"/>
              </a:ext>
            </a:extLst>
          </p:cNvPr>
          <p:cNvSpPr/>
          <p:nvPr/>
        </p:nvSpPr>
        <p:spPr>
          <a:xfrm>
            <a:off x="1386401" y="3334676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C26EE057-0935-742D-B795-E3641E819C1D}"/>
              </a:ext>
            </a:extLst>
          </p:cNvPr>
          <p:cNvSpPr txBox="1"/>
          <p:nvPr/>
        </p:nvSpPr>
        <p:spPr>
          <a:xfrm>
            <a:off x="1767802" y="3343911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100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312B941B-56EC-9EB3-CDCA-C4DB1EAE2157}"/>
              </a:ext>
            </a:extLst>
          </p:cNvPr>
          <p:cNvSpPr/>
          <p:nvPr/>
        </p:nvSpPr>
        <p:spPr>
          <a:xfrm>
            <a:off x="243709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100C390C-BBEF-57FC-7506-0613DE03A400}"/>
              </a:ext>
            </a:extLst>
          </p:cNvPr>
          <p:cNvSpPr/>
          <p:nvPr/>
        </p:nvSpPr>
        <p:spPr>
          <a:xfrm>
            <a:off x="542101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83BA4C75-2717-83BE-5BF9-6BF27A5E98CF}"/>
              </a:ext>
            </a:extLst>
          </p:cNvPr>
          <p:cNvSpPr/>
          <p:nvPr/>
        </p:nvSpPr>
        <p:spPr>
          <a:xfrm>
            <a:off x="840493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54D0BCCA-566B-0BE9-EDC5-61F4AC9600DE}"/>
              </a:ext>
            </a:extLst>
          </p:cNvPr>
          <p:cNvSpPr/>
          <p:nvPr/>
        </p:nvSpPr>
        <p:spPr>
          <a:xfrm>
            <a:off x="1138886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5E38CD67-606B-9AF5-1383-1C0D78134D12}"/>
              </a:ext>
            </a:extLst>
          </p:cNvPr>
          <p:cNvSpPr/>
          <p:nvPr/>
        </p:nvSpPr>
        <p:spPr>
          <a:xfrm>
            <a:off x="1437278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0BCAB76F-561B-DC1C-A98C-860D5302FBC8}"/>
              </a:ext>
            </a:extLst>
          </p:cNvPr>
          <p:cNvSpPr/>
          <p:nvPr/>
        </p:nvSpPr>
        <p:spPr>
          <a:xfrm>
            <a:off x="1735670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DB731049-C3BB-54F7-D4E0-A23B1E3AE965}"/>
              </a:ext>
            </a:extLst>
          </p:cNvPr>
          <p:cNvSpPr/>
          <p:nvPr/>
        </p:nvSpPr>
        <p:spPr>
          <a:xfrm>
            <a:off x="2034062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965A8202-6C33-22AA-B914-8A2D111ADE59}"/>
              </a:ext>
            </a:extLst>
          </p:cNvPr>
          <p:cNvSpPr/>
          <p:nvPr/>
        </p:nvSpPr>
        <p:spPr>
          <a:xfrm>
            <a:off x="2332454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5F785626-FD0F-F9D6-AA9A-768C21469B0C}"/>
              </a:ext>
            </a:extLst>
          </p:cNvPr>
          <p:cNvSpPr/>
          <p:nvPr/>
        </p:nvSpPr>
        <p:spPr>
          <a:xfrm>
            <a:off x="2630846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B4625DCD-BF63-04A2-8E89-335C957E4F58}"/>
              </a:ext>
            </a:extLst>
          </p:cNvPr>
          <p:cNvSpPr/>
          <p:nvPr/>
        </p:nvSpPr>
        <p:spPr>
          <a:xfrm>
            <a:off x="2929238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5D54806-AB15-CD30-5540-A14B3456A9B2}"/>
              </a:ext>
            </a:extLst>
          </p:cNvPr>
          <p:cNvSpPr/>
          <p:nvPr/>
        </p:nvSpPr>
        <p:spPr>
          <a:xfrm>
            <a:off x="3227631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B063BDF3-B278-F5F2-9BFC-68C52E639835}"/>
              </a:ext>
            </a:extLst>
          </p:cNvPr>
          <p:cNvSpPr/>
          <p:nvPr/>
        </p:nvSpPr>
        <p:spPr>
          <a:xfrm>
            <a:off x="3526023" y="307174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7" name="Arrow: Down 376">
            <a:extLst>
              <a:ext uri="{FF2B5EF4-FFF2-40B4-BE49-F238E27FC236}">
                <a16:creationId xmlns:a16="http://schemas.microsoft.com/office/drawing/2014/main" id="{497A05B6-54B6-5F71-AE75-B5A2201BA7EA}"/>
              </a:ext>
            </a:extLst>
          </p:cNvPr>
          <p:cNvSpPr/>
          <p:nvPr/>
        </p:nvSpPr>
        <p:spPr>
          <a:xfrm>
            <a:off x="1386401" y="4022170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88FCC74B-B124-62EB-FB86-55AABFF82D9B}"/>
              </a:ext>
            </a:extLst>
          </p:cNvPr>
          <p:cNvSpPr txBox="1"/>
          <p:nvPr/>
        </p:nvSpPr>
        <p:spPr>
          <a:xfrm>
            <a:off x="1728528" y="4031405"/>
            <a:ext cx="611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1000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7E9CB2EF-4FD7-2534-BB48-E89CAE67CDA6}"/>
              </a:ext>
            </a:extLst>
          </p:cNvPr>
          <p:cNvSpPr/>
          <p:nvPr/>
        </p:nvSpPr>
        <p:spPr>
          <a:xfrm>
            <a:off x="243709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EBAAFDB-87CA-CF1C-75D6-23610A763F78}"/>
              </a:ext>
            </a:extLst>
          </p:cNvPr>
          <p:cNvSpPr/>
          <p:nvPr/>
        </p:nvSpPr>
        <p:spPr>
          <a:xfrm>
            <a:off x="542101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A5B309F9-BF64-694C-70B4-22FFA8AE4CD1}"/>
              </a:ext>
            </a:extLst>
          </p:cNvPr>
          <p:cNvSpPr/>
          <p:nvPr/>
        </p:nvSpPr>
        <p:spPr>
          <a:xfrm>
            <a:off x="840493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3D5ACEB-78D7-4E03-72E0-76B3207E9E8D}"/>
              </a:ext>
            </a:extLst>
          </p:cNvPr>
          <p:cNvSpPr/>
          <p:nvPr/>
        </p:nvSpPr>
        <p:spPr>
          <a:xfrm>
            <a:off x="1138886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2C490DF9-D507-84FF-1698-9B2E4354CF5A}"/>
              </a:ext>
            </a:extLst>
          </p:cNvPr>
          <p:cNvSpPr/>
          <p:nvPr/>
        </p:nvSpPr>
        <p:spPr>
          <a:xfrm>
            <a:off x="1437278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928CA349-871D-C78B-4A69-10FC038A1E82}"/>
              </a:ext>
            </a:extLst>
          </p:cNvPr>
          <p:cNvSpPr/>
          <p:nvPr/>
        </p:nvSpPr>
        <p:spPr>
          <a:xfrm>
            <a:off x="1735670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AF6C4C15-14EC-D959-670C-5F9971DA58C1}"/>
              </a:ext>
            </a:extLst>
          </p:cNvPr>
          <p:cNvSpPr/>
          <p:nvPr/>
        </p:nvSpPr>
        <p:spPr>
          <a:xfrm>
            <a:off x="2034062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ABC1881E-B1BD-9E3C-3195-EDA4BAD1B51C}"/>
              </a:ext>
            </a:extLst>
          </p:cNvPr>
          <p:cNvSpPr/>
          <p:nvPr/>
        </p:nvSpPr>
        <p:spPr>
          <a:xfrm>
            <a:off x="2332454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B688A0F6-8EE0-9BB6-C12A-D4F3A1C4884D}"/>
              </a:ext>
            </a:extLst>
          </p:cNvPr>
          <p:cNvSpPr/>
          <p:nvPr/>
        </p:nvSpPr>
        <p:spPr>
          <a:xfrm>
            <a:off x="2630846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DFAC8D7-BC7D-641B-1C7A-6D24236F9CF4}"/>
              </a:ext>
            </a:extLst>
          </p:cNvPr>
          <p:cNvSpPr/>
          <p:nvPr/>
        </p:nvSpPr>
        <p:spPr>
          <a:xfrm>
            <a:off x="2929238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DEEA4AE2-0F7D-1709-EF7A-A1FED32A21EA}"/>
              </a:ext>
            </a:extLst>
          </p:cNvPr>
          <p:cNvSpPr/>
          <p:nvPr/>
        </p:nvSpPr>
        <p:spPr>
          <a:xfrm>
            <a:off x="3227631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6203EE04-DFF4-D41C-7AD6-DB7CB0371032}"/>
              </a:ext>
            </a:extLst>
          </p:cNvPr>
          <p:cNvSpPr/>
          <p:nvPr/>
        </p:nvSpPr>
        <p:spPr>
          <a:xfrm>
            <a:off x="3526023" y="375924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3" name="Arrow: Down 392">
            <a:extLst>
              <a:ext uri="{FF2B5EF4-FFF2-40B4-BE49-F238E27FC236}">
                <a16:creationId xmlns:a16="http://schemas.microsoft.com/office/drawing/2014/main" id="{DE7202FC-AE6E-67F9-5891-DD5AFBE5F3F2}"/>
              </a:ext>
            </a:extLst>
          </p:cNvPr>
          <p:cNvSpPr/>
          <p:nvPr/>
        </p:nvSpPr>
        <p:spPr>
          <a:xfrm>
            <a:off x="1386401" y="4709664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F311E634-6D41-7459-28A4-F80C869D6749}"/>
              </a:ext>
            </a:extLst>
          </p:cNvPr>
          <p:cNvSpPr txBox="1"/>
          <p:nvPr/>
        </p:nvSpPr>
        <p:spPr>
          <a:xfrm>
            <a:off x="1767803" y="4718899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100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E714C1B7-0AA7-CEB5-39F8-E70D2E43DEA9}"/>
              </a:ext>
            </a:extLst>
          </p:cNvPr>
          <p:cNvSpPr/>
          <p:nvPr/>
        </p:nvSpPr>
        <p:spPr>
          <a:xfrm>
            <a:off x="243709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992C903C-1EC0-590A-9CF7-E3B0BD2B8416}"/>
              </a:ext>
            </a:extLst>
          </p:cNvPr>
          <p:cNvSpPr/>
          <p:nvPr/>
        </p:nvSpPr>
        <p:spPr>
          <a:xfrm>
            <a:off x="542101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56C5C428-6D08-D22C-CCBD-EF088376B61C}"/>
              </a:ext>
            </a:extLst>
          </p:cNvPr>
          <p:cNvSpPr/>
          <p:nvPr/>
        </p:nvSpPr>
        <p:spPr>
          <a:xfrm>
            <a:off x="840493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3D058E82-CA59-9A7E-CD9A-32D99C39F09C}"/>
              </a:ext>
            </a:extLst>
          </p:cNvPr>
          <p:cNvSpPr/>
          <p:nvPr/>
        </p:nvSpPr>
        <p:spPr>
          <a:xfrm>
            <a:off x="1138886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B78E656D-8E25-3919-FDD3-B104AC0EE70E}"/>
              </a:ext>
            </a:extLst>
          </p:cNvPr>
          <p:cNvSpPr/>
          <p:nvPr/>
        </p:nvSpPr>
        <p:spPr>
          <a:xfrm>
            <a:off x="1437278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F42C1E13-1E6E-6FDB-A835-863BAB51C483}"/>
              </a:ext>
            </a:extLst>
          </p:cNvPr>
          <p:cNvSpPr/>
          <p:nvPr/>
        </p:nvSpPr>
        <p:spPr>
          <a:xfrm>
            <a:off x="1735670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B3069555-DD1C-1D8B-D36C-37DE4B43FAC3}"/>
              </a:ext>
            </a:extLst>
          </p:cNvPr>
          <p:cNvSpPr/>
          <p:nvPr/>
        </p:nvSpPr>
        <p:spPr>
          <a:xfrm>
            <a:off x="2034062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4F47983F-A190-9788-958C-CEB8A33FC0B1}"/>
              </a:ext>
            </a:extLst>
          </p:cNvPr>
          <p:cNvSpPr/>
          <p:nvPr/>
        </p:nvSpPr>
        <p:spPr>
          <a:xfrm>
            <a:off x="2332454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A575FCD2-F9EE-9D07-2662-3E21874F9166}"/>
              </a:ext>
            </a:extLst>
          </p:cNvPr>
          <p:cNvSpPr/>
          <p:nvPr/>
        </p:nvSpPr>
        <p:spPr>
          <a:xfrm>
            <a:off x="2630846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B24E7F81-34BA-C651-CBD1-E1AE65E118F9}"/>
              </a:ext>
            </a:extLst>
          </p:cNvPr>
          <p:cNvSpPr/>
          <p:nvPr/>
        </p:nvSpPr>
        <p:spPr>
          <a:xfrm>
            <a:off x="2929238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9F1F4E7-1C26-1874-3D67-44FBDCBD30C7}"/>
              </a:ext>
            </a:extLst>
          </p:cNvPr>
          <p:cNvSpPr/>
          <p:nvPr/>
        </p:nvSpPr>
        <p:spPr>
          <a:xfrm>
            <a:off x="3227631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34F916FE-2024-5FBA-2F61-CFEF8CE61F00}"/>
              </a:ext>
            </a:extLst>
          </p:cNvPr>
          <p:cNvSpPr/>
          <p:nvPr/>
        </p:nvSpPr>
        <p:spPr>
          <a:xfrm>
            <a:off x="3526023" y="444673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9" name="Arrow: Down 408">
            <a:extLst>
              <a:ext uri="{FF2B5EF4-FFF2-40B4-BE49-F238E27FC236}">
                <a16:creationId xmlns:a16="http://schemas.microsoft.com/office/drawing/2014/main" id="{1BDB6BD4-C845-C666-B1E3-807EFA878C17}"/>
              </a:ext>
            </a:extLst>
          </p:cNvPr>
          <p:cNvSpPr/>
          <p:nvPr/>
        </p:nvSpPr>
        <p:spPr>
          <a:xfrm>
            <a:off x="1386401" y="5397158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CDAE7CFD-108F-5A41-7D5A-B8AAA7AA15FE}"/>
              </a:ext>
            </a:extLst>
          </p:cNvPr>
          <p:cNvSpPr txBox="1"/>
          <p:nvPr/>
        </p:nvSpPr>
        <p:spPr>
          <a:xfrm>
            <a:off x="1728529" y="5406393"/>
            <a:ext cx="611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1000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0D753522-7BA0-8F6E-19AA-DFB9D6531E94}"/>
              </a:ext>
            </a:extLst>
          </p:cNvPr>
          <p:cNvSpPr/>
          <p:nvPr/>
        </p:nvSpPr>
        <p:spPr>
          <a:xfrm>
            <a:off x="243709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8BD393D8-7B3B-89E5-BB13-396114D1A140}"/>
              </a:ext>
            </a:extLst>
          </p:cNvPr>
          <p:cNvSpPr/>
          <p:nvPr/>
        </p:nvSpPr>
        <p:spPr>
          <a:xfrm>
            <a:off x="542101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DF420F78-45DE-686F-A9F7-92DC23C34F11}"/>
              </a:ext>
            </a:extLst>
          </p:cNvPr>
          <p:cNvSpPr/>
          <p:nvPr/>
        </p:nvSpPr>
        <p:spPr>
          <a:xfrm>
            <a:off x="840493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8E8E7843-0AE0-4791-8660-E48AB447EA9A}"/>
              </a:ext>
            </a:extLst>
          </p:cNvPr>
          <p:cNvSpPr/>
          <p:nvPr/>
        </p:nvSpPr>
        <p:spPr>
          <a:xfrm>
            <a:off x="1138886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5CFD0BB-7D8B-CAA6-B38B-D51282D48F7B}"/>
              </a:ext>
            </a:extLst>
          </p:cNvPr>
          <p:cNvSpPr/>
          <p:nvPr/>
        </p:nvSpPr>
        <p:spPr>
          <a:xfrm>
            <a:off x="1437278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331CF2E6-8424-CFDA-73F0-16127F905E7F}"/>
              </a:ext>
            </a:extLst>
          </p:cNvPr>
          <p:cNvSpPr/>
          <p:nvPr/>
        </p:nvSpPr>
        <p:spPr>
          <a:xfrm>
            <a:off x="1735670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D1AF4653-D5CC-3772-407A-A81AA9CCAE0B}"/>
              </a:ext>
            </a:extLst>
          </p:cNvPr>
          <p:cNvSpPr/>
          <p:nvPr/>
        </p:nvSpPr>
        <p:spPr>
          <a:xfrm>
            <a:off x="2034062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455D2A99-5E45-6DD9-9496-EABADCE8B939}"/>
              </a:ext>
            </a:extLst>
          </p:cNvPr>
          <p:cNvSpPr/>
          <p:nvPr/>
        </p:nvSpPr>
        <p:spPr>
          <a:xfrm>
            <a:off x="2332454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73F18B4E-010B-8C39-ABFF-A18A2E903EDF}"/>
              </a:ext>
            </a:extLst>
          </p:cNvPr>
          <p:cNvSpPr/>
          <p:nvPr/>
        </p:nvSpPr>
        <p:spPr>
          <a:xfrm>
            <a:off x="2630846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B355770D-07A5-E9E0-7A87-7AE2289C0953}"/>
              </a:ext>
            </a:extLst>
          </p:cNvPr>
          <p:cNvSpPr/>
          <p:nvPr/>
        </p:nvSpPr>
        <p:spPr>
          <a:xfrm>
            <a:off x="2929238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F504229D-6726-69A4-4653-0DB54815DC6F}"/>
              </a:ext>
            </a:extLst>
          </p:cNvPr>
          <p:cNvSpPr/>
          <p:nvPr/>
        </p:nvSpPr>
        <p:spPr>
          <a:xfrm>
            <a:off x="3227631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BBBAA14D-1004-E3F4-74A9-A9E6F9D447E9}"/>
              </a:ext>
            </a:extLst>
          </p:cNvPr>
          <p:cNvSpPr/>
          <p:nvPr/>
        </p:nvSpPr>
        <p:spPr>
          <a:xfrm>
            <a:off x="3526023" y="51342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5" name="Arrow: Down 424">
            <a:extLst>
              <a:ext uri="{FF2B5EF4-FFF2-40B4-BE49-F238E27FC236}">
                <a16:creationId xmlns:a16="http://schemas.microsoft.com/office/drawing/2014/main" id="{7EEA570E-BFBA-5D27-0BF7-D9AAA541F532}"/>
              </a:ext>
            </a:extLst>
          </p:cNvPr>
          <p:cNvSpPr/>
          <p:nvPr/>
        </p:nvSpPr>
        <p:spPr>
          <a:xfrm>
            <a:off x="1386401" y="6084652"/>
            <a:ext cx="1295323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3059D487-B3FB-3527-1175-FB66AFA6BA37}"/>
              </a:ext>
            </a:extLst>
          </p:cNvPr>
          <p:cNvSpPr txBox="1"/>
          <p:nvPr/>
        </p:nvSpPr>
        <p:spPr>
          <a:xfrm>
            <a:off x="1767803" y="6093887"/>
            <a:ext cx="532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100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DF82B99D-60C3-4261-3E5E-3DB3B4088ECE}"/>
              </a:ext>
            </a:extLst>
          </p:cNvPr>
          <p:cNvSpPr/>
          <p:nvPr/>
        </p:nvSpPr>
        <p:spPr>
          <a:xfrm>
            <a:off x="243709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4042D3A1-C312-8492-BD1A-06E6BA532AEC}"/>
              </a:ext>
            </a:extLst>
          </p:cNvPr>
          <p:cNvSpPr/>
          <p:nvPr/>
        </p:nvSpPr>
        <p:spPr>
          <a:xfrm>
            <a:off x="542101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D4B508EA-18AB-C3B4-C585-8AEE8300DDE0}"/>
              </a:ext>
            </a:extLst>
          </p:cNvPr>
          <p:cNvSpPr/>
          <p:nvPr/>
        </p:nvSpPr>
        <p:spPr>
          <a:xfrm>
            <a:off x="840493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C286DBB3-E5F9-A0CB-932C-6F3BE15181D3}"/>
              </a:ext>
            </a:extLst>
          </p:cNvPr>
          <p:cNvSpPr/>
          <p:nvPr/>
        </p:nvSpPr>
        <p:spPr>
          <a:xfrm>
            <a:off x="1138886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BABB6E65-1A2D-B3AD-6985-BFBB8B727D5F}"/>
              </a:ext>
            </a:extLst>
          </p:cNvPr>
          <p:cNvSpPr/>
          <p:nvPr/>
        </p:nvSpPr>
        <p:spPr>
          <a:xfrm>
            <a:off x="1437278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B94C9334-6108-5C7A-60A0-2FE03C9193E6}"/>
              </a:ext>
            </a:extLst>
          </p:cNvPr>
          <p:cNvSpPr/>
          <p:nvPr/>
        </p:nvSpPr>
        <p:spPr>
          <a:xfrm>
            <a:off x="1735670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96F27FC5-E9C3-2646-4781-5DEB175CAF56}"/>
              </a:ext>
            </a:extLst>
          </p:cNvPr>
          <p:cNvSpPr/>
          <p:nvPr/>
        </p:nvSpPr>
        <p:spPr>
          <a:xfrm>
            <a:off x="2034062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1E92742-9EA5-FED6-E223-16E64C936089}"/>
              </a:ext>
            </a:extLst>
          </p:cNvPr>
          <p:cNvSpPr/>
          <p:nvPr/>
        </p:nvSpPr>
        <p:spPr>
          <a:xfrm>
            <a:off x="2332454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0DF80296-2266-DB56-1911-7BA933122F01}"/>
              </a:ext>
            </a:extLst>
          </p:cNvPr>
          <p:cNvSpPr/>
          <p:nvPr/>
        </p:nvSpPr>
        <p:spPr>
          <a:xfrm>
            <a:off x="2630846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46CB6C9C-8F4C-D6A9-ECD6-F5E50134118E}"/>
              </a:ext>
            </a:extLst>
          </p:cNvPr>
          <p:cNvSpPr/>
          <p:nvPr/>
        </p:nvSpPr>
        <p:spPr>
          <a:xfrm>
            <a:off x="2929238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15540F8-86FC-2E47-FFC1-9A166B391C60}"/>
              </a:ext>
            </a:extLst>
          </p:cNvPr>
          <p:cNvSpPr/>
          <p:nvPr/>
        </p:nvSpPr>
        <p:spPr>
          <a:xfrm>
            <a:off x="3227631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90B04A69-7CD8-65F5-B855-A3D62463B73D}"/>
              </a:ext>
            </a:extLst>
          </p:cNvPr>
          <p:cNvSpPr/>
          <p:nvPr/>
        </p:nvSpPr>
        <p:spPr>
          <a:xfrm>
            <a:off x="3526023" y="582172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65748A17-93EB-1D1B-27F3-1818889A58CF}"/>
              </a:ext>
            </a:extLst>
          </p:cNvPr>
          <p:cNvSpPr/>
          <p:nvPr/>
        </p:nvSpPr>
        <p:spPr>
          <a:xfrm>
            <a:off x="24370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B5E70718-6E76-B7AE-7DFE-8ACF5D80E099}"/>
              </a:ext>
            </a:extLst>
          </p:cNvPr>
          <p:cNvSpPr/>
          <p:nvPr/>
        </p:nvSpPr>
        <p:spPr>
          <a:xfrm>
            <a:off x="54210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7195648-1A7F-5047-4162-0D165B42F339}"/>
              </a:ext>
            </a:extLst>
          </p:cNvPr>
          <p:cNvSpPr/>
          <p:nvPr/>
        </p:nvSpPr>
        <p:spPr>
          <a:xfrm>
            <a:off x="84049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E4155364-F606-3B4F-07C6-051C749EB6B3}"/>
              </a:ext>
            </a:extLst>
          </p:cNvPr>
          <p:cNvSpPr/>
          <p:nvPr/>
        </p:nvSpPr>
        <p:spPr>
          <a:xfrm>
            <a:off x="113888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593B16AB-2EEA-A4EC-4786-E2C8AD59507F}"/>
              </a:ext>
            </a:extLst>
          </p:cNvPr>
          <p:cNvSpPr/>
          <p:nvPr/>
        </p:nvSpPr>
        <p:spPr>
          <a:xfrm>
            <a:off x="143727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8E12DCCC-B153-1E70-EB8D-72CC15AF10E8}"/>
              </a:ext>
            </a:extLst>
          </p:cNvPr>
          <p:cNvSpPr/>
          <p:nvPr/>
        </p:nvSpPr>
        <p:spPr>
          <a:xfrm>
            <a:off x="173567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F7A78FD1-1C77-6C2A-C14C-7BDAEDD0665B}"/>
              </a:ext>
            </a:extLst>
          </p:cNvPr>
          <p:cNvSpPr/>
          <p:nvPr/>
        </p:nvSpPr>
        <p:spPr>
          <a:xfrm>
            <a:off x="203406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F3BEBC33-02E9-4D39-DBA8-95D896E498DD}"/>
              </a:ext>
            </a:extLst>
          </p:cNvPr>
          <p:cNvSpPr/>
          <p:nvPr/>
        </p:nvSpPr>
        <p:spPr>
          <a:xfrm>
            <a:off x="2332454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1A65B44B-0092-9A13-A4A3-C691D4D3F504}"/>
              </a:ext>
            </a:extLst>
          </p:cNvPr>
          <p:cNvSpPr/>
          <p:nvPr/>
        </p:nvSpPr>
        <p:spPr>
          <a:xfrm>
            <a:off x="263084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D7B0374-7C6C-D866-4CDA-455A7EEEFC8D}"/>
              </a:ext>
            </a:extLst>
          </p:cNvPr>
          <p:cNvSpPr/>
          <p:nvPr/>
        </p:nvSpPr>
        <p:spPr>
          <a:xfrm>
            <a:off x="292923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C944623B-FE3C-A9CE-9560-2648AD7C4CB6}"/>
              </a:ext>
            </a:extLst>
          </p:cNvPr>
          <p:cNvSpPr/>
          <p:nvPr/>
        </p:nvSpPr>
        <p:spPr>
          <a:xfrm>
            <a:off x="322763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B9848E76-10FA-94EC-C968-ADB03EB1345A}"/>
              </a:ext>
            </a:extLst>
          </p:cNvPr>
          <p:cNvSpPr/>
          <p:nvPr/>
        </p:nvSpPr>
        <p:spPr>
          <a:xfrm>
            <a:off x="352602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4BFF7347-8554-5858-C71D-C53DDA4017C0}"/>
              </a:ext>
            </a:extLst>
          </p:cNvPr>
          <p:cNvSpPr/>
          <p:nvPr/>
        </p:nvSpPr>
        <p:spPr>
          <a:xfrm>
            <a:off x="1992839" y="42974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F71CD804-6ACE-E647-938B-17C9A18579B6}"/>
              </a:ext>
            </a:extLst>
          </p:cNvPr>
          <p:cNvSpPr/>
          <p:nvPr/>
        </p:nvSpPr>
        <p:spPr>
          <a:xfrm>
            <a:off x="1992839" y="1117238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D41ADD77-B952-A683-07DD-B5DFF11BC4B4}"/>
              </a:ext>
            </a:extLst>
          </p:cNvPr>
          <p:cNvSpPr/>
          <p:nvPr/>
        </p:nvSpPr>
        <p:spPr>
          <a:xfrm>
            <a:off x="1992839" y="1804731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7018181F-1820-18F0-FC15-F13494EC695D}"/>
              </a:ext>
            </a:extLst>
          </p:cNvPr>
          <p:cNvSpPr/>
          <p:nvPr/>
        </p:nvSpPr>
        <p:spPr>
          <a:xfrm>
            <a:off x="1992839" y="2492224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8F6A4BAE-AF07-279D-7B96-9350297780F0}"/>
              </a:ext>
            </a:extLst>
          </p:cNvPr>
          <p:cNvSpPr/>
          <p:nvPr/>
        </p:nvSpPr>
        <p:spPr>
          <a:xfrm>
            <a:off x="1992839" y="3179717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CF2D7BE5-4B83-3C53-3177-C8555F7E31C9}"/>
              </a:ext>
            </a:extLst>
          </p:cNvPr>
          <p:cNvSpPr/>
          <p:nvPr/>
        </p:nvSpPr>
        <p:spPr>
          <a:xfrm>
            <a:off x="1992839" y="3867210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5FD4AA8F-8C84-DF41-AC14-0649E37F7AB6}"/>
              </a:ext>
            </a:extLst>
          </p:cNvPr>
          <p:cNvSpPr/>
          <p:nvPr/>
        </p:nvSpPr>
        <p:spPr>
          <a:xfrm>
            <a:off x="1992839" y="4554703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37BEFF93-A5C5-E613-368B-E73D7EAFB914}"/>
              </a:ext>
            </a:extLst>
          </p:cNvPr>
          <p:cNvSpPr/>
          <p:nvPr/>
        </p:nvSpPr>
        <p:spPr>
          <a:xfrm>
            <a:off x="1992839" y="5242196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Oval 463">
            <a:extLst>
              <a:ext uri="{FF2B5EF4-FFF2-40B4-BE49-F238E27FC236}">
                <a16:creationId xmlns:a16="http://schemas.microsoft.com/office/drawing/2014/main" id="{9DA6C2E7-778A-C0A3-CC61-B67BCC67F1AD}"/>
              </a:ext>
            </a:extLst>
          </p:cNvPr>
          <p:cNvSpPr/>
          <p:nvPr/>
        </p:nvSpPr>
        <p:spPr>
          <a:xfrm>
            <a:off x="1992839" y="5929689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AC938155-6519-D47D-9636-42FA3C5B02D8}"/>
              </a:ext>
            </a:extLst>
          </p:cNvPr>
          <p:cNvSpPr/>
          <p:nvPr/>
        </p:nvSpPr>
        <p:spPr>
          <a:xfrm>
            <a:off x="1992839" y="661718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7" name="Arrow: Down 466">
            <a:extLst>
              <a:ext uri="{FF2B5EF4-FFF2-40B4-BE49-F238E27FC236}">
                <a16:creationId xmlns:a16="http://schemas.microsoft.com/office/drawing/2014/main" id="{6599AC56-9F3C-43D2-8E96-B0AE2DD929C0}"/>
              </a:ext>
            </a:extLst>
          </p:cNvPr>
          <p:cNvSpPr/>
          <p:nvPr/>
        </p:nvSpPr>
        <p:spPr>
          <a:xfrm>
            <a:off x="5488603" y="584700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DE756540-A373-6CA3-E8F0-C19143C21CF0}"/>
              </a:ext>
            </a:extLst>
          </p:cNvPr>
          <p:cNvSpPr txBox="1"/>
          <p:nvPr/>
        </p:nvSpPr>
        <p:spPr>
          <a:xfrm>
            <a:off x="6736770" y="593935"/>
            <a:ext cx="817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жүз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2A565F60-7A2F-A72F-78D1-B66AAB785C1F}"/>
              </a:ext>
            </a:extLst>
          </p:cNvPr>
          <p:cNvSpPr/>
          <p:nvPr/>
        </p:nvSpPr>
        <p:spPr>
          <a:xfrm>
            <a:off x="475855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537FCD5A-34A4-2B3E-A47A-07FFDA3F0FC3}"/>
              </a:ext>
            </a:extLst>
          </p:cNvPr>
          <p:cNvSpPr/>
          <p:nvPr/>
        </p:nvSpPr>
        <p:spPr>
          <a:xfrm>
            <a:off x="505695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FA57401F-D89F-E837-9A46-3F863EB74099}"/>
              </a:ext>
            </a:extLst>
          </p:cNvPr>
          <p:cNvSpPr/>
          <p:nvPr/>
        </p:nvSpPr>
        <p:spPr>
          <a:xfrm>
            <a:off x="535534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89B4388B-8861-15D3-8273-448486108040}"/>
              </a:ext>
            </a:extLst>
          </p:cNvPr>
          <p:cNvSpPr/>
          <p:nvPr/>
        </p:nvSpPr>
        <p:spPr>
          <a:xfrm>
            <a:off x="565373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F2955FA5-A61C-2076-91FC-55B5AE34C6C9}"/>
              </a:ext>
            </a:extLst>
          </p:cNvPr>
          <p:cNvSpPr/>
          <p:nvPr/>
        </p:nvSpPr>
        <p:spPr>
          <a:xfrm>
            <a:off x="595212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EFA18152-083C-7CB7-5E74-5191945486E6}"/>
              </a:ext>
            </a:extLst>
          </p:cNvPr>
          <p:cNvSpPr/>
          <p:nvPr/>
        </p:nvSpPr>
        <p:spPr>
          <a:xfrm>
            <a:off x="625052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26C49AE9-461A-6A5B-BE37-46C5B427654E}"/>
              </a:ext>
            </a:extLst>
          </p:cNvPr>
          <p:cNvSpPr/>
          <p:nvPr/>
        </p:nvSpPr>
        <p:spPr>
          <a:xfrm>
            <a:off x="654891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5C050F7C-0FB9-79EA-C751-D6CE50D30EF9}"/>
              </a:ext>
            </a:extLst>
          </p:cNvPr>
          <p:cNvSpPr/>
          <p:nvPr/>
        </p:nvSpPr>
        <p:spPr>
          <a:xfrm>
            <a:off x="6847304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775FEC78-6A2E-0E89-501B-7C8CCD713B8D}"/>
              </a:ext>
            </a:extLst>
          </p:cNvPr>
          <p:cNvSpPr/>
          <p:nvPr/>
        </p:nvSpPr>
        <p:spPr>
          <a:xfrm>
            <a:off x="7145696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0E81F1E7-1C05-D002-7103-228D7AE8CEFD}"/>
              </a:ext>
            </a:extLst>
          </p:cNvPr>
          <p:cNvSpPr/>
          <p:nvPr/>
        </p:nvSpPr>
        <p:spPr>
          <a:xfrm>
            <a:off x="7444089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3E6AB282-88B5-64CA-4AAE-145A6D2647A1}"/>
              </a:ext>
            </a:extLst>
          </p:cNvPr>
          <p:cNvSpPr/>
          <p:nvPr/>
        </p:nvSpPr>
        <p:spPr>
          <a:xfrm>
            <a:off x="7742481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12BB4058-B349-6006-04E4-ABDDE61DCE7E}"/>
              </a:ext>
            </a:extLst>
          </p:cNvPr>
          <p:cNvSpPr/>
          <p:nvPr/>
        </p:nvSpPr>
        <p:spPr>
          <a:xfrm>
            <a:off x="8040873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730A947C-8F16-FF3C-576C-4637AEB6C640}"/>
              </a:ext>
            </a:extLst>
          </p:cNvPr>
          <p:cNvSpPr/>
          <p:nvPr/>
        </p:nvSpPr>
        <p:spPr>
          <a:xfrm>
            <a:off x="8339265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86BD8A86-B548-D72D-BCDD-DAB342F2374D}"/>
              </a:ext>
            </a:extLst>
          </p:cNvPr>
          <p:cNvSpPr/>
          <p:nvPr/>
        </p:nvSpPr>
        <p:spPr>
          <a:xfrm>
            <a:off x="8637658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96946936-A9A1-96EE-931A-A0CB23B4B46B}"/>
              </a:ext>
            </a:extLst>
          </p:cNvPr>
          <p:cNvSpPr/>
          <p:nvPr/>
        </p:nvSpPr>
        <p:spPr>
          <a:xfrm>
            <a:off x="8936050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B8B16778-58EF-4EA7-F4B8-EFC2E03E7E18}"/>
              </a:ext>
            </a:extLst>
          </p:cNvPr>
          <p:cNvSpPr/>
          <p:nvPr/>
        </p:nvSpPr>
        <p:spPr>
          <a:xfrm>
            <a:off x="9234442" y="32177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3" name="Oval 622">
            <a:extLst>
              <a:ext uri="{FF2B5EF4-FFF2-40B4-BE49-F238E27FC236}">
                <a16:creationId xmlns:a16="http://schemas.microsoft.com/office/drawing/2014/main" id="{4D324BB3-BC36-54DD-3785-1C776834B33D}"/>
              </a:ext>
            </a:extLst>
          </p:cNvPr>
          <p:cNvSpPr/>
          <p:nvPr/>
        </p:nvSpPr>
        <p:spPr>
          <a:xfrm>
            <a:off x="7104474" y="42974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0" name="TextBox 819">
            <a:extLst>
              <a:ext uri="{FF2B5EF4-FFF2-40B4-BE49-F238E27FC236}">
                <a16:creationId xmlns:a16="http://schemas.microsoft.com/office/drawing/2014/main" id="{922F2442-D431-BF96-365C-31A9A0977417}"/>
              </a:ext>
            </a:extLst>
          </p:cNvPr>
          <p:cNvSpPr txBox="1"/>
          <p:nvPr/>
        </p:nvSpPr>
        <p:spPr>
          <a:xfrm>
            <a:off x="5012804" y="-23034"/>
            <a:ext cx="4265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tencil" panose="040409050D0802020404" pitchFamily="82" charset="0"/>
                <a:ea typeface="+mn-ea"/>
                <a:cs typeface="+mn-cs"/>
              </a:rPr>
              <a:t>Максималдуу-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MEGA </a:t>
            </a:r>
            <a:r>
              <a:rPr kumimoji="0" lang="ky-KG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tencil" panose="040409050D0802020404" pitchFamily="82" charset="0"/>
                <a:ea typeface="+mn-ea"/>
                <a:cs typeface="+mn-cs"/>
              </a:rPr>
              <a:t>көбөйтүү жана бөлүү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sp>
        <p:nvSpPr>
          <p:cNvPr id="842" name="Arrow: Down 841">
            <a:extLst>
              <a:ext uri="{FF2B5EF4-FFF2-40B4-BE49-F238E27FC236}">
                <a16:creationId xmlns:a16="http://schemas.microsoft.com/office/drawing/2014/main" id="{0EDC0AF1-107F-03D4-2DFE-6D0E4290AA35}"/>
              </a:ext>
            </a:extLst>
          </p:cNvPr>
          <p:cNvSpPr/>
          <p:nvPr/>
        </p:nvSpPr>
        <p:spPr>
          <a:xfrm>
            <a:off x="5488603" y="1272193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3" name="TextBox 842">
            <a:extLst>
              <a:ext uri="{FF2B5EF4-FFF2-40B4-BE49-F238E27FC236}">
                <a16:creationId xmlns:a16="http://schemas.microsoft.com/office/drawing/2014/main" id="{15542205-224D-897E-1E71-B8E5A68080FC}"/>
              </a:ext>
            </a:extLst>
          </p:cNvPr>
          <p:cNvSpPr txBox="1"/>
          <p:nvPr/>
        </p:nvSpPr>
        <p:spPr>
          <a:xfrm>
            <a:off x="6720740" y="1281428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бир миң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797B5974-A963-8982-993C-E01A15A88C2A}"/>
              </a:ext>
            </a:extLst>
          </p:cNvPr>
          <p:cNvSpPr/>
          <p:nvPr/>
        </p:nvSpPr>
        <p:spPr>
          <a:xfrm>
            <a:off x="4758559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230480A0-F9CB-A0FB-6910-B6F43434D892}"/>
              </a:ext>
            </a:extLst>
          </p:cNvPr>
          <p:cNvSpPr/>
          <p:nvPr/>
        </p:nvSpPr>
        <p:spPr>
          <a:xfrm>
            <a:off x="5056951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9759FF28-6309-1D12-5A37-B4B1BCE4D5A8}"/>
              </a:ext>
            </a:extLst>
          </p:cNvPr>
          <p:cNvSpPr/>
          <p:nvPr/>
        </p:nvSpPr>
        <p:spPr>
          <a:xfrm>
            <a:off x="5355343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9" name="Rectangle 828">
            <a:extLst>
              <a:ext uri="{FF2B5EF4-FFF2-40B4-BE49-F238E27FC236}">
                <a16:creationId xmlns:a16="http://schemas.microsoft.com/office/drawing/2014/main" id="{85BEF499-A573-4403-C313-5EBE57F9C83D}"/>
              </a:ext>
            </a:extLst>
          </p:cNvPr>
          <p:cNvSpPr/>
          <p:nvPr/>
        </p:nvSpPr>
        <p:spPr>
          <a:xfrm>
            <a:off x="5653736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0" name="Rectangle 829">
            <a:extLst>
              <a:ext uri="{FF2B5EF4-FFF2-40B4-BE49-F238E27FC236}">
                <a16:creationId xmlns:a16="http://schemas.microsoft.com/office/drawing/2014/main" id="{43B42E48-C41B-6424-0D2D-82EFF79D3F1E}"/>
              </a:ext>
            </a:extLst>
          </p:cNvPr>
          <p:cNvSpPr/>
          <p:nvPr/>
        </p:nvSpPr>
        <p:spPr>
          <a:xfrm>
            <a:off x="5952128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1" name="Rectangle 830">
            <a:extLst>
              <a:ext uri="{FF2B5EF4-FFF2-40B4-BE49-F238E27FC236}">
                <a16:creationId xmlns:a16="http://schemas.microsoft.com/office/drawing/2014/main" id="{CB65B6C2-F25B-7C8A-7CCD-7E2C0F60FB45}"/>
              </a:ext>
            </a:extLst>
          </p:cNvPr>
          <p:cNvSpPr/>
          <p:nvPr/>
        </p:nvSpPr>
        <p:spPr>
          <a:xfrm>
            <a:off x="6250520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2" name="Rectangle 831">
            <a:extLst>
              <a:ext uri="{FF2B5EF4-FFF2-40B4-BE49-F238E27FC236}">
                <a16:creationId xmlns:a16="http://schemas.microsoft.com/office/drawing/2014/main" id="{BA5351DF-AB7F-F81E-0AF3-0AEE52BB8EF3}"/>
              </a:ext>
            </a:extLst>
          </p:cNvPr>
          <p:cNvSpPr/>
          <p:nvPr/>
        </p:nvSpPr>
        <p:spPr>
          <a:xfrm>
            <a:off x="6548912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3" name="Rectangle 832">
            <a:extLst>
              <a:ext uri="{FF2B5EF4-FFF2-40B4-BE49-F238E27FC236}">
                <a16:creationId xmlns:a16="http://schemas.microsoft.com/office/drawing/2014/main" id="{911EC714-537D-41F5-D625-7A0A1898B335}"/>
              </a:ext>
            </a:extLst>
          </p:cNvPr>
          <p:cNvSpPr/>
          <p:nvPr/>
        </p:nvSpPr>
        <p:spPr>
          <a:xfrm>
            <a:off x="6847304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C5D167E0-C05F-34F2-DD60-EBB272ECCC71}"/>
              </a:ext>
            </a:extLst>
          </p:cNvPr>
          <p:cNvSpPr/>
          <p:nvPr/>
        </p:nvSpPr>
        <p:spPr>
          <a:xfrm>
            <a:off x="7145696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1ED65B05-ADCE-57BA-E9F7-037D01FC9F98}"/>
              </a:ext>
            </a:extLst>
          </p:cNvPr>
          <p:cNvSpPr/>
          <p:nvPr/>
        </p:nvSpPr>
        <p:spPr>
          <a:xfrm>
            <a:off x="7444089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2A37B3DD-8341-8744-335F-24EA08CCF9D5}"/>
              </a:ext>
            </a:extLst>
          </p:cNvPr>
          <p:cNvSpPr/>
          <p:nvPr/>
        </p:nvSpPr>
        <p:spPr>
          <a:xfrm>
            <a:off x="7742481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DBB7FAE4-A3A5-7764-DF59-CE11547BC2F1}"/>
              </a:ext>
            </a:extLst>
          </p:cNvPr>
          <p:cNvSpPr/>
          <p:nvPr/>
        </p:nvSpPr>
        <p:spPr>
          <a:xfrm>
            <a:off x="8040873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DED4C83C-7923-D24D-E376-97BDF7C432CA}"/>
              </a:ext>
            </a:extLst>
          </p:cNvPr>
          <p:cNvSpPr/>
          <p:nvPr/>
        </p:nvSpPr>
        <p:spPr>
          <a:xfrm>
            <a:off x="8339265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78E63D9B-E2B4-929F-DBA3-39A31C3663CF}"/>
              </a:ext>
            </a:extLst>
          </p:cNvPr>
          <p:cNvSpPr/>
          <p:nvPr/>
        </p:nvSpPr>
        <p:spPr>
          <a:xfrm>
            <a:off x="8637658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51057130-A999-26A2-3F6E-6A782ACCB8F7}"/>
              </a:ext>
            </a:extLst>
          </p:cNvPr>
          <p:cNvSpPr/>
          <p:nvPr/>
        </p:nvSpPr>
        <p:spPr>
          <a:xfrm>
            <a:off x="8936050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0B7A12B2-B269-8DA6-C418-644748C5BB72}"/>
              </a:ext>
            </a:extLst>
          </p:cNvPr>
          <p:cNvSpPr/>
          <p:nvPr/>
        </p:nvSpPr>
        <p:spPr>
          <a:xfrm>
            <a:off x="9234442" y="1009264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5" name="Oval 824">
            <a:extLst>
              <a:ext uri="{FF2B5EF4-FFF2-40B4-BE49-F238E27FC236}">
                <a16:creationId xmlns:a16="http://schemas.microsoft.com/office/drawing/2014/main" id="{08A188CD-B62E-E803-D2CC-F64310F49F78}"/>
              </a:ext>
            </a:extLst>
          </p:cNvPr>
          <p:cNvSpPr/>
          <p:nvPr/>
        </p:nvSpPr>
        <p:spPr>
          <a:xfrm>
            <a:off x="7104474" y="1117238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4" name="Arrow: Down 863">
            <a:extLst>
              <a:ext uri="{FF2B5EF4-FFF2-40B4-BE49-F238E27FC236}">
                <a16:creationId xmlns:a16="http://schemas.microsoft.com/office/drawing/2014/main" id="{058652CB-5F1E-C791-ACD5-83552809D96F}"/>
              </a:ext>
            </a:extLst>
          </p:cNvPr>
          <p:cNvSpPr/>
          <p:nvPr/>
        </p:nvSpPr>
        <p:spPr>
          <a:xfrm>
            <a:off x="5488603" y="1959686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5" name="TextBox 864">
            <a:extLst>
              <a:ext uri="{FF2B5EF4-FFF2-40B4-BE49-F238E27FC236}">
                <a16:creationId xmlns:a16="http://schemas.microsoft.com/office/drawing/2014/main" id="{72F72FE9-997E-F6C2-344E-97C580FE5AA7}"/>
              </a:ext>
            </a:extLst>
          </p:cNvPr>
          <p:cNvSpPr txBox="1"/>
          <p:nvPr/>
        </p:nvSpPr>
        <p:spPr>
          <a:xfrm>
            <a:off x="6761617" y="1968921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он миң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CD7F30D8-A96B-689A-C97F-DBF1D45A7EC5}"/>
              </a:ext>
            </a:extLst>
          </p:cNvPr>
          <p:cNvSpPr/>
          <p:nvPr/>
        </p:nvSpPr>
        <p:spPr>
          <a:xfrm>
            <a:off x="4758559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99416A1A-BAA6-697D-5835-2124F455EAE9}"/>
              </a:ext>
            </a:extLst>
          </p:cNvPr>
          <p:cNvSpPr/>
          <p:nvPr/>
        </p:nvSpPr>
        <p:spPr>
          <a:xfrm>
            <a:off x="5056951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59767996-8BD2-3CD8-EE66-B29C59E86B4F}"/>
              </a:ext>
            </a:extLst>
          </p:cNvPr>
          <p:cNvSpPr/>
          <p:nvPr/>
        </p:nvSpPr>
        <p:spPr>
          <a:xfrm>
            <a:off x="5355343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7A292B09-A11D-DB4C-6EF8-7B691FF84F39}"/>
              </a:ext>
            </a:extLst>
          </p:cNvPr>
          <p:cNvSpPr/>
          <p:nvPr/>
        </p:nvSpPr>
        <p:spPr>
          <a:xfrm>
            <a:off x="5653736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4FECE321-4813-A746-484C-C784816C63B9}"/>
              </a:ext>
            </a:extLst>
          </p:cNvPr>
          <p:cNvSpPr/>
          <p:nvPr/>
        </p:nvSpPr>
        <p:spPr>
          <a:xfrm>
            <a:off x="5952128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D5700683-01FA-CD94-6093-64430F1CBF00}"/>
              </a:ext>
            </a:extLst>
          </p:cNvPr>
          <p:cNvSpPr/>
          <p:nvPr/>
        </p:nvSpPr>
        <p:spPr>
          <a:xfrm>
            <a:off x="6250520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82E57EE3-2426-3FBB-FA13-9B1AC7B47478}"/>
              </a:ext>
            </a:extLst>
          </p:cNvPr>
          <p:cNvSpPr/>
          <p:nvPr/>
        </p:nvSpPr>
        <p:spPr>
          <a:xfrm>
            <a:off x="6548912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DDBAAC40-0DD7-A380-D7CE-D8B05CEF91E8}"/>
              </a:ext>
            </a:extLst>
          </p:cNvPr>
          <p:cNvSpPr/>
          <p:nvPr/>
        </p:nvSpPr>
        <p:spPr>
          <a:xfrm>
            <a:off x="6847304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6" name="Rectangle 855">
            <a:extLst>
              <a:ext uri="{FF2B5EF4-FFF2-40B4-BE49-F238E27FC236}">
                <a16:creationId xmlns:a16="http://schemas.microsoft.com/office/drawing/2014/main" id="{570DBD00-1F44-7D0B-D87F-60DBD15D7A75}"/>
              </a:ext>
            </a:extLst>
          </p:cNvPr>
          <p:cNvSpPr/>
          <p:nvPr/>
        </p:nvSpPr>
        <p:spPr>
          <a:xfrm>
            <a:off x="7145696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7" name="Rectangle 856">
            <a:extLst>
              <a:ext uri="{FF2B5EF4-FFF2-40B4-BE49-F238E27FC236}">
                <a16:creationId xmlns:a16="http://schemas.microsoft.com/office/drawing/2014/main" id="{AA73BEED-C899-CF7B-A1D4-29645AE097CB}"/>
              </a:ext>
            </a:extLst>
          </p:cNvPr>
          <p:cNvSpPr/>
          <p:nvPr/>
        </p:nvSpPr>
        <p:spPr>
          <a:xfrm>
            <a:off x="7444089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130D5FB4-924C-F9CE-7135-0A6BE8E53312}"/>
              </a:ext>
            </a:extLst>
          </p:cNvPr>
          <p:cNvSpPr/>
          <p:nvPr/>
        </p:nvSpPr>
        <p:spPr>
          <a:xfrm>
            <a:off x="7742481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5A76BE6-51C7-9211-8979-66E3CFAB1C4A}"/>
              </a:ext>
            </a:extLst>
          </p:cNvPr>
          <p:cNvSpPr/>
          <p:nvPr/>
        </p:nvSpPr>
        <p:spPr>
          <a:xfrm>
            <a:off x="8040873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11FDABE-062B-43D3-E903-08E158CA1672}"/>
              </a:ext>
            </a:extLst>
          </p:cNvPr>
          <p:cNvSpPr/>
          <p:nvPr/>
        </p:nvSpPr>
        <p:spPr>
          <a:xfrm>
            <a:off x="8339265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1" name="Rectangle 860">
            <a:extLst>
              <a:ext uri="{FF2B5EF4-FFF2-40B4-BE49-F238E27FC236}">
                <a16:creationId xmlns:a16="http://schemas.microsoft.com/office/drawing/2014/main" id="{CE6DA435-71CA-D115-4E71-003EFFFC5872}"/>
              </a:ext>
            </a:extLst>
          </p:cNvPr>
          <p:cNvSpPr/>
          <p:nvPr/>
        </p:nvSpPr>
        <p:spPr>
          <a:xfrm>
            <a:off x="8637658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2" name="Rectangle 861">
            <a:extLst>
              <a:ext uri="{FF2B5EF4-FFF2-40B4-BE49-F238E27FC236}">
                <a16:creationId xmlns:a16="http://schemas.microsoft.com/office/drawing/2014/main" id="{789D2E1C-55E0-C027-2BCC-A009CBF91A1F}"/>
              </a:ext>
            </a:extLst>
          </p:cNvPr>
          <p:cNvSpPr/>
          <p:nvPr/>
        </p:nvSpPr>
        <p:spPr>
          <a:xfrm>
            <a:off x="8936050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3" name="Rectangle 862">
            <a:extLst>
              <a:ext uri="{FF2B5EF4-FFF2-40B4-BE49-F238E27FC236}">
                <a16:creationId xmlns:a16="http://schemas.microsoft.com/office/drawing/2014/main" id="{11B985AF-E184-BFFA-926D-FBB7D58BD5BC}"/>
              </a:ext>
            </a:extLst>
          </p:cNvPr>
          <p:cNvSpPr/>
          <p:nvPr/>
        </p:nvSpPr>
        <p:spPr>
          <a:xfrm>
            <a:off x="9234442" y="1696757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7" name="Oval 846">
            <a:extLst>
              <a:ext uri="{FF2B5EF4-FFF2-40B4-BE49-F238E27FC236}">
                <a16:creationId xmlns:a16="http://schemas.microsoft.com/office/drawing/2014/main" id="{EF12B05C-8A79-5144-9019-F31398338FAB}"/>
              </a:ext>
            </a:extLst>
          </p:cNvPr>
          <p:cNvSpPr/>
          <p:nvPr/>
        </p:nvSpPr>
        <p:spPr>
          <a:xfrm>
            <a:off x="7104474" y="1804731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6" name="Arrow: Down 885">
            <a:extLst>
              <a:ext uri="{FF2B5EF4-FFF2-40B4-BE49-F238E27FC236}">
                <a16:creationId xmlns:a16="http://schemas.microsoft.com/office/drawing/2014/main" id="{5855C902-6366-D421-1BAC-B96D5B329BD7}"/>
              </a:ext>
            </a:extLst>
          </p:cNvPr>
          <p:cNvSpPr/>
          <p:nvPr/>
        </p:nvSpPr>
        <p:spPr>
          <a:xfrm>
            <a:off x="5488603" y="2647179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7" name="TextBox 886">
            <a:extLst>
              <a:ext uri="{FF2B5EF4-FFF2-40B4-BE49-F238E27FC236}">
                <a16:creationId xmlns:a16="http://schemas.microsoft.com/office/drawing/2014/main" id="{A4B094AD-9871-20D4-28DC-265FABB58086}"/>
              </a:ext>
            </a:extLst>
          </p:cNvPr>
          <p:cNvSpPr txBox="1"/>
          <p:nvPr/>
        </p:nvSpPr>
        <p:spPr>
          <a:xfrm>
            <a:off x="6720740" y="2656414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бир миң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C9476D0D-321B-DD29-CB61-1CB8AFF93825}"/>
              </a:ext>
            </a:extLst>
          </p:cNvPr>
          <p:cNvSpPr/>
          <p:nvPr/>
        </p:nvSpPr>
        <p:spPr>
          <a:xfrm>
            <a:off x="4758559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0CB4F9C7-C296-2233-D9B5-F5AAC2455AF1}"/>
              </a:ext>
            </a:extLst>
          </p:cNvPr>
          <p:cNvSpPr/>
          <p:nvPr/>
        </p:nvSpPr>
        <p:spPr>
          <a:xfrm>
            <a:off x="5056951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92F36AE3-3585-53DA-0EDF-017EC987ED5E}"/>
              </a:ext>
            </a:extLst>
          </p:cNvPr>
          <p:cNvSpPr/>
          <p:nvPr/>
        </p:nvSpPr>
        <p:spPr>
          <a:xfrm>
            <a:off x="5355343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3110C2A-4A80-23F9-E104-CCECA140BA0C}"/>
              </a:ext>
            </a:extLst>
          </p:cNvPr>
          <p:cNvSpPr/>
          <p:nvPr/>
        </p:nvSpPr>
        <p:spPr>
          <a:xfrm>
            <a:off x="5653736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C570D8B9-AD14-CA31-F1B5-B53B8BEFFD95}"/>
              </a:ext>
            </a:extLst>
          </p:cNvPr>
          <p:cNvSpPr/>
          <p:nvPr/>
        </p:nvSpPr>
        <p:spPr>
          <a:xfrm>
            <a:off x="5952128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0654550B-071D-3D12-FEFF-2F9605B2E159}"/>
              </a:ext>
            </a:extLst>
          </p:cNvPr>
          <p:cNvSpPr/>
          <p:nvPr/>
        </p:nvSpPr>
        <p:spPr>
          <a:xfrm>
            <a:off x="6250520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E82D5A74-B99A-F4A6-DB98-EBF05D4DFC70}"/>
              </a:ext>
            </a:extLst>
          </p:cNvPr>
          <p:cNvSpPr/>
          <p:nvPr/>
        </p:nvSpPr>
        <p:spPr>
          <a:xfrm>
            <a:off x="6548912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FAFE631D-E37B-A025-FBAF-405473307444}"/>
              </a:ext>
            </a:extLst>
          </p:cNvPr>
          <p:cNvSpPr/>
          <p:nvPr/>
        </p:nvSpPr>
        <p:spPr>
          <a:xfrm>
            <a:off x="6847304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A4AD59F3-D55C-7E3B-C353-9862D6761258}"/>
              </a:ext>
            </a:extLst>
          </p:cNvPr>
          <p:cNvSpPr/>
          <p:nvPr/>
        </p:nvSpPr>
        <p:spPr>
          <a:xfrm>
            <a:off x="7145696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78ECF6DD-5926-ACF9-724D-881CFF21C844}"/>
              </a:ext>
            </a:extLst>
          </p:cNvPr>
          <p:cNvSpPr/>
          <p:nvPr/>
        </p:nvSpPr>
        <p:spPr>
          <a:xfrm>
            <a:off x="7444089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C6116094-95E1-F882-B6B3-87A98936B573}"/>
              </a:ext>
            </a:extLst>
          </p:cNvPr>
          <p:cNvSpPr/>
          <p:nvPr/>
        </p:nvSpPr>
        <p:spPr>
          <a:xfrm>
            <a:off x="7742481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1" name="Rectangle 880">
            <a:extLst>
              <a:ext uri="{FF2B5EF4-FFF2-40B4-BE49-F238E27FC236}">
                <a16:creationId xmlns:a16="http://schemas.microsoft.com/office/drawing/2014/main" id="{7D59414A-FAD2-841A-2038-D1CFA346661E}"/>
              </a:ext>
            </a:extLst>
          </p:cNvPr>
          <p:cNvSpPr/>
          <p:nvPr/>
        </p:nvSpPr>
        <p:spPr>
          <a:xfrm>
            <a:off x="8040873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B78B3FA6-82EF-784E-342C-038E6BA36540}"/>
              </a:ext>
            </a:extLst>
          </p:cNvPr>
          <p:cNvSpPr/>
          <p:nvPr/>
        </p:nvSpPr>
        <p:spPr>
          <a:xfrm>
            <a:off x="8339265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3" name="Rectangle 882">
            <a:extLst>
              <a:ext uri="{FF2B5EF4-FFF2-40B4-BE49-F238E27FC236}">
                <a16:creationId xmlns:a16="http://schemas.microsoft.com/office/drawing/2014/main" id="{9A1406B2-F5AC-0ABF-B05D-C0DB872438BB}"/>
              </a:ext>
            </a:extLst>
          </p:cNvPr>
          <p:cNvSpPr/>
          <p:nvPr/>
        </p:nvSpPr>
        <p:spPr>
          <a:xfrm>
            <a:off x="8637658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4" name="Rectangle 883">
            <a:extLst>
              <a:ext uri="{FF2B5EF4-FFF2-40B4-BE49-F238E27FC236}">
                <a16:creationId xmlns:a16="http://schemas.microsoft.com/office/drawing/2014/main" id="{08FA711C-E87C-EE5C-DAF7-2EF3D26E7C72}"/>
              </a:ext>
            </a:extLst>
          </p:cNvPr>
          <p:cNvSpPr/>
          <p:nvPr/>
        </p:nvSpPr>
        <p:spPr>
          <a:xfrm>
            <a:off x="8936050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5" name="Rectangle 884">
            <a:extLst>
              <a:ext uri="{FF2B5EF4-FFF2-40B4-BE49-F238E27FC236}">
                <a16:creationId xmlns:a16="http://schemas.microsoft.com/office/drawing/2014/main" id="{41EC4A84-4A39-CD16-EAFD-6A8E0C8E9688}"/>
              </a:ext>
            </a:extLst>
          </p:cNvPr>
          <p:cNvSpPr/>
          <p:nvPr/>
        </p:nvSpPr>
        <p:spPr>
          <a:xfrm>
            <a:off x="9234442" y="2384250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9" name="Oval 868">
            <a:extLst>
              <a:ext uri="{FF2B5EF4-FFF2-40B4-BE49-F238E27FC236}">
                <a16:creationId xmlns:a16="http://schemas.microsoft.com/office/drawing/2014/main" id="{253216E4-F289-B7DB-808A-CB8D5C0B17B4}"/>
              </a:ext>
            </a:extLst>
          </p:cNvPr>
          <p:cNvSpPr/>
          <p:nvPr/>
        </p:nvSpPr>
        <p:spPr>
          <a:xfrm>
            <a:off x="7104474" y="2492224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8" name="Arrow: Down 907">
            <a:extLst>
              <a:ext uri="{FF2B5EF4-FFF2-40B4-BE49-F238E27FC236}">
                <a16:creationId xmlns:a16="http://schemas.microsoft.com/office/drawing/2014/main" id="{7B6AF7B5-6BF1-980B-E8C0-B66E84B395F0}"/>
              </a:ext>
            </a:extLst>
          </p:cNvPr>
          <p:cNvSpPr/>
          <p:nvPr/>
        </p:nvSpPr>
        <p:spPr>
          <a:xfrm>
            <a:off x="5488603" y="3334672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B99FF155-6BB8-898C-C78D-93B0A0F0153B}"/>
              </a:ext>
            </a:extLst>
          </p:cNvPr>
          <p:cNvSpPr txBox="1"/>
          <p:nvPr/>
        </p:nvSpPr>
        <p:spPr>
          <a:xfrm>
            <a:off x="6761617" y="3343907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он миң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2" name="Rectangle 891">
            <a:extLst>
              <a:ext uri="{FF2B5EF4-FFF2-40B4-BE49-F238E27FC236}">
                <a16:creationId xmlns:a16="http://schemas.microsoft.com/office/drawing/2014/main" id="{4D7ADF0F-6E0F-05F6-D969-B60482C52063}"/>
              </a:ext>
            </a:extLst>
          </p:cNvPr>
          <p:cNvSpPr/>
          <p:nvPr/>
        </p:nvSpPr>
        <p:spPr>
          <a:xfrm>
            <a:off x="4758559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3" name="Rectangle 892">
            <a:extLst>
              <a:ext uri="{FF2B5EF4-FFF2-40B4-BE49-F238E27FC236}">
                <a16:creationId xmlns:a16="http://schemas.microsoft.com/office/drawing/2014/main" id="{8FB2CFF9-478B-DAD1-FA04-169CD0112112}"/>
              </a:ext>
            </a:extLst>
          </p:cNvPr>
          <p:cNvSpPr/>
          <p:nvPr/>
        </p:nvSpPr>
        <p:spPr>
          <a:xfrm>
            <a:off x="5056951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1C8A39A3-38A2-5B9E-803E-41C1578792A4}"/>
              </a:ext>
            </a:extLst>
          </p:cNvPr>
          <p:cNvSpPr/>
          <p:nvPr/>
        </p:nvSpPr>
        <p:spPr>
          <a:xfrm>
            <a:off x="5355343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98E15DA9-E193-04CD-354B-A41C8CC42BFB}"/>
              </a:ext>
            </a:extLst>
          </p:cNvPr>
          <p:cNvSpPr/>
          <p:nvPr/>
        </p:nvSpPr>
        <p:spPr>
          <a:xfrm>
            <a:off x="5653736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DF70F76E-4C37-8D48-5D79-96CC57B608EB}"/>
              </a:ext>
            </a:extLst>
          </p:cNvPr>
          <p:cNvSpPr/>
          <p:nvPr/>
        </p:nvSpPr>
        <p:spPr>
          <a:xfrm>
            <a:off x="5952128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0C19096E-288D-4A90-F99E-CB4A7DEC5358}"/>
              </a:ext>
            </a:extLst>
          </p:cNvPr>
          <p:cNvSpPr/>
          <p:nvPr/>
        </p:nvSpPr>
        <p:spPr>
          <a:xfrm>
            <a:off x="6250520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27415A73-00A1-68DA-D9B0-00CE7472A34E}"/>
              </a:ext>
            </a:extLst>
          </p:cNvPr>
          <p:cNvSpPr/>
          <p:nvPr/>
        </p:nvSpPr>
        <p:spPr>
          <a:xfrm>
            <a:off x="6548912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8F7875CB-CA60-37A0-29C6-E1D8BC321C72}"/>
              </a:ext>
            </a:extLst>
          </p:cNvPr>
          <p:cNvSpPr/>
          <p:nvPr/>
        </p:nvSpPr>
        <p:spPr>
          <a:xfrm>
            <a:off x="6847304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A6D00B01-E33D-2452-1F99-A33B6A8B16AA}"/>
              </a:ext>
            </a:extLst>
          </p:cNvPr>
          <p:cNvSpPr/>
          <p:nvPr/>
        </p:nvSpPr>
        <p:spPr>
          <a:xfrm>
            <a:off x="7145696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1" name="Rectangle 900">
            <a:extLst>
              <a:ext uri="{FF2B5EF4-FFF2-40B4-BE49-F238E27FC236}">
                <a16:creationId xmlns:a16="http://schemas.microsoft.com/office/drawing/2014/main" id="{FCB53DF1-1261-49B2-F9A7-6AE00499F8E8}"/>
              </a:ext>
            </a:extLst>
          </p:cNvPr>
          <p:cNvSpPr/>
          <p:nvPr/>
        </p:nvSpPr>
        <p:spPr>
          <a:xfrm>
            <a:off x="7444089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2" name="Rectangle 901">
            <a:extLst>
              <a:ext uri="{FF2B5EF4-FFF2-40B4-BE49-F238E27FC236}">
                <a16:creationId xmlns:a16="http://schemas.microsoft.com/office/drawing/2014/main" id="{2A47B65C-7449-00F6-4D4C-7F88B2A2D774}"/>
              </a:ext>
            </a:extLst>
          </p:cNvPr>
          <p:cNvSpPr/>
          <p:nvPr/>
        </p:nvSpPr>
        <p:spPr>
          <a:xfrm>
            <a:off x="7742481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CA587FDF-5238-964B-6775-00F03F7D873A}"/>
              </a:ext>
            </a:extLst>
          </p:cNvPr>
          <p:cNvSpPr/>
          <p:nvPr/>
        </p:nvSpPr>
        <p:spPr>
          <a:xfrm>
            <a:off x="8040873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4" name="Rectangle 903">
            <a:extLst>
              <a:ext uri="{FF2B5EF4-FFF2-40B4-BE49-F238E27FC236}">
                <a16:creationId xmlns:a16="http://schemas.microsoft.com/office/drawing/2014/main" id="{2166C938-1B32-D652-7334-457CD37649EB}"/>
              </a:ext>
            </a:extLst>
          </p:cNvPr>
          <p:cNvSpPr/>
          <p:nvPr/>
        </p:nvSpPr>
        <p:spPr>
          <a:xfrm>
            <a:off x="8339265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5" name="Rectangle 904">
            <a:extLst>
              <a:ext uri="{FF2B5EF4-FFF2-40B4-BE49-F238E27FC236}">
                <a16:creationId xmlns:a16="http://schemas.microsoft.com/office/drawing/2014/main" id="{89ABF52A-88BB-9A83-1D8E-30C39D5D6FA2}"/>
              </a:ext>
            </a:extLst>
          </p:cNvPr>
          <p:cNvSpPr/>
          <p:nvPr/>
        </p:nvSpPr>
        <p:spPr>
          <a:xfrm>
            <a:off x="8637658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AF3C9FEE-0D45-7345-F55C-A6C455324944}"/>
              </a:ext>
            </a:extLst>
          </p:cNvPr>
          <p:cNvSpPr/>
          <p:nvPr/>
        </p:nvSpPr>
        <p:spPr>
          <a:xfrm>
            <a:off x="8936050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7" name="Rectangle 906">
            <a:extLst>
              <a:ext uri="{FF2B5EF4-FFF2-40B4-BE49-F238E27FC236}">
                <a16:creationId xmlns:a16="http://schemas.microsoft.com/office/drawing/2014/main" id="{D985111D-5703-4654-1F57-9E33C6181B23}"/>
              </a:ext>
            </a:extLst>
          </p:cNvPr>
          <p:cNvSpPr/>
          <p:nvPr/>
        </p:nvSpPr>
        <p:spPr>
          <a:xfrm>
            <a:off x="9234442" y="3071743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1" name="Oval 890">
            <a:extLst>
              <a:ext uri="{FF2B5EF4-FFF2-40B4-BE49-F238E27FC236}">
                <a16:creationId xmlns:a16="http://schemas.microsoft.com/office/drawing/2014/main" id="{5D712ACF-EE8C-7D3A-947F-8E6D45DE8612}"/>
              </a:ext>
            </a:extLst>
          </p:cNvPr>
          <p:cNvSpPr/>
          <p:nvPr/>
        </p:nvSpPr>
        <p:spPr>
          <a:xfrm>
            <a:off x="7104474" y="3179717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0" name="Arrow: Down 929">
            <a:extLst>
              <a:ext uri="{FF2B5EF4-FFF2-40B4-BE49-F238E27FC236}">
                <a16:creationId xmlns:a16="http://schemas.microsoft.com/office/drawing/2014/main" id="{E4E9E6AB-E975-6CE9-98D1-53F42FB809DC}"/>
              </a:ext>
            </a:extLst>
          </p:cNvPr>
          <p:cNvSpPr/>
          <p:nvPr/>
        </p:nvSpPr>
        <p:spPr>
          <a:xfrm>
            <a:off x="5488603" y="4022165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1" name="TextBox 930">
            <a:extLst>
              <a:ext uri="{FF2B5EF4-FFF2-40B4-BE49-F238E27FC236}">
                <a16:creationId xmlns:a16="http://schemas.microsoft.com/office/drawing/2014/main" id="{9466C480-EFA4-FF3B-C259-34A1444DD825}"/>
              </a:ext>
            </a:extLst>
          </p:cNvPr>
          <p:cNvSpPr txBox="1"/>
          <p:nvPr/>
        </p:nvSpPr>
        <p:spPr>
          <a:xfrm>
            <a:off x="6761618" y="4031400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он миң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4" name="Rectangle 913">
            <a:extLst>
              <a:ext uri="{FF2B5EF4-FFF2-40B4-BE49-F238E27FC236}">
                <a16:creationId xmlns:a16="http://schemas.microsoft.com/office/drawing/2014/main" id="{69DA80E3-CC65-955D-A6FA-DABE6A0710A4}"/>
              </a:ext>
            </a:extLst>
          </p:cNvPr>
          <p:cNvSpPr/>
          <p:nvPr/>
        </p:nvSpPr>
        <p:spPr>
          <a:xfrm>
            <a:off x="4758559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5" name="Rectangle 914">
            <a:extLst>
              <a:ext uri="{FF2B5EF4-FFF2-40B4-BE49-F238E27FC236}">
                <a16:creationId xmlns:a16="http://schemas.microsoft.com/office/drawing/2014/main" id="{BFFBA884-AFA7-C15D-28B9-64A5218118FC}"/>
              </a:ext>
            </a:extLst>
          </p:cNvPr>
          <p:cNvSpPr/>
          <p:nvPr/>
        </p:nvSpPr>
        <p:spPr>
          <a:xfrm>
            <a:off x="5056951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727F1791-6CDC-CDF5-F350-15358A21ED6C}"/>
              </a:ext>
            </a:extLst>
          </p:cNvPr>
          <p:cNvSpPr/>
          <p:nvPr/>
        </p:nvSpPr>
        <p:spPr>
          <a:xfrm>
            <a:off x="5355343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7" name="Rectangle 916">
            <a:extLst>
              <a:ext uri="{FF2B5EF4-FFF2-40B4-BE49-F238E27FC236}">
                <a16:creationId xmlns:a16="http://schemas.microsoft.com/office/drawing/2014/main" id="{EBD4ADAE-D498-F05C-71D1-EB196EA288E2}"/>
              </a:ext>
            </a:extLst>
          </p:cNvPr>
          <p:cNvSpPr/>
          <p:nvPr/>
        </p:nvSpPr>
        <p:spPr>
          <a:xfrm>
            <a:off x="5653736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8" name="Rectangle 917">
            <a:extLst>
              <a:ext uri="{FF2B5EF4-FFF2-40B4-BE49-F238E27FC236}">
                <a16:creationId xmlns:a16="http://schemas.microsoft.com/office/drawing/2014/main" id="{5F067A06-124B-43CA-9B85-3D7E41C35A87}"/>
              </a:ext>
            </a:extLst>
          </p:cNvPr>
          <p:cNvSpPr/>
          <p:nvPr/>
        </p:nvSpPr>
        <p:spPr>
          <a:xfrm>
            <a:off x="5952128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63F1265C-1DD5-24A4-1DA4-49A267E45336}"/>
              </a:ext>
            </a:extLst>
          </p:cNvPr>
          <p:cNvSpPr/>
          <p:nvPr/>
        </p:nvSpPr>
        <p:spPr>
          <a:xfrm>
            <a:off x="6250520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5439A266-E33F-E502-82EA-6E0A4CBE9BFC}"/>
              </a:ext>
            </a:extLst>
          </p:cNvPr>
          <p:cNvSpPr/>
          <p:nvPr/>
        </p:nvSpPr>
        <p:spPr>
          <a:xfrm>
            <a:off x="6548912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C5242EFF-36F9-6A72-7AC6-A12D5693508D}"/>
              </a:ext>
            </a:extLst>
          </p:cNvPr>
          <p:cNvSpPr/>
          <p:nvPr/>
        </p:nvSpPr>
        <p:spPr>
          <a:xfrm>
            <a:off x="6847304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2" name="Rectangle 921">
            <a:extLst>
              <a:ext uri="{FF2B5EF4-FFF2-40B4-BE49-F238E27FC236}">
                <a16:creationId xmlns:a16="http://schemas.microsoft.com/office/drawing/2014/main" id="{D92A0B77-BCD6-C8BE-A29A-5AFA7E968442}"/>
              </a:ext>
            </a:extLst>
          </p:cNvPr>
          <p:cNvSpPr/>
          <p:nvPr/>
        </p:nvSpPr>
        <p:spPr>
          <a:xfrm>
            <a:off x="7145696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DDCEA057-32E0-F758-5289-6C61CD946118}"/>
              </a:ext>
            </a:extLst>
          </p:cNvPr>
          <p:cNvSpPr/>
          <p:nvPr/>
        </p:nvSpPr>
        <p:spPr>
          <a:xfrm>
            <a:off x="7444089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0EEFB6DE-3D76-9CFD-423A-DFCAB8B4D03D}"/>
              </a:ext>
            </a:extLst>
          </p:cNvPr>
          <p:cNvSpPr/>
          <p:nvPr/>
        </p:nvSpPr>
        <p:spPr>
          <a:xfrm>
            <a:off x="7742481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6D611DBC-EA5F-8C5E-2DFF-BCA7604BD1FC}"/>
              </a:ext>
            </a:extLst>
          </p:cNvPr>
          <p:cNvSpPr/>
          <p:nvPr/>
        </p:nvSpPr>
        <p:spPr>
          <a:xfrm>
            <a:off x="8040873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60544082-5985-1681-36C4-BF6304DC0738}"/>
              </a:ext>
            </a:extLst>
          </p:cNvPr>
          <p:cNvSpPr/>
          <p:nvPr/>
        </p:nvSpPr>
        <p:spPr>
          <a:xfrm>
            <a:off x="8339265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3D9CF38A-DAAA-02A6-BAF4-AC9F70A247FF}"/>
              </a:ext>
            </a:extLst>
          </p:cNvPr>
          <p:cNvSpPr/>
          <p:nvPr/>
        </p:nvSpPr>
        <p:spPr>
          <a:xfrm>
            <a:off x="8637658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8" name="Rectangle 927">
            <a:extLst>
              <a:ext uri="{FF2B5EF4-FFF2-40B4-BE49-F238E27FC236}">
                <a16:creationId xmlns:a16="http://schemas.microsoft.com/office/drawing/2014/main" id="{189378DB-3DB6-F550-25EB-1AE80D56415F}"/>
              </a:ext>
            </a:extLst>
          </p:cNvPr>
          <p:cNvSpPr/>
          <p:nvPr/>
        </p:nvSpPr>
        <p:spPr>
          <a:xfrm>
            <a:off x="8936050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E7CF2D00-A3FD-212A-8E16-BE365C978303}"/>
              </a:ext>
            </a:extLst>
          </p:cNvPr>
          <p:cNvSpPr/>
          <p:nvPr/>
        </p:nvSpPr>
        <p:spPr>
          <a:xfrm>
            <a:off x="9234442" y="3759236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3" name="Oval 912">
            <a:extLst>
              <a:ext uri="{FF2B5EF4-FFF2-40B4-BE49-F238E27FC236}">
                <a16:creationId xmlns:a16="http://schemas.microsoft.com/office/drawing/2014/main" id="{E42A634B-0C4D-32E8-4993-6498A2D059A5}"/>
              </a:ext>
            </a:extLst>
          </p:cNvPr>
          <p:cNvSpPr/>
          <p:nvPr/>
        </p:nvSpPr>
        <p:spPr>
          <a:xfrm>
            <a:off x="7104474" y="3867210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2" name="Arrow: Down 951">
            <a:extLst>
              <a:ext uri="{FF2B5EF4-FFF2-40B4-BE49-F238E27FC236}">
                <a16:creationId xmlns:a16="http://schemas.microsoft.com/office/drawing/2014/main" id="{82110B5F-5C7A-7786-9528-B6DAD5923A7E}"/>
              </a:ext>
            </a:extLst>
          </p:cNvPr>
          <p:cNvSpPr/>
          <p:nvPr/>
        </p:nvSpPr>
        <p:spPr>
          <a:xfrm>
            <a:off x="5488603" y="4709658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3" name="TextBox 952">
            <a:extLst>
              <a:ext uri="{FF2B5EF4-FFF2-40B4-BE49-F238E27FC236}">
                <a16:creationId xmlns:a16="http://schemas.microsoft.com/office/drawing/2014/main" id="{8AFB81E0-1045-22EE-883B-7EA41B1902DD}"/>
              </a:ext>
            </a:extLst>
          </p:cNvPr>
          <p:cNvSpPr txBox="1"/>
          <p:nvPr/>
        </p:nvSpPr>
        <p:spPr>
          <a:xfrm>
            <a:off x="6720740" y="4718893"/>
            <a:ext cx="849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бир миң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6" name="Rectangle 935">
            <a:extLst>
              <a:ext uri="{FF2B5EF4-FFF2-40B4-BE49-F238E27FC236}">
                <a16:creationId xmlns:a16="http://schemas.microsoft.com/office/drawing/2014/main" id="{05D5A9DD-2E26-AC7A-8ACE-02DEE0BBE857}"/>
              </a:ext>
            </a:extLst>
          </p:cNvPr>
          <p:cNvSpPr/>
          <p:nvPr/>
        </p:nvSpPr>
        <p:spPr>
          <a:xfrm>
            <a:off x="4758559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2E68E5F3-DBE0-F16C-0070-97A1A3777828}"/>
              </a:ext>
            </a:extLst>
          </p:cNvPr>
          <p:cNvSpPr/>
          <p:nvPr/>
        </p:nvSpPr>
        <p:spPr>
          <a:xfrm>
            <a:off x="5056951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4F4DF950-5396-2817-F91E-5E57F44927CD}"/>
              </a:ext>
            </a:extLst>
          </p:cNvPr>
          <p:cNvSpPr/>
          <p:nvPr/>
        </p:nvSpPr>
        <p:spPr>
          <a:xfrm>
            <a:off x="5355343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B1E53967-190F-7354-B92D-D0678B0FB2C2}"/>
              </a:ext>
            </a:extLst>
          </p:cNvPr>
          <p:cNvSpPr/>
          <p:nvPr/>
        </p:nvSpPr>
        <p:spPr>
          <a:xfrm>
            <a:off x="5653736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F0E9BB11-FE62-5707-73AD-3770B2BE1D7E}"/>
              </a:ext>
            </a:extLst>
          </p:cNvPr>
          <p:cNvSpPr/>
          <p:nvPr/>
        </p:nvSpPr>
        <p:spPr>
          <a:xfrm>
            <a:off x="5952128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1CE55C05-BE77-5D4F-5132-53DC8BB34837}"/>
              </a:ext>
            </a:extLst>
          </p:cNvPr>
          <p:cNvSpPr/>
          <p:nvPr/>
        </p:nvSpPr>
        <p:spPr>
          <a:xfrm>
            <a:off x="6250520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870AA654-380B-F977-C18C-F4D4DF4C0BC0}"/>
              </a:ext>
            </a:extLst>
          </p:cNvPr>
          <p:cNvSpPr/>
          <p:nvPr/>
        </p:nvSpPr>
        <p:spPr>
          <a:xfrm>
            <a:off x="6548912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5686F973-89E3-7FE5-7A34-1FC039A29879}"/>
              </a:ext>
            </a:extLst>
          </p:cNvPr>
          <p:cNvSpPr/>
          <p:nvPr/>
        </p:nvSpPr>
        <p:spPr>
          <a:xfrm>
            <a:off x="6847304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4" name="Rectangle 943">
            <a:extLst>
              <a:ext uri="{FF2B5EF4-FFF2-40B4-BE49-F238E27FC236}">
                <a16:creationId xmlns:a16="http://schemas.microsoft.com/office/drawing/2014/main" id="{E129E9D0-4252-137F-D170-2E3D828B914A}"/>
              </a:ext>
            </a:extLst>
          </p:cNvPr>
          <p:cNvSpPr/>
          <p:nvPr/>
        </p:nvSpPr>
        <p:spPr>
          <a:xfrm>
            <a:off x="7145696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04F64EF5-26F0-1FF1-9123-C352D3B75917}"/>
              </a:ext>
            </a:extLst>
          </p:cNvPr>
          <p:cNvSpPr/>
          <p:nvPr/>
        </p:nvSpPr>
        <p:spPr>
          <a:xfrm>
            <a:off x="7444089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C14C64E9-1C1E-496E-8C84-DF9B953FE4FF}"/>
              </a:ext>
            </a:extLst>
          </p:cNvPr>
          <p:cNvSpPr/>
          <p:nvPr/>
        </p:nvSpPr>
        <p:spPr>
          <a:xfrm>
            <a:off x="7742481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09BF400D-CCB1-1F72-5471-C9DBEB2BDA76}"/>
              </a:ext>
            </a:extLst>
          </p:cNvPr>
          <p:cNvSpPr/>
          <p:nvPr/>
        </p:nvSpPr>
        <p:spPr>
          <a:xfrm>
            <a:off x="8040873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8" name="Rectangle 947">
            <a:extLst>
              <a:ext uri="{FF2B5EF4-FFF2-40B4-BE49-F238E27FC236}">
                <a16:creationId xmlns:a16="http://schemas.microsoft.com/office/drawing/2014/main" id="{4115BC89-CEEB-B1E9-5F7F-5FAEB00DD011}"/>
              </a:ext>
            </a:extLst>
          </p:cNvPr>
          <p:cNvSpPr/>
          <p:nvPr/>
        </p:nvSpPr>
        <p:spPr>
          <a:xfrm>
            <a:off x="8339265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9" name="Rectangle 948">
            <a:extLst>
              <a:ext uri="{FF2B5EF4-FFF2-40B4-BE49-F238E27FC236}">
                <a16:creationId xmlns:a16="http://schemas.microsoft.com/office/drawing/2014/main" id="{183693D7-E044-2DB2-CA33-8ADEA2BD1D53}"/>
              </a:ext>
            </a:extLst>
          </p:cNvPr>
          <p:cNvSpPr/>
          <p:nvPr/>
        </p:nvSpPr>
        <p:spPr>
          <a:xfrm>
            <a:off x="8637658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DEC05507-C167-FC4D-8862-6F92EDA58571}"/>
              </a:ext>
            </a:extLst>
          </p:cNvPr>
          <p:cNvSpPr/>
          <p:nvPr/>
        </p:nvSpPr>
        <p:spPr>
          <a:xfrm>
            <a:off x="8936050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A705E832-6FAA-6203-513F-5B037E4CDD78}"/>
              </a:ext>
            </a:extLst>
          </p:cNvPr>
          <p:cNvSpPr/>
          <p:nvPr/>
        </p:nvSpPr>
        <p:spPr>
          <a:xfrm>
            <a:off x="9234442" y="4446729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5" name="Oval 934">
            <a:extLst>
              <a:ext uri="{FF2B5EF4-FFF2-40B4-BE49-F238E27FC236}">
                <a16:creationId xmlns:a16="http://schemas.microsoft.com/office/drawing/2014/main" id="{32DFDCF8-27BC-EAD0-E198-9A4099FF2E85}"/>
              </a:ext>
            </a:extLst>
          </p:cNvPr>
          <p:cNvSpPr/>
          <p:nvPr/>
        </p:nvSpPr>
        <p:spPr>
          <a:xfrm>
            <a:off x="7104474" y="4554703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4" name="Arrow: Down 973">
            <a:extLst>
              <a:ext uri="{FF2B5EF4-FFF2-40B4-BE49-F238E27FC236}">
                <a16:creationId xmlns:a16="http://schemas.microsoft.com/office/drawing/2014/main" id="{B5BECAF1-4F86-F643-7CF8-BA1BCED336E1}"/>
              </a:ext>
            </a:extLst>
          </p:cNvPr>
          <p:cNvSpPr/>
          <p:nvPr/>
        </p:nvSpPr>
        <p:spPr>
          <a:xfrm>
            <a:off x="5488603" y="5397151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9C2F70A3-E9B4-4A32-C5BD-F4DC600A8BC0}"/>
              </a:ext>
            </a:extLst>
          </p:cNvPr>
          <p:cNvSpPr txBox="1"/>
          <p:nvPr/>
        </p:nvSpPr>
        <p:spPr>
          <a:xfrm>
            <a:off x="6723145" y="5406386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жүз миң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C06E8720-B480-9434-152B-5CF72D3EA6C2}"/>
              </a:ext>
            </a:extLst>
          </p:cNvPr>
          <p:cNvSpPr/>
          <p:nvPr/>
        </p:nvSpPr>
        <p:spPr>
          <a:xfrm>
            <a:off x="4758559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200E595-7FED-FAD1-272A-BF81A5719025}"/>
              </a:ext>
            </a:extLst>
          </p:cNvPr>
          <p:cNvSpPr/>
          <p:nvPr/>
        </p:nvSpPr>
        <p:spPr>
          <a:xfrm>
            <a:off x="5056951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ABC0350B-7251-B795-850B-6E2E2AB62705}"/>
              </a:ext>
            </a:extLst>
          </p:cNvPr>
          <p:cNvSpPr/>
          <p:nvPr/>
        </p:nvSpPr>
        <p:spPr>
          <a:xfrm>
            <a:off x="5355343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00EEF659-C883-F046-8A6F-EFEC7B4EF187}"/>
              </a:ext>
            </a:extLst>
          </p:cNvPr>
          <p:cNvSpPr/>
          <p:nvPr/>
        </p:nvSpPr>
        <p:spPr>
          <a:xfrm>
            <a:off x="5653736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45481DFA-1C71-9540-A29D-392CC2627438}"/>
              </a:ext>
            </a:extLst>
          </p:cNvPr>
          <p:cNvSpPr/>
          <p:nvPr/>
        </p:nvSpPr>
        <p:spPr>
          <a:xfrm>
            <a:off x="5952128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295A9693-3709-6A7B-CF32-73EDE7605CD6}"/>
              </a:ext>
            </a:extLst>
          </p:cNvPr>
          <p:cNvSpPr/>
          <p:nvPr/>
        </p:nvSpPr>
        <p:spPr>
          <a:xfrm>
            <a:off x="6250520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C109416F-5CB4-35F6-4C38-BAA31BFB916A}"/>
              </a:ext>
            </a:extLst>
          </p:cNvPr>
          <p:cNvSpPr/>
          <p:nvPr/>
        </p:nvSpPr>
        <p:spPr>
          <a:xfrm>
            <a:off x="6548912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C6987DC3-0703-7BB8-A7D7-844BC41BCD29}"/>
              </a:ext>
            </a:extLst>
          </p:cNvPr>
          <p:cNvSpPr/>
          <p:nvPr/>
        </p:nvSpPr>
        <p:spPr>
          <a:xfrm>
            <a:off x="6847304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0A576410-0DE3-1054-717A-5B45F7D3AA80}"/>
              </a:ext>
            </a:extLst>
          </p:cNvPr>
          <p:cNvSpPr/>
          <p:nvPr/>
        </p:nvSpPr>
        <p:spPr>
          <a:xfrm>
            <a:off x="7145696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85626060-F075-CADA-1BBC-D444C7CE8D08}"/>
              </a:ext>
            </a:extLst>
          </p:cNvPr>
          <p:cNvSpPr/>
          <p:nvPr/>
        </p:nvSpPr>
        <p:spPr>
          <a:xfrm>
            <a:off x="7444089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8" name="Rectangle 967">
            <a:extLst>
              <a:ext uri="{FF2B5EF4-FFF2-40B4-BE49-F238E27FC236}">
                <a16:creationId xmlns:a16="http://schemas.microsoft.com/office/drawing/2014/main" id="{8CE1F22D-8CE5-CC1A-932B-11F40E796A07}"/>
              </a:ext>
            </a:extLst>
          </p:cNvPr>
          <p:cNvSpPr/>
          <p:nvPr/>
        </p:nvSpPr>
        <p:spPr>
          <a:xfrm>
            <a:off x="7742481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BEF8A38A-3968-9795-4176-E8FB26B6367E}"/>
              </a:ext>
            </a:extLst>
          </p:cNvPr>
          <p:cNvSpPr/>
          <p:nvPr/>
        </p:nvSpPr>
        <p:spPr>
          <a:xfrm>
            <a:off x="8040873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38B53882-5E45-4F7E-E134-C0BDD28138A5}"/>
              </a:ext>
            </a:extLst>
          </p:cNvPr>
          <p:cNvSpPr/>
          <p:nvPr/>
        </p:nvSpPr>
        <p:spPr>
          <a:xfrm>
            <a:off x="8339265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1" name="Rectangle 970">
            <a:extLst>
              <a:ext uri="{FF2B5EF4-FFF2-40B4-BE49-F238E27FC236}">
                <a16:creationId xmlns:a16="http://schemas.microsoft.com/office/drawing/2014/main" id="{AEE8B200-FCAA-7E78-4E69-DF63A8CC21B4}"/>
              </a:ext>
            </a:extLst>
          </p:cNvPr>
          <p:cNvSpPr/>
          <p:nvPr/>
        </p:nvSpPr>
        <p:spPr>
          <a:xfrm>
            <a:off x="8637658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2" name="Rectangle 971">
            <a:extLst>
              <a:ext uri="{FF2B5EF4-FFF2-40B4-BE49-F238E27FC236}">
                <a16:creationId xmlns:a16="http://schemas.microsoft.com/office/drawing/2014/main" id="{FB599633-775F-3C6B-4CCB-86D7DB55DA52}"/>
              </a:ext>
            </a:extLst>
          </p:cNvPr>
          <p:cNvSpPr/>
          <p:nvPr/>
        </p:nvSpPr>
        <p:spPr>
          <a:xfrm>
            <a:off x="8936050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3" name="Rectangle 972">
            <a:extLst>
              <a:ext uri="{FF2B5EF4-FFF2-40B4-BE49-F238E27FC236}">
                <a16:creationId xmlns:a16="http://schemas.microsoft.com/office/drawing/2014/main" id="{FAB7158E-1115-200E-36EB-551118CBC969}"/>
              </a:ext>
            </a:extLst>
          </p:cNvPr>
          <p:cNvSpPr/>
          <p:nvPr/>
        </p:nvSpPr>
        <p:spPr>
          <a:xfrm>
            <a:off x="9234442" y="5134222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7" name="Oval 956">
            <a:extLst>
              <a:ext uri="{FF2B5EF4-FFF2-40B4-BE49-F238E27FC236}">
                <a16:creationId xmlns:a16="http://schemas.microsoft.com/office/drawing/2014/main" id="{E24D80E2-CE3C-561A-3E00-A2FD612B159D}"/>
              </a:ext>
            </a:extLst>
          </p:cNvPr>
          <p:cNvSpPr/>
          <p:nvPr/>
        </p:nvSpPr>
        <p:spPr>
          <a:xfrm>
            <a:off x="7104474" y="5242196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6" name="Arrow: Down 995">
            <a:extLst>
              <a:ext uri="{FF2B5EF4-FFF2-40B4-BE49-F238E27FC236}">
                <a16:creationId xmlns:a16="http://schemas.microsoft.com/office/drawing/2014/main" id="{D499C5BA-E801-1E37-3704-E634C51E58EF}"/>
              </a:ext>
            </a:extLst>
          </p:cNvPr>
          <p:cNvSpPr/>
          <p:nvPr/>
        </p:nvSpPr>
        <p:spPr>
          <a:xfrm>
            <a:off x="5488603" y="6084644"/>
            <a:ext cx="3314186" cy="32667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7" name="TextBox 996">
            <a:extLst>
              <a:ext uri="{FF2B5EF4-FFF2-40B4-BE49-F238E27FC236}">
                <a16:creationId xmlns:a16="http://schemas.microsoft.com/office/drawing/2014/main" id="{05BEB408-4774-91D3-A1DA-74AA9DD3CC74}"/>
              </a:ext>
            </a:extLst>
          </p:cNvPr>
          <p:cNvSpPr txBox="1"/>
          <p:nvPr/>
        </p:nvSpPr>
        <p:spPr>
          <a:xfrm>
            <a:off x="6561242" y="6093879"/>
            <a:ext cx="116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бир миллион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8211A367-CCC1-BCB9-B1F1-811CB4C0D44F}"/>
              </a:ext>
            </a:extLst>
          </p:cNvPr>
          <p:cNvSpPr/>
          <p:nvPr/>
        </p:nvSpPr>
        <p:spPr>
          <a:xfrm>
            <a:off x="4758559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50E6B88D-193A-40F4-5861-1065F3EADCBD}"/>
              </a:ext>
            </a:extLst>
          </p:cNvPr>
          <p:cNvSpPr/>
          <p:nvPr/>
        </p:nvSpPr>
        <p:spPr>
          <a:xfrm>
            <a:off x="5056951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C8464146-A7CE-6A4F-FAE1-6FAA890878C5}"/>
              </a:ext>
            </a:extLst>
          </p:cNvPr>
          <p:cNvSpPr/>
          <p:nvPr/>
        </p:nvSpPr>
        <p:spPr>
          <a:xfrm>
            <a:off x="5355343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3" name="Rectangle 982">
            <a:extLst>
              <a:ext uri="{FF2B5EF4-FFF2-40B4-BE49-F238E27FC236}">
                <a16:creationId xmlns:a16="http://schemas.microsoft.com/office/drawing/2014/main" id="{BCCE30C4-D1C9-03AD-A448-0B0803B45D78}"/>
              </a:ext>
            </a:extLst>
          </p:cNvPr>
          <p:cNvSpPr/>
          <p:nvPr/>
        </p:nvSpPr>
        <p:spPr>
          <a:xfrm>
            <a:off x="5653736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4" name="Rectangle 983">
            <a:extLst>
              <a:ext uri="{FF2B5EF4-FFF2-40B4-BE49-F238E27FC236}">
                <a16:creationId xmlns:a16="http://schemas.microsoft.com/office/drawing/2014/main" id="{CF1D72A0-6532-8494-BCDD-73478B2C6B63}"/>
              </a:ext>
            </a:extLst>
          </p:cNvPr>
          <p:cNvSpPr/>
          <p:nvPr/>
        </p:nvSpPr>
        <p:spPr>
          <a:xfrm>
            <a:off x="5952128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5" name="Rectangle 984">
            <a:extLst>
              <a:ext uri="{FF2B5EF4-FFF2-40B4-BE49-F238E27FC236}">
                <a16:creationId xmlns:a16="http://schemas.microsoft.com/office/drawing/2014/main" id="{0E6F950E-43E9-3169-A3D3-4142B6E43DDA}"/>
              </a:ext>
            </a:extLst>
          </p:cNvPr>
          <p:cNvSpPr/>
          <p:nvPr/>
        </p:nvSpPr>
        <p:spPr>
          <a:xfrm>
            <a:off x="6250520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6" name="Rectangle 985">
            <a:extLst>
              <a:ext uri="{FF2B5EF4-FFF2-40B4-BE49-F238E27FC236}">
                <a16:creationId xmlns:a16="http://schemas.microsoft.com/office/drawing/2014/main" id="{7E4B9722-BC4A-BAC2-C749-57EAE526E94D}"/>
              </a:ext>
            </a:extLst>
          </p:cNvPr>
          <p:cNvSpPr/>
          <p:nvPr/>
        </p:nvSpPr>
        <p:spPr>
          <a:xfrm>
            <a:off x="6548912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7" name="Rectangle 986">
            <a:extLst>
              <a:ext uri="{FF2B5EF4-FFF2-40B4-BE49-F238E27FC236}">
                <a16:creationId xmlns:a16="http://schemas.microsoft.com/office/drawing/2014/main" id="{9D43D1FC-AD64-C76D-64BD-C80251AFE1DF}"/>
              </a:ext>
            </a:extLst>
          </p:cNvPr>
          <p:cNvSpPr/>
          <p:nvPr/>
        </p:nvSpPr>
        <p:spPr>
          <a:xfrm>
            <a:off x="6847304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8" name="Rectangle 987">
            <a:extLst>
              <a:ext uri="{FF2B5EF4-FFF2-40B4-BE49-F238E27FC236}">
                <a16:creationId xmlns:a16="http://schemas.microsoft.com/office/drawing/2014/main" id="{ED001813-0BA8-F90C-9DF8-8F89C2DC1C4D}"/>
              </a:ext>
            </a:extLst>
          </p:cNvPr>
          <p:cNvSpPr/>
          <p:nvPr/>
        </p:nvSpPr>
        <p:spPr>
          <a:xfrm>
            <a:off x="7145696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9" name="Rectangle 988">
            <a:extLst>
              <a:ext uri="{FF2B5EF4-FFF2-40B4-BE49-F238E27FC236}">
                <a16:creationId xmlns:a16="http://schemas.microsoft.com/office/drawing/2014/main" id="{D588E822-2589-4519-B2DB-85C5CA43CC1E}"/>
              </a:ext>
            </a:extLst>
          </p:cNvPr>
          <p:cNvSpPr/>
          <p:nvPr/>
        </p:nvSpPr>
        <p:spPr>
          <a:xfrm>
            <a:off x="7444089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7C8FB1DA-35AA-AD59-6F86-3EF5C6640E54}"/>
              </a:ext>
            </a:extLst>
          </p:cNvPr>
          <p:cNvSpPr/>
          <p:nvPr/>
        </p:nvSpPr>
        <p:spPr>
          <a:xfrm>
            <a:off x="7742481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811323D8-452E-0F84-37E6-86A118889E8D}"/>
              </a:ext>
            </a:extLst>
          </p:cNvPr>
          <p:cNvSpPr/>
          <p:nvPr/>
        </p:nvSpPr>
        <p:spPr>
          <a:xfrm>
            <a:off x="8040873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D59A569C-977B-670C-79DA-59834B947577}"/>
              </a:ext>
            </a:extLst>
          </p:cNvPr>
          <p:cNvSpPr/>
          <p:nvPr/>
        </p:nvSpPr>
        <p:spPr>
          <a:xfrm>
            <a:off x="8339265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73B4E481-DBA9-B777-232A-53C5DDBA56DA}"/>
              </a:ext>
            </a:extLst>
          </p:cNvPr>
          <p:cNvSpPr/>
          <p:nvPr/>
        </p:nvSpPr>
        <p:spPr>
          <a:xfrm>
            <a:off x="8637658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D4212A30-F1EF-7528-E278-AAA0CE642144}"/>
              </a:ext>
            </a:extLst>
          </p:cNvPr>
          <p:cNvSpPr/>
          <p:nvPr/>
        </p:nvSpPr>
        <p:spPr>
          <a:xfrm>
            <a:off x="8936050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C56283B3-ABC4-6960-B78D-A2F753150A68}"/>
              </a:ext>
            </a:extLst>
          </p:cNvPr>
          <p:cNvSpPr/>
          <p:nvPr/>
        </p:nvSpPr>
        <p:spPr>
          <a:xfrm>
            <a:off x="9234442" y="5821715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9" name="Oval 978">
            <a:extLst>
              <a:ext uri="{FF2B5EF4-FFF2-40B4-BE49-F238E27FC236}">
                <a16:creationId xmlns:a16="http://schemas.microsoft.com/office/drawing/2014/main" id="{C8156D3A-4EFB-3829-B31A-A6425172049A}"/>
              </a:ext>
            </a:extLst>
          </p:cNvPr>
          <p:cNvSpPr/>
          <p:nvPr/>
        </p:nvSpPr>
        <p:spPr>
          <a:xfrm>
            <a:off x="7104474" y="5929689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75669342-ACBE-5200-1060-E763463E10B6}"/>
              </a:ext>
            </a:extLst>
          </p:cNvPr>
          <p:cNvSpPr/>
          <p:nvPr/>
        </p:nvSpPr>
        <p:spPr>
          <a:xfrm>
            <a:off x="475855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D933C796-215F-880B-83AE-79981201018D}"/>
              </a:ext>
            </a:extLst>
          </p:cNvPr>
          <p:cNvSpPr/>
          <p:nvPr/>
        </p:nvSpPr>
        <p:spPr>
          <a:xfrm>
            <a:off x="505695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31E2837E-5151-432B-A627-31124F0500CE}"/>
              </a:ext>
            </a:extLst>
          </p:cNvPr>
          <p:cNvSpPr/>
          <p:nvPr/>
        </p:nvSpPr>
        <p:spPr>
          <a:xfrm>
            <a:off x="535534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01442E3F-A9C9-5DAF-F168-2E5E18CEC6C3}"/>
              </a:ext>
            </a:extLst>
          </p:cNvPr>
          <p:cNvSpPr/>
          <p:nvPr/>
        </p:nvSpPr>
        <p:spPr>
          <a:xfrm>
            <a:off x="565373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E084580E-F84E-822D-4E18-1CF307F33454}"/>
              </a:ext>
            </a:extLst>
          </p:cNvPr>
          <p:cNvSpPr/>
          <p:nvPr/>
        </p:nvSpPr>
        <p:spPr>
          <a:xfrm>
            <a:off x="595212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F169E748-541F-2E4C-EFD3-2776A58A7DBB}"/>
              </a:ext>
            </a:extLst>
          </p:cNvPr>
          <p:cNvSpPr/>
          <p:nvPr/>
        </p:nvSpPr>
        <p:spPr>
          <a:xfrm>
            <a:off x="625052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E3499100-3937-5139-87A6-B820E38B06CE}"/>
              </a:ext>
            </a:extLst>
          </p:cNvPr>
          <p:cNvSpPr/>
          <p:nvPr/>
        </p:nvSpPr>
        <p:spPr>
          <a:xfrm>
            <a:off x="654891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9B97A7E1-D48A-D9C1-CDC6-963FE26DBDE5}"/>
              </a:ext>
            </a:extLst>
          </p:cNvPr>
          <p:cNvSpPr/>
          <p:nvPr/>
        </p:nvSpPr>
        <p:spPr>
          <a:xfrm>
            <a:off x="6847304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0AF01383-8097-5B61-C260-4C7A64A48715}"/>
              </a:ext>
            </a:extLst>
          </p:cNvPr>
          <p:cNvSpPr/>
          <p:nvPr/>
        </p:nvSpPr>
        <p:spPr>
          <a:xfrm>
            <a:off x="7145696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EE0A2754-650C-E652-143A-81872CD9F94B}"/>
              </a:ext>
            </a:extLst>
          </p:cNvPr>
          <p:cNvSpPr/>
          <p:nvPr/>
        </p:nvSpPr>
        <p:spPr>
          <a:xfrm>
            <a:off x="7444089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22EE7B60-A98A-1BD4-C85E-B0416E3D0C74}"/>
              </a:ext>
            </a:extLst>
          </p:cNvPr>
          <p:cNvSpPr/>
          <p:nvPr/>
        </p:nvSpPr>
        <p:spPr>
          <a:xfrm>
            <a:off x="7742481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28CE3002-50B3-51B8-F5B4-CF3E76D81458}"/>
              </a:ext>
            </a:extLst>
          </p:cNvPr>
          <p:cNvSpPr/>
          <p:nvPr/>
        </p:nvSpPr>
        <p:spPr>
          <a:xfrm>
            <a:off x="8040873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D549315A-5459-CCE0-0550-1D69AF0E4BEF}"/>
              </a:ext>
            </a:extLst>
          </p:cNvPr>
          <p:cNvSpPr/>
          <p:nvPr/>
        </p:nvSpPr>
        <p:spPr>
          <a:xfrm>
            <a:off x="8339265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75521500-F210-0AA7-EB19-F17B8C08268C}"/>
              </a:ext>
            </a:extLst>
          </p:cNvPr>
          <p:cNvSpPr/>
          <p:nvPr/>
        </p:nvSpPr>
        <p:spPr>
          <a:xfrm>
            <a:off x="8637658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CEE693A0-975C-71B5-6D6F-1BD00E27FE96}"/>
              </a:ext>
            </a:extLst>
          </p:cNvPr>
          <p:cNvSpPr/>
          <p:nvPr/>
        </p:nvSpPr>
        <p:spPr>
          <a:xfrm>
            <a:off x="8936050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2FD42A5F-9A3F-5228-13C0-C4433BF18799}"/>
              </a:ext>
            </a:extLst>
          </p:cNvPr>
          <p:cNvSpPr/>
          <p:nvPr/>
        </p:nvSpPr>
        <p:spPr>
          <a:xfrm>
            <a:off x="9234442" y="6509211"/>
            <a:ext cx="298392" cy="29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1" name="Oval 1000">
            <a:extLst>
              <a:ext uri="{FF2B5EF4-FFF2-40B4-BE49-F238E27FC236}">
                <a16:creationId xmlns:a16="http://schemas.microsoft.com/office/drawing/2014/main" id="{70B692AE-4A44-E3BD-8913-8B9514B78D12}"/>
              </a:ext>
            </a:extLst>
          </p:cNvPr>
          <p:cNvSpPr/>
          <p:nvPr/>
        </p:nvSpPr>
        <p:spPr>
          <a:xfrm>
            <a:off x="7104474" y="6617185"/>
            <a:ext cx="82445" cy="8244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22" name="Straight Connector 1021">
            <a:extLst>
              <a:ext uri="{FF2B5EF4-FFF2-40B4-BE49-F238E27FC236}">
                <a16:creationId xmlns:a16="http://schemas.microsoft.com/office/drawing/2014/main" id="{94E9FB16-CA29-F899-F709-E72807F6A4A7}"/>
              </a:ext>
            </a:extLst>
          </p:cNvPr>
          <p:cNvCxnSpPr>
            <a:cxnSpLocks/>
          </p:cNvCxnSpPr>
          <p:nvPr/>
        </p:nvCxnSpPr>
        <p:spPr>
          <a:xfrm flipH="1">
            <a:off x="4281240" y="303809"/>
            <a:ext cx="0" cy="634195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08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836C25-45EB-AC45-7BAD-02D06522E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93703" y="1129752"/>
            <a:ext cx="6662144" cy="46788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E125C5-A8EB-62CD-4D83-FA8404EB4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3898" y="1089568"/>
            <a:ext cx="6662144" cy="467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6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001021-1285-DC59-83F3-8439595AD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1" y="120010"/>
            <a:ext cx="4735829" cy="3308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433998-FD06-9122-ED95-8B1BB0A0B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0009"/>
            <a:ext cx="4898389" cy="3308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715E6E-7719-994D-5504-5B7680F04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1" y="3549010"/>
            <a:ext cx="4735829" cy="31889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5D5C39-BD87-3D91-7379-AAC3CC40C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549010"/>
            <a:ext cx="4898389" cy="318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940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11274</TotalTime>
  <Words>423</Words>
  <Application>Microsoft Office PowerPoint</Application>
  <PresentationFormat>A4 Paper (210x297 mm)</PresentationFormat>
  <Paragraphs>249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Bauhaus 93</vt:lpstr>
      <vt:lpstr>system-ui</vt:lpstr>
      <vt:lpstr>Calibri Light</vt:lpstr>
      <vt:lpstr>Arial</vt:lpstr>
      <vt:lpstr>Calibri</vt:lpstr>
      <vt:lpstr>Stencil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571</cp:revision>
  <cp:lastPrinted>2024-08-23T04:57:12Z</cp:lastPrinted>
  <dcterms:created xsi:type="dcterms:W3CDTF">2017-01-17T16:57:04Z</dcterms:created>
  <dcterms:modified xsi:type="dcterms:W3CDTF">2024-08-23T04:57:30Z</dcterms:modified>
</cp:coreProperties>
</file>