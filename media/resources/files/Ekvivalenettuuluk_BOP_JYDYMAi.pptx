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46"/>
  </p:notesMasterIdLst>
  <p:sldIdLst>
    <p:sldId id="1002" r:id="rId2"/>
    <p:sldId id="1003" r:id="rId3"/>
    <p:sldId id="1004" r:id="rId4"/>
    <p:sldId id="1005" r:id="rId5"/>
    <p:sldId id="942" r:id="rId6"/>
    <p:sldId id="1006" r:id="rId7"/>
    <p:sldId id="959" r:id="rId8"/>
    <p:sldId id="1007" r:id="rId9"/>
    <p:sldId id="944" r:id="rId10"/>
    <p:sldId id="1008" r:id="rId11"/>
    <p:sldId id="967" r:id="rId12"/>
    <p:sldId id="1009" r:id="rId13"/>
    <p:sldId id="964" r:id="rId14"/>
    <p:sldId id="1010" r:id="rId15"/>
    <p:sldId id="968" r:id="rId16"/>
    <p:sldId id="1011" r:id="rId17"/>
    <p:sldId id="969" r:id="rId18"/>
    <p:sldId id="1012" r:id="rId19"/>
    <p:sldId id="971" r:id="rId20"/>
    <p:sldId id="1013" r:id="rId21"/>
    <p:sldId id="973" r:id="rId22"/>
    <p:sldId id="1014" r:id="rId23"/>
    <p:sldId id="975" r:id="rId24"/>
    <p:sldId id="1015" r:id="rId25"/>
    <p:sldId id="978" r:id="rId26"/>
    <p:sldId id="1016" r:id="rId27"/>
    <p:sldId id="980" r:id="rId28"/>
    <p:sldId id="1017" r:id="rId29"/>
    <p:sldId id="970" r:id="rId30"/>
    <p:sldId id="1018" r:id="rId31"/>
    <p:sldId id="972" r:id="rId32"/>
    <p:sldId id="1019" r:id="rId33"/>
    <p:sldId id="974" r:id="rId34"/>
    <p:sldId id="996" r:id="rId35"/>
    <p:sldId id="981" r:id="rId36"/>
    <p:sldId id="1020" r:id="rId37"/>
    <p:sldId id="976" r:id="rId38"/>
    <p:sldId id="1021" r:id="rId39"/>
    <p:sldId id="977" r:id="rId40"/>
    <p:sldId id="1022" r:id="rId41"/>
    <p:sldId id="979" r:id="rId42"/>
    <p:sldId id="1023" r:id="rId43"/>
    <p:sldId id="982" r:id="rId44"/>
    <p:sldId id="993" r:id="rId45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47"/>
    </p:embeddedFont>
    <p:embeddedFont>
      <p:font typeface="Bernard MT Condensed" panose="02050806060905020404" pitchFamily="18" charset="0"/>
      <p:regular r:id="rId48"/>
    </p:embeddedFont>
    <p:embeddedFont>
      <p:font typeface="Cambria Math" panose="02040503050406030204" pitchFamily="18" charset="0"/>
      <p:regular r:id="rId4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814BEC4A-4531-40C4-A5E6-AFA10A4A0E61}">
          <p14:sldIdLst>
            <p14:sldId id="1002"/>
          </p14:sldIdLst>
        </p14:section>
        <p14:section name="Титулдук слайд" id="{942499A6-327B-410B-9EF0-9C14FB66AB89}">
          <p14:sldIdLst>
            <p14:sldId id="1003"/>
            <p14:sldId id="1004"/>
          </p14:sldIdLst>
        </p14:section>
        <p14:section name="Оюн" id="{267FD0E9-36B9-4F9E-842D-CBFE57676936}">
          <p14:sldIdLst>
            <p14:sldId id="1005"/>
            <p14:sldId id="942"/>
            <p14:sldId id="1006"/>
            <p14:sldId id="959"/>
            <p14:sldId id="1007"/>
            <p14:sldId id="944"/>
            <p14:sldId id="1008"/>
            <p14:sldId id="967"/>
            <p14:sldId id="1009"/>
            <p14:sldId id="964"/>
            <p14:sldId id="1010"/>
            <p14:sldId id="968"/>
            <p14:sldId id="1011"/>
            <p14:sldId id="969"/>
            <p14:sldId id="1012"/>
            <p14:sldId id="971"/>
            <p14:sldId id="1013"/>
            <p14:sldId id="973"/>
            <p14:sldId id="1014"/>
            <p14:sldId id="975"/>
            <p14:sldId id="1015"/>
            <p14:sldId id="978"/>
            <p14:sldId id="1016"/>
            <p14:sldId id="980"/>
            <p14:sldId id="1017"/>
            <p14:sldId id="970"/>
            <p14:sldId id="1018"/>
            <p14:sldId id="972"/>
            <p14:sldId id="1019"/>
            <p14:sldId id="974"/>
            <p14:sldId id="996"/>
            <p14:sldId id="981"/>
            <p14:sldId id="1020"/>
            <p14:sldId id="976"/>
            <p14:sldId id="1021"/>
            <p14:sldId id="977"/>
            <p14:sldId id="1022"/>
            <p14:sldId id="979"/>
            <p14:sldId id="1023"/>
            <p14:sldId id="982"/>
          </p14:sldIdLst>
        </p14:section>
        <p14:section name="Кайтарым байланыш" id="{03B37114-DCDE-48DC-B038-E57F20627236}">
          <p14:sldIdLst>
            <p14:sldId id="9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186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4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4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4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4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36.png"/><Relationship Id="rId4" Type="http://schemas.openxmlformats.org/officeDocument/2006/relationships/image" Target="../media/image4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4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4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.jp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BBAE90-348B-F954-5F83-E34404E0F721}"/>
              </a:ext>
            </a:extLst>
          </p:cNvPr>
          <p:cNvSpPr/>
          <p:nvPr/>
        </p:nvSpPr>
        <p:spPr>
          <a:xfrm>
            <a:off x="0" y="1564384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Эквиваленттүүлүк – Бөлчөктөр, Ондуктар жана Пайыздар 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дептерге жазып корсото алышат.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Музыканы баштоо үчүн каалаган жерди чыкылдатыңыз, андан кийин суроону көрсөтүү үчүн "Өттү" чыкылдатыңыз, анан жоопту көрсөтүү үчүн кайра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D6D007-2658-71C9-451F-09B96DEB381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AC6184A-7B4A-29DD-8B8A-FFD814C5111D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7BA8C5A9-39D8-298D-7734-40A472A940DD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570850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466080" y="554123"/>
            <a:ext cx="9268884" cy="2254888"/>
            <a:chOff x="318558" y="2301556"/>
            <a:chExt cx="926888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318558" y="2345631"/>
              <a:ext cx="9268884" cy="186204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y-KG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Жыдымай</a:t>
              </a:r>
              <a:r>
                <a:rPr kumimoji="0" lang="en-US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 !</a:t>
              </a:r>
              <a:endParaRPr kumimoji="0" lang="en-US" sz="199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4327812" y="1912050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1020005" y="354693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775041" y="432831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761127" y="3052516"/>
            <a:ext cx="8973837" cy="3588208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Бөлчөктөрдүн, ондуктардын жана пайыздардын ортосунда айландыруу</a:t>
            </a:r>
            <a:endParaRPr lang="en-US" sz="2800" b="1" dirty="0">
              <a:ln w="38100">
                <a:solidFill>
                  <a:schemeClr val="tx1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65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Туура жооп = 1 упай</a:t>
            </a:r>
            <a:endParaRPr kumimoji="0" lang="en-US" sz="66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nard MT Condensed" panose="02050806060905020404" pitchFamily="18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Эң тез!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1911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171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0.9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6249" y="542840"/>
            <a:ext cx="6113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ондукка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4201123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4201123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400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32217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9520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6751275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6751275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85608" y="542840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1110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3020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51%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28698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51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3861251"/>
                  </p:ext>
                </p:extLst>
              </p:nvPr>
            </p:nvGraphicFramePr>
            <p:xfrm>
              <a:off x="3080134" y="1776046"/>
              <a:ext cx="4044668" cy="28698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698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7561" y="542840"/>
            <a:ext cx="6110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554043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9277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9847" y="542840"/>
            <a:ext cx="6306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9310178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21%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9310178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13308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8210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619167" y="754572"/>
            <a:ext cx="66676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</a:t>
            </a:r>
            <a:r>
              <a:rPr lang="ru-RU" sz="2800" dirty="0"/>
              <a:t> пайызды ондук санга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0.7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DB85B96-7971-4AC7-9305-C07D2B66C5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230392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70%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DB85B96-7971-4AC7-9305-C07D2B66C5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230392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33910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1756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40%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2624477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2624477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985600" y="542840"/>
            <a:ext cx="59348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656769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2237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0.8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13892" y="542840"/>
            <a:ext cx="6478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бөлүктү ондук санга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9967150"/>
                  </p:ext>
                </p:extLst>
              </p:nvPr>
            </p:nvGraphicFramePr>
            <p:xfrm>
              <a:off x="3080134" y="1776046"/>
              <a:ext cx="4044668" cy="28347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9967150"/>
                  </p:ext>
                </p:extLst>
              </p:nvPr>
            </p:nvGraphicFramePr>
            <p:xfrm>
              <a:off x="3080134" y="1776046"/>
              <a:ext cx="4044668" cy="28347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3470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21182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58529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9373034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0.03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9373034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85607" y="542840"/>
            <a:ext cx="6134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8980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139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60%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6637573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6637573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400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7561" y="542840"/>
            <a:ext cx="6110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956849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4741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9847" y="542840"/>
            <a:ext cx="6306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275720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130%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275720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643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5186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64162" y="779537"/>
            <a:ext cx="66676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</a:t>
            </a:r>
            <a:r>
              <a:rPr lang="ru-RU" sz="2800" dirty="0"/>
              <a:t> пайызды ондук санга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0.08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DB85B96-7971-4AC7-9305-C07D2B66C5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749361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DB85B96-7971-4AC7-9305-C07D2B66C5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749361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8276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9105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12%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49660069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0.12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49660069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985600" y="542840"/>
            <a:ext cx="59348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11977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77211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0.65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13892" y="542840"/>
            <a:ext cx="6478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бөлүктү ондук санга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0478384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0478384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400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11801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986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372915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0.04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372915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85607" y="542840"/>
            <a:ext cx="6134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2191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3159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45%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9858290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9858290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400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7561" y="542840"/>
            <a:ext cx="6110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147560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5261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0.1%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099364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0.001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099364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985600" y="542840"/>
            <a:ext cx="59348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24408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91500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9847" y="542840"/>
            <a:ext cx="6306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037110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037110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60875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1898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9847" y="542840"/>
            <a:ext cx="6306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763844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0.6%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763844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79926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9270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-85964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619167" y="754572"/>
            <a:ext cx="66676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</a:t>
            </a:r>
            <a:r>
              <a:rPr lang="ru-RU" sz="2800" dirty="0"/>
              <a:t> пайызды ондук санга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0.025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DB85B96-7971-4AC7-9305-C07D2B66C5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408894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2.5%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DB85B96-7971-4AC7-9305-C07D2B66C5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408894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3910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2813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140.9%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7314147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1.409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7314147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985600" y="542840"/>
            <a:ext cx="59348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883422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60000"/>
            <a:lumOff val="40000"/>
          </a:schemeClr>
        </a:solidFill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tx1"/>
          </a:solidFill>
          <a:headEnd type="arrow"/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8372</TotalTime>
  <Words>356</Words>
  <Application>Microsoft Office PowerPoint</Application>
  <PresentationFormat>A4 Paper (210x297 mm)</PresentationFormat>
  <Paragraphs>127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Bernard MT Condensed</vt:lpstr>
      <vt:lpstr>Calibri Light</vt:lpstr>
      <vt:lpstr>Cambria Math</vt:lpstr>
      <vt:lpstr>Arial</vt:lpstr>
      <vt:lpstr>Berlin Sans FB Demi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371</cp:revision>
  <cp:lastPrinted>2017-12-31T22:38:51Z</cp:lastPrinted>
  <dcterms:created xsi:type="dcterms:W3CDTF">2017-01-17T16:57:04Z</dcterms:created>
  <dcterms:modified xsi:type="dcterms:W3CDTF">2024-09-02T19:17:40Z</dcterms:modified>
</cp:coreProperties>
</file>