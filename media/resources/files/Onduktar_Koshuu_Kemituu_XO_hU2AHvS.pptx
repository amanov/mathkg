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кошуу жана кемитүү –  О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Х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29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940463" y="1126942"/>
            <a:ext cx="78101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кошуу жана кемитүү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AA6700-9805-3EE1-7EF5-C9E98B67AC0E}"/>
              </a:ext>
            </a:extLst>
          </p:cNvPr>
          <p:cNvSpPr txBox="1"/>
          <p:nvPr/>
        </p:nvSpPr>
        <p:spPr>
          <a:xfrm>
            <a:off x="926903" y="61546"/>
            <a:ext cx="153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6A3E5-2470-C790-8E64-87BABD564E28}"/>
              </a:ext>
            </a:extLst>
          </p:cNvPr>
          <p:cNvSpPr txBox="1"/>
          <p:nvPr/>
        </p:nvSpPr>
        <p:spPr>
          <a:xfrm>
            <a:off x="973648" y="818928"/>
            <a:ext cx="144142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0.7 + 8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673F4-A226-1E73-C03D-FE426BC557F3}"/>
              </a:ext>
            </a:extLst>
          </p:cNvPr>
          <p:cNvSpPr txBox="1"/>
          <p:nvPr/>
        </p:nvSpPr>
        <p:spPr>
          <a:xfrm>
            <a:off x="4065024" y="818928"/>
            <a:ext cx="179247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6.4 − 0.8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F83BE-BE2B-C7FF-E376-40B78EFABD86}"/>
              </a:ext>
            </a:extLst>
          </p:cNvPr>
          <p:cNvSpPr txBox="1"/>
          <p:nvPr/>
        </p:nvSpPr>
        <p:spPr>
          <a:xfrm>
            <a:off x="7373492" y="818928"/>
            <a:ext cx="1792477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0.4 + 2.5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2F1A8-C91C-021B-3E9F-524438471C7C}"/>
              </a:ext>
            </a:extLst>
          </p:cNvPr>
          <p:cNvSpPr txBox="1"/>
          <p:nvPr/>
        </p:nvSpPr>
        <p:spPr>
          <a:xfrm>
            <a:off x="798120" y="3146492"/>
            <a:ext cx="1792477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4.8 + 6.3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207E1-930B-0948-5ECA-FF55EF5355DF}"/>
              </a:ext>
            </a:extLst>
          </p:cNvPr>
          <p:cNvSpPr txBox="1"/>
          <p:nvPr/>
        </p:nvSpPr>
        <p:spPr>
          <a:xfrm>
            <a:off x="3553665" y="3146492"/>
            <a:ext cx="2815194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4.4 − 2.6 + 0.9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15219-8D47-C3DF-38FC-5D590C328E9D}"/>
              </a:ext>
            </a:extLst>
          </p:cNvPr>
          <p:cNvSpPr txBox="1"/>
          <p:nvPr/>
        </p:nvSpPr>
        <p:spPr>
          <a:xfrm>
            <a:off x="7373488" y="3146492"/>
            <a:ext cx="179247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1.7 + 4.5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1480D-0BD5-1642-75E5-BAC8FA3C2A41}"/>
              </a:ext>
            </a:extLst>
          </p:cNvPr>
          <p:cNvSpPr txBox="1"/>
          <p:nvPr/>
        </p:nvSpPr>
        <p:spPr>
          <a:xfrm>
            <a:off x="973645" y="5424179"/>
            <a:ext cx="144142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8.8 − 6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389E6-C3A8-F410-E83C-A07FED49B65C}"/>
              </a:ext>
            </a:extLst>
          </p:cNvPr>
          <p:cNvSpPr txBox="1"/>
          <p:nvPr/>
        </p:nvSpPr>
        <p:spPr>
          <a:xfrm>
            <a:off x="3948003" y="5424179"/>
            <a:ext cx="202651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0.91 − 0.5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C4F610-AAA1-D626-3DE2-BBD0117136E2}"/>
              </a:ext>
            </a:extLst>
          </p:cNvPr>
          <p:cNvSpPr txBox="1"/>
          <p:nvPr/>
        </p:nvSpPr>
        <p:spPr>
          <a:xfrm>
            <a:off x="7549016" y="5424179"/>
            <a:ext cx="144142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7 − 2.8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8247" y="-68715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33339" y="-21693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477553" y="-962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21254" y="230114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7634" y="2262597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368859" y="4433608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80999" y="4425153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51696" y="4546660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60278" y="-41720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17776" y="2304488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66720" y="2659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3236" y="2334419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1511" y="4496969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4030" y="4540731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52666" y="4548964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13527" y="-12408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03689" y="2298208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3680" y="2281761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A0A00F-D057-D606-12C0-BD724EC62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42" y="159679"/>
            <a:ext cx="9316116" cy="6524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84089C-4D05-C5BB-B6F8-9400D9E4F3FD}"/>
              </a:ext>
            </a:extLst>
          </p:cNvPr>
          <p:cNvSpPr/>
          <p:nvPr/>
        </p:nvSpPr>
        <p:spPr>
          <a:xfrm>
            <a:off x="1303322" y="301671"/>
            <a:ext cx="121920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ADB7A-0AD0-7730-4015-117DF09E5922}"/>
              </a:ext>
            </a:extLst>
          </p:cNvPr>
          <p:cNvSpPr txBox="1"/>
          <p:nvPr/>
        </p:nvSpPr>
        <p:spPr>
          <a:xfrm>
            <a:off x="1117902" y="215926"/>
            <a:ext cx="159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Эсептеңиз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0A00FB-FAFB-BB07-C065-BCDF6E70E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57923" cy="3371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B30504-5D1A-E0A9-4D05-F20623FA1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0"/>
            <a:ext cx="4866290" cy="33776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0F5EB-B48D-D1EE-A4E6-E80B5BD0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5" y="3429000"/>
            <a:ext cx="4857923" cy="3371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861922-0A85-C106-8BED-52BF70A5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35" y="3429000"/>
            <a:ext cx="4866290" cy="337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4008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8418</TotalTime>
  <Words>154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Comic Sans MS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382</cp:revision>
  <cp:lastPrinted>2017-12-31T22:38:51Z</cp:lastPrinted>
  <dcterms:created xsi:type="dcterms:W3CDTF">2017-01-17T16:57:04Z</dcterms:created>
  <dcterms:modified xsi:type="dcterms:W3CDTF">2024-05-07T05:26:29Z</dcterms:modified>
</cp:coreProperties>
</file>