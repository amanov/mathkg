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73" r:id="rId2"/>
    <p:sldId id="974" r:id="rId3"/>
    <p:sldId id="968" r:id="rId4"/>
    <p:sldId id="969" r:id="rId5"/>
    <p:sldId id="966" r:id="rId6"/>
    <p:sldId id="967" r:id="rId7"/>
    <p:sldId id="970" r:id="rId8"/>
    <p:sldId id="971" r:id="rId9"/>
    <p:sldId id="972" r:id="rId10"/>
    <p:sldId id="976" r:id="rId11"/>
    <p:sldId id="977" r:id="rId12"/>
    <p:sldId id="975" r:id="rId13"/>
  </p:sldIdLst>
  <p:sldSz cx="9906000" cy="6858000" type="A4"/>
  <p:notesSz cx="6889750" cy="10021888"/>
  <p:embeddedFontLst>
    <p:embeddedFont>
      <p:font typeface="Cambria Math" panose="02040503050406030204" pitchFamily="18" charset="0"/>
      <p:regular r:id="rId15"/>
    </p:embeddedFont>
    <p:embeddedFont>
      <p:font typeface="Honeydripper" panose="020B0604020202020204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AFE06ED-B8DA-4059-857E-D6995C42ED2A}">
          <p14:sldIdLst>
            <p14:sldId id="973"/>
          </p14:sldIdLst>
        </p14:section>
        <p14:section name="Титулдук слайд" id="{7F068057-DE81-4BF7-B769-B2BDB5592EDD}">
          <p14:sldIdLst>
            <p14:sldId id="974"/>
          </p14:sldIdLst>
        </p14:section>
        <p14:section name="Көрсөтүү үчүн" id="{5DD39219-C4C8-4F38-A5C2-C8826E0F85D8}">
          <p14:sldIdLst>
            <p14:sldId id="968"/>
            <p14:sldId id="969"/>
          </p14:sldIdLst>
        </p14:section>
        <p14:section name="Жообу" id="{C52BA816-4B9E-4D5C-8AF3-0D1D3A3994B4}">
          <p14:sldIdLst>
            <p14:sldId id="966"/>
            <p14:sldId id="967"/>
          </p14:sldIdLst>
        </p14:section>
        <p14:section name="Иш кагазы" id="{DDE88CB2-32CA-46EC-B0E3-87018E6EBA88}">
          <p14:sldIdLst>
            <p14:sldId id="970"/>
            <p14:sldId id="971"/>
            <p14:sldId id="972"/>
          </p14:sldIdLst>
        </p14:section>
        <p14:section name="Өзүңүздүкүн жаса" id="{458B1208-BA15-4388-B693-A3E79C57B502}">
          <p14:sldIdLst>
            <p14:sldId id="976"/>
            <p14:sldId id="977"/>
          </p14:sldIdLst>
        </p14:section>
        <p14:section name="Кайтарым байланыш" id="{F2EC85F0-F3AC-464A-91E1-FB05C270A02F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Ондуктан Бөлчөккө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Туура же Ката лабиринт 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жооп </a:t>
            </a: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Окуучарда үчүн "Өзүң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жаса" кошулган.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1127117" y="4694967"/>
            <a:ext cx="766472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бөлчөккө </a:t>
            </a:r>
            <a:endParaRPr kumimoji="0" lang="en-US" sz="60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айландыруу</a:t>
            </a:r>
            <a:endParaRPr kumimoji="0" lang="en-GB" sz="48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жана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ката 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лабиринт</a:t>
            </a:r>
            <a:endParaRPr kumimoji="0" lang="en-US" sz="54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52BAE-4867-4F45-EBC1-5BFABB40B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3" y="79299"/>
            <a:ext cx="9349847" cy="663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1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798EC-EB28-435F-9C23-9F91771B3AB3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4ABE3-13BA-315D-3A42-7006F4B44237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8E4C9-12FF-7569-0F14-762FC522D47F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812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686563"/>
                  </p:ext>
                </p:extLst>
              </p:nvPr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686563"/>
                  </p:ext>
                </p:extLst>
              </p:nvPr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DD0F7-3084-AB2D-B540-D9C2BD393DEE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8E4AC-7B92-8D80-F32B-F360DE7CC579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B698D-39F4-B632-0579-1F76E9A9A243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945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04F0A-6959-EDEE-51C7-938FBE341587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D9FAA-A14F-9F3D-0E52-1B4189222DC2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30C0E-ED5D-572A-C1D8-AEE4B71DE704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807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1.05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5C472-DEFA-DD24-C541-390F787912EA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D9A0A-DBBF-7D2F-B8D8-5C0EB0BFE658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52DEF-8E8F-0F37-05A5-A17EFD7843F9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527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C6F3C-B4FE-2C40-10B8-68ADC8FD7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11404" y="1032328"/>
            <a:ext cx="6787849" cy="4765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2EB61B-EFDE-1FAC-602E-E61E8F395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82240" y="970761"/>
            <a:ext cx="6787849" cy="484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8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7144FD-BCB5-F36E-AE61-357E39C6D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" y="25400"/>
            <a:ext cx="4800600" cy="3339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9BC048-2BF9-B61F-23A2-A6A332FCF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5400"/>
            <a:ext cx="4800600" cy="3339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3D8DA3-F214-5FAA-C7EC-1BDB8A416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" y="3429000"/>
            <a:ext cx="4800600" cy="3339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268D6-DD12-E706-4495-E963FC6EB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9000"/>
            <a:ext cx="4800600" cy="33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0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40523-B265-5C12-EFB8-BC7286BE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" y="416514"/>
            <a:ext cx="4815948" cy="3229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4AE409-8DFF-F884-9929-33142962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8" y="4043982"/>
            <a:ext cx="4069479" cy="2814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FAC3D-5746-E73B-6E11-4856AACF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22" y="84820"/>
            <a:ext cx="4825950" cy="67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77BF9-EF20-28FC-2B4B-49B095B8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6571" y="1006572"/>
            <a:ext cx="6862238" cy="4849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D3F89E-2364-4FDD-F0BF-F50A27D1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2963" y="1010037"/>
            <a:ext cx="6862238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91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9210</TotalTime>
  <Words>670</Words>
  <Application>Microsoft Office PowerPoint</Application>
  <PresentationFormat>A4 Paper (210x297 mm)</PresentationFormat>
  <Paragraphs>216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 Light</vt:lpstr>
      <vt:lpstr>Cambria Math</vt:lpstr>
      <vt:lpstr>Honeydripper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419</cp:revision>
  <cp:lastPrinted>2024-08-29T07:41:52Z</cp:lastPrinted>
  <dcterms:created xsi:type="dcterms:W3CDTF">2017-01-17T16:57:04Z</dcterms:created>
  <dcterms:modified xsi:type="dcterms:W3CDTF">2024-09-03T08:41:37Z</dcterms:modified>
</cp:coreProperties>
</file>