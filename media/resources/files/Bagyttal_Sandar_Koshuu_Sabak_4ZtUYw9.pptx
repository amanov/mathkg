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9"/>
  </p:notesMasterIdLst>
  <p:sldIdLst>
    <p:sldId id="257" r:id="rId3"/>
    <p:sldId id="951" r:id="rId4"/>
    <p:sldId id="953" r:id="rId5"/>
    <p:sldId id="958" r:id="rId6"/>
    <p:sldId id="960" r:id="rId7"/>
    <p:sldId id="961" r:id="rId8"/>
    <p:sldId id="982" r:id="rId9"/>
    <p:sldId id="959" r:id="rId10"/>
    <p:sldId id="963" r:id="rId11"/>
    <p:sldId id="964" r:id="rId12"/>
    <p:sldId id="965" r:id="rId13"/>
    <p:sldId id="966" r:id="rId14"/>
    <p:sldId id="983" r:id="rId15"/>
    <p:sldId id="969" r:id="rId16"/>
    <p:sldId id="970" r:id="rId17"/>
    <p:sldId id="971" r:id="rId18"/>
    <p:sldId id="972" r:id="rId19"/>
    <p:sldId id="973" r:id="rId20"/>
    <p:sldId id="984" r:id="rId21"/>
    <p:sldId id="980" r:id="rId22"/>
    <p:sldId id="981" r:id="rId23"/>
    <p:sldId id="985" r:id="rId24"/>
    <p:sldId id="986" r:id="rId25"/>
    <p:sldId id="978" r:id="rId26"/>
    <p:sldId id="979" r:id="rId27"/>
    <p:sldId id="942" r:id="rId28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 - түшүндүрмө" id="{059544AC-2C27-45B1-9F95-F87DF8854DD6}">
          <p14:sldIdLst>
            <p14:sldId id="951"/>
            <p14:sldId id="953"/>
            <p14:sldId id="958"/>
            <p14:sldId id="960"/>
          </p14:sldIdLst>
        </p14:section>
        <p14:section name="Түшүнгөнүбүздү баалоо" id="{5A42F96A-17A4-40E3-A88F-8E494626CA9B}">
          <p14:sldIdLst>
            <p14:sldId id="961"/>
            <p14:sldId id="982"/>
          </p14:sldIdLst>
        </p14:section>
        <p14:section name="Сабак - түшүндүрмө" id="{02ED60F5-AAE1-44B4-A2B8-57F214B8168F}">
          <p14:sldIdLst>
            <p14:sldId id="959"/>
            <p14:sldId id="963"/>
            <p14:sldId id="964"/>
            <p14:sldId id="965"/>
          </p14:sldIdLst>
        </p14:section>
        <p14:section name="Түшүнгөнүбүздү баалоо" id="{16320ABD-1BD6-45F4-A97D-FE8D4FC0FA1C}">
          <p14:sldIdLst>
            <p14:sldId id="966"/>
            <p14:sldId id="983"/>
          </p14:sldIdLst>
        </p14:section>
        <p14:section name="Сабак - түшүндүрмө" id="{374BD575-4F11-470E-AED5-CFBED1226111}">
          <p14:sldIdLst>
            <p14:sldId id="969"/>
            <p14:sldId id="970"/>
            <p14:sldId id="971"/>
            <p14:sldId id="972"/>
          </p14:sldIdLst>
        </p14:section>
        <p14:section name="Түшүнгөнүбүздү баалоо" id="{23431188-A9F6-495C-B796-A7409BC35AB3}">
          <p14:sldIdLst>
            <p14:sldId id="973"/>
            <p14:sldId id="984"/>
          </p14:sldIdLst>
        </p14:section>
        <p14:section name="Иш кагаздар" id="{6FD34861-05AB-4A02-93FF-F139FB5A7AEE}">
          <p14:sldIdLst>
            <p14:sldId id="980"/>
            <p14:sldId id="981"/>
            <p14:sldId id="985"/>
            <p14:sldId id="986"/>
            <p14:sldId id="978"/>
            <p14:sldId id="979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7F7F7F"/>
    <a:srgbClr val="FFC0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40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04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84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652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5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9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4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2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1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24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35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9920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573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89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8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38" y="1683385"/>
            <a:ext cx="8543925" cy="4067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Багытталган сандар – Кошуу жана кемитүү – Сабак - Түшүндүрмө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Бул ресурс ыкманы жандуу көрсөтөт.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093E8EA1-68F5-46B5-AC47-2427D71BC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1397452"/>
            <a:ext cx="4126737" cy="430148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AB94EA1-57FA-4D10-B5CF-9142B1575717}"/>
              </a:ext>
            </a:extLst>
          </p:cNvPr>
          <p:cNvGrpSpPr/>
          <p:nvPr/>
        </p:nvGrpSpPr>
        <p:grpSpPr>
          <a:xfrm>
            <a:off x="295634" y="1617516"/>
            <a:ext cx="4160467" cy="3501048"/>
            <a:chOff x="295634" y="1617516"/>
            <a:chExt cx="4160467" cy="35010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19627A5-F042-4BFE-8A45-FA7825C833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F6902E-E26D-48A0-B189-8CB79DC76E3F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BE6E8B-9CCB-4CF0-8B7A-5A084BAA7EEC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18DDDCB-98EB-4BC5-AF72-3AA176A8C19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08160E-930A-4B0B-BCE7-DAC8106C5702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CE49312E-37BE-4ABA-A066-B36471BB09E4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B149B82-33C0-42B8-9A8D-6246FBAFACFF}"/>
              </a:ext>
            </a:extLst>
          </p:cNvPr>
          <p:cNvSpPr/>
          <p:nvPr/>
        </p:nvSpPr>
        <p:spPr>
          <a:xfrm>
            <a:off x="809655" y="3006249"/>
            <a:ext cx="8489888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Карыянын 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reflection blurRad="6350" stA="53000" endA="300" endPos="35500" dir="5400000" sy="-90000" algn="bl" rotWithShape="0"/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температуралык 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reflection blurRad="6350" stA="53000" endA="300" endPos="35500" dir="5400000" sy="-90000" algn="bl" rotWithShape="0"/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казаны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8823CC-D3FE-4FE2-B670-94CD21A82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>
            <a:off x="5892800" y="175621"/>
            <a:ext cx="1430829" cy="129141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64EC334-662A-4A4B-A148-B3C4E122B4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91" b="15910"/>
          <a:stretch/>
        </p:blipFill>
        <p:spPr>
          <a:xfrm>
            <a:off x="4428130" y="679456"/>
            <a:ext cx="1226233" cy="1279535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271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315CDE5-1260-409B-967F-E88D57B84184}"/>
              </a:ext>
            </a:extLst>
          </p:cNvPr>
          <p:cNvSpPr/>
          <p:nvPr/>
        </p:nvSpPr>
        <p:spPr>
          <a:xfrm>
            <a:off x="3418801" y="2694891"/>
            <a:ext cx="3068398" cy="247864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C0259E-D1A2-4E0D-8962-6600D3392D9E}"/>
              </a:ext>
            </a:extLst>
          </p:cNvPr>
          <p:cNvSpPr/>
          <p:nvPr/>
        </p:nvSpPr>
        <p:spPr>
          <a:xfrm>
            <a:off x="5731947" y="3858147"/>
            <a:ext cx="655560" cy="1040747"/>
          </a:xfrm>
          <a:custGeom>
            <a:avLst/>
            <a:gdLst>
              <a:gd name="connsiteX0" fmla="*/ 674370 w 674370"/>
              <a:gd name="connsiteY0" fmla="*/ 0 h 1082040"/>
              <a:gd name="connsiteX1" fmla="*/ 0 w 674370"/>
              <a:gd name="connsiteY1" fmla="*/ 1082040 h 1082040"/>
              <a:gd name="connsiteX2" fmla="*/ 194310 w 674370"/>
              <a:gd name="connsiteY2" fmla="*/ 369570 h 1082040"/>
              <a:gd name="connsiteX3" fmla="*/ 674370 w 674370"/>
              <a:gd name="connsiteY3" fmla="*/ 0 h 1082040"/>
              <a:gd name="connsiteX0" fmla="*/ 674370 w 674370"/>
              <a:gd name="connsiteY0" fmla="*/ 0 h 1082040"/>
              <a:gd name="connsiteX1" fmla="*/ 0 w 674370"/>
              <a:gd name="connsiteY1" fmla="*/ 1082040 h 1082040"/>
              <a:gd name="connsiteX2" fmla="*/ 194310 w 674370"/>
              <a:gd name="connsiteY2" fmla="*/ 369570 h 1082040"/>
              <a:gd name="connsiteX3" fmla="*/ 674370 w 674370"/>
              <a:gd name="connsiteY3" fmla="*/ 0 h 108204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49580 w 674370"/>
              <a:gd name="connsiteY2" fmla="*/ 44196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49580 w 674370"/>
              <a:gd name="connsiteY2" fmla="*/ 44196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19100 w 674370"/>
              <a:gd name="connsiteY2" fmla="*/ 415290 h 1070610"/>
              <a:gd name="connsiteX3" fmla="*/ 674370 w 674370"/>
              <a:gd name="connsiteY3" fmla="*/ 0 h 107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4370" h="1070610">
                <a:moveTo>
                  <a:pt x="674370" y="0"/>
                </a:moveTo>
                <a:cubicBezTo>
                  <a:pt x="548640" y="756920"/>
                  <a:pt x="354330" y="793750"/>
                  <a:pt x="0" y="1070610"/>
                </a:cubicBezTo>
                <a:cubicBezTo>
                  <a:pt x="182880" y="848360"/>
                  <a:pt x="354330" y="648970"/>
                  <a:pt x="419100" y="415290"/>
                </a:cubicBezTo>
                <a:cubicBezTo>
                  <a:pt x="554990" y="306070"/>
                  <a:pt x="599440" y="147320"/>
                  <a:pt x="67437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741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23568" y="-104025"/>
            <a:ext cx="9592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dirty="0"/>
              <a:t>Карыянын</a:t>
            </a:r>
            <a:r>
              <a:rPr lang="ru-RU" sz="3200" dirty="0"/>
              <a:t> казаны муздак кубиктер  жана ысык кубиктер  менен толтурулган.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C103058-2503-47F3-BE95-42185B50E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425784">
            <a:off x="2186830" y="3366041"/>
            <a:ext cx="1014294" cy="10207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CB71679-9E09-4643-AC25-44A18CFF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90529">
            <a:off x="762763" y="3851177"/>
            <a:ext cx="1014294" cy="10207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EEED8F6-EA6A-454F-90E0-A40AC7AE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9591">
            <a:off x="1441939" y="1594113"/>
            <a:ext cx="1014294" cy="10207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123FB5A-D947-4234-A4A2-09333FFE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15" y="2688307"/>
            <a:ext cx="1014294" cy="102072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C31B44C-A38C-47A0-BA85-D3EFE1BD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71961">
            <a:off x="113036" y="2731133"/>
            <a:ext cx="1014294" cy="102072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2B0751C-36D3-4459-8059-E16AB4500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69886">
            <a:off x="249875" y="1455346"/>
            <a:ext cx="1014294" cy="10207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FCE87ED-9D5A-4076-95DA-B51BDD8C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2037">
            <a:off x="6627682" y="3041853"/>
            <a:ext cx="1014294" cy="102072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E1790AD-7130-4F7B-A4A8-46D759568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23594">
            <a:off x="6624852" y="4165110"/>
            <a:ext cx="1014294" cy="102072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8D2B5BC-5D9F-43B8-A46E-6394B6BD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52329">
            <a:off x="7724848" y="2588810"/>
            <a:ext cx="1014294" cy="102072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4644ECD-3DC5-4EA5-B861-083F7FE57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94371">
            <a:off x="8055483" y="1441590"/>
            <a:ext cx="1014294" cy="1020727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47A5D95-B1D3-484D-9497-8A7BC539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44706">
            <a:off x="7824891" y="3883589"/>
            <a:ext cx="1014294" cy="102072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D464443-E509-4116-A047-CCA9835E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77889">
            <a:off x="8745349" y="2891681"/>
            <a:ext cx="1014294" cy="102072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288EC210-F706-437F-8877-5B35EDE88E79}"/>
              </a:ext>
            </a:extLst>
          </p:cNvPr>
          <p:cNvGrpSpPr/>
          <p:nvPr/>
        </p:nvGrpSpPr>
        <p:grpSpPr>
          <a:xfrm>
            <a:off x="3563228" y="2591472"/>
            <a:ext cx="2778671" cy="1120520"/>
            <a:chOff x="3563228" y="2591472"/>
            <a:chExt cx="2778671" cy="11205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3564102" y="2591472"/>
              <a:ext cx="2777797" cy="11205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3801854" y="2684066"/>
              <a:ext cx="2302292" cy="7650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3801854" y="2856806"/>
              <a:ext cx="2302292" cy="627265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3563228" y="2591472"/>
              <a:ext cx="2778671" cy="923890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7BDA2AEC-1E21-449A-9B51-42DB5B62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14340">
            <a:off x="5057639" y="1337351"/>
            <a:ext cx="1014294" cy="10207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320312B-8474-46DE-9A41-B16E7B717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17548">
            <a:off x="3770507" y="1329957"/>
            <a:ext cx="1014294" cy="102072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B98D3AC-F102-4133-B2B7-A28BBE6F1376}"/>
              </a:ext>
            </a:extLst>
          </p:cNvPr>
          <p:cNvSpPr txBox="1"/>
          <p:nvPr/>
        </p:nvSpPr>
        <p:spPr>
          <a:xfrm>
            <a:off x="755576" y="832422"/>
            <a:ext cx="8653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/>
              <a:t>Казандык ичиндеги заттын температурасы 5°</a:t>
            </a:r>
            <a:r>
              <a:rPr lang="en-GB" sz="3200" b="1" dirty="0"/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115910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8205E-6 -2.96296E-6 L -0.05705 0.1141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3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69231E-7 2.96296E-6 L 0.06827 0.1155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3" y="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+ </a:t>
            </a:r>
            <a:r>
              <a:rPr lang="en-GB" sz="5400" b="1" dirty="0">
                <a:solidFill>
                  <a:srgbClr val="FF0000"/>
                </a:solidFill>
              </a:rPr>
              <a:t>+1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741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560415" y="49530"/>
            <a:ext cx="87825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бир </a:t>
            </a:r>
            <a:r>
              <a:rPr lang="ru-RU" sz="3200" b="1" dirty="0">
                <a:solidFill>
                  <a:srgbClr val="FF0000"/>
                </a:solidFill>
              </a:rPr>
              <a:t>ысык кубикти </a:t>
            </a:r>
            <a:r>
              <a:rPr lang="ru-RU" sz="3200" dirty="0"/>
              <a:t>кошсок… температура </a:t>
            </a:r>
          </a:p>
          <a:p>
            <a:pPr algn="ctr"/>
            <a:r>
              <a:rPr lang="ru-RU" sz="3200" dirty="0"/>
              <a:t>кандай өзгөрөт?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ACFA96A-4EAE-4FFF-B5DF-B451ECA931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D9F03AD-C0E7-4C65-BE02-C5D834B2B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087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641E-7 -7.40741E-7 L 0.04135 -7.40741E-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7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6 − </a:t>
            </a:r>
            <a:r>
              <a:rPr lang="en-GB" sz="5400" b="1" dirty="0">
                <a:solidFill>
                  <a:srgbClr val="FF0000"/>
                </a:solidFill>
              </a:rPr>
              <a:t>+8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−2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716275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345897" y="49530"/>
            <a:ext cx="92115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FF0000"/>
                </a:solidFill>
              </a:rPr>
              <a:t>8 ысык кубикти </a:t>
            </a:r>
            <a:r>
              <a:rPr lang="ru-RU" sz="3200" dirty="0"/>
              <a:t>алып салсак... температура </a:t>
            </a:r>
          </a:p>
          <a:p>
            <a:pPr algn="ctr"/>
            <a:r>
              <a:rPr lang="ru-RU" sz="3200" dirty="0"/>
              <a:t>кандай өзгөрөт? 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C9885A0-16F5-40B6-B7B3-90BA00D76F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608352D-C9E9-485D-B20A-D598DB6746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45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7179E-6 -7.40741E-7 L -0.32949 -7.40741E-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74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5913120" y="1257301"/>
            <a:ext cx="15603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5684520" y="2397253"/>
            <a:ext cx="15984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882640" y="3565653"/>
            <a:ext cx="93550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471160" y="4693413"/>
            <a:ext cx="8999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306769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8593" y="100218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245322" y="-32317"/>
            <a:ext cx="30282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083561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2 −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0" y="215922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-25903" y="335266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-51022" y="4560985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−8 − </a:t>
            </a:r>
            <a:r>
              <a:rPr lang="en-GB" sz="3600" b="1" dirty="0">
                <a:solidFill>
                  <a:srgbClr val="FF0000"/>
                </a:solidFill>
              </a:rPr>
              <a:t>+9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-1" y="5686401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9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A8EFF5C-99BB-4890-BBB9-9F58E50AF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1601302" y="51616"/>
            <a:ext cx="830535" cy="866637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243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5913120" y="1257301"/>
            <a:ext cx="15603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5684520" y="2397253"/>
            <a:ext cx="15984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882640" y="3565653"/>
            <a:ext cx="93550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471160" y="4693413"/>
            <a:ext cx="8999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306769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0" y="1072934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107766" y="-53675"/>
            <a:ext cx="30282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083561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2 −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-31539" y="2208880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-31538" y="3354103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8282" y="4520252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−8 − </a:t>
            </a:r>
            <a:r>
              <a:rPr lang="en-GB" sz="3600" b="1" dirty="0">
                <a:solidFill>
                  <a:srgbClr val="FF0000"/>
                </a:solidFill>
              </a:rPr>
              <a:t>+9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-4137" y="5666784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9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A8EFF5C-99BB-4890-BBB9-9F58E50AF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1601302" y="51616"/>
            <a:ext cx="830535" cy="866637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A1B0A80-73FE-495C-A397-38CE9142D943}"/>
              </a:ext>
            </a:extLst>
          </p:cNvPr>
          <p:cNvSpPr/>
          <p:nvPr/>
        </p:nvSpPr>
        <p:spPr>
          <a:xfrm>
            <a:off x="1125220" y="5978466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400" dirty="0">
                <a:solidFill>
                  <a:schemeClr val="tx1"/>
                </a:solidFill>
              </a:rPr>
              <a:t>Оң санды кемитүү - бул жөнөкөй кемитүү! делет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77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+ </a:t>
            </a:r>
            <a:r>
              <a:rPr lang="en-GB" sz="5400" b="1" dirty="0">
                <a:solidFill>
                  <a:srgbClr val="00B0F0"/>
                </a:solidFill>
              </a:rPr>
              <a:t>−1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4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6122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2016640" y="49530"/>
            <a:ext cx="5870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257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12821E-7 -7.40741E-7 L -0.04183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4 + </a:t>
            </a:r>
            <a:r>
              <a:rPr lang="en-GB" sz="5400" b="1" dirty="0">
                <a:solidFill>
                  <a:srgbClr val="00B0F0"/>
                </a:solidFill>
              </a:rPr>
              <a:t>−2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2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35355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75287" y="49530"/>
            <a:ext cx="6152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2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226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-7.40741E-7 L -0.08301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2 + </a:t>
            </a:r>
            <a:r>
              <a:rPr lang="en-GB" sz="5400" b="1" dirty="0">
                <a:solidFill>
                  <a:srgbClr val="00B0F0"/>
                </a:solidFill>
              </a:rPr>
              <a:t>−6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−4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553059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75287" y="49530"/>
            <a:ext cx="6152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6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57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3846E-6 -7.40741E-7 L -0.24727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504786" y="1471930"/>
            <a:ext cx="2893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−4 + </a:t>
            </a:r>
            <a:r>
              <a:rPr lang="en-GB" sz="5400" b="1" dirty="0">
                <a:solidFill>
                  <a:srgbClr val="00B0F0"/>
                </a:solidFill>
              </a:rPr>
              <a:t>−2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307695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65958" y="49530"/>
            <a:ext cx="617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2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2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1538E-6 -7.40741E-7 L -0.08174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6608064" y="1283415"/>
            <a:ext cx="125566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6126480" y="2397253"/>
            <a:ext cx="134721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687568" y="3565653"/>
            <a:ext cx="1130573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254752" y="4693413"/>
            <a:ext cx="111634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57873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503598" y="1021805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392947" y="3871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303017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503598" y="2187954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503597" y="3354103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503597" y="452025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−9 + </a:t>
            </a:r>
            <a:r>
              <a:rPr lang="en-GB" sz="3600" b="1" dirty="0">
                <a:solidFill>
                  <a:srgbClr val="00B0F0"/>
                </a:solidFill>
              </a:rPr>
              <a:t>−9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503598" y="568640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9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05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6608064" y="1283415"/>
            <a:ext cx="125566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6126480" y="2397253"/>
            <a:ext cx="134721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687568" y="3565653"/>
            <a:ext cx="1130573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254752" y="4693413"/>
            <a:ext cx="111634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57873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503598" y="1021805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392947" y="3871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303017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503598" y="2187954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503597" y="3354103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503597" y="452025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−9 + </a:t>
            </a:r>
            <a:r>
              <a:rPr lang="en-GB" sz="3600" b="1" dirty="0">
                <a:solidFill>
                  <a:srgbClr val="00B0F0"/>
                </a:solidFill>
              </a:rPr>
              <a:t>−9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503598" y="568640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9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BAB6029-0C1A-469A-A238-13F1E021B7CC}"/>
              </a:ext>
            </a:extLst>
          </p:cNvPr>
          <p:cNvSpPr/>
          <p:nvPr/>
        </p:nvSpPr>
        <p:spPr>
          <a:xfrm>
            <a:off x="1617602" y="5997935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Терс санды кошуу кемитүү дегенди билдирет!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5 − </a:t>
            </a:r>
            <a:r>
              <a:rPr lang="en-GB" sz="5400" b="1" dirty="0">
                <a:solidFill>
                  <a:srgbClr val="00B0F0"/>
                </a:solidFill>
              </a:rPr>
              <a:t>−5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4827" y="147193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10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9119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11279" y="49530"/>
            <a:ext cx="828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5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4F9DD0E-2315-4496-A13B-44471EB46EF7}"/>
              </a:ext>
            </a:extLst>
          </p:cNvPr>
          <p:cNvSpPr txBox="1"/>
          <p:nvPr/>
        </p:nvSpPr>
        <p:spPr>
          <a:xfrm>
            <a:off x="141616" y="761707"/>
            <a:ext cx="962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муздакты алып салсак, ал ысып кетиши керек!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7965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0577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5 − </a:t>
            </a:r>
            <a:r>
              <a:rPr lang="en-GB" sz="5400" b="1" dirty="0">
                <a:solidFill>
                  <a:srgbClr val="00B0F0"/>
                </a:solidFill>
              </a:rPr>
              <a:t>−4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9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9119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4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436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16458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0 − </a:t>
            </a:r>
            <a:r>
              <a:rPr lang="en-GB" sz="5400" b="1" dirty="0">
                <a:solidFill>
                  <a:srgbClr val="00B0F0"/>
                </a:solidFill>
              </a:rPr>
              <a:t>−6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472197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6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3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2564E-6 -7.40741E-7 L 0.24648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504785" y="1471930"/>
            <a:ext cx="2893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−5 − </a:t>
            </a:r>
            <a:r>
              <a:rPr lang="en-GB" sz="5400" b="1" dirty="0">
                <a:solidFill>
                  <a:srgbClr val="00B0F0"/>
                </a:solidFill>
              </a:rPr>
              <a:t>−8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3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267981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8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36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8205E-6 -7.40741E-7 L 0.32901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 flipH="1">
            <a:off x="7863732" y="1283415"/>
            <a:ext cx="735145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 flipH="1">
            <a:off x="7684711" y="2397253"/>
            <a:ext cx="641604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 flipH="1">
            <a:off x="6818142" y="3565653"/>
            <a:ext cx="87512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 flipH="1">
            <a:off x="5984240" y="4693413"/>
            <a:ext cx="82100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 flipH="1">
            <a:off x="5168704" y="5851653"/>
            <a:ext cx="269161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46737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551347" y="150665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62769" y="1021805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438899" y="6646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522825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551347" y="267280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162768" y="2187954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551347" y="38389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162768" y="3354103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5738338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551347" y="50051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162768" y="4520252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5070124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390381" y="6171252"/>
            <a:ext cx="2220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−7 − </a:t>
            </a:r>
            <a:r>
              <a:rPr lang="en-GB" sz="3600" b="1" dirty="0">
                <a:solidFill>
                  <a:srgbClr val="00B0F0"/>
                </a:solidFill>
              </a:rPr>
              <a:t>−12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680887" y="617125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71397" y="5686402"/>
            <a:ext cx="3834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12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40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 flipH="1">
            <a:off x="7863732" y="1283415"/>
            <a:ext cx="735145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 flipH="1">
            <a:off x="7684711" y="2397253"/>
            <a:ext cx="641604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 flipH="1">
            <a:off x="6818142" y="3565653"/>
            <a:ext cx="87512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 flipH="1">
            <a:off x="5984240" y="4693413"/>
            <a:ext cx="82100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 flipH="1">
            <a:off x="5168704" y="5851653"/>
            <a:ext cx="269161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46737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551347" y="150665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62769" y="1021805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438899" y="6646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522825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551347" y="267280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162768" y="2187954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551347" y="38389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162768" y="3354103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5738338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551347" y="50051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162768" y="4520252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5070124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390381" y="6171252"/>
            <a:ext cx="2220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−7 − </a:t>
            </a:r>
            <a:r>
              <a:rPr lang="en-GB" sz="3600" b="1" dirty="0">
                <a:solidFill>
                  <a:srgbClr val="00B0F0"/>
                </a:solidFill>
              </a:rPr>
              <a:t>−12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680887" y="617125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71397" y="5686402"/>
            <a:ext cx="3834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12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034CB4-D6FB-3AC3-48EE-7B077D14A930}"/>
              </a:ext>
            </a:extLst>
          </p:cNvPr>
          <p:cNvSpPr/>
          <p:nvPr/>
        </p:nvSpPr>
        <p:spPr>
          <a:xfrm>
            <a:off x="1125220" y="5978466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Терс санды алып салуу кошууну билдирет!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8B36CBB-AD3E-40CC-AC06-3029AD7CBE45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9177E4F-E7AB-4234-84D9-EDE794E3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83B48BC-5D3B-426B-B260-304AF7F205D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7E480E6-8DD2-4EA5-A094-E8AA2183C059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B2AF4186-EAD4-41C9-A9F2-1964F4E05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699ED6-C1A4-492E-9D66-40572488D2F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9D6FFA-226D-457A-A6FE-6F4E9D1E7CE9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63976248-5AE8-4F42-9742-76DF31157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DFDDE0C-85A1-43D5-A4E6-B898B512BA6A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9AB823-D214-465E-933E-6C17D69D8718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44DEC51-B51F-42E0-825C-AE48296BEF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82E49E8-CB17-4907-B918-1524AB2503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B3F68D-9362-449F-A737-767FB3FCF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86A54A-E27E-4906-A97F-35C51E5AC4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2FE14-4085-4955-B42F-C56504ED7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921F201-7FBA-4264-A239-E2788B671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40F289F-737B-495A-A469-62A1A2AD5485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248F0-FD83-4DD8-8487-AEE40FEFA0D7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506634-BAD4-47B8-A1FD-F5F2DF1DFD10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08EF45-B14D-42BA-86AC-347139839E80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17A1867-88E2-47A1-8DAF-2F47221FDE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502E7D-FCC3-40C6-996C-B05A8120B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FF1CD5A-0329-457C-B830-589E812501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2F6C833-16FE-4E76-A811-726BA3B2B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FC46910-BEC4-4B17-AC71-7B0258A26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9620C43-5A48-4C06-BA20-50F84242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2ABA42F-F7C5-4AC2-9E3D-14F7E53142D6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A4CCC-59A3-43E8-BFEA-F326E7AAC55A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6D5F77-4431-4258-B288-6DC25DBACDD0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DB7519-A5C0-4E36-9645-C6567E9EACC8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DB817C-0DCD-466F-AD3C-F51DA7126BBE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AE66F9-0384-4064-8E94-30A9598BA712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CAC180-1036-4D3D-8419-3C8443A39FFB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C94CAC-A4C0-4A14-9D38-B65E27DF6940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A5B6F9-1C44-4A1B-85C6-B5555ED6AC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7C017A5-B90C-43A3-A608-F3829A908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09AE61F-9048-474F-9F66-B64D7B66DA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F47F280-B541-49C8-AAF3-C6F9AAAA0B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6EFBC32-0D47-47ED-8638-3BBD5C9F7B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6FF24C5-1DFE-4CE3-9A92-E2EEECF99C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E503070-E7F2-4507-972B-6DB230DC2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73784C7-C12C-487D-B2BE-B1EE4F8B84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A4007D7-D44F-4363-AA16-4B08B5BFD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9932F4C-A9E4-4AC0-9EAF-E88C3BDA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4E76B22F-4714-4983-AF32-7D0322B615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9C1B32F-23CE-4ADB-91B2-7361752B11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07581-DCD9-4CB4-AAAF-5047B74D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1129AAD-CEB8-422B-BEAF-51CB2C4ED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E6960-168D-4AA7-B283-AA97A9F87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3CFD22DA-EAA8-447C-9A93-85BAA6321B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69E9D49-416E-4CE0-B22D-D4E995E32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E9BA1EE-E1DE-4D17-AC70-35E8BF1FA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34206A1-AC69-48A2-B78A-7176884222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30237944-16DE-4BA7-8943-6E4EA60E8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5F641C6-711E-4DAD-A69E-73F6F9CD9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2F09CD93-2473-4EE3-BA3B-5DAA5C455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C97ECCBB-A1B8-4E5B-90F4-D9F43486874B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9C4D0F-D1C8-43A3-93D7-233C0531014D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F788E86-BE5A-4AED-BB1D-B458F3FC09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06304545-3EB2-4FF2-B792-B117D4C14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5C9916F-483E-4A64-9C18-02436481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A548EC0-A093-424D-803E-A26C9D6A7E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C7A6208B-086E-4907-9A95-680E5C54EF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34F41C01-87D1-4584-9C89-3E600DF090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752B38D-0F81-4808-89F7-CA9B338946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C00E5351-BD58-4BD8-802D-7D72DE0B61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12EE1E9E-76F5-4DF5-9FF8-7DF002A6C1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015FDA6B-A8E4-485F-A38F-0832831987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FBA7C4B0-D869-4014-BCF3-023C08277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EF0339EF-DF7D-4035-B7B5-FD1FD1466D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F140746-1C74-4D3A-B427-0C48377361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82CFBF60-CFDB-4A8D-B046-6D187E953B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CBD88B4E-434B-4919-B8EC-FFC7041B2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ACE8937B-BC0F-4F91-B507-AB63A0150E6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53BA69B-5F63-4BE6-AE39-8CBF4DA1EC5F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35746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9DA426-03FC-4BDD-9ECE-45CA1AEDB13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A2EFA-90C8-447A-84D9-DBA5B3A06F4C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EED7-3B5A-4748-ABA9-15B7E697F36B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2701E-51BE-4521-AE9D-9675E04B4937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9EF77-8C83-4DEF-99AD-0FA6445436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54228A-B1F4-4F9F-97B1-6C99F5C2BDF7}"/>
              </a:ext>
            </a:extLst>
          </p:cNvPr>
          <p:cNvSpPr txBox="1"/>
          <p:nvPr/>
        </p:nvSpPr>
        <p:spPr>
          <a:xfrm>
            <a:off x="261097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299DF-C1AB-40A9-B931-B5EF9B17F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9682D-701C-4FA8-AD14-8CC90C3D8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515160-C457-43C3-B989-6A8F29E840C0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3A4FD8-7A0A-4CF8-BCD9-DA52587D8800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175">
            <a:extLst>
              <a:ext uri="{FF2B5EF4-FFF2-40B4-BE49-F238E27FC236}">
                <a16:creationId xmlns:a16="http://schemas.microsoft.com/office/drawing/2014/main" id="{74FE8E64-842D-4C77-81E5-76ABFCEE33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1B2E2806-4FD6-4813-B892-F6FA8FC4BF20}"/>
              </a:ext>
            </a:extLst>
          </p:cNvPr>
          <p:cNvSpPr txBox="1"/>
          <p:nvPr/>
        </p:nvSpPr>
        <p:spPr>
          <a:xfrm>
            <a:off x="185915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DB2BBA88-CEDF-45AE-AD3D-03D89790B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8AE50D98-B8F7-4BA9-8A85-DC6D8E5EAB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56B62F67-C9A5-49FE-8228-03E8508AB1CA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238949D-4047-4724-B907-987F17C65D8B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7C6D97E-14D0-4CD9-A38B-4C3CA516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A2C7DD5-702B-4491-B196-ED0C5A3B69BE}"/>
              </a:ext>
            </a:extLst>
          </p:cNvPr>
          <p:cNvSpPr txBox="1"/>
          <p:nvPr/>
        </p:nvSpPr>
        <p:spPr>
          <a:xfrm>
            <a:off x="354698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6408377-0AA1-4138-B3DF-6AA57B1B10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C1E8F737-B7B0-4903-A4DA-9D8CB09FCA80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6FEDCB3-2A11-4C34-B2AF-AFB5E422C6DD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FA637511-EC12-4285-8F97-9C4F7659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41117A94-C36C-4CD7-98AC-796DC328B57D}"/>
              </a:ext>
            </a:extLst>
          </p:cNvPr>
          <p:cNvSpPr txBox="1"/>
          <p:nvPr/>
        </p:nvSpPr>
        <p:spPr>
          <a:xfrm>
            <a:off x="216213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C2145A-435F-4ECF-8B5D-83643426CA59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26F7CDE-F0D0-4D32-8DE1-409B34574EAD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199">
            <a:extLst>
              <a:ext uri="{FF2B5EF4-FFF2-40B4-BE49-F238E27FC236}">
                <a16:creationId xmlns:a16="http://schemas.microsoft.com/office/drawing/2014/main" id="{2CA3365B-759A-43F2-9697-D816D276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377F4AC1-B957-4917-A93C-6E56BC012BFD}"/>
              </a:ext>
            </a:extLst>
          </p:cNvPr>
          <p:cNvSpPr txBox="1"/>
          <p:nvPr/>
        </p:nvSpPr>
        <p:spPr>
          <a:xfrm>
            <a:off x="1859159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50EAC7-9EA7-4013-97FA-16558441000B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2C46C63-EA3D-4FB8-AA1D-ACDBA9566A2D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6B67620-B581-42F6-86E1-AAE30615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82963FF-2E81-4623-A853-4C253C55298D}"/>
              </a:ext>
            </a:extLst>
          </p:cNvPr>
          <p:cNvSpPr txBox="1"/>
          <p:nvPr/>
        </p:nvSpPr>
        <p:spPr>
          <a:xfrm>
            <a:off x="3386689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FE9716F-E243-4B8D-ADC5-C74CABDEFBD7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25B67A6-2750-429A-8AF0-2EB9CAEEE6F6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6262E848-23CE-4A4E-8A07-D01D2005A1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E2D2CFAD-3437-4BBA-99CA-16264E20A1D2}"/>
              </a:ext>
            </a:extLst>
          </p:cNvPr>
          <p:cNvSpPr txBox="1"/>
          <p:nvPr/>
        </p:nvSpPr>
        <p:spPr>
          <a:xfrm>
            <a:off x="261097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51C35C-35C4-4823-9E7D-3014F9AB057F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CB8BC0F-C53F-48E4-B04F-32F4FE8D5133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Picture 221">
            <a:extLst>
              <a:ext uri="{FF2B5EF4-FFF2-40B4-BE49-F238E27FC236}">
                <a16:creationId xmlns:a16="http://schemas.microsoft.com/office/drawing/2014/main" id="{3CF49450-3A1C-4C21-A503-6E98E92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E169BCCA-AC80-4045-820C-4A930B9A7EB3}"/>
              </a:ext>
            </a:extLst>
          </p:cNvPr>
          <p:cNvSpPr txBox="1"/>
          <p:nvPr/>
        </p:nvSpPr>
        <p:spPr>
          <a:xfrm>
            <a:off x="1813473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B13BB78-F7CB-4D11-93AC-551FC626512F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2CFE5B6-D8A9-4A91-B967-F8E470FA177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145F8CB7-3F8C-420F-9C0D-A8B5CE80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10C92DB3-B7D9-4E30-BCBE-7D37CD0DBC6B}"/>
              </a:ext>
            </a:extLst>
          </p:cNvPr>
          <p:cNvSpPr txBox="1"/>
          <p:nvPr/>
        </p:nvSpPr>
        <p:spPr>
          <a:xfrm>
            <a:off x="3361843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50EC868-8B93-4BBD-B561-47B34BD87FA9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7B2A47D-F128-4649-9E18-CD67808565E6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55">
            <a:extLst>
              <a:ext uri="{FF2B5EF4-FFF2-40B4-BE49-F238E27FC236}">
                <a16:creationId xmlns:a16="http://schemas.microsoft.com/office/drawing/2014/main" id="{D516DB71-8596-40ED-B6F8-28C33826F2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77F7CB64-DD91-452F-A6BF-2FC37BDCAF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AF5EE1A4-8B45-4774-8F63-F552851CC2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D8D94F40-F357-4235-8A8F-7D93C2C57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6268DC7C-6089-4724-B249-68706CE9C6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B142697B-4DD2-4E89-B7C3-C576BE311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DB1A51D6-9C33-45A7-B519-C36A01196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E9340FA3-098F-491B-B669-4F538A15F3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4888404D-F5CB-4834-B569-0062F5C5A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66CF8E1B-81C8-44CD-B145-9502E92882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D393D37F-F743-4F32-87E4-8E4DD73C8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EA19F12A-077E-4A15-A3D8-72B6EC253E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B5D2578F-1F97-4B6C-87FD-EA5A797031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92B0E65B-74AB-40F4-9DF2-8461DBF0CE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76602E19-A2E7-4644-849B-40CD712A4D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6E3633E-8C0D-4904-B6E6-9D188B3ABD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EBF16E1F-1F2A-4976-9839-E5FAF7099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616720B8-3364-4F75-9882-63AC070F0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9494D169-9803-4DA5-9A7D-1C9DEB855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7E6FB8BD-7F37-4FF6-9D1D-B715C096A4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754F3174-AD63-4452-BA81-C031D9A498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BC57B1FD-B174-4ED1-8AC0-5CE6E1FEE8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521F28D-9967-40F0-97EA-11BFB14D9A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921E923A-892D-43AB-B153-8373A2FDE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5B53870D-28C3-4C19-B604-2E7AE48ED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96B128C8-D35E-4AAB-8C86-FFA3F324E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AB103496-BAC8-4D96-87DA-E03BBD450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A6802A2D-2AD5-40D9-8131-30A7619C1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2CBB59EB-CBAC-4215-8C69-FEFD1D0059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D91D799-D0F7-4C7D-BC04-D479C3388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F555B3E2-D42C-4F30-94EA-69BDCC4233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66C4D9E9-9174-45EE-BE14-8B8C598B9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313887E1-8171-438C-A216-7C189EA8DB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E90A04E-87B0-4733-A0FF-9B1B0637D8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4C3FD37B-41D0-4F0F-A480-78D490F38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0F6842A0-DFF5-4D56-BFD5-160FB077B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ED11FAB-C352-499A-A5AF-4AB53F11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D6FADE38-8B58-471F-AE00-7389ED634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9A1EE05E-13DD-4BB5-AF90-4DC1F3BF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25829242-9EEB-446F-AF3E-BCA28E1A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94C1A5B-06E9-4001-BFD4-10D2B9C001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9D6588E8-96D3-46DD-AD55-179444DAE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3DF7C4B1-6820-41FE-AD36-9883A0E04C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A26B1A91-BEF9-4592-BB51-761C47D48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8C10BB5E-D200-42C6-B82F-E10768D27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966A11E7-B18C-4EDB-B262-17F9F5C77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2A0DE5F7-7351-460F-A898-816E988C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886E6C2B-1258-4027-8672-1168272C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04E223E7-3C00-4A23-8545-B65818738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CA85CFB9-6B16-491E-A6A1-9D7F2C222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A8E9AAA3-9E34-453F-B958-4652D2E00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7CAE3C96-0C28-4D02-8291-AB63CF63C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30C006AE-6FB2-4F07-9EB7-B44C0710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1BDF2E8-2EF5-4CB6-AC1C-9B2CE79345A1}"/>
              </a:ext>
            </a:extLst>
          </p:cNvPr>
          <p:cNvGrpSpPr/>
          <p:nvPr/>
        </p:nvGrpSpPr>
        <p:grpSpPr>
          <a:xfrm>
            <a:off x="101128" y="5310212"/>
            <a:ext cx="4778594" cy="307777"/>
            <a:chOff x="101128" y="5310212"/>
            <a:chExt cx="4778594" cy="307777"/>
          </a:xfrm>
        </p:grpSpPr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B3AAA82-2C36-42DF-818A-6AD4B626339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57D7F2F-74EF-4433-8D63-03419E528058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E6D95E8-95AD-4CFA-A52B-1A4ADACD254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082DD62-B498-40E6-BAA1-3E3582820167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FFF0DC5D-4581-4F43-B7A3-A08B63B0D9BA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2F099AE-D7AF-4940-906E-6A909222EE90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D1747C2-E9E7-4B85-8A13-2928A6E0443D}"/>
              </a:ext>
            </a:extLst>
          </p:cNvPr>
          <p:cNvGrpSpPr/>
          <p:nvPr/>
        </p:nvGrpSpPr>
        <p:grpSpPr>
          <a:xfrm>
            <a:off x="198664" y="6077700"/>
            <a:ext cx="1723535" cy="307777"/>
            <a:chOff x="101128" y="5855042"/>
            <a:chExt cx="1723535" cy="307777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E8E461D1-0739-4834-9916-47523B8BB62A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8EF18BC1-2788-4740-AFD8-C8BB0280316E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73DD764-C646-4ECA-B26E-0FBEEC9E51E9}"/>
              </a:ext>
            </a:extLst>
          </p:cNvPr>
          <p:cNvGrpSpPr/>
          <p:nvPr/>
        </p:nvGrpSpPr>
        <p:grpSpPr>
          <a:xfrm>
            <a:off x="2624110" y="6077700"/>
            <a:ext cx="2124286" cy="307777"/>
            <a:chOff x="1788958" y="5855042"/>
            <a:chExt cx="2124286" cy="307777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5EB73F9-ED85-48D1-82E9-72211F437A05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E5046E6-6105-41B3-A09F-CD0302FA585D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02488DD2-B587-44CF-8F7B-83A607A9D0BE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DF7B293-24A2-4097-82D3-8CE23EF8BD52}"/>
              </a:ext>
            </a:extLst>
          </p:cNvPr>
          <p:cNvGrpSpPr/>
          <p:nvPr/>
        </p:nvGrpSpPr>
        <p:grpSpPr>
          <a:xfrm>
            <a:off x="198664" y="6476834"/>
            <a:ext cx="1896659" cy="307777"/>
            <a:chOff x="101128" y="5855042"/>
            <a:chExt cx="1896659" cy="30777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68787C61-ED27-4F59-82E1-04C968E69FF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A306F4D-DB1C-4DFA-815F-952CE877568C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6C547CED-4AEB-4B29-9E27-7ED364CD9794}"/>
              </a:ext>
            </a:extLst>
          </p:cNvPr>
          <p:cNvGrpSpPr/>
          <p:nvPr/>
        </p:nvGrpSpPr>
        <p:grpSpPr>
          <a:xfrm>
            <a:off x="2624110" y="6476834"/>
            <a:ext cx="2169170" cy="307777"/>
            <a:chOff x="1788958" y="5855042"/>
            <a:chExt cx="2169170" cy="307777"/>
          </a:xfrm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2E5DFF0D-68B0-421B-A8E3-992F3E68482C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CCFFF2C8-4D32-4F10-BBD0-01F3E98B672E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568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8B36CBB-AD3E-40CC-AC06-3029AD7CBE45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9177E4F-E7AB-4234-84D9-EDE794E3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83B48BC-5D3B-426B-B260-304AF7F205D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7E480E6-8DD2-4EA5-A094-E8AA2183C059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B2AF4186-EAD4-41C9-A9F2-1964F4E05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699ED6-C1A4-492E-9D66-40572488D2F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9D6FFA-226D-457A-A6FE-6F4E9D1E7CE9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63976248-5AE8-4F42-9742-76DF31157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DFDDE0C-85A1-43D5-A4E6-B898B512BA6A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9AB823-D214-465E-933E-6C17D69D8718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44DEC51-B51F-42E0-825C-AE48296BEF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82E49E8-CB17-4907-B918-1524AB2503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B3F68D-9362-449F-A737-767FB3FCF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86A54A-E27E-4906-A97F-35C51E5AC4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2FE14-4085-4955-B42F-C56504ED7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921F201-7FBA-4264-A239-E2788B671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40F289F-737B-495A-A469-62A1A2AD5485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248F0-FD83-4DD8-8487-AEE40FEFA0D7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</a:t>
            </a:r>
            <a:r>
              <a:rPr lang="ru-RU" sz="1200" b="1" dirty="0"/>
              <a:t>2 ысык кубикти </a:t>
            </a:r>
            <a:r>
              <a:rPr lang="ru-RU" sz="1200" dirty="0"/>
              <a:t>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506634-BAD4-47B8-A1FD-F5F2DF1DFD10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08EF45-B14D-42BA-86AC-347139839E80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17A1867-88E2-47A1-8DAF-2F47221FDE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502E7D-FCC3-40C6-996C-B05A8120B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FF1CD5A-0329-457C-B830-589E812501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2F6C833-16FE-4E76-A811-726BA3B2B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FC46910-BEC4-4B17-AC71-7B0258A26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9620C43-5A48-4C06-BA20-50F84242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2ABA42F-F7C5-4AC2-9E3D-14F7E53142D6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A4CCC-59A3-43E8-BFEA-F326E7AAC55A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</a:t>
            </a:r>
            <a:r>
              <a:rPr lang="ru-RU" sz="1200" b="1" dirty="0"/>
              <a:t>3 муз кубик </a:t>
            </a:r>
            <a:r>
              <a:rPr lang="ru-RU" sz="1200" dirty="0"/>
              <a:t>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6D5F77-4431-4258-B288-6DC25DBACDD0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DB7519-A5C0-4E36-9645-C6567E9EACC8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DB817C-0DCD-466F-AD3C-F51DA7126BBE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AE66F9-0384-4064-8E94-30A9598BA712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</a:t>
            </a:r>
            <a:r>
              <a:rPr lang="ru-RU" sz="1200" b="1" dirty="0"/>
              <a:t>5 муз кубик  </a:t>
            </a:r>
            <a:r>
              <a:rPr lang="ru-RU" sz="1200" dirty="0"/>
              <a:t>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CAC180-1036-4D3D-8419-3C8443A39FFB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C94CAC-A4C0-4A14-9D38-B65E27DF6940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A5B6F9-1C44-4A1B-85C6-B5555ED6AC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7C017A5-B90C-43A3-A608-F3829A908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09AE61F-9048-474F-9F66-B64D7B66DA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F47F280-B541-49C8-AAF3-C6F9AAAA0B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6EFBC32-0D47-47ED-8638-3BBD5C9F7B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6FF24C5-1DFE-4CE3-9A92-E2EEECF99C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E503070-E7F2-4507-972B-6DB230DC2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73784C7-C12C-487D-B2BE-B1EE4F8B84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A4007D7-D44F-4363-AA16-4B08B5BFD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9932F4C-A9E4-4AC0-9EAF-E88C3BDA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4E76B22F-4714-4983-AF32-7D0322B615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9C1B32F-23CE-4ADB-91B2-7361752B11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07581-DCD9-4CB4-AAAF-5047B74D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1129AAD-CEB8-422B-BEAF-51CB2C4ED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E6960-168D-4AA7-B283-AA97A9F87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3CFD22DA-EAA8-447C-9A93-85BAA6321B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69E9D49-416E-4CE0-B22D-D4E995E32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E9BA1EE-E1DE-4D17-AC70-35E8BF1FA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34206A1-AC69-48A2-B78A-7176884222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30237944-16DE-4BA7-8943-6E4EA60E8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5F641C6-711E-4DAD-A69E-73F6F9CD9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2F09CD93-2473-4EE3-BA3B-5DAA5C455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C97ECCBB-A1B8-4E5B-90F4-D9F43486874B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9C4D0F-D1C8-43A3-93D7-233C0531014D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b="1" dirty="0"/>
              <a:t>А </a:t>
            </a:r>
            <a:r>
              <a:rPr lang="ky-KG" sz="1200" dirty="0"/>
              <a:t>суроосу</a:t>
            </a:r>
            <a:r>
              <a:rPr lang="ky-KG" sz="1200" b="1" dirty="0"/>
              <a:t>, Б </a:t>
            </a:r>
            <a:r>
              <a:rPr lang="ky-KG" sz="1200" dirty="0"/>
              <a:t>суроосу жана </a:t>
            </a:r>
            <a:r>
              <a:rPr lang="ky-KG" sz="1200" b="1" dirty="0"/>
              <a:t>В</a:t>
            </a:r>
            <a:r>
              <a:rPr lang="ky-KG" sz="1200" dirty="0"/>
              <a:t> суроосу.</a:t>
            </a:r>
            <a:endParaRPr lang="en-GB" sz="1200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F788E86-BE5A-4AED-BB1D-B458F3FC09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06304545-3EB2-4FF2-B792-B117D4C14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5C9916F-483E-4A64-9C18-02436481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A548EC0-A093-424D-803E-A26C9D6A7E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C7A6208B-086E-4907-9A95-680E5C54EF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34F41C01-87D1-4584-9C89-3E600DF090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752B38D-0F81-4808-89F7-CA9B338946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C00E5351-BD58-4BD8-802D-7D72DE0B61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12EE1E9E-76F5-4DF5-9FF8-7DF002A6C1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015FDA6B-A8E4-485F-A38F-0832831987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FBA7C4B0-D869-4014-BCF3-023C08277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EF0339EF-DF7D-4035-B7B5-FD1FD1466D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F140746-1C74-4D3A-B427-0C48377361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82CFBF60-CFDB-4A8D-B046-6D187E953B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CBD88B4E-434B-4919-B8EC-FFC7041B2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ACE8937B-BC0F-4F91-B507-AB63A0150E6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53BA69B-5F63-4BE6-AE39-8CBF4DA1EC5F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1E5F6-7686-A760-6370-A0971E65D931}"/>
              </a:ext>
            </a:extLst>
          </p:cNvPr>
          <p:cNvSpPr txBox="1"/>
          <p:nvPr/>
        </p:nvSpPr>
        <p:spPr>
          <a:xfrm>
            <a:off x="3832388" y="2823553"/>
            <a:ext cx="990977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4 − +2 =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AB381-AF77-7C08-4CBF-91B90973A0B5}"/>
              </a:ext>
            </a:extLst>
          </p:cNvPr>
          <p:cNvSpPr txBox="1"/>
          <p:nvPr/>
        </p:nvSpPr>
        <p:spPr>
          <a:xfrm>
            <a:off x="3832388" y="4189779"/>
            <a:ext cx="990977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 + −3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560F9-7E63-5B79-B65B-3F7A07E45B41}"/>
              </a:ext>
            </a:extLst>
          </p:cNvPr>
          <p:cNvSpPr txBox="1"/>
          <p:nvPr/>
        </p:nvSpPr>
        <p:spPr>
          <a:xfrm>
            <a:off x="3740948" y="5925282"/>
            <a:ext cx="114005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−2 − − 5 =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C8679-7913-3269-0954-116895AA22E2}"/>
              </a:ext>
            </a:extLst>
          </p:cNvPr>
          <p:cNvSpPr txBox="1"/>
          <p:nvPr/>
        </p:nvSpPr>
        <p:spPr>
          <a:xfrm>
            <a:off x="4524440" y="3221745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8EA57-B8A7-55AF-BD42-2AA6B36C3CA2}"/>
              </a:ext>
            </a:extLst>
          </p:cNvPr>
          <p:cNvSpPr txBox="1"/>
          <p:nvPr/>
        </p:nvSpPr>
        <p:spPr>
          <a:xfrm>
            <a:off x="4539289" y="1798330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54C75-4F43-DD08-B421-29582DE0FD70}"/>
              </a:ext>
            </a:extLst>
          </p:cNvPr>
          <p:cNvSpPr txBox="1"/>
          <p:nvPr/>
        </p:nvSpPr>
        <p:spPr>
          <a:xfrm>
            <a:off x="132794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+3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28875-FAE0-331A-3850-126F46FA4FFF}"/>
              </a:ext>
            </a:extLst>
          </p:cNvPr>
          <p:cNvSpPr txBox="1"/>
          <p:nvPr/>
        </p:nvSpPr>
        <p:spPr>
          <a:xfrm>
            <a:off x="291290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27967-9AE4-53CD-2564-B049157FA8A6}"/>
              </a:ext>
            </a:extLst>
          </p:cNvPr>
          <p:cNvSpPr txBox="1"/>
          <p:nvPr/>
        </p:nvSpPr>
        <p:spPr>
          <a:xfrm>
            <a:off x="443690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+1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21408-F107-54F0-0927-ACD523D6A0B8}"/>
              </a:ext>
            </a:extLst>
          </p:cNvPr>
          <p:cNvSpPr txBox="1"/>
          <p:nvPr/>
        </p:nvSpPr>
        <p:spPr>
          <a:xfrm>
            <a:off x="4438667" y="4898732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D6BE1-A7D4-260C-E224-267B0B2A3600}"/>
              </a:ext>
            </a:extLst>
          </p:cNvPr>
          <p:cNvSpPr txBox="1"/>
          <p:nvPr/>
        </p:nvSpPr>
        <p:spPr>
          <a:xfrm>
            <a:off x="3989868" y="2277218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1B5C-74EE-8F01-ACBE-2D9600391636}"/>
              </a:ext>
            </a:extLst>
          </p:cNvPr>
          <p:cNvSpPr txBox="1"/>
          <p:nvPr/>
        </p:nvSpPr>
        <p:spPr>
          <a:xfrm>
            <a:off x="3989868" y="3694538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7341CC-4B1D-BD1D-1A5A-68F3284B929E}"/>
              </a:ext>
            </a:extLst>
          </p:cNvPr>
          <p:cNvSpPr txBox="1"/>
          <p:nvPr/>
        </p:nvSpPr>
        <p:spPr>
          <a:xfrm>
            <a:off x="3969548" y="5369609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2EF16-9AF7-E61E-803C-4096547E8495}"/>
              </a:ext>
            </a:extLst>
          </p:cNvPr>
          <p:cNvSpPr/>
          <p:nvPr/>
        </p:nvSpPr>
        <p:spPr>
          <a:xfrm>
            <a:off x="6971699" y="328229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0008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9DA426-03FC-4BDD-9ECE-45CA1AEDB13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A2EFA-90C8-447A-84D9-DBA5B3A06F4C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EED7-3B5A-4748-ABA9-15B7E697F36B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2701E-51BE-4521-AE9D-9675E04B4937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9EF77-8C83-4DEF-99AD-0FA6445436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54228A-B1F4-4F9F-97B1-6C99F5C2BDF7}"/>
              </a:ext>
            </a:extLst>
          </p:cNvPr>
          <p:cNvSpPr txBox="1"/>
          <p:nvPr/>
        </p:nvSpPr>
        <p:spPr>
          <a:xfrm>
            <a:off x="215411" y="1589894"/>
            <a:ext cx="1088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0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299DF-C1AB-40A9-B931-B5EF9B17F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9682D-701C-4FA8-AD14-8CC90C3D8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515160-C457-43C3-B989-6A8F29E840C0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3A4FD8-7A0A-4CF8-BCD9-DA52587D8800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175">
            <a:extLst>
              <a:ext uri="{FF2B5EF4-FFF2-40B4-BE49-F238E27FC236}">
                <a16:creationId xmlns:a16="http://schemas.microsoft.com/office/drawing/2014/main" id="{74FE8E64-842D-4C77-81E5-76ABFCEE33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1B2E2806-4FD6-4813-B892-F6FA8FC4BF20}"/>
              </a:ext>
            </a:extLst>
          </p:cNvPr>
          <p:cNvSpPr txBox="1"/>
          <p:nvPr/>
        </p:nvSpPr>
        <p:spPr>
          <a:xfrm>
            <a:off x="1786222" y="1589894"/>
            <a:ext cx="1322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-5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DB2BBA88-CEDF-45AE-AD3D-03D89790B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8AE50D98-B8F7-4BA9-8A85-DC6D8E5EAB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56B62F67-C9A5-49FE-8228-03E8508AB1CA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238949D-4047-4724-B907-987F17C65D8B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7C6D97E-14D0-4CD9-A38B-4C3CA516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A2C7DD5-702B-4491-B196-ED0C5A3B69BE}"/>
              </a:ext>
            </a:extLst>
          </p:cNvPr>
          <p:cNvSpPr txBox="1"/>
          <p:nvPr/>
        </p:nvSpPr>
        <p:spPr>
          <a:xfrm>
            <a:off x="3474052" y="1589894"/>
            <a:ext cx="1322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-4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6408377-0AA1-4138-B3DF-6AA57B1B10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C1E8F737-B7B0-4903-A4DA-9D8CB09FCA80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6FEDCB3-2A11-4C34-B2AF-AFB5E422C6DD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FA637511-EC12-4285-8F97-9C4F7659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41117A94-C36C-4CD7-98AC-796DC328B57D}"/>
              </a:ext>
            </a:extLst>
          </p:cNvPr>
          <p:cNvSpPr txBox="1"/>
          <p:nvPr/>
        </p:nvSpPr>
        <p:spPr>
          <a:xfrm>
            <a:off x="150490" y="3238940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1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C2145A-435F-4ECF-8B5D-83643426CA59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26F7CDE-F0D0-4D32-8DE1-409B34574EAD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199">
            <a:extLst>
              <a:ext uri="{FF2B5EF4-FFF2-40B4-BE49-F238E27FC236}">
                <a16:creationId xmlns:a16="http://schemas.microsoft.com/office/drawing/2014/main" id="{2CA3365B-759A-43F2-9697-D816D276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377F4AC1-B957-4917-A93C-6E56BC012BFD}"/>
              </a:ext>
            </a:extLst>
          </p:cNvPr>
          <p:cNvSpPr txBox="1"/>
          <p:nvPr/>
        </p:nvSpPr>
        <p:spPr>
          <a:xfrm>
            <a:off x="1766185" y="3238940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 -9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50EAC7-9EA7-4013-97FA-16558441000B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2C46C63-EA3D-4FB8-AA1D-ACDBA9566A2D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6B67620-B581-42F6-86E1-AAE30615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82963FF-2E81-4623-A853-4C253C55298D}"/>
              </a:ext>
            </a:extLst>
          </p:cNvPr>
          <p:cNvSpPr txBox="1"/>
          <p:nvPr/>
        </p:nvSpPr>
        <p:spPr>
          <a:xfrm>
            <a:off x="3341004" y="3238940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2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FE9716F-E243-4B8D-ADC5-C74CABDEFBD7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25B67A6-2750-429A-8AF0-2EB9CAEEE6F6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6262E848-23CE-4A4E-8A07-D01D2005A1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E2D2CFAD-3437-4BBA-99CA-16264E20A1D2}"/>
              </a:ext>
            </a:extLst>
          </p:cNvPr>
          <p:cNvSpPr txBox="1"/>
          <p:nvPr/>
        </p:nvSpPr>
        <p:spPr>
          <a:xfrm>
            <a:off x="195374" y="4887986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 9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51C35C-35C4-4823-9E7D-3014F9AB057F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CB8BC0F-C53F-48E4-B04F-32F4FE8D5133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Picture 221">
            <a:extLst>
              <a:ext uri="{FF2B5EF4-FFF2-40B4-BE49-F238E27FC236}">
                <a16:creationId xmlns:a16="http://schemas.microsoft.com/office/drawing/2014/main" id="{3CF49450-3A1C-4C21-A503-6E98E92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E169BCCA-AC80-4045-820C-4A930B9A7EB3}"/>
              </a:ext>
            </a:extLst>
          </p:cNvPr>
          <p:cNvSpPr txBox="1"/>
          <p:nvPr/>
        </p:nvSpPr>
        <p:spPr>
          <a:xfrm>
            <a:off x="1694852" y="4887986"/>
            <a:ext cx="150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-16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B13BB78-F7CB-4D11-93AC-551FC626512F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2CFE5B6-D8A9-4A91-B967-F8E470FA177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145F8CB7-3F8C-420F-9C0D-A8B5CE80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10C92DB3-B7D9-4E30-BCBE-7D37CD0DBC6B}"/>
              </a:ext>
            </a:extLst>
          </p:cNvPr>
          <p:cNvSpPr txBox="1"/>
          <p:nvPr/>
        </p:nvSpPr>
        <p:spPr>
          <a:xfrm>
            <a:off x="3296120" y="4887986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4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50EC868-8B93-4BBD-B561-47B34BD87FA9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7B2A47D-F128-4649-9E18-CD67808565E6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55">
            <a:extLst>
              <a:ext uri="{FF2B5EF4-FFF2-40B4-BE49-F238E27FC236}">
                <a16:creationId xmlns:a16="http://schemas.microsoft.com/office/drawing/2014/main" id="{D516DB71-8596-40ED-B6F8-28C33826F2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77F7CB64-DD91-452F-A6BF-2FC37BDCAF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AF5EE1A4-8B45-4774-8F63-F552851CC2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D8D94F40-F357-4235-8A8F-7D93C2C57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6268DC7C-6089-4724-B249-68706CE9C6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B142697B-4DD2-4E89-B7C3-C576BE311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DB1A51D6-9C33-45A7-B519-C36A01196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E9340FA3-098F-491B-B669-4F538A15F3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4888404D-F5CB-4834-B569-0062F5C5A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66CF8E1B-81C8-44CD-B145-9502E92882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D393D37F-F743-4F32-87E4-8E4DD73C8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EA19F12A-077E-4A15-A3D8-72B6EC253E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B5D2578F-1F97-4B6C-87FD-EA5A797031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92B0E65B-74AB-40F4-9DF2-8461DBF0CE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76602E19-A2E7-4644-849B-40CD712A4D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6E3633E-8C0D-4904-B6E6-9D188B3ABD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EBF16E1F-1F2A-4976-9839-E5FAF7099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616720B8-3364-4F75-9882-63AC070F0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9494D169-9803-4DA5-9A7D-1C9DEB855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7E6FB8BD-7F37-4FF6-9D1D-B715C096A4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754F3174-AD63-4452-BA81-C031D9A498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BC57B1FD-B174-4ED1-8AC0-5CE6E1FEE8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521F28D-9967-40F0-97EA-11BFB14D9A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921E923A-892D-43AB-B153-8373A2FDE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5B53870D-28C3-4C19-B604-2E7AE48ED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96B128C8-D35E-4AAB-8C86-FFA3F324E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AB103496-BAC8-4D96-87DA-E03BBD450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A6802A2D-2AD5-40D9-8131-30A7619C1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2CBB59EB-CBAC-4215-8C69-FEFD1D0059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D91D799-D0F7-4C7D-BC04-D479C3388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F555B3E2-D42C-4F30-94EA-69BDCC4233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66C4D9E9-9174-45EE-BE14-8B8C598B9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313887E1-8171-438C-A216-7C189EA8DB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E90A04E-87B0-4733-A0FF-9B1B0637D8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4C3FD37B-41D0-4F0F-A480-78D490F38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0F6842A0-DFF5-4D56-BFD5-160FB077B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ED11FAB-C352-499A-A5AF-4AB53F11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D6FADE38-8B58-471F-AE00-7389ED634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9A1EE05E-13DD-4BB5-AF90-4DC1F3BF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25829242-9EEB-446F-AF3E-BCA28E1A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94C1A5B-06E9-4001-BFD4-10D2B9C001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9D6588E8-96D3-46DD-AD55-179444DAE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3DF7C4B1-6820-41FE-AD36-9883A0E04C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A26B1A91-BEF9-4592-BB51-761C47D48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8C10BB5E-D200-42C6-B82F-E10768D27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966A11E7-B18C-4EDB-B262-17F9F5C77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2A0DE5F7-7351-460F-A898-816E988C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886E6C2B-1258-4027-8672-1168272C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04E223E7-3C00-4A23-8545-B65818738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CA85CFB9-6B16-491E-A6A1-9D7F2C222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A8E9AAA3-9E34-453F-B958-4652D2E00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7CAE3C96-0C28-4D02-8291-AB63CF63C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30C006AE-6FB2-4F07-9EB7-B44C0710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1BDF2E8-2EF5-4CB6-AC1C-9B2CE79345A1}"/>
              </a:ext>
            </a:extLst>
          </p:cNvPr>
          <p:cNvGrpSpPr/>
          <p:nvPr/>
        </p:nvGrpSpPr>
        <p:grpSpPr>
          <a:xfrm>
            <a:off x="101128" y="5310212"/>
            <a:ext cx="4964543" cy="307777"/>
            <a:chOff x="101128" y="5310212"/>
            <a:chExt cx="4964543" cy="307777"/>
          </a:xfrm>
        </p:grpSpPr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B3AAA82-2C36-42DF-818A-6AD4B626339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57D7F2F-74EF-4433-8D63-03419E528058}"/>
                </a:ext>
              </a:extLst>
            </p:cNvPr>
            <p:cNvSpPr txBox="1"/>
            <p:nvPr/>
          </p:nvSpPr>
          <p:spPr>
            <a:xfrm>
              <a:off x="262215" y="5310212"/>
              <a:ext cx="1233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-2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E6D95E8-95AD-4CFA-A52B-1A4ADACD254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082DD62-B498-40E6-BAA1-3E3582820167}"/>
                </a:ext>
              </a:extLst>
            </p:cNvPr>
            <p:cNvSpPr txBox="1"/>
            <p:nvPr/>
          </p:nvSpPr>
          <p:spPr>
            <a:xfrm>
              <a:off x="2014967" y="5310212"/>
              <a:ext cx="1505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-10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FFF0DC5D-4581-4F43-B7A3-A08B63B0D9BA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2F099AE-D7AF-4940-906E-6A909222EE90}"/>
                </a:ext>
              </a:extLst>
            </p:cNvPr>
            <p:cNvSpPr txBox="1"/>
            <p:nvPr/>
          </p:nvSpPr>
          <p:spPr>
            <a:xfrm>
              <a:off x="3702797" y="5310212"/>
              <a:ext cx="13628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-6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D1747C2-E9E7-4B85-8A13-2928A6E0443D}"/>
              </a:ext>
            </a:extLst>
          </p:cNvPr>
          <p:cNvGrpSpPr/>
          <p:nvPr/>
        </p:nvGrpSpPr>
        <p:grpSpPr>
          <a:xfrm>
            <a:off x="198664" y="6077700"/>
            <a:ext cx="1774831" cy="307777"/>
            <a:chOff x="101128" y="5855042"/>
            <a:chExt cx="1774831" cy="307777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E8E461D1-0739-4834-9916-47523B8BB62A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8EF18BC1-2788-4740-AFD8-C8BB0280316E}"/>
                </a:ext>
              </a:extLst>
            </p:cNvPr>
            <p:cNvSpPr txBox="1"/>
            <p:nvPr/>
          </p:nvSpPr>
          <p:spPr>
            <a:xfrm>
              <a:off x="327137" y="5855042"/>
              <a:ext cx="15488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2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73DD764-C646-4ECA-B26E-0FBEEC9E51E9}"/>
              </a:ext>
            </a:extLst>
          </p:cNvPr>
          <p:cNvGrpSpPr/>
          <p:nvPr/>
        </p:nvGrpSpPr>
        <p:grpSpPr>
          <a:xfrm>
            <a:off x="2624110" y="6077700"/>
            <a:ext cx="2310234" cy="307777"/>
            <a:chOff x="1788958" y="5855042"/>
            <a:chExt cx="2310234" cy="307777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5EB73F9-ED85-48D1-82E9-72211F437A05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E5046E6-6105-41B3-A09F-CD0302FA585D}"/>
                </a:ext>
              </a:extLst>
            </p:cNvPr>
            <p:cNvSpPr txBox="1"/>
            <p:nvPr/>
          </p:nvSpPr>
          <p:spPr>
            <a:xfrm>
              <a:off x="2014967" y="5855042"/>
              <a:ext cx="2084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-3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02488DD2-B587-44CF-8F7B-83A607A9D0BE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DF7B293-24A2-4097-82D3-8CE23EF8BD52}"/>
              </a:ext>
            </a:extLst>
          </p:cNvPr>
          <p:cNvGrpSpPr/>
          <p:nvPr/>
        </p:nvGrpSpPr>
        <p:grpSpPr>
          <a:xfrm>
            <a:off x="198664" y="6476834"/>
            <a:ext cx="2028105" cy="307777"/>
            <a:chOff x="101128" y="5855042"/>
            <a:chExt cx="2028105" cy="30777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68787C61-ED27-4F59-82E1-04C968E69FF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A306F4D-DB1C-4DFA-815F-952CE877568C}"/>
                </a:ext>
              </a:extLst>
            </p:cNvPr>
            <p:cNvSpPr txBox="1"/>
            <p:nvPr/>
          </p:nvSpPr>
          <p:spPr>
            <a:xfrm>
              <a:off x="327137" y="5855042"/>
              <a:ext cx="18020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5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6C547CED-4AEB-4B29-9E27-7ED364CD9794}"/>
              </a:ext>
            </a:extLst>
          </p:cNvPr>
          <p:cNvGrpSpPr/>
          <p:nvPr/>
        </p:nvGrpSpPr>
        <p:grpSpPr>
          <a:xfrm>
            <a:off x="2624110" y="6476834"/>
            <a:ext cx="2315042" cy="307777"/>
            <a:chOff x="1788958" y="5855042"/>
            <a:chExt cx="2315042" cy="307777"/>
          </a:xfrm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2E5DFF0D-68B0-421B-A8E3-992F3E68482C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CCFFF2C8-4D32-4F10-BBD0-01F3E98B672E}"/>
                </a:ext>
              </a:extLst>
            </p:cNvPr>
            <p:cNvSpPr txBox="1"/>
            <p:nvPr/>
          </p:nvSpPr>
          <p:spPr>
            <a:xfrm>
              <a:off x="2014967" y="5855042"/>
              <a:ext cx="20890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-6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FA88393-5CD0-A1B5-024D-295B06C04640}"/>
              </a:ext>
            </a:extLst>
          </p:cNvPr>
          <p:cNvSpPr/>
          <p:nvPr/>
        </p:nvSpPr>
        <p:spPr>
          <a:xfrm>
            <a:off x="6412664" y="3293688"/>
            <a:ext cx="32081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6874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07D50B-106E-A3B5-CA71-B0DD068F2CBC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0A2F71-DDF6-88ED-D4EB-D3796B90D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00ADCD-789E-FF3E-B3CF-0E0DE9C50226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73C2EB6-4B72-0FD6-07B8-D2F01B849253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7D843C-1EF6-0C76-BF43-1FB660261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0D972B-8C8F-D9C3-D123-39CCD7E5DA9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4613F0-55D3-E82F-5B0B-DF91847ABEB3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B8ADE1-CC85-93AF-70E6-13C55D295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041452-9C0E-CBB8-B1C1-13934EB921D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0E1C79-9DCD-074F-F414-3AE1EDB9410D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9FB95C-59CF-CBC4-E62A-FB51C103B6E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48DB9E-5C94-7FC6-C752-3B755C2D52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0BA6DB-FB7C-393C-7CE9-0A69A5F9C0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9CA91F-8EB0-8720-3AA6-094DCDD26C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5E4CC-5BC6-C3D7-6D74-B604541B13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BCA975-7436-965F-90F4-60F796D157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227DEE-D6F4-6722-2DA6-29902F8B864A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02702-4FEA-846F-59A2-EDE2C8E99A54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80235-1B4B-F409-9F89-FB8F0B09E931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DA2ECF-3EEB-277A-2C42-63722D599F1C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A681F3-A7E2-509F-C839-CD02E09350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14ACF2-FCDA-678B-49F4-DF0D071AE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7CC709-4F69-36B9-0DDB-92D9A8F063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68E3AF-F2D5-9370-90B5-131AF4E15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FE9070-7ABB-54F7-E1D6-86C94F1129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A4C6DE-22D6-3A90-E2B4-A8874AA02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27D1F8C-0C2A-ABE8-3DA9-4D876BD0B84B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6585C-8CEA-38D9-E92B-061DEF02AD4E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FE1EA2-3EC6-B976-F1A2-91DEF0B45FE2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90FEC4-E946-6612-6B08-56D50D454E7A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18ED84-7D7C-E378-B626-8B4D85394B80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EE573C-5D69-AD9A-4B56-386F740DDBFA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A93212-77F9-8B0B-E2A6-FCAEC442CE7F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B408E-A146-F6F0-6181-F6FCDE5DEC48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FB9A0FB-74C4-EAEB-2AFA-7AC9F8B8F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4B36E67-8788-E4BE-D9B1-9E0A84F42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15CA10-98D0-E6DE-C76C-A527F12E6E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CD3A962-9679-52C3-0E3A-AEF7ACE977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26B54F8-77EB-34EE-C252-6A6AECD0FF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E738BA4-773D-AB8E-DA49-403933F9B0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DC36392-382B-1E70-DCF0-2CE6A82547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C9F1B13-4BB7-983A-EEE5-063BF50138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D1C9461-9B1D-25D4-AD62-8A8123EE67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5C80DED-6C36-4DDD-0D51-BE45A6B66C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E5F9902-FE5C-CAD1-9C4F-F094BF3C3B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BDB5563-95FE-717F-6D5B-CFF5CEFFC5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30A7F41-B6B7-E877-6A43-FE98E44A68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1B3CA92-CE76-DE3A-8569-ED32539B9A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D297CEA-38BF-3928-FD82-EF083D2BD2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41D104D-4E22-1295-A48D-B73B1728FD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EBE3D4B-014B-D9FD-A6AD-F0E447F3FF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C8D1D58-5AFE-E4FD-033E-1994D3AF55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6298004-C699-7E41-1D20-1911830655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EFB33FA-B2FA-876B-4D49-2E001FB219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7DFF69E-2D83-B11D-0CF7-37C10862F3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9B7444E-F36F-7042-432D-E4AAF99AD0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2D1D7957-DCE0-CD4F-125C-FA2D9E14DE0D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F1A455-8569-4502-20F0-F493E768A939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45C0783-6882-E68C-82E2-D09AADE6A7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72B76ACF-D01F-DC96-5518-7FC966C7E4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70B6CC53-1FBF-0038-0AC2-6045E9BA19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3E4FB3F9-087B-2A6A-8D94-3C37A5BE4A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8FB6DCD-62BC-07A6-0BBE-7FA2915E3E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C1C8494-0C34-95F8-A288-78C5ACF3AB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C12AFAB6-941A-DBCB-01F0-36F9C00448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54F1EF6B-A8E0-959B-F038-D8021C958B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81568DFF-0879-F4FA-B984-C28B012DF3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60F731A1-8D23-FAE4-9C18-570939FD1E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4F2535E2-B889-D299-0368-641DF793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DC1C47AB-5C6A-AAD7-A4D3-510AF710BC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6BD34433-F368-830C-A5A7-EF05DAEBD7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4D84FE4E-EE86-C3B4-8D52-89088B5586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BA72E8C3-073C-FB69-3F67-EFFBEA19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A6E1D5F4-6AC5-4D21-873D-6F3218079AE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0911F8C-46EA-C21F-C434-FBE44DD3B7FC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36A5B1A-B784-9015-19C2-F2610CD8B4B2}"/>
              </a:ext>
            </a:extLst>
          </p:cNvPr>
          <p:cNvGrpSpPr/>
          <p:nvPr/>
        </p:nvGrpSpPr>
        <p:grpSpPr>
          <a:xfrm>
            <a:off x="5091116" y="462768"/>
            <a:ext cx="1742155" cy="1348253"/>
            <a:chOff x="102870" y="401223"/>
            <a:chExt cx="1742155" cy="1348253"/>
          </a:xfrm>
        </p:grpSpPr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88D9B629-B4FF-C95F-D887-ECF078A7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F4E6C5AD-B77B-1EAC-066F-9F935B27663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AC11E03-F66F-71A1-47B8-D0A82C04C0CC}"/>
              </a:ext>
            </a:extLst>
          </p:cNvPr>
          <p:cNvGrpSpPr/>
          <p:nvPr/>
        </p:nvGrpSpPr>
        <p:grpSpPr>
          <a:xfrm>
            <a:off x="6638562" y="462768"/>
            <a:ext cx="1742155" cy="1348253"/>
            <a:chOff x="102870" y="401223"/>
            <a:chExt cx="1742155" cy="1348253"/>
          </a:xfrm>
        </p:grpSpPr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B5FE73A0-2617-1453-1B3A-327014A6D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3588FD53-D1AA-A016-9151-8E29C20CA132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A27DB6F-885C-33D4-05CB-C0E0B81A6BC6}"/>
              </a:ext>
            </a:extLst>
          </p:cNvPr>
          <p:cNvGrpSpPr/>
          <p:nvPr/>
        </p:nvGrpSpPr>
        <p:grpSpPr>
          <a:xfrm>
            <a:off x="8186009" y="462768"/>
            <a:ext cx="1742155" cy="1348253"/>
            <a:chOff x="102870" y="401223"/>
            <a:chExt cx="1742155" cy="1348253"/>
          </a:xfrm>
        </p:grpSpPr>
        <p:pic>
          <p:nvPicPr>
            <p:cNvPr id="234" name="Picture 233">
              <a:extLst>
                <a:ext uri="{FF2B5EF4-FFF2-40B4-BE49-F238E27FC236}">
                  <a16:creationId xmlns:a16="http://schemas.microsoft.com/office/drawing/2014/main" id="{2C140AD3-717E-9599-723C-CD3E545F4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485FE791-E307-F64A-C586-B72B78061BC8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69336E89-E799-D6C7-0761-5A4559AEF798}"/>
              </a:ext>
            </a:extLst>
          </p:cNvPr>
          <p:cNvSpPr/>
          <p:nvPr/>
        </p:nvSpPr>
        <p:spPr>
          <a:xfrm>
            <a:off x="4995866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E87DA8AE-48AD-C49B-A93F-D78A9A6204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15252" y="1869538"/>
            <a:ext cx="1495114" cy="126203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E525B8EE-5E96-22DD-8FE5-41E5A93EE2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6005127" y="2031089"/>
            <a:ext cx="293665" cy="293664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840A8D48-BAFE-C56A-948F-75D23D43C6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533075" y="2051092"/>
            <a:ext cx="286189" cy="282985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83A6B7CF-EA35-5276-92F2-75477BEBF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5822244" y="2367462"/>
            <a:ext cx="293665" cy="293664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E208631E-217C-848C-F37B-8BE8AA828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6226106" y="2373813"/>
            <a:ext cx="293665" cy="293664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CBE7A666-B9B3-15F1-6B68-355FEC962F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5923845" y="2710361"/>
            <a:ext cx="293665" cy="293664"/>
          </a:xfrm>
          <a:prstGeom prst="rect">
            <a:avLst/>
          </a:prstGeom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134740E2-CA40-8C63-D839-30ED6D89DBE3}"/>
              </a:ext>
            </a:extLst>
          </p:cNvPr>
          <p:cNvSpPr txBox="1"/>
          <p:nvPr/>
        </p:nvSpPr>
        <p:spPr>
          <a:xfrm>
            <a:off x="6961354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17CCB67-BF59-184A-B0E8-4848AD6AE297}"/>
              </a:ext>
            </a:extLst>
          </p:cNvPr>
          <p:cNvSpPr txBox="1"/>
          <p:nvPr/>
        </p:nvSpPr>
        <p:spPr>
          <a:xfrm>
            <a:off x="6961354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D75897D-5A4C-A393-D194-BE79C8BF600A}"/>
              </a:ext>
            </a:extLst>
          </p:cNvPr>
          <p:cNvSpPr txBox="1"/>
          <p:nvPr/>
        </p:nvSpPr>
        <p:spPr>
          <a:xfrm>
            <a:off x="6961354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FE7392E-F2A7-30D2-FA1C-1501C54779C9}"/>
              </a:ext>
            </a:extLst>
          </p:cNvPr>
          <p:cNvSpPr txBox="1"/>
          <p:nvPr/>
        </p:nvSpPr>
        <p:spPr>
          <a:xfrm>
            <a:off x="5078823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ABE748C-E2B9-F47E-F1D0-805122CC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2212" y="3183693"/>
            <a:ext cx="1881194" cy="1587927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8C7CCBAE-C916-DB97-7646-440AD8139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5934006" y="3429066"/>
            <a:ext cx="293665" cy="293664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2F80F725-077F-064C-7B4B-E34CA16AC4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157154" y="3797048"/>
            <a:ext cx="286189" cy="282985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128014DA-2577-FF3A-1477-4DB4847D6A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6070773" y="4032840"/>
            <a:ext cx="293665" cy="293664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9AC45B16-2000-A2A0-CDAC-813A48095B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6434875" y="3785551"/>
            <a:ext cx="293665" cy="293664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4CEB21C6-EE39-B21A-DA46-40751835B2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5979728" y="4357258"/>
            <a:ext cx="293665" cy="293664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83031C63-3D55-A65B-A014-B8A924F9444C}"/>
              </a:ext>
            </a:extLst>
          </p:cNvPr>
          <p:cNvSpPr txBox="1"/>
          <p:nvPr/>
        </p:nvSpPr>
        <p:spPr>
          <a:xfrm>
            <a:off x="6961354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3557DE1-7A16-6E2E-119B-C26EDEDD88A2}"/>
              </a:ext>
            </a:extLst>
          </p:cNvPr>
          <p:cNvSpPr txBox="1"/>
          <p:nvPr/>
        </p:nvSpPr>
        <p:spPr>
          <a:xfrm>
            <a:off x="6961354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57B7313-B341-F295-DD78-1DB5FB438540}"/>
              </a:ext>
            </a:extLst>
          </p:cNvPr>
          <p:cNvSpPr txBox="1"/>
          <p:nvPr/>
        </p:nvSpPr>
        <p:spPr>
          <a:xfrm>
            <a:off x="6961354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AC6B1CD-0685-B167-2B7E-D31545C5B8B6}"/>
              </a:ext>
            </a:extLst>
          </p:cNvPr>
          <p:cNvSpPr txBox="1"/>
          <p:nvPr/>
        </p:nvSpPr>
        <p:spPr>
          <a:xfrm>
            <a:off x="4990900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A5CDFAC-413B-CBCE-19C8-8F1D38827B7D}"/>
              </a:ext>
            </a:extLst>
          </p:cNvPr>
          <p:cNvSpPr txBox="1"/>
          <p:nvPr/>
        </p:nvSpPr>
        <p:spPr>
          <a:xfrm>
            <a:off x="6961354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421DF5A-836D-9377-FBF0-F37777459DB5}"/>
              </a:ext>
            </a:extLst>
          </p:cNvPr>
          <p:cNvSpPr txBox="1"/>
          <p:nvPr/>
        </p:nvSpPr>
        <p:spPr>
          <a:xfrm>
            <a:off x="6961354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8F88075-7CD4-5DE3-6A94-91F61B6CD481}"/>
              </a:ext>
            </a:extLst>
          </p:cNvPr>
          <p:cNvSpPr txBox="1"/>
          <p:nvPr/>
        </p:nvSpPr>
        <p:spPr>
          <a:xfrm>
            <a:off x="6961354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E3CF70E-4708-12DA-5733-2C0461B61410}"/>
              </a:ext>
            </a:extLst>
          </p:cNvPr>
          <p:cNvSpPr txBox="1"/>
          <p:nvPr/>
        </p:nvSpPr>
        <p:spPr>
          <a:xfrm>
            <a:off x="4990900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261" name="Picture 260">
            <a:extLst>
              <a:ext uri="{FF2B5EF4-FFF2-40B4-BE49-F238E27FC236}">
                <a16:creationId xmlns:a16="http://schemas.microsoft.com/office/drawing/2014/main" id="{C14E5E7E-3D32-E826-C01F-7F902B0547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5282967" y="415616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9D446B30-AAD7-839C-BE2E-1EF82301BF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6406051" y="4139520"/>
            <a:ext cx="293665" cy="293664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709099F-6A43-9A04-2440-FEB7292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567850" y="4345261"/>
            <a:ext cx="293665" cy="293664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15DD80C2-236C-338E-A02E-4BD69DFFD1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553396" y="3692909"/>
            <a:ext cx="286189" cy="282985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7D867A3A-50CF-E529-FBF3-F4A2097BAE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660076" y="4005329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FE461283-CA33-41CC-E58B-0BB663C3F4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49176" y="4845197"/>
            <a:ext cx="1881194" cy="1587927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905CD983-70ED-C3AD-0B5B-263422986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6187613" y="4973776"/>
            <a:ext cx="293665" cy="293664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99506FA5-A13F-8E76-5E01-79BFB62DA6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330069" y="535445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D9FB2A91-F921-BB92-0FE2-EF6D5FCB4C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6394528" y="5334865"/>
            <a:ext cx="293665" cy="293664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D2EDD53A-B306-C58C-4BEB-B5123AE396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6037559" y="5581244"/>
            <a:ext cx="293665" cy="293664"/>
          </a:xfrm>
          <a:prstGeom prst="rect">
            <a:avLst/>
          </a:prstGeom>
        </p:spPr>
      </p:pic>
      <p:pic>
        <p:nvPicPr>
          <p:cNvPr id="271" name="Picture 270">
            <a:extLst>
              <a:ext uri="{FF2B5EF4-FFF2-40B4-BE49-F238E27FC236}">
                <a16:creationId xmlns:a16="http://schemas.microsoft.com/office/drawing/2014/main" id="{00B01ACB-7003-9DA0-082E-F671273A7A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5227087" y="5729596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4E77D060-18CC-8DCA-3AC2-F756286D2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6403024" y="5774010"/>
            <a:ext cx="293665" cy="293664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1D958780-F5F2-92E2-2FA1-0763B761CD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5990178" y="5989115"/>
            <a:ext cx="293665" cy="293664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F925DB12-0F5B-9B22-9D6E-B83127CEDF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5723576" y="4939950"/>
            <a:ext cx="286189" cy="282985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35E8998B-84C7-2F6B-5153-8929B64B99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626139" y="5608570"/>
            <a:ext cx="286189" cy="282985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24B10393-D48A-261B-9A6D-475911ED24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5775743" y="5245337"/>
            <a:ext cx="286189" cy="282985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BBD3FD1D-279D-C8F3-161D-7EBEE1052E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559746" y="5988462"/>
            <a:ext cx="286189" cy="282985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C3973AB3-38A2-59E3-B338-4122CAC657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5439976" y="652357"/>
            <a:ext cx="293665" cy="293664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FFEF0539-995D-B1E8-D771-6714120734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7166635" y="850415"/>
            <a:ext cx="286189" cy="282985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08AEF562-D77D-5A29-2A5A-936866553E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5260903" y="967141"/>
            <a:ext cx="293665" cy="293664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C6696C04-0518-E45F-7CC1-7C9F7149F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5953220" y="924894"/>
            <a:ext cx="293665" cy="293664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4A869D53-CFF6-054C-E714-C11EF933A6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5596728" y="1195828"/>
            <a:ext cx="293665" cy="293664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62412D92-71D7-8FF3-C3E7-08FD77847F5E}"/>
              </a:ext>
            </a:extLst>
          </p:cNvPr>
          <p:cNvSpPr txBox="1"/>
          <p:nvPr/>
        </p:nvSpPr>
        <p:spPr>
          <a:xfrm>
            <a:off x="5818823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CBCC4A0-8FC6-AA19-EB54-610ACFDCC1C8}"/>
              </a:ext>
            </a:extLst>
          </p:cNvPr>
          <p:cNvSpPr txBox="1"/>
          <p:nvPr/>
        </p:nvSpPr>
        <p:spPr>
          <a:xfrm>
            <a:off x="5468186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34EFB8D0-1373-18DA-0FB0-925A6A014E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8978358" y="621363"/>
            <a:ext cx="293665" cy="293664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53EEFC56-00E5-D1C9-8508-CA779B1DB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9070918" y="1053521"/>
            <a:ext cx="293665" cy="293664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1B1F79C2-CC8A-A71B-4165-DF1EA5A38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8376380" y="1109043"/>
            <a:ext cx="293665" cy="293664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9B102EBC-7F91-2AAD-D794-FE8F6B7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7182311" y="1227851"/>
            <a:ext cx="286189" cy="282985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AC468460-3236-0D54-42E8-53D58ECC54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6860140" y="1050057"/>
            <a:ext cx="286189" cy="282985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74A06192-EC0B-7D27-6DD8-0D01E370AD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7487822" y="648064"/>
            <a:ext cx="286189" cy="282985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6824DE1F-D45E-DCFC-3084-765671275B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8731712" y="934479"/>
            <a:ext cx="286189" cy="282985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74B1FFC2-B981-8ABE-1C43-25ABACF100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8385000" y="683020"/>
            <a:ext cx="286189" cy="282985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5F1B4816-38D3-0361-C11F-125B7D690B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7561480" y="1072244"/>
            <a:ext cx="286189" cy="282985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6559D7F7-2D5B-D43E-45C2-4308CC0F0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5385364" y="2504622"/>
            <a:ext cx="293665" cy="293664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437EF99C-E261-05EA-B175-93CD9C0AA4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6030526" y="3721166"/>
            <a:ext cx="293665" cy="293664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580F56AF-7698-1A70-3BBA-49347A7B8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6358184" y="3429066"/>
            <a:ext cx="293665" cy="293664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1FB17A60-B38C-9E9B-7142-E6205C0AFA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271649" y="4983618"/>
            <a:ext cx="286189" cy="282985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AEFCD8F7-5DD3-D005-01EF-1B5589338F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5846679" y="604287"/>
            <a:ext cx="286189" cy="282985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4130CBD3-A6A5-DE61-5CF6-8ECFC03315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6920960" y="589614"/>
            <a:ext cx="293665" cy="293664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A8EB139C-2956-F180-1DB2-7905CD511A11}"/>
              </a:ext>
            </a:extLst>
          </p:cNvPr>
          <p:cNvSpPr txBox="1"/>
          <p:nvPr/>
        </p:nvSpPr>
        <p:spPr>
          <a:xfrm>
            <a:off x="9566069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90DD800-CC89-F425-A2EA-B0734E5175B2}"/>
              </a:ext>
            </a:extLst>
          </p:cNvPr>
          <p:cNvSpPr txBox="1"/>
          <p:nvPr/>
        </p:nvSpPr>
        <p:spPr>
          <a:xfrm>
            <a:off x="6287771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253713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457930-99B6-6155-3FD1-A796C9420E4E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92B9F-4137-7F0F-0EDD-249645801B2A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82248-2FD5-9DA8-3B57-8631DAA19AC0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0B656-0E36-C067-EA28-E74EBFAAA7D9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169D2D-493B-31F1-F4AD-2A18C56996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B6ABA0-DAF3-A271-9FA0-12D1538F6C02}"/>
              </a:ext>
            </a:extLst>
          </p:cNvPr>
          <p:cNvSpPr txBox="1"/>
          <p:nvPr/>
        </p:nvSpPr>
        <p:spPr>
          <a:xfrm>
            <a:off x="261097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68DB7C-054E-EF64-66E3-0728CC0762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3C1087-D668-6CFC-59E9-0F407EF670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660CDD-5BE6-274E-5472-02363679E188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780DA5-1BF1-F5E2-15BB-CC607BE562EE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7222C89-E4A3-F30A-220C-094D1EA541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783BBA-2D79-02BA-2911-A2579FE19519}"/>
              </a:ext>
            </a:extLst>
          </p:cNvPr>
          <p:cNvSpPr txBox="1"/>
          <p:nvPr/>
        </p:nvSpPr>
        <p:spPr>
          <a:xfrm>
            <a:off x="185915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D34580-281C-1AC5-8092-C26972AEEF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F318BE-E627-69B9-FB95-6087F06297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CBBF0A-9F1E-D88B-5263-55EFF5090BA1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5C6B12-FE3D-1D89-673B-AC359CE60FEA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987C1E-DBDD-079F-AC1A-E50B2ED52C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9F6A0D4-B010-F758-0ED6-460FB792C7B2}"/>
              </a:ext>
            </a:extLst>
          </p:cNvPr>
          <p:cNvSpPr txBox="1"/>
          <p:nvPr/>
        </p:nvSpPr>
        <p:spPr>
          <a:xfrm>
            <a:off x="354698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EE7DDC3-A969-8D7D-FB05-DA397F8F73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E58C722-6414-6549-9B92-5FFDCE6DE21D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4857CD-D5F6-A915-E094-C2DD2C1A7F1A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16E5DD30-7C00-2CD3-653E-8354EC97B5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C592185-9680-A04C-3AFE-6F3B3F82C4CD}"/>
              </a:ext>
            </a:extLst>
          </p:cNvPr>
          <p:cNvSpPr txBox="1"/>
          <p:nvPr/>
        </p:nvSpPr>
        <p:spPr>
          <a:xfrm>
            <a:off x="216213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1A425D-A3BF-2651-5516-BD98F34B98BB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E0441D8-2D13-031B-065E-A24C96E5D6A8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3C30ED53-1D0D-9317-FF7C-38DA5F3E4F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C96AB0A-AFCB-7489-CCD5-B4B05C8EBCCE}"/>
              </a:ext>
            </a:extLst>
          </p:cNvPr>
          <p:cNvSpPr txBox="1"/>
          <p:nvPr/>
        </p:nvSpPr>
        <p:spPr>
          <a:xfrm>
            <a:off x="1859159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33A3B7-233D-192B-80B4-B1707A9F9925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8A04E78-1FD1-5C2D-91BA-BF865166D77F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8F899D1D-B15F-70FE-FB59-3B6121A725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6EA3898-BE13-1043-3A96-8287EDC6AA5F}"/>
              </a:ext>
            </a:extLst>
          </p:cNvPr>
          <p:cNvSpPr txBox="1"/>
          <p:nvPr/>
        </p:nvSpPr>
        <p:spPr>
          <a:xfrm>
            <a:off x="3386689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5804CB-08AC-4E01-2709-F4B24FCF8EC1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9C2A239-9F02-3D3D-E20E-D3B25A5D7AFC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97976F3D-4573-7C7D-A17D-FB12E8FB5B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DA57F24-057E-11B9-36B6-9BA8FD86634F}"/>
              </a:ext>
            </a:extLst>
          </p:cNvPr>
          <p:cNvSpPr txBox="1"/>
          <p:nvPr/>
        </p:nvSpPr>
        <p:spPr>
          <a:xfrm>
            <a:off x="261097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EC96BA-80DD-1C63-C9F7-D808386EB33B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24B2B18-A919-D9EE-5D90-EC979264EFA5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4222013C-551A-33FA-B583-28AF416656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18037BB-E211-A0C5-CD81-482F503F4C26}"/>
              </a:ext>
            </a:extLst>
          </p:cNvPr>
          <p:cNvSpPr txBox="1"/>
          <p:nvPr/>
        </p:nvSpPr>
        <p:spPr>
          <a:xfrm>
            <a:off x="1813473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0DA1C6-4562-E255-6F51-18B12223C195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3F56E7-38EB-3496-60AE-37D4E68F38F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A1EF6B61-6A1F-A7FE-52B2-3F5E891B81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0BFAC9C0-8175-FBBC-4C85-96B6EB55D5F4}"/>
              </a:ext>
            </a:extLst>
          </p:cNvPr>
          <p:cNvSpPr txBox="1"/>
          <p:nvPr/>
        </p:nvSpPr>
        <p:spPr>
          <a:xfrm>
            <a:off x="3361843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99C2B8-F61B-DBAF-EDB6-4CCA1715EC9A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FD06A8B-378C-5EF9-78B4-712406D2436E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6B3ACE63-4C15-1596-8A5B-75D8D0E56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8E45A2C0-78CA-C28B-11B5-0C0DB694C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18420DC-44BF-E38D-2F6E-CBF44307F7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4CBD442-90DA-AAA5-5E15-333F21118A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2D2F918-AB73-0D60-5E1E-F2EAD67B53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260CAF9-FCFE-38AA-99C7-8417ECC9F6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345C25B-35F1-6BFD-8F0A-DF82F27BD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E0F5431D-F5EE-7BAD-9FEF-574292433A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C21BD15-5432-4512-5385-D636225687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CABACEA-08D0-F1FD-C544-B3B342C938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5708B3A-8681-6823-9CF5-B486F2556D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EF278DA-127D-4A10-25F6-293F27C182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EBD10E6-C587-C744-C002-6413C71B38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E4BF74DE-50DF-8421-79D7-4672DDB4C6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6A41AB7-D9BF-D07B-6427-39AB24B878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749C0FC7-3586-F34D-2C81-DD3008FE81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6BCA07C3-3878-45FD-6365-BA93354A6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26C65DFC-D116-02A5-B9B9-99A5E7B63F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029A277-0E50-498C-F999-108CE4982D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72D9290-68B0-96CC-805A-61CF6B6DFF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4C5C35BD-D321-AEC7-325B-4B76235C09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B45F38C4-4481-2941-8CA3-0E51841055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1E3C9C45-2508-4705-C1D9-E86CFB94D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7A63C48-BC51-04A0-C009-4CB8F25221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91FC1BE-20C3-387D-4CFE-9F54757C6B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0BEBDA9-FF1E-49EF-02F9-5ACB723593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A7046DF-912C-90E8-8196-83B59DE13C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10037DFE-C5B5-959F-17EC-53C8E320C9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33B2559-477F-45B5-92A8-640CD0EC35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E9E3876-F387-8A1A-BC35-1C7BDB45B1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FCA78A40-FD53-ADBF-08A8-3FEE05EE7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332" name="Picture 331">
            <a:extLst>
              <a:ext uri="{FF2B5EF4-FFF2-40B4-BE49-F238E27FC236}">
                <a16:creationId xmlns:a16="http://schemas.microsoft.com/office/drawing/2014/main" id="{B4580E63-BC39-89EC-57E8-ADD462EA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333" name="Picture 332">
            <a:extLst>
              <a:ext uri="{FF2B5EF4-FFF2-40B4-BE49-F238E27FC236}">
                <a16:creationId xmlns:a16="http://schemas.microsoft.com/office/drawing/2014/main" id="{B463EBF8-4A11-C56A-25B6-6E3B3EC507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334" name="Picture 333">
            <a:extLst>
              <a:ext uri="{FF2B5EF4-FFF2-40B4-BE49-F238E27FC236}">
                <a16:creationId xmlns:a16="http://schemas.microsoft.com/office/drawing/2014/main" id="{AFBA2125-B3F4-8E34-DFC8-BFD76548DB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335" name="Picture 334">
            <a:extLst>
              <a:ext uri="{FF2B5EF4-FFF2-40B4-BE49-F238E27FC236}">
                <a16:creationId xmlns:a16="http://schemas.microsoft.com/office/drawing/2014/main" id="{FB5928E9-16AC-097F-F26D-123797C7BD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336" name="Picture 335">
            <a:extLst>
              <a:ext uri="{FF2B5EF4-FFF2-40B4-BE49-F238E27FC236}">
                <a16:creationId xmlns:a16="http://schemas.microsoft.com/office/drawing/2014/main" id="{5B8AA94B-5255-A296-EA0B-B24079CDD2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337" name="Picture 336">
            <a:extLst>
              <a:ext uri="{FF2B5EF4-FFF2-40B4-BE49-F238E27FC236}">
                <a16:creationId xmlns:a16="http://schemas.microsoft.com/office/drawing/2014/main" id="{B45797EB-B5F1-7F7C-07C8-9E98A24C62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FE4B7310-A8F9-6B28-EF8B-3A99D4157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339" name="Picture 338">
            <a:extLst>
              <a:ext uri="{FF2B5EF4-FFF2-40B4-BE49-F238E27FC236}">
                <a16:creationId xmlns:a16="http://schemas.microsoft.com/office/drawing/2014/main" id="{9B1B7971-AEF8-C7FC-4A1B-9B937E619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340" name="Picture 339">
            <a:extLst>
              <a:ext uri="{FF2B5EF4-FFF2-40B4-BE49-F238E27FC236}">
                <a16:creationId xmlns:a16="http://schemas.microsoft.com/office/drawing/2014/main" id="{2B8A896F-2D7D-1BBB-2E05-F66AED2AC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341" name="Picture 340">
            <a:extLst>
              <a:ext uri="{FF2B5EF4-FFF2-40B4-BE49-F238E27FC236}">
                <a16:creationId xmlns:a16="http://schemas.microsoft.com/office/drawing/2014/main" id="{68CA8E1E-AA5F-C2DC-767D-5958F33149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5021FBAF-D93C-9C71-057D-3B9630605A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47" name="Picture 346">
            <a:extLst>
              <a:ext uri="{FF2B5EF4-FFF2-40B4-BE49-F238E27FC236}">
                <a16:creationId xmlns:a16="http://schemas.microsoft.com/office/drawing/2014/main" id="{579965E5-8AFE-FD3B-C5ED-BA5700110C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48" name="Picture 347">
            <a:extLst>
              <a:ext uri="{FF2B5EF4-FFF2-40B4-BE49-F238E27FC236}">
                <a16:creationId xmlns:a16="http://schemas.microsoft.com/office/drawing/2014/main" id="{326CED57-E679-B77E-A3D7-8EE702EB8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E2D898F4-D54D-3CC9-DF42-F65F225221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357F6B46-066C-B816-F582-811186818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51" name="Picture 350">
            <a:extLst>
              <a:ext uri="{FF2B5EF4-FFF2-40B4-BE49-F238E27FC236}">
                <a16:creationId xmlns:a16="http://schemas.microsoft.com/office/drawing/2014/main" id="{A51058B1-0520-9160-7B4A-566DC5821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52" name="Picture 351">
            <a:extLst>
              <a:ext uri="{FF2B5EF4-FFF2-40B4-BE49-F238E27FC236}">
                <a16:creationId xmlns:a16="http://schemas.microsoft.com/office/drawing/2014/main" id="{E865344E-7440-E1B3-E58D-A56216970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D8D90A03-3733-89C6-AA24-1FE792C6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BBD4DE13-14A9-3A4E-CB0B-825D929E2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55" name="Picture 354">
            <a:extLst>
              <a:ext uri="{FF2B5EF4-FFF2-40B4-BE49-F238E27FC236}">
                <a16:creationId xmlns:a16="http://schemas.microsoft.com/office/drawing/2014/main" id="{312AE85A-7A8B-6297-BB79-E5A43B5366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56" name="Picture 355">
            <a:extLst>
              <a:ext uri="{FF2B5EF4-FFF2-40B4-BE49-F238E27FC236}">
                <a16:creationId xmlns:a16="http://schemas.microsoft.com/office/drawing/2014/main" id="{6FAF34B0-C0E0-47EF-8331-68DB86952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66" name="Picture 365">
            <a:extLst>
              <a:ext uri="{FF2B5EF4-FFF2-40B4-BE49-F238E27FC236}">
                <a16:creationId xmlns:a16="http://schemas.microsoft.com/office/drawing/2014/main" id="{C2D7DAD1-D26D-F8EA-47C0-5A9255514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7" name="Group 366">
            <a:extLst>
              <a:ext uri="{FF2B5EF4-FFF2-40B4-BE49-F238E27FC236}">
                <a16:creationId xmlns:a16="http://schemas.microsoft.com/office/drawing/2014/main" id="{FFE70309-E66F-E721-205F-E6CC20849336}"/>
              </a:ext>
            </a:extLst>
          </p:cNvPr>
          <p:cNvGrpSpPr/>
          <p:nvPr/>
        </p:nvGrpSpPr>
        <p:grpSpPr>
          <a:xfrm>
            <a:off x="101128" y="5310212"/>
            <a:ext cx="4778594" cy="307777"/>
            <a:chOff x="101128" y="5310212"/>
            <a:chExt cx="4778594" cy="307777"/>
          </a:xfrm>
        </p:grpSpPr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E4A00A-BD96-50F2-4095-896087C727A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598556B3-3DC4-416B-F526-6D22C8D7723E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1CB19E1E-5933-F401-25F7-7300C0D69B8F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7907C87C-979D-43AE-4268-ACEA41874398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D7F14BE3-62A7-D787-B3F6-7931DEF032A6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3B6B57D7-33EF-BF18-981A-57B938C49F6D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4497D4EA-08E9-1646-4A0A-C0B62C0278F7}"/>
              </a:ext>
            </a:extLst>
          </p:cNvPr>
          <p:cNvGrpSpPr/>
          <p:nvPr/>
        </p:nvGrpSpPr>
        <p:grpSpPr>
          <a:xfrm>
            <a:off x="198664" y="6077700"/>
            <a:ext cx="1723535" cy="307777"/>
            <a:chOff x="101128" y="5855042"/>
            <a:chExt cx="1723535" cy="307777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2C2C6626-15A4-2C24-EC4E-ED8E5CA702CB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0F53D4E9-0331-8888-0C34-924FA0B9A429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4446E29C-51F4-3C29-D70E-9E08033FF569}"/>
              </a:ext>
            </a:extLst>
          </p:cNvPr>
          <p:cNvGrpSpPr/>
          <p:nvPr/>
        </p:nvGrpSpPr>
        <p:grpSpPr>
          <a:xfrm>
            <a:off x="2624110" y="6077700"/>
            <a:ext cx="2124286" cy="307777"/>
            <a:chOff x="1788958" y="5855042"/>
            <a:chExt cx="2124286" cy="307777"/>
          </a:xfrm>
        </p:grpSpPr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3EB741C9-FB26-BCC9-19EC-7E4A4017DF60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C4774CF-F87D-9D67-06F9-859C72B7C1C2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81" name="TextBox 380">
            <a:extLst>
              <a:ext uri="{FF2B5EF4-FFF2-40B4-BE49-F238E27FC236}">
                <a16:creationId xmlns:a16="http://schemas.microsoft.com/office/drawing/2014/main" id="{B3CDB81C-A556-A664-D280-0F36A93D2051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66DF250-DBED-AC77-FB54-BE24857563D5}"/>
              </a:ext>
            </a:extLst>
          </p:cNvPr>
          <p:cNvGrpSpPr/>
          <p:nvPr/>
        </p:nvGrpSpPr>
        <p:grpSpPr>
          <a:xfrm>
            <a:off x="198664" y="6476834"/>
            <a:ext cx="1896659" cy="307777"/>
            <a:chOff x="101128" y="5855042"/>
            <a:chExt cx="1896659" cy="307777"/>
          </a:xfrm>
        </p:grpSpPr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4DE4A7EC-B983-E18F-0FB9-854E1DD4333D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83903A1-637E-546F-7549-08BC56EBBC51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456D758F-A65D-02F3-E9B3-0E44579E5F51}"/>
              </a:ext>
            </a:extLst>
          </p:cNvPr>
          <p:cNvGrpSpPr/>
          <p:nvPr/>
        </p:nvGrpSpPr>
        <p:grpSpPr>
          <a:xfrm>
            <a:off x="2624110" y="6476834"/>
            <a:ext cx="2169170" cy="307777"/>
            <a:chOff x="1788958" y="5855042"/>
            <a:chExt cx="2169170" cy="307777"/>
          </a:xfrm>
        </p:grpSpPr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37696C1E-13D4-018F-BF40-D8955FEE5AD7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8807B34C-7A9F-2420-902B-705484688034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4C6B38E1-5656-49CA-93C9-DE7F8E074024}"/>
              </a:ext>
            </a:extLst>
          </p:cNvPr>
          <p:cNvSpPr/>
          <p:nvPr/>
        </p:nvSpPr>
        <p:spPr>
          <a:xfrm>
            <a:off x="4956914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BE11496B-CE51-7663-76EF-826937405ACE}"/>
              </a:ext>
            </a:extLst>
          </p:cNvPr>
          <p:cNvSpPr txBox="1"/>
          <p:nvPr/>
        </p:nvSpPr>
        <p:spPr>
          <a:xfrm>
            <a:off x="6248813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3AEF0B2-27EB-A33D-564E-AC6FCE956E2B}"/>
              </a:ext>
            </a:extLst>
          </p:cNvPr>
          <p:cNvSpPr txBox="1"/>
          <p:nvPr/>
        </p:nvSpPr>
        <p:spPr>
          <a:xfrm>
            <a:off x="9527117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9D025F8-B7DA-DF9E-CC20-26AAFD918014}"/>
              </a:ext>
            </a:extLst>
          </p:cNvPr>
          <p:cNvSpPr txBox="1"/>
          <p:nvPr/>
        </p:nvSpPr>
        <p:spPr>
          <a:xfrm>
            <a:off x="5425959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392" name="Picture 391">
            <a:extLst>
              <a:ext uri="{FF2B5EF4-FFF2-40B4-BE49-F238E27FC236}">
                <a16:creationId xmlns:a16="http://schemas.microsoft.com/office/drawing/2014/main" id="{1911639B-E755-2B5B-F423-5834B593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454457"/>
            <a:ext cx="1409994" cy="1190185"/>
          </a:xfrm>
          <a:prstGeom prst="rect">
            <a:avLst/>
          </a:prstGeom>
        </p:spPr>
      </p:pic>
      <p:sp>
        <p:nvSpPr>
          <p:cNvPr id="393" name="TextBox 392">
            <a:extLst>
              <a:ext uri="{FF2B5EF4-FFF2-40B4-BE49-F238E27FC236}">
                <a16:creationId xmlns:a16="http://schemas.microsoft.com/office/drawing/2014/main" id="{FE5C6F9E-E36A-E74D-6399-0A36A7A8A67A}"/>
              </a:ext>
            </a:extLst>
          </p:cNvPr>
          <p:cNvSpPr txBox="1"/>
          <p:nvPr/>
        </p:nvSpPr>
        <p:spPr>
          <a:xfrm>
            <a:off x="5210391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394" name="Picture 393">
            <a:extLst>
              <a:ext uri="{FF2B5EF4-FFF2-40B4-BE49-F238E27FC236}">
                <a16:creationId xmlns:a16="http://schemas.microsoft.com/office/drawing/2014/main" id="{2E744A2D-713B-D194-20B7-7448C45129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5786685" y="564024"/>
            <a:ext cx="293665" cy="293664"/>
          </a:xfrm>
          <a:prstGeom prst="rect">
            <a:avLst/>
          </a:prstGeom>
        </p:spPr>
      </p:pic>
      <p:pic>
        <p:nvPicPr>
          <p:cNvPr id="395" name="Picture 394">
            <a:extLst>
              <a:ext uri="{FF2B5EF4-FFF2-40B4-BE49-F238E27FC236}">
                <a16:creationId xmlns:a16="http://schemas.microsoft.com/office/drawing/2014/main" id="{037E7DFB-0115-6AF0-A1D7-8ED5A47797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5279794" y="617240"/>
            <a:ext cx="286189" cy="282985"/>
          </a:xfrm>
          <a:prstGeom prst="rect">
            <a:avLst/>
          </a:prstGeom>
        </p:spPr>
      </p:pic>
      <p:sp>
        <p:nvSpPr>
          <p:cNvPr id="396" name="TextBox 395">
            <a:extLst>
              <a:ext uri="{FF2B5EF4-FFF2-40B4-BE49-F238E27FC236}">
                <a16:creationId xmlns:a16="http://schemas.microsoft.com/office/drawing/2014/main" id="{9656E420-295F-2DDF-25F5-00FCC2D9DD12}"/>
              </a:ext>
            </a:extLst>
          </p:cNvPr>
          <p:cNvSpPr txBox="1"/>
          <p:nvPr/>
        </p:nvSpPr>
        <p:spPr>
          <a:xfrm>
            <a:off x="490818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516055B-5E45-011C-EB1E-4110BBFF3C1B}"/>
              </a:ext>
            </a:extLst>
          </p:cNvPr>
          <p:cNvCxnSpPr>
            <a:cxnSpLocks/>
          </p:cNvCxnSpPr>
          <p:nvPr/>
        </p:nvCxnSpPr>
        <p:spPr>
          <a:xfrm>
            <a:off x="513758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8" name="Picture 397">
            <a:extLst>
              <a:ext uri="{FF2B5EF4-FFF2-40B4-BE49-F238E27FC236}">
                <a16:creationId xmlns:a16="http://schemas.microsoft.com/office/drawing/2014/main" id="{245DDF3B-E2C9-5107-5F47-4639ACE7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5136" y="482497"/>
            <a:ext cx="1376776" cy="1162145"/>
          </a:xfrm>
          <a:prstGeom prst="rect">
            <a:avLst/>
          </a:prstGeom>
        </p:spPr>
      </p:pic>
      <p:sp>
        <p:nvSpPr>
          <p:cNvPr id="399" name="TextBox 398">
            <a:extLst>
              <a:ext uri="{FF2B5EF4-FFF2-40B4-BE49-F238E27FC236}">
                <a16:creationId xmlns:a16="http://schemas.microsoft.com/office/drawing/2014/main" id="{12451BAD-35F6-EE27-C8D5-3A84E5737431}"/>
              </a:ext>
            </a:extLst>
          </p:cNvPr>
          <p:cNvSpPr txBox="1"/>
          <p:nvPr/>
        </p:nvSpPr>
        <p:spPr>
          <a:xfrm>
            <a:off x="6808453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400" name="Picture 399">
            <a:extLst>
              <a:ext uri="{FF2B5EF4-FFF2-40B4-BE49-F238E27FC236}">
                <a16:creationId xmlns:a16="http://schemas.microsoft.com/office/drawing/2014/main" id="{5A6CD8AD-7C62-A87B-E49E-510A9B6A22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7709709" y="862779"/>
            <a:ext cx="293665" cy="293664"/>
          </a:xfrm>
          <a:prstGeom prst="rect">
            <a:avLst/>
          </a:prstGeom>
        </p:spPr>
      </p:pic>
      <p:pic>
        <p:nvPicPr>
          <p:cNvPr id="401" name="Picture 400">
            <a:extLst>
              <a:ext uri="{FF2B5EF4-FFF2-40B4-BE49-F238E27FC236}">
                <a16:creationId xmlns:a16="http://schemas.microsoft.com/office/drawing/2014/main" id="{C312B9E7-92C7-BFCC-9050-9A3A8F2754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6941342" y="549483"/>
            <a:ext cx="286189" cy="282985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BCC82803-E66B-96E3-860C-AE537D118398}"/>
              </a:ext>
            </a:extLst>
          </p:cNvPr>
          <p:cNvSpPr txBox="1"/>
          <p:nvPr/>
        </p:nvSpPr>
        <p:spPr>
          <a:xfrm>
            <a:off x="6596012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1428727E-332C-075E-3560-EAFBD74D66CF}"/>
              </a:ext>
            </a:extLst>
          </p:cNvPr>
          <p:cNvCxnSpPr>
            <a:cxnSpLocks/>
          </p:cNvCxnSpPr>
          <p:nvPr/>
        </p:nvCxnSpPr>
        <p:spPr>
          <a:xfrm>
            <a:off x="682541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4" name="Picture 403">
            <a:extLst>
              <a:ext uri="{FF2B5EF4-FFF2-40B4-BE49-F238E27FC236}">
                <a16:creationId xmlns:a16="http://schemas.microsoft.com/office/drawing/2014/main" id="{4CABBA8A-AC4C-6417-9B70-53F7C11C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454457"/>
            <a:ext cx="1409994" cy="1190185"/>
          </a:xfrm>
          <a:prstGeom prst="rect">
            <a:avLst/>
          </a:prstGeom>
        </p:spPr>
      </p:pic>
      <p:sp>
        <p:nvSpPr>
          <p:cNvPr id="405" name="TextBox 404">
            <a:extLst>
              <a:ext uri="{FF2B5EF4-FFF2-40B4-BE49-F238E27FC236}">
                <a16:creationId xmlns:a16="http://schemas.microsoft.com/office/drawing/2014/main" id="{4106F4B0-96EF-760C-52D6-A17BCAF97AC0}"/>
              </a:ext>
            </a:extLst>
          </p:cNvPr>
          <p:cNvSpPr txBox="1"/>
          <p:nvPr/>
        </p:nvSpPr>
        <p:spPr>
          <a:xfrm>
            <a:off x="8496283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B9FD11C1-7C3C-2594-0679-3BA3EB6799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657412" y="569363"/>
            <a:ext cx="286189" cy="282985"/>
          </a:xfrm>
          <a:prstGeom prst="rect">
            <a:avLst/>
          </a:prstGeom>
        </p:spPr>
      </p:pic>
      <p:sp>
        <p:nvSpPr>
          <p:cNvPr id="407" name="TextBox 406">
            <a:extLst>
              <a:ext uri="{FF2B5EF4-FFF2-40B4-BE49-F238E27FC236}">
                <a16:creationId xmlns:a16="http://schemas.microsoft.com/office/drawing/2014/main" id="{69FFE95E-6DDD-14C6-02D7-08B661A9C108}"/>
              </a:ext>
            </a:extLst>
          </p:cNvPr>
          <p:cNvSpPr txBox="1"/>
          <p:nvPr/>
        </p:nvSpPr>
        <p:spPr>
          <a:xfrm>
            <a:off x="828384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B710776D-4005-C536-9590-2144B132E8D6}"/>
              </a:ext>
            </a:extLst>
          </p:cNvPr>
          <p:cNvCxnSpPr>
            <a:cxnSpLocks/>
          </p:cNvCxnSpPr>
          <p:nvPr/>
        </p:nvCxnSpPr>
        <p:spPr>
          <a:xfrm>
            <a:off x="851324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" name="Picture 408">
            <a:extLst>
              <a:ext uri="{FF2B5EF4-FFF2-40B4-BE49-F238E27FC236}">
                <a16:creationId xmlns:a16="http://schemas.microsoft.com/office/drawing/2014/main" id="{15EE3761-F292-8EEF-CEE3-18F4BD1E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2103503"/>
            <a:ext cx="1409994" cy="1190185"/>
          </a:xfrm>
          <a:prstGeom prst="rect">
            <a:avLst/>
          </a:prstGeom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55BA5C41-E709-6BEC-A056-FCD59F398A5A}"/>
              </a:ext>
            </a:extLst>
          </p:cNvPr>
          <p:cNvSpPr txBox="1"/>
          <p:nvPr/>
        </p:nvSpPr>
        <p:spPr>
          <a:xfrm>
            <a:off x="5165507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2FB7AA8A-202D-643D-BE0B-6AAE39CECF14}"/>
              </a:ext>
            </a:extLst>
          </p:cNvPr>
          <p:cNvSpPr txBox="1"/>
          <p:nvPr/>
        </p:nvSpPr>
        <p:spPr>
          <a:xfrm>
            <a:off x="490818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E14D1DE9-31B8-6277-969F-109D63034112}"/>
              </a:ext>
            </a:extLst>
          </p:cNvPr>
          <p:cNvCxnSpPr>
            <a:cxnSpLocks/>
          </p:cNvCxnSpPr>
          <p:nvPr/>
        </p:nvCxnSpPr>
        <p:spPr>
          <a:xfrm>
            <a:off x="513758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3" name="Picture 412">
            <a:extLst>
              <a:ext uri="{FF2B5EF4-FFF2-40B4-BE49-F238E27FC236}">
                <a16:creationId xmlns:a16="http://schemas.microsoft.com/office/drawing/2014/main" id="{5C1EE671-6D45-D758-42B2-20F872687D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1918" y="2103503"/>
            <a:ext cx="1409994" cy="1190185"/>
          </a:xfrm>
          <a:prstGeom prst="rect">
            <a:avLst/>
          </a:prstGeom>
        </p:spPr>
      </p:pic>
      <p:sp>
        <p:nvSpPr>
          <p:cNvPr id="414" name="TextBox 413">
            <a:extLst>
              <a:ext uri="{FF2B5EF4-FFF2-40B4-BE49-F238E27FC236}">
                <a16:creationId xmlns:a16="http://schemas.microsoft.com/office/drawing/2014/main" id="{66B3F34A-BB6A-64B6-5669-11683F6E902A}"/>
              </a:ext>
            </a:extLst>
          </p:cNvPr>
          <p:cNvSpPr txBox="1"/>
          <p:nvPr/>
        </p:nvSpPr>
        <p:spPr>
          <a:xfrm>
            <a:off x="6808453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2466B89E-B193-1EBA-4360-A98E8C7C9AFC}"/>
              </a:ext>
            </a:extLst>
          </p:cNvPr>
          <p:cNvSpPr txBox="1"/>
          <p:nvPr/>
        </p:nvSpPr>
        <p:spPr>
          <a:xfrm>
            <a:off x="6596012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CB783791-D3B7-9438-7139-A57D9F4E9DD9}"/>
              </a:ext>
            </a:extLst>
          </p:cNvPr>
          <p:cNvCxnSpPr>
            <a:cxnSpLocks/>
          </p:cNvCxnSpPr>
          <p:nvPr/>
        </p:nvCxnSpPr>
        <p:spPr>
          <a:xfrm>
            <a:off x="682541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7" name="Picture 416">
            <a:extLst>
              <a:ext uri="{FF2B5EF4-FFF2-40B4-BE49-F238E27FC236}">
                <a16:creationId xmlns:a16="http://schemas.microsoft.com/office/drawing/2014/main" id="{E0A1DD4E-94D9-E858-F4F1-A84BB41DA5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2103503"/>
            <a:ext cx="1409994" cy="1190185"/>
          </a:xfrm>
          <a:prstGeom prst="rect">
            <a:avLst/>
          </a:prstGeom>
        </p:spPr>
      </p:pic>
      <p:sp>
        <p:nvSpPr>
          <p:cNvPr id="418" name="TextBox 417">
            <a:extLst>
              <a:ext uri="{FF2B5EF4-FFF2-40B4-BE49-F238E27FC236}">
                <a16:creationId xmlns:a16="http://schemas.microsoft.com/office/drawing/2014/main" id="{E48A3B06-4145-F522-0EC8-19A140261779}"/>
              </a:ext>
            </a:extLst>
          </p:cNvPr>
          <p:cNvSpPr txBox="1"/>
          <p:nvPr/>
        </p:nvSpPr>
        <p:spPr>
          <a:xfrm>
            <a:off x="8335983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1C760983-C891-3E87-98C1-001BAAB1E6DA}"/>
              </a:ext>
            </a:extLst>
          </p:cNvPr>
          <p:cNvSpPr txBox="1"/>
          <p:nvPr/>
        </p:nvSpPr>
        <p:spPr>
          <a:xfrm>
            <a:off x="8283842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0EBB835C-7DDB-0482-6D51-67EB5DB28513}"/>
              </a:ext>
            </a:extLst>
          </p:cNvPr>
          <p:cNvCxnSpPr>
            <a:cxnSpLocks/>
          </p:cNvCxnSpPr>
          <p:nvPr/>
        </p:nvCxnSpPr>
        <p:spPr>
          <a:xfrm>
            <a:off x="851324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1" name="Picture 420">
            <a:extLst>
              <a:ext uri="{FF2B5EF4-FFF2-40B4-BE49-F238E27FC236}">
                <a16:creationId xmlns:a16="http://schemas.microsoft.com/office/drawing/2014/main" id="{F18C850A-CAD1-D287-7673-D74DB8F0E4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3752549"/>
            <a:ext cx="1409994" cy="1190185"/>
          </a:xfrm>
          <a:prstGeom prst="rect">
            <a:avLst/>
          </a:prstGeom>
        </p:spPr>
      </p:pic>
      <p:sp>
        <p:nvSpPr>
          <p:cNvPr id="422" name="TextBox 421">
            <a:extLst>
              <a:ext uri="{FF2B5EF4-FFF2-40B4-BE49-F238E27FC236}">
                <a16:creationId xmlns:a16="http://schemas.microsoft.com/office/drawing/2014/main" id="{F028B810-ECD8-60B6-E7C6-098291EC8A57}"/>
              </a:ext>
            </a:extLst>
          </p:cNvPr>
          <p:cNvSpPr txBox="1"/>
          <p:nvPr/>
        </p:nvSpPr>
        <p:spPr>
          <a:xfrm>
            <a:off x="5210391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33221B46-76D7-7D1A-B566-245DF58E2E4D}"/>
              </a:ext>
            </a:extLst>
          </p:cNvPr>
          <p:cNvSpPr txBox="1"/>
          <p:nvPr/>
        </p:nvSpPr>
        <p:spPr>
          <a:xfrm>
            <a:off x="490818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B046A42E-8166-9BB3-A349-0E951E2DA3D4}"/>
              </a:ext>
            </a:extLst>
          </p:cNvPr>
          <p:cNvCxnSpPr>
            <a:cxnSpLocks/>
          </p:cNvCxnSpPr>
          <p:nvPr/>
        </p:nvCxnSpPr>
        <p:spPr>
          <a:xfrm>
            <a:off x="513758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5" name="Picture 424">
            <a:extLst>
              <a:ext uri="{FF2B5EF4-FFF2-40B4-BE49-F238E27FC236}">
                <a16:creationId xmlns:a16="http://schemas.microsoft.com/office/drawing/2014/main" id="{8FC6BACD-59C5-DBEA-9F4F-2537252F20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1918" y="3752549"/>
            <a:ext cx="1409994" cy="1190185"/>
          </a:xfrm>
          <a:prstGeom prst="rect">
            <a:avLst/>
          </a:prstGeom>
        </p:spPr>
      </p:pic>
      <p:sp>
        <p:nvSpPr>
          <p:cNvPr id="426" name="TextBox 425">
            <a:extLst>
              <a:ext uri="{FF2B5EF4-FFF2-40B4-BE49-F238E27FC236}">
                <a16:creationId xmlns:a16="http://schemas.microsoft.com/office/drawing/2014/main" id="{60A7C84E-3F88-D1C9-2435-D553653C4A76}"/>
              </a:ext>
            </a:extLst>
          </p:cNvPr>
          <p:cNvSpPr txBox="1"/>
          <p:nvPr/>
        </p:nvSpPr>
        <p:spPr>
          <a:xfrm>
            <a:off x="6762767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0CF70B96-E091-FEDC-97A1-7C339DF75597}"/>
              </a:ext>
            </a:extLst>
          </p:cNvPr>
          <p:cNvSpPr txBox="1"/>
          <p:nvPr/>
        </p:nvSpPr>
        <p:spPr>
          <a:xfrm>
            <a:off x="6596012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DB04DE7F-CA83-856F-B4CA-43D04F553A16}"/>
              </a:ext>
            </a:extLst>
          </p:cNvPr>
          <p:cNvCxnSpPr>
            <a:cxnSpLocks/>
          </p:cNvCxnSpPr>
          <p:nvPr/>
        </p:nvCxnSpPr>
        <p:spPr>
          <a:xfrm>
            <a:off x="682541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9" name="Picture 428">
            <a:extLst>
              <a:ext uri="{FF2B5EF4-FFF2-40B4-BE49-F238E27FC236}">
                <a16:creationId xmlns:a16="http://schemas.microsoft.com/office/drawing/2014/main" id="{613E81D9-19C8-9935-BD80-B3AADA9803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3752549"/>
            <a:ext cx="1409994" cy="1190185"/>
          </a:xfrm>
          <a:prstGeom prst="rect">
            <a:avLst/>
          </a:prstGeom>
        </p:spPr>
      </p:pic>
      <p:sp>
        <p:nvSpPr>
          <p:cNvPr id="430" name="TextBox 429">
            <a:extLst>
              <a:ext uri="{FF2B5EF4-FFF2-40B4-BE49-F238E27FC236}">
                <a16:creationId xmlns:a16="http://schemas.microsoft.com/office/drawing/2014/main" id="{8FFEFE35-A7F1-6319-922A-0120FB34061D}"/>
              </a:ext>
            </a:extLst>
          </p:cNvPr>
          <p:cNvSpPr txBox="1"/>
          <p:nvPr/>
        </p:nvSpPr>
        <p:spPr>
          <a:xfrm>
            <a:off x="8311137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BCB6ED24-770D-98D0-F2C8-439D3CEF2F20}"/>
              </a:ext>
            </a:extLst>
          </p:cNvPr>
          <p:cNvSpPr txBox="1"/>
          <p:nvPr/>
        </p:nvSpPr>
        <p:spPr>
          <a:xfrm>
            <a:off x="8283842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154FED96-D0B3-6171-491C-62D31EEE92D9}"/>
              </a:ext>
            </a:extLst>
          </p:cNvPr>
          <p:cNvCxnSpPr>
            <a:cxnSpLocks/>
          </p:cNvCxnSpPr>
          <p:nvPr/>
        </p:nvCxnSpPr>
        <p:spPr>
          <a:xfrm>
            <a:off x="851324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3" name="Picture 432">
            <a:extLst>
              <a:ext uri="{FF2B5EF4-FFF2-40B4-BE49-F238E27FC236}">
                <a16:creationId xmlns:a16="http://schemas.microsoft.com/office/drawing/2014/main" id="{5E5FE905-C804-ED21-02FD-95F097AE65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5161108" y="1015549"/>
            <a:ext cx="286189" cy="282985"/>
          </a:xfrm>
          <a:prstGeom prst="rect">
            <a:avLst/>
          </a:prstGeom>
        </p:spPr>
      </p:pic>
      <p:pic>
        <p:nvPicPr>
          <p:cNvPr id="434" name="Picture 433">
            <a:extLst>
              <a:ext uri="{FF2B5EF4-FFF2-40B4-BE49-F238E27FC236}">
                <a16:creationId xmlns:a16="http://schemas.microsoft.com/office/drawing/2014/main" id="{7B257DF3-450B-7D39-FAAC-5C589408F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5903524" y="950104"/>
            <a:ext cx="293665" cy="293664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43D61B51-F03E-F85E-7C9D-4DA3224AE9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5583335" y="1254860"/>
            <a:ext cx="293665" cy="293664"/>
          </a:xfrm>
          <a:prstGeom prst="rect">
            <a:avLst/>
          </a:prstGeom>
        </p:spPr>
      </p:pic>
      <p:pic>
        <p:nvPicPr>
          <p:cNvPr id="436" name="Picture 435">
            <a:extLst>
              <a:ext uri="{FF2B5EF4-FFF2-40B4-BE49-F238E27FC236}">
                <a16:creationId xmlns:a16="http://schemas.microsoft.com/office/drawing/2014/main" id="{4B12E843-19B2-5DF5-6121-5A43E8F14E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532534" y="878940"/>
            <a:ext cx="293665" cy="293664"/>
          </a:xfrm>
          <a:prstGeom prst="rect">
            <a:avLst/>
          </a:prstGeom>
        </p:spPr>
      </p:pic>
      <p:pic>
        <p:nvPicPr>
          <p:cNvPr id="437" name="Picture 436">
            <a:extLst>
              <a:ext uri="{FF2B5EF4-FFF2-40B4-BE49-F238E27FC236}">
                <a16:creationId xmlns:a16="http://schemas.microsoft.com/office/drawing/2014/main" id="{02AF613E-B741-9541-A1BB-52598D70C2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7099317" y="1225806"/>
            <a:ext cx="286189" cy="282985"/>
          </a:xfrm>
          <a:prstGeom prst="rect">
            <a:avLst/>
          </a:prstGeom>
        </p:spPr>
      </p:pic>
      <p:pic>
        <p:nvPicPr>
          <p:cNvPr id="438" name="Picture 437">
            <a:extLst>
              <a:ext uri="{FF2B5EF4-FFF2-40B4-BE49-F238E27FC236}">
                <a16:creationId xmlns:a16="http://schemas.microsoft.com/office/drawing/2014/main" id="{2BB0C68C-0457-2C92-DCDA-853F94870B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7432059" y="580645"/>
            <a:ext cx="286189" cy="282985"/>
          </a:xfrm>
          <a:prstGeom prst="rect">
            <a:avLst/>
          </a:prstGeom>
        </p:spPr>
      </p:pic>
      <p:pic>
        <p:nvPicPr>
          <p:cNvPr id="439" name="Picture 438">
            <a:extLst>
              <a:ext uri="{FF2B5EF4-FFF2-40B4-BE49-F238E27FC236}">
                <a16:creationId xmlns:a16="http://schemas.microsoft.com/office/drawing/2014/main" id="{DB4EC077-294B-27DA-9299-A3A753F750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6791977" y="951485"/>
            <a:ext cx="286189" cy="282985"/>
          </a:xfrm>
          <a:prstGeom prst="rect">
            <a:avLst/>
          </a:prstGeom>
        </p:spPr>
      </p:pic>
      <p:pic>
        <p:nvPicPr>
          <p:cNvPr id="440" name="Picture 439">
            <a:extLst>
              <a:ext uri="{FF2B5EF4-FFF2-40B4-BE49-F238E27FC236}">
                <a16:creationId xmlns:a16="http://schemas.microsoft.com/office/drawing/2014/main" id="{CC141DA0-A8BB-F898-116F-06B703F0BE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7159007" y="843537"/>
            <a:ext cx="286189" cy="282985"/>
          </a:xfrm>
          <a:prstGeom prst="rect">
            <a:avLst/>
          </a:prstGeom>
        </p:spPr>
      </p:pic>
      <p:pic>
        <p:nvPicPr>
          <p:cNvPr id="441" name="Picture 440">
            <a:extLst>
              <a:ext uri="{FF2B5EF4-FFF2-40B4-BE49-F238E27FC236}">
                <a16:creationId xmlns:a16="http://schemas.microsoft.com/office/drawing/2014/main" id="{34BAE8A8-42B4-0461-D2D6-9878CD551A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7465868" y="1137100"/>
            <a:ext cx="293665" cy="293664"/>
          </a:xfrm>
          <a:prstGeom prst="rect">
            <a:avLst/>
          </a:prstGeom>
        </p:spPr>
      </p:pic>
      <p:pic>
        <p:nvPicPr>
          <p:cNvPr id="442" name="Picture 441">
            <a:extLst>
              <a:ext uri="{FF2B5EF4-FFF2-40B4-BE49-F238E27FC236}">
                <a16:creationId xmlns:a16="http://schemas.microsoft.com/office/drawing/2014/main" id="{93F03491-CFC5-D7D2-F3FA-7829BA8EE8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8949311" y="862933"/>
            <a:ext cx="286189" cy="282985"/>
          </a:xfrm>
          <a:prstGeom prst="rect">
            <a:avLst/>
          </a:prstGeom>
        </p:spPr>
      </p:pic>
      <p:pic>
        <p:nvPicPr>
          <p:cNvPr id="443" name="Picture 442">
            <a:extLst>
              <a:ext uri="{FF2B5EF4-FFF2-40B4-BE49-F238E27FC236}">
                <a16:creationId xmlns:a16="http://schemas.microsoft.com/office/drawing/2014/main" id="{88863A9E-9F81-A51A-9341-682A3512F3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9384046" y="930151"/>
            <a:ext cx="286189" cy="282985"/>
          </a:xfrm>
          <a:prstGeom prst="rect">
            <a:avLst/>
          </a:prstGeom>
        </p:spPr>
      </p:pic>
      <p:pic>
        <p:nvPicPr>
          <p:cNvPr id="444" name="Picture 443">
            <a:extLst>
              <a:ext uri="{FF2B5EF4-FFF2-40B4-BE49-F238E27FC236}">
                <a16:creationId xmlns:a16="http://schemas.microsoft.com/office/drawing/2014/main" id="{4209A7EC-37B2-E9CD-0A6E-9000CC4236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9254702" y="576584"/>
            <a:ext cx="286189" cy="282985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7B6D46E6-E8F8-2821-D37D-8B4D51047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8506653" y="918078"/>
            <a:ext cx="286189" cy="282985"/>
          </a:xfrm>
          <a:prstGeom prst="rect">
            <a:avLst/>
          </a:prstGeom>
        </p:spPr>
      </p:pic>
      <p:pic>
        <p:nvPicPr>
          <p:cNvPr id="446" name="Picture 445">
            <a:extLst>
              <a:ext uri="{FF2B5EF4-FFF2-40B4-BE49-F238E27FC236}">
                <a16:creationId xmlns:a16="http://schemas.microsoft.com/office/drawing/2014/main" id="{53BC5326-01B0-C11C-BA05-FC7FB6363C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8755951" y="1224385"/>
            <a:ext cx="286189" cy="282985"/>
          </a:xfrm>
          <a:prstGeom prst="rect">
            <a:avLst/>
          </a:prstGeom>
        </p:spPr>
      </p:pic>
      <p:pic>
        <p:nvPicPr>
          <p:cNvPr id="447" name="Picture 446">
            <a:extLst>
              <a:ext uri="{FF2B5EF4-FFF2-40B4-BE49-F238E27FC236}">
                <a16:creationId xmlns:a16="http://schemas.microsoft.com/office/drawing/2014/main" id="{7BED66EA-4CCD-7E9E-D171-574250DC81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9137667" y="1262890"/>
            <a:ext cx="286189" cy="282985"/>
          </a:xfrm>
          <a:prstGeom prst="rect">
            <a:avLst/>
          </a:prstGeom>
        </p:spPr>
      </p:pic>
      <p:pic>
        <p:nvPicPr>
          <p:cNvPr id="448" name="Picture 447">
            <a:extLst>
              <a:ext uri="{FF2B5EF4-FFF2-40B4-BE49-F238E27FC236}">
                <a16:creationId xmlns:a16="http://schemas.microsoft.com/office/drawing/2014/main" id="{76F25DB6-3BD7-9FE8-16B1-BB9F7D00C8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5377009" y="2461006"/>
            <a:ext cx="241722" cy="239016"/>
          </a:xfrm>
          <a:prstGeom prst="rect">
            <a:avLst/>
          </a:prstGeom>
        </p:spPr>
      </p:pic>
      <p:pic>
        <p:nvPicPr>
          <p:cNvPr id="449" name="Picture 448">
            <a:extLst>
              <a:ext uri="{FF2B5EF4-FFF2-40B4-BE49-F238E27FC236}">
                <a16:creationId xmlns:a16="http://schemas.microsoft.com/office/drawing/2014/main" id="{9E2CE3C9-5A44-054F-625C-E6C4C3A04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6024025" y="2591584"/>
            <a:ext cx="248037" cy="248036"/>
          </a:xfrm>
          <a:prstGeom prst="rect">
            <a:avLst/>
          </a:pr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1EA8E47D-39D0-7B2F-F9E4-FDE18891A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5866545" y="2910355"/>
            <a:ext cx="248037" cy="248036"/>
          </a:xfrm>
          <a:prstGeom prst="rect">
            <a:avLst/>
          </a:prstGeom>
        </p:spPr>
      </p:pic>
      <p:pic>
        <p:nvPicPr>
          <p:cNvPr id="451" name="Picture 450">
            <a:extLst>
              <a:ext uri="{FF2B5EF4-FFF2-40B4-BE49-F238E27FC236}">
                <a16:creationId xmlns:a16="http://schemas.microsoft.com/office/drawing/2014/main" id="{B1964FF8-BFD5-21FE-09D4-D38D7229B5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5557934" y="2975124"/>
            <a:ext cx="248037" cy="248036"/>
          </a:xfrm>
          <a:prstGeom prst="rect">
            <a:avLst/>
          </a:prstGeom>
        </p:spPr>
      </p:pic>
      <p:pic>
        <p:nvPicPr>
          <p:cNvPr id="452" name="Picture 451">
            <a:extLst>
              <a:ext uri="{FF2B5EF4-FFF2-40B4-BE49-F238E27FC236}">
                <a16:creationId xmlns:a16="http://schemas.microsoft.com/office/drawing/2014/main" id="{01C63CEA-D653-8339-B322-BFEA27FFAF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5097608" y="2637534"/>
            <a:ext cx="241722" cy="239016"/>
          </a:xfrm>
          <a:prstGeom prst="rect">
            <a:avLst/>
          </a:prstGeom>
        </p:spPr>
      </p:pic>
      <p:pic>
        <p:nvPicPr>
          <p:cNvPr id="453" name="Picture 452">
            <a:extLst>
              <a:ext uri="{FF2B5EF4-FFF2-40B4-BE49-F238E27FC236}">
                <a16:creationId xmlns:a16="http://schemas.microsoft.com/office/drawing/2014/main" id="{206E6D5E-1D62-67BA-EE9A-0B6E2116F9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5284299" y="2896616"/>
            <a:ext cx="241722" cy="239016"/>
          </a:xfrm>
          <a:prstGeom prst="rect">
            <a:avLst/>
          </a:prstGeom>
        </p:spPr>
      </p:pic>
      <p:pic>
        <p:nvPicPr>
          <p:cNvPr id="454" name="Picture 453">
            <a:extLst>
              <a:ext uri="{FF2B5EF4-FFF2-40B4-BE49-F238E27FC236}">
                <a16:creationId xmlns:a16="http://schemas.microsoft.com/office/drawing/2014/main" id="{737CB362-5CCF-0533-B3C9-C68E3E7AA0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5761144" y="2385228"/>
            <a:ext cx="241722" cy="239016"/>
          </a:xfrm>
          <a:prstGeom prst="rect">
            <a:avLst/>
          </a:prstGeom>
        </p:spPr>
      </p:pic>
      <p:pic>
        <p:nvPicPr>
          <p:cNvPr id="455" name="Picture 454">
            <a:extLst>
              <a:ext uri="{FF2B5EF4-FFF2-40B4-BE49-F238E27FC236}">
                <a16:creationId xmlns:a16="http://schemas.microsoft.com/office/drawing/2014/main" id="{5A1BE251-999A-7384-5666-96353F47E9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5676729" y="2675635"/>
            <a:ext cx="241722" cy="239016"/>
          </a:xfrm>
          <a:prstGeom prst="rect">
            <a:avLst/>
          </a:prstGeom>
        </p:spPr>
      </p:pic>
      <p:pic>
        <p:nvPicPr>
          <p:cNvPr id="456" name="Picture 455">
            <a:extLst>
              <a:ext uri="{FF2B5EF4-FFF2-40B4-BE49-F238E27FC236}">
                <a16:creationId xmlns:a16="http://schemas.microsoft.com/office/drawing/2014/main" id="{4FD85964-546D-DFDF-A7F0-E2E571D55B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7338475" y="2374415"/>
            <a:ext cx="248037" cy="248036"/>
          </a:xfrm>
          <a:prstGeom prst="rect">
            <a:avLst/>
          </a:prstGeom>
        </p:spPr>
      </p:pic>
      <p:pic>
        <p:nvPicPr>
          <p:cNvPr id="457" name="Picture 456">
            <a:extLst>
              <a:ext uri="{FF2B5EF4-FFF2-40B4-BE49-F238E27FC236}">
                <a16:creationId xmlns:a16="http://schemas.microsoft.com/office/drawing/2014/main" id="{D90DF66E-5D09-9434-1049-512E2E58C0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6881283" y="2358559"/>
            <a:ext cx="241722" cy="239016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DFCF74A3-67B9-6DCE-DD5C-2709AE9FB1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083214" y="2610019"/>
            <a:ext cx="241722" cy="239016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BA263091-F9B3-7823-5EF9-ED805A0169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7372774" y="2686219"/>
            <a:ext cx="241722" cy="239016"/>
          </a:xfrm>
          <a:prstGeom prst="rect">
            <a:avLst/>
          </a:prstGeom>
        </p:spPr>
      </p:pic>
      <p:pic>
        <p:nvPicPr>
          <p:cNvPr id="460" name="Picture 459">
            <a:extLst>
              <a:ext uri="{FF2B5EF4-FFF2-40B4-BE49-F238E27FC236}">
                <a16:creationId xmlns:a16="http://schemas.microsoft.com/office/drawing/2014/main" id="{DF62C5B3-17AE-0323-3D6F-A813973870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7534064" y="2947839"/>
            <a:ext cx="241722" cy="239016"/>
          </a:xfrm>
          <a:prstGeom prst="rect">
            <a:avLst/>
          </a:prstGeom>
        </p:spPr>
      </p:pic>
      <p:pic>
        <p:nvPicPr>
          <p:cNvPr id="461" name="Picture 460">
            <a:extLst>
              <a:ext uri="{FF2B5EF4-FFF2-40B4-BE49-F238E27FC236}">
                <a16:creationId xmlns:a16="http://schemas.microsoft.com/office/drawing/2014/main" id="{81A5033C-DBCD-499E-0F96-37FF78B50D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772824" y="2690028"/>
            <a:ext cx="241722" cy="239016"/>
          </a:xfrm>
          <a:prstGeom prst="rect">
            <a:avLst/>
          </a:prstGeom>
        </p:spPr>
      </p:pic>
      <p:pic>
        <p:nvPicPr>
          <p:cNvPr id="462" name="Picture 461">
            <a:extLst>
              <a:ext uri="{FF2B5EF4-FFF2-40B4-BE49-F238E27FC236}">
                <a16:creationId xmlns:a16="http://schemas.microsoft.com/office/drawing/2014/main" id="{DE3E2F35-A1A5-2904-5CF3-CC1EA703DD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6782224" y="2659549"/>
            <a:ext cx="241722" cy="239016"/>
          </a:xfrm>
          <a:prstGeom prst="rect">
            <a:avLst/>
          </a:prstGeom>
        </p:spPr>
      </p:pic>
      <p:pic>
        <p:nvPicPr>
          <p:cNvPr id="463" name="Picture 462">
            <a:extLst>
              <a:ext uri="{FF2B5EF4-FFF2-40B4-BE49-F238E27FC236}">
                <a16:creationId xmlns:a16="http://schemas.microsoft.com/office/drawing/2014/main" id="{BA7D78C7-2FD3-EB69-9D4B-5764958905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7635655" y="2446804"/>
            <a:ext cx="248037" cy="248036"/>
          </a:xfrm>
          <a:prstGeom prst="rect">
            <a:avLst/>
          </a:prstGeom>
        </p:spPr>
      </p:pic>
      <p:pic>
        <p:nvPicPr>
          <p:cNvPr id="464" name="Picture 463">
            <a:extLst>
              <a:ext uri="{FF2B5EF4-FFF2-40B4-BE49-F238E27FC236}">
                <a16:creationId xmlns:a16="http://schemas.microsoft.com/office/drawing/2014/main" id="{DA4AB1F1-F250-C6CD-00D0-7DC9A31DF6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6957483" y="2880528"/>
            <a:ext cx="241722" cy="239016"/>
          </a:xfrm>
          <a:prstGeom prst="rect">
            <a:avLst/>
          </a:prstGeom>
        </p:spPr>
      </p:pic>
      <p:pic>
        <p:nvPicPr>
          <p:cNvPr id="465" name="Picture 464">
            <a:extLst>
              <a:ext uri="{FF2B5EF4-FFF2-40B4-BE49-F238E27FC236}">
                <a16:creationId xmlns:a16="http://schemas.microsoft.com/office/drawing/2014/main" id="{D58C5134-6C68-4F82-8FF8-F454EAB30C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227995" y="2991019"/>
            <a:ext cx="241722" cy="239016"/>
          </a:xfrm>
          <a:prstGeom prst="rect">
            <a:avLst/>
          </a:prstGeom>
        </p:spPr>
      </p:pic>
      <p:pic>
        <p:nvPicPr>
          <p:cNvPr id="466" name="Picture 465">
            <a:extLst>
              <a:ext uri="{FF2B5EF4-FFF2-40B4-BE49-F238E27FC236}">
                <a16:creationId xmlns:a16="http://schemas.microsoft.com/office/drawing/2014/main" id="{AFFD0F93-2EFB-4FF0-616C-45A25A8953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8533871" y="2699705"/>
            <a:ext cx="241722" cy="239016"/>
          </a:xfrm>
          <a:prstGeom prst="rect">
            <a:avLst/>
          </a:prstGeom>
        </p:spPr>
      </p:pic>
      <p:pic>
        <p:nvPicPr>
          <p:cNvPr id="467" name="Picture 466">
            <a:extLst>
              <a:ext uri="{FF2B5EF4-FFF2-40B4-BE49-F238E27FC236}">
                <a16:creationId xmlns:a16="http://schemas.microsoft.com/office/drawing/2014/main" id="{08D1F69C-A1BA-8AD9-296E-A1AD61833E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8985665" y="2610635"/>
            <a:ext cx="248037" cy="248036"/>
          </a:xfrm>
          <a:prstGeom prst="rect">
            <a:avLst/>
          </a:prstGeom>
        </p:spPr>
      </p:pic>
      <p:pic>
        <p:nvPicPr>
          <p:cNvPr id="468" name="Picture 467">
            <a:extLst>
              <a:ext uri="{FF2B5EF4-FFF2-40B4-BE49-F238E27FC236}">
                <a16:creationId xmlns:a16="http://schemas.microsoft.com/office/drawing/2014/main" id="{01740A27-5D65-EBB8-9165-BA6B11DFD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8837083" y="2924977"/>
            <a:ext cx="241722" cy="239016"/>
          </a:xfrm>
          <a:prstGeom prst="rect">
            <a:avLst/>
          </a:prstGeom>
        </p:spPr>
      </p:pic>
      <p:pic>
        <p:nvPicPr>
          <p:cNvPr id="469" name="Picture 468">
            <a:extLst>
              <a:ext uri="{FF2B5EF4-FFF2-40B4-BE49-F238E27FC236}">
                <a16:creationId xmlns:a16="http://schemas.microsoft.com/office/drawing/2014/main" id="{8238221A-85ED-C373-19D4-4125FA7252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9403099" y="2588823"/>
            <a:ext cx="248037" cy="248036"/>
          </a:xfrm>
          <a:prstGeom prst="rect">
            <a:avLst/>
          </a:prstGeom>
        </p:spPr>
      </p:pic>
      <p:pic>
        <p:nvPicPr>
          <p:cNvPr id="470" name="Picture 469">
            <a:extLst>
              <a:ext uri="{FF2B5EF4-FFF2-40B4-BE49-F238E27FC236}">
                <a16:creationId xmlns:a16="http://schemas.microsoft.com/office/drawing/2014/main" id="{5A6BB3A1-33F6-9046-E16B-AF8393D7F6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9218075" y="2948453"/>
            <a:ext cx="248037" cy="248036"/>
          </a:xfrm>
          <a:prstGeom prst="rect">
            <a:avLst/>
          </a:prstGeom>
        </p:spPr>
      </p:pic>
      <p:pic>
        <p:nvPicPr>
          <p:cNvPr id="471" name="Picture 470">
            <a:extLst>
              <a:ext uri="{FF2B5EF4-FFF2-40B4-BE49-F238E27FC236}">
                <a16:creationId xmlns:a16="http://schemas.microsoft.com/office/drawing/2014/main" id="{96AAD098-96AD-EB74-C885-A016D2803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6798830" y="4343274"/>
            <a:ext cx="389179" cy="399803"/>
          </a:xfrm>
          <a:prstGeom prst="rect">
            <a:avLst/>
          </a:prstGeom>
        </p:spPr>
      </p:pic>
      <p:pic>
        <p:nvPicPr>
          <p:cNvPr id="472" name="Picture 471">
            <a:extLst>
              <a:ext uri="{FF2B5EF4-FFF2-40B4-BE49-F238E27FC236}">
                <a16:creationId xmlns:a16="http://schemas.microsoft.com/office/drawing/2014/main" id="{13C97CD6-6F74-CDC2-21F9-3AD35C3AC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5128440" y="4313802"/>
            <a:ext cx="389179" cy="399803"/>
          </a:xfrm>
          <a:prstGeom prst="rect">
            <a:avLst/>
          </a:prstGeom>
        </p:spPr>
      </p:pic>
      <p:pic>
        <p:nvPicPr>
          <p:cNvPr id="473" name="Picture 472">
            <a:extLst>
              <a:ext uri="{FF2B5EF4-FFF2-40B4-BE49-F238E27FC236}">
                <a16:creationId xmlns:a16="http://schemas.microsoft.com/office/drawing/2014/main" id="{FAB9EBA4-95F9-14D0-2273-F9466B3AC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522448" y="4518053"/>
            <a:ext cx="389179" cy="399803"/>
          </a:xfrm>
          <a:prstGeom prst="rect">
            <a:avLst/>
          </a:prstGeom>
        </p:spPr>
      </p:pic>
      <p:pic>
        <p:nvPicPr>
          <p:cNvPr id="474" name="Picture 473">
            <a:extLst>
              <a:ext uri="{FF2B5EF4-FFF2-40B4-BE49-F238E27FC236}">
                <a16:creationId xmlns:a16="http://schemas.microsoft.com/office/drawing/2014/main" id="{65C51449-DDAD-F524-BE01-90C58A8002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5652639" y="3920289"/>
            <a:ext cx="389179" cy="399803"/>
          </a:xfrm>
          <a:prstGeom prst="rect">
            <a:avLst/>
          </a:prstGeom>
        </p:spPr>
      </p:pic>
      <p:pic>
        <p:nvPicPr>
          <p:cNvPr id="475" name="Picture 474">
            <a:extLst>
              <a:ext uri="{FF2B5EF4-FFF2-40B4-BE49-F238E27FC236}">
                <a16:creationId xmlns:a16="http://schemas.microsoft.com/office/drawing/2014/main" id="{DF544547-0402-8781-210E-9860A2D321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5252296" y="3904720"/>
            <a:ext cx="332294" cy="328574"/>
          </a:xfrm>
          <a:prstGeom prst="rect">
            <a:avLst/>
          </a:prstGeom>
        </p:spPr>
      </p:pic>
      <p:pic>
        <p:nvPicPr>
          <p:cNvPr id="476" name="Picture 475">
            <a:extLst>
              <a:ext uri="{FF2B5EF4-FFF2-40B4-BE49-F238E27FC236}">
                <a16:creationId xmlns:a16="http://schemas.microsoft.com/office/drawing/2014/main" id="{CB4C96BF-5FAC-81D7-ACC0-B5641B9A2B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5868537" y="4240142"/>
            <a:ext cx="389179" cy="399803"/>
          </a:xfrm>
          <a:prstGeom prst="rect">
            <a:avLst/>
          </a:prstGeom>
        </p:spPr>
      </p:pic>
      <p:pic>
        <p:nvPicPr>
          <p:cNvPr id="477" name="Picture 476">
            <a:extLst>
              <a:ext uri="{FF2B5EF4-FFF2-40B4-BE49-F238E27FC236}">
                <a16:creationId xmlns:a16="http://schemas.microsoft.com/office/drawing/2014/main" id="{176C5A87-B0DA-CC46-A9C4-1684F222B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6849695" y="3909912"/>
            <a:ext cx="389179" cy="399803"/>
          </a:xfrm>
          <a:prstGeom prst="rect">
            <a:avLst/>
          </a:prstGeom>
        </p:spPr>
      </p:pic>
      <p:pic>
        <p:nvPicPr>
          <p:cNvPr id="478" name="Picture 477">
            <a:extLst>
              <a:ext uri="{FF2B5EF4-FFF2-40B4-BE49-F238E27FC236}">
                <a16:creationId xmlns:a16="http://schemas.microsoft.com/office/drawing/2014/main" id="{0D769DE1-D95E-9D91-20F2-5B552394D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7185839" y="4161402"/>
            <a:ext cx="389179" cy="399803"/>
          </a:xfrm>
          <a:prstGeom prst="rect">
            <a:avLst/>
          </a:prstGeom>
        </p:spPr>
      </p:pic>
      <p:pic>
        <p:nvPicPr>
          <p:cNvPr id="479" name="Picture 478">
            <a:extLst>
              <a:ext uri="{FF2B5EF4-FFF2-40B4-BE49-F238E27FC236}">
                <a16:creationId xmlns:a16="http://schemas.microsoft.com/office/drawing/2014/main" id="{42201D04-EE4D-C890-D9A1-76730B4C5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592" y="4560445"/>
            <a:ext cx="389179" cy="399803"/>
          </a:xfrm>
          <a:prstGeom prst="rect">
            <a:avLst/>
          </a:prstGeom>
        </p:spPr>
      </p:pic>
      <p:pic>
        <p:nvPicPr>
          <p:cNvPr id="480" name="Picture 479">
            <a:extLst>
              <a:ext uri="{FF2B5EF4-FFF2-40B4-BE49-F238E27FC236}">
                <a16:creationId xmlns:a16="http://schemas.microsoft.com/office/drawing/2014/main" id="{56D3C942-9E6D-9043-85F5-CD14752A7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7583038" y="4327771"/>
            <a:ext cx="389179" cy="399803"/>
          </a:xfrm>
          <a:prstGeom prst="rect">
            <a:avLst/>
          </a:prstGeom>
        </p:spPr>
      </p:pic>
      <p:pic>
        <p:nvPicPr>
          <p:cNvPr id="481" name="Picture 480">
            <a:extLst>
              <a:ext uri="{FF2B5EF4-FFF2-40B4-BE49-F238E27FC236}">
                <a16:creationId xmlns:a16="http://schemas.microsoft.com/office/drawing/2014/main" id="{A32FCA59-B6EB-EC74-5EA1-CDBBD006A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8686982" y="4485252"/>
            <a:ext cx="389179" cy="399803"/>
          </a:xfrm>
          <a:prstGeom prst="rect">
            <a:avLst/>
          </a:prstGeom>
        </p:spPr>
      </p:pic>
      <p:pic>
        <p:nvPicPr>
          <p:cNvPr id="482" name="Picture 481">
            <a:extLst>
              <a:ext uri="{FF2B5EF4-FFF2-40B4-BE49-F238E27FC236}">
                <a16:creationId xmlns:a16="http://schemas.microsoft.com/office/drawing/2014/main" id="{DF9583B3-F92C-A44C-FEAB-2CBE957F6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9136369" y="4489152"/>
            <a:ext cx="389179" cy="399803"/>
          </a:xfrm>
          <a:prstGeom prst="rect">
            <a:avLst/>
          </a:prstGeom>
        </p:spPr>
      </p:pic>
      <p:pic>
        <p:nvPicPr>
          <p:cNvPr id="483" name="Picture 482">
            <a:extLst>
              <a:ext uri="{FF2B5EF4-FFF2-40B4-BE49-F238E27FC236}">
                <a16:creationId xmlns:a16="http://schemas.microsoft.com/office/drawing/2014/main" id="{1E71F1FF-B585-1CE7-E07E-B210B48B57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9306975" y="4088049"/>
            <a:ext cx="340975" cy="340974"/>
          </a:xfrm>
          <a:prstGeom prst="rect">
            <a:avLst/>
          </a:prstGeom>
        </p:spPr>
      </p:pic>
      <p:pic>
        <p:nvPicPr>
          <p:cNvPr id="484" name="Picture 483">
            <a:extLst>
              <a:ext uri="{FF2B5EF4-FFF2-40B4-BE49-F238E27FC236}">
                <a16:creationId xmlns:a16="http://schemas.microsoft.com/office/drawing/2014/main" id="{7B510BB6-B8DF-503F-6F11-006CA61E4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8826680" y="4115683"/>
            <a:ext cx="389179" cy="399803"/>
          </a:xfrm>
          <a:prstGeom prst="rect">
            <a:avLst/>
          </a:prstGeom>
        </p:spPr>
      </p:pic>
      <p:pic>
        <p:nvPicPr>
          <p:cNvPr id="485" name="Picture 484">
            <a:extLst>
              <a:ext uri="{FF2B5EF4-FFF2-40B4-BE49-F238E27FC236}">
                <a16:creationId xmlns:a16="http://schemas.microsoft.com/office/drawing/2014/main" id="{4CA7BB83-3330-66F3-7C95-69B12497D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8418047" y="4208172"/>
            <a:ext cx="389179" cy="399803"/>
          </a:xfrm>
          <a:prstGeom prst="rect">
            <a:avLst/>
          </a:prstGeom>
        </p:spPr>
      </p:pic>
      <p:grpSp>
        <p:nvGrpSpPr>
          <p:cNvPr id="486" name="Group 485">
            <a:extLst>
              <a:ext uri="{FF2B5EF4-FFF2-40B4-BE49-F238E27FC236}">
                <a16:creationId xmlns:a16="http://schemas.microsoft.com/office/drawing/2014/main" id="{7030B494-27A3-C5B5-B393-F886EB7BC490}"/>
              </a:ext>
            </a:extLst>
          </p:cNvPr>
          <p:cNvGrpSpPr/>
          <p:nvPr/>
        </p:nvGrpSpPr>
        <p:grpSpPr>
          <a:xfrm>
            <a:off x="5050422" y="5310212"/>
            <a:ext cx="4778594" cy="307777"/>
            <a:chOff x="101128" y="5310212"/>
            <a:chExt cx="4778594" cy="307777"/>
          </a:xfrm>
        </p:grpSpPr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FF13D483-124E-DA18-02F6-6BC8DB0C4B85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07063D0A-8B6A-1D77-B989-CC30DEFD3533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C829B6ED-C761-8474-7D06-E284FE249F2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89007034-EF51-97DD-3114-0690AFCFC7FB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FC63B7EF-0E17-8D1D-7A2F-643293890429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B665A3CE-B10C-23F2-ADFB-A64FE8C2A885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46594FA4-4924-2359-A217-B8D73AD65812}"/>
              </a:ext>
            </a:extLst>
          </p:cNvPr>
          <p:cNvGrpSpPr/>
          <p:nvPr/>
        </p:nvGrpSpPr>
        <p:grpSpPr>
          <a:xfrm>
            <a:off x="5147958" y="6077700"/>
            <a:ext cx="1723535" cy="307777"/>
            <a:chOff x="101128" y="5855042"/>
            <a:chExt cx="1723535" cy="307777"/>
          </a:xfrm>
        </p:grpSpPr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140EFBB5-27AD-173F-7C44-20ED68F2265D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12CC324F-F14E-1CB7-2186-D3DF3946BCA7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ABE87A2B-BB65-1714-F3BB-A6868B1F2D37}"/>
              </a:ext>
            </a:extLst>
          </p:cNvPr>
          <p:cNvGrpSpPr/>
          <p:nvPr/>
        </p:nvGrpSpPr>
        <p:grpSpPr>
          <a:xfrm>
            <a:off x="7573404" y="6077700"/>
            <a:ext cx="2124286" cy="307777"/>
            <a:chOff x="1788958" y="5855042"/>
            <a:chExt cx="2124286" cy="307777"/>
          </a:xfrm>
        </p:grpSpPr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BDD2F02A-4107-1AC1-F4AF-333E2D828DA0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446EA889-680A-C9FF-97EE-A40A2B5A7FF9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499" name="TextBox 498">
            <a:extLst>
              <a:ext uri="{FF2B5EF4-FFF2-40B4-BE49-F238E27FC236}">
                <a16:creationId xmlns:a16="http://schemas.microsoft.com/office/drawing/2014/main" id="{BA1EDAD4-CEC6-EC4E-1F25-775D182D35A8}"/>
              </a:ext>
            </a:extLst>
          </p:cNvPr>
          <p:cNvSpPr txBox="1"/>
          <p:nvPr/>
        </p:nvSpPr>
        <p:spPr>
          <a:xfrm>
            <a:off x="5328977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AD9BD41A-0EB3-808C-6DD1-CFA865FAC94F}"/>
              </a:ext>
            </a:extLst>
          </p:cNvPr>
          <p:cNvGrpSpPr/>
          <p:nvPr/>
        </p:nvGrpSpPr>
        <p:grpSpPr>
          <a:xfrm>
            <a:off x="5147958" y="6476834"/>
            <a:ext cx="1896659" cy="307777"/>
            <a:chOff x="101128" y="5855042"/>
            <a:chExt cx="1896659" cy="307777"/>
          </a:xfrm>
        </p:grpSpPr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B82D3114-A748-AD19-C84C-48A2AF6F602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49B7AE4A-B2B9-661A-224C-E0B09C4783A9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D0A86B62-1531-A754-14AA-2FBA7575F083}"/>
              </a:ext>
            </a:extLst>
          </p:cNvPr>
          <p:cNvGrpSpPr/>
          <p:nvPr/>
        </p:nvGrpSpPr>
        <p:grpSpPr>
          <a:xfrm>
            <a:off x="7573404" y="6476834"/>
            <a:ext cx="2169170" cy="307777"/>
            <a:chOff x="1788958" y="5855042"/>
            <a:chExt cx="2169170" cy="307777"/>
          </a:xfrm>
        </p:grpSpPr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3601F2DD-4339-03E8-478E-6EACA8F696F4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4A5FF1C8-82F9-2E5F-1DD0-F0E2A361141D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59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10611</TotalTime>
  <Words>2176</Words>
  <Application>Microsoft Office PowerPoint</Application>
  <PresentationFormat>A4 Paper (210x297 mm)</PresentationFormat>
  <Paragraphs>486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Berlin Sans FB Demi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2024-10-24T10:08:27Z</dcterms:modified>
</cp:coreProperties>
</file>