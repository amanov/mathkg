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0" r:id="rId2"/>
    <p:sldId id="281" r:id="rId3"/>
    <p:sldId id="835" r:id="rId4"/>
    <p:sldId id="939" r:id="rId5"/>
    <p:sldId id="833" r:id="rId6"/>
    <p:sldId id="834" r:id="rId7"/>
    <p:sldId id="942" r:id="rId8"/>
  </p:sldIdLst>
  <p:sldSz cx="9906000" cy="6858000" type="A4"/>
  <p:notesSz cx="7104063" cy="10234613"/>
  <p:embeddedFontLst>
    <p:embeddedFont>
      <p:font typeface="Verdana" panose="020B0604030504040204" pitchFamily="34" charset="0"/>
      <p:regular r:id="rId10"/>
      <p:bold r:id="rId11"/>
      <p:italic r:id="rId12"/>
      <p:boldItalic r:id="rId1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04/05/2024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8863" y="1281113"/>
            <a:ext cx="4986337" cy="3452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6" tIns="47318" rIns="94636" bIns="4731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9"/>
            <a:ext cx="5683250" cy="4029878"/>
          </a:xfrm>
          <a:prstGeom prst="rect">
            <a:avLst/>
          </a:prstGeom>
        </p:spPr>
        <p:txBody>
          <a:bodyPr vert="horz" lIns="94636" tIns="47318" rIns="94636" bIns="4731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5/4/2024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0083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 Сандуу Ондуктар – К</a:t>
            </a: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емит</a:t>
            </a:r>
            <a:r>
              <a:rPr lang="ky-KG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үү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Тарсиа Курак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даярдаоган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46777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128114"/>
            <a:ext cx="35468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1. 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Үч бурчтуктарды бөлүп кесип алгыла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2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Көнүгүүлөр топтомун чыгаргыла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3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92CADFB-A065-D012-E13F-92BF3F8E05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7A2CD8-57B9-7D3C-2FAC-90608D095E98}"/>
              </a:ext>
            </a:extLst>
          </p:cNvPr>
          <p:cNvSpPr txBox="1"/>
          <p:nvPr/>
        </p:nvSpPr>
        <p:spPr>
          <a:xfrm>
            <a:off x="588816" y="3113031"/>
            <a:ext cx="37905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Сиз баш катырманы 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7198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78A68BC-1233-460D-8CDD-56BE4C52E89D}"/>
              </a:ext>
            </a:extLst>
          </p:cNvPr>
          <p:cNvGrpSpPr/>
          <p:nvPr/>
        </p:nvGrpSpPr>
        <p:grpSpPr>
          <a:xfrm>
            <a:off x="0" y="0"/>
            <a:ext cx="9906000" cy="6858000"/>
            <a:chOff x="0" y="0"/>
            <a:chExt cx="9906000" cy="685800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DA9EEBC7-DE9F-4B47-BD9E-9EE2E2ACD4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4967502" cy="68580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F463EFB-C834-42E6-B3E0-6326996CE8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14768" y="0"/>
              <a:ext cx="4991232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82219D42-1D1C-4B5E-BC17-5FB37D763F41}"/>
              </a:ext>
            </a:extLst>
          </p:cNvPr>
          <p:cNvGrpSpPr/>
          <p:nvPr/>
        </p:nvGrpSpPr>
        <p:grpSpPr>
          <a:xfrm rot="16200000">
            <a:off x="-1056640" y="1056640"/>
            <a:ext cx="6868160" cy="4754880"/>
            <a:chOff x="0" y="0"/>
            <a:chExt cx="990600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FF35F92-58DB-4A23-AF55-EA7D7F10B7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67502" cy="6858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250F041-D6E1-44F1-9CB2-CFB705C43C3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14768" y="0"/>
              <a:ext cx="4991232" cy="68580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034BDE0-4FA2-4F57-9C76-18C49D9ADF9A}"/>
              </a:ext>
            </a:extLst>
          </p:cNvPr>
          <p:cNvGrpSpPr/>
          <p:nvPr/>
        </p:nvGrpSpPr>
        <p:grpSpPr>
          <a:xfrm rot="16200000">
            <a:off x="4094480" y="1056640"/>
            <a:ext cx="6868160" cy="4754880"/>
            <a:chOff x="0" y="0"/>
            <a:chExt cx="9906000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40E5589-4CFD-489E-85CC-1C8C3FBDA8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67502" cy="6858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66CB20A-008B-4187-9A2D-D309B4BAC38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14768" y="0"/>
              <a:ext cx="4991232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3E8CDEA-81CF-4732-BA34-5EA04EA1E892}"/>
              </a:ext>
            </a:extLst>
          </p:cNvPr>
          <p:cNvGrpSpPr/>
          <p:nvPr/>
        </p:nvGrpSpPr>
        <p:grpSpPr>
          <a:xfrm>
            <a:off x="1960881" y="-11051"/>
            <a:ext cx="7945120" cy="6869051"/>
            <a:chOff x="1591408" y="813462"/>
            <a:chExt cx="6991443" cy="604453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2EF67B2-50B0-4699-8C82-8062ECE1E6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86246" y="813462"/>
              <a:ext cx="3541273" cy="3028776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BB999FD-DD2C-4899-96D5-BC2C6F343C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91408" y="3826126"/>
              <a:ext cx="6991443" cy="3031874"/>
            </a:xfrm>
            <a:prstGeom prst="rect">
              <a:avLst/>
            </a:prstGeom>
          </p:spPr>
        </p:pic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389A875E-2905-50F6-9A2A-4DFD456FED03}"/>
              </a:ext>
            </a:extLst>
          </p:cNvPr>
          <p:cNvSpPr/>
          <p:nvPr/>
        </p:nvSpPr>
        <p:spPr>
          <a:xfrm>
            <a:off x="403327" y="255539"/>
            <a:ext cx="3510075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8374</TotalTime>
  <Words>151</Words>
  <Application>Microsoft Office PowerPoint</Application>
  <PresentationFormat>A4 Paper (210x297 mm)</PresentationFormat>
  <Paragraphs>34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 Light</vt:lpstr>
      <vt:lpstr>Verdana</vt:lpstr>
      <vt:lpstr>Calibri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358</cp:revision>
  <cp:lastPrinted>2019-05-06T03:10:07Z</cp:lastPrinted>
  <dcterms:created xsi:type="dcterms:W3CDTF">2017-01-17T16:57:04Z</dcterms:created>
  <dcterms:modified xsi:type="dcterms:W3CDTF">2024-05-04T07:29:44Z</dcterms:modified>
</cp:coreProperties>
</file>