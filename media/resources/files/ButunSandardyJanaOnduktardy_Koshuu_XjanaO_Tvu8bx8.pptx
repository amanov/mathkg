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7" r:id="rId2"/>
    <p:sldId id="948" r:id="rId3"/>
    <p:sldId id="943" r:id="rId4"/>
    <p:sldId id="941" r:id="rId5"/>
    <p:sldId id="946" r:id="rId6"/>
    <p:sldId id="949" r:id="rId7"/>
  </p:sldIdLst>
  <p:sldSz cx="9906000" cy="6858000" type="A4"/>
  <p:notesSz cx="6669088" cy="9926638"/>
  <p:embeddedFontLst>
    <p:embeddedFont>
      <p:font typeface="Comic Sans MS" panose="030F0702030302020204" pitchFamily="66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23FC69DB-E2C3-459F-AF24-54A41796DE8D}">
          <p14:sldIdLst>
            <p14:sldId id="947"/>
          </p14:sldIdLst>
        </p14:section>
        <p14:section name="Титулдук слайд" id="{4526232E-BE25-4629-85A8-49CC3B4A2D28}">
          <p14:sldIdLst>
            <p14:sldId id="948"/>
          </p14:sldIdLst>
        </p14:section>
        <p14:section name="Оюн" id="{197FF5E7-57A8-40D7-8FA0-8A089C366947}">
          <p14:sldIdLst>
            <p14:sldId id="943"/>
          </p14:sldIdLst>
        </p14:section>
        <p14:section name="Жооп баракчасы" id="{411D3605-D9E8-4479-810F-9FCE82E3AFDB}">
          <p14:sldIdLst>
            <p14:sldId id="941"/>
          </p14:sldIdLst>
        </p14:section>
        <p14:section name="Чыгарып таратуу үчүн" id="{627A7875-ACBC-4333-B580-4A1285613FDF}">
          <p14:sldIdLst>
            <p14:sldId id="946"/>
          </p14:sldIdLst>
        </p14:section>
        <p14:section name="Кайьарым байланыш" id="{AB07A4C2-769B-44EC-86CC-DF7BF6CEE6B9}">
          <p14:sldIdLst>
            <p14:sldId id="9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3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27/08/2024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Ондуктар – бүтүн сандар менен – кошуу</a:t>
            </a:r>
            <a:r>
              <a:rPr lang="en-US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барагы жана таратма материалдар бар.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Туура жооп берген командага жараша «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X»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«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O»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7B125FC-EF16-674C-CC56-D5D7C6AF970B}"/>
              </a:ext>
            </a:extLst>
          </p:cNvPr>
          <p:cNvSpPr txBox="1">
            <a:spLocks/>
          </p:cNvSpPr>
          <p:nvPr/>
        </p:nvSpPr>
        <p:spPr>
          <a:xfrm>
            <a:off x="0" y="-3048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40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377664"/>
            <a:ext cx="6751875" cy="4480335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DE2B6BB-3168-A74F-3E7D-F71288AA683F}"/>
              </a:ext>
            </a:extLst>
          </p:cNvPr>
          <p:cNvSpPr txBox="1"/>
          <p:nvPr/>
        </p:nvSpPr>
        <p:spPr>
          <a:xfrm>
            <a:off x="1934698" y="76590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Х жана О 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1934698" y="1057850"/>
            <a:ext cx="541847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Ондук жана бүтүн 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сандарды кошуу</a:t>
            </a: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4325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Oval 62">
            <a:extLst>
              <a:ext uri="{FF2B5EF4-FFF2-40B4-BE49-F238E27FC236}">
                <a16:creationId xmlns:a16="http://schemas.microsoft.com/office/drawing/2014/main" id="{0F6967AF-3707-4D4D-8D06-6DBB712AEFBA}"/>
              </a:ext>
            </a:extLst>
          </p:cNvPr>
          <p:cNvSpPr/>
          <p:nvPr/>
        </p:nvSpPr>
        <p:spPr>
          <a:xfrm>
            <a:off x="238539" y="811033"/>
            <a:ext cx="1089330" cy="69176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6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8A76EA21-603C-412A-A147-4BCA2D755841}"/>
              </a:ext>
            </a:extLst>
          </p:cNvPr>
          <p:cNvSpPr/>
          <p:nvPr/>
        </p:nvSpPr>
        <p:spPr>
          <a:xfrm>
            <a:off x="1455088" y="421419"/>
            <a:ext cx="1089330" cy="69176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0,4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F6F965CC-0EE3-456E-A4E2-398BAF81FE1B}"/>
              </a:ext>
            </a:extLst>
          </p:cNvPr>
          <p:cNvSpPr/>
          <p:nvPr/>
        </p:nvSpPr>
        <p:spPr>
          <a:xfrm>
            <a:off x="1550504" y="1415332"/>
            <a:ext cx="1526650" cy="69176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1,12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0D6B41B-D252-4F22-8CF7-3A8B89321B85}"/>
              </a:ext>
            </a:extLst>
          </p:cNvPr>
          <p:cNvSpPr/>
          <p:nvPr/>
        </p:nvSpPr>
        <p:spPr>
          <a:xfrm>
            <a:off x="8666921" y="3673502"/>
            <a:ext cx="1089330" cy="69176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3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08FDD662-02C1-4E26-B515-5F1F432E393F}"/>
              </a:ext>
            </a:extLst>
          </p:cNvPr>
          <p:cNvSpPr/>
          <p:nvPr/>
        </p:nvSpPr>
        <p:spPr>
          <a:xfrm>
            <a:off x="7426518" y="2735248"/>
            <a:ext cx="1089330" cy="69176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2,4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FDCA3C7B-964A-405B-ACB4-442ABF43E003}"/>
              </a:ext>
            </a:extLst>
          </p:cNvPr>
          <p:cNvSpPr/>
          <p:nvPr/>
        </p:nvSpPr>
        <p:spPr>
          <a:xfrm>
            <a:off x="6901732" y="3586037"/>
            <a:ext cx="1526650" cy="69176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5,50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922E81BC-6842-4F8C-B51C-FDAA6F05B81F}"/>
              </a:ext>
            </a:extLst>
          </p:cNvPr>
          <p:cNvSpPr/>
          <p:nvPr/>
        </p:nvSpPr>
        <p:spPr>
          <a:xfrm>
            <a:off x="8038769" y="1423283"/>
            <a:ext cx="1089330" cy="69176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3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CC4D15F2-374F-4E39-B192-3781B82E20EE}"/>
              </a:ext>
            </a:extLst>
          </p:cNvPr>
          <p:cNvSpPr/>
          <p:nvPr/>
        </p:nvSpPr>
        <p:spPr>
          <a:xfrm>
            <a:off x="8722580" y="644055"/>
            <a:ext cx="1089330" cy="69176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0,7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553FA4CD-8C3D-411E-A559-F73CFAE2B9EF}"/>
              </a:ext>
            </a:extLst>
          </p:cNvPr>
          <p:cNvSpPr/>
          <p:nvPr/>
        </p:nvSpPr>
        <p:spPr>
          <a:xfrm>
            <a:off x="6806316" y="707667"/>
            <a:ext cx="1526650" cy="69176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2,12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88136E23-C92E-44D5-954D-7BF18EEF61AB}"/>
              </a:ext>
            </a:extLst>
          </p:cNvPr>
          <p:cNvSpPr/>
          <p:nvPr/>
        </p:nvSpPr>
        <p:spPr>
          <a:xfrm>
            <a:off x="1948070" y="3681453"/>
            <a:ext cx="1089330" cy="69176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4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FE27AAA5-0756-44DA-9BA7-8EFC34F87FB7}"/>
              </a:ext>
            </a:extLst>
          </p:cNvPr>
          <p:cNvSpPr/>
          <p:nvPr/>
        </p:nvSpPr>
        <p:spPr>
          <a:xfrm>
            <a:off x="1653871" y="2886322"/>
            <a:ext cx="1089330" cy="69176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4,8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DFF8BF90-8AB5-492F-BD9A-907BDE5E9E40}"/>
              </a:ext>
            </a:extLst>
          </p:cNvPr>
          <p:cNvSpPr/>
          <p:nvPr/>
        </p:nvSpPr>
        <p:spPr>
          <a:xfrm>
            <a:off x="95416" y="3427011"/>
            <a:ext cx="1526650" cy="69176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0,31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41CB015-2C13-48C5-9748-6EDBCAD1E160}"/>
              </a:ext>
            </a:extLst>
          </p:cNvPr>
          <p:cNvSpPr/>
          <p:nvPr/>
        </p:nvSpPr>
        <p:spPr>
          <a:xfrm>
            <a:off x="3738439" y="5249185"/>
            <a:ext cx="1089330" cy="69176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4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9D024EAD-4680-4D17-ACD6-6F906D2458CF}"/>
              </a:ext>
            </a:extLst>
          </p:cNvPr>
          <p:cNvSpPr/>
          <p:nvPr/>
        </p:nvSpPr>
        <p:spPr>
          <a:xfrm>
            <a:off x="5129916" y="5511576"/>
            <a:ext cx="1310640" cy="69176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2,14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DED235C6-DBFB-4E93-A36D-C3A343AFA94D}"/>
              </a:ext>
            </a:extLst>
          </p:cNvPr>
          <p:cNvSpPr/>
          <p:nvPr/>
        </p:nvSpPr>
        <p:spPr>
          <a:xfrm>
            <a:off x="3698683" y="6060218"/>
            <a:ext cx="1526650" cy="69176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1,09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48BCDC99-94EC-4D6F-BD2F-880B1330F3DF}"/>
              </a:ext>
            </a:extLst>
          </p:cNvPr>
          <p:cNvSpPr/>
          <p:nvPr/>
        </p:nvSpPr>
        <p:spPr>
          <a:xfrm>
            <a:off x="3579412" y="2895599"/>
            <a:ext cx="1089330" cy="69176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2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63EE6F21-6500-4950-A3AB-F63595CB9BFC}"/>
              </a:ext>
            </a:extLst>
          </p:cNvPr>
          <p:cNvSpPr/>
          <p:nvPr/>
        </p:nvSpPr>
        <p:spPr>
          <a:xfrm>
            <a:off x="5034501" y="3046673"/>
            <a:ext cx="1398104" cy="69176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2,61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4387804C-3F97-4C24-839E-CF7C6EEB1D74}"/>
              </a:ext>
            </a:extLst>
          </p:cNvPr>
          <p:cNvSpPr/>
          <p:nvPr/>
        </p:nvSpPr>
        <p:spPr>
          <a:xfrm>
            <a:off x="4088296" y="3730485"/>
            <a:ext cx="1231126" cy="69176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5,6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1B03FC88-C5B3-4949-BB3E-91026C7C071D}"/>
              </a:ext>
            </a:extLst>
          </p:cNvPr>
          <p:cNvSpPr/>
          <p:nvPr/>
        </p:nvSpPr>
        <p:spPr>
          <a:xfrm>
            <a:off x="7141597" y="5145816"/>
            <a:ext cx="1089330" cy="69176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2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8020F323-AF40-46EA-A3D6-7F1EF9577F43}"/>
              </a:ext>
            </a:extLst>
          </p:cNvPr>
          <p:cNvSpPr/>
          <p:nvPr/>
        </p:nvSpPr>
        <p:spPr>
          <a:xfrm>
            <a:off x="8636442" y="5583139"/>
            <a:ext cx="1089330" cy="69176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3,6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F9241190-8FB6-41CC-978D-AF988002A7D5}"/>
              </a:ext>
            </a:extLst>
          </p:cNvPr>
          <p:cNvSpPr/>
          <p:nvPr/>
        </p:nvSpPr>
        <p:spPr>
          <a:xfrm>
            <a:off x="6934863" y="6004558"/>
            <a:ext cx="1526650" cy="69176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2,57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F5D79423-0F21-495A-A7DE-78A326DA5515}"/>
              </a:ext>
            </a:extLst>
          </p:cNvPr>
          <p:cNvSpPr/>
          <p:nvPr/>
        </p:nvSpPr>
        <p:spPr>
          <a:xfrm>
            <a:off x="3579413" y="1424607"/>
            <a:ext cx="1089330" cy="69176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7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602C25D9-D139-41E2-A0CE-0EED581ED3E2}"/>
              </a:ext>
            </a:extLst>
          </p:cNvPr>
          <p:cNvSpPr/>
          <p:nvPr/>
        </p:nvSpPr>
        <p:spPr>
          <a:xfrm>
            <a:off x="4128052" y="422742"/>
            <a:ext cx="1278835" cy="69176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0,42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F9B4CF54-399A-4179-99F1-502D77CF3C07}"/>
              </a:ext>
            </a:extLst>
          </p:cNvPr>
          <p:cNvSpPr/>
          <p:nvPr/>
        </p:nvSpPr>
        <p:spPr>
          <a:xfrm>
            <a:off x="5161723" y="1178117"/>
            <a:ext cx="1167516" cy="69176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2,3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2F5484E4-8308-42A9-A21C-855F90E9D683}"/>
              </a:ext>
            </a:extLst>
          </p:cNvPr>
          <p:cNvSpPr/>
          <p:nvPr/>
        </p:nvSpPr>
        <p:spPr>
          <a:xfrm>
            <a:off x="885246" y="5035824"/>
            <a:ext cx="1089330" cy="69176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5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4FC8690C-EDEF-4DF5-A2BC-EF0DC096E17A}"/>
              </a:ext>
            </a:extLst>
          </p:cNvPr>
          <p:cNvSpPr/>
          <p:nvPr/>
        </p:nvSpPr>
        <p:spPr>
          <a:xfrm>
            <a:off x="1950720" y="5727587"/>
            <a:ext cx="1089330" cy="69176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2,7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20800695-7A15-4B69-9A30-34A716CBAD3B}"/>
              </a:ext>
            </a:extLst>
          </p:cNvPr>
          <p:cNvSpPr/>
          <p:nvPr/>
        </p:nvSpPr>
        <p:spPr>
          <a:xfrm>
            <a:off x="161678" y="5926370"/>
            <a:ext cx="1526650" cy="69176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3,08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B765147-59F9-4948-877B-A9EF3654E77B}"/>
              </a:ext>
            </a:extLst>
          </p:cNvPr>
          <p:cNvSpPr txBox="1"/>
          <p:nvPr/>
        </p:nvSpPr>
        <p:spPr>
          <a:xfrm>
            <a:off x="157702" y="1503308"/>
            <a:ext cx="4651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+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8726A07-3DF7-4B65-9BE9-B746259C144B}"/>
              </a:ext>
            </a:extLst>
          </p:cNvPr>
          <p:cNvSpPr txBox="1"/>
          <p:nvPr/>
        </p:nvSpPr>
        <p:spPr>
          <a:xfrm>
            <a:off x="3544958" y="636616"/>
            <a:ext cx="4651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+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1437979-FAE4-45F4-9663-DFEC1226AAF7}"/>
              </a:ext>
            </a:extLst>
          </p:cNvPr>
          <p:cNvSpPr txBox="1"/>
          <p:nvPr/>
        </p:nvSpPr>
        <p:spPr>
          <a:xfrm>
            <a:off x="7027630" y="1352234"/>
            <a:ext cx="4651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+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444E536-2045-44C4-B801-630B0AC8061E}"/>
              </a:ext>
            </a:extLst>
          </p:cNvPr>
          <p:cNvSpPr txBox="1"/>
          <p:nvPr/>
        </p:nvSpPr>
        <p:spPr>
          <a:xfrm>
            <a:off x="818987" y="2578061"/>
            <a:ext cx="4651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+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3B0B82D-1294-483E-B81F-68CF4E476F12}"/>
              </a:ext>
            </a:extLst>
          </p:cNvPr>
          <p:cNvSpPr txBox="1"/>
          <p:nvPr/>
        </p:nvSpPr>
        <p:spPr>
          <a:xfrm>
            <a:off x="5630851" y="3724374"/>
            <a:ext cx="4651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+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B99B8B8-2F59-408C-AE9A-C6AA490DBCE3}"/>
              </a:ext>
            </a:extLst>
          </p:cNvPr>
          <p:cNvSpPr txBox="1"/>
          <p:nvPr/>
        </p:nvSpPr>
        <p:spPr>
          <a:xfrm>
            <a:off x="8819324" y="2833828"/>
            <a:ext cx="4651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+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6B168AE-7435-4382-A77A-BA634D5F7870}"/>
              </a:ext>
            </a:extLst>
          </p:cNvPr>
          <p:cNvSpPr txBox="1"/>
          <p:nvPr/>
        </p:nvSpPr>
        <p:spPr>
          <a:xfrm>
            <a:off x="241191" y="5109227"/>
            <a:ext cx="4651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+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F4F1EB4-EB85-42BA-A9E1-BB7438C35FBC}"/>
              </a:ext>
            </a:extLst>
          </p:cNvPr>
          <p:cNvSpPr txBox="1"/>
          <p:nvPr/>
        </p:nvSpPr>
        <p:spPr>
          <a:xfrm>
            <a:off x="4830419" y="4705036"/>
            <a:ext cx="4651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+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EF0E244-10EC-4A7B-9D20-633AC6DBB9C1}"/>
              </a:ext>
            </a:extLst>
          </p:cNvPr>
          <p:cNvSpPr txBox="1"/>
          <p:nvPr/>
        </p:nvSpPr>
        <p:spPr>
          <a:xfrm>
            <a:off x="8314415" y="4857436"/>
            <a:ext cx="4651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+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19643" y="-29860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22496" y="-33156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2877" y="-43757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22692" y="2321441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3790" y="2312844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07307" y="4601523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47691" y="4578155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6077" y="4582111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21772" y="-23428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4370" y="2292931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08360" y="1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11726" y="2285877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7801" y="4585686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9508" y="4589392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3917" y="4562173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45353" y="-5581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55499" y="2279116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2413" y="2293384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626258" y="6484249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942D32-6997-4DE3-9FE6-08D2D9667135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274109" y="0"/>
            <a:ext cx="9357780" cy="649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818FEA3-1859-4DF0-B0CE-2F6C9C75606F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10510" y="0"/>
            <a:ext cx="4821535" cy="33450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DFCF6E3-0FE3-445D-8992-6D4AD0ADB4DE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5084465" y="0"/>
            <a:ext cx="4821535" cy="33450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5AA5031-3A0F-401D-A6CB-5CA383208A47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10510" y="3512917"/>
            <a:ext cx="4821535" cy="33450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FBF075-0E95-414A-9D20-B6E8B139A8C2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5084465" y="3512917"/>
            <a:ext cx="4821535" cy="3345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4210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8369</TotalTime>
  <Words>160</Words>
  <Application>Microsoft Office PowerPoint</Application>
  <PresentationFormat>A4 Paper (210x297 mm)</PresentationFormat>
  <Paragraphs>64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377</cp:revision>
  <cp:lastPrinted>2017-12-31T22:38:51Z</cp:lastPrinted>
  <dcterms:created xsi:type="dcterms:W3CDTF">2017-01-17T16:57:04Z</dcterms:created>
  <dcterms:modified xsi:type="dcterms:W3CDTF">2024-08-26T17:52:50Z</dcterms:modified>
</cp:coreProperties>
</file>