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848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5"/>
    </p:embeddedFont>
    <p:embeddedFont>
      <p:font typeface="Sylfaen" panose="010A0502050306030303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57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73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0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ru-RU" sz="1780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88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ky-KG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КД ТБ ККК </a:t>
            </a:r>
            <a:r>
              <a:rPr lang="en-GB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GB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Баары – Блокбастерлер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алты бурчтуктагы тамганы басыңыз.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Алты бурчтукту ээлөө үчүн команданын түсүн тандаңыз.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lang="en-GB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78226">
              <a:spcAft>
                <a:spcPts val="600"/>
              </a:spcAft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салышат..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38078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3</a:t>
            </a:r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380785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960228" y="4209969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88CB49-A00F-48B3-A78D-9BE175F2BF8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4C037-D85D-47A6-9C81-AF97BFE3E25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17+8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6B8694-660A-425C-B2A2-3D0B4A3F95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22791-9EE8-4EA4-AEAB-E441BE9CBDB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6+2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C56CFE-A627-4DA1-A14D-2345FD91AD3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DFF5-9C87-4D3A-BF92-6FA10E6ED790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4+5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2F6BF1-4226-4C66-9B91-37038CD090C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77339-E1C1-42C3-8215-D2C6766B3605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714369-9A67-4BA2-A3A5-76FD6BD67D3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0876F-F514-4EC6-9C7E-3FC7D7D2D53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3+5×4+2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81771F-3C3F-48A1-B499-0C776085DDE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69ED4-E544-4AC2-9ACD-CBC9F115BA9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×5−2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B99519-9948-4BD5-A6C8-F3CD7C78BF3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DDE28-56C4-4F24-B213-598A0C5F74B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(4+2)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B40687-82C6-4D76-9D34-1C074D1A042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A48F9-D92B-425B-8F89-A0B724E89938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7−5×1−2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7FA397-D9E5-4A2E-AAD1-90BCBAE7833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A809FE-FFB9-471A-BF54-41A4BA6EEC5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(6+2)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57368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02D33-01ED-4ED2-8AE4-69250B0F6CA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4ED77-9F5A-4749-AF26-E81B3A2FFB7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0114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8E23CA-191F-4CCF-8890-B97E4ECECED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87743-07FC-4AB7-97CC-AA08CF23BC03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7B5BDC-4C17-44FE-BAC7-B418015A08E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C11AC-F484-469E-AD74-149EF8940D7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10−3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75338A-9962-4665-BF7F-48923C52F80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441B5-117C-4112-8DF1-0C417B4056E7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343075-BDAF-4B46-999D-542B0838A4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B90A72-79F3-468B-9C0B-B0B15DC7BE4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3+18÷3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288B41-EA72-47D9-9BCE-6A70192D85B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EEB4-B0FC-4D24-B83D-D33F02E51CC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BA520A-EE1E-4BFC-9EA1-7F2128CC0C8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B5DCA-3952-4A26-A6F9-770ED50A792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3+4+6×5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324C40-9005-47C5-9072-F462D5475EE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F322F-0411-48D5-92BC-6963FDB42D4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÷8+12÷4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F9E13C-3483-4993-958F-B502ADD3EE4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843FA-2C12-427E-928D-FAEA8BD2358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8+(7+3)×2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4D4FA3-1021-4E6B-A24D-2C5054F29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9549D-CCF6-4883-9534-D26236E9C54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5,5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6999F3-6E5F-413F-9D0D-BE948868FC9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163F4-0BDF-4439-B564-E877305AAAD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6−5</m:t>
                                    </m:r>
                                  </m:e>
                                </m:d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BF03E7-2D28-44D1-9A0E-4E916706AC7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94AB5-40E3-492E-916A-A2B8B68AD0F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5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A916F1-241E-4F13-90FA-9A5C3DEA4E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5FCEC-3599-4323-9269-84391D8818D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50÷5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134FF-1A40-45F6-AE2B-772D69313AD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29034-907F-4B5D-BE57-30E4F773E39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58A2EB-6827-4F98-8A4A-8F314D91ED2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0DAED-FDBF-4BF6-9BA1-FD5C2D2672A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2×(4+2)</m:t>
                                  </m:r>
                                </m:e>
                              </m:d>
                              <m:r>
                                <a:rPr lang="en-GB" sz="8000" b="0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472</Words>
  <Application>Microsoft Office PowerPoint</Application>
  <PresentationFormat>A4 Paper (210x297 mm)</PresentationFormat>
  <Paragraphs>194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Cambria Math</vt:lpstr>
      <vt:lpstr>Sylfaen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480</cp:revision>
  <cp:lastPrinted>2019-01-23T09:39:04Z</cp:lastPrinted>
  <dcterms:created xsi:type="dcterms:W3CDTF">2017-01-17T16:57:04Z</dcterms:created>
  <dcterms:modified xsi:type="dcterms:W3CDTF">2024-04-30T07:54:20Z</dcterms:modified>
</cp:coreProperties>
</file>