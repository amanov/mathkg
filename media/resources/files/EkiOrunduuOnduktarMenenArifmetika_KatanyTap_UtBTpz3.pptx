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3" r:id="rId2"/>
    <p:sldId id="941" r:id="rId3"/>
    <p:sldId id="939" r:id="rId4"/>
    <p:sldId id="833" r:id="rId5"/>
    <p:sldId id="832" r:id="rId6"/>
    <p:sldId id="942" r:id="rId7"/>
  </p:sldIdLst>
  <p:sldSz cx="9906000" cy="6858000" type="A4"/>
  <p:notesSz cx="7104063" cy="10234613"/>
  <p:embeddedFontLst>
    <p:embeddedFont>
      <p:font typeface="Fira Code" panose="020B0809050000020004" pitchFamily="49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80F509A8-CD09-409C-8655-4E5DE70D3878}">
          <p14:sldIdLst>
            <p14:sldId id="943"/>
          </p14:sldIdLst>
        </p14:section>
        <p14:section name="Титулдук слайд" id="{C2776275-125F-40A2-99AC-54B9C9535547}">
          <p14:sldIdLst>
            <p14:sldId id="941"/>
          </p14:sldIdLst>
        </p14:section>
        <p14:section name="Көрсөтүү үчүн" id="{CA0B4A51-1C5A-4331-831D-7D5748F4CE7C}">
          <p14:sldIdLst>
            <p14:sldId id="939"/>
          </p14:sldIdLst>
        </p14:section>
        <p14:section name="Жооптор" id="{4A1CF18F-CBD8-4CE8-9034-4022B8261C24}">
          <p14:sldIdLst>
            <p14:sldId id="833"/>
          </p14:sldIdLst>
        </p14:section>
        <p14:section name="Иш кагазы" id="{45D3F427-FE2C-4E31-94DD-C39B49B018A8}">
          <p14:sldIdLst>
            <p14:sldId id="832"/>
          </p14:sldIdLst>
        </p14:section>
        <p14:section name="Кайтарым байланыш" id="{1F462C69-5607-48A3-918A-31B1142082DE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25/08/2024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Сандуу Ондуктар – Аралаш – Катаны тапкыла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194945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00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D0ED34E-E375-B9CA-A3EB-03BA730460ED}"/>
              </a:ext>
            </a:extLst>
          </p:cNvPr>
          <p:cNvGrpSpPr/>
          <p:nvPr/>
        </p:nvGrpSpPr>
        <p:grpSpPr>
          <a:xfrm>
            <a:off x="2088506" y="114313"/>
            <a:ext cx="7800223" cy="6743687"/>
            <a:chOff x="1420561" y="0"/>
            <a:chExt cx="7091350" cy="613083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37E92E0-AE82-B494-3610-598D15F2E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6FF066B-307B-6621-B2D7-9551B19F5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A92AAF0-5787-B404-93BF-5E70C1E8F9B4}"/>
              </a:ext>
            </a:extLst>
          </p:cNvPr>
          <p:cNvSpPr txBox="1"/>
          <p:nvPr/>
        </p:nvSpPr>
        <p:spPr>
          <a:xfrm>
            <a:off x="223520" y="11431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927175-8343-7431-6D8F-3FC1E7E7FAA2}"/>
              </a:ext>
            </a:extLst>
          </p:cNvPr>
          <p:cNvSpPr txBox="1"/>
          <p:nvPr/>
        </p:nvSpPr>
        <p:spPr>
          <a:xfrm>
            <a:off x="223520" y="1462120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5EB3F8D-42BF-4FDB-BFA7-89090915E5C7}"/>
              </a:ext>
            </a:extLst>
          </p:cNvPr>
          <p:cNvGrpSpPr/>
          <p:nvPr/>
        </p:nvGrpSpPr>
        <p:grpSpPr>
          <a:xfrm>
            <a:off x="2088506" y="114313"/>
            <a:ext cx="7800223" cy="6743687"/>
            <a:chOff x="1420561" y="0"/>
            <a:chExt cx="7091350" cy="613083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18F2AA9-B3E1-4EB8-A0C2-5107487494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AE709C2-1E98-4B4B-8B98-BA0DF6A390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7308461" y="4564238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5332048" y="4532738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371176" y="2842074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5916542" y="2115517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2983139" y="5318345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B29BFB-AF87-3188-B1FE-FDCCE22F6328}"/>
              </a:ext>
            </a:extLst>
          </p:cNvPr>
          <p:cNvSpPr txBox="1"/>
          <p:nvPr/>
        </p:nvSpPr>
        <p:spPr>
          <a:xfrm>
            <a:off x="112483" y="104126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550006-E395-A3B2-9EE8-8DEA89DA2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868885" y="1015309"/>
            <a:ext cx="6565149" cy="48273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5BDEC2-E671-29F7-AAE9-275546175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84117" y="1015310"/>
            <a:ext cx="6565149" cy="4827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8270</TotalTime>
  <Words>118</Words>
  <Application>Microsoft Office PowerPoint</Application>
  <PresentationFormat>A4 Paper (210x297 mm)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Fira Code</vt:lpstr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344</cp:revision>
  <cp:lastPrinted>2024-08-25T16:18:59Z</cp:lastPrinted>
  <dcterms:created xsi:type="dcterms:W3CDTF">2017-01-17T16:57:04Z</dcterms:created>
  <dcterms:modified xsi:type="dcterms:W3CDTF">2024-08-25T16:20:40Z</dcterms:modified>
</cp:coreProperties>
</file>