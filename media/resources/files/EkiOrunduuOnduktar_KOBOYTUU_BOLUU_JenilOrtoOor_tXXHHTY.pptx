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8"/>
  </p:notesMasterIdLst>
  <p:sldIdLst>
    <p:sldId id="952" r:id="rId3"/>
    <p:sldId id="950" r:id="rId4"/>
    <p:sldId id="949" r:id="rId5"/>
    <p:sldId id="951" r:id="rId6"/>
    <p:sldId id="953" r:id="rId7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52"/>
          </p14:sldIdLst>
        </p14:section>
        <p14:section name="Көрсөтүү" id="{059544AC-2C27-45B1-9F95-F87DF8854DD6}">
          <p14:sldIdLst>
            <p14:sldId id="950"/>
          </p14:sldIdLst>
        </p14:section>
        <p14:section name="Жообу" id="{1FEDB314-42DC-4694-9B04-D4A4AAE625F7}">
          <p14:sldIdLst>
            <p14:sldId id="949"/>
          </p14:sldIdLst>
        </p14:section>
        <p14:section name="Иш кагаздары" id="{A78D9305-6AAE-4715-A210-52F6908F30F7}">
          <p14:sldIdLst>
            <p14:sldId id="951"/>
          </p14:sldIdLst>
        </p14:section>
        <p14:section name="Кайтарым байланыш" id="{F3D720CF-F566-46A6-9361-125255B68FA6}">
          <p14:sldIdLst>
            <p14:sldId id="95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75B6"/>
    <a:srgbClr val="1D4999"/>
    <a:srgbClr val="FFC000"/>
    <a:srgbClr val="FFFFFF"/>
    <a:srgbClr val="00B050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83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03/06/2024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1951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9425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96811C2A-B71F-CBD3-3879-0A5328D7E6A7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D2CCD2-7DC9-F591-BCDE-B2246412F9A0}"/>
              </a:ext>
            </a:extLst>
          </p:cNvPr>
          <p:cNvSpPr txBox="1"/>
          <p:nvPr/>
        </p:nvSpPr>
        <p:spPr>
          <a:xfrm>
            <a:off x="0" y="1717040"/>
            <a:ext cx="928624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орундуу ондуктар – Көбөйтүү &amp; Бөлүү––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ЖЕҢИЛ,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ОРТО,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ООР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суроолорду көрсөтсө болот же таратма материал катары берсе болот.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7413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B1D818-0124-4249-A022-EC89CA27E32E}"/>
              </a:ext>
            </a:extLst>
          </p:cNvPr>
          <p:cNvSpPr/>
          <p:nvPr/>
        </p:nvSpPr>
        <p:spPr>
          <a:xfrm>
            <a:off x="131191" y="770610"/>
            <a:ext cx="3020256" cy="596547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08AA5B6-BDAA-4273-BD45-4FCBFD97AECC}"/>
              </a:ext>
            </a:extLst>
          </p:cNvPr>
          <p:cNvSpPr/>
          <p:nvPr/>
        </p:nvSpPr>
        <p:spPr>
          <a:xfrm>
            <a:off x="3448431" y="770610"/>
            <a:ext cx="3020256" cy="596547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4191793-1A1E-41D5-B627-ECE63AC2F12C}"/>
              </a:ext>
            </a:extLst>
          </p:cNvPr>
          <p:cNvSpPr/>
          <p:nvPr/>
        </p:nvSpPr>
        <p:spPr>
          <a:xfrm>
            <a:off x="6765671" y="770610"/>
            <a:ext cx="3020256" cy="596547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A4BD67-ADDD-4F39-EB5C-F5485A92F3F8}"/>
              </a:ext>
            </a:extLst>
          </p:cNvPr>
          <p:cNvSpPr txBox="1"/>
          <p:nvPr/>
        </p:nvSpPr>
        <p:spPr>
          <a:xfrm>
            <a:off x="131166" y="143567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D04DAC-9E71-2812-60E8-E2F346C31481}"/>
              </a:ext>
            </a:extLst>
          </p:cNvPr>
          <p:cNvSpPr txBox="1"/>
          <p:nvPr/>
        </p:nvSpPr>
        <p:spPr>
          <a:xfrm>
            <a:off x="932692" y="1389510"/>
            <a:ext cx="881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7 × 0,1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6DCB67-1E46-BD3A-80EB-59E87A176B59}"/>
              </a:ext>
            </a:extLst>
          </p:cNvPr>
          <p:cNvSpPr txBox="1"/>
          <p:nvPr/>
        </p:nvSpPr>
        <p:spPr>
          <a:xfrm>
            <a:off x="3445866" y="143567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842EEE-D465-93C5-7BB8-54564D8C3781}"/>
              </a:ext>
            </a:extLst>
          </p:cNvPr>
          <p:cNvSpPr txBox="1"/>
          <p:nvPr/>
        </p:nvSpPr>
        <p:spPr>
          <a:xfrm>
            <a:off x="4245313" y="1389510"/>
            <a:ext cx="881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3,2 × 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667F96-3D53-AE01-6C3B-123F99299163}"/>
              </a:ext>
            </a:extLst>
          </p:cNvPr>
          <p:cNvSpPr txBox="1"/>
          <p:nvPr/>
        </p:nvSpPr>
        <p:spPr>
          <a:xfrm>
            <a:off x="6770091" y="143567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904880-F135-330F-BC4F-7107F0166652}"/>
              </a:ext>
            </a:extLst>
          </p:cNvPr>
          <p:cNvSpPr txBox="1"/>
          <p:nvPr/>
        </p:nvSpPr>
        <p:spPr>
          <a:xfrm>
            <a:off x="7245105" y="1389510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0,06 × 2,8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1EE5A7-8E4B-F9E4-35DC-C54C37AA1868}"/>
              </a:ext>
            </a:extLst>
          </p:cNvPr>
          <p:cNvSpPr txBox="1"/>
          <p:nvPr/>
        </p:nvSpPr>
        <p:spPr>
          <a:xfrm>
            <a:off x="131166" y="2347334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E882F8-DA09-1B18-EE86-CA4BFD7444FE}"/>
              </a:ext>
            </a:extLst>
          </p:cNvPr>
          <p:cNvSpPr txBox="1"/>
          <p:nvPr/>
        </p:nvSpPr>
        <p:spPr>
          <a:xfrm>
            <a:off x="932692" y="2301167"/>
            <a:ext cx="881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 × 0,3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D0FB98-CD33-0C9C-C087-A0B3ADC3D818}"/>
              </a:ext>
            </a:extLst>
          </p:cNvPr>
          <p:cNvSpPr txBox="1"/>
          <p:nvPr/>
        </p:nvSpPr>
        <p:spPr>
          <a:xfrm>
            <a:off x="3445866" y="2347334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BECD36D-E103-36AF-6816-8F0BFB371AAC}"/>
              </a:ext>
            </a:extLst>
          </p:cNvPr>
          <p:cNvSpPr txBox="1"/>
          <p:nvPr/>
        </p:nvSpPr>
        <p:spPr>
          <a:xfrm>
            <a:off x="4148331" y="2301167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1,9 × 1,1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F20583C-961B-C9EB-94E2-369D414F6F8B}"/>
              </a:ext>
            </a:extLst>
          </p:cNvPr>
          <p:cNvSpPr txBox="1"/>
          <p:nvPr/>
        </p:nvSpPr>
        <p:spPr>
          <a:xfrm>
            <a:off x="6770091" y="2347334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3934579-C740-DD0A-3344-5E8F833F48DB}"/>
              </a:ext>
            </a:extLst>
          </p:cNvPr>
          <p:cNvSpPr txBox="1"/>
          <p:nvPr/>
        </p:nvSpPr>
        <p:spPr>
          <a:xfrm>
            <a:off x="7180183" y="2301167"/>
            <a:ext cx="1335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0,37 × 0,23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A5C15CE-13F9-1C63-387A-D60131059F35}"/>
              </a:ext>
            </a:extLst>
          </p:cNvPr>
          <p:cNvSpPr txBox="1"/>
          <p:nvPr/>
        </p:nvSpPr>
        <p:spPr>
          <a:xfrm>
            <a:off x="131166" y="325899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6BB9A3D-D0FD-3D6C-563C-CED4053563E1}"/>
              </a:ext>
            </a:extLst>
          </p:cNvPr>
          <p:cNvSpPr txBox="1"/>
          <p:nvPr/>
        </p:nvSpPr>
        <p:spPr>
          <a:xfrm>
            <a:off x="867771" y="3212824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0,37 × 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BE34CE3-23E1-FAC3-B4DE-47A10603DD5C}"/>
              </a:ext>
            </a:extLst>
          </p:cNvPr>
          <p:cNvSpPr txBox="1"/>
          <p:nvPr/>
        </p:nvSpPr>
        <p:spPr>
          <a:xfrm>
            <a:off x="3445866" y="325899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114D6BF-8374-EFE4-6284-C60FE6B6EABA}"/>
              </a:ext>
            </a:extLst>
          </p:cNvPr>
          <p:cNvSpPr txBox="1"/>
          <p:nvPr/>
        </p:nvSpPr>
        <p:spPr>
          <a:xfrm>
            <a:off x="4083410" y="3212824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0,62 × 0,3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E6A5FD9-AB37-510A-DDAA-93601A6A4F3D}"/>
              </a:ext>
            </a:extLst>
          </p:cNvPr>
          <p:cNvSpPr txBox="1"/>
          <p:nvPr/>
        </p:nvSpPr>
        <p:spPr>
          <a:xfrm>
            <a:off x="6770091" y="325899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6A0B843-06E4-AA8B-8C32-C2A734502805}"/>
              </a:ext>
            </a:extLst>
          </p:cNvPr>
          <p:cNvSpPr txBox="1"/>
          <p:nvPr/>
        </p:nvSpPr>
        <p:spPr>
          <a:xfrm>
            <a:off x="7180183" y="3212824"/>
            <a:ext cx="1335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0,19 × 1,27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789AD3B-DB34-09EF-BC39-1DBF9B7B6CDC}"/>
              </a:ext>
            </a:extLst>
          </p:cNvPr>
          <p:cNvSpPr txBox="1"/>
          <p:nvPr/>
        </p:nvSpPr>
        <p:spPr>
          <a:xfrm>
            <a:off x="122853" y="4170648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0383386-D6BB-414E-1D85-79D08C679A5F}"/>
              </a:ext>
            </a:extLst>
          </p:cNvPr>
          <p:cNvSpPr txBox="1"/>
          <p:nvPr/>
        </p:nvSpPr>
        <p:spPr>
          <a:xfrm>
            <a:off x="932692" y="4124481"/>
            <a:ext cx="881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 ÷ 0,5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1368ED4-C950-9CCA-A3DE-CEE168578013}"/>
              </a:ext>
            </a:extLst>
          </p:cNvPr>
          <p:cNvSpPr txBox="1"/>
          <p:nvPr/>
        </p:nvSpPr>
        <p:spPr>
          <a:xfrm>
            <a:off x="3439631" y="4170648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2680592-86FC-6CAC-81B7-ADD6DA6241F2}"/>
              </a:ext>
            </a:extLst>
          </p:cNvPr>
          <p:cNvSpPr txBox="1"/>
          <p:nvPr/>
        </p:nvSpPr>
        <p:spPr>
          <a:xfrm>
            <a:off x="4180392" y="4124481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 ÷ 0,15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59498ED-D83D-174C-B390-EB172859F62D}"/>
              </a:ext>
            </a:extLst>
          </p:cNvPr>
          <p:cNvSpPr txBox="1"/>
          <p:nvPr/>
        </p:nvSpPr>
        <p:spPr>
          <a:xfrm>
            <a:off x="6756410" y="4170648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81C1FBE-73AB-9E93-2604-173E21822C9F}"/>
              </a:ext>
            </a:extLst>
          </p:cNvPr>
          <p:cNvSpPr txBox="1"/>
          <p:nvPr/>
        </p:nvSpPr>
        <p:spPr>
          <a:xfrm>
            <a:off x="7245105" y="4124481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1,2 ÷ 0,02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25F2E8A-1A04-9EA4-6980-3536E463BD7C}"/>
              </a:ext>
            </a:extLst>
          </p:cNvPr>
          <p:cNvSpPr txBox="1"/>
          <p:nvPr/>
        </p:nvSpPr>
        <p:spPr>
          <a:xfrm>
            <a:off x="122853" y="508230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6C24D50-2ABE-64DE-A135-2F6EDBE9B45A}"/>
              </a:ext>
            </a:extLst>
          </p:cNvPr>
          <p:cNvSpPr txBox="1"/>
          <p:nvPr/>
        </p:nvSpPr>
        <p:spPr>
          <a:xfrm>
            <a:off x="932692" y="5036138"/>
            <a:ext cx="881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 ÷ 1,2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2969FA2-8B1F-F75F-598B-79F17BF9BE97}"/>
              </a:ext>
            </a:extLst>
          </p:cNvPr>
          <p:cNvSpPr txBox="1"/>
          <p:nvPr/>
        </p:nvSpPr>
        <p:spPr>
          <a:xfrm>
            <a:off x="3439631" y="508230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24D863F-9E54-681A-5879-A396D4682AA7}"/>
              </a:ext>
            </a:extLst>
          </p:cNvPr>
          <p:cNvSpPr txBox="1"/>
          <p:nvPr/>
        </p:nvSpPr>
        <p:spPr>
          <a:xfrm>
            <a:off x="4018489" y="5036138"/>
            <a:ext cx="1335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1,02 ÷ 0,17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2FFB033-861D-106F-53F4-F9A52223D5AE}"/>
              </a:ext>
            </a:extLst>
          </p:cNvPr>
          <p:cNvSpPr txBox="1"/>
          <p:nvPr/>
        </p:nvSpPr>
        <p:spPr>
          <a:xfrm>
            <a:off x="6756410" y="508230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3AEF88F-BE06-A1A5-E8C1-C66EC11F96C1}"/>
              </a:ext>
            </a:extLst>
          </p:cNvPr>
          <p:cNvSpPr txBox="1"/>
          <p:nvPr/>
        </p:nvSpPr>
        <p:spPr>
          <a:xfrm>
            <a:off x="7245104" y="5036138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6,6 ÷ 0,12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6340C0B-5D77-36AC-2C6C-63EDC3443639}"/>
              </a:ext>
            </a:extLst>
          </p:cNvPr>
          <p:cNvSpPr txBox="1"/>
          <p:nvPr/>
        </p:nvSpPr>
        <p:spPr>
          <a:xfrm>
            <a:off x="122853" y="599396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D4129E0-B87D-2E7B-00C2-5DC583A125DD}"/>
              </a:ext>
            </a:extLst>
          </p:cNvPr>
          <p:cNvSpPr txBox="1"/>
          <p:nvPr/>
        </p:nvSpPr>
        <p:spPr>
          <a:xfrm>
            <a:off x="867771" y="5947796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 ÷ 0,03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7B02CB5-9C4B-7C75-4465-D8FA762E7BC6}"/>
              </a:ext>
            </a:extLst>
          </p:cNvPr>
          <p:cNvSpPr txBox="1"/>
          <p:nvPr/>
        </p:nvSpPr>
        <p:spPr>
          <a:xfrm>
            <a:off x="3439631" y="599396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E19295F-F3B0-805A-4D4B-9866720E02C9}"/>
              </a:ext>
            </a:extLst>
          </p:cNvPr>
          <p:cNvSpPr txBox="1"/>
          <p:nvPr/>
        </p:nvSpPr>
        <p:spPr>
          <a:xfrm>
            <a:off x="4018488" y="5947796"/>
            <a:ext cx="1335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7,44 ÷ 0,24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58892A9-7285-8B1E-C8C3-08D5EB223148}"/>
              </a:ext>
            </a:extLst>
          </p:cNvPr>
          <p:cNvSpPr txBox="1"/>
          <p:nvPr/>
        </p:nvSpPr>
        <p:spPr>
          <a:xfrm>
            <a:off x="6756410" y="599396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3DED33D-B361-833A-5799-D3FC22368C57}"/>
              </a:ext>
            </a:extLst>
          </p:cNvPr>
          <p:cNvSpPr txBox="1"/>
          <p:nvPr/>
        </p:nvSpPr>
        <p:spPr>
          <a:xfrm>
            <a:off x="7245105" y="5947796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18,2 ÷ 2,8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FC50F72-ACA7-63FD-FB53-011ECAF78620}"/>
              </a:ext>
            </a:extLst>
          </p:cNvPr>
          <p:cNvSpPr txBox="1"/>
          <p:nvPr/>
        </p:nvSpPr>
        <p:spPr>
          <a:xfrm>
            <a:off x="943080" y="770610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F750585-BA20-179B-D56D-890B15AA7B3F}"/>
              </a:ext>
            </a:extLst>
          </p:cNvPr>
          <p:cNvSpPr txBox="1"/>
          <p:nvPr/>
        </p:nvSpPr>
        <p:spPr>
          <a:xfrm>
            <a:off x="4259858" y="770610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10AC58C-052B-52A3-628A-5FA5EBAB276F}"/>
              </a:ext>
            </a:extLst>
          </p:cNvPr>
          <p:cNvSpPr txBox="1"/>
          <p:nvPr/>
        </p:nvSpPr>
        <p:spPr>
          <a:xfrm>
            <a:off x="7576637" y="770610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D28F29-118F-0D15-98B0-05AA0B560917}"/>
              </a:ext>
            </a:extLst>
          </p:cNvPr>
          <p:cNvSpPr txBox="1"/>
          <p:nvPr/>
        </p:nvSpPr>
        <p:spPr>
          <a:xfrm>
            <a:off x="675536" y="86195"/>
            <a:ext cx="21646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chemeClr val="accent4"/>
                </a:solidFill>
              </a:rPr>
              <a:t>ЖЕҢИЛ</a:t>
            </a:r>
            <a:endParaRPr lang="en-US" sz="36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00DC6C-3AD6-F8F2-ADD2-C010A391FCC8}"/>
              </a:ext>
            </a:extLst>
          </p:cNvPr>
          <p:cNvSpPr/>
          <p:nvPr/>
        </p:nvSpPr>
        <p:spPr>
          <a:xfrm>
            <a:off x="4204673" y="184608"/>
            <a:ext cx="1542716" cy="46443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3600" b="1" dirty="0">
                <a:solidFill>
                  <a:srgbClr val="00B050"/>
                </a:solidFill>
              </a:rPr>
              <a:t>ОРТО</a:t>
            </a:r>
            <a:endParaRPr lang="en-US" sz="2400" b="1" dirty="0">
              <a:solidFill>
                <a:srgbClr val="00B05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044B39-47CB-2CD5-EBA3-0F63E5161038}"/>
              </a:ext>
            </a:extLst>
          </p:cNvPr>
          <p:cNvSpPr txBox="1"/>
          <p:nvPr/>
        </p:nvSpPr>
        <p:spPr>
          <a:xfrm>
            <a:off x="7586241" y="79152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chemeClr val="accent1">
                    <a:lumMod val="75000"/>
                  </a:schemeClr>
                </a:solidFill>
              </a:rPr>
              <a:t>ООР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273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B1D818-0124-4249-A022-EC89CA27E32E}"/>
              </a:ext>
            </a:extLst>
          </p:cNvPr>
          <p:cNvSpPr/>
          <p:nvPr/>
        </p:nvSpPr>
        <p:spPr>
          <a:xfrm>
            <a:off x="131191" y="770610"/>
            <a:ext cx="3020256" cy="596547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08AA5B6-BDAA-4273-BD45-4FCBFD97AECC}"/>
              </a:ext>
            </a:extLst>
          </p:cNvPr>
          <p:cNvSpPr/>
          <p:nvPr/>
        </p:nvSpPr>
        <p:spPr>
          <a:xfrm>
            <a:off x="3448431" y="770610"/>
            <a:ext cx="3020256" cy="596547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4191793-1A1E-41D5-B627-ECE63AC2F12C}"/>
              </a:ext>
            </a:extLst>
          </p:cNvPr>
          <p:cNvSpPr/>
          <p:nvPr/>
        </p:nvSpPr>
        <p:spPr>
          <a:xfrm>
            <a:off x="6765671" y="770610"/>
            <a:ext cx="3020256" cy="596547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A4BD67-ADDD-4F39-EB5C-F5485A92F3F8}"/>
              </a:ext>
            </a:extLst>
          </p:cNvPr>
          <p:cNvSpPr txBox="1"/>
          <p:nvPr/>
        </p:nvSpPr>
        <p:spPr>
          <a:xfrm>
            <a:off x="131166" y="143567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A914F8-ED6E-56DF-2D5F-3BE06062E79F}"/>
              </a:ext>
            </a:extLst>
          </p:cNvPr>
          <p:cNvSpPr txBox="1"/>
          <p:nvPr/>
        </p:nvSpPr>
        <p:spPr>
          <a:xfrm>
            <a:off x="2108351" y="1389510"/>
            <a:ext cx="69442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0,7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D04DAC-9E71-2812-60E8-E2F346C31481}"/>
              </a:ext>
            </a:extLst>
          </p:cNvPr>
          <p:cNvSpPr txBox="1"/>
          <p:nvPr/>
        </p:nvSpPr>
        <p:spPr>
          <a:xfrm>
            <a:off x="932692" y="1389510"/>
            <a:ext cx="881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7 × 0,1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6DCB67-1E46-BD3A-80EB-59E87A176B59}"/>
              </a:ext>
            </a:extLst>
          </p:cNvPr>
          <p:cNvSpPr txBox="1"/>
          <p:nvPr/>
        </p:nvSpPr>
        <p:spPr>
          <a:xfrm>
            <a:off x="3445866" y="143567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D719A3-9787-93CB-C5BF-DE6C866B4AA7}"/>
              </a:ext>
            </a:extLst>
          </p:cNvPr>
          <p:cNvSpPr txBox="1"/>
          <p:nvPr/>
        </p:nvSpPr>
        <p:spPr>
          <a:xfrm>
            <a:off x="5415279" y="1389510"/>
            <a:ext cx="824265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= 12,8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842EEE-D465-93C5-7BB8-54564D8C3781}"/>
              </a:ext>
            </a:extLst>
          </p:cNvPr>
          <p:cNvSpPr txBox="1"/>
          <p:nvPr/>
        </p:nvSpPr>
        <p:spPr>
          <a:xfrm>
            <a:off x="4245313" y="1389510"/>
            <a:ext cx="881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3,2 × 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667F96-3D53-AE01-6C3B-123F99299163}"/>
              </a:ext>
            </a:extLst>
          </p:cNvPr>
          <p:cNvSpPr txBox="1"/>
          <p:nvPr/>
        </p:nvSpPr>
        <p:spPr>
          <a:xfrm>
            <a:off x="6770091" y="143567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AB1B74-63EB-106A-076D-FE326AFE8624}"/>
              </a:ext>
            </a:extLst>
          </p:cNvPr>
          <p:cNvSpPr txBox="1"/>
          <p:nvPr/>
        </p:nvSpPr>
        <p:spPr>
          <a:xfrm>
            <a:off x="8634729" y="1389510"/>
            <a:ext cx="954107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0,168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904880-F135-330F-BC4F-7107F0166652}"/>
              </a:ext>
            </a:extLst>
          </p:cNvPr>
          <p:cNvSpPr txBox="1"/>
          <p:nvPr/>
        </p:nvSpPr>
        <p:spPr>
          <a:xfrm>
            <a:off x="7245105" y="1389510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0,06 × 2,8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1EE5A7-8E4B-F9E4-35DC-C54C37AA1868}"/>
              </a:ext>
            </a:extLst>
          </p:cNvPr>
          <p:cNvSpPr txBox="1"/>
          <p:nvPr/>
        </p:nvSpPr>
        <p:spPr>
          <a:xfrm>
            <a:off x="131166" y="2347334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98087AF-20F6-1647-4B70-6FAB047ABD60}"/>
              </a:ext>
            </a:extLst>
          </p:cNvPr>
          <p:cNvSpPr txBox="1"/>
          <p:nvPr/>
        </p:nvSpPr>
        <p:spPr>
          <a:xfrm>
            <a:off x="2108351" y="2301167"/>
            <a:ext cx="69442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2,7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E882F8-DA09-1B18-EE86-CA4BFD7444FE}"/>
              </a:ext>
            </a:extLst>
          </p:cNvPr>
          <p:cNvSpPr txBox="1"/>
          <p:nvPr/>
        </p:nvSpPr>
        <p:spPr>
          <a:xfrm>
            <a:off x="932692" y="2301167"/>
            <a:ext cx="881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 × 0,3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D0FB98-CD33-0C9C-C087-A0B3ADC3D818}"/>
              </a:ext>
            </a:extLst>
          </p:cNvPr>
          <p:cNvSpPr txBox="1"/>
          <p:nvPr/>
        </p:nvSpPr>
        <p:spPr>
          <a:xfrm>
            <a:off x="3445866" y="2347334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66A999B-74E7-4D6E-6C12-E50425D65A71}"/>
              </a:ext>
            </a:extLst>
          </p:cNvPr>
          <p:cNvSpPr txBox="1"/>
          <p:nvPr/>
        </p:nvSpPr>
        <p:spPr>
          <a:xfrm>
            <a:off x="5415279" y="2301167"/>
            <a:ext cx="824265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= 2,09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BECD36D-E103-36AF-6816-8F0BFB371AAC}"/>
              </a:ext>
            </a:extLst>
          </p:cNvPr>
          <p:cNvSpPr txBox="1"/>
          <p:nvPr/>
        </p:nvSpPr>
        <p:spPr>
          <a:xfrm>
            <a:off x="4148331" y="2301167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1,9 × 1,1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F20583C-961B-C9EB-94E2-369D414F6F8B}"/>
              </a:ext>
            </a:extLst>
          </p:cNvPr>
          <p:cNvSpPr txBox="1"/>
          <p:nvPr/>
        </p:nvSpPr>
        <p:spPr>
          <a:xfrm>
            <a:off x="6770091" y="2347334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6AA2288-E5D8-3AD6-9B4B-2DF6BC657313}"/>
              </a:ext>
            </a:extLst>
          </p:cNvPr>
          <p:cNvSpPr txBox="1"/>
          <p:nvPr/>
        </p:nvSpPr>
        <p:spPr>
          <a:xfrm>
            <a:off x="8634729" y="2301167"/>
            <a:ext cx="108395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0,0851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3934579-C740-DD0A-3344-5E8F833F48DB}"/>
              </a:ext>
            </a:extLst>
          </p:cNvPr>
          <p:cNvSpPr txBox="1"/>
          <p:nvPr/>
        </p:nvSpPr>
        <p:spPr>
          <a:xfrm>
            <a:off x="7180183" y="2301167"/>
            <a:ext cx="1335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0,37 × 0,23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A5C15CE-13F9-1C63-387A-D60131059F35}"/>
              </a:ext>
            </a:extLst>
          </p:cNvPr>
          <p:cNvSpPr txBox="1"/>
          <p:nvPr/>
        </p:nvSpPr>
        <p:spPr>
          <a:xfrm>
            <a:off x="131166" y="325899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F7E9F59-4B62-2510-2AF2-DDAB82782A99}"/>
              </a:ext>
            </a:extLst>
          </p:cNvPr>
          <p:cNvSpPr txBox="1"/>
          <p:nvPr/>
        </p:nvSpPr>
        <p:spPr>
          <a:xfrm>
            <a:off x="2108351" y="3212824"/>
            <a:ext cx="824265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0,74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6BB9A3D-D0FD-3D6C-563C-CED4053563E1}"/>
              </a:ext>
            </a:extLst>
          </p:cNvPr>
          <p:cNvSpPr txBox="1"/>
          <p:nvPr/>
        </p:nvSpPr>
        <p:spPr>
          <a:xfrm>
            <a:off x="867771" y="3212824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0,37 × 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BE34CE3-23E1-FAC3-B4DE-47A10603DD5C}"/>
              </a:ext>
            </a:extLst>
          </p:cNvPr>
          <p:cNvSpPr txBox="1"/>
          <p:nvPr/>
        </p:nvSpPr>
        <p:spPr>
          <a:xfrm>
            <a:off x="3445866" y="325899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E582792-480D-5642-0254-1296885F603C}"/>
              </a:ext>
            </a:extLst>
          </p:cNvPr>
          <p:cNvSpPr txBox="1"/>
          <p:nvPr/>
        </p:nvSpPr>
        <p:spPr>
          <a:xfrm>
            <a:off x="5415279" y="3212824"/>
            <a:ext cx="954107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= 0,186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114D6BF-8374-EFE4-6284-C60FE6B6EABA}"/>
              </a:ext>
            </a:extLst>
          </p:cNvPr>
          <p:cNvSpPr txBox="1"/>
          <p:nvPr/>
        </p:nvSpPr>
        <p:spPr>
          <a:xfrm>
            <a:off x="4083410" y="3212824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0,62 × 0,3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E6A5FD9-AB37-510A-DDAA-93601A6A4F3D}"/>
              </a:ext>
            </a:extLst>
          </p:cNvPr>
          <p:cNvSpPr txBox="1"/>
          <p:nvPr/>
        </p:nvSpPr>
        <p:spPr>
          <a:xfrm>
            <a:off x="6770091" y="325899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AC3E854-2CF2-78E7-4D6A-E2754B54FE25}"/>
              </a:ext>
            </a:extLst>
          </p:cNvPr>
          <p:cNvSpPr txBox="1"/>
          <p:nvPr/>
        </p:nvSpPr>
        <p:spPr>
          <a:xfrm>
            <a:off x="8634729" y="3212824"/>
            <a:ext cx="108395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0,2413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6A0B843-06E4-AA8B-8C32-C2A734502805}"/>
              </a:ext>
            </a:extLst>
          </p:cNvPr>
          <p:cNvSpPr txBox="1"/>
          <p:nvPr/>
        </p:nvSpPr>
        <p:spPr>
          <a:xfrm>
            <a:off x="7180183" y="3212824"/>
            <a:ext cx="1335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0,19 × 1,27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789AD3B-DB34-09EF-BC39-1DBF9B7B6CDC}"/>
              </a:ext>
            </a:extLst>
          </p:cNvPr>
          <p:cNvSpPr txBox="1"/>
          <p:nvPr/>
        </p:nvSpPr>
        <p:spPr>
          <a:xfrm>
            <a:off x="122853" y="4170648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AE2D225-2935-83A1-D0CE-E0C473E8AF6B}"/>
              </a:ext>
            </a:extLst>
          </p:cNvPr>
          <p:cNvSpPr txBox="1"/>
          <p:nvPr/>
        </p:nvSpPr>
        <p:spPr>
          <a:xfrm>
            <a:off x="2108351" y="4124481"/>
            <a:ext cx="63030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12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0383386-D6BB-414E-1D85-79D08C679A5F}"/>
              </a:ext>
            </a:extLst>
          </p:cNvPr>
          <p:cNvSpPr txBox="1"/>
          <p:nvPr/>
        </p:nvSpPr>
        <p:spPr>
          <a:xfrm>
            <a:off x="932692" y="4124481"/>
            <a:ext cx="881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 ÷ 0,5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1368ED4-C950-9CCA-A3DE-CEE168578013}"/>
              </a:ext>
            </a:extLst>
          </p:cNvPr>
          <p:cNvSpPr txBox="1"/>
          <p:nvPr/>
        </p:nvSpPr>
        <p:spPr>
          <a:xfrm>
            <a:off x="3439631" y="4170648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B4344A7-8DB5-638E-CDC5-B8B97E4520D2}"/>
              </a:ext>
            </a:extLst>
          </p:cNvPr>
          <p:cNvSpPr txBox="1"/>
          <p:nvPr/>
        </p:nvSpPr>
        <p:spPr>
          <a:xfrm>
            <a:off x="5415279" y="4124481"/>
            <a:ext cx="63030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40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2680592-86FC-6CAC-81B7-ADD6DA6241F2}"/>
              </a:ext>
            </a:extLst>
          </p:cNvPr>
          <p:cNvSpPr txBox="1"/>
          <p:nvPr/>
        </p:nvSpPr>
        <p:spPr>
          <a:xfrm>
            <a:off x="4180392" y="4124481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 ÷ 0,15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59498ED-D83D-174C-B390-EB172859F62D}"/>
              </a:ext>
            </a:extLst>
          </p:cNvPr>
          <p:cNvSpPr txBox="1"/>
          <p:nvPr/>
        </p:nvSpPr>
        <p:spPr>
          <a:xfrm>
            <a:off x="6756410" y="4170648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86EC253-BF7E-905C-76E8-BAD3D43AF241}"/>
              </a:ext>
            </a:extLst>
          </p:cNvPr>
          <p:cNvSpPr txBox="1"/>
          <p:nvPr/>
        </p:nvSpPr>
        <p:spPr>
          <a:xfrm>
            <a:off x="8634729" y="4124481"/>
            <a:ext cx="63030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60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81C1FBE-73AB-9E93-2604-173E21822C9F}"/>
              </a:ext>
            </a:extLst>
          </p:cNvPr>
          <p:cNvSpPr txBox="1"/>
          <p:nvPr/>
        </p:nvSpPr>
        <p:spPr>
          <a:xfrm>
            <a:off x="7245105" y="4124481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1,2 ÷ 0,02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25F2E8A-1A04-9EA4-6980-3536E463BD7C}"/>
              </a:ext>
            </a:extLst>
          </p:cNvPr>
          <p:cNvSpPr txBox="1"/>
          <p:nvPr/>
        </p:nvSpPr>
        <p:spPr>
          <a:xfrm>
            <a:off x="122853" y="508230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7C5F589-F87E-C4EB-FE85-113B48EBECEB}"/>
              </a:ext>
            </a:extLst>
          </p:cNvPr>
          <p:cNvSpPr txBox="1"/>
          <p:nvPr/>
        </p:nvSpPr>
        <p:spPr>
          <a:xfrm>
            <a:off x="2108351" y="5036138"/>
            <a:ext cx="500458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6C24D50-2ABE-64DE-A135-2F6EDBE9B45A}"/>
              </a:ext>
            </a:extLst>
          </p:cNvPr>
          <p:cNvSpPr txBox="1"/>
          <p:nvPr/>
        </p:nvSpPr>
        <p:spPr>
          <a:xfrm>
            <a:off x="932692" y="5036138"/>
            <a:ext cx="881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 ÷ 1,2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2969FA2-8B1F-F75F-598B-79F17BF9BE97}"/>
              </a:ext>
            </a:extLst>
          </p:cNvPr>
          <p:cNvSpPr txBox="1"/>
          <p:nvPr/>
        </p:nvSpPr>
        <p:spPr>
          <a:xfrm>
            <a:off x="3439631" y="508230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F17F7B7-9DF8-8BF8-771B-BEF082433758}"/>
              </a:ext>
            </a:extLst>
          </p:cNvPr>
          <p:cNvSpPr txBox="1"/>
          <p:nvPr/>
        </p:nvSpPr>
        <p:spPr>
          <a:xfrm>
            <a:off x="5415279" y="5036138"/>
            <a:ext cx="500458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24D863F-9E54-681A-5879-A396D4682AA7}"/>
              </a:ext>
            </a:extLst>
          </p:cNvPr>
          <p:cNvSpPr txBox="1"/>
          <p:nvPr/>
        </p:nvSpPr>
        <p:spPr>
          <a:xfrm>
            <a:off x="4018489" y="5036138"/>
            <a:ext cx="1335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1,02 ÷ 0,17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2FFB033-861D-106F-53F4-F9A52223D5AE}"/>
              </a:ext>
            </a:extLst>
          </p:cNvPr>
          <p:cNvSpPr txBox="1"/>
          <p:nvPr/>
        </p:nvSpPr>
        <p:spPr>
          <a:xfrm>
            <a:off x="6756410" y="508230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4E3234A-9520-3583-CC9A-34A3697D03EA}"/>
              </a:ext>
            </a:extLst>
          </p:cNvPr>
          <p:cNvSpPr txBox="1"/>
          <p:nvPr/>
        </p:nvSpPr>
        <p:spPr>
          <a:xfrm>
            <a:off x="8634729" y="5036138"/>
            <a:ext cx="63030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55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3AEF88F-BE06-A1A5-E8C1-C66EC11F96C1}"/>
              </a:ext>
            </a:extLst>
          </p:cNvPr>
          <p:cNvSpPr txBox="1"/>
          <p:nvPr/>
        </p:nvSpPr>
        <p:spPr>
          <a:xfrm>
            <a:off x="7245104" y="5036138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6,6 ÷ 0,12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6340C0B-5D77-36AC-2C6C-63EDC3443639}"/>
              </a:ext>
            </a:extLst>
          </p:cNvPr>
          <p:cNvSpPr txBox="1"/>
          <p:nvPr/>
        </p:nvSpPr>
        <p:spPr>
          <a:xfrm>
            <a:off x="122853" y="599396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06309AB-8761-35CB-663B-0C95BD4E101A}"/>
              </a:ext>
            </a:extLst>
          </p:cNvPr>
          <p:cNvSpPr txBox="1"/>
          <p:nvPr/>
        </p:nvSpPr>
        <p:spPr>
          <a:xfrm>
            <a:off x="2108351" y="5947796"/>
            <a:ext cx="760144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200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D4129E0-B87D-2E7B-00C2-5DC583A125DD}"/>
              </a:ext>
            </a:extLst>
          </p:cNvPr>
          <p:cNvSpPr txBox="1"/>
          <p:nvPr/>
        </p:nvSpPr>
        <p:spPr>
          <a:xfrm>
            <a:off x="867771" y="5947796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 ÷ 0,03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7B02CB5-9C4B-7C75-4465-D8FA762E7BC6}"/>
              </a:ext>
            </a:extLst>
          </p:cNvPr>
          <p:cNvSpPr txBox="1"/>
          <p:nvPr/>
        </p:nvSpPr>
        <p:spPr>
          <a:xfrm>
            <a:off x="3439631" y="599396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C1E0D95-729C-E9A4-D0EE-82F4FEE8FE8D}"/>
              </a:ext>
            </a:extLst>
          </p:cNvPr>
          <p:cNvSpPr txBox="1"/>
          <p:nvPr/>
        </p:nvSpPr>
        <p:spPr>
          <a:xfrm>
            <a:off x="5415279" y="5947796"/>
            <a:ext cx="63030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31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E19295F-F3B0-805A-4D4B-9866720E02C9}"/>
              </a:ext>
            </a:extLst>
          </p:cNvPr>
          <p:cNvSpPr txBox="1"/>
          <p:nvPr/>
        </p:nvSpPr>
        <p:spPr>
          <a:xfrm>
            <a:off x="4018488" y="5947796"/>
            <a:ext cx="1335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7,44 ÷ 0,24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58892A9-7285-8B1E-C8C3-08D5EB223148}"/>
              </a:ext>
            </a:extLst>
          </p:cNvPr>
          <p:cNvSpPr txBox="1"/>
          <p:nvPr/>
        </p:nvSpPr>
        <p:spPr>
          <a:xfrm>
            <a:off x="6756410" y="599396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16924EC-0E1F-112A-DCA1-46DE34C8B856}"/>
              </a:ext>
            </a:extLst>
          </p:cNvPr>
          <p:cNvSpPr txBox="1"/>
          <p:nvPr/>
        </p:nvSpPr>
        <p:spPr>
          <a:xfrm>
            <a:off x="8634729" y="5947796"/>
            <a:ext cx="69442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6,5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3DED33D-B361-833A-5799-D3FC22368C57}"/>
              </a:ext>
            </a:extLst>
          </p:cNvPr>
          <p:cNvSpPr txBox="1"/>
          <p:nvPr/>
        </p:nvSpPr>
        <p:spPr>
          <a:xfrm>
            <a:off x="7245105" y="5947796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18,2 ÷ 2,8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FC50F72-ACA7-63FD-FB53-011ECAF78620}"/>
              </a:ext>
            </a:extLst>
          </p:cNvPr>
          <p:cNvSpPr txBox="1"/>
          <p:nvPr/>
        </p:nvSpPr>
        <p:spPr>
          <a:xfrm>
            <a:off x="943080" y="770610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F750585-BA20-179B-D56D-890B15AA7B3F}"/>
              </a:ext>
            </a:extLst>
          </p:cNvPr>
          <p:cNvSpPr txBox="1"/>
          <p:nvPr/>
        </p:nvSpPr>
        <p:spPr>
          <a:xfrm>
            <a:off x="4259858" y="770610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10AC58C-052B-52A3-628A-5FA5EBAB276F}"/>
              </a:ext>
            </a:extLst>
          </p:cNvPr>
          <p:cNvSpPr txBox="1"/>
          <p:nvPr/>
        </p:nvSpPr>
        <p:spPr>
          <a:xfrm>
            <a:off x="7576637" y="770610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90453E-421F-C0BA-4A8C-471A91923583}"/>
              </a:ext>
            </a:extLst>
          </p:cNvPr>
          <p:cNvSpPr txBox="1"/>
          <p:nvPr/>
        </p:nvSpPr>
        <p:spPr>
          <a:xfrm>
            <a:off x="595656" y="185461"/>
            <a:ext cx="21646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chemeClr val="accent4"/>
                </a:solidFill>
              </a:rPr>
              <a:t>ЖЕҢИЛ</a:t>
            </a:r>
            <a:endParaRPr lang="en-US" sz="36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F2ED16-EF77-525B-E7FA-586CA1ED664C}"/>
              </a:ext>
            </a:extLst>
          </p:cNvPr>
          <p:cNvSpPr/>
          <p:nvPr/>
        </p:nvSpPr>
        <p:spPr>
          <a:xfrm>
            <a:off x="4148331" y="259062"/>
            <a:ext cx="1542716" cy="46443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3600" b="1" dirty="0">
                <a:solidFill>
                  <a:srgbClr val="00B050"/>
                </a:solidFill>
              </a:rPr>
              <a:t>ОРТО</a:t>
            </a:r>
            <a:endParaRPr lang="en-US" sz="2400" b="1" dirty="0">
              <a:solidFill>
                <a:srgbClr val="00B05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9CDEEA-B287-3990-405B-F2EBB51D5294}"/>
              </a:ext>
            </a:extLst>
          </p:cNvPr>
          <p:cNvSpPr txBox="1"/>
          <p:nvPr/>
        </p:nvSpPr>
        <p:spPr>
          <a:xfrm>
            <a:off x="7506361" y="178418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chemeClr val="accent1">
                    <a:lumMod val="75000"/>
                  </a:schemeClr>
                </a:solidFill>
              </a:rPr>
              <a:t>ООР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8010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5" grpId="0" animBg="1"/>
      <p:bldP spid="19" grpId="0" animBg="1"/>
      <p:bldP spid="23" grpId="0" animBg="1"/>
      <p:bldP spid="26" grpId="0" animBg="1"/>
      <p:bldP spid="30" grpId="0" animBg="1"/>
      <p:bldP spid="35" grpId="0" animBg="1"/>
      <p:bldP spid="41" grpId="0" animBg="1"/>
      <p:bldP spid="45" grpId="0" animBg="1"/>
      <p:bldP spid="51" grpId="0" animBg="1"/>
      <p:bldP spid="54" grpId="0" animBg="1"/>
      <p:bldP spid="58" grpId="0" animBg="1"/>
      <p:bldP spid="61" grpId="0" animBg="1"/>
      <p:bldP spid="64" grpId="0" animBg="1"/>
      <p:bldP spid="68" grpId="0" animBg="1"/>
      <p:bldP spid="71" grpId="0" animBg="1"/>
      <p:bldP spid="7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A487B5-62F4-B0BA-3940-212B0730F6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19" y="28289"/>
            <a:ext cx="4803981" cy="32997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CA14E73-E299-3A35-B784-D369C9112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3802" y="28289"/>
            <a:ext cx="4803981" cy="32997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EBDF94-C77B-2B71-1C7A-23BB40D5F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29938"/>
            <a:ext cx="4803981" cy="32997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7197D8D-71CE-3128-FD0F-C35CF0F4D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2200" y="3558228"/>
            <a:ext cx="4803981" cy="3299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408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1383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3107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40000"/>
            <a:lumOff val="60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10676</TotalTime>
  <Words>303</Words>
  <Application>Microsoft Office PowerPoint</Application>
  <PresentationFormat>A4 Paper (210x297 mm)</PresentationFormat>
  <Paragraphs>120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Calibri Light</vt:lpstr>
      <vt:lpstr>Arial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546</cp:revision>
  <cp:lastPrinted>2017-12-31T22:38:51Z</cp:lastPrinted>
  <dcterms:created xsi:type="dcterms:W3CDTF">2017-01-17T16:57:04Z</dcterms:created>
  <dcterms:modified xsi:type="dcterms:W3CDTF">2024-06-03T08:11:04Z</dcterms:modified>
</cp:coreProperties>
</file>