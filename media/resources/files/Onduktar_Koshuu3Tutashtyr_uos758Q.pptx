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4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548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15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08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0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9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31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67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52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3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56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3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Кошуу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324368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60101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+ 1.7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 + 4.1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 + 2.6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 + 3.1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 + 2.6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 + 3.7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+ 1.6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 + 2.5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 + 0.3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 + 0.7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 + 1.4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 + 1.1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30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8391</TotalTime>
  <Words>175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 Light</vt:lpstr>
      <vt:lpstr>Ravie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2024-09-02T18:58:28Z</dcterms:modified>
</cp:coreProperties>
</file>