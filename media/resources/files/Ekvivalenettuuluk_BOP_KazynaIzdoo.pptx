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1" r:id="rId4"/>
    <p:sldId id="955" r:id="rId5"/>
    <p:sldId id="961" r:id="rId6"/>
    <p:sldId id="958" r:id="rId7"/>
    <p:sldId id="959" r:id="rId8"/>
    <p:sldId id="965" r:id="rId9"/>
    <p:sldId id="960" r:id="rId10"/>
    <p:sldId id="964" r:id="rId11"/>
    <p:sldId id="962" r:id="rId12"/>
    <p:sldId id="953" r:id="rId13"/>
    <p:sldId id="963" r:id="rId14"/>
    <p:sldId id="950" r:id="rId15"/>
    <p:sldId id="952" r:id="rId16"/>
    <p:sldId id="954" r:id="rId17"/>
    <p:sldId id="957" r:id="rId18"/>
    <p:sldId id="956" r:id="rId19"/>
    <p:sldId id="1063" r:id="rId20"/>
    <p:sldId id="889" r:id="rId21"/>
    <p:sldId id="1061" r:id="rId22"/>
    <p:sldId id="1062" r:id="rId23"/>
    <p:sldId id="967" r:id="rId24"/>
  </p:sldIdLst>
  <p:sldSz cx="9906000" cy="6858000" type="A4"/>
  <p:notesSz cx="7104063" cy="10234613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1"/>
            <p14:sldId id="955"/>
            <p14:sldId id="961"/>
            <p14:sldId id="958"/>
            <p14:sldId id="959"/>
            <p14:sldId id="965"/>
            <p14:sldId id="960"/>
            <p14:sldId id="964"/>
            <p14:sldId id="962"/>
            <p14:sldId id="953"/>
            <p14:sldId id="963"/>
            <p14:sldId id="950"/>
            <p14:sldId id="952"/>
            <p14:sldId id="954"/>
            <p14:sldId id="957"/>
            <p14:sldId id="956"/>
          </p14:sldIdLst>
        </p14:section>
        <p14:section name="Мугалимдин жооп баракчасы" id="{E2D7BDB3-F176-4040-BFF6-DC0F47462F39}">
          <p14:sldIdLst>
            <p14:sldId id="1063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7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12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7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Эквиваленттүүлүк – Бөлчөктөр, Ондуктар жана Пайыздар </a:t>
            </a:r>
            <a:r>
              <a:rPr lang="en-US" sz="2400" dirty="0"/>
              <a:t>– </a:t>
            </a:r>
            <a:r>
              <a:rPr lang="ky-KG" sz="2400" b="1" dirty="0"/>
              <a:t>Казына 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Бөлчөктөр,</a:t>
            </a:r>
          </a:p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Ондуктар</a:t>
            </a:r>
          </a:p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&amp;Пайыздар</a:t>
            </a:r>
            <a:endParaRPr lang="en-US" sz="60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64F69F-767E-4026-AC26-34B1ECC83017}"/>
              </a:ext>
            </a:extLst>
          </p:cNvPr>
          <p:cNvSpPr txBox="1"/>
          <p:nvPr/>
        </p:nvSpPr>
        <p:spPr>
          <a:xfrm>
            <a:off x="155856" y="2555375"/>
            <a:ext cx="7088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ондукту, бөлчөккө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7F14F5-FB03-4881-9BFA-93D4B91A0D66}"/>
                  </a:ext>
                </a:extLst>
              </p:cNvPr>
              <p:cNvSpPr txBox="1"/>
              <p:nvPr/>
            </p:nvSpPr>
            <p:spPr>
              <a:xfrm>
                <a:off x="2972326" y="354397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7F14F5-FB03-4881-9BFA-93D4B91A0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326" y="3543970"/>
                <a:ext cx="2906565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968808-5AFA-41ED-81DE-C9A4C8F4FC9F}"/>
                  </a:ext>
                </a:extLst>
              </p:cNvPr>
              <p:cNvSpPr txBox="1"/>
              <p:nvPr/>
            </p:nvSpPr>
            <p:spPr>
              <a:xfrm>
                <a:off x="2755450" y="136076"/>
                <a:ext cx="276069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0.65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968808-5AFA-41ED-81DE-C9A4C8F4F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450" y="136076"/>
                <a:ext cx="2760691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014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w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1FDB3-DCE0-4262-8215-D6FAACBE39A0}"/>
              </a:ext>
            </a:extLst>
          </p:cNvPr>
          <p:cNvSpPr txBox="1"/>
          <p:nvPr/>
        </p:nvSpPr>
        <p:spPr>
          <a:xfrm>
            <a:off x="155856" y="2555375"/>
            <a:ext cx="7071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бөлчөктү, пайызга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DA70C4-2C27-4E32-BD3C-E7FF61AA4807}"/>
                  </a:ext>
                </a:extLst>
              </p:cNvPr>
              <p:cNvSpPr txBox="1"/>
              <p:nvPr/>
            </p:nvSpPr>
            <p:spPr>
              <a:xfrm>
                <a:off x="3737256" y="3209863"/>
                <a:ext cx="2079415" cy="30910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3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GB" sz="138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DA70C4-2C27-4E32-BD3C-E7FF61AA4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256" y="3209863"/>
                <a:ext cx="2079415" cy="30910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865738-36AC-40E3-81BA-B964EDDF5D5C}"/>
                  </a:ext>
                </a:extLst>
              </p:cNvPr>
              <p:cNvSpPr txBox="1"/>
              <p:nvPr/>
            </p:nvSpPr>
            <p:spPr>
              <a:xfrm>
                <a:off x="3203858" y="109699"/>
                <a:ext cx="223971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5%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865738-36AC-40E3-81BA-B964EDDF5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58" y="109699"/>
                <a:ext cx="2239716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190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DA9B9-B4A7-4CD0-9AE2-B9564BE40E16}"/>
              </a:ext>
            </a:extLst>
          </p:cNvPr>
          <p:cNvSpPr txBox="1"/>
          <p:nvPr/>
        </p:nvSpPr>
        <p:spPr>
          <a:xfrm>
            <a:off x="155856" y="2555375"/>
            <a:ext cx="7068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пайызды, ондукка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C73347-EFCA-41DA-BB79-8921D20A3339}"/>
                  </a:ext>
                </a:extLst>
              </p:cNvPr>
              <p:cNvSpPr txBox="1"/>
              <p:nvPr/>
            </p:nvSpPr>
            <p:spPr>
              <a:xfrm>
                <a:off x="2937157" y="3587932"/>
                <a:ext cx="3139000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1%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C73347-EFCA-41DA-BB79-8921D20A3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157" y="3587932"/>
                <a:ext cx="3139000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ACF1E6-EC3B-4E59-AD65-550FE08B2026}"/>
                  </a:ext>
                </a:extLst>
              </p:cNvPr>
              <p:cNvSpPr txBox="1"/>
              <p:nvPr/>
            </p:nvSpPr>
            <p:spPr>
              <a:xfrm>
                <a:off x="3413133" y="1649"/>
                <a:ext cx="16385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83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ACF1E6-EC3B-4E59-AD65-550FE08B2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33" y="1649"/>
                <a:ext cx="1638590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38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812A1-8176-48E6-B04A-5273BDBED83E}"/>
              </a:ext>
            </a:extLst>
          </p:cNvPr>
          <p:cNvSpPr txBox="1"/>
          <p:nvPr/>
        </p:nvSpPr>
        <p:spPr>
          <a:xfrm>
            <a:off x="155856" y="2555375"/>
            <a:ext cx="7098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ондукту,бөлчөккө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10D9E9-C14B-45AE-97BD-C0816FD815CC}"/>
                  </a:ext>
                </a:extLst>
              </p:cNvPr>
              <p:cNvSpPr txBox="1"/>
              <p:nvPr/>
            </p:nvSpPr>
            <p:spPr>
              <a:xfrm>
                <a:off x="2734933" y="3596724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0.24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10D9E9-C14B-45AE-97BD-C0816FD81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933" y="3596724"/>
                <a:ext cx="3886000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00C2AA-44D5-4833-B0EE-330F91E29D94}"/>
                  </a:ext>
                </a:extLst>
              </p:cNvPr>
              <p:cNvSpPr txBox="1"/>
              <p:nvPr/>
            </p:nvSpPr>
            <p:spPr>
              <a:xfrm>
                <a:off x="3641733" y="-15936"/>
                <a:ext cx="1212191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00C2AA-44D5-4833-B0EE-330F91E29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733" y="-15936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67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84F4F-7326-433C-8E54-62B0AD310CB2}"/>
              </a:ext>
            </a:extLst>
          </p:cNvPr>
          <p:cNvSpPr txBox="1"/>
          <p:nvPr/>
        </p:nvSpPr>
        <p:spPr>
          <a:xfrm>
            <a:off x="155856" y="2555375"/>
            <a:ext cx="7068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пайызды, ондукка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EE9B29-7881-43EE-9570-BE64A38BEFA9}"/>
                  </a:ext>
                </a:extLst>
              </p:cNvPr>
              <p:cNvSpPr txBox="1"/>
              <p:nvPr/>
            </p:nvSpPr>
            <p:spPr>
              <a:xfrm>
                <a:off x="2488749" y="3526386"/>
                <a:ext cx="4118435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EE9B29-7881-43EE-9570-BE64A38BE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49" y="3526386"/>
                <a:ext cx="4118435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5D98A1-021C-44C7-872B-2E72678EA48F}"/>
                  </a:ext>
                </a:extLst>
              </p:cNvPr>
              <p:cNvSpPr txBox="1"/>
              <p:nvPr/>
            </p:nvSpPr>
            <p:spPr>
              <a:xfrm>
                <a:off x="3580187" y="-7143"/>
                <a:ext cx="1212191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5D98A1-021C-44C7-872B-2E72678EA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87" y="-7143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444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D35AA-8AEF-45A8-9CAA-2F94B323CC03}"/>
              </a:ext>
            </a:extLst>
          </p:cNvPr>
          <p:cNvSpPr txBox="1"/>
          <p:nvPr/>
        </p:nvSpPr>
        <p:spPr>
          <a:xfrm>
            <a:off x="155856" y="2555375"/>
            <a:ext cx="685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ондукту, пайызга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9BD5A0-5547-43C6-B462-9B5948D9DE4D}"/>
                  </a:ext>
                </a:extLst>
              </p:cNvPr>
              <p:cNvSpPr txBox="1"/>
              <p:nvPr/>
            </p:nvSpPr>
            <p:spPr>
              <a:xfrm>
                <a:off x="2673388" y="3570347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9BD5A0-5547-43C6-B462-9B5948D9D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388" y="3570347"/>
                <a:ext cx="3886000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6A6EAB-D3E4-444C-91C3-185263CEE6BD}"/>
                  </a:ext>
                </a:extLst>
              </p:cNvPr>
              <p:cNvSpPr txBox="1"/>
              <p:nvPr/>
            </p:nvSpPr>
            <p:spPr>
              <a:xfrm>
                <a:off x="2984052" y="171245"/>
                <a:ext cx="292099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30%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6A6EAB-D3E4-444C-91C3-185263CEE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052" y="171245"/>
                <a:ext cx="2920992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50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88DE2F-67F1-4F4B-B100-BB1808E4CB5B}"/>
              </a:ext>
            </a:extLst>
          </p:cNvPr>
          <p:cNvSpPr txBox="1"/>
          <p:nvPr/>
        </p:nvSpPr>
        <p:spPr>
          <a:xfrm>
            <a:off x="155856" y="2555375"/>
            <a:ext cx="7088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ондукту, бөлчөккө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6FDB9F-30E5-4135-9150-0838E521A406}"/>
                  </a:ext>
                </a:extLst>
              </p:cNvPr>
              <p:cNvSpPr txBox="1"/>
              <p:nvPr/>
            </p:nvSpPr>
            <p:spPr>
              <a:xfrm>
                <a:off x="2734934" y="3535178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0.83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6FDB9F-30E5-4135-9150-0838E521A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934" y="3535178"/>
                <a:ext cx="3886000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056287-9285-49B6-9775-04166F790888}"/>
                  </a:ext>
                </a:extLst>
              </p:cNvPr>
              <p:cNvSpPr txBox="1"/>
              <p:nvPr/>
            </p:nvSpPr>
            <p:spPr>
              <a:xfrm>
                <a:off x="2984052" y="171245"/>
                <a:ext cx="276069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056287-9285-49B6-9775-04166F790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052" y="171245"/>
                <a:ext cx="2760691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000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97CB9D-8A05-49A1-98FB-DD538EF65AEA}"/>
              </a:ext>
            </a:extLst>
          </p:cNvPr>
          <p:cNvSpPr txBox="1"/>
          <p:nvPr/>
        </p:nvSpPr>
        <p:spPr>
          <a:xfrm>
            <a:off x="155856" y="2555375"/>
            <a:ext cx="7071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бөлчөктү,пайызга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9A5548-4C2D-4A87-85FE-9F01E4B434F1}"/>
                  </a:ext>
                </a:extLst>
              </p:cNvPr>
              <p:cNvSpPr txBox="1"/>
              <p:nvPr/>
            </p:nvSpPr>
            <p:spPr>
              <a:xfrm>
                <a:off x="3746049" y="3148317"/>
                <a:ext cx="2079415" cy="310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3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138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9A5548-4C2D-4A87-85FE-9F01E4B4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049" y="3148317"/>
                <a:ext cx="2079415" cy="31087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B09A4A-7932-4B7E-AC92-E5403EBA4E9D}"/>
                  </a:ext>
                </a:extLst>
              </p:cNvPr>
              <p:cNvSpPr txBox="1"/>
              <p:nvPr/>
            </p:nvSpPr>
            <p:spPr>
              <a:xfrm>
                <a:off x="3545018" y="1649"/>
                <a:ext cx="1212191" cy="18209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B09A4A-7932-4B7E-AC92-E5403EBA4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018" y="1649"/>
                <a:ext cx="1212191" cy="18209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96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01B59-0E57-4DD4-A8E9-783D8380E640}"/>
              </a:ext>
            </a:extLst>
          </p:cNvPr>
          <p:cNvSpPr txBox="1"/>
          <p:nvPr/>
        </p:nvSpPr>
        <p:spPr>
          <a:xfrm>
            <a:off x="155856" y="2555375"/>
            <a:ext cx="7075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бөлчөктү,ондукка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523910-2771-47CB-9B5D-17BD0E8AF701}"/>
                  </a:ext>
                </a:extLst>
              </p:cNvPr>
              <p:cNvSpPr txBox="1"/>
              <p:nvPr/>
            </p:nvSpPr>
            <p:spPr>
              <a:xfrm>
                <a:off x="3825179" y="3209863"/>
                <a:ext cx="1332416" cy="30910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3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138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523910-2771-47CB-9B5D-17BD0E8AF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179" y="3209863"/>
                <a:ext cx="1332416" cy="30910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153525-60C2-4F15-B14E-79F01C7B6BA0}"/>
                  </a:ext>
                </a:extLst>
              </p:cNvPr>
              <p:cNvSpPr txBox="1"/>
              <p:nvPr/>
            </p:nvSpPr>
            <p:spPr>
              <a:xfrm>
                <a:off x="2984052" y="171245"/>
                <a:ext cx="276069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153525-60C2-4F15-B14E-79F01C7B6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052" y="171245"/>
                <a:ext cx="2760691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967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300BC-2079-4C1A-9753-A3CECD261D75}"/>
              </a:ext>
            </a:extLst>
          </p:cNvPr>
          <p:cNvSpPr txBox="1"/>
          <p:nvPr/>
        </p:nvSpPr>
        <p:spPr>
          <a:xfrm>
            <a:off x="155856" y="2555375"/>
            <a:ext cx="7071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бөлчөктү, пайызга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358472-7D5F-4418-901E-51D89B303060}"/>
                  </a:ext>
                </a:extLst>
              </p:cNvPr>
              <p:cNvSpPr txBox="1"/>
              <p:nvPr/>
            </p:nvSpPr>
            <p:spPr>
              <a:xfrm>
                <a:off x="3737256" y="3209863"/>
                <a:ext cx="2079415" cy="30967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3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lang="en-GB" sz="138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358472-7D5F-4418-901E-51D89B303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256" y="3209863"/>
                <a:ext cx="2079415" cy="30967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F7993E-E775-454B-9E9B-E7C8B942597F}"/>
                  </a:ext>
                </a:extLst>
              </p:cNvPr>
              <p:cNvSpPr txBox="1"/>
              <p:nvPr/>
            </p:nvSpPr>
            <p:spPr>
              <a:xfrm>
                <a:off x="3764826" y="19233"/>
                <a:ext cx="785792" cy="1823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F7993E-E775-454B-9E9B-E7C8B9425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826" y="19233"/>
                <a:ext cx="785792" cy="18235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020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32F2C-1F03-47CC-B2B0-FB2252A8A40D}"/>
              </a:ext>
            </a:extLst>
          </p:cNvPr>
          <p:cNvSpPr txBox="1"/>
          <p:nvPr/>
        </p:nvSpPr>
        <p:spPr>
          <a:xfrm>
            <a:off x="155856" y="2555375"/>
            <a:ext cx="7303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пайызды,бөлчөккө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A570F2-D789-4369-AC03-EDC7A6C0ADBB}"/>
                  </a:ext>
                </a:extLst>
              </p:cNvPr>
              <p:cNvSpPr txBox="1"/>
              <p:nvPr/>
            </p:nvSpPr>
            <p:spPr>
              <a:xfrm>
                <a:off x="2488749" y="3526386"/>
                <a:ext cx="4118435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35%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A570F2-D789-4369-AC03-EDC7A6C0A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49" y="3526386"/>
                <a:ext cx="4118435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DA7D4C-7AE7-4AAF-92FB-383AA78636B6}"/>
                  </a:ext>
                </a:extLst>
              </p:cNvPr>
              <p:cNvSpPr txBox="1"/>
              <p:nvPr/>
            </p:nvSpPr>
            <p:spPr>
              <a:xfrm>
                <a:off x="2984052" y="171245"/>
                <a:ext cx="276069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DA7D4C-7AE7-4AAF-92FB-383AA7863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052" y="171245"/>
                <a:ext cx="2760691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43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CEE3E-C509-47F9-94D5-194AAE29B888}"/>
              </a:ext>
            </a:extLst>
          </p:cNvPr>
          <p:cNvSpPr txBox="1"/>
          <p:nvPr/>
        </p:nvSpPr>
        <p:spPr>
          <a:xfrm>
            <a:off x="155856" y="2555375"/>
            <a:ext cx="7075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бөлчөктү, ондукка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EE64F2-EC4D-4D74-AADF-5CB55BD38FE0}"/>
                  </a:ext>
                </a:extLst>
              </p:cNvPr>
              <p:cNvSpPr txBox="1"/>
              <p:nvPr/>
            </p:nvSpPr>
            <p:spPr>
              <a:xfrm>
                <a:off x="3737256" y="3209863"/>
                <a:ext cx="2079415" cy="310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3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GB" sz="138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EE64F2-EC4D-4D74-AADF-5CB55BD38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256" y="3209863"/>
                <a:ext cx="2079415" cy="31087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F37D85-2D7B-4064-8266-1C23200FACC3}"/>
                  </a:ext>
                </a:extLst>
              </p:cNvPr>
              <p:cNvSpPr txBox="1"/>
              <p:nvPr/>
            </p:nvSpPr>
            <p:spPr>
              <a:xfrm>
                <a:off x="2984052" y="171245"/>
                <a:ext cx="292099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99%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F37D85-2D7B-4064-8266-1C23200FA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052" y="171245"/>
                <a:ext cx="2920992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9AFF9E-37A1-44FC-A6B7-FF2EA6686D0D}"/>
              </a:ext>
            </a:extLst>
          </p:cNvPr>
          <p:cNvSpPr txBox="1"/>
          <p:nvPr/>
        </p:nvSpPr>
        <p:spPr>
          <a:xfrm>
            <a:off x="155856" y="2555375"/>
            <a:ext cx="72013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пайызды,бөлчөккө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B87752-D700-4F4C-98C4-650111E03923}"/>
                  </a:ext>
                </a:extLst>
              </p:cNvPr>
              <p:cNvSpPr txBox="1"/>
              <p:nvPr/>
            </p:nvSpPr>
            <p:spPr>
              <a:xfrm>
                <a:off x="2488749" y="3526386"/>
                <a:ext cx="4118435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60%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B87752-D700-4F4C-98C4-650111E03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49" y="3526386"/>
                <a:ext cx="4118435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E9249B-BD1F-45EB-8003-482F6C4C57C0}"/>
                  </a:ext>
                </a:extLst>
              </p:cNvPr>
              <p:cNvSpPr txBox="1"/>
              <p:nvPr/>
            </p:nvSpPr>
            <p:spPr>
              <a:xfrm>
                <a:off x="3764826" y="19233"/>
                <a:ext cx="785792" cy="1823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E9249B-BD1F-45EB-8003-482F6C4C5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826" y="19233"/>
                <a:ext cx="785792" cy="18235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39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DB600-35DE-40F3-B6F8-D647D9625C01}"/>
              </a:ext>
            </a:extLst>
          </p:cNvPr>
          <p:cNvSpPr txBox="1"/>
          <p:nvPr/>
        </p:nvSpPr>
        <p:spPr>
          <a:xfrm>
            <a:off x="155856" y="2555375"/>
            <a:ext cx="685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ондукту, пайызга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428E6A-D700-47F7-B521-89DF9CE7076B}"/>
                  </a:ext>
                </a:extLst>
              </p:cNvPr>
              <p:cNvSpPr txBox="1"/>
              <p:nvPr/>
            </p:nvSpPr>
            <p:spPr>
              <a:xfrm>
                <a:off x="2620633" y="3535178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428E6A-D700-47F7-B521-89DF9CE70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633" y="3535178"/>
                <a:ext cx="3886000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F19A87-1A55-4491-8D7E-999065DCFBCA}"/>
                  </a:ext>
                </a:extLst>
              </p:cNvPr>
              <p:cNvSpPr txBox="1"/>
              <p:nvPr/>
            </p:nvSpPr>
            <p:spPr>
              <a:xfrm>
                <a:off x="2755450" y="136076"/>
                <a:ext cx="292099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28%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F19A87-1A55-4491-8D7E-999065DCF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450" y="136076"/>
                <a:ext cx="2920992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48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u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EDC59-5F5B-476E-BB49-053D8F238FE2}"/>
              </a:ext>
            </a:extLst>
          </p:cNvPr>
          <p:cNvSpPr txBox="1"/>
          <p:nvPr/>
        </p:nvSpPr>
        <p:spPr>
          <a:xfrm>
            <a:off x="155856" y="2555375"/>
            <a:ext cx="72013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пайызды,бөлчөккө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BA27F8-954A-427C-9DFC-48E491B34F0C}"/>
                  </a:ext>
                </a:extLst>
              </p:cNvPr>
              <p:cNvSpPr txBox="1"/>
              <p:nvPr/>
            </p:nvSpPr>
            <p:spPr>
              <a:xfrm>
                <a:off x="2488749" y="3526386"/>
                <a:ext cx="4118435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22%</m:t>
                      </m:r>
                    </m:oMath>
                  </m:oMathPara>
                </a14:m>
                <a:endParaRPr lang="en-GB" sz="13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BA27F8-954A-427C-9DFC-48E491B34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49" y="3526386"/>
                <a:ext cx="4118435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7A8220-E290-42A9-8C28-29218F157738}"/>
                  </a:ext>
                </a:extLst>
              </p:cNvPr>
              <p:cNvSpPr txBox="1"/>
              <p:nvPr/>
            </p:nvSpPr>
            <p:spPr>
              <a:xfrm>
                <a:off x="3071975" y="100907"/>
                <a:ext cx="2079415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7A8220-E290-42A9-8C28-29218F157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975" y="100907"/>
                <a:ext cx="2079415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9317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EBBD60-23EC-480B-B60D-E8873CA15003}"/>
              </a:ext>
            </a:extLst>
          </p:cNvPr>
          <p:cNvSpPr txBox="1"/>
          <p:nvPr/>
        </p:nvSpPr>
        <p:spPr>
          <a:xfrm>
            <a:off x="155856" y="2555375"/>
            <a:ext cx="7075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Берилген бөлчөктү,ондукка айландыр.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1ABADF-01C8-41B4-906C-E91EB6934D90}"/>
                  </a:ext>
                </a:extLst>
              </p:cNvPr>
              <p:cNvSpPr txBox="1"/>
              <p:nvPr/>
            </p:nvSpPr>
            <p:spPr>
              <a:xfrm>
                <a:off x="3737256" y="3209863"/>
                <a:ext cx="1332416" cy="30910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3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13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38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1ABADF-01C8-41B4-906C-E91EB6934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256" y="3209863"/>
                <a:ext cx="1332416" cy="30910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3CA3E0-07E3-4F73-9228-A574702B7F5A}"/>
                  </a:ext>
                </a:extLst>
              </p:cNvPr>
              <p:cNvSpPr txBox="1"/>
              <p:nvPr/>
            </p:nvSpPr>
            <p:spPr>
              <a:xfrm>
                <a:off x="2781828" y="127284"/>
                <a:ext cx="292099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1" dirty="0" smtClean="0">
                          <a:latin typeface="Cambria Math" panose="02040503050406030204" pitchFamily="18" charset="0"/>
                        </a:rPr>
                        <m:t>55%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3CA3E0-07E3-4F73-9228-A574702B7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828" y="127284"/>
                <a:ext cx="2920992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721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0175334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  <a:p>
                          <a:pPr algn="ctr"/>
                          <a:endParaRPr lang="en-GB" sz="3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0.75</m:t>
                                </m:r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  <a:endParaRPr lang="en-GB" sz="3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W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  <a:p>
                          <a:pPr algn="ctr"/>
                          <a:endParaRPr lang="en-GB" sz="3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J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30%</m:t>
                                </m:r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  <a:r>
                            <a:rPr lang="ky-KG" sz="32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endParaRPr lang="en-GB" sz="3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0.01</m:t>
                                </m:r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99%</m:t>
                                </m:r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0175334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  <a:p>
                          <a:pPr algn="ctr"/>
                          <a:endParaRPr lang="en-GB" sz="3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0579" r="-159839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0579" r="-803" b="-3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  <a:endParaRPr lang="en-GB" sz="3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W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  <a:p>
                          <a:pPr algn="ctr"/>
                          <a:endParaRPr lang="en-GB" sz="3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231535" r="-477912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J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231535" r="-803" b="-101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30165" r="-31887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  <a:r>
                            <a:rPr lang="ky-KG" sz="3200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endParaRPr lang="en-GB" sz="3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30165" r="-803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2042278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103602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 err="1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d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b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z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w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q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u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e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f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p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l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c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x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o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2878169" y="54354"/>
            <a:ext cx="414966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8371</TotalTime>
  <Words>350</Words>
  <Application>Microsoft Office PowerPoint</Application>
  <PresentationFormat>A4 Paper (210x297 mm)</PresentationFormat>
  <Paragraphs>157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367</cp:revision>
  <cp:lastPrinted>2019-03-15T08:21:48Z</cp:lastPrinted>
  <dcterms:created xsi:type="dcterms:W3CDTF">2017-01-17T16:57:04Z</dcterms:created>
  <dcterms:modified xsi:type="dcterms:W3CDTF">2024-09-03T15:58:31Z</dcterms:modified>
</cp:coreProperties>
</file>