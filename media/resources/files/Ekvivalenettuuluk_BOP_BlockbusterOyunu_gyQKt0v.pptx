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60" r:id="rId2"/>
    <p:sldId id="961" r:id="rId3"/>
    <p:sldId id="940" r:id="rId4"/>
    <p:sldId id="298" r:id="rId5"/>
    <p:sldId id="302" r:id="rId6"/>
    <p:sldId id="266" r:id="rId7"/>
    <p:sldId id="277" r:id="rId8"/>
    <p:sldId id="279" r:id="rId9"/>
    <p:sldId id="282" r:id="rId10"/>
    <p:sldId id="270" r:id="rId11"/>
    <p:sldId id="269" r:id="rId12"/>
    <p:sldId id="273" r:id="rId13"/>
    <p:sldId id="265" r:id="rId14"/>
    <p:sldId id="272" r:id="rId15"/>
    <p:sldId id="278" r:id="rId16"/>
    <p:sldId id="289" r:id="rId17"/>
    <p:sldId id="271" r:id="rId18"/>
    <p:sldId id="284" r:id="rId19"/>
    <p:sldId id="274" r:id="rId20"/>
    <p:sldId id="287" r:id="rId21"/>
    <p:sldId id="276" r:id="rId22"/>
    <p:sldId id="267" r:id="rId23"/>
    <p:sldId id="285" r:id="rId24"/>
    <p:sldId id="268" r:id="rId25"/>
    <p:sldId id="286" r:id="rId26"/>
    <p:sldId id="275" r:id="rId27"/>
    <p:sldId id="283" r:id="rId28"/>
    <p:sldId id="280" r:id="rId29"/>
    <p:sldId id="288" r:id="rId30"/>
    <p:sldId id="281" r:id="rId31"/>
    <p:sldId id="941" r:id="rId32"/>
  </p:sldIdLst>
  <p:sldSz cx="9906000" cy="6858000" type="A4"/>
  <p:notesSz cx="6889750" cy="10021888"/>
  <p:embeddedFontLst>
    <p:embeddedFont>
      <p:font typeface="Cambria Math" panose="02040503050406030204" pitchFamily="18" charset="0"/>
      <p:regular r:id="rId34"/>
    </p:embeddedFont>
    <p:embeddedFont>
      <p:font typeface="Sylfaen" panose="010A0502050306030303" pitchFamily="18" charset="0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  <p14:sldId id="961"/>
            <p14:sldId id="940"/>
          </p14:sldIdLst>
        </p14:section>
        <p14:section name="Титулдук слайд" id="{059544AC-2C27-45B1-9F95-F87DF8854DD6}">
          <p14:sldIdLst>
            <p14:sldId id="298"/>
          </p14:sldIdLst>
        </p14:section>
        <p14:section name="Оюн тактасы" id="{3D8DB889-E63E-4B80-A5EC-319851BCE2AD}">
          <p14:sldIdLst>
            <p14:sldId id="302"/>
          </p14:sldIdLst>
        </p14:section>
        <p14:section name="Суроолор" id="{4C156A6F-C1A9-4DDE-83CC-F96388F98FA5}">
          <p14:sldIdLst>
            <p14:sldId id="266"/>
            <p14:sldId id="277"/>
            <p14:sldId id="279"/>
            <p14:sldId id="282"/>
            <p14:sldId id="270"/>
            <p14:sldId id="269"/>
            <p14:sldId id="273"/>
            <p14:sldId id="265"/>
            <p14:sldId id="272"/>
            <p14:sldId id="278"/>
            <p14:sldId id="289"/>
            <p14:sldId id="271"/>
            <p14:sldId id="284"/>
            <p14:sldId id="274"/>
            <p14:sldId id="287"/>
            <p14:sldId id="276"/>
            <p14:sldId id="267"/>
            <p14:sldId id="285"/>
            <p14:sldId id="268"/>
            <p14:sldId id="286"/>
            <p14:sldId id="275"/>
            <p14:sldId id="283"/>
            <p14:sldId id="280"/>
            <p14:sldId id="288"/>
            <p14:sldId id="281"/>
          </p14:sldIdLst>
        </p14:section>
        <p14:section name="Кайтарым байланыш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38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92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51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Эквиваленттүүлүк – Бөлчөктөр, Ондуктар &amp; Пайыздар –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Блокбасте</a:t>
            </a:r>
            <a:r>
              <a:rPr lang="ky-KG" b="1" dirty="0">
                <a:solidFill>
                  <a:prstClr val="black"/>
                </a:solidFill>
                <a:latin typeface="Calibri" panose="020F0502020204030204"/>
              </a:rPr>
              <a:t>р оюну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математикалык ыкманын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демонстрацияларын камсыз кылат.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6" y="309551"/>
            <a:ext cx="8860367" cy="453354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Тиешелүү суроого өтүү үчүн алты бурчтук тамганы басыңыз/тийиңиз.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Алар үчүн алты бурчтук талап кылуу үчүн команданын түсүн тандаңыз.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kumimoji="0" lang="en-GB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салышатю.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28%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2752785" y="695118"/>
            <a:ext cx="4400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F2B132-B510-490A-8AA4-A4D035E09473}"/>
              </a:ext>
            </a:extLst>
          </p:cNvPr>
          <p:cNvSpPr txBox="1"/>
          <p:nvPr/>
        </p:nvSpPr>
        <p:spPr>
          <a:xfrm>
            <a:off x="3554220" y="2162892"/>
            <a:ext cx="27975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0.28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2/5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0E28CD-EA4B-4694-A7F3-684F6FE595A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41F83-7A36-4F50-90F3-BAF9C3473C95}"/>
              </a:ext>
            </a:extLst>
          </p:cNvPr>
          <p:cNvSpPr txBox="1"/>
          <p:nvPr/>
        </p:nvSpPr>
        <p:spPr>
          <a:xfrm>
            <a:off x="2609254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EC6CA8-00BF-4B65-BF00-8A703E27ED72}"/>
              </a:ext>
            </a:extLst>
          </p:cNvPr>
          <p:cNvSpPr txBox="1"/>
          <p:nvPr/>
        </p:nvSpPr>
        <p:spPr>
          <a:xfrm>
            <a:off x="3927719" y="2162892"/>
            <a:ext cx="205056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0.4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11/20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776C3F-9861-4A9E-93E8-8D649D0A033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B62FD-8E72-4285-937F-ACB79E7F3509}"/>
              </a:ext>
            </a:extLst>
          </p:cNvPr>
          <p:cNvSpPr txBox="1"/>
          <p:nvPr/>
        </p:nvSpPr>
        <p:spPr>
          <a:xfrm>
            <a:off x="2609254" y="695118"/>
            <a:ext cx="46875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74AD25-A255-4855-ACA2-DAE88097FB9C}"/>
              </a:ext>
            </a:extLst>
          </p:cNvPr>
          <p:cNvSpPr txBox="1"/>
          <p:nvPr/>
        </p:nvSpPr>
        <p:spPr>
          <a:xfrm>
            <a:off x="3586279" y="2162892"/>
            <a:ext cx="273344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55%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0.75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1A5D94-6C82-4E62-85CF-8D48E6649FB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117CB8-8119-4084-8D3A-AB72014060C2}"/>
              </a:ext>
            </a:extLst>
          </p:cNvPr>
          <p:cNvSpPr txBox="1"/>
          <p:nvPr/>
        </p:nvSpPr>
        <p:spPr>
          <a:xfrm>
            <a:off x="2609249" y="327611"/>
            <a:ext cx="46875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B5D477-00FE-40D2-8A7D-40682A24B71D}"/>
                  </a:ext>
                </a:extLst>
              </p:cNvPr>
              <p:cNvSpPr txBox="1"/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B5D477-00FE-40D2-8A7D-40682A24B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13/50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34EB6A-49F9-49D4-A7DA-7E3BAD5C4A0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DC3BDA-6A49-463E-A00C-9C9F66977C7F}"/>
              </a:ext>
            </a:extLst>
          </p:cNvPr>
          <p:cNvSpPr txBox="1"/>
          <p:nvPr/>
        </p:nvSpPr>
        <p:spPr>
          <a:xfrm>
            <a:off x="2609254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03B38D-EF35-4B5F-B94D-4FEB88B9E293}"/>
              </a:ext>
            </a:extLst>
          </p:cNvPr>
          <p:cNvSpPr txBox="1"/>
          <p:nvPr/>
        </p:nvSpPr>
        <p:spPr>
          <a:xfrm>
            <a:off x="3554219" y="2162892"/>
            <a:ext cx="27975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0.26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38019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36%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5C3771-5F5F-4CF2-B28F-61A2F107AB0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2840E2-C5C2-49DD-A4F9-48836D676154}"/>
              </a:ext>
            </a:extLst>
          </p:cNvPr>
          <p:cNvSpPr txBox="1"/>
          <p:nvPr/>
        </p:nvSpPr>
        <p:spPr>
          <a:xfrm>
            <a:off x="2825189" y="327611"/>
            <a:ext cx="44181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4B0ED5-A3DE-4E82-AFA3-B36B7EA3F36D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05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4B0ED5-A3DE-4E82-AFA3-B36B7EA3F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05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3826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0.65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6AACC8-DBC6-489B-8B16-A10AF973C46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DDE2D-46A7-4677-ACE3-EF9582CEDD36}"/>
              </a:ext>
            </a:extLst>
          </p:cNvPr>
          <p:cNvSpPr txBox="1"/>
          <p:nvPr/>
        </p:nvSpPr>
        <p:spPr>
          <a:xfrm>
            <a:off x="2741512" y="327611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,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E17BB3-BE45-48E6-B83B-63F504A20FEB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E17BB3-BE45-48E6-B83B-63F504A20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7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60%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053B4A-9845-459D-AA58-404A38CB664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12E26C-3F52-4DCC-8854-6838454AB331}"/>
              </a:ext>
            </a:extLst>
          </p:cNvPr>
          <p:cNvSpPr txBox="1"/>
          <p:nvPr/>
        </p:nvSpPr>
        <p:spPr>
          <a:xfrm>
            <a:off x="2670387" y="310346"/>
            <a:ext cx="456522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FA0C1F-1017-48DE-85B0-0650F8813147}"/>
                  </a:ext>
                </a:extLst>
              </p:cNvPr>
              <p:cNvSpPr txBox="1"/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FA0C1F-1017-48DE-85B0-0650F8813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7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1E4BF6-6727-4FF6-9A71-43D55735E5A4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A91A0F-E173-4677-8B69-3177E9E77A31}"/>
              </a:ext>
            </a:extLst>
          </p:cNvPr>
          <p:cNvSpPr txBox="1"/>
          <p:nvPr/>
        </p:nvSpPr>
        <p:spPr>
          <a:xfrm>
            <a:off x="2609251" y="695118"/>
            <a:ext cx="46875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137609-AB14-40CD-B58B-370261AF5B8A}"/>
              </a:ext>
            </a:extLst>
          </p:cNvPr>
          <p:cNvSpPr txBox="1"/>
          <p:nvPr/>
        </p:nvSpPr>
        <p:spPr>
          <a:xfrm>
            <a:off x="3959779" y="2162892"/>
            <a:ext cx="198644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5%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04628" y="559172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19/20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CEF5C2-0408-4B87-ABA4-330EDEC32BA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00315-A594-4E89-86BF-713481E9EB58}"/>
              </a:ext>
            </a:extLst>
          </p:cNvPr>
          <p:cNvSpPr txBox="1"/>
          <p:nvPr/>
        </p:nvSpPr>
        <p:spPr>
          <a:xfrm>
            <a:off x="2609253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F5C4E4-CBA1-409D-8B15-9DD371E842F4}"/>
              </a:ext>
            </a:extLst>
          </p:cNvPr>
          <p:cNvSpPr txBox="1"/>
          <p:nvPr/>
        </p:nvSpPr>
        <p:spPr>
          <a:xfrm>
            <a:off x="3586279" y="2162892"/>
            <a:ext cx="273344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95%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9/100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66D1CF-5972-45D3-8991-C61C1652DA4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D2C130-9BB1-472B-BD39-EC7EBD3B5075}"/>
              </a:ext>
            </a:extLst>
          </p:cNvPr>
          <p:cNvSpPr txBox="1"/>
          <p:nvPr/>
        </p:nvSpPr>
        <p:spPr>
          <a:xfrm>
            <a:off x="2609253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EED6D3-7723-496C-B6AB-2CF43E040D85}"/>
              </a:ext>
            </a:extLst>
          </p:cNvPr>
          <p:cNvSpPr txBox="1"/>
          <p:nvPr/>
        </p:nvSpPr>
        <p:spPr>
          <a:xfrm>
            <a:off x="3554219" y="2162892"/>
            <a:ext cx="279756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0.09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25D799-BAA7-4B0E-9697-F3906697E72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A2DBC-1EF0-4163-A28B-56483DBFEFFB}"/>
              </a:ext>
            </a:extLst>
          </p:cNvPr>
          <p:cNvSpPr txBox="1"/>
          <p:nvPr/>
        </p:nvSpPr>
        <p:spPr>
          <a:xfrm>
            <a:off x="2670388" y="279256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E19F57-5FEB-4BDA-9F91-CF42B0CEFC94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E19F57-5FEB-4BDA-9F91-CF42B0CEF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4627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11/20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F4C8C8-B22B-4DC2-8BBF-3A16F809F84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966DA-0A11-469C-BAB4-E6CB94F86981}"/>
              </a:ext>
            </a:extLst>
          </p:cNvPr>
          <p:cNvSpPr txBox="1"/>
          <p:nvPr/>
        </p:nvSpPr>
        <p:spPr>
          <a:xfrm>
            <a:off x="2609253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6BBC00-1417-4727-BB4C-637336D587AE}"/>
              </a:ext>
            </a:extLst>
          </p:cNvPr>
          <p:cNvSpPr txBox="1"/>
          <p:nvPr/>
        </p:nvSpPr>
        <p:spPr>
          <a:xfrm>
            <a:off x="3586279" y="2162892"/>
            <a:ext cx="273344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55%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16.5%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B4CE48-7458-4E83-966A-94336487A16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94F978-AD7A-4EF3-941E-9C6204204F0F}"/>
              </a:ext>
            </a:extLst>
          </p:cNvPr>
          <p:cNvSpPr txBox="1"/>
          <p:nvPr/>
        </p:nvSpPr>
        <p:spPr>
          <a:xfrm>
            <a:off x="2752782" y="695118"/>
            <a:ext cx="4400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647CB4-AB40-4E25-82C9-E305A0B2A2A3}"/>
              </a:ext>
            </a:extLst>
          </p:cNvPr>
          <p:cNvSpPr txBox="1"/>
          <p:nvPr/>
        </p:nvSpPr>
        <p:spPr>
          <a:xfrm>
            <a:off x="3180721" y="2162892"/>
            <a:ext cx="354456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0.165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0.84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532861-20EA-4F16-B0A3-A9BD4FCCDC3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BC72BA-3932-45C4-B907-2B4F173224A2}"/>
              </a:ext>
            </a:extLst>
          </p:cNvPr>
          <p:cNvSpPr txBox="1"/>
          <p:nvPr/>
        </p:nvSpPr>
        <p:spPr>
          <a:xfrm>
            <a:off x="2751673" y="327611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,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923AD6-7A03-4BE0-AA29-69EB5C2BBA5F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16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923AD6-7A03-4BE0-AA29-69EB5C2BB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169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99041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36054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1.53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02061F-9F20-414B-8D12-E858311F38F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57EED-A58D-4FE1-8E46-3B4F1EC440AC}"/>
              </a:ext>
            </a:extLst>
          </p:cNvPr>
          <p:cNvSpPr txBox="1"/>
          <p:nvPr/>
        </p:nvSpPr>
        <p:spPr>
          <a:xfrm>
            <a:off x="2674910" y="695118"/>
            <a:ext cx="45561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77016-FC2A-47ED-8F92-2812A0C49932}"/>
              </a:ext>
            </a:extLst>
          </p:cNvPr>
          <p:cNvSpPr txBox="1"/>
          <p:nvPr/>
        </p:nvSpPr>
        <p:spPr>
          <a:xfrm>
            <a:off x="3212780" y="2162892"/>
            <a:ext cx="348044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153%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20%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83B0DC-1F1A-4F48-A4E0-B2F1AAA63DF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15087C-A7D3-4ADF-8E8A-B25A917802E9}"/>
              </a:ext>
            </a:extLst>
          </p:cNvPr>
          <p:cNvSpPr txBox="1"/>
          <p:nvPr/>
        </p:nvSpPr>
        <p:spPr>
          <a:xfrm>
            <a:off x="2670388" y="327611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1BCD7A-C698-49FE-895D-B179AFFD549D}"/>
                  </a:ext>
                </a:extLst>
              </p:cNvPr>
              <p:cNvSpPr txBox="1"/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1BCD7A-C698-49FE-895D-B179AFFD5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2/50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001CF3-C5F4-4080-897D-5962D9EFCF0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9C55AF-2904-4ED3-A9DE-39860D8FEE47}"/>
              </a:ext>
            </a:extLst>
          </p:cNvPr>
          <p:cNvSpPr txBox="1"/>
          <p:nvPr/>
        </p:nvSpPr>
        <p:spPr>
          <a:xfrm>
            <a:off x="2609253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188740-7599-4A8B-A9FA-519149B5192F}"/>
              </a:ext>
            </a:extLst>
          </p:cNvPr>
          <p:cNvSpPr txBox="1"/>
          <p:nvPr/>
        </p:nvSpPr>
        <p:spPr>
          <a:xfrm>
            <a:off x="3554219" y="2162892"/>
            <a:ext cx="27975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0.04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593378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3.5%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5D3FD8-6B04-4F18-B77A-BB8C66A8A15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98DDA5-2DA4-46BB-A4C5-3A1D101B53DA}"/>
              </a:ext>
            </a:extLst>
          </p:cNvPr>
          <p:cNvSpPr txBox="1"/>
          <p:nvPr/>
        </p:nvSpPr>
        <p:spPr>
          <a:xfrm>
            <a:off x="2670388" y="327611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2131E6-826F-4282-8D1C-BFAE304E6096}"/>
                  </a:ext>
                </a:extLst>
              </p:cNvPr>
              <p:cNvSpPr txBox="1"/>
              <p:nvPr/>
            </p:nvSpPr>
            <p:spPr>
              <a:xfrm>
                <a:off x="3470061" y="1526719"/>
                <a:ext cx="2965877" cy="341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2131E6-826F-4282-8D1C-BFAE304E6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061" y="1526719"/>
                <a:ext cx="2965877" cy="3417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2E6CA9-3B30-4509-AADD-78EA10E80FA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B652C-91AA-44CC-A3F4-DC0EB168FCF5}"/>
              </a:ext>
            </a:extLst>
          </p:cNvPr>
          <p:cNvSpPr txBox="1"/>
          <p:nvPr/>
        </p:nvSpPr>
        <p:spPr>
          <a:xfrm>
            <a:off x="2589113" y="310346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,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0D8979-E7E4-4DDD-9F1B-B55C2330E89E}"/>
                  </a:ext>
                </a:extLst>
              </p:cNvPr>
              <p:cNvSpPr txBox="1"/>
              <p:nvPr/>
            </p:nvSpPr>
            <p:spPr>
              <a:xfrm>
                <a:off x="4204715" y="1633785"/>
                <a:ext cx="1334020" cy="3405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0D8979-E7E4-4DDD-9F1B-B55C2330E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715" y="1633785"/>
                <a:ext cx="1334020" cy="3405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7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108%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798888-7354-4FB4-965A-61D1DA272EA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06578-7349-419B-8AD5-1A0C5C91A874}"/>
              </a:ext>
            </a:extLst>
          </p:cNvPr>
          <p:cNvSpPr txBox="1"/>
          <p:nvPr/>
        </p:nvSpPr>
        <p:spPr>
          <a:xfrm>
            <a:off x="2752782" y="695118"/>
            <a:ext cx="4400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63D15B-8211-4A2C-B7BB-3C96242CE988}"/>
              </a:ext>
            </a:extLst>
          </p:cNvPr>
          <p:cNvSpPr txBox="1"/>
          <p:nvPr/>
        </p:nvSpPr>
        <p:spPr>
          <a:xfrm>
            <a:off x="3554220" y="2162892"/>
            <a:ext cx="27975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1.08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15%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7833C1-24D6-48E0-BCC4-F5F9231F574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C1FBD-33F7-4627-8402-1E09D88DBE27}"/>
              </a:ext>
            </a:extLst>
          </p:cNvPr>
          <p:cNvSpPr txBox="1"/>
          <p:nvPr/>
        </p:nvSpPr>
        <p:spPr>
          <a:xfrm>
            <a:off x="2670388" y="310346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F5FA87-6EC6-4FD6-A68C-55B8FE3F2219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F5FA87-6EC6-4FD6-A68C-55B8FE3F2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59172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3/25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DC5CB5-B947-4BFD-A749-1DC0B25B062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BE847-9B91-4C19-A3AA-1F7A4D8B6404}"/>
              </a:ext>
            </a:extLst>
          </p:cNvPr>
          <p:cNvSpPr txBox="1"/>
          <p:nvPr/>
        </p:nvSpPr>
        <p:spPr>
          <a:xfrm>
            <a:off x="2609253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20A322-1050-4B61-92C8-E117B7023676}"/>
              </a:ext>
            </a:extLst>
          </p:cNvPr>
          <p:cNvSpPr txBox="1"/>
          <p:nvPr/>
        </p:nvSpPr>
        <p:spPr>
          <a:xfrm>
            <a:off x="3586279" y="2162892"/>
            <a:ext cx="273344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12%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0.35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342BB1-E25F-42F3-8DAF-15CBC4297E3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BCF52-9982-4492-847F-A22D01162910}"/>
              </a:ext>
            </a:extLst>
          </p:cNvPr>
          <p:cNvSpPr txBox="1"/>
          <p:nvPr/>
        </p:nvSpPr>
        <p:spPr>
          <a:xfrm>
            <a:off x="2670388" y="279256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,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20C558-31D4-4825-9D60-E1D2B03B721E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20C558-31D4-4825-9D60-E1D2B03B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0.68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7AF383-B71E-495D-9B4F-3A084F9B495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83AC9-D8B2-4408-8BC1-D37C34ECC4A5}"/>
              </a:ext>
            </a:extLst>
          </p:cNvPr>
          <p:cNvSpPr txBox="1"/>
          <p:nvPr/>
        </p:nvSpPr>
        <p:spPr>
          <a:xfrm>
            <a:off x="2674910" y="695118"/>
            <a:ext cx="45561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233681-AC3A-47B7-BB1C-BDD6FCEAB2C8}"/>
              </a:ext>
            </a:extLst>
          </p:cNvPr>
          <p:cNvSpPr txBox="1"/>
          <p:nvPr/>
        </p:nvSpPr>
        <p:spPr>
          <a:xfrm>
            <a:off x="3586279" y="2162892"/>
            <a:ext cx="273344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68%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10416</TotalTime>
  <Words>550</Words>
  <Application>Microsoft Office PowerPoint</Application>
  <PresentationFormat>A4 Paper (210x297 mm)</PresentationFormat>
  <Paragraphs>217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 Light</vt:lpstr>
      <vt:lpstr>Cambria Math</vt:lpstr>
      <vt:lpstr>Sylfaen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478</cp:revision>
  <cp:lastPrinted>2019-01-23T09:39:04Z</cp:lastPrinted>
  <dcterms:created xsi:type="dcterms:W3CDTF">2017-01-17T16:57:04Z</dcterms:created>
  <dcterms:modified xsi:type="dcterms:W3CDTF">2024-09-02T19:43:06Z</dcterms:modified>
</cp:coreProperties>
</file>