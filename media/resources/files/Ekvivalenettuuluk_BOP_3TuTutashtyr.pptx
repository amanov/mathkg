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1" r:id="rId2"/>
    <p:sldId id="850" r:id="rId3"/>
    <p:sldId id="939" r:id="rId4"/>
    <p:sldId id="940" r:id="rId5"/>
    <p:sldId id="274" r:id="rId6"/>
  </p:sldIdLst>
  <p:sldSz cx="9906000" cy="6858000" type="A4"/>
  <p:notesSz cx="6669088" cy="9926638"/>
  <p:embeddedFontLst>
    <p:embeddedFont>
      <p:font typeface="Cambria Math" panose="02040503050406030204" pitchFamily="18" charset="0"/>
      <p:regular r:id="rId8"/>
    </p:embeddedFont>
    <p:embeddedFont>
      <p:font typeface="Ravie" panose="04040805050809020602" pitchFamily="82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1"/>
          </p14:sldIdLst>
        </p14:section>
        <p14:section name="Суроолор" id="{A762EA83-E639-46EB-896F-C5F39615FAD1}">
          <p14:sldIdLst>
            <p14:sldId id="850"/>
            <p14:sldId id="939"/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1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Эквиваленттүүлүк – Бөлчөктөр, Ондуктар жана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Пайыздар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5220251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37%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54%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5220251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5389577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46%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67%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0.54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0.37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5389577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67284" r="-202966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67284" r="-102110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67284" r="-2542" b="-464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1879" r="-202966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1879" r="-102110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1879" r="-2542" b="-404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0000" r="-202966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0000" r="-102110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0000" r="-2542" b="-3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2550" r="-202966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2550" r="-102110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2550" r="-2542" b="-204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79333" r="-202966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79333" r="-10211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79333" r="-2542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3221" r="-846" b="-33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568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FB5A516-FF28-4C2E-8BE7-5D27E23FE889}"/>
              </a:ext>
            </a:extLst>
          </p:cNvPr>
          <p:cNvSpPr/>
          <p:nvPr/>
        </p:nvSpPr>
        <p:spPr>
          <a:xfrm>
            <a:off x="426476" y="6211666"/>
            <a:ext cx="36722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</a:t>
            </a:r>
          </a:p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эквиваленттүү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санды табыңыз.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90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7337317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0.14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7337317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9004979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72%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9004979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67284" r="-202966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67284" r="-102110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67284" r="-2542" b="-464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1879" r="-202966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1879" r="-102110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1879" r="-2542" b="-404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0000" r="-202966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0000" r="-102110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0000" r="-2542" b="-3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2550" r="-202966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2550" r="-102110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2550" r="-2542" b="-204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79333" r="-202966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79333" r="-10211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79333" r="-2542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3221" r="-846" b="-33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461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A6902E-989D-14F0-D409-7E4E685F4231}"/>
              </a:ext>
            </a:extLst>
          </p:cNvPr>
          <p:cNvSpPr/>
          <p:nvPr/>
        </p:nvSpPr>
        <p:spPr>
          <a:xfrm>
            <a:off x="426476" y="6211666"/>
            <a:ext cx="36722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</a:t>
            </a:r>
          </a:p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эквиваленттүү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санды табыңыз.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21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003018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68%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72%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0.94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76%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003018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3657020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28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96</m:t>
                              </m:r>
                            </m:oMath>
                          </a14:m>
                          <a:r>
                            <a:rPr lang="en-GB" sz="28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</a:t>
                          </a: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0.76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0.65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84%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0.06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94%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34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16%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0.08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3657020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67284" r="-202966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67284" r="-102110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67284" r="-2542" b="-464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1879" r="-202966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1879" r="-102110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1879" r="-2542" b="-404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0000" r="-202966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0000" r="-102110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0000" r="-2542" b="-3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2550" r="-202966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2550" r="-102110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2550" r="-2542" b="-204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79333" r="-202966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79333" r="-10211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79333" r="-2542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3221" r="-846" b="-33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410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D5D57-80B4-D94B-D9F0-2CF4F0F81BEB}"/>
              </a:ext>
            </a:extLst>
          </p:cNvPr>
          <p:cNvSpPr/>
          <p:nvPr/>
        </p:nvSpPr>
        <p:spPr>
          <a:xfrm>
            <a:off x="426476" y="6211666"/>
            <a:ext cx="36722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</a:t>
            </a:r>
          </a:p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эквиваленттүү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санды табыңыз.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29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8408</TotalTime>
  <Words>269</Words>
  <Application>Microsoft Office PowerPoint</Application>
  <PresentationFormat>A4 Paper (210x297 mm)</PresentationFormat>
  <Paragraphs>136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Light</vt:lpstr>
      <vt:lpstr>Cambria Math</vt:lpstr>
      <vt:lpstr>Ravie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378</cp:revision>
  <cp:lastPrinted>2017-12-31T22:38:51Z</cp:lastPrinted>
  <dcterms:created xsi:type="dcterms:W3CDTF">2017-01-17T16:57:04Z</dcterms:created>
  <dcterms:modified xsi:type="dcterms:W3CDTF">2024-09-04T09:20:36Z</dcterms:modified>
</cp:coreProperties>
</file>