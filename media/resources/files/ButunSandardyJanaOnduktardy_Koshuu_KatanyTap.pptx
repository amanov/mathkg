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10"/>
  </p:notesMasterIdLst>
  <p:sldIdLst>
    <p:sldId id="944" r:id="rId2"/>
    <p:sldId id="945" r:id="rId3"/>
    <p:sldId id="939" r:id="rId4"/>
    <p:sldId id="940" r:id="rId5"/>
    <p:sldId id="941" r:id="rId6"/>
    <p:sldId id="942" r:id="rId7"/>
    <p:sldId id="943" r:id="rId8"/>
    <p:sldId id="946" r:id="rId9"/>
  </p:sldIdLst>
  <p:sldSz cx="9906000" cy="6858000" type="A4"/>
  <p:notesSz cx="6669088" cy="9926638"/>
  <p:embeddedFontLst>
    <p:embeddedFont>
      <p:font typeface="Fira Code" panose="020B0809050000020004" pitchFamily="49" charset="0"/>
      <p:regular r:id="rId1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80F509A8-CD09-409C-8655-4E5DE70D3878}">
          <p14:sldIdLst>
            <p14:sldId id="944"/>
          </p14:sldIdLst>
        </p14:section>
        <p14:section name="Титулдук слайд" id="{C2776275-125F-40A2-99AC-54B9C9535547}">
          <p14:sldIdLst>
            <p14:sldId id="945"/>
          </p14:sldIdLst>
        </p14:section>
        <p14:section name="Көрсөтүү үчүн" id="{CA0B4A51-1C5A-4331-831D-7D5748F4CE7C}">
          <p14:sldIdLst>
            <p14:sldId id="939"/>
          </p14:sldIdLst>
        </p14:section>
        <p14:section name="Жооптор" id="{4A1CF18F-CBD8-4CE8-9034-4022B8261C24}">
          <p14:sldIdLst>
            <p14:sldId id="940"/>
          </p14:sldIdLst>
        </p14:section>
        <p14:section name="Иш кагазы" id="{45D3F427-FE2C-4E31-94DD-C39B49B018A8}">
          <p14:sldIdLst>
            <p14:sldId id="941"/>
            <p14:sldId id="942"/>
            <p14:sldId id="943"/>
          </p14:sldIdLst>
        </p14:section>
        <p14:section name="Кайтарым байланыш" id="{1F462C69-5607-48A3-918A-31B1142082DE}">
          <p14:sldIdLst>
            <p14:sldId id="94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87774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27/08/2024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6B89D2DF-F554-4C2A-CE1D-D373E74E5B72}"/>
              </a:ext>
            </a:extLst>
          </p:cNvPr>
          <p:cNvSpPr txBox="1">
            <a:spLocks/>
          </p:cNvSpPr>
          <p:nvPr/>
        </p:nvSpPr>
        <p:spPr>
          <a:xfrm>
            <a:off x="116840" y="1595120"/>
            <a:ext cx="9677400" cy="4510723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Ондуктар – Бүтүн сандар менен – Кошуу – Катаны тап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 жанындагы суроолорду жана жооптордун каталарын текшериши керек анан окуучулар аларды оңдошу керек.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Окуучуларга канча ката табуу керек экенин айтуунун кажети жок.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Иш барагы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ар кандай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өлчөмдө жана форматта.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0899BD10-45E1-4B1B-06C3-4D1ECCB52487}"/>
              </a:ext>
            </a:extLst>
          </p:cNvPr>
          <p:cNvSpPr txBox="1">
            <a:spLocks/>
          </p:cNvSpPr>
          <p:nvPr/>
        </p:nvSpPr>
        <p:spPr>
          <a:xfrm>
            <a:off x="0" y="194945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25963534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FC410AA-59FC-4615-9780-3FC3ECD91E78}"/>
              </a:ext>
            </a:extLst>
          </p:cNvPr>
          <p:cNvGrpSpPr/>
          <p:nvPr/>
        </p:nvGrpSpPr>
        <p:grpSpPr>
          <a:xfrm>
            <a:off x="3461511" y="1302570"/>
            <a:ext cx="6444489" cy="5571586"/>
            <a:chOff x="1420561" y="0"/>
            <a:chExt cx="7091350" cy="613083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3161848-2715-40E3-B5AA-94155D127F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72836" y="0"/>
              <a:ext cx="5360328" cy="4588077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169D55E-8782-4380-A82A-10E94A3015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20561" y="4561949"/>
              <a:ext cx="7091350" cy="1568883"/>
            </a:xfrm>
            <a:prstGeom prst="rect">
              <a:avLst/>
            </a:prstGeom>
          </p:spPr>
        </p:pic>
      </p:grpSp>
      <p:sp>
        <p:nvSpPr>
          <p:cNvPr id="7" name="Oval 6">
            <a:extLst>
              <a:ext uri="{FF2B5EF4-FFF2-40B4-BE49-F238E27FC236}">
                <a16:creationId xmlns:a16="http://schemas.microsoft.com/office/drawing/2014/main" id="{439CDF84-16EA-482C-BDCB-DEFCD04B93A3}"/>
              </a:ext>
            </a:extLst>
          </p:cNvPr>
          <p:cNvSpPr/>
          <p:nvPr/>
        </p:nvSpPr>
        <p:spPr>
          <a:xfrm>
            <a:off x="6552318" y="2808059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CAD6BA9-22F2-49B3-9FF9-47A39C5DF1F2}"/>
              </a:ext>
            </a:extLst>
          </p:cNvPr>
          <p:cNvSpPr/>
          <p:nvPr/>
        </p:nvSpPr>
        <p:spPr>
          <a:xfrm>
            <a:off x="4139240" y="5569812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6367DB-C808-9BE8-3A27-5C08EF882810}"/>
              </a:ext>
            </a:extLst>
          </p:cNvPr>
          <p:cNvSpPr txBox="1"/>
          <p:nvPr/>
        </p:nvSpPr>
        <p:spPr>
          <a:xfrm>
            <a:off x="356981" y="114336"/>
            <a:ext cx="8453120" cy="1600438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0" b="1" i="0" u="none" strike="noStrike" kern="1200" cap="none" spc="0" normalizeH="0" baseline="0" noProof="0" dirty="0">
                <a:ln w="22225">
                  <a:solidFill>
                    <a:srgbClr val="ED7D31"/>
                  </a:solidFill>
                  <a:prstDash val="solid"/>
                </a:ln>
                <a:solidFill>
                  <a:srgbClr val="ED7D31">
                    <a:lumMod val="40000"/>
                    <a:lumOff val="60000"/>
                  </a:srgbClr>
                </a:solidFill>
                <a:effectLst>
                  <a:glow rad="228600">
                    <a:srgbClr val="70AD47">
                      <a:satMod val="175000"/>
                      <a:alpha val="40000"/>
                    </a:srgbClr>
                  </a:glow>
                  <a:reflection blurRad="6350" stA="55000" endA="50" endPos="85000" dist="29997" dir="5400000" sy="-100000" algn="bl" rotWithShape="0"/>
                </a:effectLst>
                <a:uLnTx/>
                <a:uFillTx/>
                <a:latin typeface="Calibri Light" panose="020F0302020204030204"/>
                <a:ea typeface="+mn-ea"/>
                <a:cs typeface="+mn-cs"/>
              </a:rPr>
              <a:t>Катаны тап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reflection blurRad="6350" stA="55000" endA="50" endPos="85000" dist="29997" dir="5400000" sy="-100000" algn="bl" rotWithShape="0"/>
              </a:effectLst>
              <a:uLnTx/>
              <a:uFillTx/>
              <a:latin typeface="Fira Code" panose="020F0502020204030204" pitchFamily="49" charset="0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2652E0-CD09-656D-4C62-8FD8F9C42BD8}"/>
              </a:ext>
            </a:extLst>
          </p:cNvPr>
          <p:cNvSpPr txBox="1"/>
          <p:nvPr/>
        </p:nvSpPr>
        <p:spPr>
          <a:xfrm>
            <a:off x="595140" y="2214673"/>
            <a:ext cx="3881191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Үч бурчтукта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айрым каталар бар!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Сен алардын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баарын таба аласынбы?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450035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375920" y="184213"/>
            <a:ext cx="9408160" cy="6673787"/>
            <a:chOff x="34768" y="768535"/>
            <a:chExt cx="8499632" cy="6013264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29790" y="768535"/>
              <a:ext cx="4316730" cy="2344253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4768" y="3074842"/>
              <a:ext cx="8499632" cy="3706957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96E0A156-C296-3757-0482-5126CD789F74}"/>
              </a:ext>
            </a:extLst>
          </p:cNvPr>
          <p:cNvSpPr txBox="1"/>
          <p:nvPr/>
        </p:nvSpPr>
        <p:spPr>
          <a:xfrm>
            <a:off x="223520" y="114313"/>
            <a:ext cx="50292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dirty="0"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</a:rPr>
              <a:t>Каталарды издеп</a:t>
            </a:r>
            <a:endParaRPr lang="en-US" sz="3200" b="1" dirty="0">
              <a:effectLst>
                <a:outerShdw blurRad="838200" dist="1638300" dir="16440000" sx="53000" sy="53000" algn="ctr" rotWithShape="0">
                  <a:srgbClr val="000000">
                    <a:alpha val="5000"/>
                  </a:srgbClr>
                </a:outerShdw>
                <a:reflection blurRad="76200" stA="45000" endPos="0" dist="50800" dir="5400000" sy="-100000" algn="bl" rotWithShape="0"/>
              </a:effectLst>
            </a:endParaRPr>
          </a:p>
          <a:p>
            <a:r>
              <a:rPr lang="ru-RU" sz="3200" b="1" dirty="0"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</a:rPr>
              <a:t> - тап</a:t>
            </a:r>
            <a:endParaRPr lang="en-US" sz="3200" b="1" dirty="0">
              <a:effectLst>
                <a:outerShdw blurRad="838200" dist="1638300" dir="16440000" sx="53000" sy="53000" algn="ctr" rotWithShape="0">
                  <a:srgbClr val="000000">
                    <a:alpha val="5000"/>
                  </a:srgbClr>
                </a:outerShdw>
                <a:reflection blurRad="76200" stA="45000" endPos="0" dist="50800" dir="5400000" sy="-100000" algn="bl" rotWithShape="0"/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320FA1-713E-142F-D6AB-7568218FC12D}"/>
              </a:ext>
            </a:extLst>
          </p:cNvPr>
          <p:cNvSpPr txBox="1"/>
          <p:nvPr/>
        </p:nvSpPr>
        <p:spPr>
          <a:xfrm>
            <a:off x="223520" y="1462120"/>
            <a:ext cx="285764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800" dirty="0"/>
              <a:t>Каталарды таба аласызбы?</a:t>
            </a:r>
          </a:p>
          <a:p>
            <a:pPr algn="ctr"/>
            <a:endParaRPr lang="ru-RU" sz="1800" dirty="0"/>
          </a:p>
          <a:p>
            <a:pPr algn="ctr"/>
            <a:r>
              <a:rPr lang="ru-RU" sz="1800" dirty="0"/>
              <a:t>Аларды оңдоңуз!</a:t>
            </a:r>
            <a:endParaRPr lang="en-GB" sz="1800" dirty="0"/>
          </a:p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03446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152004" y="36905"/>
            <a:ext cx="9601992" cy="6793154"/>
            <a:chOff x="34768" y="768535"/>
            <a:chExt cx="8499632" cy="6013264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29790" y="768535"/>
              <a:ext cx="4316730" cy="2344253"/>
            </a:xfrm>
            <a:prstGeom prst="rect">
              <a:avLst/>
            </a:prstGeom>
          </p:spPr>
        </p:pic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4768" y="3074842"/>
              <a:ext cx="8499632" cy="3706957"/>
            </a:xfrm>
            <a:prstGeom prst="rect">
              <a:avLst/>
            </a:prstGeom>
          </p:spPr>
        </p:pic>
      </p:grpSp>
      <p:sp>
        <p:nvSpPr>
          <p:cNvPr id="18" name="Oval 17">
            <a:extLst>
              <a:ext uri="{FF2B5EF4-FFF2-40B4-BE49-F238E27FC236}">
                <a16:creationId xmlns:a16="http://schemas.microsoft.com/office/drawing/2014/main" id="{02E34BBF-68C4-4436-A15E-D87B9552907B}"/>
              </a:ext>
            </a:extLst>
          </p:cNvPr>
          <p:cNvSpPr/>
          <p:nvPr/>
        </p:nvSpPr>
        <p:spPr>
          <a:xfrm>
            <a:off x="3751038" y="909270"/>
            <a:ext cx="1366570" cy="1366570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2E34BBF-68C4-4436-A15E-D87B9552907B}"/>
              </a:ext>
            </a:extLst>
          </p:cNvPr>
          <p:cNvSpPr/>
          <p:nvPr/>
        </p:nvSpPr>
        <p:spPr>
          <a:xfrm>
            <a:off x="2562318" y="2961590"/>
            <a:ext cx="1366570" cy="1366570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2E34BBF-68C4-4436-A15E-D87B9552907B}"/>
              </a:ext>
            </a:extLst>
          </p:cNvPr>
          <p:cNvSpPr/>
          <p:nvPr/>
        </p:nvSpPr>
        <p:spPr>
          <a:xfrm>
            <a:off x="2369278" y="5013910"/>
            <a:ext cx="1366570" cy="1366570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2E34BBF-68C4-4436-A15E-D87B9552907B}"/>
              </a:ext>
            </a:extLst>
          </p:cNvPr>
          <p:cNvSpPr/>
          <p:nvPr/>
        </p:nvSpPr>
        <p:spPr>
          <a:xfrm>
            <a:off x="5904958" y="5156150"/>
            <a:ext cx="1366570" cy="1366570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2E34BBF-68C4-4436-A15E-D87B9552907B}"/>
              </a:ext>
            </a:extLst>
          </p:cNvPr>
          <p:cNvSpPr/>
          <p:nvPr/>
        </p:nvSpPr>
        <p:spPr>
          <a:xfrm>
            <a:off x="6636478" y="4109670"/>
            <a:ext cx="1366570" cy="1366570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2E34BBF-68C4-4436-A15E-D87B9552907B}"/>
              </a:ext>
            </a:extLst>
          </p:cNvPr>
          <p:cNvSpPr/>
          <p:nvPr/>
        </p:nvSpPr>
        <p:spPr>
          <a:xfrm>
            <a:off x="4960078" y="1010870"/>
            <a:ext cx="1366570" cy="1366570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2E34BBF-68C4-4436-A15E-D87B9552907B}"/>
              </a:ext>
            </a:extLst>
          </p:cNvPr>
          <p:cNvSpPr/>
          <p:nvPr/>
        </p:nvSpPr>
        <p:spPr>
          <a:xfrm>
            <a:off x="4279358" y="3957270"/>
            <a:ext cx="1366570" cy="1366570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FBF393-5422-55FB-8CF0-772649828C83}"/>
              </a:ext>
            </a:extLst>
          </p:cNvPr>
          <p:cNvSpPr txBox="1"/>
          <p:nvPr/>
        </p:nvSpPr>
        <p:spPr>
          <a:xfrm>
            <a:off x="112483" y="104126"/>
            <a:ext cx="3683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sz="6600" b="1" spc="600" dirty="0">
                <a:ln w="0">
                  <a:solidFill>
                    <a:schemeClr val="bg2">
                      <a:lumMod val="10000"/>
                    </a:schemeClr>
                  </a:solidFill>
                </a:ln>
                <a:solidFill>
                  <a:srgbClr val="92D05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  <a:reflection blurRad="6350" stA="53000" endA="300" endPos="35500" dir="5400000" sy="-90000" algn="bl" rotWithShape="0"/>
                </a:effectLst>
              </a:rPr>
              <a:t>ЖООБУ</a:t>
            </a:r>
            <a:endParaRPr lang="en-US" sz="1600" b="1" spc="600" dirty="0">
              <a:ln w="0">
                <a:solidFill>
                  <a:schemeClr val="bg2">
                    <a:lumMod val="10000"/>
                  </a:schemeClr>
                </a:solidFill>
              </a:ln>
              <a:solidFill>
                <a:srgbClr val="92D05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  <a:reflection blurRad="6350" stA="53000" endA="300" endPos="35500" dir="5400000" sy="-9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1445743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599242" y="167628"/>
            <a:ext cx="9306956" cy="6576059"/>
            <a:chOff x="34768" y="768535"/>
            <a:chExt cx="8499632" cy="6013264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29790" y="768535"/>
              <a:ext cx="4316730" cy="2344253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4768" y="3074842"/>
              <a:ext cx="8499632" cy="3706957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531726AA-5E0C-F5DF-45AD-A1635FC19360}"/>
              </a:ext>
            </a:extLst>
          </p:cNvPr>
          <p:cNvSpPr txBox="1"/>
          <p:nvPr/>
        </p:nvSpPr>
        <p:spPr>
          <a:xfrm>
            <a:off x="223520" y="114313"/>
            <a:ext cx="50292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dirty="0"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</a:rPr>
              <a:t>Каталарды издеп</a:t>
            </a:r>
            <a:endParaRPr lang="en-US" sz="3200" b="1" dirty="0">
              <a:effectLst>
                <a:outerShdw blurRad="838200" dist="1638300" dir="16440000" sx="53000" sy="53000" algn="ctr" rotWithShape="0">
                  <a:srgbClr val="000000">
                    <a:alpha val="5000"/>
                  </a:srgbClr>
                </a:outerShdw>
                <a:reflection blurRad="76200" stA="45000" endPos="0" dist="50800" dir="5400000" sy="-100000" algn="bl" rotWithShape="0"/>
              </a:effectLst>
            </a:endParaRPr>
          </a:p>
          <a:p>
            <a:r>
              <a:rPr lang="ru-RU" sz="3200" b="1" dirty="0"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</a:rPr>
              <a:t> - тап</a:t>
            </a:r>
            <a:endParaRPr lang="en-US" sz="3200" b="1" dirty="0">
              <a:effectLst>
                <a:outerShdw blurRad="838200" dist="1638300" dir="16440000" sx="53000" sy="53000" algn="ctr" rotWithShape="0">
                  <a:srgbClr val="000000">
                    <a:alpha val="5000"/>
                  </a:srgbClr>
                </a:outerShdw>
                <a:reflection blurRad="76200" stA="45000" endPos="0" dist="50800" dir="5400000" sy="-100000" algn="bl" rotWithShape="0"/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37E44D-2E32-B3E3-C413-8C722084A9F1}"/>
              </a:ext>
            </a:extLst>
          </p:cNvPr>
          <p:cNvSpPr txBox="1"/>
          <p:nvPr/>
        </p:nvSpPr>
        <p:spPr>
          <a:xfrm>
            <a:off x="223520" y="1462120"/>
            <a:ext cx="285764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800" dirty="0"/>
              <a:t>Каталарды таба аласызбы?</a:t>
            </a:r>
          </a:p>
          <a:p>
            <a:pPr algn="ctr"/>
            <a:endParaRPr lang="ru-RU" sz="1800" dirty="0"/>
          </a:p>
          <a:p>
            <a:pPr algn="ctr"/>
            <a:r>
              <a:rPr lang="ru-RU" sz="1800" dirty="0"/>
              <a:t>Аларды оңдоңуз!</a:t>
            </a:r>
            <a:endParaRPr lang="en-GB" sz="1800" dirty="0"/>
          </a:p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50025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F7FA43F-B739-B9FE-755B-47934ADA24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871417" y="1138266"/>
            <a:ext cx="6697244" cy="46843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70E4AF3-ACDE-8D30-0F6C-86DF9B2238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080175" y="1138265"/>
            <a:ext cx="6697244" cy="468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7147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C4E2F7F-9D39-EDF9-C6DF-734C121721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27" y="28938"/>
            <a:ext cx="4724566" cy="33045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B945854-45FC-9ACC-8B48-8A2D18031E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2310" y="0"/>
            <a:ext cx="4724566" cy="330457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7F7037A-4978-400C-72BF-5FD61BA034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51" y="3524490"/>
            <a:ext cx="4724566" cy="330457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C05C937-D910-2A7D-D563-472A6061F6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434" y="3495552"/>
            <a:ext cx="4724566" cy="3304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4396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0367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21574486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8336</TotalTime>
  <Words>126</Words>
  <Application>Microsoft Office PowerPoint</Application>
  <PresentationFormat>A4 Paper (210x297 mm)</PresentationFormat>
  <Paragraphs>39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Fira Code</vt:lpstr>
      <vt:lpstr>Calibri Light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371</cp:revision>
  <cp:lastPrinted>2024-08-26T17:38:02Z</cp:lastPrinted>
  <dcterms:created xsi:type="dcterms:W3CDTF">2017-01-17T16:57:04Z</dcterms:created>
  <dcterms:modified xsi:type="dcterms:W3CDTF">2024-08-26T17:38:15Z</dcterms:modified>
</cp:coreProperties>
</file>