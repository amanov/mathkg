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10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4" y="4311"/>
            <a:ext cx="4896533" cy="6801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560" y="0"/>
            <a:ext cx="4912277" cy="681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6185" y="1066823"/>
            <a:ext cx="6797041" cy="4704031"/>
            <a:chOff x="50164" y="0"/>
            <a:chExt cx="9850673" cy="681736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64" y="4311"/>
              <a:ext cx="4896533" cy="6801616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560" y="0"/>
              <a:ext cx="4912277" cy="681736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94455" y="1066823"/>
            <a:ext cx="6797041" cy="4704031"/>
            <a:chOff x="50164" y="0"/>
            <a:chExt cx="9850673" cy="681736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64" y="4311"/>
              <a:ext cx="4896533" cy="680161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560" y="0"/>
              <a:ext cx="4912277" cy="681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050"/>
            <a:ext cx="7848600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56255E-EBC7-C700-347F-4C3BBF4A32E6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2024-08-28T10:00:35Z</cp:lastPrinted>
  <dcterms:created xsi:type="dcterms:W3CDTF">2017-01-17T16:57:04Z</dcterms:created>
  <dcterms:modified xsi:type="dcterms:W3CDTF">2024-08-28T10:01:14Z</dcterms:modified>
</cp:coreProperties>
</file>