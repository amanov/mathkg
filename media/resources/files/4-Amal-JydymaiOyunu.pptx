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41"/>
  </p:notesMasterIdLst>
  <p:sldIdLst>
    <p:sldId id="939" r:id="rId2"/>
    <p:sldId id="831" r:id="rId3"/>
    <p:sldId id="940" r:id="rId4"/>
    <p:sldId id="841" r:id="rId5"/>
    <p:sldId id="843" r:id="rId6"/>
    <p:sldId id="844" r:id="rId7"/>
    <p:sldId id="845" r:id="rId8"/>
    <p:sldId id="846" r:id="rId9"/>
    <p:sldId id="847" r:id="rId10"/>
    <p:sldId id="848" r:id="rId11"/>
    <p:sldId id="849" r:id="rId12"/>
    <p:sldId id="850" r:id="rId13"/>
    <p:sldId id="851" r:id="rId14"/>
    <p:sldId id="852" r:id="rId15"/>
    <p:sldId id="853" r:id="rId16"/>
    <p:sldId id="854" r:id="rId17"/>
    <p:sldId id="855" r:id="rId18"/>
    <p:sldId id="856" r:id="rId19"/>
    <p:sldId id="857" r:id="rId20"/>
    <p:sldId id="858" r:id="rId21"/>
    <p:sldId id="859" r:id="rId22"/>
    <p:sldId id="860" r:id="rId23"/>
    <p:sldId id="861" r:id="rId24"/>
    <p:sldId id="862" r:id="rId25"/>
    <p:sldId id="863" r:id="rId26"/>
    <p:sldId id="864" r:id="rId27"/>
    <p:sldId id="865" r:id="rId28"/>
    <p:sldId id="866" r:id="rId29"/>
    <p:sldId id="867" r:id="rId30"/>
    <p:sldId id="868" r:id="rId31"/>
    <p:sldId id="869" r:id="rId32"/>
    <p:sldId id="870" r:id="rId33"/>
    <p:sldId id="871" r:id="rId34"/>
    <p:sldId id="872" r:id="rId35"/>
    <p:sldId id="873" r:id="rId36"/>
    <p:sldId id="874" r:id="rId37"/>
    <p:sldId id="875" r:id="rId38"/>
    <p:sldId id="833" r:id="rId39"/>
    <p:sldId id="938" r:id="rId40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24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718271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БК КК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 тартиби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Жыдымай оюну!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27803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48538" y="782122"/>
            <a:ext cx="8008924" cy="2450883"/>
            <a:chOff x="948538" y="2105561"/>
            <a:chExt cx="8008924" cy="245088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164145" y="2105561"/>
              <a:ext cx="7577715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115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Жыдымай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1467045" y="5102013"/>
            <a:ext cx="6971909" cy="1207346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2168774" y="5043966"/>
            <a:ext cx="595922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БК КК</a:t>
            </a:r>
            <a:endParaRPr lang="en-US" sz="8000" b="1" cap="none" spc="0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51666" y="782122"/>
            <a:ext cx="8669854" cy="8556188"/>
            <a:chOff x="948538" y="2105561"/>
            <a:chExt cx="8632605" cy="85561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5"/>
              <a:ext cx="8632605" cy="6052603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737525" y="2105561"/>
              <a:ext cx="7300954" cy="85561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Туура жооп </a:t>
              </a:r>
              <a:endParaRPr lang="en-US" sz="9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endParaRPr>
            </a:p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= 1 упай</a:t>
              </a:r>
              <a:endParaRPr lang="en-US" sz="9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endParaRPr>
            </a:p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 </a:t>
              </a:r>
              <a:r>
                <a:rPr lang="ru-RU" sz="9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Эң тез!= </a:t>
              </a:r>
            </a:p>
            <a:p>
              <a:pPr algn="ctr"/>
              <a:r>
                <a:rPr lang="ru-RU" sz="9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1 упай</a:t>
              </a:r>
              <a:endParaRPr lang="en-US" sz="9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687674" y="4622602"/>
            <a:ext cx="948538" cy="10963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37F408-EB34-34CD-41C4-F779EEE1916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2464874" y="5404922"/>
            <a:ext cx="948538" cy="10963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D81B30-1B0F-BAE4-0B35-F9CD7E96CF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927856" y="2113082"/>
            <a:ext cx="948538" cy="109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1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699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131481" y="1951672"/>
                <a:ext cx="5759141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5+3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481" y="1951672"/>
                <a:ext cx="5759141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58A1DA-24E8-8075-5358-8DA982187E1E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B214C11-0FE8-AD20-CB4C-2EA856D80F3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C6718D-5BE8-5484-D956-9219D23C3990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EAD702F-3A8B-8E11-DD19-BF73273C8115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69E9620-7987-7F40-4D46-54FB7CFE8D2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46DD5A2-1C0A-9CF6-7925-8F07F4A44BEC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87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003698" y="1926330"/>
                <a:ext cx="589860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20−5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698" y="1926330"/>
                <a:ext cx="589860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10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F2F9BA6-91C9-9DAB-79D1-9A07764AF464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574C600-24D5-AF5B-BC88-A074A3104EF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A67A69-8FEA-0BC9-252F-D96845E96762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BC3A4E6-571F-01D6-68F8-B948C7F39355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D2FAB45-8D07-F084-8D50-D9E0DCB75E3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8D97D7-F02D-2A01-259C-F2F5881E8767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143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575050" y="2006458"/>
                <a:ext cx="69213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30−(2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050" y="2006458"/>
                <a:ext cx="69213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02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8560E5-06FC-96B0-CAE6-66B2B6D81965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545C098-D302-8B75-6B11-353633A8E3A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51C66A-14D7-A47B-349F-8EED6D66562C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DF0C3D-5D38-26EE-DAF0-BF82F37FE52D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8C4D644-DAD2-0033-E58D-0D5EFB5E51E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A9FB84E-A7F7-05B8-198F-281612175290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19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32978" y="1951672"/>
                <a:ext cx="624004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(3+2)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978" y="1951672"/>
                <a:ext cx="624004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24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6EC5D4-D66B-4D3F-CDDB-C828D09840E1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089783B-AA9A-571B-E0A4-198E2B6F5654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364C6A-622A-E2BA-9153-222E6292AD92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383206F-B6B2-A985-9044-0B382EEE8178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D28533D-167B-5152-B206-B8C74EF523A6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BA06250-1E3C-F0E0-4DD9-80AD8239DBD0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1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1951672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6+2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1951672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4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528AE8-3E0B-5BD6-8E9E-B21D5606D43F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976CE37-E2D6-8D0D-E7CA-4384A9B03560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C6F4EF-9084-1D5B-606C-B18FBF95EA2B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C587B0F-80CF-7679-A533-FF3A671625A1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9F7FC25-E3F9-B887-D890-4ACEBF2567D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42E7086-03D7-20EC-6BB3-66234333FB4A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44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30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497360" y="1997857"/>
                <a:ext cx="69213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(15−5)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360" y="1997857"/>
                <a:ext cx="69213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09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163E8E-8354-FB6E-7B75-5C17061C01B3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3C57E8F-03CB-21AC-E0E9-09F60920A99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3CFC1B-CDAE-B77B-1B0E-86D0C3370F13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8E83748-A9DE-0FA4-603A-B1F5085BBA8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325E9CC-3817-B9E4-B29B-27B2FF9210C8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D46FE2B-AB4B-32A3-BF81-0AE278C2BC05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549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13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983661" y="2081432"/>
                <a:ext cx="593867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6+14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661" y="2081432"/>
                <a:ext cx="593867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48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9D7A27-F466-AA61-B357-147EBE03E192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F090B2D-72C4-EE2A-3E40-84D936220568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2EBDD3-6735-B00A-D458-230D1501417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336681F-81AC-A7D1-9999-FFAF2F6B98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84ABACA-ACC7-7C89-13E8-1149136541C5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93B970C-6DC4-95F8-D664-801ED25BA33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187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2006458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2006458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36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E84B16-F6B5-C472-E6F9-6BF2E23FC2F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0876E09-0F29-8BFC-9C9C-290C7DF78715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396A54-C3C4-19B7-4CD6-9BF79216CD44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8AD9C8-9674-8F83-41A7-7FE77F2CF8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F230369-C3EA-532D-3595-2038E337A829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BE5E4C7-4914-F1EE-0FBB-CA030B203856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310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23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270035" y="2104651"/>
                <a:ext cx="736592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3+4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35" y="2104651"/>
                <a:ext cx="736592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38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B41E46-F97D-D116-81C1-2E7072A4FB2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FB97488-C510-CB96-8B83-8E9DEAC43C31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B89632-9935-50A9-DE77-795C77B67425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1B1C39F-80AC-A20E-0F80-4BCF49970AF2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E652DE0-7589-E7C3-5122-DD523732743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2317D63-E326-F16C-A793-EBD6D14EDB7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986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4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12941" y="1951672"/>
                <a:ext cx="62801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5+3)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941" y="1951672"/>
                <a:ext cx="62801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7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E8C592B-0158-E324-0903-1DAA808D723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C83B6E-65F7-7C82-8663-BD5793825E98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ACF1D4-7C09-3370-0084-65DB39E495E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E687E31-5845-8CD0-82A6-EC1E97A9ABC1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0F8067D-7072-F781-5C20-6F400579A68F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A234C42-43E8-38C8-6173-2C643D30B247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764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32979" y="2085942"/>
                <a:ext cx="624004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(6+2)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979" y="2085942"/>
                <a:ext cx="624004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3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DB081A-0519-CE6F-BB7B-63D316D959E6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03287CB-499D-F261-AFA0-7E3DF5DCDE6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7E17DF-DB7E-02D0-3AFF-8138E4D1282D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4DB621-EF49-9CB0-2390-84709B50AA2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E9AE41B-14D0-E27F-0598-F511EA550A73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EAE335E-BBFE-AEE8-2B34-31483B088462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945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48206" y="1988173"/>
                <a:ext cx="6209585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25−8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206" y="1988173"/>
                <a:ext cx="6209585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44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001C6D-5383-0D69-EF00-CF27D5712FA7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BA25A54-F1CE-EFE0-777C-066B86801E7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571A05-C5B1-E90D-08F3-6428BD7B2CFF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355692-3C36-6C23-1088-D268362B4E17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790EF04-E089-EE8E-E617-F611E2D3A06E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01C3AFA-4C9F-D009-996D-AEDE9B1B752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413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48207" y="2085942"/>
                <a:ext cx="6209585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30−9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207" y="2085942"/>
                <a:ext cx="6209585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20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3132FF-95BD-0BBB-0742-9F49D8D3B6C6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C303DB5-495A-0936-8843-1DCEE683CA64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E8DDA1-886E-C13B-DFAE-1422735F77D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75C514-9E42-5AF8-632B-E97480C0D9F6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09BAD51-42FE-9EF3-6D27-ED1DB644A098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B025070-A7DE-E564-24DC-F46F8C2D4B09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24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249998" y="1997857"/>
                <a:ext cx="740600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8+6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2+4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98" y="1997857"/>
                <a:ext cx="740600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07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EFF32A-9E67-E6DB-6F00-B06F1C4E4F81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BC4681C-6373-6053-7248-51D710D971E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07980D-8DC8-D9EB-19B8-FB2E577D339D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3178B-1DC5-4B23-7B47-7C47EAAC80C6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E958B06-75FC-6B9C-8EA1-4CD1EC913765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3445A25-FA80-ADDD-491B-91AA81637436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525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2085942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2085942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0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84A0AD-FFF5-8C30-FB46-17AF057BEBF0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ED5AA50-5363-5E08-2207-455FEA1DA06E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92D47C-00D3-0423-2041-8D8975C1EEB0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577A5EF-F0C9-49F5-F91C-AA0C9A21E18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08531DA-5CAA-4321-FBF4-6D2205C22421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37AB5AD-17FF-91E5-D084-4DBFC25A00E3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94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4A5BEF-9A1F-49E1-AF70-36576F988459}"/>
                  </a:ext>
                </a:extLst>
              </p:cNvPr>
              <p:cNvSpPr txBox="1"/>
              <p:nvPr/>
            </p:nvSpPr>
            <p:spPr>
              <a:xfrm>
                <a:off x="1279942" y="2273380"/>
                <a:ext cx="7346114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5−5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4A5BEF-9A1F-49E1-AF70-36576F988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942" y="2273380"/>
                <a:ext cx="7346114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42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DD208E-3685-D9CE-A05A-50BA358494E9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8339B24-34CB-5E66-4BEC-11233845E7FF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AE806D-7D3F-F24F-FA65-882828EDD148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7B45B7-8A91-F574-F0F4-5D12E4D3BD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EA517CF-3F48-E568-ACB9-76EA6ABBB294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48F151E-6D0D-6F64-A140-983B1912B6B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724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8603FE-830F-466E-ABEA-6718522407BA}"/>
                  </a:ext>
                </a:extLst>
              </p:cNvPr>
              <p:cNvSpPr txBox="1"/>
              <p:nvPr/>
            </p:nvSpPr>
            <p:spPr>
              <a:xfrm>
                <a:off x="939305" y="2264588"/>
                <a:ext cx="8027390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20−4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8603FE-830F-466E-ABEA-671852240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05" y="2264588"/>
                <a:ext cx="8027390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31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  <a:endParaRPr lang="ru-RU" sz="3200" dirty="0">
              <a:highlight>
                <a:srgbClr val="C0C0C0"/>
              </a:highlight>
            </a:endParaRP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8308</TotalTime>
  <Words>277</Words>
  <Application>Microsoft Office PowerPoint</Application>
  <PresentationFormat>A4 Paper (210x297 mm)</PresentationFormat>
  <Paragraphs>97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Berlin Sans FB Demi</vt:lpstr>
      <vt:lpstr>Bernard MT Condensed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349</cp:revision>
  <cp:lastPrinted>2017-12-31T22:38:51Z</cp:lastPrinted>
  <dcterms:created xsi:type="dcterms:W3CDTF">2017-01-17T16:57:04Z</dcterms:created>
  <dcterms:modified xsi:type="dcterms:W3CDTF">2023-10-01T19:53:01Z</dcterms:modified>
</cp:coreProperties>
</file>