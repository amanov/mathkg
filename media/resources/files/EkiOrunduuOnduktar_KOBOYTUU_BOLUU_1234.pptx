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19" r:id="rId3"/>
  </p:sldMasterIdLst>
  <p:notesMasterIdLst>
    <p:notesMasterId r:id="rId9"/>
  </p:notesMasterIdLst>
  <p:sldIdLst>
    <p:sldId id="947" r:id="rId4"/>
    <p:sldId id="944" r:id="rId5"/>
    <p:sldId id="943" r:id="rId6"/>
    <p:sldId id="945" r:id="rId7"/>
    <p:sldId id="948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 Капкак слайд" id="{197FF5E7-57A8-40D7-8FA0-8A089C366947}">
          <p14:sldIdLst>
            <p14:sldId id="947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Жообу" id="{1FEDB314-42DC-4694-9B04-D4A4AAE625F7}">
          <p14:sldIdLst>
            <p14:sldId id="943"/>
          </p14:sldIdLst>
        </p14:section>
        <p14:section name="Иш кагаздары" id="{A78D9305-6AAE-4715-A210-52F6908F30F7}">
          <p14:sldIdLst>
            <p14:sldId id="945"/>
          </p14:sldIdLst>
        </p14:section>
        <p14:section name="Кайтарым байланыш" id="{F3D720CF-F566-46A6-9361-125255B68FA6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2633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98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9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 орундуу ондуктар – Көбөйтүү &amp; Бөлүү 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655462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7.2 × 0.1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5609849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4.5 × 1.1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525619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0.58 × 0.12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5480006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1.42 × 0.46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E95C6D-17A1-B57C-1F45-4581D91988CE}"/>
              </a:ext>
            </a:extLst>
          </p:cNvPr>
          <p:cNvSpPr txBox="1"/>
          <p:nvPr/>
        </p:nvSpPr>
        <p:spPr>
          <a:xfrm>
            <a:off x="2882083" y="620727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0.01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9F141-F070-4C4D-FEF2-2E2CCBB57290}"/>
              </a:ext>
            </a:extLst>
          </p:cNvPr>
          <p:cNvSpPr txBox="1"/>
          <p:nvPr/>
        </p:nvSpPr>
        <p:spPr>
          <a:xfrm>
            <a:off x="7771547" y="620727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 ÷ 0.07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2DCAF2-A84E-3D40-CCAA-9D3D2EF56527}"/>
              </a:ext>
            </a:extLst>
          </p:cNvPr>
          <p:cNvSpPr txBox="1"/>
          <p:nvPr/>
        </p:nvSpPr>
        <p:spPr>
          <a:xfrm>
            <a:off x="2720180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4.25 ÷ 0.17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DF5D4-3F7F-F5AE-2EA7-049DE8464DF8}"/>
              </a:ext>
            </a:extLst>
          </p:cNvPr>
          <p:cNvSpPr txBox="1"/>
          <p:nvPr/>
        </p:nvSpPr>
        <p:spPr>
          <a:xfrm>
            <a:off x="7609644" y="4053884"/>
            <a:ext cx="1465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13.23 ÷ 0.42</a:t>
            </a:r>
          </a:p>
        </p:txBody>
      </p:sp>
    </p:spTree>
    <p:extLst>
      <p:ext uri="{BB962C8B-B14F-4D97-AF65-F5344CB8AC3E}">
        <p14:creationId xmlns:p14="http://schemas.microsoft.com/office/powerpoint/2010/main" val="2005503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655462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7.2 × 0.1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874272" y="1155873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0.72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5609849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4.5 × 1.1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BF887-9CF9-425D-0873-F3DE78E06164}"/>
              </a:ext>
            </a:extLst>
          </p:cNvPr>
          <p:cNvSpPr txBox="1"/>
          <p:nvPr/>
        </p:nvSpPr>
        <p:spPr>
          <a:xfrm>
            <a:off x="5828660" y="1155873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4.95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525619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0.58 × 0.12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9DBD2-BBA3-0E31-04E2-41EB16DCF4F0}"/>
              </a:ext>
            </a:extLst>
          </p:cNvPr>
          <p:cNvSpPr txBox="1"/>
          <p:nvPr/>
        </p:nvSpPr>
        <p:spPr>
          <a:xfrm>
            <a:off x="744429" y="4589030"/>
            <a:ext cx="89800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0.0696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5480006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1.42 × 0.46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7D0D5-E98C-EA64-D13F-DC9234B98613}"/>
              </a:ext>
            </a:extLst>
          </p:cNvPr>
          <p:cNvSpPr txBox="1"/>
          <p:nvPr/>
        </p:nvSpPr>
        <p:spPr>
          <a:xfrm>
            <a:off x="5698817" y="4589030"/>
            <a:ext cx="89800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0.6532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E95C6D-17A1-B57C-1F45-4581D91988CE}"/>
              </a:ext>
            </a:extLst>
          </p:cNvPr>
          <p:cNvSpPr txBox="1"/>
          <p:nvPr/>
        </p:nvSpPr>
        <p:spPr>
          <a:xfrm>
            <a:off x="2882083" y="620727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0.01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EAE2AE-E0DF-2AA1-13AB-72D8A154DA27}"/>
              </a:ext>
            </a:extLst>
          </p:cNvPr>
          <p:cNvSpPr txBox="1"/>
          <p:nvPr/>
        </p:nvSpPr>
        <p:spPr>
          <a:xfrm>
            <a:off x="3100892" y="1155873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900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9F141-F070-4C4D-FEF2-2E2CCBB57290}"/>
              </a:ext>
            </a:extLst>
          </p:cNvPr>
          <p:cNvSpPr txBox="1"/>
          <p:nvPr/>
        </p:nvSpPr>
        <p:spPr>
          <a:xfrm>
            <a:off x="7771547" y="620727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 ÷ 0.07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2B573D-B142-D839-07C7-058A645A0820}"/>
              </a:ext>
            </a:extLst>
          </p:cNvPr>
          <p:cNvSpPr txBox="1"/>
          <p:nvPr/>
        </p:nvSpPr>
        <p:spPr>
          <a:xfrm>
            <a:off x="8055278" y="1155873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200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2DCAF2-A84E-3D40-CCAA-9D3D2EF56527}"/>
              </a:ext>
            </a:extLst>
          </p:cNvPr>
          <p:cNvSpPr txBox="1"/>
          <p:nvPr/>
        </p:nvSpPr>
        <p:spPr>
          <a:xfrm>
            <a:off x="2720180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4.25 ÷ 0.17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4086DF-D9C7-7BE2-5744-3BE6FBD210D2}"/>
              </a:ext>
            </a:extLst>
          </p:cNvPr>
          <p:cNvSpPr txBox="1"/>
          <p:nvPr/>
        </p:nvSpPr>
        <p:spPr>
          <a:xfrm>
            <a:off x="3165814" y="4589030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1DF5D4-3F7F-F5AE-2EA7-049DE8464DF8}"/>
              </a:ext>
            </a:extLst>
          </p:cNvPr>
          <p:cNvSpPr txBox="1"/>
          <p:nvPr/>
        </p:nvSpPr>
        <p:spPr>
          <a:xfrm>
            <a:off x="7609644" y="4053884"/>
            <a:ext cx="1465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13.23 ÷ 0.42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3870AE-A473-CD86-C213-46878806F401}"/>
              </a:ext>
            </a:extLst>
          </p:cNvPr>
          <p:cNvSpPr txBox="1"/>
          <p:nvPr/>
        </p:nvSpPr>
        <p:spPr>
          <a:xfrm>
            <a:off x="8023218" y="4589030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31.5</a:t>
            </a:r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8" grpId="0" animBg="1"/>
      <p:bldP spid="11" grpId="0" animBg="1"/>
      <p:bldP spid="13" grpId="0" animBg="1"/>
      <p:bldP spid="15" grpId="0" animBg="1"/>
      <p:bldP spid="17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AD506F-428B-901F-2C99-5C59B11E2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64577" y="1066903"/>
            <a:ext cx="6593581" cy="47241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83932D-F2DA-1C4A-2108-C7BB36731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76999" y="1066903"/>
            <a:ext cx="6593581" cy="472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910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10541</TotalTime>
  <Words>144</Words>
  <Application>Microsoft Office PowerPoint</Application>
  <PresentationFormat>A4 Paper (210x297 mm)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529</cp:revision>
  <cp:lastPrinted>2017-12-31T22:38:51Z</cp:lastPrinted>
  <dcterms:created xsi:type="dcterms:W3CDTF">2017-01-17T16:57:04Z</dcterms:created>
  <dcterms:modified xsi:type="dcterms:W3CDTF">2024-06-03T08:21:31Z</dcterms:modified>
</cp:coreProperties>
</file>