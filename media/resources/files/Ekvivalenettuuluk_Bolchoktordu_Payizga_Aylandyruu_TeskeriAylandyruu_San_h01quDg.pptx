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267" r:id="rId2"/>
    <p:sldId id="944" r:id="rId3"/>
    <p:sldId id="941" r:id="rId4"/>
    <p:sldId id="942" r:id="rId5"/>
    <p:sldId id="943" r:id="rId6"/>
    <p:sldId id="266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C10902E-64B2-44AF-B45D-D82102858074}">
          <p14:sldIdLst>
            <p14:sldId id="26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Чектелген жооптор" id="{1FEDB314-42DC-4694-9B04-D4A4AAE625F7}">
          <p14:sldIdLst>
            <p14:sldId id="941"/>
          </p14:sldIdLst>
        </p14:section>
        <p14:section name="Таркатма кагаздар" id="{A78D9305-6AAE-4715-A210-52F6908F30F7}">
          <p14:sldIdLst>
            <p14:sldId id="942"/>
            <p14:sldId id="943"/>
          </p14:sldIdLst>
        </p14:section>
        <p14:section name="Кайтарым байланыш" id="{EC623A22-96A8-4DCC-BEDC-184AFD0D5CE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7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/>
              <a:t>Бөлчөктөрдөн пайызга –</a:t>
            </a:r>
            <a:r>
              <a:rPr lang="ky-KG" sz="3200" dirty="0"/>
              <a:t>– Сандык табышмак</a:t>
            </a:r>
            <a:endParaRPr lang="en-US" sz="3200" dirty="0"/>
          </a:p>
          <a:p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400" dirty="0"/>
          </a:p>
          <a:p>
            <a:r>
              <a:rPr lang="ru-RU" sz="2400" dirty="0"/>
              <a:t>2 өлчөмдөгү 3 табышмак бар.</a:t>
            </a:r>
          </a:p>
          <a:p>
            <a:endParaRPr lang="ru-RU" sz="2400" dirty="0"/>
          </a:p>
          <a:p>
            <a:r>
              <a:rPr lang="ru-RU" sz="2400" dirty="0"/>
              <a:t>Чектелген жооптор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42B23-F255-01E5-83B2-F05E5B6D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68" y="325120"/>
            <a:ext cx="9295758" cy="62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1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796981" y="28421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3E1EAD-6B91-4C47-9CE6-1149123C0FC7}"/>
                  </a:ext>
                </a:extLst>
              </p:cNvPr>
              <p:cNvSpPr txBox="1"/>
              <p:nvPr/>
            </p:nvSpPr>
            <p:spPr>
              <a:xfrm>
                <a:off x="5050694" y="1269766"/>
                <a:ext cx="137550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=26%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3E1EAD-6B91-4C47-9CE6-1149123C0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694" y="1269766"/>
                <a:ext cx="1375505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B93117-B857-4A48-8573-D368D23DBDD7}"/>
                  </a:ext>
                </a:extLst>
              </p:cNvPr>
              <p:cNvSpPr txBox="1"/>
              <p:nvPr/>
            </p:nvSpPr>
            <p:spPr>
              <a:xfrm>
                <a:off x="5050694" y="2535826"/>
                <a:ext cx="137550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=36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B93117-B857-4A48-8573-D368D23DB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694" y="2535826"/>
                <a:ext cx="1375505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590EF8-8E2E-4C42-BBAD-67B299520075}"/>
                  </a:ext>
                </a:extLst>
              </p:cNvPr>
              <p:cNvSpPr txBox="1"/>
              <p:nvPr/>
            </p:nvSpPr>
            <p:spPr>
              <a:xfrm>
                <a:off x="6688705" y="1269798"/>
                <a:ext cx="137550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590EF8-8E2E-4C42-BBAD-67B29952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05" y="1269798"/>
                <a:ext cx="1375505" cy="670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045D0E-60DB-48B0-A87C-81DE51C5A6C0}"/>
                  </a:ext>
                </a:extLst>
              </p:cNvPr>
              <p:cNvSpPr txBox="1"/>
              <p:nvPr/>
            </p:nvSpPr>
            <p:spPr>
              <a:xfrm>
                <a:off x="6688705" y="2558815"/>
                <a:ext cx="137550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=36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045D0E-60DB-48B0-A87C-81DE51C5A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05" y="2558815"/>
                <a:ext cx="1375505" cy="67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EFC72A-57ED-4BF5-A280-507B7B854770}"/>
                  </a:ext>
                </a:extLst>
              </p:cNvPr>
              <p:cNvSpPr txBox="1"/>
              <p:nvPr/>
            </p:nvSpPr>
            <p:spPr>
              <a:xfrm>
                <a:off x="6688705" y="3847873"/>
                <a:ext cx="137550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=76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EFC72A-57ED-4BF5-A280-507B7B854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05" y="3847873"/>
                <a:ext cx="1375505" cy="67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731D0CB-6B4D-40BA-B342-C7A8EB6D291B}"/>
                  </a:ext>
                </a:extLst>
              </p:cNvPr>
              <p:cNvSpPr txBox="1"/>
              <p:nvPr/>
            </p:nvSpPr>
            <p:spPr>
              <a:xfrm>
                <a:off x="6688705" y="5875486"/>
                <a:ext cx="137550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=48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731D0CB-6B4D-40BA-B342-C7A8EB6D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05" y="5875486"/>
                <a:ext cx="1375505" cy="6705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7CB33-180A-477E-B981-2F5E43660831}"/>
                  </a:ext>
                </a:extLst>
              </p:cNvPr>
              <p:cNvSpPr txBox="1"/>
              <p:nvPr/>
            </p:nvSpPr>
            <p:spPr>
              <a:xfrm>
                <a:off x="8326716" y="2558752"/>
                <a:ext cx="137550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=85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7CB33-180A-477E-B981-2F5E43660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716" y="2558752"/>
                <a:ext cx="1375505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165C3A-7D32-4AB9-A4C9-CC1A82A23065}"/>
                  </a:ext>
                </a:extLst>
              </p:cNvPr>
              <p:cNvSpPr txBox="1"/>
              <p:nvPr/>
            </p:nvSpPr>
            <p:spPr>
              <a:xfrm>
                <a:off x="8326716" y="1269798"/>
                <a:ext cx="137550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=65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165C3A-7D32-4AB9-A4C9-CC1A82A2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716" y="1269798"/>
                <a:ext cx="1375505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6E4976-209E-4517-B703-5A137C6B4697}"/>
                  </a:ext>
                </a:extLst>
              </p:cNvPr>
              <p:cNvSpPr txBox="1"/>
              <p:nvPr/>
            </p:nvSpPr>
            <p:spPr>
              <a:xfrm>
                <a:off x="8326716" y="4313856"/>
                <a:ext cx="137550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=35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6E4976-209E-4517-B703-5A137C6B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716" y="4313856"/>
                <a:ext cx="1375505" cy="670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F395A3-0445-41A5-B1B2-F9089C5E2A59}"/>
                  </a:ext>
                </a:extLst>
              </p:cNvPr>
              <p:cNvSpPr txBox="1"/>
              <p:nvPr/>
            </p:nvSpPr>
            <p:spPr>
              <a:xfrm>
                <a:off x="8326716" y="5875465"/>
                <a:ext cx="137550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=45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F395A3-0445-41A5-B1B2-F9089C5E2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716" y="5875465"/>
                <a:ext cx="1375505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7259D843-58C6-48C5-8C20-DA92B7C86717}"/>
              </a:ext>
            </a:extLst>
          </p:cNvPr>
          <p:cNvGrpSpPr/>
          <p:nvPr/>
        </p:nvGrpSpPr>
        <p:grpSpPr>
          <a:xfrm>
            <a:off x="912223" y="939547"/>
            <a:ext cx="3068683" cy="1292468"/>
            <a:chOff x="942213" y="939547"/>
            <a:chExt cx="3068683" cy="12924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1BCDE59-0FB9-472D-A406-FF31CFFEC806}"/>
                </a:ext>
              </a:extLst>
            </p:cNvPr>
            <p:cNvSpPr/>
            <p:nvPr/>
          </p:nvSpPr>
          <p:spPr>
            <a:xfrm>
              <a:off x="14299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09DFF03-E5B6-4ED4-BFAF-CF7DDA372F63}"/>
                </a:ext>
              </a:extLst>
            </p:cNvPr>
            <p:cNvSpPr/>
            <p:nvPr/>
          </p:nvSpPr>
          <p:spPr>
            <a:xfrm>
              <a:off x="14299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0E349BC-F0E6-472C-9E25-12142F4CB6E7}"/>
                </a:ext>
              </a:extLst>
            </p:cNvPr>
            <p:cNvCxnSpPr>
              <a:cxnSpLocks/>
            </p:cNvCxnSpPr>
            <p:nvPr/>
          </p:nvCxnSpPr>
          <p:spPr>
            <a:xfrm>
              <a:off x="942213" y="1579199"/>
              <a:ext cx="9016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3D44EF7-F378-4E9A-B630-0EBF63F97605}"/>
                    </a:ext>
                  </a:extLst>
                </p:cNvPr>
                <p:cNvSpPr txBox="1"/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3D44EF7-F378-4E9A-B630-0EBF63F97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CB30ADD-A044-43F7-9D0F-9326FAA86847}"/>
                </a:ext>
              </a:extLst>
            </p:cNvPr>
            <p:cNvSpPr/>
            <p:nvPr/>
          </p:nvSpPr>
          <p:spPr>
            <a:xfrm>
              <a:off x="253058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04C53B3-8B04-4419-8B04-8885AB6C9C7A}"/>
                </a:ext>
              </a:extLst>
            </p:cNvPr>
            <p:cNvSpPr/>
            <p:nvPr/>
          </p:nvSpPr>
          <p:spPr>
            <a:xfrm>
              <a:off x="9854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657BE30-7817-4B05-AF6C-FDFD28C61928}"/>
                </a:ext>
              </a:extLst>
            </p:cNvPr>
            <p:cNvSpPr/>
            <p:nvPr/>
          </p:nvSpPr>
          <p:spPr>
            <a:xfrm>
              <a:off x="9854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3F0E9D6-4EC7-40DA-9B00-CB7AD599907E}"/>
                </a:ext>
              </a:extLst>
            </p:cNvPr>
            <p:cNvSpPr/>
            <p:nvPr/>
          </p:nvSpPr>
          <p:spPr>
            <a:xfrm>
              <a:off x="297381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774A07-0C7C-4E39-90FF-8BF8E7DE2079}"/>
                </a:ext>
              </a:extLst>
            </p:cNvPr>
            <p:cNvSpPr txBox="1"/>
            <p:nvPr/>
          </p:nvSpPr>
          <p:spPr>
            <a:xfrm>
              <a:off x="3385404" y="1143000"/>
              <a:ext cx="6254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dirty="0"/>
                <a:t>%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025C0CF-5292-F3D7-B025-FE1667E88398}"/>
              </a:ext>
            </a:extLst>
          </p:cNvPr>
          <p:cNvSpPr txBox="1"/>
          <p:nvPr/>
        </p:nvSpPr>
        <p:spPr>
          <a:xfrm>
            <a:off x="1679138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CD3B0E-377D-C4D6-C36F-AE94EEB63589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BC0AF-9B67-17C3-C2A9-292FE5B9AA0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D4CB4-A33E-9A82-1E99-A8BB751B3E84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8DE7A-AEB3-D7B3-F914-BCC36F3E83B1}"/>
              </a:ext>
            </a:extLst>
          </p:cNvPr>
          <p:cNvSpPr txBox="1"/>
          <p:nvPr/>
        </p:nvSpPr>
        <p:spPr>
          <a:xfrm>
            <a:off x="3150177" y="2753814"/>
            <a:ext cx="1587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Канча түрдүү бөлүүчү</a:t>
            </a:r>
            <a:endParaRPr lang="en-US" sz="1200" dirty="0"/>
          </a:p>
          <a:p>
            <a:r>
              <a:rPr lang="ru-RU" sz="1200" dirty="0"/>
              <a:t> колдоно аласыз?</a:t>
            </a:r>
            <a:endParaRPr lang="en-GB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16973C-6766-7EC9-0F9B-790CF6B416E5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2F6698-09F5-4DD8-A8C5-E7A3F35C7962}"/>
              </a:ext>
            </a:extLst>
          </p:cNvPr>
          <p:cNvSpPr/>
          <p:nvPr/>
        </p:nvSpPr>
        <p:spPr>
          <a:xfrm>
            <a:off x="686362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7E66F3-233F-4EEB-A39A-A16FC1F7DC45}"/>
              </a:ext>
            </a:extLst>
          </p:cNvPr>
          <p:cNvSpPr/>
          <p:nvPr/>
        </p:nvSpPr>
        <p:spPr>
          <a:xfrm>
            <a:off x="187506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2799DB0-B460-4BEE-977A-A0484D2F8687}"/>
              </a:ext>
            </a:extLst>
          </p:cNvPr>
          <p:cNvSpPr/>
          <p:nvPr/>
        </p:nvSpPr>
        <p:spPr>
          <a:xfrm>
            <a:off x="686362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5A0245-AB56-2D5E-2FC2-C4B89B91E062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2DFEB1DD-EE71-73BC-5B60-7759751A2B8D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E12AE3C5-7046-9D5C-B0DA-2EDCF40C18A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0C23D047-5AB3-44E5-F95F-96E74361F736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194069-E76D-ECAA-AF61-24782364AD98}"/>
              </a:ext>
            </a:extLst>
          </p:cNvPr>
          <p:cNvGrpSpPr/>
          <p:nvPr/>
        </p:nvGrpSpPr>
        <p:grpSpPr>
          <a:xfrm>
            <a:off x="912223" y="939547"/>
            <a:ext cx="3068683" cy="1292468"/>
            <a:chOff x="942213" y="939547"/>
            <a:chExt cx="3068683" cy="129246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5719E8-1599-A14E-5A36-33743E23B397}"/>
                </a:ext>
              </a:extLst>
            </p:cNvPr>
            <p:cNvSpPr/>
            <p:nvPr/>
          </p:nvSpPr>
          <p:spPr>
            <a:xfrm>
              <a:off x="14299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C3C96E-6C2C-565D-9AEC-BEA4E2BC2F47}"/>
                </a:ext>
              </a:extLst>
            </p:cNvPr>
            <p:cNvSpPr/>
            <p:nvPr/>
          </p:nvSpPr>
          <p:spPr>
            <a:xfrm>
              <a:off x="14299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F1DFF29-01BC-E066-E9FD-D62E523D53BC}"/>
                </a:ext>
              </a:extLst>
            </p:cNvPr>
            <p:cNvCxnSpPr>
              <a:cxnSpLocks/>
            </p:cNvCxnSpPr>
            <p:nvPr/>
          </p:nvCxnSpPr>
          <p:spPr>
            <a:xfrm>
              <a:off x="942213" y="1579199"/>
              <a:ext cx="9016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A7A922-EE59-7029-810B-F6BC4C4ACD48}"/>
                    </a:ext>
                  </a:extLst>
                </p:cNvPr>
                <p:cNvSpPr txBox="1"/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3D44EF7-F378-4E9A-B630-0EBF63F97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FB47DEE-23AA-CD2C-E3C2-D082A5F89F04}"/>
                </a:ext>
              </a:extLst>
            </p:cNvPr>
            <p:cNvSpPr/>
            <p:nvPr/>
          </p:nvSpPr>
          <p:spPr>
            <a:xfrm>
              <a:off x="253058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59C62A-2091-028F-81CE-C96BCCCCDA61}"/>
                </a:ext>
              </a:extLst>
            </p:cNvPr>
            <p:cNvSpPr/>
            <p:nvPr/>
          </p:nvSpPr>
          <p:spPr>
            <a:xfrm>
              <a:off x="9854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3C8796-98DC-6CE7-1B84-269D4B9D5765}"/>
                </a:ext>
              </a:extLst>
            </p:cNvPr>
            <p:cNvSpPr/>
            <p:nvPr/>
          </p:nvSpPr>
          <p:spPr>
            <a:xfrm>
              <a:off x="9854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B2ED64-99C2-DCE3-20F9-89A42E0634B1}"/>
                </a:ext>
              </a:extLst>
            </p:cNvPr>
            <p:cNvSpPr/>
            <p:nvPr/>
          </p:nvSpPr>
          <p:spPr>
            <a:xfrm>
              <a:off x="297381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E5D0F8-5562-F7D4-F682-3F7403F784FD}"/>
                </a:ext>
              </a:extLst>
            </p:cNvPr>
            <p:cNvSpPr txBox="1"/>
            <p:nvPr/>
          </p:nvSpPr>
          <p:spPr>
            <a:xfrm>
              <a:off x="3385404" y="1143000"/>
              <a:ext cx="6254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dirty="0"/>
                <a:t>%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F6A2484-D5EA-7129-CBD4-2612BA704366}"/>
              </a:ext>
            </a:extLst>
          </p:cNvPr>
          <p:cNvSpPr txBox="1"/>
          <p:nvPr/>
        </p:nvSpPr>
        <p:spPr>
          <a:xfrm>
            <a:off x="1679138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64A192-6A23-E1FC-5139-C527270BE815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FE5F2F-F8F9-C951-F6EF-42B0276A7360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F2950B-60A4-8A62-7966-ED1AFF175D8B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E3245F-4D3B-D94C-3540-93382929A156}"/>
              </a:ext>
            </a:extLst>
          </p:cNvPr>
          <p:cNvSpPr txBox="1"/>
          <p:nvPr/>
        </p:nvSpPr>
        <p:spPr>
          <a:xfrm>
            <a:off x="3150177" y="2753814"/>
            <a:ext cx="1587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Канча түрдүү бөлүүчү</a:t>
            </a:r>
            <a:endParaRPr lang="en-US" sz="1200" dirty="0"/>
          </a:p>
          <a:p>
            <a:r>
              <a:rPr lang="ru-RU" sz="1200" dirty="0"/>
              <a:t> колдоно аласыз?</a:t>
            </a:r>
            <a:endParaRPr lang="en-GB" sz="12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5319D30-7BC2-90FE-F0F2-84714A4F36B0}"/>
              </a:ext>
            </a:extLst>
          </p:cNvPr>
          <p:cNvSpPr/>
          <p:nvPr/>
        </p:nvSpPr>
        <p:spPr>
          <a:xfrm>
            <a:off x="4992922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60E14663-1008-0BE1-B46B-6C0504E7AE34}"/>
              </a:ext>
            </a:extLst>
          </p:cNvPr>
          <p:cNvSpPr/>
          <p:nvPr/>
        </p:nvSpPr>
        <p:spPr>
          <a:xfrm>
            <a:off x="5463838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4D79C681-6FDF-3EAA-ABD7-6BE7DD8C2016}"/>
              </a:ext>
            </a:extLst>
          </p:cNvPr>
          <p:cNvSpPr/>
          <p:nvPr/>
        </p:nvSpPr>
        <p:spPr>
          <a:xfrm>
            <a:off x="5463838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CF000AF0-6CDC-3F6D-7E6A-F354EA78D78E}"/>
              </a:ext>
            </a:extLst>
          </p:cNvPr>
          <p:cNvSpPr/>
          <p:nvPr/>
        </p:nvSpPr>
        <p:spPr>
          <a:xfrm>
            <a:off x="5124748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265D8A1-BD78-EFCD-E7FA-6CD6B250BFCC}"/>
              </a:ext>
            </a:extLst>
          </p:cNvPr>
          <p:cNvGrpSpPr/>
          <p:nvPr/>
        </p:nvGrpSpPr>
        <p:grpSpPr>
          <a:xfrm>
            <a:off x="5897525" y="939547"/>
            <a:ext cx="3068683" cy="1292468"/>
            <a:chOff x="942213" y="939547"/>
            <a:chExt cx="3068683" cy="1292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C53CB61-4CD5-3265-91CC-FF0BC9A1B579}"/>
                </a:ext>
              </a:extLst>
            </p:cNvPr>
            <p:cNvSpPr/>
            <p:nvPr/>
          </p:nvSpPr>
          <p:spPr>
            <a:xfrm>
              <a:off x="14299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E68A373-2F54-BFF7-F0A5-E9FCA8EDAA0B}"/>
                </a:ext>
              </a:extLst>
            </p:cNvPr>
            <p:cNvSpPr/>
            <p:nvPr/>
          </p:nvSpPr>
          <p:spPr>
            <a:xfrm>
              <a:off x="14299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A3694F6-EED6-6DCE-A19D-1FE214681918}"/>
                </a:ext>
              </a:extLst>
            </p:cNvPr>
            <p:cNvCxnSpPr>
              <a:cxnSpLocks/>
            </p:cNvCxnSpPr>
            <p:nvPr/>
          </p:nvCxnSpPr>
          <p:spPr>
            <a:xfrm>
              <a:off x="942213" y="1579199"/>
              <a:ext cx="9016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8B3AD4-E92E-7D5B-C0FC-C049D8999597}"/>
                    </a:ext>
                  </a:extLst>
                </p:cNvPr>
                <p:cNvSpPr txBox="1"/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3D44EF7-F378-4E9A-B630-0EBF63F97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A77955B-0BEA-A6E3-5F0F-3247448638DD}"/>
                </a:ext>
              </a:extLst>
            </p:cNvPr>
            <p:cNvSpPr/>
            <p:nvPr/>
          </p:nvSpPr>
          <p:spPr>
            <a:xfrm>
              <a:off x="253058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67574E9-7F5A-6238-02FE-492E9AC06AA4}"/>
                </a:ext>
              </a:extLst>
            </p:cNvPr>
            <p:cNvSpPr/>
            <p:nvPr/>
          </p:nvSpPr>
          <p:spPr>
            <a:xfrm>
              <a:off x="9854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C2B2657-A291-2ED6-F561-02047DA88FC6}"/>
                </a:ext>
              </a:extLst>
            </p:cNvPr>
            <p:cNvSpPr/>
            <p:nvPr/>
          </p:nvSpPr>
          <p:spPr>
            <a:xfrm>
              <a:off x="9854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4A6D3CA-DC17-A0A7-4670-57736BCEF1CA}"/>
                </a:ext>
              </a:extLst>
            </p:cNvPr>
            <p:cNvSpPr/>
            <p:nvPr/>
          </p:nvSpPr>
          <p:spPr>
            <a:xfrm>
              <a:off x="297381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0C6A1F0-2F37-D8DF-7BF8-B96A33810B5D}"/>
                </a:ext>
              </a:extLst>
            </p:cNvPr>
            <p:cNvSpPr txBox="1"/>
            <p:nvPr/>
          </p:nvSpPr>
          <p:spPr>
            <a:xfrm>
              <a:off x="3385404" y="1143000"/>
              <a:ext cx="6254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dirty="0"/>
                <a:t>%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DD34AC6A-7FC1-00E0-75B6-B2F3CDB28CF6}"/>
              </a:ext>
            </a:extLst>
          </p:cNvPr>
          <p:cNvSpPr txBox="1"/>
          <p:nvPr/>
        </p:nvSpPr>
        <p:spPr>
          <a:xfrm>
            <a:off x="6664440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44D23E5-7101-C31E-2413-1C2DF4296049}"/>
              </a:ext>
            </a:extLst>
          </p:cNvPr>
          <p:cNvSpPr txBox="1"/>
          <p:nvPr/>
        </p:nvSpPr>
        <p:spPr>
          <a:xfrm>
            <a:off x="5773175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D36A2B-4D31-4978-AD73-403194D4F126}"/>
              </a:ext>
            </a:extLst>
          </p:cNvPr>
          <p:cNvSpPr txBox="1"/>
          <p:nvPr/>
        </p:nvSpPr>
        <p:spPr>
          <a:xfrm>
            <a:off x="5799930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F736A9A-204C-12D7-D8D5-7B5DE57FF39A}"/>
              </a:ext>
            </a:extLst>
          </p:cNvPr>
          <p:cNvSpPr txBox="1"/>
          <p:nvPr/>
        </p:nvSpPr>
        <p:spPr>
          <a:xfrm>
            <a:off x="576997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431CD5D-E026-37B5-88A3-729872F9F689}"/>
              </a:ext>
            </a:extLst>
          </p:cNvPr>
          <p:cNvSpPr txBox="1"/>
          <p:nvPr/>
        </p:nvSpPr>
        <p:spPr>
          <a:xfrm>
            <a:off x="8135479" y="2753814"/>
            <a:ext cx="1587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Канча түрдүү бөлүүчү</a:t>
            </a:r>
            <a:endParaRPr lang="en-US" sz="1200" dirty="0"/>
          </a:p>
          <a:p>
            <a:r>
              <a:rPr lang="ru-RU" sz="1200" dirty="0"/>
              <a:t> колдоно аласыз?</a:t>
            </a:r>
            <a:endParaRPr lang="en-GB" sz="1200" dirty="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91D8E55B-326C-08DD-532E-3F6F4A31B6A3}"/>
              </a:ext>
            </a:extLst>
          </p:cNvPr>
          <p:cNvSpPr/>
          <p:nvPr/>
        </p:nvSpPr>
        <p:spPr>
          <a:xfrm>
            <a:off x="17822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135FC877-462B-58F9-5CF7-FCEAF287BD09}"/>
              </a:ext>
            </a:extLst>
          </p:cNvPr>
          <p:cNvSpPr/>
          <p:nvPr/>
        </p:nvSpPr>
        <p:spPr>
          <a:xfrm>
            <a:off x="488738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E412E9A4-DB1F-15F1-DC1A-CDD810A0DEED}"/>
              </a:ext>
            </a:extLst>
          </p:cNvPr>
          <p:cNvSpPr/>
          <p:nvPr/>
        </p:nvSpPr>
        <p:spPr>
          <a:xfrm>
            <a:off x="488738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BB873584-DEEE-5808-A76E-A078C91BCE9E}"/>
              </a:ext>
            </a:extLst>
          </p:cNvPr>
          <p:cNvSpPr/>
          <p:nvPr/>
        </p:nvSpPr>
        <p:spPr>
          <a:xfrm>
            <a:off x="149648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A6BD6D9-B2E4-FD08-9698-A89E209FD6BE}"/>
              </a:ext>
            </a:extLst>
          </p:cNvPr>
          <p:cNvGrpSpPr/>
          <p:nvPr/>
        </p:nvGrpSpPr>
        <p:grpSpPr>
          <a:xfrm>
            <a:off x="922425" y="4404107"/>
            <a:ext cx="3068683" cy="1292468"/>
            <a:chOff x="942213" y="939547"/>
            <a:chExt cx="3068683" cy="1292468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55F8309-B557-EA01-F14B-5A40D05ACFCE}"/>
                </a:ext>
              </a:extLst>
            </p:cNvPr>
            <p:cNvSpPr/>
            <p:nvPr/>
          </p:nvSpPr>
          <p:spPr>
            <a:xfrm>
              <a:off x="14299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6DF0717-D359-8DF4-B500-7843C86D65C5}"/>
                </a:ext>
              </a:extLst>
            </p:cNvPr>
            <p:cNvSpPr/>
            <p:nvPr/>
          </p:nvSpPr>
          <p:spPr>
            <a:xfrm>
              <a:off x="14299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2AE9B57-FAA1-8EA7-B816-878192F25753}"/>
                </a:ext>
              </a:extLst>
            </p:cNvPr>
            <p:cNvCxnSpPr>
              <a:cxnSpLocks/>
            </p:cNvCxnSpPr>
            <p:nvPr/>
          </p:nvCxnSpPr>
          <p:spPr>
            <a:xfrm>
              <a:off x="942213" y="1579199"/>
              <a:ext cx="9016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30AA64FB-2882-D147-17A7-5D7708DF3028}"/>
                    </a:ext>
                  </a:extLst>
                </p:cNvPr>
                <p:cNvSpPr txBox="1"/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3D44EF7-F378-4E9A-B630-0EBF63F97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267F958-AE99-8B24-2D43-A811B1AFB1D4}"/>
                </a:ext>
              </a:extLst>
            </p:cNvPr>
            <p:cNvSpPr/>
            <p:nvPr/>
          </p:nvSpPr>
          <p:spPr>
            <a:xfrm>
              <a:off x="253058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A1E3062-9F43-1376-1ABA-7E93183F77E8}"/>
                </a:ext>
              </a:extLst>
            </p:cNvPr>
            <p:cNvSpPr/>
            <p:nvPr/>
          </p:nvSpPr>
          <p:spPr>
            <a:xfrm>
              <a:off x="9854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1F78C1A-8BB9-BBC5-71FE-4F7F232AE37F}"/>
                </a:ext>
              </a:extLst>
            </p:cNvPr>
            <p:cNvSpPr/>
            <p:nvPr/>
          </p:nvSpPr>
          <p:spPr>
            <a:xfrm>
              <a:off x="9854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0921C04-F734-F810-8CCC-6BDEB4189353}"/>
                </a:ext>
              </a:extLst>
            </p:cNvPr>
            <p:cNvSpPr/>
            <p:nvPr/>
          </p:nvSpPr>
          <p:spPr>
            <a:xfrm>
              <a:off x="297381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C9A6EAC-D2DA-A5C7-0ACB-C941951F807B}"/>
                </a:ext>
              </a:extLst>
            </p:cNvPr>
            <p:cNvSpPr txBox="1"/>
            <p:nvPr/>
          </p:nvSpPr>
          <p:spPr>
            <a:xfrm>
              <a:off x="3385404" y="1143000"/>
              <a:ext cx="6254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dirty="0"/>
                <a:t>%</a:t>
              </a:r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491B8B81-7661-35E7-9764-2D4A29578019}"/>
              </a:ext>
            </a:extLst>
          </p:cNvPr>
          <p:cNvSpPr txBox="1"/>
          <p:nvPr/>
        </p:nvSpPr>
        <p:spPr>
          <a:xfrm>
            <a:off x="1689340" y="351285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E80821D-3F5B-99D5-A9B3-0EB14D011680}"/>
              </a:ext>
            </a:extLst>
          </p:cNvPr>
          <p:cNvSpPr txBox="1"/>
          <p:nvPr/>
        </p:nvSpPr>
        <p:spPr>
          <a:xfrm>
            <a:off x="798075" y="380746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7B1B665-2920-AAE3-86DB-7BD93B9F68DF}"/>
              </a:ext>
            </a:extLst>
          </p:cNvPr>
          <p:cNvSpPr txBox="1"/>
          <p:nvPr/>
        </p:nvSpPr>
        <p:spPr>
          <a:xfrm>
            <a:off x="824830" y="611592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BF542A-FB2A-8CC3-B511-2E79AA134E2D}"/>
              </a:ext>
            </a:extLst>
          </p:cNvPr>
          <p:cNvSpPr txBox="1"/>
          <p:nvPr/>
        </p:nvSpPr>
        <p:spPr>
          <a:xfrm>
            <a:off x="794878" y="639291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18903BA-6658-8671-8E02-8F67DAFCE21F}"/>
              </a:ext>
            </a:extLst>
          </p:cNvPr>
          <p:cNvSpPr txBox="1"/>
          <p:nvPr/>
        </p:nvSpPr>
        <p:spPr>
          <a:xfrm>
            <a:off x="3160379" y="6218374"/>
            <a:ext cx="1587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Канча түрдүү бөлүүчү</a:t>
            </a:r>
            <a:endParaRPr lang="en-US" sz="1200" dirty="0"/>
          </a:p>
          <a:p>
            <a:r>
              <a:rPr lang="ru-RU" sz="1200" dirty="0"/>
              <a:t> колдоно аласыз?</a:t>
            </a:r>
            <a:endParaRPr lang="en-GB" sz="1200" dirty="0"/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E72DFE4D-45B8-4B14-A6E5-71C3B8598105}"/>
              </a:ext>
            </a:extLst>
          </p:cNvPr>
          <p:cNvSpPr/>
          <p:nvPr/>
        </p:nvSpPr>
        <p:spPr>
          <a:xfrm>
            <a:off x="5005862" y="3579883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21C5492D-5426-5A50-E519-10ACAD233924}"/>
              </a:ext>
            </a:extLst>
          </p:cNvPr>
          <p:cNvSpPr/>
          <p:nvPr/>
        </p:nvSpPr>
        <p:spPr>
          <a:xfrm>
            <a:off x="5476778" y="610206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D4B73912-9CAF-70C1-A9F4-075AC8D3337B}"/>
              </a:ext>
            </a:extLst>
          </p:cNvPr>
          <p:cNvSpPr/>
          <p:nvPr/>
        </p:nvSpPr>
        <p:spPr>
          <a:xfrm>
            <a:off x="5476778" y="64457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A15080A9-47BB-E05F-6E1E-125A18AC606D}"/>
              </a:ext>
            </a:extLst>
          </p:cNvPr>
          <p:cNvSpPr/>
          <p:nvPr/>
        </p:nvSpPr>
        <p:spPr>
          <a:xfrm>
            <a:off x="5137688" y="644571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F4ADC29-C0AE-C40F-F2A7-A236828C0CD6}"/>
              </a:ext>
            </a:extLst>
          </p:cNvPr>
          <p:cNvGrpSpPr/>
          <p:nvPr/>
        </p:nvGrpSpPr>
        <p:grpSpPr>
          <a:xfrm>
            <a:off x="5910465" y="4392430"/>
            <a:ext cx="3068683" cy="1292468"/>
            <a:chOff x="942213" y="939547"/>
            <a:chExt cx="3068683" cy="1292468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E1A4A2D-7270-716C-3F9F-F5B03BDDA256}"/>
                </a:ext>
              </a:extLst>
            </p:cNvPr>
            <p:cNvSpPr/>
            <p:nvPr/>
          </p:nvSpPr>
          <p:spPr>
            <a:xfrm>
              <a:off x="14299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F4737AD-5DD4-D3E1-0838-DC7D97C26C84}"/>
                </a:ext>
              </a:extLst>
            </p:cNvPr>
            <p:cNvSpPr/>
            <p:nvPr/>
          </p:nvSpPr>
          <p:spPr>
            <a:xfrm>
              <a:off x="14299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724BD4D-1BED-2DBA-CF9F-CFF7EFCEB0D2}"/>
                </a:ext>
              </a:extLst>
            </p:cNvPr>
            <p:cNvCxnSpPr>
              <a:cxnSpLocks/>
            </p:cNvCxnSpPr>
            <p:nvPr/>
          </p:nvCxnSpPr>
          <p:spPr>
            <a:xfrm>
              <a:off x="942213" y="1579199"/>
              <a:ext cx="90169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CC431C6-90B7-3356-59D8-D18839CCF4FD}"/>
                    </a:ext>
                  </a:extLst>
                </p:cNvPr>
                <p:cNvSpPr txBox="1"/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3D44EF7-F378-4E9A-B630-0EBF63F97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437" y="1368142"/>
                  <a:ext cx="43473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C1DF848-53BF-8CE0-7D8C-CD741F38350D}"/>
                </a:ext>
              </a:extLst>
            </p:cNvPr>
            <p:cNvSpPr/>
            <p:nvPr/>
          </p:nvSpPr>
          <p:spPr>
            <a:xfrm>
              <a:off x="253058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ED80CBD-8258-0AA0-AA6C-0818CED1E8D1}"/>
                </a:ext>
              </a:extLst>
            </p:cNvPr>
            <p:cNvSpPr/>
            <p:nvPr/>
          </p:nvSpPr>
          <p:spPr>
            <a:xfrm>
              <a:off x="985497" y="939547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5EC930E-8A34-BF46-DCCF-5202429CAA9D}"/>
                </a:ext>
              </a:extLst>
            </p:cNvPr>
            <p:cNvSpPr/>
            <p:nvPr/>
          </p:nvSpPr>
          <p:spPr>
            <a:xfrm>
              <a:off x="985497" y="1678101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73F8FC9-E6DF-0F72-C465-B240894C4E91}"/>
                </a:ext>
              </a:extLst>
            </p:cNvPr>
            <p:cNvSpPr/>
            <p:nvPr/>
          </p:nvSpPr>
          <p:spPr>
            <a:xfrm>
              <a:off x="2973815" y="129124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0E8DFEE-869C-EE9D-54BC-0B306C308220}"/>
                </a:ext>
              </a:extLst>
            </p:cNvPr>
            <p:cNvSpPr txBox="1"/>
            <p:nvPr/>
          </p:nvSpPr>
          <p:spPr>
            <a:xfrm>
              <a:off x="3385404" y="1143000"/>
              <a:ext cx="6254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dirty="0"/>
                <a:t>%</a:t>
              </a:r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A61C3FB3-097D-EDB4-3F05-7E5FBDF5F152}"/>
              </a:ext>
            </a:extLst>
          </p:cNvPr>
          <p:cNvSpPr txBox="1"/>
          <p:nvPr/>
        </p:nvSpPr>
        <p:spPr>
          <a:xfrm>
            <a:off x="6677380" y="3501177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A4F622A-E414-9CCE-0DC7-9E33B371B4AA}"/>
              </a:ext>
            </a:extLst>
          </p:cNvPr>
          <p:cNvSpPr txBox="1"/>
          <p:nvPr/>
        </p:nvSpPr>
        <p:spPr>
          <a:xfrm>
            <a:off x="5786115" y="3795783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4B27DD8-87DD-201B-AC01-0DA2481767AD}"/>
              </a:ext>
            </a:extLst>
          </p:cNvPr>
          <p:cNvSpPr txBox="1"/>
          <p:nvPr/>
        </p:nvSpPr>
        <p:spPr>
          <a:xfrm>
            <a:off x="5812870" y="6104243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9B68ACD-9498-A83C-04EA-99D95E57FAD5}"/>
              </a:ext>
            </a:extLst>
          </p:cNvPr>
          <p:cNvSpPr txBox="1"/>
          <p:nvPr/>
        </p:nvSpPr>
        <p:spPr>
          <a:xfrm>
            <a:off x="5782918" y="638124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0B918B6-D472-9143-FDA7-E79A511F2869}"/>
              </a:ext>
            </a:extLst>
          </p:cNvPr>
          <p:cNvSpPr txBox="1"/>
          <p:nvPr/>
        </p:nvSpPr>
        <p:spPr>
          <a:xfrm>
            <a:off x="8148419" y="6206697"/>
            <a:ext cx="1587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Канча түрдүү бөлүүчү</a:t>
            </a:r>
            <a:endParaRPr lang="en-US" sz="1200" dirty="0"/>
          </a:p>
          <a:p>
            <a:r>
              <a:rPr lang="ru-RU" sz="1200" dirty="0"/>
              <a:t> колдоно аласыз?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79449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D8684-D9F3-C97A-4656-9A1955D69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9497" y="1019904"/>
            <a:ext cx="6663292" cy="4808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94082E-C15A-BA46-5A04-EABB0D6F3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2209" y="1030067"/>
            <a:ext cx="6663292" cy="480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0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7816" y="690880"/>
            <a:ext cx="10521632" cy="55067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10425</TotalTime>
  <Words>257</Words>
  <Application>Microsoft Office PowerPoint</Application>
  <PresentationFormat>A4 Paper (210x297 mm)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2024-09-01T14:41:07Z</cp:lastPrinted>
  <dcterms:created xsi:type="dcterms:W3CDTF">2017-01-17T16:57:04Z</dcterms:created>
  <dcterms:modified xsi:type="dcterms:W3CDTF">2024-09-01T14:42:25Z</dcterms:modified>
</cp:coreProperties>
</file>