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7"/>
  </p:notesMasterIdLst>
  <p:sldIdLst>
    <p:sldId id="1004" r:id="rId2"/>
    <p:sldId id="1005" r:id="rId3"/>
    <p:sldId id="963" r:id="rId4"/>
    <p:sldId id="967" r:id="rId5"/>
    <p:sldId id="993" r:id="rId6"/>
    <p:sldId id="999" r:id="rId7"/>
    <p:sldId id="994" r:id="rId8"/>
    <p:sldId id="1000" r:id="rId9"/>
    <p:sldId id="995" r:id="rId10"/>
    <p:sldId id="996" r:id="rId11"/>
    <p:sldId id="997" r:id="rId12"/>
    <p:sldId id="1001" r:id="rId13"/>
    <p:sldId id="1002" r:id="rId14"/>
    <p:sldId id="1003" r:id="rId15"/>
    <p:sldId id="938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E2F0D9"/>
    <a:srgbClr val="FFE699"/>
    <a:srgbClr val="C5E0B4"/>
    <a:srgbClr val="00FF00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13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7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260.png"/><Relationship Id="rId10" Type="http://schemas.openxmlformats.org/officeDocument/2006/relationships/image" Target="../media/image30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7.png"/><Relationship Id="rId7" Type="http://schemas.openxmlformats.org/officeDocument/2006/relationships/image" Target="../media/image32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9" Type="http://schemas.openxmlformats.org/officeDocument/2006/relationships/image" Target="../media/image34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9" Type="http://schemas.openxmlformats.org/officeDocument/2006/relationships/image" Target="../media/image39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28.png"/><Relationship Id="rId7" Type="http://schemas.openxmlformats.org/officeDocument/2006/relationships/image" Target="../media/image42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image" Target="../media/image41.png"/><Relationship Id="rId10" Type="http://schemas.openxmlformats.org/officeDocument/2006/relationships/image" Target="../media/image13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7.png"/><Relationship Id="rId7" Type="http://schemas.openxmlformats.org/officeDocument/2006/relationships/image" Target="../media/image49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46.png"/><Relationship Id="rId10" Type="http://schemas.openxmlformats.org/officeDocument/2006/relationships/image" Target="../media/image52.png"/><Relationship Id="rId9" Type="http://schemas.openxmlformats.org/officeDocument/2006/relationships/image" Target="../media/image51.png"/><Relationship Id="rId1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26.png"/><Relationship Id="rId7" Type="http://schemas.openxmlformats.org/officeDocument/2006/relationships/image" Target="../media/image5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28.png"/><Relationship Id="rId10" Type="http://schemas.openxmlformats.org/officeDocument/2006/relationships/image" Target="../media/image57.png"/><Relationship Id="rId9" Type="http://schemas.openxmlformats.org/officeDocument/2006/relationships/image" Target="../media/image56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3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15" Type="http://schemas.openxmlformats.org/officeDocument/2006/relationships/image" Target="../media/image27.png"/><Relationship Id="rId10" Type="http://schemas.openxmlformats.org/officeDocument/2006/relationships/image" Target="../media/image63.png"/><Relationship Id="rId9" Type="http://schemas.openxmlformats.org/officeDocument/2006/relationships/image" Target="../media/image62.png"/><Relationship Id="rId1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Баардык амалдар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CCBE0-D2DC-80FD-54BB-120351213D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05" r="1929" b="-1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  <p:pic>
        <p:nvPicPr>
          <p:cNvPr id="7" name="Picture 6" descr="A cartoon of two aliens in a ufo&#10;&#10;Description automatically generated">
            <a:extLst>
              <a:ext uri="{FF2B5EF4-FFF2-40B4-BE49-F238E27FC236}">
                <a16:creationId xmlns:a16="http://schemas.microsoft.com/office/drawing/2014/main" id="{FD1731FC-1642-DB58-2FBF-88FF61156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9778">
            <a:off x="574593" y="842584"/>
            <a:ext cx="3168813" cy="23686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3FA8C4-5784-AC90-8552-2625C05238A5}"/>
                  </a:ext>
                </a:extLst>
              </p:cNvPr>
              <p:cNvSpPr/>
              <p:nvPr/>
            </p:nvSpPr>
            <p:spPr>
              <a:xfrm>
                <a:off x="1174304" y="3494246"/>
                <a:ext cx="6394896" cy="111662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4800" b="0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3FA8C4-5784-AC90-8552-2625C0523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04" y="3494246"/>
                <a:ext cx="6394896" cy="111662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E08D44A-774D-104B-D2EF-8204D3845C95}"/>
              </a:ext>
            </a:extLst>
          </p:cNvPr>
          <p:cNvSpPr/>
          <p:nvPr/>
        </p:nvSpPr>
        <p:spPr>
          <a:xfrm>
            <a:off x="3469055" y="275746"/>
            <a:ext cx="2135814" cy="916362"/>
          </a:xfrm>
          <a:prstGeom prst="wedgeRoundRectCallout">
            <a:avLst>
              <a:gd name="adj1" fmla="val -53548"/>
              <a:gd name="adj2" fmla="val 87667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ysClr val="windowText" lastClr="000000"/>
                </a:solidFill>
              </a:rPr>
              <a:t>=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A236E-41C5-A701-255B-6B3F1B20E2B0}"/>
              </a:ext>
            </a:extLst>
          </p:cNvPr>
          <p:cNvSpPr txBox="1"/>
          <p:nvPr/>
        </p:nvSpPr>
        <p:spPr>
          <a:xfrm>
            <a:off x="5604869" y="52226"/>
            <a:ext cx="1770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Келгиндер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үчүн</a:t>
            </a:r>
            <a:r>
              <a:rPr lang="en-US" sz="2400" dirty="0"/>
              <a:t> </a:t>
            </a:r>
            <a:r>
              <a:rPr lang="en-US" sz="2400" dirty="0" err="1"/>
              <a:t>туура</a:t>
            </a:r>
            <a:r>
              <a:rPr lang="en-US" sz="2400" dirty="0"/>
              <a:t>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232A3-E2F2-F3F3-CD7D-DA28B23C5F30}"/>
              </a:ext>
            </a:extLst>
          </p:cNvPr>
          <p:cNvSpPr txBox="1"/>
          <p:nvPr/>
        </p:nvSpPr>
        <p:spPr>
          <a:xfrm>
            <a:off x="3640538" y="1487224"/>
            <a:ext cx="1964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</a:rPr>
              <a:t>Алардын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эрежелери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кандай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376154-43C0-84C1-6E42-B27020162F06}"/>
              </a:ext>
            </a:extLst>
          </p:cNvPr>
          <p:cNvSpPr txBox="1"/>
          <p:nvPr/>
        </p:nvSpPr>
        <p:spPr>
          <a:xfrm>
            <a:off x="961100" y="5298576"/>
            <a:ext cx="6265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>
                <a:solidFill>
                  <a:srgbClr val="FF0066"/>
                </a:solidFill>
              </a:rPr>
              <a:t>Сиздин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оюңузча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ким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туура</a:t>
            </a:r>
            <a:r>
              <a:rPr lang="en-US" sz="4000" dirty="0">
                <a:solidFill>
                  <a:srgbClr val="FF0066"/>
                </a:solidFill>
              </a:rPr>
              <a:t>?</a:t>
            </a:r>
          </a:p>
        </p:txBody>
      </p:sp>
      <p:pic>
        <p:nvPicPr>
          <p:cNvPr id="22" name="Picture 21" descr="A cartoon of a child holding a book">
            <a:extLst>
              <a:ext uri="{FF2B5EF4-FFF2-40B4-BE49-F238E27FC236}">
                <a16:creationId xmlns:a16="http://schemas.microsoft.com/office/drawing/2014/main" id="{A8FC80BA-D8E5-C371-DF6A-63EBC2D97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630" y="2655152"/>
            <a:ext cx="2733820" cy="4201566"/>
          </a:xfrm>
          <a:prstGeom prst="rect">
            <a:avLst/>
          </a:prstGeom>
        </p:spPr>
      </p:pic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0892AFD3-2A98-4CBD-A5FF-254BC9729181}"/>
              </a:ext>
            </a:extLst>
          </p:cNvPr>
          <p:cNvSpPr/>
          <p:nvPr/>
        </p:nvSpPr>
        <p:spPr>
          <a:xfrm>
            <a:off x="7159349" y="1517096"/>
            <a:ext cx="2135814" cy="916362"/>
          </a:xfrm>
          <a:prstGeom prst="wedgeRoundRectCallout">
            <a:avLst>
              <a:gd name="adj1" fmla="val 18905"/>
              <a:gd name="adj2" fmla="val 120290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ysClr val="windowText" lastClr="000000"/>
                </a:solidFill>
              </a:rPr>
              <a:t>= 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A7FF12-7DBA-A786-9F3C-EA5161771538}"/>
              </a:ext>
            </a:extLst>
          </p:cNvPr>
          <p:cNvSpPr txBox="1"/>
          <p:nvPr/>
        </p:nvSpPr>
        <p:spPr>
          <a:xfrm>
            <a:off x="7632700" y="264632"/>
            <a:ext cx="2519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/>
              <a:t>Жер</a:t>
            </a:r>
            <a:r>
              <a:rPr lang="en-US" sz="3600" b="1" dirty="0"/>
              <a:t> </a:t>
            </a:r>
            <a:r>
              <a:rPr lang="en-US" sz="3600" b="1" dirty="0" err="1"/>
              <a:t>үчүн</a:t>
            </a:r>
            <a:r>
              <a:rPr lang="en-US" sz="3600" b="1" dirty="0"/>
              <a:t> </a:t>
            </a:r>
            <a:r>
              <a:rPr lang="en-US" sz="3600" b="1" dirty="0" err="1"/>
              <a:t>туура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2415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085F613-9145-4B73-936F-7A784E3E4359}"/>
              </a:ext>
            </a:extLst>
          </p:cNvPr>
          <p:cNvSpPr txBox="1"/>
          <p:nvPr/>
        </p:nvSpPr>
        <p:spPr>
          <a:xfrm>
            <a:off x="195784" y="185083"/>
            <a:ext cx="784067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Амалдарды аткарууда бизде 5 амал бар.</a:t>
            </a:r>
          </a:p>
          <a:p>
            <a:r>
              <a:rPr lang="ru-RU" sz="2400" dirty="0"/>
              <a:t>                     </a:t>
            </a:r>
            <a:r>
              <a:rPr lang="ru-RU" sz="2400" b="1" dirty="0"/>
              <a:t>- Көбөйтүү, Тамыр, Кемитүү, Даража, Кошуу</a:t>
            </a:r>
            <a:endParaRPr lang="en-GB" sz="2400" b="1" dirty="0"/>
          </a:p>
          <a:p>
            <a:r>
              <a:rPr lang="ru-RU" sz="2400" dirty="0"/>
              <a:t>Биздин математика эрежелерине ылайык,</a:t>
            </a:r>
          </a:p>
          <a:p>
            <a:r>
              <a:rPr lang="ru-RU" sz="2400" dirty="0"/>
              <a:t>            биз </a:t>
            </a:r>
            <a:r>
              <a:rPr lang="ru-RU" sz="2400" b="1" dirty="0">
                <a:solidFill>
                  <a:srgbClr val="FF0066"/>
                </a:solidFill>
              </a:rPr>
              <a:t>кошуу же кемитүүдон мурун </a:t>
            </a:r>
            <a:r>
              <a:rPr lang="ru-RU" sz="2400" b="1" dirty="0"/>
              <a:t>– көбөйтөбүз,</a:t>
            </a:r>
            <a:endParaRPr lang="ru-RU" sz="2400" dirty="0"/>
          </a:p>
          <a:p>
            <a:r>
              <a:rPr lang="ru-RU" sz="2400" dirty="0"/>
              <a:t>            </a:t>
            </a:r>
            <a:r>
              <a:rPr lang="ru-RU" sz="2400" dirty="0">
                <a:solidFill>
                  <a:srgbClr val="FF0066"/>
                </a:solidFill>
              </a:rPr>
              <a:t>андан мурун </a:t>
            </a:r>
            <a:r>
              <a:rPr lang="ru-RU" sz="2400" b="1" dirty="0"/>
              <a:t>даража же тамыр амалын</a:t>
            </a:r>
            <a:r>
              <a:rPr lang="ru-RU" sz="2400" dirty="0"/>
              <a:t>  аткарабыз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2CBDA0-8A07-453B-BA39-AA0B5B0E0B09}"/>
                  </a:ext>
                </a:extLst>
              </p:cNvPr>
              <p:cNvSpPr/>
              <p:nvPr/>
            </p:nvSpPr>
            <p:spPr>
              <a:xfrm>
                <a:off x="2687597" y="2287520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4000" b="0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2CBDA0-8A07-453B-BA39-AA0B5B0E0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2287520"/>
                <a:ext cx="4513264" cy="7028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5C706CB-5740-458F-AB43-80015FF3AD6C}"/>
                  </a:ext>
                </a:extLst>
              </p:cNvPr>
              <p:cNvSpPr/>
              <p:nvPr/>
            </p:nvSpPr>
            <p:spPr>
              <a:xfrm>
                <a:off x="2687597" y="3226099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2×3−4+5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5C706CB-5740-458F-AB43-80015FF3A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3226099"/>
                <a:ext cx="4513264" cy="7028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5582EA2-CA03-4A68-8C72-691838FD1B71}"/>
                  </a:ext>
                </a:extLst>
              </p:cNvPr>
              <p:cNvSpPr/>
              <p:nvPr/>
            </p:nvSpPr>
            <p:spPr>
              <a:xfrm>
                <a:off x="2687597" y="4164678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6−4+5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5582EA2-CA03-4A68-8C72-691838FD1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4164678"/>
                <a:ext cx="4513264" cy="70284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595578-FEBA-41EE-BA32-F0B8D6A8FD28}"/>
                  </a:ext>
                </a:extLst>
              </p:cNvPr>
              <p:cNvSpPr/>
              <p:nvPr/>
            </p:nvSpPr>
            <p:spPr>
              <a:xfrm>
                <a:off x="2687597" y="5103257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595578-FEBA-41EE-BA32-F0B8D6A8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5103257"/>
                <a:ext cx="4513264" cy="70284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1EEE7D9-42CC-4589-9615-69CEB4A31809}"/>
                  </a:ext>
                </a:extLst>
              </p:cNvPr>
              <p:cNvSpPr/>
              <p:nvPr/>
            </p:nvSpPr>
            <p:spPr>
              <a:xfrm>
                <a:off x="2687597" y="6041836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1EEE7D9-42CC-4589-9615-69CEB4A31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6041836"/>
                <a:ext cx="4513264" cy="70284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91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AC955A4-61C6-412B-A50F-4A8E00DD39BB}"/>
              </a:ext>
            </a:extLst>
          </p:cNvPr>
          <p:cNvSpPr/>
          <p:nvPr/>
        </p:nvSpPr>
        <p:spPr>
          <a:xfrm>
            <a:off x="206193" y="701008"/>
            <a:ext cx="9531208" cy="5124128"/>
          </a:xfrm>
          <a:prstGeom prst="roundRect">
            <a:avLst>
              <a:gd name="adj" fmla="val 8538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5DB04-BF1F-495A-B0C6-60F106509DCC}"/>
              </a:ext>
            </a:extLst>
          </p:cNvPr>
          <p:cNvSpPr txBox="1"/>
          <p:nvPr/>
        </p:nvSpPr>
        <p:spPr>
          <a:xfrm>
            <a:off x="136211" y="58326"/>
            <a:ext cx="9671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Амалдардын тартиби бизге алардын </a:t>
            </a:r>
            <a:r>
              <a:rPr lang="ru-RU" sz="2800" dirty="0">
                <a:solidFill>
                  <a:srgbClr val="FF0000"/>
                </a:solidFill>
              </a:rPr>
              <a:t>артыкчылыктарын </a:t>
            </a:r>
            <a:r>
              <a:rPr lang="ru-RU" sz="2400" dirty="0"/>
              <a:t>айтып берет.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EF4B0-C8E9-4D39-BA9A-2F597BBF18B5}"/>
                  </a:ext>
                </a:extLst>
              </p:cNvPr>
              <p:cNvSpPr txBox="1"/>
              <p:nvPr/>
            </p:nvSpPr>
            <p:spPr>
              <a:xfrm>
                <a:off x="2706496" y="919480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EF4B0-C8E9-4D39-BA9A-2F597BBF1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496" y="919480"/>
                <a:ext cx="8784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2E1CE22-5752-4B35-9ED3-43F5B9FF784A}"/>
              </a:ext>
            </a:extLst>
          </p:cNvPr>
          <p:cNvSpPr txBox="1"/>
          <p:nvPr/>
        </p:nvSpPr>
        <p:spPr>
          <a:xfrm>
            <a:off x="713944" y="911766"/>
            <a:ext cx="111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1-чи</a:t>
            </a:r>
            <a:endParaRPr lang="en-GB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91466-9A90-4754-B2DC-48DDA0C79573}"/>
              </a:ext>
            </a:extLst>
          </p:cNvPr>
          <p:cNvSpPr txBox="1"/>
          <p:nvPr/>
        </p:nvSpPr>
        <p:spPr>
          <a:xfrm>
            <a:off x="4679090" y="911766"/>
            <a:ext cx="12939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ашаа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AF3BF-E71B-49DD-AFE0-29E8302C42F6}"/>
                  </a:ext>
                </a:extLst>
              </p:cNvPr>
              <p:cNvSpPr txBox="1"/>
              <p:nvPr/>
            </p:nvSpPr>
            <p:spPr>
              <a:xfrm>
                <a:off x="3292834" y="2159254"/>
                <a:ext cx="697562" cy="688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AF3BF-E71B-49DD-AFE0-29E8302C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834" y="2159254"/>
                <a:ext cx="697562" cy="688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29EF87F-C503-4325-BA17-374D7D1E77BC}"/>
              </a:ext>
            </a:extLst>
          </p:cNvPr>
          <p:cNvSpPr txBox="1"/>
          <p:nvPr/>
        </p:nvSpPr>
        <p:spPr>
          <a:xfrm>
            <a:off x="713944" y="2186708"/>
            <a:ext cx="111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2-чи</a:t>
            </a:r>
            <a:endParaRPr lang="en-GB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E7A23-CDD6-4C1B-8989-712E409A2931}"/>
              </a:ext>
            </a:extLst>
          </p:cNvPr>
          <p:cNvSpPr txBox="1"/>
          <p:nvPr/>
        </p:nvSpPr>
        <p:spPr>
          <a:xfrm>
            <a:off x="4770527" y="2141829"/>
            <a:ext cx="230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аражалар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98791E-12BA-4293-A569-EF0C7E236656}"/>
                  </a:ext>
                </a:extLst>
              </p:cNvPr>
              <p:cNvSpPr txBox="1"/>
              <p:nvPr/>
            </p:nvSpPr>
            <p:spPr>
              <a:xfrm>
                <a:off x="2619934" y="3469364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98791E-12BA-4293-A569-EF0C7E23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934" y="3469364"/>
                <a:ext cx="1051570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E4EE446-4958-4BCF-9BFC-40FCEBF9C574}"/>
              </a:ext>
            </a:extLst>
          </p:cNvPr>
          <p:cNvSpPr txBox="1"/>
          <p:nvPr/>
        </p:nvSpPr>
        <p:spPr>
          <a:xfrm>
            <a:off x="599329" y="3461650"/>
            <a:ext cx="1348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3-нчү</a:t>
            </a:r>
            <a:endParaRPr lang="en-GB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815D0-6122-4B1E-BB30-40A2E6F7D5B7}"/>
              </a:ext>
            </a:extLst>
          </p:cNvPr>
          <p:cNvSpPr txBox="1"/>
          <p:nvPr/>
        </p:nvSpPr>
        <p:spPr>
          <a:xfrm>
            <a:off x="4644008" y="3319593"/>
            <a:ext cx="5234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өлүү жана     өбөйтүү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BE318-8796-42A1-920C-0132F9FF1286}"/>
                  </a:ext>
                </a:extLst>
              </p:cNvPr>
              <p:cNvSpPr txBox="1"/>
              <p:nvPr/>
            </p:nvSpPr>
            <p:spPr>
              <a:xfrm>
                <a:off x="2554916" y="4744305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BE318-8796-42A1-920C-0132F9FF1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916" y="4744305"/>
                <a:ext cx="1181606" cy="601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0DE5479-4579-473B-B582-2EC2EA40D8BF}"/>
              </a:ext>
            </a:extLst>
          </p:cNvPr>
          <p:cNvSpPr txBox="1"/>
          <p:nvPr/>
        </p:nvSpPr>
        <p:spPr>
          <a:xfrm>
            <a:off x="736387" y="4736591"/>
            <a:ext cx="1074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4-чү</a:t>
            </a:r>
            <a:endParaRPr lang="en-GB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86E02-007E-4104-ABF4-BEBD8EF04D75}"/>
              </a:ext>
            </a:extLst>
          </p:cNvPr>
          <p:cNvSpPr txBox="1"/>
          <p:nvPr/>
        </p:nvSpPr>
        <p:spPr>
          <a:xfrm>
            <a:off x="4568499" y="4736591"/>
            <a:ext cx="4635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ошуу жана     емитүү</a:t>
            </a:r>
            <a:endParaRPr lang="en-GB" sz="4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4DB7E8-73D2-4573-BE3A-C4233BE699CB}"/>
              </a:ext>
            </a:extLst>
          </p:cNvPr>
          <p:cNvSpPr/>
          <p:nvPr/>
        </p:nvSpPr>
        <p:spPr>
          <a:xfrm>
            <a:off x="185114" y="5946234"/>
            <a:ext cx="326928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15647E-00E8-428D-931D-82400C8B3FF4}"/>
              </a:ext>
            </a:extLst>
          </p:cNvPr>
          <p:cNvSpPr txBox="1"/>
          <p:nvPr/>
        </p:nvSpPr>
        <p:spPr>
          <a:xfrm>
            <a:off x="5036791" y="6170411"/>
            <a:ext cx="4914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эстен чыгарбообузга жардам берет!</a:t>
            </a:r>
            <a:endParaRPr lang="en-GB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F744B6-707C-4EA6-BD53-8EEB328D0241}"/>
              </a:ext>
            </a:extLst>
          </p:cNvPr>
          <p:cNvSpPr/>
          <p:nvPr/>
        </p:nvSpPr>
        <p:spPr>
          <a:xfrm>
            <a:off x="4413738" y="949568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408192-ACFD-49B6-B0F0-02B11CE8BE70}"/>
              </a:ext>
            </a:extLst>
          </p:cNvPr>
          <p:cNvSpPr/>
          <p:nvPr/>
        </p:nvSpPr>
        <p:spPr>
          <a:xfrm>
            <a:off x="4275992" y="2104291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C8905A-CDFD-472B-9DAE-774B7F232CFF}"/>
              </a:ext>
            </a:extLst>
          </p:cNvPr>
          <p:cNvSpPr/>
          <p:nvPr/>
        </p:nvSpPr>
        <p:spPr>
          <a:xfrm>
            <a:off x="4454769" y="3355729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A00B43-DEF9-47B2-B9F1-E0CB8E3AF3C4}"/>
              </a:ext>
            </a:extLst>
          </p:cNvPr>
          <p:cNvSpPr/>
          <p:nvPr/>
        </p:nvSpPr>
        <p:spPr>
          <a:xfrm>
            <a:off x="4242195" y="2041657"/>
            <a:ext cx="6511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solidFill>
                  <a:srgbClr val="FF0000"/>
                </a:solidFill>
              </a:rPr>
              <a:t>Д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78D29B-7817-4DDB-861F-6C12A4222735}"/>
              </a:ext>
            </a:extLst>
          </p:cNvPr>
          <p:cNvSpPr/>
          <p:nvPr/>
        </p:nvSpPr>
        <p:spPr>
          <a:xfrm>
            <a:off x="4485833" y="3194990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Б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DF175-59C2-42E7-95B5-03A1E8B5B44D}"/>
              </a:ext>
            </a:extLst>
          </p:cNvPr>
          <p:cNvSpPr/>
          <p:nvPr/>
        </p:nvSpPr>
        <p:spPr>
          <a:xfrm>
            <a:off x="7287157" y="3175505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A606FC-ACB3-41CA-9310-7B6CA14856F2}"/>
              </a:ext>
            </a:extLst>
          </p:cNvPr>
          <p:cNvSpPr/>
          <p:nvPr/>
        </p:nvSpPr>
        <p:spPr>
          <a:xfrm>
            <a:off x="4196331" y="4601323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52AE25-F65C-4A0A-93EC-8273CCB8D2B1}"/>
              </a:ext>
            </a:extLst>
          </p:cNvPr>
          <p:cNvSpPr/>
          <p:nvPr/>
        </p:nvSpPr>
        <p:spPr>
          <a:xfrm>
            <a:off x="7051888" y="4583331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DAD4B1-47CE-401C-9EF7-046EDFC6A984}"/>
                  </a:ext>
                </a:extLst>
              </p:cNvPr>
              <p:cNvSpPr txBox="1"/>
              <p:nvPr/>
            </p:nvSpPr>
            <p:spPr>
              <a:xfrm>
                <a:off x="2334473" y="2202631"/>
                <a:ext cx="54983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0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DAD4B1-47CE-401C-9EF7-046EDFC6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73" y="2202631"/>
                <a:ext cx="549830" cy="601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0639FB5-C8C8-9780-3DAA-43856936DB9A}"/>
              </a:ext>
            </a:extLst>
          </p:cNvPr>
          <p:cNvSpPr txBox="1"/>
          <p:nvPr/>
        </p:nvSpPr>
        <p:spPr>
          <a:xfrm>
            <a:off x="7776079" y="2143995"/>
            <a:ext cx="1386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амыр</a:t>
            </a:r>
            <a:endParaRPr lang="en-GB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8F5C4-6E42-650B-9969-C2BDD759AF9B}"/>
              </a:ext>
            </a:extLst>
          </p:cNvPr>
          <p:cNvSpPr/>
          <p:nvPr/>
        </p:nvSpPr>
        <p:spPr>
          <a:xfrm>
            <a:off x="7476821" y="2014987"/>
            <a:ext cx="5277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Т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92CC8-08A6-99E4-0F6F-FB06AC071182}"/>
              </a:ext>
            </a:extLst>
          </p:cNvPr>
          <p:cNvSpPr/>
          <p:nvPr/>
        </p:nvSpPr>
        <p:spPr>
          <a:xfrm>
            <a:off x="4280667" y="781289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2248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5A14A21-7411-A130-FE0B-5D3516FE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81064" y="4040133"/>
            <a:ext cx="3428999" cy="22067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F1F86A-A29D-C0DA-403E-C9314389D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95505" y="696695"/>
            <a:ext cx="3257878" cy="22067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C8ECCE-A6DA-AA0E-31B6-69EF45C8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845576" y="4040132"/>
            <a:ext cx="3428999" cy="2206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BC1787-B295-1467-8486-4ADC1314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31135" y="696694"/>
            <a:ext cx="3257878" cy="22067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E621B0-D7F8-7201-71CC-6896C27D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53496" y="4040131"/>
            <a:ext cx="3428999" cy="22067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4FCD9A-369C-F9A0-7940-C7BEA7E0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39055" y="696693"/>
            <a:ext cx="3257878" cy="22067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EB48F9-0DE1-6207-0AB6-936F449DB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781324" y="4040130"/>
            <a:ext cx="3428999" cy="22067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10EAD6-F2FD-6C4F-818E-28090ED9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866883" y="696692"/>
            <a:ext cx="3257878" cy="22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2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139F44-14E1-4047-A432-62E634990D4C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1344A-5AFD-47F8-9B08-D37E77CBF172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1839F-413A-4CDA-B8EB-0D381FF296EE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1839F-413A-4CDA-B8EB-0D381FF29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D0EE4B-8460-4F3D-9F15-F2F61F8E208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A2597-1C55-415E-A053-8C03CE889FE0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8DC4D2-5A46-47D5-9F97-47FF70157FC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8DC4D2-5A46-47D5-9F97-47FF70157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A48E59-F148-4A1D-B4E6-6EDE7C8A0D40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496F0-BF28-4DC7-B545-F9BB25B8E003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844B30-C6C5-43B7-918A-D1158E4D75BA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844B30-C6C5-43B7-918A-D1158E4D7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897365" y="3255669"/>
                <a:ext cx="426975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+4×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65" y="3255669"/>
                <a:ext cx="4269759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026ADB6-C2D4-4394-871E-E38C6B790107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459895-20C0-43C6-AE71-C89587DF3E7F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B77DC-AAA6-40B7-97C0-C7145FFEFF6A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4027B-331D-437A-AA0E-BC95631111FC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4027B-331D-437A-AA0E-BC9563111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1A889CA-4857-4DBA-BC5D-CEBB04982F4F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918464" y="4170069"/>
                <a:ext cx="355699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464" y="4170069"/>
                <a:ext cx="355699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935822" y="50844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822" y="5084469"/>
                <a:ext cx="214052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231597" y="505398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597" y="5053989"/>
                <a:ext cx="43441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75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3006363" y="3255669"/>
                <a:ext cx="393325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2+3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363" y="3255669"/>
                <a:ext cx="3933256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4592310" y="4170069"/>
                <a:ext cx="234730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310" y="4170069"/>
                <a:ext cx="234730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478496" y="5084469"/>
                <a:ext cx="246112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496" y="5084469"/>
                <a:ext cx="2461123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204637" y="5104789"/>
                <a:ext cx="77585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37" y="5104789"/>
                <a:ext cx="77585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361A4C7-FC7F-1043-D560-23684414C397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3D5816-FD9F-3257-36EB-05D4C9A0AAE2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948D6E-226A-B596-81B6-63E84F185A18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948D6E-226A-B596-81B6-63E84F185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D1EDF98-862C-478C-FF86-8CCDEC07D9B4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0085A5-3D49-82EA-2A11-E1A9A4A154D4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6E4AAC4-D166-5DA2-384F-9CB47DCC596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6E4AAC4-D166-5DA2-384F-9CB47DCC5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60AA469-4DCC-0090-111F-758ACEA22808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C97C18-7CD2-549E-5988-EFA1B58B5411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05FF55-D894-1832-F6C9-04841388E248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05FF55-D894-1832-F6C9-04841388E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8B95D75-1862-FF4D-8A58-2B439AF85942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FF74DA-BC4F-1F9E-F943-A2F10BE521C2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B12A1D-F58D-2F37-2A39-664470499683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B12A1D-F58D-2F37-2A39-664470499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B8793DA0-39A6-E8D6-A0F3-B514CF0B2071}"/>
              </a:ext>
            </a:extLst>
          </p:cNvPr>
          <p:cNvSpPr txBox="1"/>
          <p:nvPr/>
        </p:nvSpPr>
        <p:spPr>
          <a:xfrm>
            <a:off x="6268332" y="1540392"/>
            <a:ext cx="3271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818E9A-417E-4A99-4CDF-A81399A0F1CC}"/>
              </a:ext>
            </a:extLst>
          </p:cNvPr>
          <p:cNvSpPr/>
          <p:nvPr/>
        </p:nvSpPr>
        <p:spPr>
          <a:xfrm>
            <a:off x="6090854" y="641709"/>
            <a:ext cx="294379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7602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1893294" y="3255669"/>
                <a:ext cx="617630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×5</m:t>
                          </m:r>
                        </m:e>
                      </m:d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5×2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294" y="3255669"/>
                <a:ext cx="6176306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666229" y="4170069"/>
                <a:ext cx="5463547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20−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GB" sz="4800" i="1">
                          <a:latin typeface="Cambria Math" panose="02040503050406030204" pitchFamily="18" charset="0"/>
                        </a:rPr>
                        <m:t>÷5×2=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29" y="4170069"/>
                <a:ext cx="5463547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584962" y="5084469"/>
                <a:ext cx="35361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962" y="5084469"/>
                <a:ext cx="353616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6004401" y="5998869"/>
                <a:ext cx="211968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401" y="5998869"/>
                <a:ext cx="211968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8360877" y="599886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877" y="599886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B71763-3039-109C-43F0-31C42BA53209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FA061-EAFC-B53F-8DFE-3A204C056FAB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B10D9C-AF9F-022D-BEED-A75FD709CB1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B10D9C-AF9F-022D-BEED-A75FD709C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0D6FB3-4192-3244-534F-033E7E01517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0A6AC-D6B4-853C-0C07-06C6B16B29FF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18FA1-A067-B6AD-107B-494AE9EDED34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18FA1-A067-B6AD-107B-494AE9EDE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0E6F98-85DA-CEFB-757E-71AB48C0E087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60DA8-A38D-01DE-0806-2B8AE2E3BBA6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107BC8-A4D9-2F39-459D-47079C4E5526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107BC8-A4D9-2F39-459D-47079C4E5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FCAB49-95DC-42AD-F7D3-EAB3A485DF4B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C4324-3FAE-B474-9A93-C82AD5AD8410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081589-ED73-63A8-E256-0FD3FC856288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081589-ED73-63A8-E256-0FD3FC856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87E8BF1-F871-4000-9D98-66DEAC65608C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1DEE59-ED03-5774-E399-0EDEDB85E215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821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357376" y="3255669"/>
                <a:ext cx="5349734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0−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5−2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3255669"/>
                <a:ext cx="5349734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357376" y="4170069"/>
                <a:ext cx="376378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20−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4170069"/>
                <a:ext cx="3763786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357376" y="5084469"/>
                <a:ext cx="3536160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20−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5084469"/>
                <a:ext cx="3536160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2357376" y="5998869"/>
                <a:ext cx="282340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20−18=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5998869"/>
                <a:ext cx="282340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414477" y="599886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477" y="599886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320FAF-1116-4190-A950-6418E90A868F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69C2E-9BF1-B142-4CCF-C8874222B8E7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A7BA9F-9346-34DA-FB9F-42B2BB5AC57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A7BA9F-9346-34DA-FB9F-42B2BB5AC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10E182-973B-124A-4C26-008DB3A9FFC0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4D179-9FFF-60DD-ED12-17736B94F818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08659-EE36-0722-9416-BBF8016703C2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08659-EE36-0722-9416-BBF801670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1A6606-922D-338D-E09D-AA8E80B7A9F9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80EA5-EA12-7CBF-B68E-09EB2C203BAC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CEF09-7D65-4738-87A5-C321DFA8512F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CEF09-7D65-4738-87A5-C321DFA85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C2923D-1302-D662-8117-837C9AA5A871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6771C2-5FE6-9AC7-0335-916A5A6DBAE0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20FEAD-519D-C9F9-2FFF-93F35A90CF59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20FEAD-519D-C9F9-2FFF-93F35A90C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12E5A7A-AC90-F85A-A44B-227BBF82C49F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1F25A8-FDC9-527C-8D3B-8A17CFFC6666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387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770663" y="3255669"/>
                <a:ext cx="45231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48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663" y="3255669"/>
                <a:ext cx="4523161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713756" y="4170069"/>
                <a:ext cx="4636975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756" y="4170069"/>
                <a:ext cx="4636975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975929" y="5084469"/>
                <a:ext cx="2368148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929" y="5084469"/>
                <a:ext cx="2368148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4919022" y="5998869"/>
                <a:ext cx="2481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022" y="5998869"/>
                <a:ext cx="248196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539917" y="5998869"/>
                <a:ext cx="77585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17" y="5998869"/>
                <a:ext cx="77585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B194BE-5041-DC8D-2191-C4A92A3F3B00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D8E38-2743-6F33-EBF7-95CEC4463790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C5A95-1342-F064-2FAA-045EDB39120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C5A95-1342-F064-2FAA-045EDB391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7FF697-E73B-5A6E-AB18-55BFED9B64CD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05377-C982-5B95-1D55-9C6F53456536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58C589-8904-0619-4B5D-5D185DC6003F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58C589-8904-0619-4B5D-5D185DC60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0A221E-4E48-E0E4-59EE-A18CC597F747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3D2CA-2C94-33FE-658A-ED20C17DA222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F0A8AD-5AC7-1515-22BD-E02F174BE1AD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F0A8AD-5AC7-1515-22BD-E02F174BE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304608-2E0F-5AD2-910B-8E7CDD06D7AF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26BA3-A428-23BE-F8F2-5F0133BFFEBF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7DAE9F-167D-A71B-B6FC-9A8ECE9F9420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7DAE9F-167D-A71B-B6FC-9A8ECE9F9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F76E2CB-2129-1480-3DBE-05D88104E495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0DED8E-C1B8-AA6F-5CCF-30BB094E1C6B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838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880887" y="3255669"/>
                <a:ext cx="4302716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4+</m:t>
                      </m:r>
                      <m:rad>
                        <m:radPr>
                          <m:degHide m:val="on"/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87" y="3255669"/>
                <a:ext cx="4302716" cy="825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877823" y="4170069"/>
                <a:ext cx="355699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823" y="4170069"/>
                <a:ext cx="355699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895183" y="50844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183" y="5084469"/>
                <a:ext cx="214052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079197" y="509462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97" y="5094629"/>
                <a:ext cx="43441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EC75AB-F4C1-BD56-30A4-54F0C2F7BDE1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B50DC-893D-0446-7B56-3A1F958664A4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A99C5-794A-C2DB-E84B-FFB8557757C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A99C5-794A-C2DB-E84B-FFB855775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BAF2D-01FF-8A2A-0D35-D4A2E46EF441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AE3CF-FBA2-697A-7787-37DDFE3334BC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0FD10E-4D31-5714-2ABF-0921483D3BF4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0FD10E-4D31-5714-2ABF-0921483D3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7BF270-90D6-297B-E10C-F4E299851A12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3A96B-84A8-7A8B-B34B-C0E28B162D4C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C6794-1FCF-6DC9-FC98-B9007E94958E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C6794-1FCF-6DC9-FC98-B9007E949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A482AD-1C20-D796-0C0D-910E5C13D080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7E68A-1A86-49FA-58D8-A9A1E898998F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486852-7B17-2593-0183-E063CA2B2337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486852-7B17-2593-0183-E063CA2B2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ECF9246-E931-2F0E-8CC5-4E683686AD68}"/>
              </a:ext>
            </a:extLst>
          </p:cNvPr>
          <p:cNvSpPr txBox="1"/>
          <p:nvPr/>
        </p:nvSpPr>
        <p:spPr>
          <a:xfrm>
            <a:off x="6155375" y="1318331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118C4E-731D-E2BD-09D6-27C4A2948055}"/>
              </a:ext>
            </a:extLst>
          </p:cNvPr>
          <p:cNvSpPr/>
          <p:nvPr/>
        </p:nvSpPr>
        <p:spPr>
          <a:xfrm>
            <a:off x="5977896" y="419648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002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401232" y="3255669"/>
                <a:ext cx="5263942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10+6</m:t>
                          </m:r>
                        </m:e>
                      </m:ra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32" y="3255669"/>
                <a:ext cx="5263942" cy="825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3476271" y="4170069"/>
                <a:ext cx="4188903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4800" i="1"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271" y="4170069"/>
                <a:ext cx="4188903" cy="8255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449614" y="5084469"/>
                <a:ext cx="3215560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614" y="5084469"/>
                <a:ext cx="3215560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5524653" y="59988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653" y="5998869"/>
                <a:ext cx="214052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734606" y="5998869"/>
                <a:ext cx="89447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06" y="5998869"/>
                <a:ext cx="894476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292791-CD12-42EA-B7CE-631B0B842FDF}"/>
              </a:ext>
            </a:extLst>
          </p:cNvPr>
          <p:cNvCxnSpPr>
            <a:cxnSpLocks/>
          </p:cNvCxnSpPr>
          <p:nvPr/>
        </p:nvCxnSpPr>
        <p:spPr>
          <a:xfrm flipV="1">
            <a:off x="2092960" y="4074161"/>
            <a:ext cx="772160" cy="48767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D8FC58-4DCF-492B-8896-3120C29103FB}"/>
              </a:ext>
            </a:extLst>
          </p:cNvPr>
          <p:cNvSpPr txBox="1"/>
          <p:nvPr/>
        </p:nvSpPr>
        <p:spPr>
          <a:xfrm>
            <a:off x="955040" y="4431737"/>
            <a:ext cx="1584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Көрүнбөгөн кашаа</a:t>
            </a:r>
            <a:endParaRPr lang="en-GB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7A0636-A3E3-6759-D55C-7DB792E08B18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2A623-CDF5-C5BB-C75B-1274460FEF65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9B749-3978-1394-7AA7-BCF84398ED9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9B749-3978-1394-7AA7-BCF84398E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C3E33D-BBEB-8C64-F6F1-5A35417D54C9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B16ACB-7596-2802-E250-0AFD63391D00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DFAA82-44B3-2ACC-9E1D-605F9BEDD7E6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DFAA82-44B3-2ACC-9E1D-605F9BEDD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528C2E5-185A-12B6-E053-3A634608B6B2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F5132-66D0-695F-2E66-B6C506BBBD53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28D010-C1B6-CC2D-8ABA-81CBCF374FFE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28D010-C1B6-CC2D-8ABA-81CBCF37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8304473-3ED9-7E20-BA6D-DFCD8537B002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55A14C-139F-D5D8-AEC1-CB5A5B03C61C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647A7-E610-9103-FA50-EFD2223FA181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647A7-E610-9103-FA50-EFD2223F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BDA7BE4-7A38-F362-ECD8-1EB4AAA3EEA8}"/>
              </a:ext>
            </a:extLst>
          </p:cNvPr>
          <p:cNvSpPr txBox="1"/>
          <p:nvPr/>
        </p:nvSpPr>
        <p:spPr>
          <a:xfrm>
            <a:off x="6215353" y="1280695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23F2A0-822E-5874-8DBD-536AF046CC8A}"/>
              </a:ext>
            </a:extLst>
          </p:cNvPr>
          <p:cNvSpPr/>
          <p:nvPr/>
        </p:nvSpPr>
        <p:spPr>
          <a:xfrm>
            <a:off x="6037874" y="382012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023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1454021" y="3042309"/>
                <a:ext cx="7156446" cy="1045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sSup>
                        <m:sSup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4800" i="1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e>
                              </m:rad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e>
                        <m:sup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021" y="3042309"/>
                <a:ext cx="7156446" cy="1045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355742" y="4037011"/>
                <a:ext cx="6140912" cy="736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42" y="4037011"/>
                <a:ext cx="6140912" cy="7364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5045517" y="4761798"/>
                <a:ext cx="3422347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517" y="4761798"/>
                <a:ext cx="3422347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5273143" y="5471773"/>
                <a:ext cx="31947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143" y="5471773"/>
                <a:ext cx="319472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8533597" y="617158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597" y="617158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6732FF-C7F5-4189-BDE4-98EB484DABD8}"/>
                  </a:ext>
                </a:extLst>
              </p:cNvPr>
              <p:cNvSpPr txBox="1"/>
              <p:nvPr/>
            </p:nvSpPr>
            <p:spPr>
              <a:xfrm>
                <a:off x="5985903" y="6181749"/>
                <a:ext cx="2481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6732FF-C7F5-4189-BDE4-98EB484DA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903" y="6181749"/>
                <a:ext cx="2481961" cy="7216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028D6E-3FE3-A3C7-59EA-5019ED3B00B6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93C9B-BAB3-A531-CC27-889420A8E4C1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01A5D-C871-F86B-4B6A-9B7CCFB21B9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01A5D-C871-F86B-4B6A-9B7CCFB2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3DAA6C-5AC7-E975-B890-D3606DD4DCF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A5EA0-0B36-3AF2-7C74-C010192687C6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350AF-7046-64FC-C690-A61387BAD2A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350AF-7046-64FC-C690-A61387BA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331C81-B409-12DC-A6EA-3E3BEBB9F276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DE8AE-18B8-DD8D-1EEE-5B3916F946D5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7112D4-C5C1-E989-4199-AAF15A474607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7112D4-C5C1-E989-4199-AAF15A47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06D36E-23D5-FC44-DFA3-9BD9A359945C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141A95-366F-8300-9566-D5C8E39C9F4B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05827-9301-8267-1552-9220FBBE4B75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05827-9301-8267-1552-9220FBBE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FBB759A-E4BB-8DDD-B185-27ACDDEBEBA2}"/>
              </a:ext>
            </a:extLst>
          </p:cNvPr>
          <p:cNvSpPr txBox="1"/>
          <p:nvPr/>
        </p:nvSpPr>
        <p:spPr>
          <a:xfrm>
            <a:off x="6254833" y="1178730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3074C3-40B4-596F-BE51-DD9BA8AFFBE9}"/>
              </a:ext>
            </a:extLst>
          </p:cNvPr>
          <p:cNvSpPr/>
          <p:nvPr/>
        </p:nvSpPr>
        <p:spPr>
          <a:xfrm>
            <a:off x="6077354" y="280047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352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B00B86-8BA1-4EFA-895D-F0E040143DB9}"/>
                  </a:ext>
                </a:extLst>
              </p:cNvPr>
              <p:cNvSpPr txBox="1"/>
              <p:nvPr/>
            </p:nvSpPr>
            <p:spPr>
              <a:xfrm>
                <a:off x="5089315" y="664869"/>
                <a:ext cx="352981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a) 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4+3=11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B00B86-8BA1-4EFA-895D-F0E040143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664869"/>
                <a:ext cx="3529812" cy="553998"/>
              </a:xfrm>
              <a:prstGeom prst="rect">
                <a:avLst/>
              </a:prstGeom>
              <a:blipFill>
                <a:blip r:embed="rId6"/>
                <a:stretch>
                  <a:fillRect l="-7945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F2F37C3-A786-401B-B979-A9EE96CE9289}"/>
              </a:ext>
            </a:extLst>
          </p:cNvPr>
          <p:cNvSpPr txBox="1"/>
          <p:nvPr/>
        </p:nvSpPr>
        <p:spPr>
          <a:xfrm>
            <a:off x="5165536" y="-52591"/>
            <a:ext cx="3775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эсептөөлөрдү көчүрүп, </a:t>
            </a:r>
            <a:endParaRPr lang="en-US" sz="2400" dirty="0"/>
          </a:p>
          <a:p>
            <a:pPr algn="ctr"/>
            <a:r>
              <a:rPr lang="ky-KG" sz="2400" dirty="0"/>
              <a:t>Баарын </a:t>
            </a:r>
            <a:r>
              <a:rPr lang="ru-RU" sz="2400" dirty="0"/>
              <a:t>чыгарың.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749E2-BDF5-4B90-9AA6-CF710DF4943C}"/>
                  </a:ext>
                </a:extLst>
              </p:cNvPr>
              <p:cNvSpPr txBox="1"/>
              <p:nvPr/>
            </p:nvSpPr>
            <p:spPr>
              <a:xfrm>
                <a:off x="1346851" y="3227568"/>
                <a:ext cx="522258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d) 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5+</m:t>
                    </m:r>
                    <m:sSup>
                      <m:sSup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÷20=10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749E2-BDF5-4B90-9AA6-CF710DF49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3227568"/>
                <a:ext cx="5222584" cy="553998"/>
              </a:xfrm>
              <a:prstGeom prst="rect">
                <a:avLst/>
              </a:prstGeom>
              <a:blipFill>
                <a:blip r:embed="rId7"/>
                <a:stretch>
                  <a:fillRect l="-5368" t="-24176" b="-505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D20EB8-7418-4339-ACA5-32D61EAC0D40}"/>
                  </a:ext>
                </a:extLst>
              </p:cNvPr>
              <p:cNvSpPr txBox="1"/>
              <p:nvPr/>
            </p:nvSpPr>
            <p:spPr>
              <a:xfrm>
                <a:off x="5089315" y="1519102"/>
                <a:ext cx="409727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b) 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6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4−3=9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D20EB8-7418-4339-ACA5-32D61EAC0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1519102"/>
                <a:ext cx="4097275" cy="553998"/>
              </a:xfrm>
              <a:prstGeom prst="rect">
                <a:avLst/>
              </a:prstGeom>
              <a:blipFill>
                <a:blip r:embed="rId8"/>
                <a:stretch>
                  <a:fillRect l="-6845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9EDF-2E14-4083-A223-95C7CF607691}"/>
                  </a:ext>
                </a:extLst>
              </p:cNvPr>
              <p:cNvSpPr txBox="1"/>
              <p:nvPr/>
            </p:nvSpPr>
            <p:spPr>
              <a:xfrm>
                <a:off x="5089315" y="2373335"/>
                <a:ext cx="42351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c) 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7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36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600" i="1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9−3=8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9EDF-2E14-4083-A223-95C7CF607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2373335"/>
                <a:ext cx="4235134" cy="553998"/>
              </a:xfrm>
              <a:prstGeom prst="rect">
                <a:avLst/>
              </a:prstGeom>
              <a:blipFill>
                <a:blip r:embed="rId9"/>
                <a:stretch>
                  <a:fillRect l="-6619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D4B25-7879-4EAF-8E87-9D2080E3BE0E}"/>
                  </a:ext>
                </a:extLst>
              </p:cNvPr>
              <p:cNvSpPr txBox="1"/>
              <p:nvPr/>
            </p:nvSpPr>
            <p:spPr>
              <a:xfrm>
                <a:off x="1346851" y="4081801"/>
                <a:ext cx="5784982" cy="765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e)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12−</m:t>
                        </m:r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12−</m:t>
                            </m:r>
                            <m:rad>
                              <m:radPr>
                                <m:degHide m:val="on"/>
                                <m:ctrlPr>
                                  <a:rPr lang="en-GB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3600" i="1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rad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D4B25-7879-4EAF-8E87-9D2080E3B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4081801"/>
                <a:ext cx="5784982" cy="765659"/>
              </a:xfrm>
              <a:prstGeom prst="rect">
                <a:avLst/>
              </a:prstGeom>
              <a:blipFill>
                <a:blip r:embed="rId10"/>
                <a:stretch>
                  <a:fillRect l="-4847" b="-32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206EB-4AA9-4D13-B423-ED880449E30D}"/>
                  </a:ext>
                </a:extLst>
              </p:cNvPr>
              <p:cNvSpPr txBox="1"/>
              <p:nvPr/>
            </p:nvSpPr>
            <p:spPr>
              <a:xfrm>
                <a:off x="1346851" y="5147695"/>
                <a:ext cx="6744090" cy="611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f )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n-GB" sz="360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4+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36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÷3=15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206EB-4AA9-4D13-B423-ED880449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5147695"/>
                <a:ext cx="6744090" cy="611899"/>
              </a:xfrm>
              <a:prstGeom prst="rect">
                <a:avLst/>
              </a:prstGeom>
              <a:blipFill>
                <a:blip r:embed="rId11"/>
                <a:stretch>
                  <a:fillRect l="-4159" t="-12871" b="-445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3D086-9B21-4C46-80B2-EA41165A0545}"/>
                  </a:ext>
                </a:extLst>
              </p:cNvPr>
              <p:cNvSpPr txBox="1"/>
              <p:nvPr/>
            </p:nvSpPr>
            <p:spPr>
              <a:xfrm>
                <a:off x="1346851" y="6059829"/>
                <a:ext cx="8203913" cy="666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g) 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3+</m:t>
                    </m:r>
                    <m:d>
                      <m:d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(6−4)</m:t>
                        </m:r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e>
                    </m:d>
                    <m:r>
                      <a:rPr lang="en-GB" sz="36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3D086-9B21-4C46-80B2-EA41165A0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6059829"/>
                <a:ext cx="8203913" cy="666144"/>
              </a:xfrm>
              <a:prstGeom prst="rect">
                <a:avLst/>
              </a:prstGeom>
              <a:blipFill>
                <a:blip r:embed="rId12"/>
                <a:stretch>
                  <a:fillRect l="-3418" t="-8257" b="-37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644A3E91-AF12-4873-B58E-5149CBEB71AC}"/>
              </a:ext>
            </a:extLst>
          </p:cNvPr>
          <p:cNvSpPr/>
          <p:nvPr/>
        </p:nvSpPr>
        <p:spPr>
          <a:xfrm>
            <a:off x="8859520" y="13309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A2DCA2-B86F-4FA4-AF45-EA4EE75FC385}"/>
              </a:ext>
            </a:extLst>
          </p:cNvPr>
          <p:cNvSpPr/>
          <p:nvPr/>
        </p:nvSpPr>
        <p:spPr>
          <a:xfrm>
            <a:off x="8940800" y="212344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1DD24E-0E93-4D90-A986-96ED41E55B3E}"/>
              </a:ext>
            </a:extLst>
          </p:cNvPr>
          <p:cNvSpPr/>
          <p:nvPr/>
        </p:nvSpPr>
        <p:spPr>
          <a:xfrm>
            <a:off x="6035040" y="296672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98FC23-D095-43D5-B8C9-C4F9384CDF62}"/>
              </a:ext>
            </a:extLst>
          </p:cNvPr>
          <p:cNvSpPr/>
          <p:nvPr/>
        </p:nvSpPr>
        <p:spPr>
          <a:xfrm>
            <a:off x="6776720" y="405384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CF0C8D-939A-4491-A1CC-C3BADCBC8D1A}"/>
              </a:ext>
            </a:extLst>
          </p:cNvPr>
          <p:cNvSpPr/>
          <p:nvPr/>
        </p:nvSpPr>
        <p:spPr>
          <a:xfrm>
            <a:off x="7457440" y="49377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1FC894-30BC-4163-AA76-0D0709D5B1B2}"/>
              </a:ext>
            </a:extLst>
          </p:cNvPr>
          <p:cNvSpPr/>
          <p:nvPr/>
        </p:nvSpPr>
        <p:spPr>
          <a:xfrm>
            <a:off x="8890000" y="58521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13545A-8491-9CFD-ED88-19FE1857BF25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E74A39-8C71-F7FB-2B38-715F4869E22B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BBFF4-8AFE-31A6-58C8-4624181643B0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BBFF4-8AFE-31A6-58C8-462418164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248ADEE-8062-029C-7E23-9C83E50EF65A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950617-EA36-1825-66D5-13C8E4AF2509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2F004-7BA6-DF47-E02E-E3B23D017CE0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2F004-7BA6-DF47-E02E-E3B23D017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E297CBA-2427-FE2C-FAD9-8FDFB074EBB6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11A63C-F817-6434-E8D4-D425F3C8C527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246DB7-8795-BC06-1B4C-9372CDEAEC3D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246DB7-8795-BC06-1B4C-9372CDEAE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1F15FB-7796-8E1A-4377-9CA1D9ED9ABE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226B7C-7DD3-406E-A1EE-56F0165493A7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45F712-6C16-5E8B-1651-8392537E700E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45F712-6C16-5E8B-1651-8392537E7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D0037E92-41CA-1A38-FF55-886F4FDB9DEC}"/>
              </a:ext>
            </a:extLst>
          </p:cNvPr>
          <p:cNvSpPr/>
          <p:nvPr/>
        </p:nvSpPr>
        <p:spPr>
          <a:xfrm>
            <a:off x="7971664" y="573525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4565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10701</TotalTime>
  <Words>553</Words>
  <Application>Microsoft Office PowerPoint</Application>
  <PresentationFormat>A4 Paper (210x297 mm)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499</cp:revision>
  <cp:lastPrinted>2017-12-31T22:38:51Z</cp:lastPrinted>
  <dcterms:created xsi:type="dcterms:W3CDTF">2017-01-17T16:57:04Z</dcterms:created>
  <dcterms:modified xsi:type="dcterms:W3CDTF">2023-09-30T19:56:36Z</dcterms:modified>
</cp:coreProperties>
</file>