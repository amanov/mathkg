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0A3A3963-DD06-45C2-8B7F-F345A3B1520E}">
          <p14:sldIdLst>
            <p14:sldId id="835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011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Кемитүү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894E95-4AF8-DC6D-C2CE-D727A265C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4A522A-48E1-E024-A86B-0DC5620CC814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0278"/>
            <a:ext cx="4920711" cy="67975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584" y="0"/>
            <a:ext cx="4920710" cy="682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3706" y="1064348"/>
            <a:ext cx="6817360" cy="4729303"/>
            <a:chOff x="38100" y="0"/>
            <a:chExt cx="9844194" cy="682906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" y="10278"/>
              <a:ext cx="4920711" cy="679752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1584" y="0"/>
              <a:ext cx="4920710" cy="6829063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086775" y="1064349"/>
            <a:ext cx="6817360" cy="4729303"/>
            <a:chOff x="38100" y="0"/>
            <a:chExt cx="9844194" cy="682906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" y="10278"/>
              <a:ext cx="4920711" cy="679752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1584" y="0"/>
              <a:ext cx="4920710" cy="68290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9525"/>
            <a:ext cx="7858125" cy="68389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27598B-3FA3-A521-720F-D058EF72AB43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8365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Calibri </vt:lpstr>
      <vt:lpstr>Calibri Light</vt:lpstr>
      <vt:lpstr>Arial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2024-08-27T10:35:01Z</cp:lastPrinted>
  <dcterms:created xsi:type="dcterms:W3CDTF">2017-01-17T16:57:04Z</dcterms:created>
  <dcterms:modified xsi:type="dcterms:W3CDTF">2024-08-27T10:36:39Z</dcterms:modified>
</cp:coreProperties>
</file>