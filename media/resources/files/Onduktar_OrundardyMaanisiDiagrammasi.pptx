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6"/>
  </p:notesMasterIdLst>
  <p:sldIdLst>
    <p:sldId id="257" r:id="rId3"/>
    <p:sldId id="964" r:id="rId4"/>
    <p:sldId id="1014" r:id="rId5"/>
    <p:sldId id="998" r:id="rId6"/>
    <p:sldId id="999" r:id="rId7"/>
    <p:sldId id="1000" r:id="rId8"/>
    <p:sldId id="1001" r:id="rId9"/>
    <p:sldId id="1015" r:id="rId10"/>
    <p:sldId id="1025" r:id="rId11"/>
    <p:sldId id="1017" r:id="rId12"/>
    <p:sldId id="1018" r:id="rId13"/>
    <p:sldId id="1019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  <p:embeddedFont>
      <p:font typeface="Cooper Black" panose="0208090404030B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Чоң формат" id="{803DC415-1C83-4A46-99E3-13164292B7B3}">
          <p14:sldIdLst>
            <p14:sldId id="964"/>
            <p14:sldId id="1014"/>
            <p14:sldId id="998"/>
            <p14:sldId id="999"/>
            <p14:sldId id="1000"/>
            <p14:sldId id="1001"/>
          </p14:sldIdLst>
        </p14:section>
        <p14:section name="стандарт" id="{93570AC2-84FB-4CED-803E-9D75801B3986}">
          <p14:sldIdLst>
            <p14:sldId id="1015"/>
            <p14:sldId id="1025"/>
            <p14:sldId id="1017"/>
            <p14:sldId id="1018"/>
            <p14:sldId id="1019"/>
          </p14:sldIdLst>
        </p14:section>
        <p14:section name="mathkgz" id="{167EA875-B90C-41DF-9DED-461F9B751D9D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0" d="100"/>
          <a:sy n="60" d="100"/>
        </p:scale>
        <p:origin x="1464" y="11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6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34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82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5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0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5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4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7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3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8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386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sz="2400" dirty="0"/>
              <a:t>Ондуктар </a:t>
            </a:r>
            <a:r>
              <a:rPr lang="en-US" sz="2400" dirty="0"/>
              <a:t>–</a:t>
            </a:r>
            <a:r>
              <a:rPr lang="ky-KG" sz="2400" dirty="0"/>
              <a:t> </a:t>
            </a:r>
            <a:r>
              <a:rPr lang="ru-RU" sz="2400" dirty="0"/>
              <a:t>Орундардын мааниси диаграммасы </a:t>
            </a:r>
            <a:endParaRPr lang="ru-RU" dirty="0"/>
          </a:p>
          <a:p>
            <a:endParaRPr lang="ru-RU" dirty="0"/>
          </a:p>
          <a:p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таблица.</a:t>
            </a:r>
          </a:p>
          <a:p>
            <a:endParaRPr lang="ky-KG" sz="2400" dirty="0"/>
          </a:p>
          <a:p>
            <a:r>
              <a:rPr lang="ky-KG" dirty="0"/>
              <a:t>Диаграммалар 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 өлчөмдө болот.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sz="2600" b="1" dirty="0">
              <a:solidFill>
                <a:srgbClr val="FF0000"/>
              </a:solidFill>
            </a:endParaRPr>
          </a:p>
          <a:p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29934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87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4277" y="20671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76137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76137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" t="-101538" r="-2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538" r="-1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00" t="-101538" r="-1600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39CC875-A0BF-442A-B33C-BE8B18D8CD38}"/>
              </a:ext>
            </a:extLst>
          </p:cNvPr>
          <p:cNvSpPr txBox="1"/>
          <p:nvPr/>
        </p:nvSpPr>
        <p:spPr>
          <a:xfrm>
            <a:off x="2668747" y="0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9619F8-F05C-48B5-B102-E130BF5BE9C1}"/>
              </a:ext>
            </a:extLst>
          </p:cNvPr>
          <p:cNvSpPr/>
          <p:nvPr/>
        </p:nvSpPr>
        <p:spPr>
          <a:xfrm>
            <a:off x="329502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DD77B2-CFCC-47D7-BA32-D02D725201EA}"/>
              </a:ext>
            </a:extLst>
          </p:cNvPr>
          <p:cNvSpPr/>
          <p:nvPr/>
        </p:nvSpPr>
        <p:spPr>
          <a:xfrm>
            <a:off x="329502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714DA34-7E2D-41AE-A878-7DF14E0DEA2F}"/>
              </a:ext>
            </a:extLst>
          </p:cNvPr>
          <p:cNvSpPr txBox="1"/>
          <p:nvPr/>
        </p:nvSpPr>
        <p:spPr>
          <a:xfrm>
            <a:off x="519150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625EC7-0B26-4930-A295-D6FEB217C0FA}"/>
              </a:ext>
            </a:extLst>
          </p:cNvPr>
          <p:cNvSpPr/>
          <p:nvPr/>
        </p:nvSpPr>
        <p:spPr>
          <a:xfrm>
            <a:off x="578105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D67EC6-5D2D-4F16-BA2F-FA5F3B71C76B}"/>
              </a:ext>
            </a:extLst>
          </p:cNvPr>
          <p:cNvSpPr/>
          <p:nvPr/>
        </p:nvSpPr>
        <p:spPr>
          <a:xfrm>
            <a:off x="578105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38084F7-D10B-40AC-9B4B-467D402884BC}"/>
              </a:ext>
            </a:extLst>
          </p:cNvPr>
          <p:cNvSpPr txBox="1"/>
          <p:nvPr/>
        </p:nvSpPr>
        <p:spPr>
          <a:xfrm>
            <a:off x="772515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0C2D7C-7D37-460D-A08C-3EC07C70E209}"/>
              </a:ext>
            </a:extLst>
          </p:cNvPr>
          <p:cNvSpPr/>
          <p:nvPr/>
        </p:nvSpPr>
        <p:spPr>
          <a:xfrm>
            <a:off x="831470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4E85C03-87F1-4E31-8507-E664E699569D}"/>
              </a:ext>
            </a:extLst>
          </p:cNvPr>
          <p:cNvSpPr/>
          <p:nvPr/>
        </p:nvSpPr>
        <p:spPr>
          <a:xfrm>
            <a:off x="831470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42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008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15249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15249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DF4D7DD-CEA4-4F68-95AF-7320685C3ACB}"/>
              </a:ext>
            </a:extLst>
          </p:cNvPr>
          <p:cNvSpPr txBox="1"/>
          <p:nvPr/>
        </p:nvSpPr>
        <p:spPr>
          <a:xfrm>
            <a:off x="290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78CCDBE-9B54-4FEA-96C9-98DC31D1D364}"/>
              </a:ext>
            </a:extLst>
          </p:cNvPr>
          <p:cNvSpPr/>
          <p:nvPr/>
        </p:nvSpPr>
        <p:spPr>
          <a:xfrm>
            <a:off x="402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DC2D29-D1BE-4DC3-A040-9FA55B30F984}"/>
              </a:ext>
            </a:extLst>
          </p:cNvPr>
          <p:cNvSpPr/>
          <p:nvPr/>
        </p:nvSpPr>
        <p:spPr>
          <a:xfrm>
            <a:off x="402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2165035-2E7F-4A08-A358-050EF17D63EB}"/>
              </a:ext>
            </a:extLst>
          </p:cNvPr>
          <p:cNvSpPr txBox="1"/>
          <p:nvPr/>
        </p:nvSpPr>
        <p:spPr>
          <a:xfrm>
            <a:off x="544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452CBF-44FB-45DA-88E8-EF140BCCDDC4}"/>
              </a:ext>
            </a:extLst>
          </p:cNvPr>
          <p:cNvSpPr/>
          <p:nvPr/>
        </p:nvSpPr>
        <p:spPr>
          <a:xfrm>
            <a:off x="656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B8D576-F837-4AE5-BD06-E9CE177D1258}"/>
              </a:ext>
            </a:extLst>
          </p:cNvPr>
          <p:cNvSpPr/>
          <p:nvPr/>
        </p:nvSpPr>
        <p:spPr>
          <a:xfrm>
            <a:off x="656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0000" r="-200794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0000" r="-102400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0000" r="-1587" b="-13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480E9FC-86EA-44FE-B2EA-885940F8F4E6}"/>
              </a:ext>
            </a:extLst>
          </p:cNvPr>
          <p:cNvSpPr txBox="1"/>
          <p:nvPr/>
        </p:nvSpPr>
        <p:spPr>
          <a:xfrm>
            <a:off x="79446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FD7247-E5E2-44C3-AA35-D1B5C0F6F75D}"/>
              </a:ext>
            </a:extLst>
          </p:cNvPr>
          <p:cNvSpPr/>
          <p:nvPr/>
        </p:nvSpPr>
        <p:spPr>
          <a:xfrm>
            <a:off x="90687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F7ADC5F-BCA2-41DD-892C-D80CDA25D17F}"/>
              </a:ext>
            </a:extLst>
          </p:cNvPr>
          <p:cNvSpPr/>
          <p:nvPr/>
        </p:nvSpPr>
        <p:spPr>
          <a:xfrm>
            <a:off x="90687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1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076960" y="-26377"/>
            <a:ext cx="328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404441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404441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366707F-802D-499A-8E7C-1992CFEABE91}"/>
              </a:ext>
            </a:extLst>
          </p:cNvPr>
          <p:cNvSpPr txBox="1"/>
          <p:nvPr/>
        </p:nvSpPr>
        <p:spPr>
          <a:xfrm>
            <a:off x="6206466" y="-7115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28AA7A-6646-497B-96BE-73F2C313701A}"/>
              </a:ext>
            </a:extLst>
          </p:cNvPr>
          <p:cNvSpPr/>
          <p:nvPr/>
        </p:nvSpPr>
        <p:spPr>
          <a:xfrm>
            <a:off x="7424116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C59AA5-07D8-4848-A066-360E1F909E09}"/>
              </a:ext>
            </a:extLst>
          </p:cNvPr>
          <p:cNvSpPr/>
          <p:nvPr/>
        </p:nvSpPr>
        <p:spPr>
          <a:xfrm>
            <a:off x="7424116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25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238747" y="-70299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8973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8973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6D7FDC0-44E5-418F-B065-803AF705AF8D}"/>
              </a:ext>
            </a:extLst>
          </p:cNvPr>
          <p:cNvSpPr txBox="1"/>
          <p:nvPr/>
        </p:nvSpPr>
        <p:spPr>
          <a:xfrm>
            <a:off x="6055608" y="-33334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3EE526-2403-430D-9D25-A811B9E32D9F}"/>
              </a:ext>
            </a:extLst>
          </p:cNvPr>
          <p:cNvSpPr/>
          <p:nvPr/>
        </p:nvSpPr>
        <p:spPr>
          <a:xfrm>
            <a:off x="79011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076B75-5535-402C-9730-12AE0C43AF29}"/>
              </a:ext>
            </a:extLst>
          </p:cNvPr>
          <p:cNvSpPr/>
          <p:nvPr/>
        </p:nvSpPr>
        <p:spPr>
          <a:xfrm>
            <a:off x="79011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1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5844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7727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7727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833CD2C-9BB9-4A13-8AF0-4BBDD2094A0A}"/>
              </a:ext>
            </a:extLst>
          </p:cNvPr>
          <p:cNvSpPr txBox="1"/>
          <p:nvPr/>
        </p:nvSpPr>
        <p:spPr>
          <a:xfrm>
            <a:off x="65628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58BE1E-5CEA-4BB0-A3AC-D09036ADC599}"/>
              </a:ext>
            </a:extLst>
          </p:cNvPr>
          <p:cNvSpPr/>
          <p:nvPr/>
        </p:nvSpPr>
        <p:spPr>
          <a:xfrm>
            <a:off x="77511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850021-0082-4530-9AF6-75D25CD7BC7C}"/>
              </a:ext>
            </a:extLst>
          </p:cNvPr>
          <p:cNvSpPr/>
          <p:nvPr/>
        </p:nvSpPr>
        <p:spPr>
          <a:xfrm>
            <a:off x="77511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46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F0E45-2D9F-E310-9C87-B7E8A4F5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49073" y="1184363"/>
            <a:ext cx="6614638" cy="4472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FB955-D3D6-69C9-6177-D64E168C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4717" y="1138644"/>
            <a:ext cx="6614636" cy="45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2A445-FBD7-D32A-B5BE-8ABB39BD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8399" y="1038463"/>
            <a:ext cx="6783227" cy="4706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F1687D-FFCB-03E9-C3DC-D9685CDF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1172" y="1038461"/>
            <a:ext cx="6783229" cy="47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2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81497-7379-CAF8-8B42-4B59C633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621" y="1104843"/>
            <a:ext cx="6690548" cy="4648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DF94A-CA39-6BB1-AEA3-8176DA45D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8758" y="1179158"/>
            <a:ext cx="6719795" cy="45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5FF35-0673-15F2-173E-6D402C55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3526" y="1079713"/>
            <a:ext cx="6853040" cy="4744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2EA34E-AC7B-1AA1-2B66-05E93EFB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73475" y="1076567"/>
            <a:ext cx="6832602" cy="47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0E6E79-ADF7-6EE6-6CD8-FF34317E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634" y="1045865"/>
            <a:ext cx="6858352" cy="4859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8CF1E-F648-48A1-9920-993DA295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5767" y="1050800"/>
            <a:ext cx="6858352" cy="47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D8B6-C6B9-CCC8-9DCA-FCCAFE0AE5A0}"/>
              </a:ext>
            </a:extLst>
          </p:cNvPr>
          <p:cNvSpPr txBox="1">
            <a:spLocks/>
          </p:cNvSpPr>
          <p:nvPr/>
        </p:nvSpPr>
        <p:spPr>
          <a:xfrm>
            <a:off x="-609600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mathematicskgz@gmail.com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10687</TotalTime>
  <Words>250</Words>
  <Application>Microsoft Office PowerPoint</Application>
  <PresentationFormat>A4 Paper (210x297 mm)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Calibri Light</vt:lpstr>
      <vt:lpstr>Cooper Black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544</cp:revision>
  <cp:lastPrinted>2023-10-02T19:52:57Z</cp:lastPrinted>
  <dcterms:created xsi:type="dcterms:W3CDTF">2017-01-17T16:57:04Z</dcterms:created>
  <dcterms:modified xsi:type="dcterms:W3CDTF">2023-10-02T19:55:41Z</dcterms:modified>
</cp:coreProperties>
</file>