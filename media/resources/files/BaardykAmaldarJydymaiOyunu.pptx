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29"/>
  </p:notesMasterIdLst>
  <p:sldIdLst>
    <p:sldId id="974" r:id="rId2"/>
    <p:sldId id="831" r:id="rId3"/>
    <p:sldId id="845" r:id="rId4"/>
    <p:sldId id="940" r:id="rId5"/>
    <p:sldId id="843" r:id="rId6"/>
    <p:sldId id="975" r:id="rId7"/>
    <p:sldId id="942" r:id="rId8"/>
    <p:sldId id="976" r:id="rId9"/>
    <p:sldId id="944" r:id="rId10"/>
    <p:sldId id="977" r:id="rId11"/>
    <p:sldId id="946" r:id="rId12"/>
    <p:sldId id="978" r:id="rId13"/>
    <p:sldId id="948" r:id="rId14"/>
    <p:sldId id="979" r:id="rId15"/>
    <p:sldId id="950" r:id="rId16"/>
    <p:sldId id="980" r:id="rId17"/>
    <p:sldId id="952" r:id="rId18"/>
    <p:sldId id="981" r:id="rId19"/>
    <p:sldId id="954" r:id="rId20"/>
    <p:sldId id="982" r:id="rId21"/>
    <p:sldId id="956" r:id="rId22"/>
    <p:sldId id="983" r:id="rId23"/>
    <p:sldId id="958" r:id="rId24"/>
    <p:sldId id="984" r:id="rId25"/>
    <p:sldId id="960" r:id="rId26"/>
    <p:sldId id="833" r:id="rId27"/>
    <p:sldId id="985" r:id="rId28"/>
  </p:sldIdLst>
  <p:sldSz cx="9906000" cy="6858000" type="A4"/>
  <p:notesSz cx="6669088" cy="9926638"/>
  <p:embeddedFontLst>
    <p:embeddedFont>
      <p:font typeface="Berlin Sans FB Demi" panose="020E0802020502020306" pitchFamily="34" charset="0"/>
      <p:bold r:id="rId30"/>
    </p:embeddedFont>
    <p:embeddedFont>
      <p:font typeface="Bernard MT Condensed" panose="02050806060905020404" pitchFamily="18" charset="0"/>
      <p:regular r:id="rId31"/>
    </p:embeddedFon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Сырткы бет" id="{197FF5E7-57A8-40D7-8FA0-8A089C366947}">
          <p14:sldIdLst>
            <p14:sldId id="974"/>
          </p14:sldIdLst>
        </p14:section>
        <p14:section name="Титулдук бет" id="{8EFE0B80-9125-4ADC-A13A-755B3EC2010F}">
          <p14:sldIdLst>
            <p14:sldId id="831"/>
            <p14:sldId id="845"/>
          </p14:sldIdLst>
        </p14:section>
        <p14:section name="Оюн" id="{267FD0E9-36B9-4F9E-842D-CBFE57676936}">
          <p14:sldIdLst>
            <p14:sldId id="940"/>
            <p14:sldId id="843"/>
            <p14:sldId id="975"/>
            <p14:sldId id="942"/>
            <p14:sldId id="976"/>
            <p14:sldId id="944"/>
            <p14:sldId id="977"/>
            <p14:sldId id="946"/>
            <p14:sldId id="978"/>
            <p14:sldId id="948"/>
            <p14:sldId id="979"/>
            <p14:sldId id="950"/>
            <p14:sldId id="980"/>
            <p14:sldId id="952"/>
            <p14:sldId id="981"/>
            <p14:sldId id="954"/>
            <p14:sldId id="982"/>
            <p14:sldId id="956"/>
            <p14:sldId id="983"/>
            <p14:sldId id="958"/>
            <p14:sldId id="984"/>
            <p14:sldId id="960"/>
            <p14:sldId id="833"/>
          </p14:sldIdLst>
        </p14:section>
        <p14:section name="MathKGZ" id="{F3D720CF-F566-46A6-9361-125255B68FA6}">
          <p14:sldIdLst>
            <p14:sldId id="9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CBAD"/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01/05/2024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4.jp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0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3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4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5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audio" Target="../media/audio2.wav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7.png"/><Relationship Id="rId5" Type="http://schemas.openxmlformats.org/officeDocument/2006/relationships/image" Target="../media/image5.jpeg"/><Relationship Id="rId4" Type="http://schemas.openxmlformats.org/officeDocument/2006/relationships/image" Target="../media/image4.jp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1" y="1904919"/>
            <a:ext cx="990600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Аралаш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амалдар– Жыдымай!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суроолорго эң тез жооп берүү үчүн мелдешет (бирге бир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,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командалары менен, өз орундарында же алдыңкы орунда).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доскага же өз дептерине жазып көрсөтө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Өтө татаал/жеңил суроо слайддарын алдын ала өчүрүп салыңыз.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Музыка үчүн каалаган жерди басыңыз. Суроо үчүн «Өттү» дегенди, жооп үчүн дагы бир жолу басыңыз.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C7BD33-7F93-409E-A7C6-9D40C1AB016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924" y="5600147"/>
            <a:ext cx="938974" cy="93897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D2E104-4597-4DDF-B563-3C40DEA17797}"/>
              </a:ext>
            </a:extLst>
          </p:cNvPr>
          <p:cNvSpPr/>
          <p:nvPr/>
        </p:nvSpPr>
        <p:spPr>
          <a:xfrm>
            <a:off x="3024659" y="5856140"/>
            <a:ext cx="38566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үн бар!</a:t>
            </a: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DA6E8381-F74F-ACA7-E535-4ACA0F07CCFB}"/>
              </a:ext>
            </a:extLst>
          </p:cNvPr>
          <p:cNvSpPr txBox="1">
            <a:spLocks/>
          </p:cNvSpPr>
          <p:nvPr/>
        </p:nvSpPr>
        <p:spPr>
          <a:xfrm>
            <a:off x="0" y="221873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100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5585FB2B-39FD-4723-8079-C4EA7B000B97}"/>
              </a:ext>
            </a:extLst>
          </p:cNvPr>
          <p:cNvGrpSpPr/>
          <p:nvPr/>
        </p:nvGrpSpPr>
        <p:grpSpPr>
          <a:xfrm>
            <a:off x="948538" y="978117"/>
            <a:ext cx="8148260" cy="2254888"/>
            <a:chOff x="948538" y="2301556"/>
            <a:chExt cx="8148260" cy="2254888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ACE1698-B04E-47BD-84A0-931C2125C107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FEFA718-BA57-4C22-967C-DA711B22D315}"/>
                </a:ext>
              </a:extLst>
            </p:cNvPr>
            <p:cNvSpPr/>
            <p:nvPr/>
          </p:nvSpPr>
          <p:spPr>
            <a:xfrm>
              <a:off x="1087874" y="2338806"/>
              <a:ext cx="8008924" cy="1862048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ky-KG" sz="115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Жыдымай</a:t>
              </a:r>
              <a:endParaRPr lang="en-US" sz="115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F0D5EEEE-4088-4440-8CA7-8122FC719FA0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3413412" y="2260816"/>
            <a:ext cx="948538" cy="109639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93708B-EB60-4993-AE99-63613F7295D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613605" y="654005"/>
            <a:ext cx="948538" cy="10963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8425AD7-3E4B-472E-A82B-E616ADCEE83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94" t="39393" r="77582" b="15981"/>
          <a:stretch/>
        </p:blipFill>
        <p:spPr>
          <a:xfrm>
            <a:off x="7297521" y="782122"/>
            <a:ext cx="948538" cy="1096391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5AFD2995-4874-4D61-83A4-A88797856BB4}"/>
              </a:ext>
            </a:extLst>
          </p:cNvPr>
          <p:cNvGrpSpPr/>
          <p:nvPr/>
        </p:nvGrpSpPr>
        <p:grpSpPr>
          <a:xfrm>
            <a:off x="300445" y="5043967"/>
            <a:ext cx="9305110" cy="1323439"/>
            <a:chOff x="300445" y="5043967"/>
            <a:chExt cx="9305110" cy="132343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562BA6A-7F52-46D5-9A8E-A4E9CA88D29F}"/>
                </a:ext>
              </a:extLst>
            </p:cNvPr>
            <p:cNvSpPr/>
            <p:nvPr/>
          </p:nvSpPr>
          <p:spPr>
            <a:xfrm>
              <a:off x="300445" y="5102013"/>
              <a:ext cx="9305110" cy="1207346"/>
            </a:xfrm>
            <a:prstGeom prst="roundRect">
              <a:avLst/>
            </a:prstGeom>
            <a:blipFill>
              <a:blip r:embed="rId4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20C8FFC-32B9-46EA-B931-685CF455866B}"/>
                </a:ext>
              </a:extLst>
            </p:cNvPr>
            <p:cNvSpPr/>
            <p:nvPr/>
          </p:nvSpPr>
          <p:spPr>
            <a:xfrm>
              <a:off x="735874" y="5043967"/>
              <a:ext cx="8434252" cy="132343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ru-RU" sz="8000" b="1" dirty="0">
                  <a:ln w="381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lin Sans FB Demi" panose="020E0802020502020306" pitchFamily="34" charset="0"/>
                </a:rPr>
                <a:t>Аралаш амалдар</a:t>
              </a:r>
              <a:endParaRPr lang="en-US" sz="80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7073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3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2" presetClass="entr" presetSubtype="4" decel="35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44Magnum1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562BA6A-7F52-46D5-9A8E-A4E9CA88D29F}"/>
              </a:ext>
            </a:extLst>
          </p:cNvPr>
          <p:cNvSpPr/>
          <p:nvPr/>
        </p:nvSpPr>
        <p:spPr>
          <a:xfrm>
            <a:off x="594574" y="2209772"/>
            <a:ext cx="8716852" cy="2554545"/>
          </a:xfrm>
          <a:prstGeom prst="roundRect">
            <a:avLst/>
          </a:prstGeom>
          <a:blipFill>
            <a:blip r:embed="rId2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0C8FFC-32B9-46EA-B931-685CF455866B}"/>
              </a:ext>
            </a:extLst>
          </p:cNvPr>
          <p:cNvSpPr/>
          <p:nvPr/>
        </p:nvSpPr>
        <p:spPr>
          <a:xfrm>
            <a:off x="349876" y="2151727"/>
            <a:ext cx="9206248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7200" b="1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Туура жооп = 1 упай</a:t>
            </a:r>
            <a:endParaRPr lang="en-US" sz="7200" b="1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nard MT Condensed" panose="02050806060905020404" pitchFamily="18" charset="0"/>
            </a:endParaRPr>
          </a:p>
          <a:p>
            <a:pPr algn="ctr"/>
            <a:r>
              <a:rPr lang="ru-RU" sz="72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nard MT Condensed" panose="02050806060905020404" pitchFamily="18" charset="0"/>
              </a:rPr>
              <a:t>Эң тез! = 1 упай</a:t>
            </a:r>
            <a:endParaRPr lang="en-US" sz="7200" b="1" cap="none" spc="0" dirty="0">
              <a:ln w="38100">
                <a:solidFill>
                  <a:schemeClr val="tx1"/>
                </a:solidFill>
              </a:ln>
              <a:solidFill>
                <a:srgbClr val="FF0000"/>
              </a:solidFill>
              <a:effectLst>
                <a:outerShdw blurRad="50800" dist="38100" dir="18900000" algn="bl" rotWithShape="0">
                  <a:prstClr val="black">
                    <a:alpha val="40000"/>
                  </a:prstClr>
                </a:outerShdw>
              </a:effectLst>
              <a:latin typeface="Berlin Sans FB Demi" panose="020E08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42743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ru-RU" sz="9600" b="1" cap="none" spc="0" dirty="0">
                  <a:ln w="76200">
                    <a:solidFill>
                      <a:schemeClr val="tx1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latin typeface="Bernard MT Condensed" panose="02050806060905020404" pitchFamily="18" charset="0"/>
                </a:rPr>
                <a:t>Даярсызбы?</a:t>
              </a:r>
              <a:endParaRPr lang="en-US" sz="9600" b="1" cap="none" spc="0" dirty="0">
                <a:ln w="762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lang="en-US" sz="8000" b="1" cap="none" spc="0" dirty="0">
                <a:ln w="38100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latin typeface="Berlin Sans FB Demi" panose="020E08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73602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11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4×2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4916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9057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6×1+4×3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55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311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×8 −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14</m:t>
                      </m:r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7971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6593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14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87579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6048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20 −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e>
                      </m:rad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−10÷2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377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1276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28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3×2</m:t>
                          </m:r>
                        </m:e>
                      </m:d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−8=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7870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767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8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(3+13)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7159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101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7×4 −3×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7786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6042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32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7−4+2×</m:t>
                      </m:r>
                      <m:rad>
                        <m:radPr>
                          <m:degHide m:val="on"/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100</m:t>
                          </m:r>
                        </m:e>
                      </m:ra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sz="5400" b="0" i="1" baseline="3000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1965704"/>
                <a:ext cx="8077200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9439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95238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16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2×2</m:t>
                          </m:r>
                        </m:e>
                      </m:d>
                      <m:r>
                        <a:rPr lang="en-GB" sz="5400" i="1" baseline="300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5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÷2×2</m:t>
                      </m:r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8494" y="1965704"/>
                <a:ext cx="674901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3681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D14A0F2-76FD-4A17-BF19-8A093F763F9C}"/>
              </a:ext>
            </a:extLst>
          </p:cNvPr>
          <p:cNvGrpSpPr/>
          <p:nvPr/>
        </p:nvGrpSpPr>
        <p:grpSpPr>
          <a:xfrm>
            <a:off x="948538" y="978117"/>
            <a:ext cx="8008924" cy="2254888"/>
            <a:chOff x="948538" y="2301556"/>
            <a:chExt cx="8008924" cy="2254888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5907DFA4-D75F-4700-92D8-602B5E1F9089}"/>
                </a:ext>
              </a:extLst>
            </p:cNvPr>
            <p:cNvSpPr/>
            <p:nvPr/>
          </p:nvSpPr>
          <p:spPr>
            <a:xfrm>
              <a:off x="948538" y="2301556"/>
              <a:ext cx="8008924" cy="2254888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2E302A0-6F39-48F1-8AEB-7D067C6DF68E}"/>
                </a:ext>
              </a:extLst>
            </p:cNvPr>
            <p:cNvSpPr/>
            <p:nvPr/>
          </p:nvSpPr>
          <p:spPr>
            <a:xfrm>
              <a:off x="1214637" y="2501801"/>
              <a:ext cx="7476726" cy="156966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9600" b="1" i="0" u="none" strike="noStrike" kern="1200" cap="none" spc="0" normalizeH="0" baseline="0" noProof="0" dirty="0">
                  <a:ln w="762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Даярсызбы?</a:t>
              </a:r>
              <a:endParaRPr kumimoji="0" lang="en-US" sz="9600" b="1" i="0" u="none" strike="noStrike" kern="1200" cap="none" spc="0" normalizeH="0" baseline="0" noProof="0" dirty="0">
                <a:ln w="762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ACB6C0-5BE8-47C8-835B-714D4ED6EE5F}"/>
              </a:ext>
            </a:extLst>
          </p:cNvPr>
          <p:cNvGrpSpPr/>
          <p:nvPr/>
        </p:nvGrpSpPr>
        <p:grpSpPr>
          <a:xfrm>
            <a:off x="3808693" y="5472204"/>
            <a:ext cx="2288614" cy="1207346"/>
            <a:chOff x="3808693" y="5102013"/>
            <a:chExt cx="2288614" cy="1207346"/>
          </a:xfrm>
        </p:grpSpPr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2ADE7AF7-FFB6-485A-A4A4-A3EE38B9BE6A}"/>
                </a:ext>
              </a:extLst>
            </p:cNvPr>
            <p:cNvSpPr/>
            <p:nvPr/>
          </p:nvSpPr>
          <p:spPr>
            <a:xfrm>
              <a:off x="3808693" y="5102013"/>
              <a:ext cx="2288614" cy="1207346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95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hlinkClick r:id="" action="ppaction://hlinkshowjump?jump=nextslide"/>
              <a:extLst>
                <a:ext uri="{FF2B5EF4-FFF2-40B4-BE49-F238E27FC236}">
                  <a16:creationId xmlns:a16="http://schemas.microsoft.com/office/drawing/2014/main" id="{8671DE17-70E4-4F5B-BF46-609B5A505F82}"/>
                </a:ext>
              </a:extLst>
            </p:cNvPr>
            <p:cNvSpPr/>
            <p:nvPr/>
          </p:nvSpPr>
          <p:spPr>
            <a:xfrm>
              <a:off x="4001589" y="5290187"/>
              <a:ext cx="2095718" cy="830997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1" i="0" u="none" strike="noStrike" kern="1200" cap="none" spc="0" normalizeH="0" baseline="0" noProof="0" dirty="0">
                  <a:ln w="38100">
                    <a:solidFill>
                      <a:prstClr val="black"/>
                    </a:solidFill>
                  </a:ln>
                  <a:solidFill>
                    <a:srgbClr val="FF0000"/>
                  </a:solidFill>
                  <a:effectLst>
                    <a:outerShdw blurRad="50800" dist="38100" dir="18900000" algn="bl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Bernard MT Condensed" panose="02050806060905020404" pitchFamily="18" charset="0"/>
                  <a:ea typeface="+mn-ea"/>
                  <a:cs typeface="+mn-cs"/>
                </a:rPr>
                <a:t>Башта</a:t>
              </a:r>
              <a:endParaRPr kumimoji="0" lang="en-US" sz="8000" b="1" i="0" u="none" strike="noStrike" kern="1200" cap="none" spc="0" normalizeH="0" baseline="0" noProof="0" dirty="0">
                <a:ln w="38100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outerShdw blurRad="50800" dist="38100" dir="18900000" algn="b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Berlin Sans FB Demi" panose="020E0802020502020306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1221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2" name="Shootout_Them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8383A5D-510B-4643-8945-0807A12235CD}"/>
              </a:ext>
            </a:extLst>
          </p:cNvPr>
          <p:cNvGrpSpPr/>
          <p:nvPr/>
        </p:nvGrpSpPr>
        <p:grpSpPr>
          <a:xfrm>
            <a:off x="0" y="0"/>
            <a:ext cx="9573245" cy="7029927"/>
            <a:chOff x="0" y="0"/>
            <a:chExt cx="9573245" cy="7029927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70A11CB8-2EBC-427B-B756-76F7CB0E2711}"/>
                </a:ext>
              </a:extLst>
            </p:cNvPr>
            <p:cNvSpPr/>
            <p:nvPr/>
          </p:nvSpPr>
          <p:spPr>
            <a:xfrm>
              <a:off x="332754" y="224315"/>
              <a:ext cx="9240491" cy="6409370"/>
            </a:xfrm>
            <a:prstGeom prst="roundRect">
              <a:avLst/>
            </a:prstGeom>
            <a:blipFill>
              <a:blip r:embed="rId3"/>
              <a:tile tx="0" ty="0" sx="100000" sy="100000" flip="none" algn="tl"/>
            </a:blip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68078B5-DD88-44B9-BD32-82D38324FF3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>
              <a:off x="8172732" y="0"/>
              <a:ext cx="1195993" cy="138241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92CEE89-5788-4D3C-8D8A-0BCA00143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32357">
              <a:off x="0" y="2320835"/>
              <a:ext cx="1195993" cy="1382418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42CB5C3-A053-40F0-9C9E-6A371897F8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94" t="39393" r="77582" b="15981"/>
            <a:stretch/>
          </p:blipFill>
          <p:spPr>
            <a:xfrm rot="2386575">
              <a:off x="6976739" y="5647509"/>
              <a:ext cx="1195993" cy="1382418"/>
            </a:xfrm>
            <a:prstGeom prst="rect">
              <a:avLst/>
            </a:prstGeom>
          </p:spPr>
        </p:pic>
      </p:grp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CA19743-A9E1-496F-8865-566AC2DAE4C1}"/>
              </a:ext>
            </a:extLst>
          </p:cNvPr>
          <p:cNvSpPr/>
          <p:nvPr/>
        </p:nvSpPr>
        <p:spPr>
          <a:xfrm>
            <a:off x="3391988" y="5265928"/>
            <a:ext cx="3122023" cy="1227909"/>
          </a:xfrm>
          <a:prstGeom prst="roundRect">
            <a:avLst/>
          </a:prstGeom>
          <a:blipFill>
            <a:blip r:embed="rId5"/>
            <a:tile tx="0" ty="0" sx="100000" sy="100000" flip="none" algn="tl"/>
          </a:blip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8000" dirty="0"/>
              <a:t>7</a:t>
            </a:r>
            <a:endParaRPr lang="en-GB" sz="4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/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solidFill>
                <a:schemeClr val="accent4">
                  <a:lumMod val="60000"/>
                  <a:lumOff val="40000"/>
                </a:schemeClr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3 ×</m:t>
                      </m:r>
                      <m:d>
                        <m:dPr>
                          <m:ctrlP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5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2+4</m:t>
                          </m:r>
                        </m:e>
                      </m:d>
                      <m:r>
                        <a:rPr lang="en-GB" sz="5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÷6+4=</m:t>
                      </m:r>
                    </m:oMath>
                  </m:oMathPara>
                </a14:m>
                <a:endParaRPr lang="en-GB" sz="5400" baseline="30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60FF6A03-2771-4102-9075-93AFE56CD9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5474" y="1965704"/>
                <a:ext cx="7215052" cy="1558835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1270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sndAc>
          <p:stSnd>
            <p:snd r:embed="rId2" name="44Magnum1.wav"/>
          </p:stSnd>
        </p:sndAc>
      </p:transition>
    </mc:Choice>
    <mc:Fallback xmlns="">
      <p:transition spd="slow">
        <p:sndAc>
          <p:stSnd>
            <p:snd r:embed="rId7" name="44Magnum1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979468"/>
            <a:ext cx="9240883" cy="58785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13817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8359</TotalTime>
  <Words>213</Words>
  <Application>Microsoft Office PowerPoint</Application>
  <PresentationFormat>A4 Paper (210x297 mm)</PresentationFormat>
  <Paragraphs>71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Calibri</vt:lpstr>
      <vt:lpstr>Berlin Sans FB Demi</vt:lpstr>
      <vt:lpstr>Arial</vt:lpstr>
      <vt:lpstr>Cambria Math</vt:lpstr>
      <vt:lpstr>Calibri Light</vt:lpstr>
      <vt:lpstr>Bernard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358</cp:revision>
  <cp:lastPrinted>2017-12-31T22:38:51Z</cp:lastPrinted>
  <dcterms:created xsi:type="dcterms:W3CDTF">2017-01-17T16:57:04Z</dcterms:created>
  <dcterms:modified xsi:type="dcterms:W3CDTF">2024-05-01T07:59:04Z</dcterms:modified>
</cp:coreProperties>
</file>