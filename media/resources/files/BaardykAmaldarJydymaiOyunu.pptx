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9"/>
  </p:notesMasterIdLst>
  <p:sldIdLst>
    <p:sldId id="974" r:id="rId2"/>
    <p:sldId id="831" r:id="rId3"/>
    <p:sldId id="845" r:id="rId4"/>
    <p:sldId id="940" r:id="rId5"/>
    <p:sldId id="843" r:id="rId6"/>
    <p:sldId id="975" r:id="rId7"/>
    <p:sldId id="942" r:id="rId8"/>
    <p:sldId id="976" r:id="rId9"/>
    <p:sldId id="944" r:id="rId10"/>
    <p:sldId id="977" r:id="rId11"/>
    <p:sldId id="946" r:id="rId12"/>
    <p:sldId id="978" r:id="rId13"/>
    <p:sldId id="948" r:id="rId14"/>
    <p:sldId id="979" r:id="rId15"/>
    <p:sldId id="950" r:id="rId16"/>
    <p:sldId id="980" r:id="rId17"/>
    <p:sldId id="952" r:id="rId18"/>
    <p:sldId id="981" r:id="rId19"/>
    <p:sldId id="954" r:id="rId20"/>
    <p:sldId id="982" r:id="rId21"/>
    <p:sldId id="956" r:id="rId22"/>
    <p:sldId id="983" r:id="rId23"/>
    <p:sldId id="958" r:id="rId24"/>
    <p:sldId id="984" r:id="rId25"/>
    <p:sldId id="960" r:id="rId26"/>
    <p:sldId id="833" r:id="rId27"/>
    <p:sldId id="985" r:id="rId28"/>
  </p:sldIdLst>
  <p:sldSz cx="9906000" cy="6858000" type="A4"/>
  <p:notesSz cx="6669088" cy="9926638"/>
  <p:embeddedFontLst>
    <p:embeddedFont>
      <p:font typeface="Berlin Sans FB Demi" panose="020E0802020502020306" pitchFamily="34" charset="0"/>
      <p:bold r:id="rId30"/>
    </p:embeddedFont>
    <p:embeddedFont>
      <p:font typeface="Bernard MT Condensed" panose="02050806060905020404" pitchFamily="18" charset="0"/>
      <p:regular r:id="rId31"/>
    </p:embeddedFont>
    <p:embeddedFont>
      <p:font typeface="Cambria Math" panose="02040503050406030204" pitchFamily="18" charset="0"/>
      <p:regular r:id="rId3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Сырткы бет" id="{197FF5E7-57A8-40D7-8FA0-8A089C366947}">
          <p14:sldIdLst>
            <p14:sldId id="974"/>
          </p14:sldIdLst>
        </p14:section>
        <p14:section name="Титулдук бет" id="{8EFE0B80-9125-4ADC-A13A-755B3EC2010F}">
          <p14:sldIdLst>
            <p14:sldId id="831"/>
            <p14:sldId id="845"/>
          </p14:sldIdLst>
        </p14:section>
        <p14:section name="Оюн" id="{267FD0E9-36B9-4F9E-842D-CBFE57676936}">
          <p14:sldIdLst>
            <p14:sldId id="940"/>
            <p14:sldId id="843"/>
            <p14:sldId id="975"/>
            <p14:sldId id="942"/>
            <p14:sldId id="976"/>
            <p14:sldId id="944"/>
            <p14:sldId id="977"/>
            <p14:sldId id="946"/>
            <p14:sldId id="978"/>
            <p14:sldId id="948"/>
            <p14:sldId id="979"/>
            <p14:sldId id="950"/>
            <p14:sldId id="980"/>
            <p14:sldId id="952"/>
            <p14:sldId id="981"/>
            <p14:sldId id="954"/>
            <p14:sldId id="982"/>
            <p14:sldId id="956"/>
            <p14:sldId id="983"/>
            <p14:sldId id="958"/>
            <p14:sldId id="984"/>
            <p14:sldId id="960"/>
            <p14:sldId id="833"/>
          </p14:sldIdLst>
        </p14:section>
        <p14:section name="MathKGZ" id="{F3D720CF-F566-46A6-9361-125255B68FA6}">
          <p14:sldIdLst>
            <p14:sldId id="9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D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01/05/2024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19"/>
            <a:ext cx="9906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Аралаш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амалдар– Жыдымай!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дептерге жазып корсото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Музыканы баштоо үчүн каалаган жерди чыкылдатыңыз, андан кийин суроону көрсөтүү үчүн "Өттү" чыкылдатыңыз, анан жоопту көрсөтүү үчүн кайра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7BD33-7F93-409E-A7C6-9D40C1AB01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D2E104-4597-4DDF-B563-3C40DEA17797}"/>
              </a:ext>
            </a:extLst>
          </p:cNvPr>
          <p:cNvSpPr/>
          <p:nvPr/>
        </p:nvSpPr>
        <p:spPr>
          <a:xfrm>
            <a:off x="3024659" y="5856140"/>
            <a:ext cx="385668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DA6E8381-F74F-ACA7-E535-4ACA0F07CCFB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100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948538" y="978117"/>
            <a:ext cx="8148260" cy="2254888"/>
            <a:chOff x="948538" y="2301556"/>
            <a:chExt cx="8148260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1087874" y="2338806"/>
              <a:ext cx="8008924" cy="186204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115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Жыдымай</a:t>
              </a:r>
              <a:endParaRPr lang="en-US" sz="115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3413412" y="2260816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613605" y="654005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297521" y="782122"/>
            <a:ext cx="948538" cy="109639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AFD2995-4874-4D61-83A4-A88797856BB4}"/>
              </a:ext>
            </a:extLst>
          </p:cNvPr>
          <p:cNvGrpSpPr/>
          <p:nvPr/>
        </p:nvGrpSpPr>
        <p:grpSpPr>
          <a:xfrm>
            <a:off x="300445" y="5043967"/>
            <a:ext cx="9305110" cy="1323439"/>
            <a:chOff x="300445" y="5043967"/>
            <a:chExt cx="9305110" cy="1323439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3562BA6A-7F52-46D5-9A8E-A4E9CA88D29F}"/>
                </a:ext>
              </a:extLst>
            </p:cNvPr>
            <p:cNvSpPr/>
            <p:nvPr/>
          </p:nvSpPr>
          <p:spPr>
            <a:xfrm>
              <a:off x="300445" y="5102013"/>
              <a:ext cx="9305110" cy="1207346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20C8FFC-32B9-46EA-B931-685CF455866B}"/>
                </a:ext>
              </a:extLst>
            </p:cNvPr>
            <p:cNvSpPr/>
            <p:nvPr/>
          </p:nvSpPr>
          <p:spPr>
            <a:xfrm>
              <a:off x="735874" y="5043967"/>
              <a:ext cx="843425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Аралаш амалдар</a:t>
              </a:r>
              <a:endParaRPr lang="en-US" sz="8000" b="1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7073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3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decel="3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94574" y="2209772"/>
            <a:ext cx="8716852" cy="255454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349876" y="2151727"/>
            <a:ext cx="9206248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7200" b="1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Туура жооп = 1 упай</a:t>
            </a:r>
            <a:endParaRPr lang="en-US" sz="7200" b="1" dirty="0">
              <a:ln w="38100">
                <a:solidFill>
                  <a:schemeClr val="tx1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Bernard MT Condensed" panose="02050806060905020404" pitchFamily="18" charset="0"/>
            </a:endParaRPr>
          </a:p>
          <a:p>
            <a:pPr algn="ctr"/>
            <a:r>
              <a:rPr lang="ru-RU" sz="72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Эң тез! = 1 упай</a:t>
            </a:r>
            <a:endParaRPr lang="en-US" sz="7200" b="1" cap="none" spc="0" dirty="0">
              <a:ln w="38100">
                <a:solidFill>
                  <a:schemeClr val="tx1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274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3602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11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5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4×2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4916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9057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18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6×1+4×3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553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3311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17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5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×8 −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en-GB" sz="5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÷2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7971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6593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14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5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3+4</m:t>
                          </m:r>
                        </m:e>
                      </m:d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757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6048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12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20 −</m:t>
                      </m:r>
                      <m:rad>
                        <m:radPr>
                          <m:degHide m:val="on"/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rad>
                      <m:r>
                        <a:rPr lang="en-GB" sz="5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−10÷2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377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1276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28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3×2</m:t>
                          </m:r>
                        </m:e>
                      </m:d>
                      <m:r>
                        <a:rPr lang="en-GB" sz="5400" b="0" i="1" baseline="30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−8=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7870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5767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8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2×</m:t>
                      </m:r>
                      <m:rad>
                        <m:radPr>
                          <m:degHide m:val="on"/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(3+13)</m:t>
                          </m:r>
                        </m:e>
                      </m:rad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7159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01014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16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7×4 −3×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5400" b="0" i="1" baseline="30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7786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76042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32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914400" y="1965704"/>
                <a:ext cx="8077200" cy="1558835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7−4+2×</m:t>
                      </m:r>
                      <m:rad>
                        <m:radPr>
                          <m:degHide m:val="on"/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e>
                      </m:rad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sz="5400" b="0" i="1" baseline="30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965704"/>
                <a:ext cx="8077200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9439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9523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16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2×2</m:t>
                          </m:r>
                        </m:e>
                      </m:d>
                      <m:r>
                        <a:rPr lang="en-GB" sz="5400" i="1" baseline="30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5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÷2×2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12218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7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345474" y="1965704"/>
                <a:ext cx="7215052" cy="155883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 ×</m:t>
                      </m:r>
                      <m:d>
                        <m:d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2+4</m:t>
                          </m:r>
                        </m:e>
                      </m:d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÷6+4=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5474" y="1965704"/>
                <a:ext cx="721505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1270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8359</TotalTime>
  <Words>213</Words>
  <Application>Microsoft Office PowerPoint</Application>
  <PresentationFormat>A4 Paper (210x297 mm)</PresentationFormat>
  <Paragraphs>71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Calibri</vt:lpstr>
      <vt:lpstr>Berlin Sans FB Demi</vt:lpstr>
      <vt:lpstr>Arial</vt:lpstr>
      <vt:lpstr>Cambria Math</vt:lpstr>
      <vt:lpstr>Calibri Light</vt:lpstr>
      <vt:lpstr>Bernard MT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358</cp:revision>
  <cp:lastPrinted>2017-12-31T22:38:51Z</cp:lastPrinted>
  <dcterms:created xsi:type="dcterms:W3CDTF">2017-01-17T16:57:04Z</dcterms:created>
  <dcterms:modified xsi:type="dcterms:W3CDTF">2024-05-01T07:59:04Z</dcterms:modified>
</cp:coreProperties>
</file>