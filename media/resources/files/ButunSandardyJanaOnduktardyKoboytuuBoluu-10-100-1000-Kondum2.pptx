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73" r:id="rId2"/>
    <p:sldId id="962" r:id="rId3"/>
    <p:sldId id="964" r:id="rId4"/>
    <p:sldId id="963" r:id="rId5"/>
    <p:sldId id="960" r:id="rId6"/>
    <p:sldId id="976" r:id="rId7"/>
    <p:sldId id="977" r:id="rId8"/>
    <p:sldId id="967" r:id="rId9"/>
    <p:sldId id="968" r:id="rId10"/>
    <p:sldId id="970" r:id="rId11"/>
    <p:sldId id="969" r:id="rId12"/>
    <p:sldId id="975" r:id="rId13"/>
  </p:sldIdLst>
  <p:sldSz cx="9906000" cy="6858000" type="A4"/>
  <p:notesSz cx="7104063" cy="10234613"/>
  <p:embeddedFontLst>
    <p:embeddedFont>
      <p:font typeface="Bauhaus 93" panose="04030905020B02020C02" pitchFamily="8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C604FE8-3DB7-4056-A23F-9024D0B4EDD3}">
          <p14:sldIdLst>
            <p14:sldId id="973"/>
          </p14:sldIdLst>
        </p14:section>
        <p14:section name="Көрсөтүү үчүн" id="{059544AC-2C27-45B1-9F95-F87DF8854DD6}">
          <p14:sldIdLst>
            <p14:sldId id="962"/>
            <p14:sldId id="964"/>
          </p14:sldIdLst>
        </p14:section>
        <p14:section name="Жооптор" id="{1FEDB314-42DC-4694-9B04-D4A4AAE625F7}">
          <p14:sldIdLst>
            <p14:sldId id="963"/>
            <p14:sldId id="960"/>
          </p14:sldIdLst>
        </p14:section>
        <p14:section name="Иш кагаздар" id="{A78D9305-6AAE-4715-A210-52F6908F30F7}">
          <p14:sldIdLst>
            <p14:sldId id="976"/>
            <p14:sldId id="977"/>
            <p14:sldId id="967"/>
            <p14:sldId id="968"/>
            <p14:sldId id="970"/>
            <p14:sldId id="969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0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</a:t>
            </a:r>
            <a:r>
              <a:rPr lang="en-US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2</a:t>
            </a:r>
            <a:endParaRPr lang="ky-KG" b="1" i="0" cap="all" dirty="0">
              <a:solidFill>
                <a:srgbClr val="212529"/>
              </a:solidFill>
              <a:effectLst/>
              <a:highlight>
                <a:srgbClr val="FFE4C4"/>
              </a:highlight>
              <a:latin typeface="system-ui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793356"/>
              </p:ext>
            </p:extLst>
          </p:nvPr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740207"/>
              </p:ext>
            </p:extLst>
          </p:nvPr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3BA85-3B54-5F98-5B4B-5116A4EF969A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91775"/>
              </p:ext>
            </p:extLst>
          </p:nvPr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7499"/>
              </p:ext>
            </p:extLst>
          </p:nvPr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229965"/>
              </p:ext>
            </p:extLst>
          </p:nvPr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961131"/>
              </p:ext>
            </p:extLst>
          </p:nvPr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90179"/>
              </p:ext>
            </p:extLst>
          </p:nvPr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59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41 000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832C5B4-9663-890D-8A12-2CA6D66FCF00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9BA5F-7038-AAC7-E438-F62F7035B76B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D1685-CCF3-CB7C-CA00-28EE1899976F}"/>
              </a:ext>
            </a:extLst>
          </p:cNvPr>
          <p:cNvSpPr txBox="1"/>
          <p:nvPr/>
        </p:nvSpPr>
        <p:spPr>
          <a:xfrm>
            <a:off x="347617" y="1906466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3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28179"/>
              </p:ext>
            </p:extLst>
          </p:nvPr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250443"/>
              </p:ext>
            </p:extLst>
          </p:nvPr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24 700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59606"/>
              </p:ext>
            </p:extLst>
          </p:nvPr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025223"/>
              </p:ext>
            </p:extLst>
          </p:nvPr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2 470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58114"/>
              </p:ext>
            </p:extLst>
          </p:nvPr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0,00 006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0,00 052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61811"/>
              </p:ext>
            </p:extLst>
          </p:nvPr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361B-BD99-2C7B-D709-8DA4E4E5B283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89621"/>
              </p:ext>
            </p:extLst>
          </p:nvPr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89635"/>
              </p:ext>
            </p:extLst>
          </p:nvPr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471735"/>
              </p:ext>
            </p:extLst>
          </p:nvPr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5353"/>
              </p:ext>
            </p:extLst>
          </p:nvPr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6272"/>
              </p:ext>
            </p:extLst>
          </p:nvPr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112115"/>
              </p:ext>
            </p:extLst>
          </p:nvPr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0,00 026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0,00 004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47579"/>
              </p:ext>
            </p:extLst>
          </p:nvPr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100 000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B8F4D-2C4B-70C5-21F5-1D9FD654E163}"/>
              </a:ext>
            </a:extLst>
          </p:cNvPr>
          <p:cNvSpPr txBox="1"/>
          <p:nvPr/>
        </p:nvSpPr>
        <p:spPr>
          <a:xfrm>
            <a:off x="317120" y="1894155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69A80-CB58-93DA-4C93-F2BAA4D4603E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9373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3BA85-3B54-5F98-5B4B-5116A4EF969A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02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10 000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41 000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832C5B4-9663-890D-8A12-2CA6D66FCF00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9BA5F-7038-AAC7-E438-F62F7035B76B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D1685-CCF3-CB7C-CA00-28EE1899976F}"/>
              </a:ext>
            </a:extLst>
          </p:cNvPr>
          <p:cNvSpPr txBox="1"/>
          <p:nvPr/>
        </p:nvSpPr>
        <p:spPr>
          <a:xfrm>
            <a:off x="347617" y="1906466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6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98626-83C0-0425-4642-77459403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5649" y="1061718"/>
            <a:ext cx="6629059" cy="4734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5B76D-755E-189F-228B-5CE4F177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2592" y="1061717"/>
            <a:ext cx="6629059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1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71A858-5A5A-CD2B-3272-D42007A8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78495" y="1226447"/>
            <a:ext cx="6367319" cy="44051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646F26-1AF0-AF98-0324-A3C09A4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18189" y="1226448"/>
            <a:ext cx="6367319" cy="44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8E14CE-5C16-F407-BF78-3FCB42F0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48710" cy="3324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24177-3173-E4E2-BB59-FEE9DD03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6"/>
            <a:ext cx="4953002" cy="3219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7BACF4-17C1-0628-9427-2A58D153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4848710" cy="3324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15305-C7A4-3A6B-B575-D63003D4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8" y="1"/>
            <a:ext cx="4953002" cy="3324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9E1EDF-0266-8E76-50C6-4EC61A25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3775"/>
            <a:ext cx="4848710" cy="3324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98D72-87E9-AEE4-7914-58651194F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33776"/>
            <a:ext cx="4953002" cy="33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2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487757D-4B8D-66D7-7E9E-42B54E129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747"/>
            <a:ext cx="4846877" cy="337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2D7E9-B050-2D81-A1FD-8FC3D8ED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20" y="51494"/>
            <a:ext cx="4846877" cy="3377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745E9D-E7E1-918D-3D30-59FC95DA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" y="3429000"/>
            <a:ext cx="4846877" cy="337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AFA364-FA2B-127B-4940-B18F5C29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23" y="3454747"/>
            <a:ext cx="4846877" cy="337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11020</TotalTime>
  <Words>435</Words>
  <Application>Microsoft Office PowerPoint</Application>
  <PresentationFormat>A4 Paper (210x297 mm)</PresentationFormat>
  <Paragraphs>280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system-ui</vt:lpstr>
      <vt:lpstr>Calibri</vt:lpstr>
      <vt:lpstr>Bauhaus 93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567</cp:revision>
  <cp:lastPrinted>2023-07-24T10:02:42Z</cp:lastPrinted>
  <dcterms:created xsi:type="dcterms:W3CDTF">2017-01-17T16:57:04Z</dcterms:created>
  <dcterms:modified xsi:type="dcterms:W3CDTF">2024-08-22T09:08:41Z</dcterms:modified>
</cp:coreProperties>
</file>