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3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 жана Ондуктар–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CA97E8-0DD4-441B-B008-77DB4AAE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90" y="0"/>
            <a:ext cx="495168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8CC6C-9A71-4FD0-877E-CF73835A4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" y="0"/>
            <a:ext cx="494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0E9D7DB-952F-4A50-99D9-223196AAF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42430" y="1075992"/>
            <a:ext cx="6813627" cy="4728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8FA2E-A42B-47FE-B6B6-FD29489A2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78062" y="1042431"/>
            <a:ext cx="6813627" cy="472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D205C37-828E-4497-8AD1-C85D06FC3DC4}"/>
              </a:ext>
            </a:extLst>
          </p:cNvPr>
          <p:cNvGrpSpPr/>
          <p:nvPr/>
        </p:nvGrpSpPr>
        <p:grpSpPr>
          <a:xfrm>
            <a:off x="1985555" y="20771"/>
            <a:ext cx="7920446" cy="6837229"/>
            <a:chOff x="1795824" y="531223"/>
            <a:chExt cx="6329273" cy="54636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61BBB9-8C20-43F2-ADA1-DF113F4E7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5575" y="531223"/>
              <a:ext cx="3218967" cy="27237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06F0A67-82A1-4A57-8E05-D1E61575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824" y="3237546"/>
              <a:ext cx="6329273" cy="2757345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12A356F-0ACC-D48B-C2B4-BA0549071793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2024-08-31T17:50:29Z</cp:lastPrinted>
  <dcterms:created xsi:type="dcterms:W3CDTF">2017-01-17T16:57:04Z</dcterms:created>
  <dcterms:modified xsi:type="dcterms:W3CDTF">2024-08-31T17:51:39Z</dcterms:modified>
</cp:coreProperties>
</file>