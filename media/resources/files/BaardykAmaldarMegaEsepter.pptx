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54" r:id="rId2"/>
    <p:sldId id="949" r:id="rId3"/>
    <p:sldId id="950" r:id="rId4"/>
    <p:sldId id="947" r:id="rId5"/>
    <p:sldId id="948" r:id="rId6"/>
    <p:sldId id="951" r:id="rId7"/>
    <p:sldId id="952" r:id="rId8"/>
    <p:sldId id="953" r:id="rId9"/>
    <p:sldId id="938" r:id="rId10"/>
  </p:sldIdLst>
  <p:sldSz cx="9906000" cy="6858000" type="A4"/>
  <p:notesSz cx="7104063" cy="10234613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  <p:embeddedFont>
      <p:font typeface="Cambria Math" panose="02040503050406030204" pitchFamily="18" charset="0"/>
      <p:regular r:id="rId18"/>
    </p:embeddedFont>
    <p:embeddedFont>
      <p:font typeface="Stencil" panose="040409050D0802020404" pitchFamily="82" charset="0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18.png"/><Relationship Id="rId34" Type="http://schemas.openxmlformats.org/officeDocument/2006/relationships/image" Target="../media/image3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3.png"/><Relationship Id="rId25" Type="http://schemas.openxmlformats.org/officeDocument/2006/relationships/image" Target="../media/image27.png"/><Relationship Id="rId33" Type="http://schemas.openxmlformats.org/officeDocument/2006/relationships/image" Target="../media/image26.png"/><Relationship Id="rId2" Type="http://schemas.openxmlformats.org/officeDocument/2006/relationships/image" Target="../media/image43.png"/><Relationship Id="rId16" Type="http://schemas.openxmlformats.org/officeDocument/2006/relationships/image" Target="../media/image12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4.png"/><Relationship Id="rId24" Type="http://schemas.openxmlformats.org/officeDocument/2006/relationships/image" Target="../media/image21.png"/><Relationship Id="rId32" Type="http://schemas.openxmlformats.org/officeDocument/2006/relationships/image" Target="../media/image25.png"/><Relationship Id="rId37" Type="http://schemas.openxmlformats.org/officeDocument/2006/relationships/image" Target="../media/image29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19.png"/><Relationship Id="rId28" Type="http://schemas.openxmlformats.org/officeDocument/2006/relationships/image" Target="../media/image30.png"/><Relationship Id="rId36" Type="http://schemas.openxmlformats.org/officeDocument/2006/relationships/image" Target="../media/image28.png"/><Relationship Id="rId10" Type="http://schemas.openxmlformats.org/officeDocument/2006/relationships/image" Target="../media/image3.png"/><Relationship Id="rId19" Type="http://schemas.openxmlformats.org/officeDocument/2006/relationships/image" Target="../media/image16.png"/><Relationship Id="rId31" Type="http://schemas.openxmlformats.org/officeDocument/2006/relationships/image" Target="../media/image2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0.png"/><Relationship Id="rId22" Type="http://schemas.openxmlformats.org/officeDocument/2006/relationships/image" Target="../media/image24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0.png"/><Relationship Id="rId34" Type="http://schemas.openxmlformats.org/officeDocument/2006/relationships/image" Target="../media/image3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0.png"/><Relationship Id="rId25" Type="http://schemas.openxmlformats.org/officeDocument/2006/relationships/image" Target="../media/image27.png"/><Relationship Id="rId33" Type="http://schemas.openxmlformats.org/officeDocument/2006/relationships/image" Target="../media/image38.png"/><Relationship Id="rId2" Type="http://schemas.openxmlformats.org/officeDocument/2006/relationships/image" Target="../media/image43.png"/><Relationship Id="rId16" Type="http://schemas.openxmlformats.org/officeDocument/2006/relationships/image" Target="../media/image180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130.png"/><Relationship Id="rId24" Type="http://schemas.openxmlformats.org/officeDocument/2006/relationships/image" Target="../media/image260.png"/><Relationship Id="rId32" Type="http://schemas.openxmlformats.org/officeDocument/2006/relationships/image" Target="../media/image290.png"/><Relationship Id="rId37" Type="http://schemas.openxmlformats.org/officeDocument/2006/relationships/image" Target="../media/image35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0.png"/><Relationship Id="rId28" Type="http://schemas.openxmlformats.org/officeDocument/2006/relationships/image" Target="../media/image30.png"/><Relationship Id="rId36" Type="http://schemas.openxmlformats.org/officeDocument/2006/relationships/image" Target="../media/image34.png"/><Relationship Id="rId10" Type="http://schemas.openxmlformats.org/officeDocument/2006/relationships/image" Target="../media/image120.png"/><Relationship Id="rId19" Type="http://schemas.openxmlformats.org/officeDocument/2006/relationships/image" Target="../media/image210.png"/><Relationship Id="rId31" Type="http://schemas.openxmlformats.org/officeDocument/2006/relationships/image" Target="../media/image280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36.png"/><Relationship Id="rId22" Type="http://schemas.openxmlformats.org/officeDocument/2006/relationships/image" Target="../media/image24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60.png"/><Relationship Id="rId3" Type="http://schemas.openxmlformats.org/officeDocument/2006/relationships/image" Target="../media/image5.png"/><Relationship Id="rId21" Type="http://schemas.openxmlformats.org/officeDocument/2006/relationships/image" Target="../media/image230.png"/><Relationship Id="rId34" Type="http://schemas.openxmlformats.org/officeDocument/2006/relationships/image" Target="../media/image3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0.png"/><Relationship Id="rId25" Type="http://schemas.openxmlformats.org/officeDocument/2006/relationships/image" Target="../media/image40.png"/><Relationship Id="rId33" Type="http://schemas.openxmlformats.org/officeDocument/2006/relationships/image" Target="../media/image38.png"/><Relationship Id="rId2" Type="http://schemas.openxmlformats.org/officeDocument/2006/relationships/image" Target="../media/image43.png"/><Relationship Id="rId16" Type="http://schemas.openxmlformats.org/officeDocument/2006/relationships/image" Target="../media/image180.png"/><Relationship Id="rId20" Type="http://schemas.openxmlformats.org/officeDocument/2006/relationships/image" Target="../media/image22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130.png"/><Relationship Id="rId24" Type="http://schemas.openxmlformats.org/officeDocument/2006/relationships/image" Target="../media/image250.png"/><Relationship Id="rId32" Type="http://schemas.openxmlformats.org/officeDocument/2006/relationships/image" Target="../media/image290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4.png"/><Relationship Id="rId28" Type="http://schemas.openxmlformats.org/officeDocument/2006/relationships/image" Target="../media/image30.png"/><Relationship Id="rId36" Type="http://schemas.openxmlformats.org/officeDocument/2006/relationships/image" Target="../media/image42.png"/><Relationship Id="rId10" Type="http://schemas.openxmlformats.org/officeDocument/2006/relationships/image" Target="../media/image120.png"/><Relationship Id="rId19" Type="http://schemas.openxmlformats.org/officeDocument/2006/relationships/image" Target="../media/image210.png"/><Relationship Id="rId31" Type="http://schemas.openxmlformats.org/officeDocument/2006/relationships/image" Target="../media/image280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36.png"/><Relationship Id="rId22" Type="http://schemas.openxmlformats.org/officeDocument/2006/relationships/image" Target="../media/image39.png"/><Relationship Id="rId27" Type="http://schemas.openxmlformats.org/officeDocument/2006/relationships/image" Target="../media/image27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0.png"/><Relationship Id="rId34" Type="http://schemas.openxmlformats.org/officeDocument/2006/relationships/image" Target="../media/image3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0.png"/><Relationship Id="rId25" Type="http://schemas.openxmlformats.org/officeDocument/2006/relationships/image" Target="../media/image27.png"/><Relationship Id="rId33" Type="http://schemas.openxmlformats.org/officeDocument/2006/relationships/image" Target="../media/image31.png"/><Relationship Id="rId2" Type="http://schemas.openxmlformats.org/officeDocument/2006/relationships/image" Target="../media/image43.png"/><Relationship Id="rId16" Type="http://schemas.openxmlformats.org/officeDocument/2006/relationships/image" Target="../media/image180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0.png"/><Relationship Id="rId24" Type="http://schemas.openxmlformats.org/officeDocument/2006/relationships/image" Target="../media/image260.png"/><Relationship Id="rId32" Type="http://schemas.openxmlformats.org/officeDocument/2006/relationships/image" Target="../media/image290.png"/><Relationship Id="rId37" Type="http://schemas.openxmlformats.org/officeDocument/2006/relationships/image" Target="../media/image35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0.png"/><Relationship Id="rId28" Type="http://schemas.openxmlformats.org/officeDocument/2006/relationships/image" Target="../media/image30.png"/><Relationship Id="rId36" Type="http://schemas.openxmlformats.org/officeDocument/2006/relationships/image" Target="../media/image34.png"/><Relationship Id="rId10" Type="http://schemas.openxmlformats.org/officeDocument/2006/relationships/image" Target="../media/image121.png"/><Relationship Id="rId19" Type="http://schemas.openxmlformats.org/officeDocument/2006/relationships/image" Target="../media/image210.png"/><Relationship Id="rId31" Type="http://schemas.openxmlformats.org/officeDocument/2006/relationships/image" Target="../media/image280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0.png"/><Relationship Id="rId22" Type="http://schemas.openxmlformats.org/officeDocument/2006/relationships/image" Target="../media/image24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AFCF8B4C-AEBB-524E-02AB-6FBBA102835D}"/>
              </a:ext>
            </a:extLst>
          </p:cNvPr>
          <p:cNvSpPr txBox="1">
            <a:spLocks/>
          </p:cNvSpPr>
          <p:nvPr/>
        </p:nvSpPr>
        <p:spPr>
          <a:xfrm>
            <a:off x="167640" y="1852613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y-KG" dirty="0"/>
              <a:t>Баардык а</a:t>
            </a:r>
            <a:r>
              <a:rPr lang="ru-RU" dirty="0"/>
              <a:t>малдарды аткаруу тартиби</a:t>
            </a:r>
            <a:r>
              <a:rPr lang="en-US" dirty="0"/>
              <a:t>  –</a:t>
            </a:r>
            <a:r>
              <a:rPr lang="ky-KG" dirty="0"/>
              <a:t> МЕГА ЭСЕПТЕР</a:t>
            </a:r>
            <a:endParaRPr lang="ru-RU" dirty="0"/>
          </a:p>
          <a:p>
            <a:endParaRPr lang="ru-RU" dirty="0"/>
          </a:p>
          <a:p>
            <a:r>
              <a:rPr lang="ru-RU" dirty="0"/>
              <a:t>Иш барагы 3 өлчөмдө.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5F7EACF4-58DB-7B3A-6485-9251C59450A4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50951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B56ECB-6730-788B-5E88-75CC5C910A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7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158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7025865" y="62107"/>
            <a:ext cx="18325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МЕГА </a:t>
            </a:r>
          </a:p>
          <a:p>
            <a:pPr algn="ctr"/>
            <a:r>
              <a:rPr lang="ru-RU" sz="28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ЭСЕПТЕР!</a:t>
            </a:r>
            <a:endParaRPr lang="en-GB" sz="28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/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5−3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/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blipFill>
                <a:blip r:embed="rId3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/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4AD4541-C9A3-44E4-990C-26DEAB8F714C}"/>
              </a:ext>
            </a:extLst>
          </p:cNvPr>
          <p:cNvSpPr txBox="1"/>
          <p:nvPr/>
        </p:nvSpPr>
        <p:spPr>
          <a:xfrm>
            <a:off x="157316" y="252424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/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blipFill>
                <a:blip r:embed="rId5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/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blipFill>
                <a:blip r:embed="rId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/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2−2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/>
              <p:nvPr/>
            </p:nvSpPr>
            <p:spPr>
              <a:xfrm>
                <a:off x="7648483" y="94099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483" y="940994"/>
                <a:ext cx="521104" cy="6110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/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EE6AEF5-297C-4850-8B20-D9716F2E08C9}"/>
              </a:ext>
            </a:extLst>
          </p:cNvPr>
          <p:cNvSpPr txBox="1"/>
          <p:nvPr/>
        </p:nvSpPr>
        <p:spPr>
          <a:xfrm>
            <a:off x="3271991" y="1066023"/>
            <a:ext cx="395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/>
              <p:nvPr/>
            </p:nvSpPr>
            <p:spPr>
              <a:xfrm>
                <a:off x="8353326" y="948542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326" y="948542"/>
                <a:ext cx="521104" cy="61106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/>
              <p:nvPr/>
            </p:nvSpPr>
            <p:spPr>
              <a:xfrm>
                <a:off x="9058169" y="95481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8169" y="954816"/>
                <a:ext cx="521104" cy="611066"/>
              </a:xfrm>
              <a:prstGeom prst="roundRect">
                <a:avLst/>
              </a:prstGeom>
              <a:blipFill>
                <a:blip r:embed="rId11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/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4561D5F-489F-4E63-BE7E-D58A44EE304C}"/>
              </a:ext>
            </a:extLst>
          </p:cNvPr>
          <p:cNvSpPr txBox="1"/>
          <p:nvPr/>
        </p:nvSpPr>
        <p:spPr>
          <a:xfrm>
            <a:off x="976466" y="1879622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/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 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16+9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/>
              <p:nvPr/>
            </p:nvSpPr>
            <p:spPr>
              <a:xfrm>
                <a:off x="7635065" y="2572998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065" y="2572998"/>
                <a:ext cx="521104" cy="611066"/>
              </a:xfrm>
              <a:prstGeom prst="roundRect">
                <a:avLst/>
              </a:prstGeom>
              <a:blipFill>
                <a:blip r:embed="rId1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/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6986D2F-F5C1-4549-A536-4EBB853F8EC7}"/>
              </a:ext>
            </a:extLst>
          </p:cNvPr>
          <p:cNvSpPr txBox="1"/>
          <p:nvPr/>
        </p:nvSpPr>
        <p:spPr>
          <a:xfrm>
            <a:off x="573210" y="269322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/>
              <p:nvPr/>
            </p:nvSpPr>
            <p:spPr>
              <a:xfrm>
                <a:off x="8353326" y="255696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326" y="2556965"/>
                <a:ext cx="521104" cy="611066"/>
              </a:xfrm>
              <a:prstGeom prst="roundRect">
                <a:avLst/>
              </a:prstGeom>
              <a:blipFill>
                <a:blip r:embed="rId1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/>
              <p:nvPr/>
            </p:nvSpPr>
            <p:spPr>
              <a:xfrm>
                <a:off x="9067454" y="255696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7454" y="2556965"/>
                <a:ext cx="521104" cy="611066"/>
              </a:xfrm>
              <a:prstGeom prst="roundRect">
                <a:avLst/>
              </a:prstGeom>
              <a:blipFill>
                <a:blip r:embed="rId17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/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12+8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10−8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/>
              <p:nvPr/>
            </p:nvSpPr>
            <p:spPr>
              <a:xfrm>
                <a:off x="7668346" y="3363170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346" y="3363170"/>
                <a:ext cx="521104" cy="611066"/>
              </a:xfrm>
              <a:prstGeom prst="roundRect">
                <a:avLst/>
              </a:prstGeom>
              <a:blipFill>
                <a:blip r:embed="rId19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/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0397EF4A-7E08-439E-8A65-30ECEF1A5054}"/>
              </a:ext>
            </a:extLst>
          </p:cNvPr>
          <p:cNvSpPr txBox="1"/>
          <p:nvPr/>
        </p:nvSpPr>
        <p:spPr>
          <a:xfrm>
            <a:off x="157316" y="3506820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/>
              <p:nvPr/>
            </p:nvSpPr>
            <p:spPr>
              <a:xfrm>
                <a:off x="8337314" y="33767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7314" y="3376776"/>
                <a:ext cx="521104" cy="611066"/>
              </a:xfrm>
              <a:prstGeom prst="roundRect">
                <a:avLst/>
              </a:prstGeom>
              <a:blipFill>
                <a:blip r:embed="rId2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/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(21−5)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(−2)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/>
              <p:nvPr/>
            </p:nvSpPr>
            <p:spPr>
              <a:xfrm>
                <a:off x="7695006" y="418841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5006" y="4188416"/>
                <a:ext cx="521104" cy="611066"/>
              </a:xfrm>
              <a:prstGeom prst="roundRect">
                <a:avLst/>
              </a:prstGeom>
              <a:blipFill>
                <a:blip r:embed="rId2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/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748CB72B-CFA6-45EE-8775-CDD3929FEA99}"/>
              </a:ext>
            </a:extLst>
          </p:cNvPr>
          <p:cNvSpPr txBox="1"/>
          <p:nvPr/>
        </p:nvSpPr>
        <p:spPr>
          <a:xfrm>
            <a:off x="157316" y="4320419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/>
              <p:nvPr/>
            </p:nvSpPr>
            <p:spPr>
              <a:xfrm>
                <a:off x="9030421" y="4198212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421" y="4198212"/>
                <a:ext cx="521104" cy="611066"/>
              </a:xfrm>
              <a:prstGeom prst="roundRect">
                <a:avLst/>
              </a:prstGeom>
              <a:blipFill>
                <a:blip r:embed="rId2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/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(18−2</m:t>
                          </m:r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5−4)</m:t>
                          </m:r>
                        </m:e>
                        <m:sup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10+7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35−2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121</m:t>
                                      </m:r>
                                    </m:e>
                                  </m:rad>
                                  <m: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d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÷2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/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483ABF6B-B4BD-45E4-98A1-ECDE4141F8EE}"/>
              </a:ext>
            </a:extLst>
          </p:cNvPr>
          <p:cNvSpPr txBox="1"/>
          <p:nvPr/>
        </p:nvSpPr>
        <p:spPr>
          <a:xfrm>
            <a:off x="142889" y="624139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h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7602C26-D40B-46F1-8893-EE59DCD7AA2E}"/>
              </a:ext>
            </a:extLst>
          </p:cNvPr>
          <p:cNvSpPr/>
          <p:nvPr/>
        </p:nvSpPr>
        <p:spPr>
          <a:xfrm>
            <a:off x="9080096" y="6014250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D62820F-D21F-417F-883A-6DA7FCFF2D67}"/>
              </a:ext>
            </a:extLst>
          </p:cNvPr>
          <p:cNvSpPr txBox="1"/>
          <p:nvPr/>
        </p:nvSpPr>
        <p:spPr>
          <a:xfrm>
            <a:off x="679528" y="943767"/>
            <a:ext cx="1733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Ар бир эсептөө үчүн</a:t>
            </a:r>
          </a:p>
          <a:p>
            <a:pPr algn="ctr"/>
            <a:r>
              <a:rPr lang="ru-RU" sz="1400" dirty="0"/>
              <a:t> кайсы жооп туура?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/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/>
              <p:nvPr/>
            </p:nvSpPr>
            <p:spPr>
              <a:xfrm>
                <a:off x="7648483" y="1737243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483" y="1737243"/>
                <a:ext cx="521104" cy="611066"/>
              </a:xfrm>
              <a:prstGeom prst="roundRect">
                <a:avLst/>
              </a:prstGeom>
              <a:blipFill>
                <a:blip r:embed="rId3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/>
              <p:nvPr/>
            </p:nvSpPr>
            <p:spPr>
              <a:xfrm>
                <a:off x="8353326" y="171880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326" y="1718806"/>
                <a:ext cx="521104" cy="611066"/>
              </a:xfrm>
              <a:prstGeom prst="roundRect">
                <a:avLst/>
              </a:prstGeom>
              <a:blipFill>
                <a:blip r:embed="rId32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/>
              <p:nvPr/>
            </p:nvSpPr>
            <p:spPr>
              <a:xfrm>
                <a:off x="9077181" y="1718806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181" y="1718806"/>
                <a:ext cx="521104" cy="611066"/>
              </a:xfrm>
              <a:prstGeom prst="roundRect">
                <a:avLst/>
              </a:prstGeom>
              <a:blipFill>
                <a:blip r:embed="rId3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/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÷(</m:t>
                          </m:r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7−10</m:t>
                              </m:r>
                            </m:e>
                          </m:d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/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1F1E4501-8B00-4403-BAD6-3088884E7608}"/>
              </a:ext>
            </a:extLst>
          </p:cNvPr>
          <p:cNvSpPr txBox="1"/>
          <p:nvPr/>
        </p:nvSpPr>
        <p:spPr>
          <a:xfrm>
            <a:off x="157316" y="5240805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g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9492220-8740-4F58-889B-605DC68E895A}"/>
              </a:ext>
            </a:extLst>
          </p:cNvPr>
          <p:cNvSpPr/>
          <p:nvPr/>
        </p:nvSpPr>
        <p:spPr>
          <a:xfrm>
            <a:off x="9080096" y="5013663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8375FF16-B7B2-90D9-754E-C5ED7E7827D8}"/>
                  </a:ext>
                </a:extLst>
              </p:cNvPr>
              <p:cNvSpPr/>
              <p:nvPr/>
            </p:nvSpPr>
            <p:spPr>
              <a:xfrm>
                <a:off x="9054201" y="3396363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8375FF16-B7B2-90D9-754E-C5ED7E7827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201" y="3396363"/>
                <a:ext cx="521104" cy="611066"/>
              </a:xfrm>
              <a:prstGeom prst="roundRect">
                <a:avLst/>
              </a:prstGeom>
              <a:blipFill>
                <a:blip r:embed="rId3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1A591A0-0A8D-30F1-7BBE-DD6786492C3C}"/>
                  </a:ext>
                </a:extLst>
              </p:cNvPr>
              <p:cNvSpPr/>
              <p:nvPr/>
            </p:nvSpPr>
            <p:spPr>
              <a:xfrm>
                <a:off x="8353326" y="4175262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1A591A0-0A8D-30F1-7BBE-DD6786492C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326" y="4175262"/>
                <a:ext cx="521104" cy="611066"/>
              </a:xfrm>
              <a:prstGeom prst="roundRect">
                <a:avLst/>
              </a:prstGeom>
              <a:blipFill>
                <a:blip r:embed="rId37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983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7080883" y="68873"/>
            <a:ext cx="13612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МЕГА </a:t>
            </a:r>
          </a:p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ЭСЕПТЕР!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/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5−3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/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blipFill>
                <a:blip r:embed="rId3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/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4AD4541-C9A3-44E4-990C-26DEAB8F714C}"/>
              </a:ext>
            </a:extLst>
          </p:cNvPr>
          <p:cNvSpPr txBox="1"/>
          <p:nvPr/>
        </p:nvSpPr>
        <p:spPr>
          <a:xfrm>
            <a:off x="157316" y="252424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/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blipFill>
                <a:blip r:embed="rId5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/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blipFill>
                <a:blip r:embed="rId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/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2−2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/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/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EE6AEF5-297C-4850-8B20-D9716F2E08C9}"/>
              </a:ext>
            </a:extLst>
          </p:cNvPr>
          <p:cNvSpPr txBox="1"/>
          <p:nvPr/>
        </p:nvSpPr>
        <p:spPr>
          <a:xfrm>
            <a:off x="3271991" y="1066023"/>
            <a:ext cx="395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/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/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blipFill>
                <a:blip r:embed="rId1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/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4561D5F-489F-4E63-BE7E-D58A44EE304C}"/>
              </a:ext>
            </a:extLst>
          </p:cNvPr>
          <p:cNvSpPr txBox="1"/>
          <p:nvPr/>
        </p:nvSpPr>
        <p:spPr>
          <a:xfrm>
            <a:off x="976466" y="1879622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/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 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16+9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/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blipFill>
                <a:blip r:embed="rId1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/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6986D2F-F5C1-4549-A536-4EBB853F8EC7}"/>
              </a:ext>
            </a:extLst>
          </p:cNvPr>
          <p:cNvSpPr txBox="1"/>
          <p:nvPr/>
        </p:nvSpPr>
        <p:spPr>
          <a:xfrm>
            <a:off x="573210" y="269322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/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blipFill>
                <a:blip r:embed="rId16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/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blipFill>
                <a:blip r:embed="rId1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/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12+8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10−8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/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blipFill>
                <a:blip r:embed="rId19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/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0397EF4A-7E08-439E-8A65-30ECEF1A5054}"/>
              </a:ext>
            </a:extLst>
          </p:cNvPr>
          <p:cNvSpPr txBox="1"/>
          <p:nvPr/>
        </p:nvSpPr>
        <p:spPr>
          <a:xfrm>
            <a:off x="157316" y="3506820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/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blipFill>
                <a:blip r:embed="rId2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/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(21−5)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(−2)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/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blipFill>
                <a:blip r:embed="rId2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/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748CB72B-CFA6-45EE-8775-CDD3929FEA99}"/>
              </a:ext>
            </a:extLst>
          </p:cNvPr>
          <p:cNvSpPr txBox="1"/>
          <p:nvPr/>
        </p:nvSpPr>
        <p:spPr>
          <a:xfrm>
            <a:off x="157316" y="4320419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/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blipFill>
                <a:blip r:embed="rId24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/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(18−2</m:t>
                          </m:r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5−4)</m:t>
                          </m:r>
                        </m:e>
                        <m:sup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10+7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35−2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121</m:t>
                                      </m:r>
                                    </m:e>
                                  </m:rad>
                                  <m: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d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÷2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/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483ABF6B-B4BD-45E4-98A1-ECDE4141F8EE}"/>
              </a:ext>
            </a:extLst>
          </p:cNvPr>
          <p:cNvSpPr txBox="1"/>
          <p:nvPr/>
        </p:nvSpPr>
        <p:spPr>
          <a:xfrm>
            <a:off x="142889" y="624139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h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7602C26-D40B-46F1-8893-EE59DCD7AA2E}"/>
              </a:ext>
            </a:extLst>
          </p:cNvPr>
          <p:cNvSpPr/>
          <p:nvPr/>
        </p:nvSpPr>
        <p:spPr>
          <a:xfrm>
            <a:off x="9080096" y="6014250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D62820F-D21F-417F-883A-6DA7FCFF2D67}"/>
              </a:ext>
            </a:extLst>
          </p:cNvPr>
          <p:cNvSpPr txBox="1"/>
          <p:nvPr/>
        </p:nvSpPr>
        <p:spPr>
          <a:xfrm>
            <a:off x="659491" y="943767"/>
            <a:ext cx="17732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Ар бир эсептөө үчүн </a:t>
            </a:r>
          </a:p>
          <a:p>
            <a:pPr algn="ctr"/>
            <a:r>
              <a:rPr lang="ru-RU" sz="1400" dirty="0"/>
              <a:t>кайсы жооп туура?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/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/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blipFill>
                <a:blip r:embed="rId3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/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blipFill>
                <a:blip r:embed="rId32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/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blipFill>
                <a:blip r:embed="rId3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/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÷(</m:t>
                          </m:r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7−10</m:t>
                              </m:r>
                            </m:e>
                          </m:d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/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1F1E4501-8B00-4403-BAD6-3088884E7608}"/>
              </a:ext>
            </a:extLst>
          </p:cNvPr>
          <p:cNvSpPr txBox="1"/>
          <p:nvPr/>
        </p:nvSpPr>
        <p:spPr>
          <a:xfrm>
            <a:off x="157316" y="5240805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g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9492220-8740-4F58-889B-605DC68E895A}"/>
              </a:ext>
            </a:extLst>
          </p:cNvPr>
          <p:cNvSpPr/>
          <p:nvPr/>
        </p:nvSpPr>
        <p:spPr>
          <a:xfrm>
            <a:off x="9080096" y="5013663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1231219-6CFA-22DB-821D-9DCE0372736A}"/>
              </a:ext>
            </a:extLst>
          </p:cNvPr>
          <p:cNvSpPr/>
          <p:nvPr/>
        </p:nvSpPr>
        <p:spPr>
          <a:xfrm>
            <a:off x="1563572" y="183654"/>
            <a:ext cx="803391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1FC5AC-1888-1319-CB64-A24146565E82}"/>
              </a:ext>
            </a:extLst>
          </p:cNvPr>
          <p:cNvSpPr txBox="1"/>
          <p:nvPr/>
        </p:nvSpPr>
        <p:spPr>
          <a:xfrm>
            <a:off x="1825738" y="601800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EFB484-171D-B8C6-CD4E-E06001934A65}"/>
              </a:ext>
            </a:extLst>
          </p:cNvPr>
          <p:cNvSpPr txBox="1"/>
          <p:nvPr/>
        </p:nvSpPr>
        <p:spPr>
          <a:xfrm>
            <a:off x="1031761" y="59227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9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1ECC027-5183-EABA-6F86-7ED434A98B80}"/>
              </a:ext>
            </a:extLst>
          </p:cNvPr>
          <p:cNvSpPr/>
          <p:nvPr/>
        </p:nvSpPr>
        <p:spPr>
          <a:xfrm>
            <a:off x="4529022" y="993914"/>
            <a:ext cx="1316788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C0B7555-1D13-8A3B-F7A3-B87EFC9310D4}"/>
              </a:ext>
            </a:extLst>
          </p:cNvPr>
          <p:cNvSpPr txBox="1"/>
          <p:nvPr/>
        </p:nvSpPr>
        <p:spPr>
          <a:xfrm>
            <a:off x="5107508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068992A-2FB5-1989-4430-72077371ACFD}"/>
              </a:ext>
            </a:extLst>
          </p:cNvPr>
          <p:cNvSpPr/>
          <p:nvPr/>
        </p:nvSpPr>
        <p:spPr>
          <a:xfrm>
            <a:off x="6127750" y="993914"/>
            <a:ext cx="812800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A599C86-F602-982E-6153-A3895E12C172}"/>
              </a:ext>
            </a:extLst>
          </p:cNvPr>
          <p:cNvSpPr txBox="1"/>
          <p:nvPr/>
        </p:nvSpPr>
        <p:spPr>
          <a:xfrm>
            <a:off x="6441008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74CF5B-9298-6A00-A0B7-DF3ED5132296}"/>
              </a:ext>
            </a:extLst>
          </p:cNvPr>
          <p:cNvSpPr txBox="1"/>
          <p:nvPr/>
        </p:nvSpPr>
        <p:spPr>
          <a:xfrm>
            <a:off x="5440882" y="157271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6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7D8358-720D-CC34-6648-5D13404AA887}"/>
              </a:ext>
            </a:extLst>
          </p:cNvPr>
          <p:cNvSpPr txBox="1"/>
          <p:nvPr/>
        </p:nvSpPr>
        <p:spPr>
          <a:xfrm>
            <a:off x="2213722" y="159176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49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564F8B8-FF5A-4443-C1CD-3D806741931B}"/>
              </a:ext>
            </a:extLst>
          </p:cNvPr>
          <p:cNvSpPr/>
          <p:nvPr/>
        </p:nvSpPr>
        <p:spPr>
          <a:xfrm>
            <a:off x="1796935" y="1859102"/>
            <a:ext cx="1179628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CEBA75F-056A-63B3-DB58-3E47A2EDF986}"/>
              </a:ext>
            </a:extLst>
          </p:cNvPr>
          <p:cNvSpPr/>
          <p:nvPr/>
        </p:nvSpPr>
        <p:spPr>
          <a:xfrm>
            <a:off x="3238384" y="1859102"/>
            <a:ext cx="170191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05AEC77-8274-C537-ACF3-59C1CDC1D37C}"/>
              </a:ext>
            </a:extLst>
          </p:cNvPr>
          <p:cNvSpPr txBox="1"/>
          <p:nvPr/>
        </p:nvSpPr>
        <p:spPr>
          <a:xfrm>
            <a:off x="4044254" y="159270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1F9CA2C-BA9E-B915-E927-D311D1C468C8}"/>
              </a:ext>
            </a:extLst>
          </p:cNvPr>
          <p:cNvSpPr/>
          <p:nvPr/>
        </p:nvSpPr>
        <p:spPr>
          <a:xfrm>
            <a:off x="1530234" y="2659202"/>
            <a:ext cx="80656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4BBBD2E-1141-3633-495E-CFC7843AC5E3}"/>
              </a:ext>
            </a:extLst>
          </p:cNvPr>
          <p:cNvSpPr txBox="1"/>
          <p:nvPr/>
        </p:nvSpPr>
        <p:spPr>
          <a:xfrm>
            <a:off x="1814044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24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76A11C2-B50C-334E-60F9-1B50B320351F}"/>
              </a:ext>
            </a:extLst>
          </p:cNvPr>
          <p:cNvSpPr txBox="1"/>
          <p:nvPr/>
        </p:nvSpPr>
        <p:spPr>
          <a:xfrm>
            <a:off x="2674469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16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5EEB508-87A5-7662-2F1B-5DF6F5CA0811}"/>
              </a:ext>
            </a:extLst>
          </p:cNvPr>
          <p:cNvSpPr/>
          <p:nvPr/>
        </p:nvSpPr>
        <p:spPr>
          <a:xfrm>
            <a:off x="3320934" y="2659202"/>
            <a:ext cx="98436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FC48E40-6E72-5553-78EB-95A6AC616860}"/>
              </a:ext>
            </a:extLst>
          </p:cNvPr>
          <p:cNvSpPr txBox="1"/>
          <p:nvPr/>
        </p:nvSpPr>
        <p:spPr>
          <a:xfrm>
            <a:off x="3728342" y="239280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39AB069-4DE6-462F-1533-5113363D877F}"/>
              </a:ext>
            </a:extLst>
          </p:cNvPr>
          <p:cNvSpPr/>
          <p:nvPr/>
        </p:nvSpPr>
        <p:spPr>
          <a:xfrm>
            <a:off x="4578234" y="2659202"/>
            <a:ext cx="168921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2080EC2-63D0-F753-FB6E-4708F11EDFC1}"/>
              </a:ext>
            </a:extLst>
          </p:cNvPr>
          <p:cNvSpPr txBox="1"/>
          <p:nvPr/>
        </p:nvSpPr>
        <p:spPr>
          <a:xfrm>
            <a:off x="5327182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349AED8-4E22-74FF-2563-08964601BFA4}"/>
              </a:ext>
            </a:extLst>
          </p:cNvPr>
          <p:cNvSpPr txBox="1"/>
          <p:nvPr/>
        </p:nvSpPr>
        <p:spPr>
          <a:xfrm>
            <a:off x="3950221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</a:t>
            </a:r>
            <a:endParaRPr lang="en-GB" sz="1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E597A0F2-AD35-47F3-ED9A-BDF72BC899FB}"/>
                  </a:ext>
                </a:extLst>
              </p:cNvPr>
              <p:cNvSpPr/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E597A0F2-AD35-47F3-ED9A-BDF72BC899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blipFill>
                <a:blip r:embed="rId36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Rectangle: Rounded Corners 123">
                <a:extLst>
                  <a:ext uri="{FF2B5EF4-FFF2-40B4-BE49-F238E27FC236}">
                    <a16:creationId xmlns:a16="http://schemas.microsoft.com/office/drawing/2014/main" id="{02B2BB70-F930-1174-E894-1B193AC92B0D}"/>
                  </a:ext>
                </a:extLst>
              </p:cNvPr>
              <p:cNvSpPr/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4" name="Rectangle: Rounded Corners 123">
                <a:extLst>
                  <a:ext uri="{FF2B5EF4-FFF2-40B4-BE49-F238E27FC236}">
                    <a16:creationId xmlns:a16="http://schemas.microsoft.com/office/drawing/2014/main" id="{02B2BB70-F930-1174-E894-1B193AC92B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blipFill>
                <a:blip r:embed="rId3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30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7080883" y="68873"/>
            <a:ext cx="13612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МЕГА </a:t>
            </a:r>
          </a:p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ЭСЕПТЕР!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/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5−3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/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blipFill>
                <a:blip r:embed="rId3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/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4AD4541-C9A3-44E4-990C-26DEAB8F714C}"/>
              </a:ext>
            </a:extLst>
          </p:cNvPr>
          <p:cNvSpPr txBox="1"/>
          <p:nvPr/>
        </p:nvSpPr>
        <p:spPr>
          <a:xfrm>
            <a:off x="157316" y="252424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/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blipFill>
                <a:blip r:embed="rId5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/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blipFill>
                <a:blip r:embed="rId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/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2−2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/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/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EE6AEF5-297C-4850-8B20-D9716F2E08C9}"/>
              </a:ext>
            </a:extLst>
          </p:cNvPr>
          <p:cNvSpPr txBox="1"/>
          <p:nvPr/>
        </p:nvSpPr>
        <p:spPr>
          <a:xfrm>
            <a:off x="3271991" y="1066023"/>
            <a:ext cx="395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/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/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blipFill>
                <a:blip r:embed="rId1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/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4561D5F-489F-4E63-BE7E-D58A44EE304C}"/>
              </a:ext>
            </a:extLst>
          </p:cNvPr>
          <p:cNvSpPr txBox="1"/>
          <p:nvPr/>
        </p:nvSpPr>
        <p:spPr>
          <a:xfrm>
            <a:off x="976466" y="1879622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/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 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16+9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/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blipFill>
                <a:blip r:embed="rId1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/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6986D2F-F5C1-4549-A536-4EBB853F8EC7}"/>
              </a:ext>
            </a:extLst>
          </p:cNvPr>
          <p:cNvSpPr txBox="1"/>
          <p:nvPr/>
        </p:nvSpPr>
        <p:spPr>
          <a:xfrm>
            <a:off x="573210" y="269322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/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blipFill>
                <a:blip r:embed="rId16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/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blipFill>
                <a:blip r:embed="rId1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/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12+8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10−8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/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blipFill>
                <a:blip r:embed="rId19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/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0397EF4A-7E08-439E-8A65-30ECEF1A5054}"/>
              </a:ext>
            </a:extLst>
          </p:cNvPr>
          <p:cNvSpPr txBox="1"/>
          <p:nvPr/>
        </p:nvSpPr>
        <p:spPr>
          <a:xfrm>
            <a:off x="157316" y="3506820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/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blipFill>
                <a:blip r:embed="rId2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A5FAC6D6-465C-4B3A-8223-43F7E254D1E0}"/>
                  </a:ext>
                </a:extLst>
              </p:cNvPr>
              <p:cNvSpPr/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A5FAC6D6-465C-4B3A-8223-43F7E254D1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blipFill>
                <a:blip r:embed="rId22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/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(21−5)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(−2)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blipFill>
                <a:blip r:embed="rId2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/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blipFill>
                <a:blip r:embed="rId2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/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748CB72B-CFA6-45EE-8775-CDD3929FEA99}"/>
              </a:ext>
            </a:extLst>
          </p:cNvPr>
          <p:cNvSpPr txBox="1"/>
          <p:nvPr/>
        </p:nvSpPr>
        <p:spPr>
          <a:xfrm>
            <a:off x="157316" y="4320419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617C2336-0EDF-4D52-8E72-3D0E1ACFB564}"/>
                  </a:ext>
                </a:extLst>
              </p:cNvPr>
              <p:cNvSpPr/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617C2336-0EDF-4D52-8E72-3D0E1ACFB5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blipFill>
                <a:blip r:embed="rId25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/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blipFill>
                <a:blip r:embed="rId26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/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(18−2</m:t>
                          </m:r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5−4)</m:t>
                          </m:r>
                        </m:e>
                        <m:sup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10+7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35−2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121</m:t>
                                      </m:r>
                                    </m:e>
                                  </m:rad>
                                  <m: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d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÷2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blipFill>
                <a:blip r:embed="rId2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/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483ABF6B-B4BD-45E4-98A1-ECDE4141F8EE}"/>
              </a:ext>
            </a:extLst>
          </p:cNvPr>
          <p:cNvSpPr txBox="1"/>
          <p:nvPr/>
        </p:nvSpPr>
        <p:spPr>
          <a:xfrm>
            <a:off x="142889" y="624139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77602C26-D40B-46F1-8893-EE59DCD7AA2E}"/>
                  </a:ext>
                </a:extLst>
              </p:cNvPr>
              <p:cNvSpPr/>
              <p:nvPr/>
            </p:nvSpPr>
            <p:spPr>
              <a:xfrm>
                <a:off x="9080096" y="6014250"/>
                <a:ext cx="717954" cy="792839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77602C26-D40B-46F1-8893-EE59DCD7A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6014250"/>
                <a:ext cx="717954" cy="792839"/>
              </a:xfrm>
              <a:prstGeom prst="roundRect">
                <a:avLst/>
              </a:prstGeom>
              <a:blipFill>
                <a:blip r:embed="rId29"/>
                <a:stretch>
                  <a:fillRect r="-840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3D62820F-D21F-417F-883A-6DA7FCFF2D67}"/>
              </a:ext>
            </a:extLst>
          </p:cNvPr>
          <p:cNvSpPr txBox="1"/>
          <p:nvPr/>
        </p:nvSpPr>
        <p:spPr>
          <a:xfrm>
            <a:off x="659486" y="943767"/>
            <a:ext cx="17732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Ар бир эсептөө үчүн </a:t>
            </a:r>
          </a:p>
          <a:p>
            <a:pPr algn="ctr"/>
            <a:r>
              <a:rPr lang="ru-RU" sz="1400" dirty="0"/>
              <a:t>кайсы жооп туура?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/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/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blipFill>
                <a:blip r:embed="rId3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/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blipFill>
                <a:blip r:embed="rId32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/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blipFill>
                <a:blip r:embed="rId3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/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÷(</m:t>
                          </m:r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7−10</m:t>
                              </m:r>
                            </m:e>
                          </m:d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/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1F1E4501-8B00-4403-BAD6-3088884E7608}"/>
              </a:ext>
            </a:extLst>
          </p:cNvPr>
          <p:cNvSpPr txBox="1"/>
          <p:nvPr/>
        </p:nvSpPr>
        <p:spPr>
          <a:xfrm>
            <a:off x="157316" y="5240805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D9492220-8740-4F58-889B-605DC68E895A}"/>
                  </a:ext>
                </a:extLst>
              </p:cNvPr>
              <p:cNvSpPr/>
              <p:nvPr/>
            </p:nvSpPr>
            <p:spPr>
              <a:xfrm>
                <a:off x="9080096" y="5013663"/>
                <a:ext cx="717954" cy="792839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D9492220-8740-4F58-889B-605DC68E89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5013663"/>
                <a:ext cx="717954" cy="792839"/>
              </a:xfrm>
              <a:prstGeom prst="roundRect">
                <a:avLst/>
              </a:prstGeom>
              <a:blipFill>
                <a:blip r:embed="rId36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>
            <a:extLst>
              <a:ext uri="{FF2B5EF4-FFF2-40B4-BE49-F238E27FC236}">
                <a16:creationId xmlns:a16="http://schemas.microsoft.com/office/drawing/2014/main" id="{D1231219-6CFA-22DB-821D-9DCE0372736A}"/>
              </a:ext>
            </a:extLst>
          </p:cNvPr>
          <p:cNvSpPr/>
          <p:nvPr/>
        </p:nvSpPr>
        <p:spPr>
          <a:xfrm>
            <a:off x="1563572" y="183654"/>
            <a:ext cx="803391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1FC5AC-1888-1319-CB64-A24146565E82}"/>
              </a:ext>
            </a:extLst>
          </p:cNvPr>
          <p:cNvSpPr txBox="1"/>
          <p:nvPr/>
        </p:nvSpPr>
        <p:spPr>
          <a:xfrm>
            <a:off x="1825738" y="601800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EFB484-171D-B8C6-CD4E-E06001934A65}"/>
              </a:ext>
            </a:extLst>
          </p:cNvPr>
          <p:cNvSpPr txBox="1"/>
          <p:nvPr/>
        </p:nvSpPr>
        <p:spPr>
          <a:xfrm>
            <a:off x="1031761" y="59227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9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1ECC027-5183-EABA-6F86-7ED434A98B80}"/>
              </a:ext>
            </a:extLst>
          </p:cNvPr>
          <p:cNvSpPr/>
          <p:nvPr/>
        </p:nvSpPr>
        <p:spPr>
          <a:xfrm>
            <a:off x="4529022" y="993914"/>
            <a:ext cx="1316788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C0B7555-1D13-8A3B-F7A3-B87EFC9310D4}"/>
              </a:ext>
            </a:extLst>
          </p:cNvPr>
          <p:cNvSpPr txBox="1"/>
          <p:nvPr/>
        </p:nvSpPr>
        <p:spPr>
          <a:xfrm>
            <a:off x="5107508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068992A-2FB5-1989-4430-72077371ACFD}"/>
              </a:ext>
            </a:extLst>
          </p:cNvPr>
          <p:cNvSpPr/>
          <p:nvPr/>
        </p:nvSpPr>
        <p:spPr>
          <a:xfrm>
            <a:off x="6127750" y="993914"/>
            <a:ext cx="812800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A599C86-F602-982E-6153-A3895E12C172}"/>
              </a:ext>
            </a:extLst>
          </p:cNvPr>
          <p:cNvSpPr txBox="1"/>
          <p:nvPr/>
        </p:nvSpPr>
        <p:spPr>
          <a:xfrm>
            <a:off x="6441008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74CF5B-9298-6A00-A0B7-DF3ED5132296}"/>
              </a:ext>
            </a:extLst>
          </p:cNvPr>
          <p:cNvSpPr txBox="1"/>
          <p:nvPr/>
        </p:nvSpPr>
        <p:spPr>
          <a:xfrm>
            <a:off x="5440882" y="157271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6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7D8358-720D-CC34-6648-5D13404AA887}"/>
              </a:ext>
            </a:extLst>
          </p:cNvPr>
          <p:cNvSpPr txBox="1"/>
          <p:nvPr/>
        </p:nvSpPr>
        <p:spPr>
          <a:xfrm>
            <a:off x="2213722" y="159176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49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564F8B8-FF5A-4443-C1CD-3D806741931B}"/>
              </a:ext>
            </a:extLst>
          </p:cNvPr>
          <p:cNvSpPr/>
          <p:nvPr/>
        </p:nvSpPr>
        <p:spPr>
          <a:xfrm>
            <a:off x="1796935" y="1859102"/>
            <a:ext cx="1179628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CEBA75F-056A-63B3-DB58-3E47A2EDF986}"/>
              </a:ext>
            </a:extLst>
          </p:cNvPr>
          <p:cNvSpPr/>
          <p:nvPr/>
        </p:nvSpPr>
        <p:spPr>
          <a:xfrm>
            <a:off x="3238384" y="1859102"/>
            <a:ext cx="170191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05AEC77-8274-C537-ACF3-59C1CDC1D37C}"/>
              </a:ext>
            </a:extLst>
          </p:cNvPr>
          <p:cNvSpPr txBox="1"/>
          <p:nvPr/>
        </p:nvSpPr>
        <p:spPr>
          <a:xfrm>
            <a:off x="4044254" y="159270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1F9CA2C-BA9E-B915-E927-D311D1C468C8}"/>
              </a:ext>
            </a:extLst>
          </p:cNvPr>
          <p:cNvSpPr/>
          <p:nvPr/>
        </p:nvSpPr>
        <p:spPr>
          <a:xfrm>
            <a:off x="1530234" y="2659202"/>
            <a:ext cx="80656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4BBBD2E-1141-3633-495E-CFC7843AC5E3}"/>
              </a:ext>
            </a:extLst>
          </p:cNvPr>
          <p:cNvSpPr txBox="1"/>
          <p:nvPr/>
        </p:nvSpPr>
        <p:spPr>
          <a:xfrm>
            <a:off x="1814044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24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76A11C2-B50C-334E-60F9-1B50B320351F}"/>
              </a:ext>
            </a:extLst>
          </p:cNvPr>
          <p:cNvSpPr txBox="1"/>
          <p:nvPr/>
        </p:nvSpPr>
        <p:spPr>
          <a:xfrm>
            <a:off x="2674469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16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5EEB508-87A5-7662-2F1B-5DF6F5CA0811}"/>
              </a:ext>
            </a:extLst>
          </p:cNvPr>
          <p:cNvSpPr/>
          <p:nvPr/>
        </p:nvSpPr>
        <p:spPr>
          <a:xfrm>
            <a:off x="3320934" y="2659202"/>
            <a:ext cx="98436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FC48E40-6E72-5553-78EB-95A6AC616860}"/>
              </a:ext>
            </a:extLst>
          </p:cNvPr>
          <p:cNvSpPr txBox="1"/>
          <p:nvPr/>
        </p:nvSpPr>
        <p:spPr>
          <a:xfrm>
            <a:off x="3728342" y="239280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39AB069-4DE6-462F-1533-5113363D877F}"/>
              </a:ext>
            </a:extLst>
          </p:cNvPr>
          <p:cNvSpPr/>
          <p:nvPr/>
        </p:nvSpPr>
        <p:spPr>
          <a:xfrm>
            <a:off x="4578234" y="2659202"/>
            <a:ext cx="168921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2080EC2-63D0-F753-FB6E-4708F11EDFC1}"/>
              </a:ext>
            </a:extLst>
          </p:cNvPr>
          <p:cNvSpPr txBox="1"/>
          <p:nvPr/>
        </p:nvSpPr>
        <p:spPr>
          <a:xfrm>
            <a:off x="5327182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A291D54-0BB6-A500-F32E-2A3B9A8B8B31}"/>
              </a:ext>
            </a:extLst>
          </p:cNvPr>
          <p:cNvSpPr/>
          <p:nvPr/>
        </p:nvSpPr>
        <p:spPr>
          <a:xfrm>
            <a:off x="976313" y="3459302"/>
            <a:ext cx="3881437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336BCC7-3168-61C9-B2E6-8E4B03F38AB2}"/>
              </a:ext>
            </a:extLst>
          </p:cNvPr>
          <p:cNvSpPr txBox="1"/>
          <p:nvPr/>
        </p:nvSpPr>
        <p:spPr>
          <a:xfrm>
            <a:off x="2749718" y="31929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30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9CD8C70-B27E-6538-098B-6571DF438A6C}"/>
              </a:ext>
            </a:extLst>
          </p:cNvPr>
          <p:cNvSpPr/>
          <p:nvPr/>
        </p:nvSpPr>
        <p:spPr>
          <a:xfrm>
            <a:off x="5151438" y="3459302"/>
            <a:ext cx="931862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A3520C3-2ABC-8D00-DFDF-155E2DF5CB52}"/>
              </a:ext>
            </a:extLst>
          </p:cNvPr>
          <p:cNvSpPr txBox="1"/>
          <p:nvPr/>
        </p:nvSpPr>
        <p:spPr>
          <a:xfrm>
            <a:off x="5397668" y="31929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2915A23-E602-1714-5265-967615A79C16}"/>
              </a:ext>
            </a:extLst>
          </p:cNvPr>
          <p:cNvSpPr/>
          <p:nvPr/>
        </p:nvSpPr>
        <p:spPr>
          <a:xfrm>
            <a:off x="719138" y="4278452"/>
            <a:ext cx="925512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44B61CD-7C96-D0D0-9F91-A00D154AD0B3}"/>
              </a:ext>
            </a:extLst>
          </p:cNvPr>
          <p:cNvSpPr txBox="1"/>
          <p:nvPr/>
        </p:nvSpPr>
        <p:spPr>
          <a:xfrm>
            <a:off x="1093728" y="401205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3369B93-9D43-0328-A25C-2F94B2345C3B}"/>
              </a:ext>
            </a:extLst>
          </p:cNvPr>
          <p:cNvSpPr txBox="1"/>
          <p:nvPr/>
        </p:nvSpPr>
        <p:spPr>
          <a:xfrm>
            <a:off x="2941578" y="401205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8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EA3F7A0-637B-3B64-310F-5129F13EBD1A}"/>
              </a:ext>
            </a:extLst>
          </p:cNvPr>
          <p:cNvSpPr/>
          <p:nvPr/>
        </p:nvSpPr>
        <p:spPr>
          <a:xfrm>
            <a:off x="4198938" y="4278452"/>
            <a:ext cx="2665412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6CB0C5A-80BA-40BB-8074-55C5DA1FE024}"/>
              </a:ext>
            </a:extLst>
          </p:cNvPr>
          <p:cNvSpPr txBox="1"/>
          <p:nvPr/>
        </p:nvSpPr>
        <p:spPr>
          <a:xfrm>
            <a:off x="5461168" y="401205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28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F387960-E359-DC96-2DEC-48D1257021BD}"/>
              </a:ext>
            </a:extLst>
          </p:cNvPr>
          <p:cNvSpPr/>
          <p:nvPr/>
        </p:nvSpPr>
        <p:spPr>
          <a:xfrm>
            <a:off x="814388" y="5053152"/>
            <a:ext cx="1890712" cy="72534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86FA35D-7F9F-8C08-54BC-A6B98F295D7C}"/>
              </a:ext>
            </a:extLst>
          </p:cNvPr>
          <p:cNvSpPr txBox="1"/>
          <p:nvPr/>
        </p:nvSpPr>
        <p:spPr>
          <a:xfrm>
            <a:off x="1608078" y="478675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3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4CB3447-A204-551D-8347-2B5785CE0798}"/>
              </a:ext>
            </a:extLst>
          </p:cNvPr>
          <p:cNvSpPr txBox="1"/>
          <p:nvPr/>
        </p:nvSpPr>
        <p:spPr>
          <a:xfrm>
            <a:off x="4090928" y="490105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3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7FFB677-1829-A588-136A-48E6F3CA0F9B}"/>
              </a:ext>
            </a:extLst>
          </p:cNvPr>
          <p:cNvSpPr/>
          <p:nvPr/>
        </p:nvSpPr>
        <p:spPr>
          <a:xfrm>
            <a:off x="5538788" y="5053152"/>
            <a:ext cx="2405062" cy="72534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CB00138-0949-F9C5-6C7B-6106F08AAC78}"/>
              </a:ext>
            </a:extLst>
          </p:cNvPr>
          <p:cNvSpPr/>
          <p:nvPr/>
        </p:nvSpPr>
        <p:spPr>
          <a:xfrm>
            <a:off x="5016500" y="6053277"/>
            <a:ext cx="3263900" cy="72534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DFB345A-5D1D-09DC-5373-69F7D9E8CC22}"/>
              </a:ext>
            </a:extLst>
          </p:cNvPr>
          <p:cNvSpPr txBox="1"/>
          <p:nvPr/>
        </p:nvSpPr>
        <p:spPr>
          <a:xfrm>
            <a:off x="6255123" y="5891655"/>
            <a:ext cx="38761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64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8D57D6C-0560-07A2-01A9-32D08CA31C84}"/>
              </a:ext>
            </a:extLst>
          </p:cNvPr>
          <p:cNvSpPr txBox="1"/>
          <p:nvPr/>
        </p:nvSpPr>
        <p:spPr>
          <a:xfrm>
            <a:off x="1711106" y="6101205"/>
            <a:ext cx="255445" cy="21544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16</a:t>
            </a:r>
            <a:endParaRPr lang="en-GB" sz="1050" dirty="0">
              <a:solidFill>
                <a:srgbClr val="0070C0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349AED8-4E22-74FF-2563-08964601BFA4}"/>
              </a:ext>
            </a:extLst>
          </p:cNvPr>
          <p:cNvSpPr txBox="1"/>
          <p:nvPr/>
        </p:nvSpPr>
        <p:spPr>
          <a:xfrm>
            <a:off x="3950221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0A58DA3-0375-352E-CEB4-454627820A41}"/>
              </a:ext>
            </a:extLst>
          </p:cNvPr>
          <p:cNvSpPr/>
          <p:nvPr/>
        </p:nvSpPr>
        <p:spPr>
          <a:xfrm>
            <a:off x="704851" y="6053277"/>
            <a:ext cx="4095750" cy="72534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62D354E-CD70-B427-C9D7-0FFF3BFB6735}"/>
              </a:ext>
            </a:extLst>
          </p:cNvPr>
          <p:cNvSpPr txBox="1"/>
          <p:nvPr/>
        </p:nvSpPr>
        <p:spPr>
          <a:xfrm>
            <a:off x="2788207" y="581545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48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B79697F-1FAF-E7F8-07DF-24CC012F8F87}"/>
              </a:ext>
            </a:extLst>
          </p:cNvPr>
          <p:cNvSpPr txBox="1"/>
          <p:nvPr/>
        </p:nvSpPr>
        <p:spPr>
          <a:xfrm>
            <a:off x="3941191" y="5904355"/>
            <a:ext cx="164074" cy="21544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  <a:endParaRPr lang="en-GB" sz="1050" dirty="0">
              <a:solidFill>
                <a:srgbClr val="0070C0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3371C68-9B7C-BC0B-E46F-D63A21FAE5DE}"/>
              </a:ext>
            </a:extLst>
          </p:cNvPr>
          <p:cNvSpPr txBox="1"/>
          <p:nvPr/>
        </p:nvSpPr>
        <p:spPr>
          <a:xfrm>
            <a:off x="6585118" y="4872480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18</a:t>
            </a:r>
            <a:endParaRPr lang="en-GB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455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7492797" y="46995"/>
            <a:ext cx="13612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МЕГА </a:t>
            </a:r>
          </a:p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ЭСЕПТЕР!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/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5−3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/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blipFill>
                <a:blip r:embed="rId3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/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4AD4541-C9A3-44E4-990C-26DEAB8F714C}"/>
              </a:ext>
            </a:extLst>
          </p:cNvPr>
          <p:cNvSpPr txBox="1"/>
          <p:nvPr/>
        </p:nvSpPr>
        <p:spPr>
          <a:xfrm>
            <a:off x="157316" y="252424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/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blipFill>
                <a:blip r:embed="rId5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/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blipFill>
                <a:blip r:embed="rId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/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2−2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/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/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EE6AEF5-297C-4850-8B20-D9716F2E08C9}"/>
              </a:ext>
            </a:extLst>
          </p:cNvPr>
          <p:cNvSpPr txBox="1"/>
          <p:nvPr/>
        </p:nvSpPr>
        <p:spPr>
          <a:xfrm>
            <a:off x="3271991" y="1066023"/>
            <a:ext cx="395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/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/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blipFill>
                <a:blip r:embed="rId1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/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4561D5F-489F-4E63-BE7E-D58A44EE304C}"/>
              </a:ext>
            </a:extLst>
          </p:cNvPr>
          <p:cNvSpPr txBox="1"/>
          <p:nvPr/>
        </p:nvSpPr>
        <p:spPr>
          <a:xfrm>
            <a:off x="976466" y="1879622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/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 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16+9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/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blipFill>
                <a:blip r:embed="rId1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/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6986D2F-F5C1-4549-A536-4EBB853F8EC7}"/>
              </a:ext>
            </a:extLst>
          </p:cNvPr>
          <p:cNvSpPr txBox="1"/>
          <p:nvPr/>
        </p:nvSpPr>
        <p:spPr>
          <a:xfrm>
            <a:off x="573210" y="269322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/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blipFill>
                <a:blip r:embed="rId16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/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blipFill>
                <a:blip r:embed="rId1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/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12+8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10−8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/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blipFill>
                <a:blip r:embed="rId19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/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0397EF4A-7E08-439E-8A65-30ECEF1A5054}"/>
              </a:ext>
            </a:extLst>
          </p:cNvPr>
          <p:cNvSpPr txBox="1"/>
          <p:nvPr/>
        </p:nvSpPr>
        <p:spPr>
          <a:xfrm>
            <a:off x="157316" y="3506820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/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blipFill>
                <a:blip r:embed="rId2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/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(21−5)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(−2)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/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blipFill>
                <a:blip r:embed="rId2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/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748CB72B-CFA6-45EE-8775-CDD3929FEA99}"/>
              </a:ext>
            </a:extLst>
          </p:cNvPr>
          <p:cNvSpPr txBox="1"/>
          <p:nvPr/>
        </p:nvSpPr>
        <p:spPr>
          <a:xfrm>
            <a:off x="157316" y="4320419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/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blipFill>
                <a:blip r:embed="rId24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/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(18−2</m:t>
                          </m:r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5−4)</m:t>
                          </m:r>
                        </m:e>
                        <m:sup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10+7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35−2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121</m:t>
                                      </m:r>
                                    </m:e>
                                  </m:rad>
                                  <m: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d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÷2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/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483ABF6B-B4BD-45E4-98A1-ECDE4141F8EE}"/>
              </a:ext>
            </a:extLst>
          </p:cNvPr>
          <p:cNvSpPr txBox="1"/>
          <p:nvPr/>
        </p:nvSpPr>
        <p:spPr>
          <a:xfrm>
            <a:off x="142889" y="624139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h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7602C26-D40B-46F1-8893-EE59DCD7AA2E}"/>
              </a:ext>
            </a:extLst>
          </p:cNvPr>
          <p:cNvSpPr/>
          <p:nvPr/>
        </p:nvSpPr>
        <p:spPr>
          <a:xfrm>
            <a:off x="9080096" y="6014250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D62820F-D21F-417F-883A-6DA7FCFF2D67}"/>
              </a:ext>
            </a:extLst>
          </p:cNvPr>
          <p:cNvSpPr txBox="1"/>
          <p:nvPr/>
        </p:nvSpPr>
        <p:spPr>
          <a:xfrm>
            <a:off x="679528" y="943767"/>
            <a:ext cx="1733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Ар бир эсептөө үчүн</a:t>
            </a:r>
          </a:p>
          <a:p>
            <a:pPr algn="ctr"/>
            <a:r>
              <a:rPr lang="ru-RU" sz="1400" dirty="0"/>
              <a:t> кайсы жооп туура?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/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/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blipFill>
                <a:blip r:embed="rId3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/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blipFill>
                <a:blip r:embed="rId32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/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blipFill>
                <a:blip r:embed="rId3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/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÷(</m:t>
                          </m:r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7−10</m:t>
                              </m:r>
                            </m:e>
                          </m:d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/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1F1E4501-8B00-4403-BAD6-3088884E7608}"/>
              </a:ext>
            </a:extLst>
          </p:cNvPr>
          <p:cNvSpPr txBox="1"/>
          <p:nvPr/>
        </p:nvSpPr>
        <p:spPr>
          <a:xfrm>
            <a:off x="157316" y="5240805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g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9492220-8740-4F58-889B-605DC68E895A}"/>
              </a:ext>
            </a:extLst>
          </p:cNvPr>
          <p:cNvSpPr/>
          <p:nvPr/>
        </p:nvSpPr>
        <p:spPr>
          <a:xfrm>
            <a:off x="9080096" y="5013663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8375FF16-B7B2-90D9-754E-C5ED7E7827D8}"/>
                  </a:ext>
                </a:extLst>
              </p:cNvPr>
              <p:cNvSpPr/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8375FF16-B7B2-90D9-754E-C5ED7E7827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blipFill>
                <a:blip r:embed="rId36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1A591A0-0A8D-30F1-7BBE-DD6786492C3C}"/>
                  </a:ext>
                </a:extLst>
              </p:cNvPr>
              <p:cNvSpPr/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1A591A0-0A8D-30F1-7BBE-DD6786492C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blipFill>
                <a:blip r:embed="rId3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370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85F782-F447-F9B1-22AB-8F7948DF2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69332" y="1043948"/>
            <a:ext cx="6883384" cy="4744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031774-D77B-50D7-84A6-AA1ECE40C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37500" y="1116162"/>
            <a:ext cx="6858000" cy="462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57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4C47F0-72A8-FE1D-8471-ACC9B5605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5210"/>
            <a:ext cx="4940457" cy="34054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9ACE2E-6584-CCDE-8AB5-BBCB6358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15210"/>
            <a:ext cx="4940459" cy="34054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D68462-266D-FF8A-D0FE-5D42F324D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0" y="3688080"/>
            <a:ext cx="4940457" cy="3238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77EC08-B379-141D-FA85-8B5E74139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541" y="3688080"/>
            <a:ext cx="4940459" cy="323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177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59838" y="84972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10605</TotalTime>
  <Words>531</Words>
  <Application>Microsoft Office PowerPoint</Application>
  <PresentationFormat>A4 Paper (210x297 mm)</PresentationFormat>
  <Paragraphs>239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Stencil</vt:lpstr>
      <vt:lpstr>Arial</vt:lpstr>
      <vt:lpstr>Cambria Math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539</cp:revision>
  <cp:lastPrinted>2023-02-13T10:02:33Z</cp:lastPrinted>
  <dcterms:created xsi:type="dcterms:W3CDTF">2017-01-17T16:57:04Z</dcterms:created>
  <dcterms:modified xsi:type="dcterms:W3CDTF">2023-10-01T16:30:28Z</dcterms:modified>
</cp:coreProperties>
</file>