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1"/>
  </p:notesMasterIdLst>
  <p:sldIdLst>
    <p:sldId id="1030" r:id="rId2"/>
    <p:sldId id="1031" r:id="rId3"/>
    <p:sldId id="995" r:id="rId4"/>
    <p:sldId id="1032" r:id="rId5"/>
    <p:sldId id="942" r:id="rId6"/>
    <p:sldId id="1033" r:id="rId7"/>
    <p:sldId id="959" r:id="rId8"/>
    <p:sldId id="1034" r:id="rId9"/>
    <p:sldId id="944" r:id="rId10"/>
    <p:sldId id="1035" r:id="rId11"/>
    <p:sldId id="943" r:id="rId12"/>
    <p:sldId id="1036" r:id="rId13"/>
    <p:sldId id="967" r:id="rId14"/>
    <p:sldId id="1037" r:id="rId15"/>
    <p:sldId id="964" r:id="rId16"/>
    <p:sldId id="1038" r:id="rId17"/>
    <p:sldId id="968" r:id="rId18"/>
    <p:sldId id="1039" r:id="rId19"/>
    <p:sldId id="963" r:id="rId20"/>
    <p:sldId id="1040" r:id="rId21"/>
    <p:sldId id="969" r:id="rId22"/>
    <p:sldId id="1041" r:id="rId23"/>
    <p:sldId id="971" r:id="rId24"/>
    <p:sldId id="1042" r:id="rId25"/>
    <p:sldId id="983" r:id="rId26"/>
    <p:sldId id="1043" r:id="rId27"/>
    <p:sldId id="973" r:id="rId28"/>
    <p:sldId id="1044" r:id="rId29"/>
    <p:sldId id="965" r:id="rId30"/>
    <p:sldId id="1045" r:id="rId31"/>
    <p:sldId id="975" r:id="rId32"/>
    <p:sldId id="1046" r:id="rId33"/>
    <p:sldId id="984" r:id="rId34"/>
    <p:sldId id="1047" r:id="rId35"/>
    <p:sldId id="978" r:id="rId36"/>
    <p:sldId id="1048" r:id="rId37"/>
    <p:sldId id="980" r:id="rId38"/>
    <p:sldId id="1049" r:id="rId39"/>
    <p:sldId id="998" r:id="rId40"/>
    <p:sldId id="1050" r:id="rId41"/>
    <p:sldId id="985" r:id="rId42"/>
    <p:sldId id="1051" r:id="rId43"/>
    <p:sldId id="970" r:id="rId44"/>
    <p:sldId id="1052" r:id="rId45"/>
    <p:sldId id="972" r:id="rId46"/>
    <p:sldId id="1053" r:id="rId47"/>
    <p:sldId id="974" r:id="rId48"/>
    <p:sldId id="1054" r:id="rId49"/>
    <p:sldId id="986" r:id="rId50"/>
    <p:sldId id="1055" r:id="rId51"/>
    <p:sldId id="981" r:id="rId52"/>
    <p:sldId id="1056" r:id="rId53"/>
    <p:sldId id="993" r:id="rId54"/>
    <p:sldId id="1057" r:id="rId55"/>
    <p:sldId id="976" r:id="rId56"/>
    <p:sldId id="1058" r:id="rId57"/>
    <p:sldId id="977" r:id="rId58"/>
    <p:sldId id="1059" r:id="rId59"/>
    <p:sldId id="994" r:id="rId60"/>
    <p:sldId id="1060" r:id="rId61"/>
    <p:sldId id="979" r:id="rId62"/>
    <p:sldId id="1061" r:id="rId63"/>
    <p:sldId id="997" r:id="rId64"/>
    <p:sldId id="1062" r:id="rId65"/>
    <p:sldId id="982" r:id="rId66"/>
    <p:sldId id="1063" r:id="rId67"/>
    <p:sldId id="996" r:id="rId68"/>
    <p:sldId id="833" r:id="rId69"/>
    <p:sldId id="1064" r:id="rId70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72"/>
    </p:embeddedFont>
    <p:embeddedFont>
      <p:font typeface="Bernard MT Condensed" panose="02050806060905020404" pitchFamily="18" charset="0"/>
      <p:regular r:id="rId73"/>
    </p:embeddedFont>
    <p:embeddedFont>
      <p:font typeface="Cambria Math" panose="02040503050406030204" pitchFamily="18" charset="0"/>
      <p:regular r:id="rId7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1030"/>
          </p14:sldIdLst>
        </p14:section>
        <p14:section name="Титулдук слайд" id="{942499A6-327B-410B-9EF0-9C14FB66AB89}">
          <p14:sldIdLst>
            <p14:sldId id="1031"/>
            <p14:sldId id="995"/>
          </p14:sldIdLst>
        </p14:section>
        <p14:section name="Оюн" id="{267FD0E9-36B9-4F9E-842D-CBFE57676936}">
          <p14:sldIdLst>
            <p14:sldId id="1032"/>
            <p14:sldId id="942"/>
            <p14:sldId id="1033"/>
            <p14:sldId id="959"/>
            <p14:sldId id="1034"/>
            <p14:sldId id="944"/>
            <p14:sldId id="1035"/>
            <p14:sldId id="943"/>
            <p14:sldId id="1036"/>
            <p14:sldId id="967"/>
            <p14:sldId id="1037"/>
            <p14:sldId id="964"/>
            <p14:sldId id="1038"/>
            <p14:sldId id="968"/>
            <p14:sldId id="1039"/>
            <p14:sldId id="963"/>
            <p14:sldId id="1040"/>
            <p14:sldId id="969"/>
            <p14:sldId id="1041"/>
            <p14:sldId id="971"/>
            <p14:sldId id="1042"/>
            <p14:sldId id="983"/>
            <p14:sldId id="1043"/>
            <p14:sldId id="973"/>
            <p14:sldId id="1044"/>
            <p14:sldId id="965"/>
            <p14:sldId id="1045"/>
            <p14:sldId id="975"/>
            <p14:sldId id="1046"/>
            <p14:sldId id="984"/>
            <p14:sldId id="1047"/>
            <p14:sldId id="978"/>
            <p14:sldId id="1048"/>
            <p14:sldId id="980"/>
            <p14:sldId id="1049"/>
            <p14:sldId id="998"/>
            <p14:sldId id="1050"/>
            <p14:sldId id="985"/>
            <p14:sldId id="1051"/>
            <p14:sldId id="970"/>
            <p14:sldId id="1052"/>
            <p14:sldId id="972"/>
            <p14:sldId id="1053"/>
            <p14:sldId id="974"/>
            <p14:sldId id="1054"/>
            <p14:sldId id="986"/>
            <p14:sldId id="1055"/>
            <p14:sldId id="981"/>
            <p14:sldId id="1056"/>
            <p14:sldId id="993"/>
            <p14:sldId id="1057"/>
            <p14:sldId id="976"/>
            <p14:sldId id="1058"/>
            <p14:sldId id="977"/>
            <p14:sldId id="1059"/>
            <p14:sldId id="994"/>
            <p14:sldId id="1060"/>
            <p14:sldId id="979"/>
            <p14:sldId id="1061"/>
            <p14:sldId id="997"/>
            <p14:sldId id="1062"/>
            <p14:sldId id="982"/>
            <p14:sldId id="1063"/>
            <p14:sldId id="996"/>
            <p14:sldId id="833"/>
          </p14:sldIdLst>
        </p14:section>
        <p14:section name="Кайтарым байланыш" id="{03B37114-DCDE-48DC-B038-E57F20627236}">
          <p14:sldIdLst>
            <p14:sldId id="10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 – Бөлчөктөр, Ондуктар, Проценттер жана катыштар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-11930" y="2885700"/>
            <a:ext cx="9917930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Бөлчөктөрдүн, ондуктардын, пайыздардын жана катыштардын ортосунда айландыруу</a:t>
            </a:r>
            <a:endParaRPr lang="en-US" sz="32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03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9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82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92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8176" y="542840"/>
            <a:ext cx="63096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6288876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839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613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3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284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391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084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994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994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567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021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 :4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80063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850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4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118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151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98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05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 :3 :5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010387"/>
                  </p:ext>
                </p:extLst>
              </p:nvPr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44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77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5684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73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16808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 :3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95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831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130%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43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127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 :1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38005" y="542840"/>
            <a:ext cx="66300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үч бөлүктүү катыштын </a:t>
            </a:r>
          </a:p>
          <a:p>
            <a:pPr algn="ctr"/>
            <a:r>
              <a:rPr lang="ky-KG" sz="2800" dirty="0"/>
              <a:t>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020000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714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47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276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057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977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96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 :2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92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21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 :1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36485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пайызга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87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50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20107" y="542840"/>
            <a:ext cx="626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180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206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19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015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3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4756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5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400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пайызга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6AC0EF9-E4D8-41A0-BEBE-995C717DB8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 :1 :5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6AC0EF9-E4D8-41A0-BEBE-995C717DB8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373845"/>
                  </p:ext>
                </p:extLst>
              </p:nvPr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4810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204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13746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440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543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9533" y="542840"/>
            <a:ext cx="64669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28680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660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901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087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44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99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228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 :7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94610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92274" y="542840"/>
            <a:ext cx="5921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</a:t>
            </a:r>
          </a:p>
          <a:p>
            <a:pPr algn="ctr"/>
            <a:r>
              <a:rPr lang="ky-KG" sz="2800" dirty="0"/>
              <a:t>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05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394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9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127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:3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41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4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140.9%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8342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101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:1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9534" y="542840"/>
            <a:ext cx="64669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үч бөлүктүү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4759036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320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8379</TotalTime>
  <Words>559</Words>
  <Application>Microsoft Office PowerPoint</Application>
  <PresentationFormat>A4 Paper (210x297 mm)</PresentationFormat>
  <Paragraphs>199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2024-09-04T15:32:00Z</dcterms:modified>
</cp:coreProperties>
</file>