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281" r:id="rId3"/>
    <p:sldId id="835" r:id="rId4"/>
    <p:sldId id="939" r:id="rId5"/>
    <p:sldId id="833" r:id="rId6"/>
    <p:sldId id="834" r:id="rId7"/>
    <p:sldId id="942" r:id="rId8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3F55B2B1-352C-4C31-A259-67010074E4C5}">
          <p14:sldIdLst>
            <p14:sldId id="940"/>
            <p14:sldId id="281"/>
          </p14:sldIdLst>
        </p14:section>
        <p14:section name="Титулдук слайд" id="{0A3A3963-DD06-45C2-8B7F-F345A3B1520E}">
          <p14:sldIdLst>
            <p14:sldId id="835"/>
          </p14:sldIdLst>
        </p14:section>
        <p14:section name="Толук бет курак" id="{531F805A-1DCC-40B3-8FB9-6E08FCFE2E5B}">
          <p14:sldIdLst>
            <p14:sldId id="939"/>
          </p14:sldIdLst>
        </p14:section>
        <p14:section name="Жарым бет курак" id="{5DF08072-BA7F-4529-9AD7-1EC420FF613B}">
          <p14:sldIdLst>
            <p14:sldId id="833"/>
          </p14:sldIdLst>
        </p14:section>
        <p14:section name="Жообу" id="{56223EB8-1375-4DC7-8A6D-5C55890171F0}">
          <p14:sldIdLst>
            <p14:sldId id="834"/>
          </p14:sldIdLst>
        </p14:section>
        <p14:section name="Кайтарым байланыш" id="{09321E3B-DF6D-463F-B0B7-51F1A49F3708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28/08/2024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2052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 бүтүн сандар менен – 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Кошуу жана Кемитүү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 Тарсиа 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куракты туура чогулткандан кийин гана клей менен чапташсын.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ордуна, окуучулар жөн гана тамгаларды  колдонуу менен суроолор менен жоопторду дал келтирип чыгышса болот, (кайчы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даярдалган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677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450563" y="658443"/>
            <a:ext cx="35468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Үч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бурчтуктарды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6CCC1BF-BB01-4CBF-9836-802C78139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8A201F-7D03-5486-2666-10E674413B28}"/>
              </a:ext>
            </a:extLst>
          </p:cNvPr>
          <p:cNvSpPr txBox="1"/>
          <p:nvPr/>
        </p:nvSpPr>
        <p:spPr>
          <a:xfrm>
            <a:off x="588816" y="3113031"/>
            <a:ext cx="37905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0"/>
            <a:ext cx="4923085" cy="68275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8080" y="0"/>
            <a:ext cx="4938889" cy="682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 rot="16200000">
            <a:off x="-1023646" y="1074446"/>
            <a:ext cx="6812332" cy="4704080"/>
            <a:chOff x="9525" y="0"/>
            <a:chExt cx="9887444" cy="682752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25" y="0"/>
              <a:ext cx="4923085" cy="6827520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8080" y="0"/>
              <a:ext cx="4938889" cy="6827520"/>
            </a:xfrm>
            <a:prstGeom prst="rect">
              <a:avLst/>
            </a:prstGeom>
          </p:spPr>
        </p:pic>
      </p:grpSp>
      <p:grpSp>
        <p:nvGrpSpPr>
          <p:cNvPr id="9" name="Group 8"/>
          <p:cNvGrpSpPr/>
          <p:nvPr/>
        </p:nvGrpSpPr>
        <p:grpSpPr>
          <a:xfrm rot="16200000">
            <a:off x="4076674" y="1074446"/>
            <a:ext cx="6812332" cy="4704080"/>
            <a:chOff x="9525" y="0"/>
            <a:chExt cx="9887444" cy="6827520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25" y="0"/>
              <a:ext cx="4923085" cy="682752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8080" y="0"/>
              <a:ext cx="4938889" cy="68275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300" y="19050"/>
            <a:ext cx="7886700" cy="68199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5218E11-283F-7074-DDAE-775041EF9161}"/>
              </a:ext>
            </a:extLst>
          </p:cNvPr>
          <p:cNvSpPr/>
          <p:nvPr/>
        </p:nvSpPr>
        <p:spPr>
          <a:xfrm>
            <a:off x="112381" y="186267"/>
            <a:ext cx="4182528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</a:t>
            </a:r>
            <a:r>
              <a:rPr kumimoji="0" lang="ky-KG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</a:t>
            </a: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8364</TotalTime>
  <Words>156</Words>
  <Application>Microsoft Office PowerPoint</Application>
  <PresentationFormat>A4 Paper (210x297 mm)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Calibri 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360</cp:revision>
  <cp:lastPrinted>2024-08-28T04:13:45Z</cp:lastPrinted>
  <dcterms:created xsi:type="dcterms:W3CDTF">2017-01-17T16:57:04Z</dcterms:created>
  <dcterms:modified xsi:type="dcterms:W3CDTF">2024-08-28T04:14:57Z</dcterms:modified>
</cp:coreProperties>
</file>