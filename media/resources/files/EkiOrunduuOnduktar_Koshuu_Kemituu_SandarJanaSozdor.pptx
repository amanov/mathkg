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12"/>
  </p:notesMasterIdLst>
  <p:sldIdLst>
    <p:sldId id="257" r:id="rId3"/>
    <p:sldId id="950" r:id="rId4"/>
    <p:sldId id="955" r:id="rId5"/>
    <p:sldId id="956" r:id="rId6"/>
    <p:sldId id="959" r:id="rId7"/>
    <p:sldId id="958" r:id="rId8"/>
    <p:sldId id="952" r:id="rId9"/>
    <p:sldId id="953" r:id="rId10"/>
    <p:sldId id="274" r:id="rId11"/>
  </p:sldIdLst>
  <p:sldSz cx="9906000" cy="6858000" type="A4"/>
  <p:notesSz cx="7104063" cy="10234613"/>
  <p:embeddedFontLst>
    <p:embeddedFont>
      <p:font typeface="Bauhaus 93" panose="04030905020B02020C02" pitchFamily="82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257"/>
          </p14:sldIdLst>
        </p14:section>
        <p14:section name="Көргөзмө" id="{059544AC-2C27-45B1-9F95-F87DF8854DD6}">
          <p14:sldIdLst>
            <p14:sldId id="950"/>
          </p14:sldIdLst>
        </p14:section>
        <p14:section name="Кошуу" id="{CFE4DAAF-C212-414E-8B1D-C9EA4871A286}">
          <p14:sldIdLst>
            <p14:sldId id="955"/>
          </p14:sldIdLst>
        </p14:section>
        <p14:section name="Кемитүү" id="{2B6E903A-FABD-48D3-B03F-8D385FBC6CAD}">
          <p14:sldIdLst>
            <p14:sldId id="956"/>
          </p14:sldIdLst>
        </p14:section>
        <p14:section name="Жооптор" id="{1FEDB314-42DC-4694-9B04-D4A4AAE625F7}">
          <p14:sldIdLst>
            <p14:sldId id="959"/>
            <p14:sldId id="958"/>
          </p14:sldIdLst>
        </p14:section>
        <p14:section name="Чыгарып Таратуу үчүн" id="{A78D9305-6AAE-4715-A210-52F6908F30F7}">
          <p14:sldIdLst>
            <p14:sldId id="952"/>
            <p14:sldId id="953"/>
          </p14:sldIdLst>
        </p14:section>
        <p14:section name="MATHKGZ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64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32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90441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50514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820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49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03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238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562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37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20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58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904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8938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564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396346"/>
            <a:ext cx="9123680" cy="4780617"/>
          </a:xfrm>
        </p:spPr>
        <p:txBody>
          <a:bodyPr>
            <a:normAutofit/>
          </a:bodyPr>
          <a:lstStyle/>
          <a:p>
            <a:r>
              <a:rPr lang="ru-RU" dirty="0"/>
              <a:t>2 Сандуу Ондуктар – Кошуу жана Кемитүү– Көнүгүү А</a:t>
            </a:r>
          </a:p>
          <a:p>
            <a:endParaRPr lang="ru-RU" dirty="0"/>
          </a:p>
          <a:p>
            <a:r>
              <a:rPr lang="ru-RU" dirty="0"/>
              <a:t>Иш барагы 2 өлчөмдө.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1307" y="248170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429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>
                <a:solidFill>
                  <a:srgbClr val="00B0F0"/>
                </a:solidFill>
              </a:rPr>
              <a:t>MathKGZ</a:t>
            </a:r>
            <a:r>
              <a:rPr lang="en-US" sz="3600" dirty="0">
                <a:solidFill>
                  <a:srgbClr val="00B0F0"/>
                </a:solidFill>
              </a:rPr>
              <a:t>  -- </a:t>
            </a:r>
            <a:endParaRPr lang="en-US" sz="4225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6E57E1-9045-4DB5-DDA9-8AFC45CE4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46" y="339667"/>
            <a:ext cx="6087194" cy="29120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25D757-37C3-F08F-DE4B-CA0729F21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1" y="3606239"/>
            <a:ext cx="8333650" cy="305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281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55E4A7-F467-BE0B-CF5E-5EAF708AD4C1}"/>
              </a:ext>
            </a:extLst>
          </p:cNvPr>
          <p:cNvSpPr txBox="1"/>
          <p:nvPr/>
        </p:nvSpPr>
        <p:spPr>
          <a:xfrm>
            <a:off x="1270494" y="-1761"/>
            <a:ext cx="242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Сандар жана сөздөр</a:t>
            </a:r>
            <a:endParaRPr lang="en-GB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3A2AE4A-E304-A570-121F-F75A1D8CC857}"/>
              </a:ext>
            </a:extLst>
          </p:cNvPr>
          <p:cNvSpPr/>
          <p:nvPr/>
        </p:nvSpPr>
        <p:spPr>
          <a:xfrm>
            <a:off x="1994809" y="422155"/>
            <a:ext cx="1959933" cy="32682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төрт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B75AEC-5E25-7703-3ECD-D6663997B6E7}"/>
              </a:ext>
            </a:extLst>
          </p:cNvPr>
          <p:cNvSpPr txBox="1"/>
          <p:nvPr/>
        </p:nvSpPr>
        <p:spPr>
          <a:xfrm>
            <a:off x="1609184" y="38316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70A0E7-7EBF-7B1A-D57A-463D25B38AB4}"/>
              </a:ext>
            </a:extLst>
          </p:cNvPr>
          <p:cNvSpPr txBox="1"/>
          <p:nvPr/>
        </p:nvSpPr>
        <p:spPr>
          <a:xfrm>
            <a:off x="4093553" y="38025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FDAB3A-7089-0DED-9590-8DD5FFE878B2}"/>
              </a:ext>
            </a:extLst>
          </p:cNvPr>
          <p:cNvSpPr/>
          <p:nvPr/>
        </p:nvSpPr>
        <p:spPr>
          <a:xfrm>
            <a:off x="4453333" y="422155"/>
            <a:ext cx="736094" cy="32682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F8221C-D402-0F9B-31DE-2347E5A2D23D}"/>
              </a:ext>
            </a:extLst>
          </p:cNvPr>
          <p:cNvSpPr txBox="1"/>
          <p:nvPr/>
        </p:nvSpPr>
        <p:spPr>
          <a:xfrm>
            <a:off x="556111" y="44472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3185EAF-4A28-7364-7465-A4F18A0E75CB}"/>
              </a:ext>
            </a:extLst>
          </p:cNvPr>
          <p:cNvSpPr/>
          <p:nvPr/>
        </p:nvSpPr>
        <p:spPr>
          <a:xfrm>
            <a:off x="855445" y="43774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0,17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D144612-347E-DA33-2EE7-655CF65FEBB2}"/>
              </a:ext>
            </a:extLst>
          </p:cNvPr>
          <p:cNvSpPr/>
          <p:nvPr/>
        </p:nvSpPr>
        <p:spPr>
          <a:xfrm>
            <a:off x="1939736" y="991095"/>
            <a:ext cx="2022164" cy="28397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эки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24E773-42E4-2C76-ACB4-5365D66ECFFE}"/>
              </a:ext>
            </a:extLst>
          </p:cNvPr>
          <p:cNvSpPr txBox="1"/>
          <p:nvPr/>
        </p:nvSpPr>
        <p:spPr>
          <a:xfrm>
            <a:off x="1609184" y="92953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06AC2E-E08E-F7ED-4FD4-351EE2B18257}"/>
              </a:ext>
            </a:extLst>
          </p:cNvPr>
          <p:cNvSpPr txBox="1"/>
          <p:nvPr/>
        </p:nvSpPr>
        <p:spPr>
          <a:xfrm>
            <a:off x="4093553" y="91794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6ED20B8-F66F-2057-935B-2198C547E044}"/>
              </a:ext>
            </a:extLst>
          </p:cNvPr>
          <p:cNvSpPr/>
          <p:nvPr/>
        </p:nvSpPr>
        <p:spPr>
          <a:xfrm>
            <a:off x="4453333" y="97252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3FD4D0-B1C2-98F8-BDB4-1B62E02A0C8C}"/>
              </a:ext>
            </a:extLst>
          </p:cNvPr>
          <p:cNvSpPr txBox="1"/>
          <p:nvPr/>
        </p:nvSpPr>
        <p:spPr>
          <a:xfrm>
            <a:off x="556111" y="991095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C91CF9A-B5DC-C9EF-F66C-BC597490AFDC}"/>
              </a:ext>
            </a:extLst>
          </p:cNvPr>
          <p:cNvSpPr/>
          <p:nvPr/>
        </p:nvSpPr>
        <p:spPr>
          <a:xfrm>
            <a:off x="855445" y="98412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0,81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4E24416-C7DB-776D-120E-DC57D6672724}"/>
              </a:ext>
            </a:extLst>
          </p:cNvPr>
          <p:cNvSpPr/>
          <p:nvPr/>
        </p:nvSpPr>
        <p:spPr>
          <a:xfrm>
            <a:off x="1939736" y="1530493"/>
            <a:ext cx="2015006" cy="3085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үч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632AD4-17EB-DA00-84B3-AB9AB6D4D4D9}"/>
              </a:ext>
            </a:extLst>
          </p:cNvPr>
          <p:cNvSpPr txBox="1"/>
          <p:nvPr/>
        </p:nvSpPr>
        <p:spPr>
          <a:xfrm>
            <a:off x="1609184" y="147591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E467AD-02AD-7BFE-E2C7-384F076D9A4B}"/>
              </a:ext>
            </a:extLst>
          </p:cNvPr>
          <p:cNvSpPr txBox="1"/>
          <p:nvPr/>
        </p:nvSpPr>
        <p:spPr>
          <a:xfrm>
            <a:off x="4067641" y="148468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515F6C4-11EE-A3C3-456F-F378BDE31DFB}"/>
              </a:ext>
            </a:extLst>
          </p:cNvPr>
          <p:cNvSpPr/>
          <p:nvPr/>
        </p:nvSpPr>
        <p:spPr>
          <a:xfrm>
            <a:off x="4453333" y="154614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CF1474-E65A-42E1-D9D5-B4FD5B70D4C4}"/>
              </a:ext>
            </a:extLst>
          </p:cNvPr>
          <p:cNvSpPr txBox="1"/>
          <p:nvPr/>
        </p:nvSpPr>
        <p:spPr>
          <a:xfrm>
            <a:off x="556111" y="153746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14F8849-2405-4E7A-9003-FFBB53EBBC13}"/>
              </a:ext>
            </a:extLst>
          </p:cNvPr>
          <p:cNvSpPr/>
          <p:nvPr/>
        </p:nvSpPr>
        <p:spPr>
          <a:xfrm>
            <a:off x="855445" y="153049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0,8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9715C46-4839-7484-EB9E-96E4F2EDD59E}"/>
              </a:ext>
            </a:extLst>
          </p:cNvPr>
          <p:cNvSpPr/>
          <p:nvPr/>
        </p:nvSpPr>
        <p:spPr>
          <a:xfrm>
            <a:off x="1939736" y="2059312"/>
            <a:ext cx="2015006" cy="3085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эки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D3E8B1-ED17-08BE-6CFC-0F49338B11C9}"/>
              </a:ext>
            </a:extLst>
          </p:cNvPr>
          <p:cNvSpPr txBox="1"/>
          <p:nvPr/>
        </p:nvSpPr>
        <p:spPr>
          <a:xfrm>
            <a:off x="1609184" y="202228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9B4373-00AB-7EA5-EE77-46114E5028F6}"/>
              </a:ext>
            </a:extLst>
          </p:cNvPr>
          <p:cNvSpPr txBox="1"/>
          <p:nvPr/>
        </p:nvSpPr>
        <p:spPr>
          <a:xfrm>
            <a:off x="4055014" y="204812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3A365AB-C1D5-E1FF-1A00-5E480987D487}"/>
              </a:ext>
            </a:extLst>
          </p:cNvPr>
          <p:cNvSpPr/>
          <p:nvPr/>
        </p:nvSpPr>
        <p:spPr>
          <a:xfrm>
            <a:off x="4453333" y="206989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3C46A9-6F03-E3F6-5C5E-891EC08E945B}"/>
              </a:ext>
            </a:extLst>
          </p:cNvPr>
          <p:cNvSpPr txBox="1"/>
          <p:nvPr/>
        </p:nvSpPr>
        <p:spPr>
          <a:xfrm>
            <a:off x="556111" y="2083841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44749AE-565A-6B4C-C870-DB3DBF950B38}"/>
              </a:ext>
            </a:extLst>
          </p:cNvPr>
          <p:cNvSpPr/>
          <p:nvPr/>
        </p:nvSpPr>
        <p:spPr>
          <a:xfrm>
            <a:off x="855445" y="207686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0,111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BD4BF71-48A5-A424-A156-AC8EDB45F225}"/>
              </a:ext>
            </a:extLst>
          </p:cNvPr>
          <p:cNvSpPr/>
          <p:nvPr/>
        </p:nvSpPr>
        <p:spPr>
          <a:xfrm>
            <a:off x="1939736" y="2640794"/>
            <a:ext cx="2022164" cy="27339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эки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CA83A1-D68F-D93E-4ABF-4876F50AE0B3}"/>
              </a:ext>
            </a:extLst>
          </p:cNvPr>
          <p:cNvSpPr txBox="1"/>
          <p:nvPr/>
        </p:nvSpPr>
        <p:spPr>
          <a:xfrm>
            <a:off x="1609184" y="256865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9DDE7E-47CC-02BB-DBF0-84946D05D429}"/>
              </a:ext>
            </a:extLst>
          </p:cNvPr>
          <p:cNvSpPr txBox="1"/>
          <p:nvPr/>
        </p:nvSpPr>
        <p:spPr>
          <a:xfrm>
            <a:off x="4066199" y="259731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0C45E7A-E052-93ED-93E9-B0FD41A2659A}"/>
              </a:ext>
            </a:extLst>
          </p:cNvPr>
          <p:cNvSpPr/>
          <p:nvPr/>
        </p:nvSpPr>
        <p:spPr>
          <a:xfrm>
            <a:off x="4454442" y="263889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C9741E-ACF4-BE7A-5DFC-74272A87E355}"/>
              </a:ext>
            </a:extLst>
          </p:cNvPr>
          <p:cNvSpPr txBox="1"/>
          <p:nvPr/>
        </p:nvSpPr>
        <p:spPr>
          <a:xfrm>
            <a:off x="556111" y="263021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903CEEF-2285-BEA2-0352-ECA5046C62BB}"/>
              </a:ext>
            </a:extLst>
          </p:cNvPr>
          <p:cNvSpPr/>
          <p:nvPr/>
        </p:nvSpPr>
        <p:spPr>
          <a:xfrm>
            <a:off x="855445" y="262324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0,19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DD8D7D1-68F9-37F1-05C9-1DD364FA94F1}"/>
              </a:ext>
            </a:extLst>
          </p:cNvPr>
          <p:cNvSpPr/>
          <p:nvPr/>
        </p:nvSpPr>
        <p:spPr>
          <a:xfrm>
            <a:off x="1939736" y="3169920"/>
            <a:ext cx="1982024" cy="290638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жети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25FA40-7F31-3A6F-86A9-5F827563B2A6}"/>
              </a:ext>
            </a:extLst>
          </p:cNvPr>
          <p:cNvSpPr txBox="1"/>
          <p:nvPr/>
        </p:nvSpPr>
        <p:spPr>
          <a:xfrm>
            <a:off x="1609184" y="311503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7C3264-4607-AF88-9066-FAD729226CE9}"/>
              </a:ext>
            </a:extLst>
          </p:cNvPr>
          <p:cNvSpPr txBox="1"/>
          <p:nvPr/>
        </p:nvSpPr>
        <p:spPr>
          <a:xfrm>
            <a:off x="4044081" y="314209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B9F41E6-091D-3D3C-15CE-7EC3C6E8BA71}"/>
              </a:ext>
            </a:extLst>
          </p:cNvPr>
          <p:cNvSpPr/>
          <p:nvPr/>
        </p:nvSpPr>
        <p:spPr>
          <a:xfrm>
            <a:off x="4453333" y="315968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1150D8-E94A-92A2-5BC3-E825BFD8126C}"/>
              </a:ext>
            </a:extLst>
          </p:cNvPr>
          <p:cNvSpPr txBox="1"/>
          <p:nvPr/>
        </p:nvSpPr>
        <p:spPr>
          <a:xfrm>
            <a:off x="556110" y="3176587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71585B3-7A81-0774-F4B6-D533EC89B030}"/>
              </a:ext>
            </a:extLst>
          </p:cNvPr>
          <p:cNvSpPr/>
          <p:nvPr/>
        </p:nvSpPr>
        <p:spPr>
          <a:xfrm>
            <a:off x="855445" y="3169614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1,8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048FCA8-0E51-3656-7C9D-0A33ABE5C450}"/>
              </a:ext>
            </a:extLst>
          </p:cNvPr>
          <p:cNvSpPr/>
          <p:nvPr/>
        </p:nvSpPr>
        <p:spPr>
          <a:xfrm>
            <a:off x="1939735" y="3715985"/>
            <a:ext cx="1982024" cy="29094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он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2EE265-DB53-EF29-E62B-9D2062910CF4}"/>
              </a:ext>
            </a:extLst>
          </p:cNvPr>
          <p:cNvSpPr txBox="1"/>
          <p:nvPr/>
        </p:nvSpPr>
        <p:spPr>
          <a:xfrm>
            <a:off x="1609184" y="366140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38DD19-1CFB-0A9E-34E3-A18B47188EA0}"/>
              </a:ext>
            </a:extLst>
          </p:cNvPr>
          <p:cNvSpPr txBox="1"/>
          <p:nvPr/>
        </p:nvSpPr>
        <p:spPr>
          <a:xfrm>
            <a:off x="4066198" y="366140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E24230A-0E51-3A00-C6A6-6A62EB7EDA84}"/>
              </a:ext>
            </a:extLst>
          </p:cNvPr>
          <p:cNvSpPr/>
          <p:nvPr/>
        </p:nvSpPr>
        <p:spPr>
          <a:xfrm>
            <a:off x="4454886" y="370605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810874-08B3-26EA-85D8-F7D5FCA7934E}"/>
              </a:ext>
            </a:extLst>
          </p:cNvPr>
          <p:cNvSpPr txBox="1"/>
          <p:nvPr/>
        </p:nvSpPr>
        <p:spPr>
          <a:xfrm>
            <a:off x="556111" y="3722960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9F2AE25-5F89-5931-94C2-236EBB03E93C}"/>
              </a:ext>
            </a:extLst>
          </p:cNvPr>
          <p:cNvSpPr/>
          <p:nvPr/>
        </p:nvSpPr>
        <p:spPr>
          <a:xfrm>
            <a:off x="855445" y="371598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2,02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B1E0CCC-8B60-C161-C2A2-CC999D0D8C80}"/>
              </a:ext>
            </a:extLst>
          </p:cNvPr>
          <p:cNvSpPr/>
          <p:nvPr/>
        </p:nvSpPr>
        <p:spPr>
          <a:xfrm>
            <a:off x="1939735" y="4279913"/>
            <a:ext cx="1982024" cy="27339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жети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CAD4DD-00B4-6C66-FCEA-AE1E4445BA60}"/>
              </a:ext>
            </a:extLst>
          </p:cNvPr>
          <p:cNvSpPr txBox="1"/>
          <p:nvPr/>
        </p:nvSpPr>
        <p:spPr>
          <a:xfrm>
            <a:off x="1609184" y="420777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FB6077-3BD5-4BBC-2A33-25CB012FB4B6}"/>
              </a:ext>
            </a:extLst>
          </p:cNvPr>
          <p:cNvSpPr txBox="1"/>
          <p:nvPr/>
        </p:nvSpPr>
        <p:spPr>
          <a:xfrm>
            <a:off x="4093563" y="416771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742BE82-7732-4404-BB53-A0C0B24B4E6E}"/>
              </a:ext>
            </a:extLst>
          </p:cNvPr>
          <p:cNvSpPr/>
          <p:nvPr/>
        </p:nvSpPr>
        <p:spPr>
          <a:xfrm>
            <a:off x="4463492" y="421153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323DD7-8281-CA7F-6BD8-75B0DE38E9C1}"/>
              </a:ext>
            </a:extLst>
          </p:cNvPr>
          <p:cNvSpPr txBox="1"/>
          <p:nvPr/>
        </p:nvSpPr>
        <p:spPr>
          <a:xfrm>
            <a:off x="556111" y="4269333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8D00657-6FA9-25F1-F770-CA18A131AF79}"/>
              </a:ext>
            </a:extLst>
          </p:cNvPr>
          <p:cNvSpPr/>
          <p:nvPr/>
        </p:nvSpPr>
        <p:spPr>
          <a:xfrm>
            <a:off x="855445" y="426236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2,99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7332DC7-B165-F468-F1A3-CED96372DD5F}"/>
              </a:ext>
            </a:extLst>
          </p:cNvPr>
          <p:cNvSpPr/>
          <p:nvPr/>
        </p:nvSpPr>
        <p:spPr>
          <a:xfrm>
            <a:off x="1387286" y="4788115"/>
            <a:ext cx="1894394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үч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F77BFE-A816-AAE4-81D4-782F1F698F87}"/>
              </a:ext>
            </a:extLst>
          </p:cNvPr>
          <p:cNvSpPr txBox="1"/>
          <p:nvPr/>
        </p:nvSpPr>
        <p:spPr>
          <a:xfrm>
            <a:off x="1056734" y="47541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AF1AF6-E473-A4C6-6F1C-2A13B8426A87}"/>
              </a:ext>
            </a:extLst>
          </p:cNvPr>
          <p:cNvSpPr txBox="1"/>
          <p:nvPr/>
        </p:nvSpPr>
        <p:spPr>
          <a:xfrm>
            <a:off x="5939511" y="472472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2A520BE3-8247-8140-B3B8-DBEC29CF4519}"/>
              </a:ext>
            </a:extLst>
          </p:cNvPr>
          <p:cNvSpPr/>
          <p:nvPr/>
        </p:nvSpPr>
        <p:spPr>
          <a:xfrm>
            <a:off x="6352777" y="475415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2A7E3B-4865-2DB5-986F-C1B5E2766E45}"/>
              </a:ext>
            </a:extLst>
          </p:cNvPr>
          <p:cNvSpPr txBox="1"/>
          <p:nvPr/>
        </p:nvSpPr>
        <p:spPr>
          <a:xfrm>
            <a:off x="3660" y="481570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9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B2B6A55-3FBE-30C8-8EF4-9F794B17828C}"/>
              </a:ext>
            </a:extLst>
          </p:cNvPr>
          <p:cNvSpPr/>
          <p:nvPr/>
        </p:nvSpPr>
        <p:spPr>
          <a:xfrm>
            <a:off x="302995" y="48087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0,25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B5CD8A5-3980-EFB8-6D05-8BA344D13091}"/>
              </a:ext>
            </a:extLst>
          </p:cNvPr>
          <p:cNvSpPr/>
          <p:nvPr/>
        </p:nvSpPr>
        <p:spPr>
          <a:xfrm>
            <a:off x="1387285" y="5355104"/>
            <a:ext cx="1925823" cy="29094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беш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F0677A-479C-AF85-E281-E79C2AC0EB3C}"/>
              </a:ext>
            </a:extLst>
          </p:cNvPr>
          <p:cNvSpPr txBox="1"/>
          <p:nvPr/>
        </p:nvSpPr>
        <p:spPr>
          <a:xfrm>
            <a:off x="1056734" y="53005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7EA67B3-B12D-B8B0-E367-D75B8E6F611B}"/>
              </a:ext>
            </a:extLst>
          </p:cNvPr>
          <p:cNvSpPr txBox="1"/>
          <p:nvPr/>
        </p:nvSpPr>
        <p:spPr>
          <a:xfrm>
            <a:off x="5949258" y="53005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49068FAB-C112-ECA8-6303-6F32406DB96B}"/>
              </a:ext>
            </a:extLst>
          </p:cNvPr>
          <p:cNvSpPr/>
          <p:nvPr/>
        </p:nvSpPr>
        <p:spPr>
          <a:xfrm>
            <a:off x="6352777" y="53481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0E9D499-667C-F0C7-B607-E3D55B03F400}"/>
              </a:ext>
            </a:extLst>
          </p:cNvPr>
          <p:cNvSpPr txBox="1"/>
          <p:nvPr/>
        </p:nvSpPr>
        <p:spPr>
          <a:xfrm>
            <a:off x="-35614" y="5362079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10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4BD9519F-BD06-DE3F-777B-D0871C4EF7A1}"/>
              </a:ext>
            </a:extLst>
          </p:cNvPr>
          <p:cNvSpPr/>
          <p:nvPr/>
        </p:nvSpPr>
        <p:spPr>
          <a:xfrm>
            <a:off x="302995" y="535510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1,25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B6F49A8-32BA-40F3-38B8-2037217B1043}"/>
              </a:ext>
            </a:extLst>
          </p:cNvPr>
          <p:cNvSpPr/>
          <p:nvPr/>
        </p:nvSpPr>
        <p:spPr>
          <a:xfrm>
            <a:off x="1387285" y="5880860"/>
            <a:ext cx="1894395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алты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6F367B-89B6-D774-E1C2-A6DBFDB71AE4}"/>
              </a:ext>
            </a:extLst>
          </p:cNvPr>
          <p:cNvSpPr txBox="1"/>
          <p:nvPr/>
        </p:nvSpPr>
        <p:spPr>
          <a:xfrm>
            <a:off x="1056734" y="584689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D2457BD-E428-2B8C-C252-1FBD73E77647}"/>
              </a:ext>
            </a:extLst>
          </p:cNvPr>
          <p:cNvSpPr txBox="1"/>
          <p:nvPr/>
        </p:nvSpPr>
        <p:spPr>
          <a:xfrm>
            <a:off x="5949258" y="584689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9B953027-874F-EE2F-ED67-39835749C73A}"/>
              </a:ext>
            </a:extLst>
          </p:cNvPr>
          <p:cNvSpPr/>
          <p:nvPr/>
        </p:nvSpPr>
        <p:spPr>
          <a:xfrm>
            <a:off x="6352777" y="584972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FD7F4DA-D0AD-2953-FF19-D7F8FB352F3D}"/>
              </a:ext>
            </a:extLst>
          </p:cNvPr>
          <p:cNvSpPr txBox="1"/>
          <p:nvPr/>
        </p:nvSpPr>
        <p:spPr>
          <a:xfrm>
            <a:off x="-35613" y="5908452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11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6C395F20-BA04-54D6-46B1-E2C217134329}"/>
              </a:ext>
            </a:extLst>
          </p:cNvPr>
          <p:cNvSpPr/>
          <p:nvPr/>
        </p:nvSpPr>
        <p:spPr>
          <a:xfrm>
            <a:off x="302995" y="590147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0,82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751BA0C-6C3C-E1E9-03CD-3148FE4F40F9}"/>
              </a:ext>
            </a:extLst>
          </p:cNvPr>
          <p:cNvSpPr/>
          <p:nvPr/>
        </p:nvSpPr>
        <p:spPr>
          <a:xfrm>
            <a:off x="1387286" y="6427233"/>
            <a:ext cx="1894394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жети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29AEC56-4A96-6BD8-7EEB-6156BB0814E6}"/>
              </a:ext>
            </a:extLst>
          </p:cNvPr>
          <p:cNvSpPr txBox="1"/>
          <p:nvPr/>
        </p:nvSpPr>
        <p:spPr>
          <a:xfrm>
            <a:off x="1056734" y="639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B3B9404-7461-5483-F0E2-4031FB2BCA9D}"/>
              </a:ext>
            </a:extLst>
          </p:cNvPr>
          <p:cNvSpPr txBox="1"/>
          <p:nvPr/>
        </p:nvSpPr>
        <p:spPr>
          <a:xfrm>
            <a:off x="5939510" y="645482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6BE98D7D-7D81-0A7F-D5AB-19BFC11FE6FE}"/>
              </a:ext>
            </a:extLst>
          </p:cNvPr>
          <p:cNvSpPr/>
          <p:nvPr/>
        </p:nvSpPr>
        <p:spPr>
          <a:xfrm>
            <a:off x="6352777" y="645804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B89906B-F787-8749-8409-5CF961BB6D6E}"/>
              </a:ext>
            </a:extLst>
          </p:cNvPr>
          <p:cNvSpPr txBox="1"/>
          <p:nvPr/>
        </p:nvSpPr>
        <p:spPr>
          <a:xfrm>
            <a:off x="-35614" y="645482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0D6D3D2D-43EB-70C8-0A4E-630E03E77408}"/>
              </a:ext>
            </a:extLst>
          </p:cNvPr>
          <p:cNvSpPr/>
          <p:nvPr/>
        </p:nvSpPr>
        <p:spPr>
          <a:xfrm>
            <a:off x="302995" y="644785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1,78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498CE73D-B1C8-E33C-99B5-8D8BA6F0E1BC}"/>
              </a:ext>
            </a:extLst>
          </p:cNvPr>
          <p:cNvSpPr/>
          <p:nvPr/>
        </p:nvSpPr>
        <p:spPr>
          <a:xfrm>
            <a:off x="3816988" y="4764882"/>
            <a:ext cx="2022164" cy="30338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эки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A9BF50A-31C9-C37E-23E6-0699910B9710}"/>
              </a:ext>
            </a:extLst>
          </p:cNvPr>
          <p:cNvSpPr txBox="1"/>
          <p:nvPr/>
        </p:nvSpPr>
        <p:spPr>
          <a:xfrm>
            <a:off x="3403722" y="474384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32F01620-0890-FE53-B9BD-C1191B5BD3B9}"/>
              </a:ext>
            </a:extLst>
          </p:cNvPr>
          <p:cNvSpPr/>
          <p:nvPr/>
        </p:nvSpPr>
        <p:spPr>
          <a:xfrm>
            <a:off x="3816988" y="5362079"/>
            <a:ext cx="2041658" cy="28397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беш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7E53C97-BD63-E352-20EF-AAD7CD785E05}"/>
              </a:ext>
            </a:extLst>
          </p:cNvPr>
          <p:cNvSpPr txBox="1"/>
          <p:nvPr/>
        </p:nvSpPr>
        <p:spPr>
          <a:xfrm>
            <a:off x="3403721" y="52935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EBB32E1E-25D7-A1C5-EC01-EC4E266C1018}"/>
              </a:ext>
            </a:extLst>
          </p:cNvPr>
          <p:cNvSpPr/>
          <p:nvPr/>
        </p:nvSpPr>
        <p:spPr>
          <a:xfrm>
            <a:off x="3816988" y="5938045"/>
            <a:ext cx="2022164" cy="25437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жети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4DFD1FF-BFCA-2EA9-B949-1237318DD660}"/>
              </a:ext>
            </a:extLst>
          </p:cNvPr>
          <p:cNvSpPr txBox="1"/>
          <p:nvPr/>
        </p:nvSpPr>
        <p:spPr>
          <a:xfrm>
            <a:off x="3403721" y="587150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679C1B38-5456-5B49-1B7B-A9801932EF6F}"/>
              </a:ext>
            </a:extLst>
          </p:cNvPr>
          <p:cNvSpPr/>
          <p:nvPr/>
        </p:nvSpPr>
        <p:spPr>
          <a:xfrm>
            <a:off x="3816988" y="6444253"/>
            <a:ext cx="2041658" cy="30473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он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0934E28-A396-01E4-41B1-85BF9FD42CA9}"/>
              </a:ext>
            </a:extLst>
          </p:cNvPr>
          <p:cNvSpPr txBox="1"/>
          <p:nvPr/>
        </p:nvSpPr>
        <p:spPr>
          <a:xfrm>
            <a:off x="3403721" y="639198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048959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1309286" y="-1761"/>
            <a:ext cx="242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Сандар жана сөздөр</a:t>
            </a:r>
            <a:endParaRPr lang="en-GB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FE6450F4-7BD7-09B7-893F-4CB3882F6004}"/>
              </a:ext>
            </a:extLst>
          </p:cNvPr>
          <p:cNvSpPr/>
          <p:nvPr/>
        </p:nvSpPr>
        <p:spPr>
          <a:xfrm>
            <a:off x="1873060" y="437749"/>
            <a:ext cx="289145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C247CCE8-A03E-EC86-A2CD-1AC6F801E4FC}"/>
              </a:ext>
            </a:extLst>
          </p:cNvPr>
          <p:cNvSpPr txBox="1"/>
          <p:nvPr/>
        </p:nvSpPr>
        <p:spPr>
          <a:xfrm>
            <a:off x="1542509" y="38316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780AD77-BA1C-10EA-D239-47142A433E03}"/>
              </a:ext>
            </a:extLst>
          </p:cNvPr>
          <p:cNvSpPr txBox="1"/>
          <p:nvPr/>
        </p:nvSpPr>
        <p:spPr>
          <a:xfrm>
            <a:off x="6645658" y="32161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F85C961D-31CC-EED7-FA9C-02F21E886622}"/>
              </a:ext>
            </a:extLst>
          </p:cNvPr>
          <p:cNvSpPr/>
          <p:nvPr/>
        </p:nvSpPr>
        <p:spPr>
          <a:xfrm>
            <a:off x="6976210" y="38316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CA7C711B-5E5D-CF2C-A931-9A719918C12B}"/>
              </a:ext>
            </a:extLst>
          </p:cNvPr>
          <p:cNvSpPr txBox="1"/>
          <p:nvPr/>
        </p:nvSpPr>
        <p:spPr>
          <a:xfrm>
            <a:off x="489436" y="44472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671E5634-2DAF-2011-3057-D6415DBAEE61}"/>
              </a:ext>
            </a:extLst>
          </p:cNvPr>
          <p:cNvSpPr/>
          <p:nvPr/>
        </p:nvSpPr>
        <p:spPr>
          <a:xfrm>
            <a:off x="788770" y="43774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0,63</a:t>
            </a:r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A758E984-67DC-F87D-A6FC-42B8D4AB47A8}"/>
              </a:ext>
            </a:extLst>
          </p:cNvPr>
          <p:cNvSpPr/>
          <p:nvPr/>
        </p:nvSpPr>
        <p:spPr>
          <a:xfrm>
            <a:off x="1873060" y="938591"/>
            <a:ext cx="289145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5E77199E-C29B-42F5-7BAD-C92161F76403}"/>
              </a:ext>
            </a:extLst>
          </p:cNvPr>
          <p:cNvSpPr txBox="1"/>
          <p:nvPr/>
        </p:nvSpPr>
        <p:spPr>
          <a:xfrm>
            <a:off x="1542509" y="88400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FBD1AC3-5E6E-1DC6-0422-59D98561F54F}"/>
              </a:ext>
            </a:extLst>
          </p:cNvPr>
          <p:cNvSpPr txBox="1"/>
          <p:nvPr/>
        </p:nvSpPr>
        <p:spPr>
          <a:xfrm>
            <a:off x="6645657" y="93859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C851E410-ABF5-448B-F667-6E50F4AF860A}"/>
              </a:ext>
            </a:extLst>
          </p:cNvPr>
          <p:cNvSpPr/>
          <p:nvPr/>
        </p:nvSpPr>
        <p:spPr>
          <a:xfrm>
            <a:off x="6981231" y="945564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CD05B804-35FE-A977-4D1D-4394415E0E29}"/>
              </a:ext>
            </a:extLst>
          </p:cNvPr>
          <p:cNvSpPr txBox="1"/>
          <p:nvPr/>
        </p:nvSpPr>
        <p:spPr>
          <a:xfrm>
            <a:off x="489436" y="94556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79B2874A-5B07-99C6-1AC2-573A6D97F3F0}"/>
              </a:ext>
            </a:extLst>
          </p:cNvPr>
          <p:cNvSpPr/>
          <p:nvPr/>
        </p:nvSpPr>
        <p:spPr>
          <a:xfrm>
            <a:off x="788770" y="93859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2,19</a:t>
            </a: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CE924B42-741D-B13B-ECFF-BC49230A67DE}"/>
              </a:ext>
            </a:extLst>
          </p:cNvPr>
          <p:cNvSpPr/>
          <p:nvPr/>
        </p:nvSpPr>
        <p:spPr>
          <a:xfrm>
            <a:off x="1873061" y="1439433"/>
            <a:ext cx="289145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013320A3-C990-62AD-985F-85774E9A5C74}"/>
              </a:ext>
            </a:extLst>
          </p:cNvPr>
          <p:cNvSpPr txBox="1"/>
          <p:nvPr/>
        </p:nvSpPr>
        <p:spPr>
          <a:xfrm>
            <a:off x="1542509" y="13848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1622A101-12E0-0392-1453-64C753A7B868}"/>
              </a:ext>
            </a:extLst>
          </p:cNvPr>
          <p:cNvSpPr txBox="1"/>
          <p:nvPr/>
        </p:nvSpPr>
        <p:spPr>
          <a:xfrm>
            <a:off x="6663303" y="13848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78AFBEA4-2729-59E1-77AF-37549A5F89B0}"/>
              </a:ext>
            </a:extLst>
          </p:cNvPr>
          <p:cNvSpPr/>
          <p:nvPr/>
        </p:nvSpPr>
        <p:spPr>
          <a:xfrm>
            <a:off x="6979826" y="14394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91BDD264-94CB-C5F0-879D-1B1BAB2E766F}"/>
              </a:ext>
            </a:extLst>
          </p:cNvPr>
          <p:cNvSpPr txBox="1"/>
          <p:nvPr/>
        </p:nvSpPr>
        <p:spPr>
          <a:xfrm>
            <a:off x="489436" y="144640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DA51FA4B-841F-05D8-999C-13C56ABFC6E3}"/>
              </a:ext>
            </a:extLst>
          </p:cNvPr>
          <p:cNvSpPr/>
          <p:nvPr/>
        </p:nvSpPr>
        <p:spPr>
          <a:xfrm>
            <a:off x="788770" y="14394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2,1</a:t>
            </a: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F7A90154-329B-35A3-C07B-75EE7B26E544}"/>
              </a:ext>
            </a:extLst>
          </p:cNvPr>
          <p:cNvSpPr/>
          <p:nvPr/>
        </p:nvSpPr>
        <p:spPr>
          <a:xfrm>
            <a:off x="1873060" y="1940275"/>
            <a:ext cx="289145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2AF0BAFD-6D4D-CC75-C9E7-F94D28B2A9D2}"/>
              </a:ext>
            </a:extLst>
          </p:cNvPr>
          <p:cNvSpPr txBox="1"/>
          <p:nvPr/>
        </p:nvSpPr>
        <p:spPr>
          <a:xfrm>
            <a:off x="1542509" y="188569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8018D65-8957-AC04-2185-4FC80C7FF9FC}"/>
              </a:ext>
            </a:extLst>
          </p:cNvPr>
          <p:cNvSpPr txBox="1"/>
          <p:nvPr/>
        </p:nvSpPr>
        <p:spPr>
          <a:xfrm>
            <a:off x="6663303" y="187871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D6924769-6D2A-6446-9E3D-33336506E149}"/>
              </a:ext>
            </a:extLst>
          </p:cNvPr>
          <p:cNvSpPr/>
          <p:nvPr/>
        </p:nvSpPr>
        <p:spPr>
          <a:xfrm>
            <a:off x="6991296" y="193330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D6ACFB44-AED4-3CBF-7C15-3B7AC35CCBE3}"/>
              </a:ext>
            </a:extLst>
          </p:cNvPr>
          <p:cNvSpPr txBox="1"/>
          <p:nvPr/>
        </p:nvSpPr>
        <p:spPr>
          <a:xfrm>
            <a:off x="489436" y="194724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D7F9EC1B-4BC8-4F15-8A9A-9772DD685DB9}"/>
              </a:ext>
            </a:extLst>
          </p:cNvPr>
          <p:cNvSpPr/>
          <p:nvPr/>
        </p:nvSpPr>
        <p:spPr>
          <a:xfrm>
            <a:off x="788770" y="194027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0,37</a:t>
            </a: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F852FC91-2B10-51BB-71A5-FED1B5D9332E}"/>
              </a:ext>
            </a:extLst>
          </p:cNvPr>
          <p:cNvSpPr/>
          <p:nvPr/>
        </p:nvSpPr>
        <p:spPr>
          <a:xfrm>
            <a:off x="1873061" y="2441117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4CDD1CBD-DF9B-06E8-44C4-BAB589E872DF}"/>
              </a:ext>
            </a:extLst>
          </p:cNvPr>
          <p:cNvSpPr txBox="1"/>
          <p:nvPr/>
        </p:nvSpPr>
        <p:spPr>
          <a:xfrm>
            <a:off x="1542509" y="238653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3C70D00A-0F08-C7B9-E3BD-27AB1C199BDE}"/>
              </a:ext>
            </a:extLst>
          </p:cNvPr>
          <p:cNvSpPr txBox="1"/>
          <p:nvPr/>
        </p:nvSpPr>
        <p:spPr>
          <a:xfrm>
            <a:off x="6663302" y="241835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F6C2642B-8976-C08D-7DF2-B3F9525F07BB}"/>
              </a:ext>
            </a:extLst>
          </p:cNvPr>
          <p:cNvSpPr/>
          <p:nvPr/>
        </p:nvSpPr>
        <p:spPr>
          <a:xfrm>
            <a:off x="6976210" y="244111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E71C6EB-5BBE-0B08-E7A9-4D1F243D7CBD}"/>
              </a:ext>
            </a:extLst>
          </p:cNvPr>
          <p:cNvSpPr txBox="1"/>
          <p:nvPr/>
        </p:nvSpPr>
        <p:spPr>
          <a:xfrm>
            <a:off x="489436" y="2448090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3B4881F9-DAF8-E065-B6D4-E4159DFFD40B}"/>
              </a:ext>
            </a:extLst>
          </p:cNvPr>
          <p:cNvSpPr/>
          <p:nvPr/>
        </p:nvSpPr>
        <p:spPr>
          <a:xfrm>
            <a:off x="788770" y="244111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0,19</a:t>
            </a: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C1392AA4-798A-EE54-B3AD-F6E8E7C1FD04}"/>
              </a:ext>
            </a:extLst>
          </p:cNvPr>
          <p:cNvSpPr/>
          <p:nvPr/>
        </p:nvSpPr>
        <p:spPr>
          <a:xfrm>
            <a:off x="1873061" y="2941959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алты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F7CC0CD3-45A4-2C0C-3AD1-255B9018C6A4}"/>
              </a:ext>
            </a:extLst>
          </p:cNvPr>
          <p:cNvSpPr txBox="1"/>
          <p:nvPr/>
        </p:nvSpPr>
        <p:spPr>
          <a:xfrm>
            <a:off x="1542509" y="288737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1EF1201-B757-4DFC-87D4-4C75388C4CE9}"/>
              </a:ext>
            </a:extLst>
          </p:cNvPr>
          <p:cNvSpPr txBox="1"/>
          <p:nvPr/>
        </p:nvSpPr>
        <p:spPr>
          <a:xfrm>
            <a:off x="6663301" y="291761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505F8B3E-76E2-C106-207D-F3F2EA9BA404}"/>
              </a:ext>
            </a:extLst>
          </p:cNvPr>
          <p:cNvSpPr/>
          <p:nvPr/>
        </p:nvSpPr>
        <p:spPr>
          <a:xfrm>
            <a:off x="6991296" y="293498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34656C1F-D769-F4EA-2470-7F4C833F462A}"/>
              </a:ext>
            </a:extLst>
          </p:cNvPr>
          <p:cNvSpPr txBox="1"/>
          <p:nvPr/>
        </p:nvSpPr>
        <p:spPr>
          <a:xfrm>
            <a:off x="489435" y="294893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7F038C2A-70AD-2A8B-A545-F7924E4377CD}"/>
              </a:ext>
            </a:extLst>
          </p:cNvPr>
          <p:cNvSpPr/>
          <p:nvPr/>
        </p:nvSpPr>
        <p:spPr>
          <a:xfrm>
            <a:off x="788770" y="294195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2,35</a:t>
            </a:r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C07F7009-4D38-763D-5736-D237DCF17CD6}"/>
              </a:ext>
            </a:extLst>
          </p:cNvPr>
          <p:cNvSpPr/>
          <p:nvPr/>
        </p:nvSpPr>
        <p:spPr>
          <a:xfrm>
            <a:off x="1873060" y="3442801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бир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D6102652-8662-DA6F-91A2-85BCF6D47652}"/>
              </a:ext>
            </a:extLst>
          </p:cNvPr>
          <p:cNvSpPr txBox="1"/>
          <p:nvPr/>
        </p:nvSpPr>
        <p:spPr>
          <a:xfrm>
            <a:off x="1542509" y="338821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D365C014-ACB1-F4E7-EE61-A35BEEE5AC34}"/>
              </a:ext>
            </a:extLst>
          </p:cNvPr>
          <p:cNvSpPr txBox="1"/>
          <p:nvPr/>
        </p:nvSpPr>
        <p:spPr>
          <a:xfrm>
            <a:off x="6633548" y="340791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CDDDE2C0-271F-D937-1801-5F8EE69BFB83}"/>
              </a:ext>
            </a:extLst>
          </p:cNvPr>
          <p:cNvSpPr/>
          <p:nvPr/>
        </p:nvSpPr>
        <p:spPr>
          <a:xfrm>
            <a:off x="6996317" y="344280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773DD5CB-AF41-AC11-B6E5-E2C707955611}"/>
              </a:ext>
            </a:extLst>
          </p:cNvPr>
          <p:cNvSpPr txBox="1"/>
          <p:nvPr/>
        </p:nvSpPr>
        <p:spPr>
          <a:xfrm>
            <a:off x="489436" y="344977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2" name="Rectangle: Rounded Corners 201">
            <a:extLst>
              <a:ext uri="{FF2B5EF4-FFF2-40B4-BE49-F238E27FC236}">
                <a16:creationId xmlns:a16="http://schemas.microsoft.com/office/drawing/2014/main" id="{21E37B3B-16C2-398E-400A-88DFE800C7E1}"/>
              </a:ext>
            </a:extLst>
          </p:cNvPr>
          <p:cNvSpPr/>
          <p:nvPr/>
        </p:nvSpPr>
        <p:spPr>
          <a:xfrm>
            <a:off x="788770" y="344280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5,3</a:t>
            </a:r>
          </a:p>
        </p:txBody>
      </p:sp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D4406332-2672-3B38-F089-92BC52AC5DC8}"/>
              </a:ext>
            </a:extLst>
          </p:cNvPr>
          <p:cNvSpPr/>
          <p:nvPr/>
        </p:nvSpPr>
        <p:spPr>
          <a:xfrm>
            <a:off x="1890705" y="6447851"/>
            <a:ext cx="2224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онбир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7FE5FB92-66CC-24B6-DF55-B34232C1AA6E}"/>
              </a:ext>
            </a:extLst>
          </p:cNvPr>
          <p:cNvSpPr txBox="1"/>
          <p:nvPr/>
        </p:nvSpPr>
        <p:spPr>
          <a:xfrm>
            <a:off x="1560154" y="639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513A8569-8F97-1367-0E12-902134920635}"/>
              </a:ext>
            </a:extLst>
          </p:cNvPr>
          <p:cNvSpPr txBox="1"/>
          <p:nvPr/>
        </p:nvSpPr>
        <p:spPr>
          <a:xfrm>
            <a:off x="6645656" y="637057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06" name="Rectangle: Rounded Corners 205">
            <a:extLst>
              <a:ext uri="{FF2B5EF4-FFF2-40B4-BE49-F238E27FC236}">
                <a16:creationId xmlns:a16="http://schemas.microsoft.com/office/drawing/2014/main" id="{25BE9A0B-F467-3560-D585-063B8F45253F}"/>
              </a:ext>
            </a:extLst>
          </p:cNvPr>
          <p:cNvSpPr/>
          <p:nvPr/>
        </p:nvSpPr>
        <p:spPr>
          <a:xfrm>
            <a:off x="6976210" y="639326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F2CB477C-085C-8689-1012-F6655D9840F6}"/>
              </a:ext>
            </a:extLst>
          </p:cNvPr>
          <p:cNvSpPr txBox="1"/>
          <p:nvPr/>
        </p:nvSpPr>
        <p:spPr>
          <a:xfrm>
            <a:off x="467807" y="645482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13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91DC09A5-8E2B-77F1-E775-A7DCE688BE0D}"/>
              </a:ext>
            </a:extLst>
          </p:cNvPr>
          <p:cNvSpPr/>
          <p:nvPr/>
        </p:nvSpPr>
        <p:spPr>
          <a:xfrm>
            <a:off x="806415" y="644785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2,1</a:t>
            </a:r>
          </a:p>
        </p:txBody>
      </p: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075CCB97-1EF8-5DA7-F7B9-212DE597C567}"/>
              </a:ext>
            </a:extLst>
          </p:cNvPr>
          <p:cNvSpPr/>
          <p:nvPr/>
        </p:nvSpPr>
        <p:spPr>
          <a:xfrm>
            <a:off x="1349185" y="3943643"/>
            <a:ext cx="187992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37057464-4639-19C8-440C-9E0E109B793F}"/>
              </a:ext>
            </a:extLst>
          </p:cNvPr>
          <p:cNvSpPr txBox="1"/>
          <p:nvPr/>
        </p:nvSpPr>
        <p:spPr>
          <a:xfrm>
            <a:off x="1018634" y="388906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C4A933C6-BB7E-E5E5-B50F-E7CDA316F721}"/>
              </a:ext>
            </a:extLst>
          </p:cNvPr>
          <p:cNvSpPr txBox="1"/>
          <p:nvPr/>
        </p:nvSpPr>
        <p:spPr>
          <a:xfrm>
            <a:off x="6633547" y="388906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23E51570-4046-1A70-DAC0-F71F598FF1BE}"/>
              </a:ext>
            </a:extLst>
          </p:cNvPr>
          <p:cNvSpPr/>
          <p:nvPr/>
        </p:nvSpPr>
        <p:spPr>
          <a:xfrm>
            <a:off x="6991296" y="395118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4EEC879-55A5-8312-5EDA-CD9070AC1796}"/>
              </a:ext>
            </a:extLst>
          </p:cNvPr>
          <p:cNvSpPr txBox="1"/>
          <p:nvPr/>
        </p:nvSpPr>
        <p:spPr>
          <a:xfrm>
            <a:off x="-34439" y="39506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4BDE90D4-33D5-A2F6-6CE0-47D9F8A889AC}"/>
              </a:ext>
            </a:extLst>
          </p:cNvPr>
          <p:cNvSpPr/>
          <p:nvPr/>
        </p:nvSpPr>
        <p:spPr>
          <a:xfrm>
            <a:off x="264895" y="394364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0,35</a:t>
            </a:r>
          </a:p>
        </p:txBody>
      </p:sp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31F59CD8-AB23-451E-9AE0-8BCD13AA613F}"/>
              </a:ext>
            </a:extLst>
          </p:cNvPr>
          <p:cNvSpPr/>
          <p:nvPr/>
        </p:nvSpPr>
        <p:spPr>
          <a:xfrm>
            <a:off x="3765061" y="3936670"/>
            <a:ext cx="181300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9A6DF624-0923-2CA6-C984-7C33E0FF1EE0}"/>
              </a:ext>
            </a:extLst>
          </p:cNvPr>
          <p:cNvSpPr txBox="1"/>
          <p:nvPr/>
        </p:nvSpPr>
        <p:spPr>
          <a:xfrm>
            <a:off x="3367588" y="387597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15" name="Rectangle: Rounded Corners 214">
            <a:extLst>
              <a:ext uri="{FF2B5EF4-FFF2-40B4-BE49-F238E27FC236}">
                <a16:creationId xmlns:a16="http://schemas.microsoft.com/office/drawing/2014/main" id="{0F52615E-575E-5685-E9B5-8808FB177AFB}"/>
              </a:ext>
            </a:extLst>
          </p:cNvPr>
          <p:cNvSpPr/>
          <p:nvPr/>
        </p:nvSpPr>
        <p:spPr>
          <a:xfrm>
            <a:off x="1349186" y="4444485"/>
            <a:ext cx="187992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BEA8A7B6-6094-43AE-E9EF-C2411996F7F8}"/>
              </a:ext>
            </a:extLst>
          </p:cNvPr>
          <p:cNvSpPr txBox="1"/>
          <p:nvPr/>
        </p:nvSpPr>
        <p:spPr>
          <a:xfrm>
            <a:off x="1018634" y="438990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06798B1-8D11-F2B2-D17D-C62E0AD881D2}"/>
              </a:ext>
            </a:extLst>
          </p:cNvPr>
          <p:cNvSpPr txBox="1"/>
          <p:nvPr/>
        </p:nvSpPr>
        <p:spPr>
          <a:xfrm>
            <a:off x="6645657" y="440116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F2C63A2F-6D2E-CAB9-5BB9-08132D6A1B5C}"/>
              </a:ext>
            </a:extLst>
          </p:cNvPr>
          <p:cNvSpPr/>
          <p:nvPr/>
        </p:nvSpPr>
        <p:spPr>
          <a:xfrm>
            <a:off x="6991296" y="444448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37A68CA2-6071-414E-60E7-ED0A6C54410F}"/>
              </a:ext>
            </a:extLst>
          </p:cNvPr>
          <p:cNvSpPr txBox="1"/>
          <p:nvPr/>
        </p:nvSpPr>
        <p:spPr>
          <a:xfrm>
            <a:off x="-34440" y="445145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9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20" name="Rectangle: Rounded Corners 219">
            <a:extLst>
              <a:ext uri="{FF2B5EF4-FFF2-40B4-BE49-F238E27FC236}">
                <a16:creationId xmlns:a16="http://schemas.microsoft.com/office/drawing/2014/main" id="{18C8CCE1-EC20-3D34-92AF-9A15D85CD99D}"/>
              </a:ext>
            </a:extLst>
          </p:cNvPr>
          <p:cNvSpPr/>
          <p:nvPr/>
        </p:nvSpPr>
        <p:spPr>
          <a:xfrm>
            <a:off x="264895" y="444448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2,47</a:t>
            </a:r>
          </a:p>
        </p:txBody>
      </p:sp>
      <p:sp>
        <p:nvSpPr>
          <p:cNvPr id="235" name="Rectangle: Rounded Corners 234">
            <a:extLst>
              <a:ext uri="{FF2B5EF4-FFF2-40B4-BE49-F238E27FC236}">
                <a16:creationId xmlns:a16="http://schemas.microsoft.com/office/drawing/2014/main" id="{CBFF4B36-485D-E847-186D-2660C10AC92D}"/>
              </a:ext>
            </a:extLst>
          </p:cNvPr>
          <p:cNvSpPr/>
          <p:nvPr/>
        </p:nvSpPr>
        <p:spPr>
          <a:xfrm>
            <a:off x="3765060" y="4444485"/>
            <a:ext cx="181300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сегиз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83832D8C-DE58-9300-4298-655FBE5C2AFC}"/>
              </a:ext>
            </a:extLst>
          </p:cNvPr>
          <p:cNvSpPr txBox="1"/>
          <p:nvPr/>
        </p:nvSpPr>
        <p:spPr>
          <a:xfrm>
            <a:off x="3367587" y="441064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860A448E-62F0-FF78-14F7-D0D182C2EB06}"/>
              </a:ext>
            </a:extLst>
          </p:cNvPr>
          <p:cNvSpPr/>
          <p:nvPr/>
        </p:nvSpPr>
        <p:spPr>
          <a:xfrm>
            <a:off x="1349185" y="4945327"/>
            <a:ext cx="187992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беш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D1C8739E-C77A-F7C3-E774-23833C315287}"/>
              </a:ext>
            </a:extLst>
          </p:cNvPr>
          <p:cNvSpPr txBox="1"/>
          <p:nvPr/>
        </p:nvSpPr>
        <p:spPr>
          <a:xfrm>
            <a:off x="1018634" y="489074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6988E666-1621-FA58-5419-E5B3880BFEFC}"/>
              </a:ext>
            </a:extLst>
          </p:cNvPr>
          <p:cNvSpPr txBox="1"/>
          <p:nvPr/>
        </p:nvSpPr>
        <p:spPr>
          <a:xfrm>
            <a:off x="6645656" y="491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9FBE4102-1F1B-656E-E31D-1500CD387D70}"/>
              </a:ext>
            </a:extLst>
          </p:cNvPr>
          <p:cNvSpPr/>
          <p:nvPr/>
        </p:nvSpPr>
        <p:spPr>
          <a:xfrm>
            <a:off x="6991296" y="494532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62232E89-E510-03D6-7ACA-19F9A6C4842A}"/>
              </a:ext>
            </a:extLst>
          </p:cNvPr>
          <p:cNvSpPr txBox="1"/>
          <p:nvPr/>
        </p:nvSpPr>
        <p:spPr>
          <a:xfrm>
            <a:off x="-73714" y="4952300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10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26" name="Rectangle: Rounded Corners 225">
            <a:extLst>
              <a:ext uri="{FF2B5EF4-FFF2-40B4-BE49-F238E27FC236}">
                <a16:creationId xmlns:a16="http://schemas.microsoft.com/office/drawing/2014/main" id="{4F129174-CFFC-3E86-EACC-951751703091}"/>
              </a:ext>
            </a:extLst>
          </p:cNvPr>
          <p:cNvSpPr/>
          <p:nvPr/>
        </p:nvSpPr>
        <p:spPr>
          <a:xfrm>
            <a:off x="264895" y="494532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0,96</a:t>
            </a:r>
          </a:p>
        </p:txBody>
      </p: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EBC117E1-AD41-1627-858B-10E40CEA2BCF}"/>
              </a:ext>
            </a:extLst>
          </p:cNvPr>
          <p:cNvSpPr/>
          <p:nvPr/>
        </p:nvSpPr>
        <p:spPr>
          <a:xfrm>
            <a:off x="3765060" y="4952300"/>
            <a:ext cx="180347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6191BD60-FC78-1B10-EA7F-AB473243CAF9}"/>
              </a:ext>
            </a:extLst>
          </p:cNvPr>
          <p:cNvSpPr txBox="1"/>
          <p:nvPr/>
        </p:nvSpPr>
        <p:spPr>
          <a:xfrm>
            <a:off x="3367587" y="489051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227" name="Rectangle: Rounded Corners 226">
            <a:extLst>
              <a:ext uri="{FF2B5EF4-FFF2-40B4-BE49-F238E27FC236}">
                <a16:creationId xmlns:a16="http://schemas.microsoft.com/office/drawing/2014/main" id="{2E157296-519E-71A8-AED4-F29B0C2D787E}"/>
              </a:ext>
            </a:extLst>
          </p:cNvPr>
          <p:cNvSpPr/>
          <p:nvPr/>
        </p:nvSpPr>
        <p:spPr>
          <a:xfrm>
            <a:off x="1349186" y="5446169"/>
            <a:ext cx="1876722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BABFD69B-F887-7D03-B2B2-830AC4FA75B4}"/>
              </a:ext>
            </a:extLst>
          </p:cNvPr>
          <p:cNvSpPr txBox="1"/>
          <p:nvPr/>
        </p:nvSpPr>
        <p:spPr>
          <a:xfrm>
            <a:off x="1018634" y="539158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5BC785C1-66F6-A1B0-97A8-B68B3C2591AF}"/>
              </a:ext>
            </a:extLst>
          </p:cNvPr>
          <p:cNvSpPr txBox="1"/>
          <p:nvPr/>
        </p:nvSpPr>
        <p:spPr>
          <a:xfrm>
            <a:off x="6633546" y="544616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30" name="Rectangle: Rounded Corners 229">
            <a:extLst>
              <a:ext uri="{FF2B5EF4-FFF2-40B4-BE49-F238E27FC236}">
                <a16:creationId xmlns:a16="http://schemas.microsoft.com/office/drawing/2014/main" id="{77436F10-E715-FFB3-3AC3-F5C12A6FE35A}"/>
              </a:ext>
            </a:extLst>
          </p:cNvPr>
          <p:cNvSpPr/>
          <p:nvPr/>
        </p:nvSpPr>
        <p:spPr>
          <a:xfrm>
            <a:off x="6976210" y="544616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853E4654-DD87-84A6-27E2-37A2CD152EE0}"/>
              </a:ext>
            </a:extLst>
          </p:cNvPr>
          <p:cNvSpPr txBox="1"/>
          <p:nvPr/>
        </p:nvSpPr>
        <p:spPr>
          <a:xfrm>
            <a:off x="-73713" y="5453142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11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39F5F106-F621-8E35-DE95-F63581B51C44}"/>
              </a:ext>
            </a:extLst>
          </p:cNvPr>
          <p:cNvSpPr/>
          <p:nvPr/>
        </p:nvSpPr>
        <p:spPr>
          <a:xfrm>
            <a:off x="264895" y="544616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2,54</a:t>
            </a:r>
          </a:p>
        </p:txBody>
      </p:sp>
      <p:sp>
        <p:nvSpPr>
          <p:cNvPr id="239" name="Rectangle: Rounded Corners 238">
            <a:extLst>
              <a:ext uri="{FF2B5EF4-FFF2-40B4-BE49-F238E27FC236}">
                <a16:creationId xmlns:a16="http://schemas.microsoft.com/office/drawing/2014/main" id="{72CF9DCE-5763-6656-161F-5CF9AD0D9B0A}"/>
              </a:ext>
            </a:extLst>
          </p:cNvPr>
          <p:cNvSpPr/>
          <p:nvPr/>
        </p:nvSpPr>
        <p:spPr>
          <a:xfrm>
            <a:off x="3765059" y="5459101"/>
            <a:ext cx="181300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7AA78CB6-B622-45DE-C26C-EE637BFE2B7C}"/>
              </a:ext>
            </a:extLst>
          </p:cNvPr>
          <p:cNvSpPr txBox="1"/>
          <p:nvPr/>
        </p:nvSpPr>
        <p:spPr>
          <a:xfrm>
            <a:off x="3367587" y="544616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41" name="Rectangle: Rounded Corners 240">
            <a:extLst>
              <a:ext uri="{FF2B5EF4-FFF2-40B4-BE49-F238E27FC236}">
                <a16:creationId xmlns:a16="http://schemas.microsoft.com/office/drawing/2014/main" id="{F30142D2-5FD9-DF26-6DBD-A0B1AA5051EC}"/>
              </a:ext>
            </a:extLst>
          </p:cNvPr>
          <p:cNvSpPr/>
          <p:nvPr/>
        </p:nvSpPr>
        <p:spPr>
          <a:xfrm>
            <a:off x="1890706" y="5947011"/>
            <a:ext cx="2224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0BA592C5-0EED-E336-4E54-50A7FE867540}"/>
              </a:ext>
            </a:extLst>
          </p:cNvPr>
          <p:cNvSpPr txBox="1"/>
          <p:nvPr/>
        </p:nvSpPr>
        <p:spPr>
          <a:xfrm>
            <a:off x="1560154" y="589242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5AED2012-23DB-280A-2409-AE9B8E9AF01D}"/>
              </a:ext>
            </a:extLst>
          </p:cNvPr>
          <p:cNvSpPr txBox="1"/>
          <p:nvPr/>
        </p:nvSpPr>
        <p:spPr>
          <a:xfrm>
            <a:off x="6663301" y="59120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44" name="Rectangle: Rounded Corners 243">
            <a:extLst>
              <a:ext uri="{FF2B5EF4-FFF2-40B4-BE49-F238E27FC236}">
                <a16:creationId xmlns:a16="http://schemas.microsoft.com/office/drawing/2014/main" id="{47CA6317-DF4C-5FD4-ADB0-442C2415A305}"/>
              </a:ext>
            </a:extLst>
          </p:cNvPr>
          <p:cNvSpPr/>
          <p:nvPr/>
        </p:nvSpPr>
        <p:spPr>
          <a:xfrm>
            <a:off x="6976210" y="594701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AF5A8ECA-64C8-F6A6-386E-B2DF720FD9BA}"/>
              </a:ext>
            </a:extLst>
          </p:cNvPr>
          <p:cNvSpPr txBox="1"/>
          <p:nvPr/>
        </p:nvSpPr>
        <p:spPr>
          <a:xfrm>
            <a:off x="467806" y="595398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BBF53A91-237B-C814-0EEB-D7EE95A8DC4C}"/>
              </a:ext>
            </a:extLst>
          </p:cNvPr>
          <p:cNvSpPr/>
          <p:nvPr/>
        </p:nvSpPr>
        <p:spPr>
          <a:xfrm>
            <a:off x="806415" y="594701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0,2</a:t>
            </a:r>
          </a:p>
        </p:txBody>
      </p:sp>
    </p:spTree>
    <p:extLst>
      <p:ext uri="{BB962C8B-B14F-4D97-AF65-F5344CB8AC3E}">
        <p14:creationId xmlns:p14="http://schemas.microsoft.com/office/powerpoint/2010/main" val="2989708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1270494" y="-1761"/>
            <a:ext cx="242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Сандар жана сөздөр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Bauhaus 93" panose="04030905020B02020C02" pitchFamily="82" charset="0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25118E8-0B37-1A36-5422-B6810B6E9A53}"/>
              </a:ext>
            </a:extLst>
          </p:cNvPr>
          <p:cNvSpPr/>
          <p:nvPr/>
        </p:nvSpPr>
        <p:spPr>
          <a:xfrm>
            <a:off x="1994809" y="422155"/>
            <a:ext cx="1959933" cy="32682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төрт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F2E84D-7C44-ED0E-2684-B347844A331A}"/>
              </a:ext>
            </a:extLst>
          </p:cNvPr>
          <p:cNvSpPr txBox="1"/>
          <p:nvPr/>
        </p:nvSpPr>
        <p:spPr>
          <a:xfrm>
            <a:off x="1609184" y="38316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B45864-BD7C-A628-7C85-C6C79724F96B}"/>
              </a:ext>
            </a:extLst>
          </p:cNvPr>
          <p:cNvSpPr txBox="1"/>
          <p:nvPr/>
        </p:nvSpPr>
        <p:spPr>
          <a:xfrm>
            <a:off x="4093553" y="38025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47E015-FB8E-A1EC-FE21-B2F224063E74}"/>
              </a:ext>
            </a:extLst>
          </p:cNvPr>
          <p:cNvSpPr/>
          <p:nvPr/>
        </p:nvSpPr>
        <p:spPr>
          <a:xfrm>
            <a:off x="4453333" y="422155"/>
            <a:ext cx="736094" cy="32682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0,57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328DC0-6BB3-0C3B-E991-A658F01F243C}"/>
              </a:ext>
            </a:extLst>
          </p:cNvPr>
          <p:cNvSpPr txBox="1"/>
          <p:nvPr/>
        </p:nvSpPr>
        <p:spPr>
          <a:xfrm>
            <a:off x="556111" y="44472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1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EF0B028-11C2-64A9-9C5A-ACF6E3B4E025}"/>
              </a:ext>
            </a:extLst>
          </p:cNvPr>
          <p:cNvSpPr/>
          <p:nvPr/>
        </p:nvSpPr>
        <p:spPr>
          <a:xfrm>
            <a:off x="855445" y="43774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0,17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F9CC5A0-ED51-CE11-960E-D675AF5F9899}"/>
              </a:ext>
            </a:extLst>
          </p:cNvPr>
          <p:cNvSpPr/>
          <p:nvPr/>
        </p:nvSpPr>
        <p:spPr>
          <a:xfrm>
            <a:off x="1939736" y="991095"/>
            <a:ext cx="2022164" cy="28397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эки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D9EBC4-AAEF-EFC4-E85E-DB865F4C73D8}"/>
              </a:ext>
            </a:extLst>
          </p:cNvPr>
          <p:cNvSpPr txBox="1"/>
          <p:nvPr/>
        </p:nvSpPr>
        <p:spPr>
          <a:xfrm>
            <a:off x="1609184" y="92953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01B88D-61B7-598B-2CB6-1159A6B10412}"/>
              </a:ext>
            </a:extLst>
          </p:cNvPr>
          <p:cNvSpPr txBox="1"/>
          <p:nvPr/>
        </p:nvSpPr>
        <p:spPr>
          <a:xfrm>
            <a:off x="4093553" y="91794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B13EC74-3BA2-5FCC-45EF-27A8A590B3CB}"/>
              </a:ext>
            </a:extLst>
          </p:cNvPr>
          <p:cNvSpPr/>
          <p:nvPr/>
        </p:nvSpPr>
        <p:spPr>
          <a:xfrm>
            <a:off x="4453333" y="97252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rgbClr val="0070C0"/>
                </a:solidFill>
              </a:rPr>
              <a:t>0,83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B21C4D-E630-CE8C-2D2A-9CB51D4980E4}"/>
              </a:ext>
            </a:extLst>
          </p:cNvPr>
          <p:cNvSpPr txBox="1"/>
          <p:nvPr/>
        </p:nvSpPr>
        <p:spPr>
          <a:xfrm>
            <a:off x="556111" y="991095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2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D00B9E2-2B3C-2145-1764-8BD60417205B}"/>
              </a:ext>
            </a:extLst>
          </p:cNvPr>
          <p:cNvSpPr/>
          <p:nvPr/>
        </p:nvSpPr>
        <p:spPr>
          <a:xfrm>
            <a:off x="855445" y="98412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0,81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5D87490-0E11-1C68-1002-6FAB38452C83}"/>
              </a:ext>
            </a:extLst>
          </p:cNvPr>
          <p:cNvSpPr/>
          <p:nvPr/>
        </p:nvSpPr>
        <p:spPr>
          <a:xfrm>
            <a:off x="1939736" y="1530493"/>
            <a:ext cx="2015006" cy="3085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E1A9F9-97C4-5DB4-ACAB-0ECD2DA9BA0E}"/>
              </a:ext>
            </a:extLst>
          </p:cNvPr>
          <p:cNvSpPr txBox="1"/>
          <p:nvPr/>
        </p:nvSpPr>
        <p:spPr>
          <a:xfrm>
            <a:off x="1609184" y="147591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CC6ADB-41C5-4D66-BE75-C0944AE35297}"/>
              </a:ext>
            </a:extLst>
          </p:cNvPr>
          <p:cNvSpPr txBox="1"/>
          <p:nvPr/>
        </p:nvSpPr>
        <p:spPr>
          <a:xfrm>
            <a:off x="4067641" y="148468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002E5E5-EED5-5B86-875D-38AF0FC825D1}"/>
              </a:ext>
            </a:extLst>
          </p:cNvPr>
          <p:cNvSpPr/>
          <p:nvPr/>
        </p:nvSpPr>
        <p:spPr>
          <a:xfrm>
            <a:off x="4453333" y="154614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1,2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B25C5B-A629-0B9B-0339-F3C052B891BC}"/>
              </a:ext>
            </a:extLst>
          </p:cNvPr>
          <p:cNvSpPr txBox="1"/>
          <p:nvPr/>
        </p:nvSpPr>
        <p:spPr>
          <a:xfrm>
            <a:off x="556111" y="153746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3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0CAEB52-8F7E-6075-CA59-A836E4D81E32}"/>
              </a:ext>
            </a:extLst>
          </p:cNvPr>
          <p:cNvSpPr/>
          <p:nvPr/>
        </p:nvSpPr>
        <p:spPr>
          <a:xfrm>
            <a:off x="855445" y="153049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0,8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D0C1B87-E993-3C9D-964D-E7DCB33EEC82}"/>
              </a:ext>
            </a:extLst>
          </p:cNvPr>
          <p:cNvSpPr/>
          <p:nvPr/>
        </p:nvSpPr>
        <p:spPr>
          <a:xfrm>
            <a:off x="1939736" y="2059312"/>
            <a:ext cx="2015006" cy="3085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C51673-7BE2-0532-C441-EFB0DFB80551}"/>
              </a:ext>
            </a:extLst>
          </p:cNvPr>
          <p:cNvSpPr txBox="1"/>
          <p:nvPr/>
        </p:nvSpPr>
        <p:spPr>
          <a:xfrm>
            <a:off x="1609184" y="202228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40C4CD-696E-35AA-3B15-C5DCB1576A6F}"/>
              </a:ext>
            </a:extLst>
          </p:cNvPr>
          <p:cNvSpPr txBox="1"/>
          <p:nvPr/>
        </p:nvSpPr>
        <p:spPr>
          <a:xfrm>
            <a:off x="4055014" y="204812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E0A377B4-962B-8F97-7679-C038289A66C5}"/>
              </a:ext>
            </a:extLst>
          </p:cNvPr>
          <p:cNvSpPr/>
          <p:nvPr/>
        </p:nvSpPr>
        <p:spPr>
          <a:xfrm>
            <a:off x="4453333" y="206989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0,311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7103D7-E446-802E-06F4-9CD2D6584B89}"/>
              </a:ext>
            </a:extLst>
          </p:cNvPr>
          <p:cNvSpPr txBox="1"/>
          <p:nvPr/>
        </p:nvSpPr>
        <p:spPr>
          <a:xfrm>
            <a:off x="556111" y="2083841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4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A178E48-042C-0FF3-C367-10F1EB4F975B}"/>
              </a:ext>
            </a:extLst>
          </p:cNvPr>
          <p:cNvSpPr/>
          <p:nvPr/>
        </p:nvSpPr>
        <p:spPr>
          <a:xfrm>
            <a:off x="855445" y="207686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0,111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E15375C-C796-8AF1-A664-64DBE305DF6C}"/>
              </a:ext>
            </a:extLst>
          </p:cNvPr>
          <p:cNvSpPr/>
          <p:nvPr/>
        </p:nvSpPr>
        <p:spPr>
          <a:xfrm>
            <a:off x="1939736" y="2640794"/>
            <a:ext cx="2022164" cy="27339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эки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74B9AC-6E8A-69FC-7B42-F144C28162F2}"/>
              </a:ext>
            </a:extLst>
          </p:cNvPr>
          <p:cNvSpPr txBox="1"/>
          <p:nvPr/>
        </p:nvSpPr>
        <p:spPr>
          <a:xfrm>
            <a:off x="1609184" y="256865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D8F05A-0026-73EF-C73F-44D17206DF90}"/>
              </a:ext>
            </a:extLst>
          </p:cNvPr>
          <p:cNvSpPr txBox="1"/>
          <p:nvPr/>
        </p:nvSpPr>
        <p:spPr>
          <a:xfrm>
            <a:off x="4066199" y="259731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B08234E-5C1B-39E4-0003-A71C5167CDD4}"/>
              </a:ext>
            </a:extLst>
          </p:cNvPr>
          <p:cNvSpPr/>
          <p:nvPr/>
        </p:nvSpPr>
        <p:spPr>
          <a:xfrm>
            <a:off x="4454442" y="263889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0,21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164C30-1242-D8C7-0CAA-79A62B9E6790}"/>
              </a:ext>
            </a:extLst>
          </p:cNvPr>
          <p:cNvSpPr txBox="1"/>
          <p:nvPr/>
        </p:nvSpPr>
        <p:spPr>
          <a:xfrm>
            <a:off x="556111" y="263021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5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77BF3F16-A6A1-B9D1-ECB7-4DF9E6AEE273}"/>
              </a:ext>
            </a:extLst>
          </p:cNvPr>
          <p:cNvSpPr/>
          <p:nvPr/>
        </p:nvSpPr>
        <p:spPr>
          <a:xfrm>
            <a:off x="855445" y="262324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0,19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6C053959-F633-B42B-5B72-725BFB2F13F2}"/>
              </a:ext>
            </a:extLst>
          </p:cNvPr>
          <p:cNvSpPr/>
          <p:nvPr/>
        </p:nvSpPr>
        <p:spPr>
          <a:xfrm>
            <a:off x="1939736" y="3169920"/>
            <a:ext cx="1982024" cy="290638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6D7659-B4DB-F46C-19C0-E6630A5C06D6}"/>
              </a:ext>
            </a:extLst>
          </p:cNvPr>
          <p:cNvSpPr txBox="1"/>
          <p:nvPr/>
        </p:nvSpPr>
        <p:spPr>
          <a:xfrm>
            <a:off x="1609184" y="311503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0655C02-80A5-86B3-7244-D1E865FB44B6}"/>
              </a:ext>
            </a:extLst>
          </p:cNvPr>
          <p:cNvSpPr txBox="1"/>
          <p:nvPr/>
        </p:nvSpPr>
        <p:spPr>
          <a:xfrm>
            <a:off x="4044081" y="314209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1546902C-AC32-F37D-7253-D4B5C55CB62F}"/>
              </a:ext>
            </a:extLst>
          </p:cNvPr>
          <p:cNvSpPr/>
          <p:nvPr/>
        </p:nvSpPr>
        <p:spPr>
          <a:xfrm>
            <a:off x="4453333" y="315968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>
                <a:solidFill>
                  <a:srgbClr val="0070C0"/>
                </a:solidFill>
              </a:rPr>
              <a:t>2,5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2F21717-96F0-F5AF-5223-5914D535B058}"/>
              </a:ext>
            </a:extLst>
          </p:cNvPr>
          <p:cNvSpPr txBox="1"/>
          <p:nvPr/>
        </p:nvSpPr>
        <p:spPr>
          <a:xfrm>
            <a:off x="556110" y="3176587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6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DC840A30-F30A-AB3A-7E34-5ABE9673345C}"/>
              </a:ext>
            </a:extLst>
          </p:cNvPr>
          <p:cNvSpPr/>
          <p:nvPr/>
        </p:nvSpPr>
        <p:spPr>
          <a:xfrm>
            <a:off x="855445" y="3169614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1,8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D1F83D9F-EA31-E44A-DD82-280895B9DD3D}"/>
              </a:ext>
            </a:extLst>
          </p:cNvPr>
          <p:cNvSpPr/>
          <p:nvPr/>
        </p:nvSpPr>
        <p:spPr>
          <a:xfrm>
            <a:off x="1939735" y="3715985"/>
            <a:ext cx="1982024" cy="29094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он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EA95877-5866-3A73-FCB2-A7685CD82814}"/>
              </a:ext>
            </a:extLst>
          </p:cNvPr>
          <p:cNvSpPr txBox="1"/>
          <p:nvPr/>
        </p:nvSpPr>
        <p:spPr>
          <a:xfrm>
            <a:off x="1609184" y="366140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85F7E1E-906C-68C6-FF11-8BAC55B03E84}"/>
              </a:ext>
            </a:extLst>
          </p:cNvPr>
          <p:cNvSpPr txBox="1"/>
          <p:nvPr/>
        </p:nvSpPr>
        <p:spPr>
          <a:xfrm>
            <a:off x="4066198" y="366140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449E0F49-3EC4-E8BD-CD01-253732A20FB4}"/>
              </a:ext>
            </a:extLst>
          </p:cNvPr>
          <p:cNvSpPr/>
          <p:nvPr/>
        </p:nvSpPr>
        <p:spPr>
          <a:xfrm>
            <a:off x="4454886" y="370605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2,12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05A48E0-7002-D2B9-A79A-5CB3A1DBEFCA}"/>
              </a:ext>
            </a:extLst>
          </p:cNvPr>
          <p:cNvSpPr txBox="1"/>
          <p:nvPr/>
        </p:nvSpPr>
        <p:spPr>
          <a:xfrm>
            <a:off x="556111" y="3722960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7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6DF340AD-ACEC-4FD7-F935-76BC921483CA}"/>
              </a:ext>
            </a:extLst>
          </p:cNvPr>
          <p:cNvSpPr/>
          <p:nvPr/>
        </p:nvSpPr>
        <p:spPr>
          <a:xfrm>
            <a:off x="855445" y="371598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2,02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3B263F02-747E-4978-A88F-D01CB4F6BEB0}"/>
              </a:ext>
            </a:extLst>
          </p:cNvPr>
          <p:cNvSpPr/>
          <p:nvPr/>
        </p:nvSpPr>
        <p:spPr>
          <a:xfrm>
            <a:off x="1939735" y="4279913"/>
            <a:ext cx="1982024" cy="27339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жети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B4AEFC4-5D47-998D-D933-4CEC839778D6}"/>
              </a:ext>
            </a:extLst>
          </p:cNvPr>
          <p:cNvSpPr txBox="1"/>
          <p:nvPr/>
        </p:nvSpPr>
        <p:spPr>
          <a:xfrm>
            <a:off x="1609184" y="420777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B0E6F75-FD63-0D35-30F7-1B5EA0D12B9E}"/>
              </a:ext>
            </a:extLst>
          </p:cNvPr>
          <p:cNvSpPr txBox="1"/>
          <p:nvPr/>
        </p:nvSpPr>
        <p:spPr>
          <a:xfrm>
            <a:off x="4093563" y="416771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E026F781-810F-175B-2782-0AE9F0698707}"/>
              </a:ext>
            </a:extLst>
          </p:cNvPr>
          <p:cNvSpPr/>
          <p:nvPr/>
        </p:nvSpPr>
        <p:spPr>
          <a:xfrm>
            <a:off x="4463492" y="421153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3,06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A0BAC1F-C734-293B-C693-F0E22B03BBF1}"/>
              </a:ext>
            </a:extLst>
          </p:cNvPr>
          <p:cNvSpPr txBox="1"/>
          <p:nvPr/>
        </p:nvSpPr>
        <p:spPr>
          <a:xfrm>
            <a:off x="556111" y="4269333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8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3AD4C492-7790-350A-F752-278DDEE94419}"/>
              </a:ext>
            </a:extLst>
          </p:cNvPr>
          <p:cNvSpPr/>
          <p:nvPr/>
        </p:nvSpPr>
        <p:spPr>
          <a:xfrm>
            <a:off x="855445" y="426236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2,99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13698FC0-C36D-C0B4-BDCA-A26247EE511D}"/>
              </a:ext>
            </a:extLst>
          </p:cNvPr>
          <p:cNvSpPr/>
          <p:nvPr/>
        </p:nvSpPr>
        <p:spPr>
          <a:xfrm>
            <a:off x="1387286" y="4788115"/>
            <a:ext cx="1894394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6E8A1A1-3AB3-8B90-0892-D6FEDD116E6A}"/>
              </a:ext>
            </a:extLst>
          </p:cNvPr>
          <p:cNvSpPr txBox="1"/>
          <p:nvPr/>
        </p:nvSpPr>
        <p:spPr>
          <a:xfrm>
            <a:off x="1056734" y="47541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CEF8BDB-7F74-51DC-8682-C4611AA855FB}"/>
              </a:ext>
            </a:extLst>
          </p:cNvPr>
          <p:cNvSpPr txBox="1"/>
          <p:nvPr/>
        </p:nvSpPr>
        <p:spPr>
          <a:xfrm>
            <a:off x="5939511" y="472472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882A1EFB-9B5C-EA61-006E-EA6C1B3EA862}"/>
              </a:ext>
            </a:extLst>
          </p:cNvPr>
          <p:cNvSpPr/>
          <p:nvPr/>
        </p:nvSpPr>
        <p:spPr>
          <a:xfrm>
            <a:off x="6352777" y="475415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0,57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5F7D960-EB7C-09FB-4623-DF6EA2E83691}"/>
              </a:ext>
            </a:extLst>
          </p:cNvPr>
          <p:cNvSpPr txBox="1"/>
          <p:nvPr/>
        </p:nvSpPr>
        <p:spPr>
          <a:xfrm>
            <a:off x="3660" y="481570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9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1C4BB8C2-0689-AE6C-CE7A-EC7DCD98EB5A}"/>
              </a:ext>
            </a:extLst>
          </p:cNvPr>
          <p:cNvSpPr/>
          <p:nvPr/>
        </p:nvSpPr>
        <p:spPr>
          <a:xfrm>
            <a:off x="302995" y="48087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0,25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6C3DA86E-7E98-6C5E-92B0-2B61E54169EE}"/>
              </a:ext>
            </a:extLst>
          </p:cNvPr>
          <p:cNvSpPr/>
          <p:nvPr/>
        </p:nvSpPr>
        <p:spPr>
          <a:xfrm>
            <a:off x="1387285" y="5355104"/>
            <a:ext cx="1925823" cy="29094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беш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BDABF49-89A8-672F-117F-1E296A25BC95}"/>
              </a:ext>
            </a:extLst>
          </p:cNvPr>
          <p:cNvSpPr txBox="1"/>
          <p:nvPr/>
        </p:nvSpPr>
        <p:spPr>
          <a:xfrm>
            <a:off x="1056734" y="53005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2FCBE34-8BE8-FBC7-1F1D-5750D1753174}"/>
              </a:ext>
            </a:extLst>
          </p:cNvPr>
          <p:cNvSpPr txBox="1"/>
          <p:nvPr/>
        </p:nvSpPr>
        <p:spPr>
          <a:xfrm>
            <a:off x="5949258" y="53005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18956078-B54D-9E70-5B31-398374F7EC30}"/>
              </a:ext>
            </a:extLst>
          </p:cNvPr>
          <p:cNvSpPr/>
          <p:nvPr/>
        </p:nvSpPr>
        <p:spPr>
          <a:xfrm>
            <a:off x="6352777" y="53481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 dirty="0">
                <a:solidFill>
                  <a:srgbClr val="0070C0"/>
                </a:solidFill>
              </a:rPr>
              <a:t>1,8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5101AE1-A486-54DC-1E6D-23C32B47CF58}"/>
              </a:ext>
            </a:extLst>
          </p:cNvPr>
          <p:cNvSpPr txBox="1"/>
          <p:nvPr/>
        </p:nvSpPr>
        <p:spPr>
          <a:xfrm>
            <a:off x="-35614" y="5362079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10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F64C9246-7CD9-A7C2-943C-50F8457ACFA2}"/>
              </a:ext>
            </a:extLst>
          </p:cNvPr>
          <p:cNvSpPr/>
          <p:nvPr/>
        </p:nvSpPr>
        <p:spPr>
          <a:xfrm>
            <a:off x="302995" y="535510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1,25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10A44AA1-7267-6F2D-521D-CF68055E3976}"/>
              </a:ext>
            </a:extLst>
          </p:cNvPr>
          <p:cNvSpPr/>
          <p:nvPr/>
        </p:nvSpPr>
        <p:spPr>
          <a:xfrm>
            <a:off x="1387285" y="5880860"/>
            <a:ext cx="1894395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алты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7016F41-175C-1248-D8FF-A644B2E80051}"/>
              </a:ext>
            </a:extLst>
          </p:cNvPr>
          <p:cNvSpPr txBox="1"/>
          <p:nvPr/>
        </p:nvSpPr>
        <p:spPr>
          <a:xfrm>
            <a:off x="1056734" y="584689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C28B861-185B-CB5A-093B-31F00532BAC6}"/>
              </a:ext>
            </a:extLst>
          </p:cNvPr>
          <p:cNvSpPr txBox="1"/>
          <p:nvPr/>
        </p:nvSpPr>
        <p:spPr>
          <a:xfrm>
            <a:off x="5949258" y="584689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42CA18BF-8B38-E136-288B-0D43FFFE3562}"/>
              </a:ext>
            </a:extLst>
          </p:cNvPr>
          <p:cNvSpPr/>
          <p:nvPr/>
        </p:nvSpPr>
        <p:spPr>
          <a:xfrm>
            <a:off x="6352777" y="584972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1,58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CFF5AA9-DF2B-CA69-2204-C02BC747DFD9}"/>
              </a:ext>
            </a:extLst>
          </p:cNvPr>
          <p:cNvSpPr txBox="1"/>
          <p:nvPr/>
        </p:nvSpPr>
        <p:spPr>
          <a:xfrm>
            <a:off x="-35613" y="5908452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11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CEA317FE-89A7-9ABD-B9DC-06E22D78B36B}"/>
              </a:ext>
            </a:extLst>
          </p:cNvPr>
          <p:cNvSpPr/>
          <p:nvPr/>
        </p:nvSpPr>
        <p:spPr>
          <a:xfrm>
            <a:off x="302995" y="590147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0,82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80A947EB-13F0-9E9B-C78F-480BF0082BDC}"/>
              </a:ext>
            </a:extLst>
          </p:cNvPr>
          <p:cNvSpPr/>
          <p:nvPr/>
        </p:nvSpPr>
        <p:spPr>
          <a:xfrm>
            <a:off x="1387286" y="6427233"/>
            <a:ext cx="1894394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9AB8E1A-4439-BF57-BDE5-B73FF07E59B2}"/>
              </a:ext>
            </a:extLst>
          </p:cNvPr>
          <p:cNvSpPr txBox="1"/>
          <p:nvPr/>
        </p:nvSpPr>
        <p:spPr>
          <a:xfrm>
            <a:off x="1056734" y="639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D209C94-51FF-C0B0-5934-0C7F4254DF58}"/>
              </a:ext>
            </a:extLst>
          </p:cNvPr>
          <p:cNvSpPr txBox="1"/>
          <p:nvPr/>
        </p:nvSpPr>
        <p:spPr>
          <a:xfrm>
            <a:off x="5939510" y="645482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8D015A86-B7E1-2D9A-7F70-C20F547BE5F8}"/>
              </a:ext>
            </a:extLst>
          </p:cNvPr>
          <p:cNvSpPr/>
          <p:nvPr/>
        </p:nvSpPr>
        <p:spPr>
          <a:xfrm>
            <a:off x="6352777" y="645804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rgbClr val="0070C0"/>
                </a:solidFill>
              </a:rPr>
              <a:t>2,45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7FBBA55-56EC-E348-5BF0-41948D4A1637}"/>
              </a:ext>
            </a:extLst>
          </p:cNvPr>
          <p:cNvSpPr txBox="1"/>
          <p:nvPr/>
        </p:nvSpPr>
        <p:spPr>
          <a:xfrm>
            <a:off x="-35614" y="645482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12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B1788891-D85E-25BC-9E40-43973F40C37F}"/>
              </a:ext>
            </a:extLst>
          </p:cNvPr>
          <p:cNvSpPr/>
          <p:nvPr/>
        </p:nvSpPr>
        <p:spPr>
          <a:xfrm>
            <a:off x="302995" y="644785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1,78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7EC4EB63-0D08-D81E-0D39-54C7B2145CB1}"/>
              </a:ext>
            </a:extLst>
          </p:cNvPr>
          <p:cNvSpPr/>
          <p:nvPr/>
        </p:nvSpPr>
        <p:spPr>
          <a:xfrm>
            <a:off x="3816988" y="4764882"/>
            <a:ext cx="2022164" cy="30338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эки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800897B-32BD-FBF7-FD8B-D00541EE9B4B}"/>
              </a:ext>
            </a:extLst>
          </p:cNvPr>
          <p:cNvSpPr txBox="1"/>
          <p:nvPr/>
        </p:nvSpPr>
        <p:spPr>
          <a:xfrm>
            <a:off x="3403722" y="474384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FFE093F4-FCD6-E9AA-63C8-DDDBDA8784C0}"/>
              </a:ext>
            </a:extLst>
          </p:cNvPr>
          <p:cNvSpPr/>
          <p:nvPr/>
        </p:nvSpPr>
        <p:spPr>
          <a:xfrm>
            <a:off x="3816988" y="5362079"/>
            <a:ext cx="2041658" cy="28397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беш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9E9104B-DDE8-A0B1-4B42-133C71345692}"/>
              </a:ext>
            </a:extLst>
          </p:cNvPr>
          <p:cNvSpPr txBox="1"/>
          <p:nvPr/>
        </p:nvSpPr>
        <p:spPr>
          <a:xfrm>
            <a:off x="3403721" y="52935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7296F239-D6D0-FDB0-73B7-7466B88B11CD}"/>
              </a:ext>
            </a:extLst>
          </p:cNvPr>
          <p:cNvSpPr/>
          <p:nvPr/>
        </p:nvSpPr>
        <p:spPr>
          <a:xfrm>
            <a:off x="3816988" y="5938045"/>
            <a:ext cx="2022164" cy="25437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6A23FB5-5946-918F-B6D4-74679E5575F6}"/>
              </a:ext>
            </a:extLst>
          </p:cNvPr>
          <p:cNvSpPr txBox="1"/>
          <p:nvPr/>
        </p:nvSpPr>
        <p:spPr>
          <a:xfrm>
            <a:off x="3403721" y="587150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7CAD991F-3D5C-BF40-E871-3F64B3BF9374}"/>
              </a:ext>
            </a:extLst>
          </p:cNvPr>
          <p:cNvSpPr/>
          <p:nvPr/>
        </p:nvSpPr>
        <p:spPr>
          <a:xfrm>
            <a:off x="3816988" y="6444253"/>
            <a:ext cx="2041658" cy="30473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он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BE751CB-8B7B-BB10-688A-60D4A33A38A1}"/>
              </a:ext>
            </a:extLst>
          </p:cNvPr>
          <p:cNvSpPr txBox="1"/>
          <p:nvPr/>
        </p:nvSpPr>
        <p:spPr>
          <a:xfrm>
            <a:off x="3403721" y="639198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843018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1E195-6D81-B992-AF55-E8D368C7F80A}"/>
              </a:ext>
            </a:extLst>
          </p:cNvPr>
          <p:cNvSpPr txBox="1"/>
          <p:nvPr/>
        </p:nvSpPr>
        <p:spPr>
          <a:xfrm>
            <a:off x="1309286" y="-1761"/>
            <a:ext cx="242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Сандар жана сөздөр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Bauhaus 93" panose="04030905020B02020C02" pitchFamily="82" charset="0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790A397-59AE-F31A-A8F6-8BB335B70A51}"/>
              </a:ext>
            </a:extLst>
          </p:cNvPr>
          <p:cNvSpPr/>
          <p:nvPr/>
        </p:nvSpPr>
        <p:spPr>
          <a:xfrm>
            <a:off x="1873060" y="437749"/>
            <a:ext cx="289145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366757-80D0-A2F6-F82A-91B2C6CBEB8B}"/>
              </a:ext>
            </a:extLst>
          </p:cNvPr>
          <p:cNvSpPr txBox="1"/>
          <p:nvPr/>
        </p:nvSpPr>
        <p:spPr>
          <a:xfrm>
            <a:off x="1542509" y="38316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2E80F-F162-6E52-C2B1-6DBE821585D6}"/>
              </a:ext>
            </a:extLst>
          </p:cNvPr>
          <p:cNvSpPr txBox="1"/>
          <p:nvPr/>
        </p:nvSpPr>
        <p:spPr>
          <a:xfrm>
            <a:off x="6645658" y="32161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998CC1-A80A-E5F4-1BED-5EB6C017A9B5}"/>
              </a:ext>
            </a:extLst>
          </p:cNvPr>
          <p:cNvSpPr/>
          <p:nvPr/>
        </p:nvSpPr>
        <p:spPr>
          <a:xfrm>
            <a:off x="6976210" y="38316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0,43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C0EF8-34B2-36FF-731E-8E64A6A139DE}"/>
              </a:ext>
            </a:extLst>
          </p:cNvPr>
          <p:cNvSpPr txBox="1"/>
          <p:nvPr/>
        </p:nvSpPr>
        <p:spPr>
          <a:xfrm>
            <a:off x="489436" y="44472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49A6D4-701D-83A0-16FD-3457EEB11B78}"/>
              </a:ext>
            </a:extLst>
          </p:cNvPr>
          <p:cNvSpPr/>
          <p:nvPr/>
        </p:nvSpPr>
        <p:spPr>
          <a:xfrm>
            <a:off x="788770" y="43774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0,63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62EC0A-7345-7F3D-8186-2498BDA01658}"/>
              </a:ext>
            </a:extLst>
          </p:cNvPr>
          <p:cNvSpPr/>
          <p:nvPr/>
        </p:nvSpPr>
        <p:spPr>
          <a:xfrm>
            <a:off x="1873060" y="938591"/>
            <a:ext cx="289145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85E6F-23B5-F97D-2763-4A8DCD5FD5D5}"/>
              </a:ext>
            </a:extLst>
          </p:cNvPr>
          <p:cNvSpPr txBox="1"/>
          <p:nvPr/>
        </p:nvSpPr>
        <p:spPr>
          <a:xfrm>
            <a:off x="1542509" y="88400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C5A205-4AE2-9960-782C-E3EB61BF8F0A}"/>
              </a:ext>
            </a:extLst>
          </p:cNvPr>
          <p:cNvSpPr txBox="1"/>
          <p:nvPr/>
        </p:nvSpPr>
        <p:spPr>
          <a:xfrm>
            <a:off x="6645657" y="93859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5C82C6-9B9B-327A-6380-D70656DDAB58}"/>
              </a:ext>
            </a:extLst>
          </p:cNvPr>
          <p:cNvSpPr/>
          <p:nvPr/>
        </p:nvSpPr>
        <p:spPr>
          <a:xfrm>
            <a:off x="6981231" y="945564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2,12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0055E3-1434-44A6-583C-F38918CA0291}"/>
              </a:ext>
            </a:extLst>
          </p:cNvPr>
          <p:cNvSpPr txBox="1"/>
          <p:nvPr/>
        </p:nvSpPr>
        <p:spPr>
          <a:xfrm>
            <a:off x="489436" y="94556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6945338-06EA-39C6-E4EB-3A1B4D6F51E8}"/>
              </a:ext>
            </a:extLst>
          </p:cNvPr>
          <p:cNvSpPr/>
          <p:nvPr/>
        </p:nvSpPr>
        <p:spPr>
          <a:xfrm>
            <a:off x="788770" y="93859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2,19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D8FFDF5-6FFD-2AC7-3452-F5C6A505E044}"/>
              </a:ext>
            </a:extLst>
          </p:cNvPr>
          <p:cNvSpPr/>
          <p:nvPr/>
        </p:nvSpPr>
        <p:spPr>
          <a:xfrm>
            <a:off x="1873061" y="1439433"/>
            <a:ext cx="289145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9B2ED0-E792-37AB-A885-73C1774FE846}"/>
              </a:ext>
            </a:extLst>
          </p:cNvPr>
          <p:cNvSpPr txBox="1"/>
          <p:nvPr/>
        </p:nvSpPr>
        <p:spPr>
          <a:xfrm>
            <a:off x="1542509" y="13848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517F5A-2DC3-F1E0-4377-4BD7FA5C7544}"/>
              </a:ext>
            </a:extLst>
          </p:cNvPr>
          <p:cNvSpPr txBox="1"/>
          <p:nvPr/>
        </p:nvSpPr>
        <p:spPr>
          <a:xfrm>
            <a:off x="6663303" y="13848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9339B2C-31A9-C75D-5E23-FE13453D2393}"/>
              </a:ext>
            </a:extLst>
          </p:cNvPr>
          <p:cNvSpPr/>
          <p:nvPr/>
        </p:nvSpPr>
        <p:spPr>
          <a:xfrm>
            <a:off x="6979826" y="14394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1,9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23DF43-A919-8F6D-859A-BA908E87EE8D}"/>
              </a:ext>
            </a:extLst>
          </p:cNvPr>
          <p:cNvSpPr txBox="1"/>
          <p:nvPr/>
        </p:nvSpPr>
        <p:spPr>
          <a:xfrm>
            <a:off x="489436" y="144640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10827E4-1626-0E65-56F9-26E413270F54}"/>
              </a:ext>
            </a:extLst>
          </p:cNvPr>
          <p:cNvSpPr/>
          <p:nvPr/>
        </p:nvSpPr>
        <p:spPr>
          <a:xfrm>
            <a:off x="788770" y="14394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5E44540-005C-F686-5595-AF0E000C970C}"/>
              </a:ext>
            </a:extLst>
          </p:cNvPr>
          <p:cNvSpPr/>
          <p:nvPr/>
        </p:nvSpPr>
        <p:spPr>
          <a:xfrm>
            <a:off x="1873060" y="1940275"/>
            <a:ext cx="289145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AE3B10-2ABA-A491-0CAE-93E450DB3BBC}"/>
              </a:ext>
            </a:extLst>
          </p:cNvPr>
          <p:cNvSpPr txBox="1"/>
          <p:nvPr/>
        </p:nvSpPr>
        <p:spPr>
          <a:xfrm>
            <a:off x="1542509" y="188569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05FE5C-43E2-B557-C6BC-A55FAFCDDA85}"/>
              </a:ext>
            </a:extLst>
          </p:cNvPr>
          <p:cNvSpPr txBox="1"/>
          <p:nvPr/>
        </p:nvSpPr>
        <p:spPr>
          <a:xfrm>
            <a:off x="6663303" y="187871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1A3FD88-5EA1-38F0-F711-12A2A0AA39F9}"/>
              </a:ext>
            </a:extLst>
          </p:cNvPr>
          <p:cNvSpPr/>
          <p:nvPr/>
        </p:nvSpPr>
        <p:spPr>
          <a:xfrm>
            <a:off x="6991296" y="193330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0,07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CD0649-9232-D080-E6B3-0CB6A37257F0}"/>
              </a:ext>
            </a:extLst>
          </p:cNvPr>
          <p:cNvSpPr txBox="1"/>
          <p:nvPr/>
        </p:nvSpPr>
        <p:spPr>
          <a:xfrm>
            <a:off x="489436" y="194724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10378A7-DB73-C92F-2013-025C2D906FDB}"/>
              </a:ext>
            </a:extLst>
          </p:cNvPr>
          <p:cNvSpPr/>
          <p:nvPr/>
        </p:nvSpPr>
        <p:spPr>
          <a:xfrm>
            <a:off x="788770" y="194027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0,37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652F20F-EB4A-568E-C6E6-F489EDEB39A6}"/>
              </a:ext>
            </a:extLst>
          </p:cNvPr>
          <p:cNvSpPr/>
          <p:nvPr/>
        </p:nvSpPr>
        <p:spPr>
          <a:xfrm>
            <a:off x="1873061" y="2441117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D62AE6-1625-C686-191B-F56F9F980572}"/>
              </a:ext>
            </a:extLst>
          </p:cNvPr>
          <p:cNvSpPr txBox="1"/>
          <p:nvPr/>
        </p:nvSpPr>
        <p:spPr>
          <a:xfrm>
            <a:off x="1542509" y="238653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E30EC8-04F0-9E62-4CAF-6683B318B573}"/>
              </a:ext>
            </a:extLst>
          </p:cNvPr>
          <p:cNvSpPr txBox="1"/>
          <p:nvPr/>
        </p:nvSpPr>
        <p:spPr>
          <a:xfrm>
            <a:off x="6663302" y="241835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152C175-95F1-3516-66D8-F2186F27CC31}"/>
              </a:ext>
            </a:extLst>
          </p:cNvPr>
          <p:cNvSpPr/>
          <p:nvPr/>
        </p:nvSpPr>
        <p:spPr>
          <a:xfrm>
            <a:off x="6976210" y="244111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694134-3BE1-2B3E-D420-B4E2BACA12D6}"/>
              </a:ext>
            </a:extLst>
          </p:cNvPr>
          <p:cNvSpPr txBox="1"/>
          <p:nvPr/>
        </p:nvSpPr>
        <p:spPr>
          <a:xfrm>
            <a:off x="489436" y="2448090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58B7D21-16CF-97E5-C06D-8CE91076E618}"/>
              </a:ext>
            </a:extLst>
          </p:cNvPr>
          <p:cNvSpPr/>
          <p:nvPr/>
        </p:nvSpPr>
        <p:spPr>
          <a:xfrm>
            <a:off x="788770" y="244111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0,19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2FC1D7-FDDD-CF29-A18C-8DC79E86D670}"/>
              </a:ext>
            </a:extLst>
          </p:cNvPr>
          <p:cNvSpPr/>
          <p:nvPr/>
        </p:nvSpPr>
        <p:spPr>
          <a:xfrm>
            <a:off x="1873061" y="2941959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алты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978AC4-1CC1-DB50-62FE-7C462807B32D}"/>
              </a:ext>
            </a:extLst>
          </p:cNvPr>
          <p:cNvSpPr txBox="1"/>
          <p:nvPr/>
        </p:nvSpPr>
        <p:spPr>
          <a:xfrm>
            <a:off x="1542509" y="288737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94BEA3-EDD1-4967-5AA6-2ECF5B0D6012}"/>
              </a:ext>
            </a:extLst>
          </p:cNvPr>
          <p:cNvSpPr txBox="1"/>
          <p:nvPr/>
        </p:nvSpPr>
        <p:spPr>
          <a:xfrm>
            <a:off x="6663301" y="291761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F66518D-FC2D-2F9B-B554-CE928013CF82}"/>
              </a:ext>
            </a:extLst>
          </p:cNvPr>
          <p:cNvSpPr/>
          <p:nvPr/>
        </p:nvSpPr>
        <p:spPr>
          <a:xfrm>
            <a:off x="6991296" y="293498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1,75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A3C881-9EB6-4806-755D-FE743FAF3212}"/>
              </a:ext>
            </a:extLst>
          </p:cNvPr>
          <p:cNvSpPr txBox="1"/>
          <p:nvPr/>
        </p:nvSpPr>
        <p:spPr>
          <a:xfrm>
            <a:off x="489435" y="294893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7E9A05A-2F5C-5AC6-BE7F-10FB5F174589}"/>
              </a:ext>
            </a:extLst>
          </p:cNvPr>
          <p:cNvSpPr/>
          <p:nvPr/>
        </p:nvSpPr>
        <p:spPr>
          <a:xfrm>
            <a:off x="788770" y="294195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2,35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7F679D7-F052-9222-F190-439629117D35}"/>
              </a:ext>
            </a:extLst>
          </p:cNvPr>
          <p:cNvSpPr/>
          <p:nvPr/>
        </p:nvSpPr>
        <p:spPr>
          <a:xfrm>
            <a:off x="1873060" y="3442801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бир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952968-EC8B-7458-1CF8-D51BDCCB19A7}"/>
              </a:ext>
            </a:extLst>
          </p:cNvPr>
          <p:cNvSpPr txBox="1"/>
          <p:nvPr/>
        </p:nvSpPr>
        <p:spPr>
          <a:xfrm>
            <a:off x="1542509" y="338821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C52D81-D4A8-CDF0-2847-9047CAE64729}"/>
              </a:ext>
            </a:extLst>
          </p:cNvPr>
          <p:cNvSpPr txBox="1"/>
          <p:nvPr/>
        </p:nvSpPr>
        <p:spPr>
          <a:xfrm>
            <a:off x="6633548" y="340791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8D2A38B-EB32-6A87-C6E3-39E6B580517A}"/>
              </a:ext>
            </a:extLst>
          </p:cNvPr>
          <p:cNvSpPr/>
          <p:nvPr/>
        </p:nvSpPr>
        <p:spPr>
          <a:xfrm>
            <a:off x="6996317" y="344280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5,29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C0427A-451E-E2A6-0332-F3F858758F7F}"/>
              </a:ext>
            </a:extLst>
          </p:cNvPr>
          <p:cNvSpPr txBox="1"/>
          <p:nvPr/>
        </p:nvSpPr>
        <p:spPr>
          <a:xfrm>
            <a:off x="489436" y="344977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AE9B4B5-45CE-F8D2-BFE2-CC7530F58F69}"/>
              </a:ext>
            </a:extLst>
          </p:cNvPr>
          <p:cNvSpPr/>
          <p:nvPr/>
        </p:nvSpPr>
        <p:spPr>
          <a:xfrm>
            <a:off x="788770" y="344280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5,3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639C3A1-E661-02A4-2BF8-D3FA6A46D7A8}"/>
              </a:ext>
            </a:extLst>
          </p:cNvPr>
          <p:cNvSpPr/>
          <p:nvPr/>
        </p:nvSpPr>
        <p:spPr>
          <a:xfrm>
            <a:off x="1890705" y="6447851"/>
            <a:ext cx="2224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онбир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059A8B-8C14-D586-79AC-A0BA3F5BAD02}"/>
              </a:ext>
            </a:extLst>
          </p:cNvPr>
          <p:cNvSpPr txBox="1"/>
          <p:nvPr/>
        </p:nvSpPr>
        <p:spPr>
          <a:xfrm>
            <a:off x="1560154" y="639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99AAA5-2E41-4BC1-DC52-FEF8ADE8722A}"/>
              </a:ext>
            </a:extLst>
          </p:cNvPr>
          <p:cNvSpPr txBox="1"/>
          <p:nvPr/>
        </p:nvSpPr>
        <p:spPr>
          <a:xfrm>
            <a:off x="6645656" y="637057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F3A0100-F5F3-DB49-5285-945B0AF2DBF3}"/>
              </a:ext>
            </a:extLst>
          </p:cNvPr>
          <p:cNvSpPr/>
          <p:nvPr/>
        </p:nvSpPr>
        <p:spPr>
          <a:xfrm>
            <a:off x="6976210" y="639326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1,99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9088CA-88C2-3FB2-FC87-704905376217}"/>
              </a:ext>
            </a:extLst>
          </p:cNvPr>
          <p:cNvSpPr txBox="1"/>
          <p:nvPr/>
        </p:nvSpPr>
        <p:spPr>
          <a:xfrm>
            <a:off x="467807" y="645482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AD10AB0-D2CE-A542-7FE3-827D8F513809}"/>
              </a:ext>
            </a:extLst>
          </p:cNvPr>
          <p:cNvSpPr/>
          <p:nvPr/>
        </p:nvSpPr>
        <p:spPr>
          <a:xfrm>
            <a:off x="806415" y="644785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DA51265-8DA5-4EB5-3463-DFA4B0D847D2}"/>
              </a:ext>
            </a:extLst>
          </p:cNvPr>
          <p:cNvSpPr/>
          <p:nvPr/>
        </p:nvSpPr>
        <p:spPr>
          <a:xfrm>
            <a:off x="1349185" y="3943643"/>
            <a:ext cx="187992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56E08E1-99BE-7498-F34A-B2BF40FE988C}"/>
              </a:ext>
            </a:extLst>
          </p:cNvPr>
          <p:cNvSpPr txBox="1"/>
          <p:nvPr/>
        </p:nvSpPr>
        <p:spPr>
          <a:xfrm>
            <a:off x="1018634" y="388906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2DEBC3F-2CA9-4554-4A46-A7F6DBC666A9}"/>
              </a:ext>
            </a:extLst>
          </p:cNvPr>
          <p:cNvSpPr txBox="1"/>
          <p:nvPr/>
        </p:nvSpPr>
        <p:spPr>
          <a:xfrm>
            <a:off x="6633547" y="388906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99435CC-A5EA-03D9-7FE8-22FB1FEEF593}"/>
              </a:ext>
            </a:extLst>
          </p:cNvPr>
          <p:cNvSpPr/>
          <p:nvPr/>
        </p:nvSpPr>
        <p:spPr>
          <a:xfrm>
            <a:off x="6991296" y="395118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0,12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5FA46D5-14C0-DCDA-3508-65E9C6D2D356}"/>
              </a:ext>
            </a:extLst>
          </p:cNvPr>
          <p:cNvSpPr txBox="1"/>
          <p:nvPr/>
        </p:nvSpPr>
        <p:spPr>
          <a:xfrm>
            <a:off x="-34439" y="39506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E7E0613-82B5-F422-B342-F0E1BE515456}"/>
              </a:ext>
            </a:extLst>
          </p:cNvPr>
          <p:cNvSpPr/>
          <p:nvPr/>
        </p:nvSpPr>
        <p:spPr>
          <a:xfrm>
            <a:off x="264895" y="394364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0,35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BA88450-2954-2326-839C-682880BC1BD1}"/>
              </a:ext>
            </a:extLst>
          </p:cNvPr>
          <p:cNvSpPr/>
          <p:nvPr/>
        </p:nvSpPr>
        <p:spPr>
          <a:xfrm>
            <a:off x="3765061" y="3936670"/>
            <a:ext cx="181300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4FB8E69-EC6E-E3B2-61F4-680975BA04FA}"/>
              </a:ext>
            </a:extLst>
          </p:cNvPr>
          <p:cNvSpPr txBox="1"/>
          <p:nvPr/>
        </p:nvSpPr>
        <p:spPr>
          <a:xfrm>
            <a:off x="3367588" y="387597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62E2E0A4-BA76-D3E2-2A48-49817CA35457}"/>
              </a:ext>
            </a:extLst>
          </p:cNvPr>
          <p:cNvSpPr/>
          <p:nvPr/>
        </p:nvSpPr>
        <p:spPr>
          <a:xfrm>
            <a:off x="1349186" y="4444485"/>
            <a:ext cx="187992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3333EDB-8DE9-7F9E-66EB-EB65FC5309D9}"/>
              </a:ext>
            </a:extLst>
          </p:cNvPr>
          <p:cNvSpPr txBox="1"/>
          <p:nvPr/>
        </p:nvSpPr>
        <p:spPr>
          <a:xfrm>
            <a:off x="1018634" y="438990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3F0B8B-D18E-03A0-EEC0-7DD023DD0922}"/>
              </a:ext>
            </a:extLst>
          </p:cNvPr>
          <p:cNvSpPr txBox="1"/>
          <p:nvPr/>
        </p:nvSpPr>
        <p:spPr>
          <a:xfrm>
            <a:off x="6645657" y="440116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78251A1-A59D-B09B-BF91-B271B11FF839}"/>
              </a:ext>
            </a:extLst>
          </p:cNvPr>
          <p:cNvSpPr/>
          <p:nvPr/>
        </p:nvSpPr>
        <p:spPr>
          <a:xfrm>
            <a:off x="6991296" y="444448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2,09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566AA05-4BF8-52E4-DABE-29D1023E3877}"/>
              </a:ext>
            </a:extLst>
          </p:cNvPr>
          <p:cNvSpPr txBox="1"/>
          <p:nvPr/>
        </p:nvSpPr>
        <p:spPr>
          <a:xfrm>
            <a:off x="-34440" y="445145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61AD50FD-CBE3-D088-ADA9-E129E659B73A}"/>
              </a:ext>
            </a:extLst>
          </p:cNvPr>
          <p:cNvSpPr/>
          <p:nvPr/>
        </p:nvSpPr>
        <p:spPr>
          <a:xfrm>
            <a:off x="264895" y="444448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2,47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CD4EB028-CF8B-22A0-0133-DE06AECFF862}"/>
              </a:ext>
            </a:extLst>
          </p:cNvPr>
          <p:cNvSpPr/>
          <p:nvPr/>
        </p:nvSpPr>
        <p:spPr>
          <a:xfrm>
            <a:off x="3765060" y="4444485"/>
            <a:ext cx="181300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сегиз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D74D4BF-8375-8B2F-7428-57CE69839F05}"/>
              </a:ext>
            </a:extLst>
          </p:cNvPr>
          <p:cNvSpPr txBox="1"/>
          <p:nvPr/>
        </p:nvSpPr>
        <p:spPr>
          <a:xfrm>
            <a:off x="3367587" y="441064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04BCFF3-34AD-7E38-4945-3183FFEF6302}"/>
              </a:ext>
            </a:extLst>
          </p:cNvPr>
          <p:cNvSpPr/>
          <p:nvPr/>
        </p:nvSpPr>
        <p:spPr>
          <a:xfrm>
            <a:off x="1349185" y="4945327"/>
            <a:ext cx="187992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беш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3229AFC-CC2A-1E6D-F2A2-BB192B0103E6}"/>
              </a:ext>
            </a:extLst>
          </p:cNvPr>
          <p:cNvSpPr txBox="1"/>
          <p:nvPr/>
        </p:nvSpPr>
        <p:spPr>
          <a:xfrm>
            <a:off x="1018634" y="489074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580637D-2AAA-7FD8-D316-1514688B7752}"/>
              </a:ext>
            </a:extLst>
          </p:cNvPr>
          <p:cNvSpPr txBox="1"/>
          <p:nvPr/>
        </p:nvSpPr>
        <p:spPr>
          <a:xfrm>
            <a:off x="6645656" y="491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8D4734AE-4453-B8A3-63C6-96FB188710C4}"/>
              </a:ext>
            </a:extLst>
          </p:cNvPr>
          <p:cNvSpPr/>
          <p:nvPr/>
        </p:nvSpPr>
        <p:spPr>
          <a:xfrm>
            <a:off x="6991296" y="494532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0,53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5D1ADC4-C795-7E4D-7B70-BE1F337BE285}"/>
              </a:ext>
            </a:extLst>
          </p:cNvPr>
          <p:cNvSpPr txBox="1"/>
          <p:nvPr/>
        </p:nvSpPr>
        <p:spPr>
          <a:xfrm>
            <a:off x="-73714" y="4952300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A0B3DDE-FDAA-4CDD-F3D9-4C95A1265BA2}"/>
              </a:ext>
            </a:extLst>
          </p:cNvPr>
          <p:cNvSpPr/>
          <p:nvPr/>
        </p:nvSpPr>
        <p:spPr>
          <a:xfrm>
            <a:off x="264895" y="494532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0,96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EEB7435D-9E09-A085-2865-2A8D6933AFB1}"/>
              </a:ext>
            </a:extLst>
          </p:cNvPr>
          <p:cNvSpPr/>
          <p:nvPr/>
        </p:nvSpPr>
        <p:spPr>
          <a:xfrm>
            <a:off x="3765060" y="4952300"/>
            <a:ext cx="180347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E72E497-C380-0BAF-6A40-E46ADF718ED9}"/>
              </a:ext>
            </a:extLst>
          </p:cNvPr>
          <p:cNvSpPr txBox="1"/>
          <p:nvPr/>
        </p:nvSpPr>
        <p:spPr>
          <a:xfrm>
            <a:off x="3367587" y="489051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D07C686-33FD-2A47-E429-3E27A46B54B9}"/>
              </a:ext>
            </a:extLst>
          </p:cNvPr>
          <p:cNvSpPr/>
          <p:nvPr/>
        </p:nvSpPr>
        <p:spPr>
          <a:xfrm>
            <a:off x="1349186" y="5446169"/>
            <a:ext cx="1876722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B6C5B7D-AC66-701A-62C9-F0618D90421A}"/>
              </a:ext>
            </a:extLst>
          </p:cNvPr>
          <p:cNvSpPr txBox="1"/>
          <p:nvPr/>
        </p:nvSpPr>
        <p:spPr>
          <a:xfrm>
            <a:off x="1018634" y="539158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1EFC12C-FD3F-564D-6BC3-090351281F79}"/>
              </a:ext>
            </a:extLst>
          </p:cNvPr>
          <p:cNvSpPr txBox="1"/>
          <p:nvPr/>
        </p:nvSpPr>
        <p:spPr>
          <a:xfrm>
            <a:off x="6633546" y="544616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A2BD0055-7AA3-4B41-E969-E27B65705FF1}"/>
              </a:ext>
            </a:extLst>
          </p:cNvPr>
          <p:cNvSpPr/>
          <p:nvPr/>
        </p:nvSpPr>
        <p:spPr>
          <a:xfrm>
            <a:off x="6976210" y="544616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3,15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BF98DD7-8630-FF2E-C501-5249B71BB1E9}"/>
              </a:ext>
            </a:extLst>
          </p:cNvPr>
          <p:cNvSpPr txBox="1"/>
          <p:nvPr/>
        </p:nvSpPr>
        <p:spPr>
          <a:xfrm>
            <a:off x="-73713" y="5453142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4576598A-A3F1-9940-0A30-3981CC7DA202}"/>
              </a:ext>
            </a:extLst>
          </p:cNvPr>
          <p:cNvSpPr/>
          <p:nvPr/>
        </p:nvSpPr>
        <p:spPr>
          <a:xfrm>
            <a:off x="264895" y="544616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2,54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92E01363-92A0-5E07-029B-EEBD74BCD9DC}"/>
              </a:ext>
            </a:extLst>
          </p:cNvPr>
          <p:cNvSpPr/>
          <p:nvPr/>
        </p:nvSpPr>
        <p:spPr>
          <a:xfrm>
            <a:off x="3765059" y="5459101"/>
            <a:ext cx="181300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27737D4-5522-DF41-39D9-AAF0299D3EDB}"/>
              </a:ext>
            </a:extLst>
          </p:cNvPr>
          <p:cNvSpPr txBox="1"/>
          <p:nvPr/>
        </p:nvSpPr>
        <p:spPr>
          <a:xfrm>
            <a:off x="3367587" y="544616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A19AA539-FD79-F00E-0EBF-94186702D2C9}"/>
              </a:ext>
            </a:extLst>
          </p:cNvPr>
          <p:cNvSpPr/>
          <p:nvPr/>
        </p:nvSpPr>
        <p:spPr>
          <a:xfrm>
            <a:off x="1890706" y="5947011"/>
            <a:ext cx="2224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04D2460-0A9F-11F0-5C0E-D33CAA4DCDA1}"/>
              </a:ext>
            </a:extLst>
          </p:cNvPr>
          <p:cNvSpPr txBox="1"/>
          <p:nvPr/>
        </p:nvSpPr>
        <p:spPr>
          <a:xfrm>
            <a:off x="1560154" y="589242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5EBFE0B-BDEE-8908-E2C8-902D1857EEBE}"/>
              </a:ext>
            </a:extLst>
          </p:cNvPr>
          <p:cNvSpPr txBox="1"/>
          <p:nvPr/>
        </p:nvSpPr>
        <p:spPr>
          <a:xfrm>
            <a:off x="6663301" y="59120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97223702-0D6C-EB8D-13E0-8571E87E4EE9}"/>
              </a:ext>
            </a:extLst>
          </p:cNvPr>
          <p:cNvSpPr/>
          <p:nvPr/>
        </p:nvSpPr>
        <p:spPr>
          <a:xfrm>
            <a:off x="6976210" y="594701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0,11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09CB262-713C-54C1-CAE1-72783E162B9B}"/>
              </a:ext>
            </a:extLst>
          </p:cNvPr>
          <p:cNvSpPr txBox="1"/>
          <p:nvPr/>
        </p:nvSpPr>
        <p:spPr>
          <a:xfrm>
            <a:off x="467806" y="595398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1697F05F-AC21-2F15-6FE5-A1DB0ED33C4F}"/>
              </a:ext>
            </a:extLst>
          </p:cNvPr>
          <p:cNvSpPr/>
          <p:nvPr/>
        </p:nvSpPr>
        <p:spPr>
          <a:xfrm>
            <a:off x="806415" y="594701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</a:t>
            </a:r>
          </a:p>
        </p:txBody>
      </p:sp>
    </p:spTree>
    <p:extLst>
      <p:ext uri="{BB962C8B-B14F-4D97-AF65-F5344CB8AC3E}">
        <p14:creationId xmlns:p14="http://schemas.microsoft.com/office/powerpoint/2010/main" val="1380237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CB3BDC6-D11B-094E-B692-59CB64D13017}"/>
              </a:ext>
            </a:extLst>
          </p:cNvPr>
          <p:cNvCxnSpPr>
            <a:cxnSpLocks/>
          </p:cNvCxnSpPr>
          <p:nvPr/>
        </p:nvCxnSpPr>
        <p:spPr>
          <a:xfrm>
            <a:off x="4953000" y="404499"/>
            <a:ext cx="0" cy="632049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811FC446-8C6F-DF22-18E6-082C3027959E}"/>
              </a:ext>
            </a:extLst>
          </p:cNvPr>
          <p:cNvSpPr txBox="1"/>
          <p:nvPr/>
        </p:nvSpPr>
        <p:spPr>
          <a:xfrm>
            <a:off x="86570" y="33844"/>
            <a:ext cx="868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chemeClr val="bg1">
                    <a:lumMod val="65000"/>
                  </a:schemeClr>
                </a:solidFill>
                <a:latin typeface="Bauhaus 93" panose="04030905020B02020C02" pitchFamily="82" charset="0"/>
              </a:rPr>
              <a:t>Кошуу</a:t>
            </a:r>
            <a:endParaRPr lang="en-GB" dirty="0">
              <a:solidFill>
                <a:schemeClr val="bg1">
                  <a:lumMod val="6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57291549-1BE9-757D-28FB-AD31636AE5AE}"/>
              </a:ext>
            </a:extLst>
          </p:cNvPr>
          <p:cNvSpPr txBox="1"/>
          <p:nvPr/>
        </p:nvSpPr>
        <p:spPr>
          <a:xfrm>
            <a:off x="8847798" y="-1761"/>
            <a:ext cx="1085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chemeClr val="bg1">
                    <a:lumMod val="65000"/>
                  </a:schemeClr>
                </a:solidFill>
                <a:latin typeface="Bauhaus 93" panose="04030905020B02020C02" pitchFamily="82" charset="0"/>
              </a:rPr>
              <a:t>Кемитүү</a:t>
            </a:r>
            <a:endParaRPr lang="en-GB" dirty="0">
              <a:solidFill>
                <a:schemeClr val="bg1">
                  <a:lumMod val="65000"/>
                </a:schemeClr>
              </a:solidFill>
              <a:latin typeface="Bauhaus 93" panose="04030905020B02020C02" pitchFamily="8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37D9251-0926-2046-3D74-0D276FF41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61" y="329193"/>
            <a:ext cx="4781949" cy="6394479"/>
          </a:xfrm>
          <a:prstGeom prst="rect">
            <a:avLst/>
          </a:prstGeom>
        </p:spPr>
      </p:pic>
      <p:pic>
        <p:nvPicPr>
          <p:cNvPr id="254" name="Picture 253">
            <a:extLst>
              <a:ext uri="{FF2B5EF4-FFF2-40B4-BE49-F238E27FC236}">
                <a16:creationId xmlns:a16="http://schemas.microsoft.com/office/drawing/2014/main" id="{19CB07C6-D2EA-724A-AF29-AC6BB7593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691" y="403176"/>
            <a:ext cx="4616687" cy="632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580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A2B4BD-F53D-8FE1-A582-94E3948B6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2544" y="977606"/>
            <a:ext cx="6823154" cy="48679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F3BC57-1923-80F5-ED7F-428F69AE8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17923" y="935077"/>
            <a:ext cx="6823154" cy="495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28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365760"/>
            <a:ext cx="9429569" cy="6350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10719</TotalTime>
  <Words>629</Words>
  <Application>Microsoft Office PowerPoint</Application>
  <PresentationFormat>A4 Paper (210x297 mm)</PresentationFormat>
  <Paragraphs>330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Arial</vt:lpstr>
      <vt:lpstr>Calibri Light</vt:lpstr>
      <vt:lpstr>Bauhaus 93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546</cp:revision>
  <cp:lastPrinted>2024-05-18T17:34:10Z</cp:lastPrinted>
  <dcterms:created xsi:type="dcterms:W3CDTF">2017-01-17T16:57:04Z</dcterms:created>
  <dcterms:modified xsi:type="dcterms:W3CDTF">2024-05-18T17:37:00Z</dcterms:modified>
</cp:coreProperties>
</file>