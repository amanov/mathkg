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2"/>
  </p:notesMasterIdLst>
  <p:sldIdLst>
    <p:sldId id="973" r:id="rId3"/>
    <p:sldId id="958" r:id="rId4"/>
    <p:sldId id="961" r:id="rId5"/>
    <p:sldId id="960" r:id="rId6"/>
    <p:sldId id="959" r:id="rId7"/>
    <p:sldId id="976" r:id="rId8"/>
    <p:sldId id="963" r:id="rId9"/>
    <p:sldId id="964" r:id="rId10"/>
    <p:sldId id="975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  <p:embeddedFont>
      <p:font typeface="Cooper Black" panose="0208090404030B0204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3"/>
          </p14:sldIdLst>
        </p14:section>
        <p14:section name="Көрсөтүү үчүн" id="{059544AC-2C27-45B1-9F95-F87DF8854DD6}">
          <p14:sldIdLst>
            <p14:sldId id="958"/>
            <p14:sldId id="961"/>
          </p14:sldIdLst>
        </p14:section>
        <p14:section name="Жооптор" id="{1FEDB314-42DC-4694-9B04-D4A4AAE625F7}">
          <p14:sldIdLst>
            <p14:sldId id="960"/>
            <p14:sldId id="959"/>
          </p14:sldIdLst>
        </p14:section>
        <p14:section name="Иш кагазы" id="{A78D9305-6AAE-4715-A210-52F6908F30F7}">
          <p14:sldIdLst>
            <p14:sldId id="976"/>
            <p14:sldId id="963"/>
            <p14:sldId id="964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666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35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03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04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69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98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34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81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59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560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42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47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49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</a:t>
            </a:r>
          </a:p>
          <a:p>
            <a:pPr marL="0" marR="0" lvl="0" indent="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жана бөлүү – </a:t>
            </a:r>
            <a:r>
              <a:rPr lang="ky-KG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КӨНДҮМ ИШ КАГАЗДАРЫ 1</a:t>
            </a: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system-ui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0C51A-9AF8-AA98-1E1B-FE2F321A7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15" y="366375"/>
            <a:ext cx="771082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8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57D2F33-A6C2-B491-4A96-349BDD155D66}"/>
              </a:ext>
            </a:extLst>
          </p:cNvPr>
          <p:cNvSpPr txBox="1"/>
          <p:nvPr/>
        </p:nvSpPr>
        <p:spPr>
          <a:xfrm>
            <a:off x="2116777" y="0"/>
            <a:ext cx="5683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Ондуктарга, жүздүктөргө жана миңдерге көбөйтүү жана бөлүү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/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о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2,7 × 100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= ____________</a:t>
                </a:r>
              </a:p>
            </p:txBody>
          </p:sp>
        </mc:Choice>
        <mc:Fallback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blipFill>
                <a:blip r:embed="rId2"/>
                <a:stretch>
                  <a:fillRect l="-256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6B5166A8-95B3-A037-77C3-47F2EC4382BC}"/>
              </a:ext>
            </a:extLst>
          </p:cNvPr>
          <p:cNvSpPr/>
          <p:nvPr/>
        </p:nvSpPr>
        <p:spPr>
          <a:xfrm>
            <a:off x="2000778" y="5018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521B9-B08B-E49D-4422-661AFAA3B688}"/>
              </a:ext>
            </a:extLst>
          </p:cNvPr>
          <p:cNvSpPr txBox="1"/>
          <p:nvPr/>
        </p:nvSpPr>
        <p:spPr>
          <a:xfrm>
            <a:off x="2307009" y="4928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976CB6-4676-DB9E-E81E-7E6CDEAABE06}"/>
              </a:ext>
            </a:extLst>
          </p:cNvPr>
          <p:cNvSpPr txBox="1"/>
          <p:nvPr/>
        </p:nvSpPr>
        <p:spPr>
          <a:xfrm>
            <a:off x="266145" y="3599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D75A0-5EEA-48CF-F912-C58F8ADDA03F}"/>
              </a:ext>
            </a:extLst>
          </p:cNvPr>
          <p:cNvSpPr/>
          <p:nvPr/>
        </p:nvSpPr>
        <p:spPr>
          <a:xfrm>
            <a:off x="57967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6C96F-C003-08A5-9872-AECA64A4C6AB}"/>
              </a:ext>
            </a:extLst>
          </p:cNvPr>
          <p:cNvSpPr/>
          <p:nvPr/>
        </p:nvSpPr>
        <p:spPr>
          <a:xfrm>
            <a:off x="837470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E7111-2E02-9C48-EC88-053BDF9B153E}"/>
              </a:ext>
            </a:extLst>
          </p:cNvPr>
          <p:cNvSpPr/>
          <p:nvPr/>
        </p:nvSpPr>
        <p:spPr>
          <a:xfrm>
            <a:off x="1095262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35EA4-A8FC-528A-1733-D1A78C7C83B3}"/>
              </a:ext>
            </a:extLst>
          </p:cNvPr>
          <p:cNvSpPr/>
          <p:nvPr/>
        </p:nvSpPr>
        <p:spPr>
          <a:xfrm>
            <a:off x="1353054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AA56D-FD22-82C5-CC72-6AA9259066A2}"/>
              </a:ext>
            </a:extLst>
          </p:cNvPr>
          <p:cNvSpPr/>
          <p:nvPr/>
        </p:nvSpPr>
        <p:spPr>
          <a:xfrm>
            <a:off x="1610845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DB305-CE8F-FF14-B581-61F7D04509C5}"/>
              </a:ext>
            </a:extLst>
          </p:cNvPr>
          <p:cNvSpPr/>
          <p:nvPr/>
        </p:nvSpPr>
        <p:spPr>
          <a:xfrm>
            <a:off x="186863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E4F449-91FC-29B9-CF11-E512D4A64282}"/>
              </a:ext>
            </a:extLst>
          </p:cNvPr>
          <p:cNvSpPr/>
          <p:nvPr/>
        </p:nvSpPr>
        <p:spPr>
          <a:xfrm>
            <a:off x="1842443" y="4828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96452C5-D18C-249C-135D-85E1E353E8B0}"/>
              </a:ext>
            </a:extLst>
          </p:cNvPr>
          <p:cNvSpPr/>
          <p:nvPr/>
        </p:nvSpPr>
        <p:spPr>
          <a:xfrm>
            <a:off x="57967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5C9EEA-D037-7B8D-552F-C89DB6B8DEAC}"/>
              </a:ext>
            </a:extLst>
          </p:cNvPr>
          <p:cNvSpPr/>
          <p:nvPr/>
        </p:nvSpPr>
        <p:spPr>
          <a:xfrm>
            <a:off x="837470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92D11C0-6C2C-D78E-C72A-623E83A003B1}"/>
              </a:ext>
            </a:extLst>
          </p:cNvPr>
          <p:cNvSpPr/>
          <p:nvPr/>
        </p:nvSpPr>
        <p:spPr>
          <a:xfrm>
            <a:off x="1095262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5C581C-8026-5E4F-0B95-3AB3379D1686}"/>
              </a:ext>
            </a:extLst>
          </p:cNvPr>
          <p:cNvSpPr/>
          <p:nvPr/>
        </p:nvSpPr>
        <p:spPr>
          <a:xfrm>
            <a:off x="1353054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C4E48C3-16A2-5993-8ABA-01131D48B284}"/>
              </a:ext>
            </a:extLst>
          </p:cNvPr>
          <p:cNvSpPr/>
          <p:nvPr/>
        </p:nvSpPr>
        <p:spPr>
          <a:xfrm>
            <a:off x="1610845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761476E-117C-68D1-2A84-C03A727AB79D}"/>
              </a:ext>
            </a:extLst>
          </p:cNvPr>
          <p:cNvSpPr/>
          <p:nvPr/>
        </p:nvSpPr>
        <p:spPr>
          <a:xfrm>
            <a:off x="186863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BEEAA38-D226-6CF8-4F2D-EE4D3CC3DFD9}"/>
              </a:ext>
            </a:extLst>
          </p:cNvPr>
          <p:cNvSpPr/>
          <p:nvPr/>
        </p:nvSpPr>
        <p:spPr>
          <a:xfrm>
            <a:off x="1842443" y="8161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F0AEF2-3E01-627F-0AA1-CD3CB812068D}"/>
              </a:ext>
            </a:extLst>
          </p:cNvPr>
          <p:cNvSpPr/>
          <p:nvPr/>
        </p:nvSpPr>
        <p:spPr>
          <a:xfrm>
            <a:off x="57967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664C925-F9C2-1F9D-128A-C9D989D19FC8}"/>
              </a:ext>
            </a:extLst>
          </p:cNvPr>
          <p:cNvSpPr/>
          <p:nvPr/>
        </p:nvSpPr>
        <p:spPr>
          <a:xfrm>
            <a:off x="837470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C9359A-7BC7-3214-EBB2-447F0EC6AB64}"/>
              </a:ext>
            </a:extLst>
          </p:cNvPr>
          <p:cNvSpPr/>
          <p:nvPr/>
        </p:nvSpPr>
        <p:spPr>
          <a:xfrm>
            <a:off x="1095262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9197E93-21DB-56CA-626F-CB9EC60D3366}"/>
              </a:ext>
            </a:extLst>
          </p:cNvPr>
          <p:cNvSpPr/>
          <p:nvPr/>
        </p:nvSpPr>
        <p:spPr>
          <a:xfrm>
            <a:off x="1353054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284011E-050A-0175-758A-7FFEA7C46087}"/>
              </a:ext>
            </a:extLst>
          </p:cNvPr>
          <p:cNvSpPr/>
          <p:nvPr/>
        </p:nvSpPr>
        <p:spPr>
          <a:xfrm>
            <a:off x="1610845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C42B903-94E5-E494-7F6F-B0271693FE7B}"/>
              </a:ext>
            </a:extLst>
          </p:cNvPr>
          <p:cNvSpPr/>
          <p:nvPr/>
        </p:nvSpPr>
        <p:spPr>
          <a:xfrm>
            <a:off x="186863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77A66291-5CE5-F80D-BA8B-2D2751287F55}"/>
              </a:ext>
            </a:extLst>
          </p:cNvPr>
          <p:cNvSpPr/>
          <p:nvPr/>
        </p:nvSpPr>
        <p:spPr>
          <a:xfrm>
            <a:off x="1842443" y="11495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9" name="Arc 158">
            <a:extLst>
              <a:ext uri="{FF2B5EF4-FFF2-40B4-BE49-F238E27FC236}">
                <a16:creationId xmlns:a16="http://schemas.microsoft.com/office/drawing/2014/main" id="{54865AAD-2B28-44AB-E73A-D718D378312F}"/>
              </a:ext>
            </a:extLst>
          </p:cNvPr>
          <p:cNvSpPr/>
          <p:nvPr/>
        </p:nvSpPr>
        <p:spPr>
          <a:xfrm>
            <a:off x="2000778" y="8780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4E4EB01-5908-E2AB-D26C-91F880D648AE}"/>
              </a:ext>
            </a:extLst>
          </p:cNvPr>
          <p:cNvSpPr txBox="1"/>
          <p:nvPr/>
        </p:nvSpPr>
        <p:spPr>
          <a:xfrm>
            <a:off x="2307009" y="8812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164" name="Arc 163">
            <a:extLst>
              <a:ext uri="{FF2B5EF4-FFF2-40B4-BE49-F238E27FC236}">
                <a16:creationId xmlns:a16="http://schemas.microsoft.com/office/drawing/2014/main" id="{21BC2A4B-3FA5-ACBA-00BA-BD1A63291A51}"/>
              </a:ext>
            </a:extLst>
          </p:cNvPr>
          <p:cNvSpPr/>
          <p:nvPr/>
        </p:nvSpPr>
        <p:spPr>
          <a:xfrm>
            <a:off x="532373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750DD01-D9D6-378B-A7A9-DAE9FEA4BD9C}"/>
              </a:ext>
            </a:extLst>
          </p:cNvPr>
          <p:cNvSpPr txBox="1"/>
          <p:nvPr/>
        </p:nvSpPr>
        <p:spPr>
          <a:xfrm>
            <a:off x="5629964" y="48328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C5E2932-EFA7-35B5-63B7-EB09E41847CA}"/>
              </a:ext>
            </a:extLst>
          </p:cNvPr>
          <p:cNvSpPr txBox="1"/>
          <p:nvPr/>
        </p:nvSpPr>
        <p:spPr>
          <a:xfrm>
            <a:off x="3585894" y="35037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D6C6C38-B925-CDD8-102C-D8DACA1950BE}"/>
              </a:ext>
            </a:extLst>
          </p:cNvPr>
          <p:cNvSpPr/>
          <p:nvPr/>
        </p:nvSpPr>
        <p:spPr>
          <a:xfrm>
            <a:off x="390263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FA4A8B2-CC55-8AAB-71CD-CD28B38B39CB}"/>
              </a:ext>
            </a:extLst>
          </p:cNvPr>
          <p:cNvSpPr/>
          <p:nvPr/>
        </p:nvSpPr>
        <p:spPr>
          <a:xfrm>
            <a:off x="416042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4A791FC-35FA-243D-00D5-625FA479EFBB}"/>
              </a:ext>
            </a:extLst>
          </p:cNvPr>
          <p:cNvSpPr/>
          <p:nvPr/>
        </p:nvSpPr>
        <p:spPr>
          <a:xfrm>
            <a:off x="441821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704868A-3B69-A3A5-304E-A1C109B011B1}"/>
              </a:ext>
            </a:extLst>
          </p:cNvPr>
          <p:cNvSpPr/>
          <p:nvPr/>
        </p:nvSpPr>
        <p:spPr>
          <a:xfrm>
            <a:off x="467600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F0B4625-09E1-8248-C7C7-EED6F29F8FD9}"/>
              </a:ext>
            </a:extLst>
          </p:cNvPr>
          <p:cNvSpPr/>
          <p:nvPr/>
        </p:nvSpPr>
        <p:spPr>
          <a:xfrm>
            <a:off x="493380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CC40475-A01C-84A5-64F4-6B8EB4E1BC8B}"/>
              </a:ext>
            </a:extLst>
          </p:cNvPr>
          <p:cNvSpPr/>
          <p:nvPr/>
        </p:nvSpPr>
        <p:spPr>
          <a:xfrm>
            <a:off x="519159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6B1FBEE-4BE3-34CA-834A-E67E3D64909E}"/>
              </a:ext>
            </a:extLst>
          </p:cNvPr>
          <p:cNvSpPr/>
          <p:nvPr/>
        </p:nvSpPr>
        <p:spPr>
          <a:xfrm>
            <a:off x="516539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FEB3765-40FA-340D-1645-057B78B2D7B9}"/>
              </a:ext>
            </a:extLst>
          </p:cNvPr>
          <p:cNvSpPr/>
          <p:nvPr/>
        </p:nvSpPr>
        <p:spPr>
          <a:xfrm>
            <a:off x="390263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73F9A11-A3D3-B201-2538-36BDF2A36E81}"/>
              </a:ext>
            </a:extLst>
          </p:cNvPr>
          <p:cNvSpPr/>
          <p:nvPr/>
        </p:nvSpPr>
        <p:spPr>
          <a:xfrm>
            <a:off x="416042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106FF1-CD4A-4B47-1B9B-92DF23679BD8}"/>
              </a:ext>
            </a:extLst>
          </p:cNvPr>
          <p:cNvSpPr/>
          <p:nvPr/>
        </p:nvSpPr>
        <p:spPr>
          <a:xfrm>
            <a:off x="441821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E9BB1F0-5B27-859C-DD6D-E0E718A621D6}"/>
              </a:ext>
            </a:extLst>
          </p:cNvPr>
          <p:cNvSpPr/>
          <p:nvPr/>
        </p:nvSpPr>
        <p:spPr>
          <a:xfrm>
            <a:off x="467600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8DF075D-CFD2-B980-8345-669D15DD96A3}"/>
              </a:ext>
            </a:extLst>
          </p:cNvPr>
          <p:cNvSpPr/>
          <p:nvPr/>
        </p:nvSpPr>
        <p:spPr>
          <a:xfrm>
            <a:off x="493380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33FD9F3-D73A-B05E-F0D8-54E88F4DB8CB}"/>
              </a:ext>
            </a:extLst>
          </p:cNvPr>
          <p:cNvSpPr/>
          <p:nvPr/>
        </p:nvSpPr>
        <p:spPr>
          <a:xfrm>
            <a:off x="519159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7CD790F6-868A-2741-4AE5-EDCD66A0B38D}"/>
              </a:ext>
            </a:extLst>
          </p:cNvPr>
          <p:cNvSpPr/>
          <p:nvPr/>
        </p:nvSpPr>
        <p:spPr>
          <a:xfrm>
            <a:off x="516539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D8F23F7-CFA5-1837-8C91-BB7FFEEF1EDB}"/>
              </a:ext>
            </a:extLst>
          </p:cNvPr>
          <p:cNvSpPr/>
          <p:nvPr/>
        </p:nvSpPr>
        <p:spPr>
          <a:xfrm>
            <a:off x="390263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178DEF3-C95C-1246-698F-E97FE2ADA70E}"/>
              </a:ext>
            </a:extLst>
          </p:cNvPr>
          <p:cNvSpPr/>
          <p:nvPr/>
        </p:nvSpPr>
        <p:spPr>
          <a:xfrm>
            <a:off x="416042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3074AF6-FDC2-BDAC-F823-DAF32D390414}"/>
              </a:ext>
            </a:extLst>
          </p:cNvPr>
          <p:cNvSpPr/>
          <p:nvPr/>
        </p:nvSpPr>
        <p:spPr>
          <a:xfrm>
            <a:off x="441821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6067DD6-D51C-39B8-AC02-D2D301BC6335}"/>
              </a:ext>
            </a:extLst>
          </p:cNvPr>
          <p:cNvSpPr/>
          <p:nvPr/>
        </p:nvSpPr>
        <p:spPr>
          <a:xfrm>
            <a:off x="467600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025B582-A83E-1ED9-3760-55447F7D6818}"/>
              </a:ext>
            </a:extLst>
          </p:cNvPr>
          <p:cNvSpPr/>
          <p:nvPr/>
        </p:nvSpPr>
        <p:spPr>
          <a:xfrm>
            <a:off x="493380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E7E34B3-A848-C0E9-E314-C5EE0B311512}"/>
              </a:ext>
            </a:extLst>
          </p:cNvPr>
          <p:cNvSpPr/>
          <p:nvPr/>
        </p:nvSpPr>
        <p:spPr>
          <a:xfrm>
            <a:off x="519159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F4CA1F6B-9914-DC68-9E91-8A15B85BC937}"/>
              </a:ext>
            </a:extLst>
          </p:cNvPr>
          <p:cNvSpPr/>
          <p:nvPr/>
        </p:nvSpPr>
        <p:spPr>
          <a:xfrm>
            <a:off x="516539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4" name="Arc 193">
            <a:extLst>
              <a:ext uri="{FF2B5EF4-FFF2-40B4-BE49-F238E27FC236}">
                <a16:creationId xmlns:a16="http://schemas.microsoft.com/office/drawing/2014/main" id="{4E7AC21E-9A9E-EAC3-FFF3-BC5580D1CC98}"/>
              </a:ext>
            </a:extLst>
          </p:cNvPr>
          <p:cNvSpPr/>
          <p:nvPr/>
        </p:nvSpPr>
        <p:spPr>
          <a:xfrm>
            <a:off x="532373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6B355D1-2CFE-4616-390F-2FE276991512}"/>
              </a:ext>
            </a:extLst>
          </p:cNvPr>
          <p:cNvSpPr txBox="1"/>
          <p:nvPr/>
        </p:nvSpPr>
        <p:spPr>
          <a:xfrm>
            <a:off x="562996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197" name="Arc 196">
            <a:extLst>
              <a:ext uri="{FF2B5EF4-FFF2-40B4-BE49-F238E27FC236}">
                <a16:creationId xmlns:a16="http://schemas.microsoft.com/office/drawing/2014/main" id="{76BD346C-C07B-23F7-3049-735A0FDE44FF}"/>
              </a:ext>
            </a:extLst>
          </p:cNvPr>
          <p:cNvSpPr/>
          <p:nvPr/>
        </p:nvSpPr>
        <p:spPr>
          <a:xfrm>
            <a:off x="804026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C469E24-A9AE-5AE0-07D9-93FC6C4B1611}"/>
              </a:ext>
            </a:extLst>
          </p:cNvPr>
          <p:cNvSpPr txBox="1"/>
          <p:nvPr/>
        </p:nvSpPr>
        <p:spPr>
          <a:xfrm>
            <a:off x="8346494" y="48328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D7F92B3-FD7B-7C42-FFCF-44F246E4125B}"/>
              </a:ext>
            </a:extLst>
          </p:cNvPr>
          <p:cNvSpPr txBox="1"/>
          <p:nvPr/>
        </p:nvSpPr>
        <p:spPr>
          <a:xfrm>
            <a:off x="6587654" y="35037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44C5DDD-49B5-909C-DEE9-D8A73F7CA23D}"/>
              </a:ext>
            </a:extLst>
          </p:cNvPr>
          <p:cNvSpPr/>
          <p:nvPr/>
        </p:nvSpPr>
        <p:spPr>
          <a:xfrm>
            <a:off x="687695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055408B-DE2B-BB83-7E9B-BC629F06131B}"/>
              </a:ext>
            </a:extLst>
          </p:cNvPr>
          <p:cNvSpPr/>
          <p:nvPr/>
        </p:nvSpPr>
        <p:spPr>
          <a:xfrm>
            <a:off x="713474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A9D061E-F7F0-C311-7006-886D45EDAB32}"/>
              </a:ext>
            </a:extLst>
          </p:cNvPr>
          <p:cNvSpPr/>
          <p:nvPr/>
        </p:nvSpPr>
        <p:spPr>
          <a:xfrm>
            <a:off x="739253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4667CF6-3B3B-319E-10B1-E9EC7B941474}"/>
              </a:ext>
            </a:extLst>
          </p:cNvPr>
          <p:cNvSpPr/>
          <p:nvPr/>
        </p:nvSpPr>
        <p:spPr>
          <a:xfrm>
            <a:off x="765033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208538B-FDEA-6E9F-839F-A6A600464C86}"/>
              </a:ext>
            </a:extLst>
          </p:cNvPr>
          <p:cNvSpPr/>
          <p:nvPr/>
        </p:nvSpPr>
        <p:spPr>
          <a:xfrm>
            <a:off x="790812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B217BA5-DD77-0687-70A5-A70E3884F13D}"/>
              </a:ext>
            </a:extLst>
          </p:cNvPr>
          <p:cNvSpPr/>
          <p:nvPr/>
        </p:nvSpPr>
        <p:spPr>
          <a:xfrm>
            <a:off x="788192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DE60342-F7D0-05EB-452F-D2B1552F2DAA}"/>
              </a:ext>
            </a:extLst>
          </p:cNvPr>
          <p:cNvSpPr/>
          <p:nvPr/>
        </p:nvSpPr>
        <p:spPr>
          <a:xfrm>
            <a:off x="687695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9822AEA-C03F-0FC7-ABCF-3C4382589F1E}"/>
              </a:ext>
            </a:extLst>
          </p:cNvPr>
          <p:cNvSpPr/>
          <p:nvPr/>
        </p:nvSpPr>
        <p:spPr>
          <a:xfrm>
            <a:off x="713474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8A741CB-1D4D-92D5-89D0-9D04B0B58C3E}"/>
              </a:ext>
            </a:extLst>
          </p:cNvPr>
          <p:cNvSpPr/>
          <p:nvPr/>
        </p:nvSpPr>
        <p:spPr>
          <a:xfrm>
            <a:off x="739253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0F5A450-4CEA-1B56-CE01-34CB1FCBAEDA}"/>
              </a:ext>
            </a:extLst>
          </p:cNvPr>
          <p:cNvSpPr/>
          <p:nvPr/>
        </p:nvSpPr>
        <p:spPr>
          <a:xfrm>
            <a:off x="765033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71F879D-9B7D-F9AB-0C2B-D193FD2C1EFD}"/>
              </a:ext>
            </a:extLst>
          </p:cNvPr>
          <p:cNvSpPr/>
          <p:nvPr/>
        </p:nvSpPr>
        <p:spPr>
          <a:xfrm>
            <a:off x="790812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E1DBBEBC-0B8D-DE12-0815-2BDA357E6F26}"/>
              </a:ext>
            </a:extLst>
          </p:cNvPr>
          <p:cNvSpPr/>
          <p:nvPr/>
        </p:nvSpPr>
        <p:spPr>
          <a:xfrm>
            <a:off x="788192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2BB5CDA-B1D3-06E5-8784-6FCB7F89E151}"/>
              </a:ext>
            </a:extLst>
          </p:cNvPr>
          <p:cNvSpPr/>
          <p:nvPr/>
        </p:nvSpPr>
        <p:spPr>
          <a:xfrm>
            <a:off x="687695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E19329D-FB6A-873F-F266-4931C684AB27}"/>
              </a:ext>
            </a:extLst>
          </p:cNvPr>
          <p:cNvSpPr/>
          <p:nvPr/>
        </p:nvSpPr>
        <p:spPr>
          <a:xfrm>
            <a:off x="713474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163715F-858C-6BC0-CB8C-323AD4BF51EE}"/>
              </a:ext>
            </a:extLst>
          </p:cNvPr>
          <p:cNvSpPr/>
          <p:nvPr/>
        </p:nvSpPr>
        <p:spPr>
          <a:xfrm>
            <a:off x="739253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B6FFA8D-4300-67FA-1806-2D75C15E627F}"/>
              </a:ext>
            </a:extLst>
          </p:cNvPr>
          <p:cNvSpPr/>
          <p:nvPr/>
        </p:nvSpPr>
        <p:spPr>
          <a:xfrm>
            <a:off x="765033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9CF37E7-18ED-1A46-A0A6-4EC014A19285}"/>
              </a:ext>
            </a:extLst>
          </p:cNvPr>
          <p:cNvSpPr/>
          <p:nvPr/>
        </p:nvSpPr>
        <p:spPr>
          <a:xfrm>
            <a:off x="790812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5F0C2A83-6B0E-0871-AC1A-E2ECE9A9EDF6}"/>
              </a:ext>
            </a:extLst>
          </p:cNvPr>
          <p:cNvSpPr/>
          <p:nvPr/>
        </p:nvSpPr>
        <p:spPr>
          <a:xfrm>
            <a:off x="788192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Arc 226">
            <a:extLst>
              <a:ext uri="{FF2B5EF4-FFF2-40B4-BE49-F238E27FC236}">
                <a16:creationId xmlns:a16="http://schemas.microsoft.com/office/drawing/2014/main" id="{D13DA681-8693-96EC-7E8E-C16FC9A79874}"/>
              </a:ext>
            </a:extLst>
          </p:cNvPr>
          <p:cNvSpPr/>
          <p:nvPr/>
        </p:nvSpPr>
        <p:spPr>
          <a:xfrm>
            <a:off x="804026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22C17B4-2F19-C953-3028-1963FDCBF8A7}"/>
              </a:ext>
            </a:extLst>
          </p:cNvPr>
          <p:cNvSpPr txBox="1"/>
          <p:nvPr/>
        </p:nvSpPr>
        <p:spPr>
          <a:xfrm>
            <a:off x="834649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00" name="Arc 299">
            <a:extLst>
              <a:ext uri="{FF2B5EF4-FFF2-40B4-BE49-F238E27FC236}">
                <a16:creationId xmlns:a16="http://schemas.microsoft.com/office/drawing/2014/main" id="{B3612BA9-0E8F-F424-6962-DC6CE5E9B818}"/>
              </a:ext>
            </a:extLst>
          </p:cNvPr>
          <p:cNvSpPr/>
          <p:nvPr/>
        </p:nvSpPr>
        <p:spPr>
          <a:xfrm>
            <a:off x="2115078" y="17593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4F39523-ECE5-8236-3816-1E7B68900EC4}"/>
              </a:ext>
            </a:extLst>
          </p:cNvPr>
          <p:cNvSpPr txBox="1"/>
          <p:nvPr/>
        </p:nvSpPr>
        <p:spPr>
          <a:xfrm>
            <a:off x="2421309" y="17503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DA096F96-4752-2F6D-0A94-407DCF646331}"/>
              </a:ext>
            </a:extLst>
          </p:cNvPr>
          <p:cNvSpPr txBox="1"/>
          <p:nvPr/>
        </p:nvSpPr>
        <p:spPr>
          <a:xfrm>
            <a:off x="390865" y="161740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9F8581-59E9-9C55-E863-BC26CE04CA4F}"/>
              </a:ext>
            </a:extLst>
          </p:cNvPr>
          <p:cNvSpPr/>
          <p:nvPr/>
        </p:nvSpPr>
        <p:spPr>
          <a:xfrm>
            <a:off x="69397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F43446C-9047-F693-5F2A-4325D48D0E28}"/>
              </a:ext>
            </a:extLst>
          </p:cNvPr>
          <p:cNvSpPr/>
          <p:nvPr/>
        </p:nvSpPr>
        <p:spPr>
          <a:xfrm>
            <a:off x="951770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5691FBF6-32FA-061D-13EF-B215D451F6A8}"/>
              </a:ext>
            </a:extLst>
          </p:cNvPr>
          <p:cNvSpPr/>
          <p:nvPr/>
        </p:nvSpPr>
        <p:spPr>
          <a:xfrm>
            <a:off x="1209562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DB4620C-96F7-F16F-2ACA-D96E5B722D67}"/>
              </a:ext>
            </a:extLst>
          </p:cNvPr>
          <p:cNvSpPr/>
          <p:nvPr/>
        </p:nvSpPr>
        <p:spPr>
          <a:xfrm>
            <a:off x="1467354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0BCEA67-4ADB-EE51-AAD2-A55DB2920314}"/>
              </a:ext>
            </a:extLst>
          </p:cNvPr>
          <p:cNvSpPr/>
          <p:nvPr/>
        </p:nvSpPr>
        <p:spPr>
          <a:xfrm>
            <a:off x="1725145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849386A8-B523-E5D0-858C-40DA5A150469}"/>
              </a:ext>
            </a:extLst>
          </p:cNvPr>
          <p:cNvSpPr/>
          <p:nvPr/>
        </p:nvSpPr>
        <p:spPr>
          <a:xfrm>
            <a:off x="198293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F3E1679A-1594-759C-D609-6964D7C72CF0}"/>
              </a:ext>
            </a:extLst>
          </p:cNvPr>
          <p:cNvSpPr/>
          <p:nvPr/>
        </p:nvSpPr>
        <p:spPr>
          <a:xfrm>
            <a:off x="1956743" y="17403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CC59E5A0-2B1B-1EF4-95DC-DBB23B162158}"/>
              </a:ext>
            </a:extLst>
          </p:cNvPr>
          <p:cNvSpPr/>
          <p:nvPr/>
        </p:nvSpPr>
        <p:spPr>
          <a:xfrm>
            <a:off x="69397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7941B44-7707-4C96-DE30-C678FF03ECC0}"/>
              </a:ext>
            </a:extLst>
          </p:cNvPr>
          <p:cNvSpPr/>
          <p:nvPr/>
        </p:nvSpPr>
        <p:spPr>
          <a:xfrm>
            <a:off x="951770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0DBD7A93-BAB7-8E70-FB9D-6A17373DF86C}"/>
              </a:ext>
            </a:extLst>
          </p:cNvPr>
          <p:cNvSpPr/>
          <p:nvPr/>
        </p:nvSpPr>
        <p:spPr>
          <a:xfrm>
            <a:off x="1209562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A5893013-8346-A921-A89D-CD52475F386F}"/>
              </a:ext>
            </a:extLst>
          </p:cNvPr>
          <p:cNvSpPr/>
          <p:nvPr/>
        </p:nvSpPr>
        <p:spPr>
          <a:xfrm>
            <a:off x="1467354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506E752A-F968-E82E-DCD8-D9114528A5BC}"/>
              </a:ext>
            </a:extLst>
          </p:cNvPr>
          <p:cNvSpPr/>
          <p:nvPr/>
        </p:nvSpPr>
        <p:spPr>
          <a:xfrm>
            <a:off x="1725145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D857831-AEE4-598E-49EF-11C6847D55C9}"/>
              </a:ext>
            </a:extLst>
          </p:cNvPr>
          <p:cNvSpPr/>
          <p:nvPr/>
        </p:nvSpPr>
        <p:spPr>
          <a:xfrm>
            <a:off x="198293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13EA02E5-9DC9-EF1B-56F4-12F14158EB7B}"/>
              </a:ext>
            </a:extLst>
          </p:cNvPr>
          <p:cNvSpPr/>
          <p:nvPr/>
        </p:nvSpPr>
        <p:spPr>
          <a:xfrm>
            <a:off x="1956743" y="20736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8EDCF4E-6614-F9BA-3254-19BA2A145F0F}"/>
              </a:ext>
            </a:extLst>
          </p:cNvPr>
          <p:cNvSpPr/>
          <p:nvPr/>
        </p:nvSpPr>
        <p:spPr>
          <a:xfrm>
            <a:off x="69397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CCA650B-012E-04D3-5D8A-CA249F4C1A60}"/>
              </a:ext>
            </a:extLst>
          </p:cNvPr>
          <p:cNvSpPr/>
          <p:nvPr/>
        </p:nvSpPr>
        <p:spPr>
          <a:xfrm>
            <a:off x="951770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C38648E-FFB5-7E3F-5F61-F09350E4C820}"/>
              </a:ext>
            </a:extLst>
          </p:cNvPr>
          <p:cNvSpPr/>
          <p:nvPr/>
        </p:nvSpPr>
        <p:spPr>
          <a:xfrm>
            <a:off x="1209562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F2323AC-58A6-D97D-1F68-FF8BE4952694}"/>
              </a:ext>
            </a:extLst>
          </p:cNvPr>
          <p:cNvSpPr/>
          <p:nvPr/>
        </p:nvSpPr>
        <p:spPr>
          <a:xfrm>
            <a:off x="1467354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F0DFBF6-6360-BE36-6019-D67BCE098641}"/>
              </a:ext>
            </a:extLst>
          </p:cNvPr>
          <p:cNvSpPr/>
          <p:nvPr/>
        </p:nvSpPr>
        <p:spPr>
          <a:xfrm>
            <a:off x="1725145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4FFC95F-631F-22DD-C7FF-34824EE04793}"/>
              </a:ext>
            </a:extLst>
          </p:cNvPr>
          <p:cNvSpPr/>
          <p:nvPr/>
        </p:nvSpPr>
        <p:spPr>
          <a:xfrm>
            <a:off x="198293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C1A93837-70F0-9EB5-1F0D-5B459C6083E2}"/>
              </a:ext>
            </a:extLst>
          </p:cNvPr>
          <p:cNvSpPr/>
          <p:nvPr/>
        </p:nvSpPr>
        <p:spPr>
          <a:xfrm>
            <a:off x="1956743" y="24070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Arc 329">
            <a:extLst>
              <a:ext uri="{FF2B5EF4-FFF2-40B4-BE49-F238E27FC236}">
                <a16:creationId xmlns:a16="http://schemas.microsoft.com/office/drawing/2014/main" id="{AA645647-518E-7C72-4F41-B7BB3F5C73D2}"/>
              </a:ext>
            </a:extLst>
          </p:cNvPr>
          <p:cNvSpPr/>
          <p:nvPr/>
        </p:nvSpPr>
        <p:spPr>
          <a:xfrm>
            <a:off x="2115078" y="21355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CB0CB8E-468C-FFB9-7DF0-78DA2B034EBB}"/>
              </a:ext>
            </a:extLst>
          </p:cNvPr>
          <p:cNvSpPr txBox="1"/>
          <p:nvPr/>
        </p:nvSpPr>
        <p:spPr>
          <a:xfrm>
            <a:off x="2421309" y="21387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68" name="Arc 267">
            <a:extLst>
              <a:ext uri="{FF2B5EF4-FFF2-40B4-BE49-F238E27FC236}">
                <a16:creationId xmlns:a16="http://schemas.microsoft.com/office/drawing/2014/main" id="{F0C0FA61-16CB-CD26-EF30-0C81F5763E34}"/>
              </a:ext>
            </a:extLst>
          </p:cNvPr>
          <p:cNvSpPr/>
          <p:nvPr/>
        </p:nvSpPr>
        <p:spPr>
          <a:xfrm>
            <a:off x="5621390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D297A24-8DB4-6505-1544-763EBEF1980C}"/>
              </a:ext>
            </a:extLst>
          </p:cNvPr>
          <p:cNvSpPr txBox="1"/>
          <p:nvPr/>
        </p:nvSpPr>
        <p:spPr>
          <a:xfrm>
            <a:off x="5927621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3218AE1C-AEAE-53DF-F594-939436EBFE57}"/>
              </a:ext>
            </a:extLst>
          </p:cNvPr>
          <p:cNvSpPr txBox="1"/>
          <p:nvPr/>
        </p:nvSpPr>
        <p:spPr>
          <a:xfrm>
            <a:off x="3902011" y="1623752"/>
            <a:ext cx="322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102394BF-2D69-5165-ECD6-A6247918CD58}"/>
              </a:ext>
            </a:extLst>
          </p:cNvPr>
          <p:cNvSpPr/>
          <p:nvPr/>
        </p:nvSpPr>
        <p:spPr>
          <a:xfrm>
            <a:off x="419852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6644842-616B-B8D9-EC2F-CD4F411765CC}"/>
              </a:ext>
            </a:extLst>
          </p:cNvPr>
          <p:cNvSpPr/>
          <p:nvPr/>
        </p:nvSpPr>
        <p:spPr>
          <a:xfrm>
            <a:off x="445631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FEFC56C-726E-82F7-4495-F34B353CE981}"/>
              </a:ext>
            </a:extLst>
          </p:cNvPr>
          <p:cNvSpPr/>
          <p:nvPr/>
        </p:nvSpPr>
        <p:spPr>
          <a:xfrm>
            <a:off x="471410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60DCEABD-28E5-3304-1E3C-337B014BF07F}"/>
              </a:ext>
            </a:extLst>
          </p:cNvPr>
          <p:cNvSpPr/>
          <p:nvPr/>
        </p:nvSpPr>
        <p:spPr>
          <a:xfrm>
            <a:off x="497190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DB66F51-51C8-411C-E01D-221A420590FE}"/>
              </a:ext>
            </a:extLst>
          </p:cNvPr>
          <p:cNvSpPr/>
          <p:nvPr/>
        </p:nvSpPr>
        <p:spPr>
          <a:xfrm>
            <a:off x="522969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781D7F4-FDC1-4747-9BC6-24AA8DE7349C}"/>
              </a:ext>
            </a:extLst>
          </p:cNvPr>
          <p:cNvSpPr/>
          <p:nvPr/>
        </p:nvSpPr>
        <p:spPr>
          <a:xfrm>
            <a:off x="5487484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519E36B1-C068-ACEB-7215-81F3F1E521F6}"/>
              </a:ext>
            </a:extLst>
          </p:cNvPr>
          <p:cNvSpPr/>
          <p:nvPr/>
        </p:nvSpPr>
        <p:spPr>
          <a:xfrm>
            <a:off x="520349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735E63A5-5514-5E30-5ABE-665F2C4B48E1}"/>
              </a:ext>
            </a:extLst>
          </p:cNvPr>
          <p:cNvSpPr/>
          <p:nvPr/>
        </p:nvSpPr>
        <p:spPr>
          <a:xfrm>
            <a:off x="419852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7D27BF9C-525C-602A-B01D-90814EE3A8BF}"/>
              </a:ext>
            </a:extLst>
          </p:cNvPr>
          <p:cNvSpPr/>
          <p:nvPr/>
        </p:nvSpPr>
        <p:spPr>
          <a:xfrm>
            <a:off x="445631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7D02089-3861-7923-835A-1A5663B5ED71}"/>
              </a:ext>
            </a:extLst>
          </p:cNvPr>
          <p:cNvSpPr/>
          <p:nvPr/>
        </p:nvSpPr>
        <p:spPr>
          <a:xfrm>
            <a:off x="471410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32D6D61-10BA-7FFF-1946-40ACC4D4C75D}"/>
              </a:ext>
            </a:extLst>
          </p:cNvPr>
          <p:cNvSpPr/>
          <p:nvPr/>
        </p:nvSpPr>
        <p:spPr>
          <a:xfrm>
            <a:off x="497190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FE111BD6-869B-CD7F-9592-894CCA8CA593}"/>
              </a:ext>
            </a:extLst>
          </p:cNvPr>
          <p:cNvSpPr/>
          <p:nvPr/>
        </p:nvSpPr>
        <p:spPr>
          <a:xfrm>
            <a:off x="522969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1A69C6E-DEA8-3FA5-525E-F1E3DCA1B920}"/>
              </a:ext>
            </a:extLst>
          </p:cNvPr>
          <p:cNvSpPr/>
          <p:nvPr/>
        </p:nvSpPr>
        <p:spPr>
          <a:xfrm>
            <a:off x="5487484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D76D8F4E-8680-59AC-0B14-AF1F93FC3E8D}"/>
              </a:ext>
            </a:extLst>
          </p:cNvPr>
          <p:cNvSpPr/>
          <p:nvPr/>
        </p:nvSpPr>
        <p:spPr>
          <a:xfrm>
            <a:off x="5203498" y="208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A915785-53B5-C115-D94D-F6FC8BEDAFF6}"/>
              </a:ext>
            </a:extLst>
          </p:cNvPr>
          <p:cNvSpPr/>
          <p:nvPr/>
        </p:nvSpPr>
        <p:spPr>
          <a:xfrm>
            <a:off x="419852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66D8B9E-C935-614C-3C7A-46DA619C9A09}"/>
              </a:ext>
            </a:extLst>
          </p:cNvPr>
          <p:cNvSpPr/>
          <p:nvPr/>
        </p:nvSpPr>
        <p:spPr>
          <a:xfrm>
            <a:off x="445631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87FAC670-C79A-9A8E-C3CB-115CD3A6DB6F}"/>
              </a:ext>
            </a:extLst>
          </p:cNvPr>
          <p:cNvSpPr/>
          <p:nvPr/>
        </p:nvSpPr>
        <p:spPr>
          <a:xfrm>
            <a:off x="471410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C6449CA-8CF5-47BC-C08F-9FE18CFBD9A9}"/>
              </a:ext>
            </a:extLst>
          </p:cNvPr>
          <p:cNvSpPr/>
          <p:nvPr/>
        </p:nvSpPr>
        <p:spPr>
          <a:xfrm>
            <a:off x="497190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29A8C8D-4057-777B-FD05-21BF586AF4E8}"/>
              </a:ext>
            </a:extLst>
          </p:cNvPr>
          <p:cNvSpPr/>
          <p:nvPr/>
        </p:nvSpPr>
        <p:spPr>
          <a:xfrm>
            <a:off x="522969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472F386-0E7A-C198-98DC-B8C5247C66F7}"/>
              </a:ext>
            </a:extLst>
          </p:cNvPr>
          <p:cNvSpPr/>
          <p:nvPr/>
        </p:nvSpPr>
        <p:spPr>
          <a:xfrm>
            <a:off x="5487484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B561C8EE-DAD2-3AEA-CCF0-8D5D63BFCA4F}"/>
              </a:ext>
            </a:extLst>
          </p:cNvPr>
          <p:cNvSpPr/>
          <p:nvPr/>
        </p:nvSpPr>
        <p:spPr>
          <a:xfrm>
            <a:off x="5203498" y="241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8" name="Arc 297">
            <a:extLst>
              <a:ext uri="{FF2B5EF4-FFF2-40B4-BE49-F238E27FC236}">
                <a16:creationId xmlns:a16="http://schemas.microsoft.com/office/drawing/2014/main" id="{E30E8E84-05F6-8968-ED1A-9205936A865D}"/>
              </a:ext>
            </a:extLst>
          </p:cNvPr>
          <p:cNvSpPr/>
          <p:nvPr/>
        </p:nvSpPr>
        <p:spPr>
          <a:xfrm>
            <a:off x="5621390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06A72D03-164E-46D6-60C8-0CFE6A6124AB}"/>
              </a:ext>
            </a:extLst>
          </p:cNvPr>
          <p:cNvSpPr txBox="1"/>
          <p:nvPr/>
        </p:nvSpPr>
        <p:spPr>
          <a:xfrm>
            <a:off x="5927621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36" name="Arc 235">
            <a:extLst>
              <a:ext uri="{FF2B5EF4-FFF2-40B4-BE49-F238E27FC236}">
                <a16:creationId xmlns:a16="http://schemas.microsoft.com/office/drawing/2014/main" id="{2CAACDED-F7B5-5237-109E-80EC2D9DDE40}"/>
              </a:ext>
            </a:extLst>
          </p:cNvPr>
          <p:cNvSpPr/>
          <p:nvPr/>
        </p:nvSpPr>
        <p:spPr>
          <a:xfrm>
            <a:off x="8707013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D78A96-A021-FBAB-A910-CBAD491888E7}"/>
              </a:ext>
            </a:extLst>
          </p:cNvPr>
          <p:cNvSpPr txBox="1"/>
          <p:nvPr/>
        </p:nvSpPr>
        <p:spPr>
          <a:xfrm>
            <a:off x="9013244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0313495-829C-1D05-71CF-75A5F887F708}"/>
              </a:ext>
            </a:extLst>
          </p:cNvPr>
          <p:cNvSpPr txBox="1"/>
          <p:nvPr/>
        </p:nvSpPr>
        <p:spPr>
          <a:xfrm>
            <a:off x="6971579" y="1623752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F615B7B-0D35-40E0-9C14-9B31AD596516}"/>
              </a:ext>
            </a:extLst>
          </p:cNvPr>
          <p:cNvSpPr/>
          <p:nvPr/>
        </p:nvSpPr>
        <p:spPr>
          <a:xfrm>
            <a:off x="728591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3793639-EE98-DB63-9FA9-F35825B00FF9}"/>
              </a:ext>
            </a:extLst>
          </p:cNvPr>
          <p:cNvSpPr/>
          <p:nvPr/>
        </p:nvSpPr>
        <p:spPr>
          <a:xfrm>
            <a:off x="754370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6A18EAE-A597-FF9F-9647-9B4203E42048}"/>
              </a:ext>
            </a:extLst>
          </p:cNvPr>
          <p:cNvSpPr/>
          <p:nvPr/>
        </p:nvSpPr>
        <p:spPr>
          <a:xfrm>
            <a:off x="780149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B4C6E71-44B4-9176-0D7A-7DD07E3F63A6}"/>
              </a:ext>
            </a:extLst>
          </p:cNvPr>
          <p:cNvSpPr/>
          <p:nvPr/>
        </p:nvSpPr>
        <p:spPr>
          <a:xfrm>
            <a:off x="805928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0F12D614-BF87-9E59-8F20-812B56B5E222}"/>
              </a:ext>
            </a:extLst>
          </p:cNvPr>
          <p:cNvSpPr/>
          <p:nvPr/>
        </p:nvSpPr>
        <p:spPr>
          <a:xfrm>
            <a:off x="831708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833984C-E1C7-6E5E-AF2A-C7BD21137E28}"/>
              </a:ext>
            </a:extLst>
          </p:cNvPr>
          <p:cNvSpPr/>
          <p:nvPr/>
        </p:nvSpPr>
        <p:spPr>
          <a:xfrm>
            <a:off x="857487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37D44BC5-498B-265C-39B1-D575E7F833EB}"/>
              </a:ext>
            </a:extLst>
          </p:cNvPr>
          <p:cNvSpPr/>
          <p:nvPr/>
        </p:nvSpPr>
        <p:spPr>
          <a:xfrm>
            <a:off x="854867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DA27EB4-9BDD-B232-B5B4-12593F519886}"/>
              </a:ext>
            </a:extLst>
          </p:cNvPr>
          <p:cNvSpPr/>
          <p:nvPr/>
        </p:nvSpPr>
        <p:spPr>
          <a:xfrm>
            <a:off x="728591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0A0FB626-E171-8AE0-846D-BE365DBD59E7}"/>
              </a:ext>
            </a:extLst>
          </p:cNvPr>
          <p:cNvSpPr/>
          <p:nvPr/>
        </p:nvSpPr>
        <p:spPr>
          <a:xfrm>
            <a:off x="754370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F09C59C-7B08-88A8-CF95-4A3676818E27}"/>
              </a:ext>
            </a:extLst>
          </p:cNvPr>
          <p:cNvSpPr/>
          <p:nvPr/>
        </p:nvSpPr>
        <p:spPr>
          <a:xfrm>
            <a:off x="780149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B84E1FF3-68C6-0343-CE1D-5A5333B0C70F}"/>
              </a:ext>
            </a:extLst>
          </p:cNvPr>
          <p:cNvSpPr/>
          <p:nvPr/>
        </p:nvSpPr>
        <p:spPr>
          <a:xfrm>
            <a:off x="805928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05E5AC7-242D-3BCB-E1A2-70D1E07506D7}"/>
              </a:ext>
            </a:extLst>
          </p:cNvPr>
          <p:cNvSpPr/>
          <p:nvPr/>
        </p:nvSpPr>
        <p:spPr>
          <a:xfrm>
            <a:off x="831708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A0B5BA8-ED0E-8181-9DA3-A16E08A372A0}"/>
              </a:ext>
            </a:extLst>
          </p:cNvPr>
          <p:cNvSpPr/>
          <p:nvPr/>
        </p:nvSpPr>
        <p:spPr>
          <a:xfrm>
            <a:off x="857487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634E3BD-E459-A8CD-64E6-3FDAD06840AF}"/>
              </a:ext>
            </a:extLst>
          </p:cNvPr>
          <p:cNvSpPr/>
          <p:nvPr/>
        </p:nvSpPr>
        <p:spPr>
          <a:xfrm>
            <a:off x="728591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87C2AAD-79AA-5E59-D434-C8EE4A20246F}"/>
              </a:ext>
            </a:extLst>
          </p:cNvPr>
          <p:cNvSpPr/>
          <p:nvPr/>
        </p:nvSpPr>
        <p:spPr>
          <a:xfrm>
            <a:off x="754370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82D3E60-E433-1D7C-1397-BDC3FE3E97A5}"/>
              </a:ext>
            </a:extLst>
          </p:cNvPr>
          <p:cNvSpPr/>
          <p:nvPr/>
        </p:nvSpPr>
        <p:spPr>
          <a:xfrm>
            <a:off x="780149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F1A2A6C-220C-28F8-8826-B29C3FAE1F92}"/>
              </a:ext>
            </a:extLst>
          </p:cNvPr>
          <p:cNvSpPr/>
          <p:nvPr/>
        </p:nvSpPr>
        <p:spPr>
          <a:xfrm>
            <a:off x="805928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EF71E84-F2BE-78E5-8004-C03B2D557551}"/>
              </a:ext>
            </a:extLst>
          </p:cNvPr>
          <p:cNvSpPr/>
          <p:nvPr/>
        </p:nvSpPr>
        <p:spPr>
          <a:xfrm>
            <a:off x="831708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FFE2A65-F444-B79A-9A68-43CFFE177979}"/>
              </a:ext>
            </a:extLst>
          </p:cNvPr>
          <p:cNvSpPr/>
          <p:nvPr/>
        </p:nvSpPr>
        <p:spPr>
          <a:xfrm>
            <a:off x="857487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6" name="Arc 265">
            <a:extLst>
              <a:ext uri="{FF2B5EF4-FFF2-40B4-BE49-F238E27FC236}">
                <a16:creationId xmlns:a16="http://schemas.microsoft.com/office/drawing/2014/main" id="{98C8248C-629A-096D-A7BD-FEDA1D813A7E}"/>
              </a:ext>
            </a:extLst>
          </p:cNvPr>
          <p:cNvSpPr/>
          <p:nvPr/>
        </p:nvSpPr>
        <p:spPr>
          <a:xfrm>
            <a:off x="8707013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4768BB5E-BCB6-D05D-6BAF-6C3E95D90807}"/>
              </a:ext>
            </a:extLst>
          </p:cNvPr>
          <p:cNvSpPr txBox="1"/>
          <p:nvPr/>
        </p:nvSpPr>
        <p:spPr>
          <a:xfrm>
            <a:off x="9013244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400" name="Arc 399">
            <a:extLst>
              <a:ext uri="{FF2B5EF4-FFF2-40B4-BE49-F238E27FC236}">
                <a16:creationId xmlns:a16="http://schemas.microsoft.com/office/drawing/2014/main" id="{52F62071-19DD-8347-7875-05D7E9CE53BA}"/>
              </a:ext>
            </a:extLst>
          </p:cNvPr>
          <p:cNvSpPr/>
          <p:nvPr/>
        </p:nvSpPr>
        <p:spPr>
          <a:xfrm>
            <a:off x="232383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E4DD983E-9B17-25ED-FF77-A157834F5E8E}"/>
              </a:ext>
            </a:extLst>
          </p:cNvPr>
          <p:cNvSpPr txBox="1"/>
          <p:nvPr/>
        </p:nvSpPr>
        <p:spPr>
          <a:xfrm>
            <a:off x="2630066" y="30300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FF5E2CC6-C241-5023-7733-F782A38ED859}"/>
              </a:ext>
            </a:extLst>
          </p:cNvPr>
          <p:cNvSpPr txBox="1"/>
          <p:nvPr/>
        </p:nvSpPr>
        <p:spPr>
          <a:xfrm>
            <a:off x="95479" y="2897127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71FC9C5A-1809-DF41-263E-DC3D17CA28E9}"/>
              </a:ext>
            </a:extLst>
          </p:cNvPr>
          <p:cNvSpPr/>
          <p:nvPr/>
        </p:nvSpPr>
        <p:spPr>
          <a:xfrm>
            <a:off x="385386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04780C4D-88B1-04A6-B597-DC6BD1FB1A3D}"/>
              </a:ext>
            </a:extLst>
          </p:cNvPr>
          <p:cNvSpPr/>
          <p:nvPr/>
        </p:nvSpPr>
        <p:spPr>
          <a:xfrm>
            <a:off x="64317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F236E970-0C20-E800-9AA0-708182EC8B81}"/>
              </a:ext>
            </a:extLst>
          </p:cNvPr>
          <p:cNvSpPr/>
          <p:nvPr/>
        </p:nvSpPr>
        <p:spPr>
          <a:xfrm>
            <a:off x="90097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3BF99079-852F-FE94-E9D3-3493FF2C27CA}"/>
              </a:ext>
            </a:extLst>
          </p:cNvPr>
          <p:cNvSpPr/>
          <p:nvPr/>
        </p:nvSpPr>
        <p:spPr>
          <a:xfrm>
            <a:off x="115876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FEDEF549-B403-3554-F607-B39A74B2C57A}"/>
              </a:ext>
            </a:extLst>
          </p:cNvPr>
          <p:cNvSpPr/>
          <p:nvPr/>
        </p:nvSpPr>
        <p:spPr>
          <a:xfrm>
            <a:off x="141655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E099DBD-4530-B169-81BB-E06E2525AA5A}"/>
              </a:ext>
            </a:extLst>
          </p:cNvPr>
          <p:cNvSpPr/>
          <p:nvPr/>
        </p:nvSpPr>
        <p:spPr>
          <a:xfrm>
            <a:off x="167434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273B55DF-844C-1778-9706-CFCE68166016}"/>
              </a:ext>
            </a:extLst>
          </p:cNvPr>
          <p:cNvSpPr/>
          <p:nvPr/>
        </p:nvSpPr>
        <p:spPr>
          <a:xfrm>
            <a:off x="193213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C19AB50F-1DF5-26CD-E821-CD434CD71874}"/>
              </a:ext>
            </a:extLst>
          </p:cNvPr>
          <p:cNvSpPr/>
          <p:nvPr/>
        </p:nvSpPr>
        <p:spPr>
          <a:xfrm>
            <a:off x="218992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FDE7E0EF-265F-5284-40AA-04E09241A098}"/>
              </a:ext>
            </a:extLst>
          </p:cNvPr>
          <p:cNvSpPr/>
          <p:nvPr/>
        </p:nvSpPr>
        <p:spPr>
          <a:xfrm>
            <a:off x="190594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44667F2-653C-33C8-6F3C-C645C3A29E65}"/>
              </a:ext>
            </a:extLst>
          </p:cNvPr>
          <p:cNvSpPr/>
          <p:nvPr/>
        </p:nvSpPr>
        <p:spPr>
          <a:xfrm>
            <a:off x="385386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5E2E1876-6F21-DBB8-7521-080F8E5B0462}"/>
              </a:ext>
            </a:extLst>
          </p:cNvPr>
          <p:cNvSpPr/>
          <p:nvPr/>
        </p:nvSpPr>
        <p:spPr>
          <a:xfrm>
            <a:off x="64317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8481FD4-66B9-B9E6-D7F3-60D264E3C628}"/>
              </a:ext>
            </a:extLst>
          </p:cNvPr>
          <p:cNvSpPr/>
          <p:nvPr/>
        </p:nvSpPr>
        <p:spPr>
          <a:xfrm>
            <a:off x="90097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AA470E-107A-AD53-9E48-5B6FC60E5F4C}"/>
              </a:ext>
            </a:extLst>
          </p:cNvPr>
          <p:cNvSpPr/>
          <p:nvPr/>
        </p:nvSpPr>
        <p:spPr>
          <a:xfrm>
            <a:off x="115876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B63DC9AA-E875-D137-8884-84ED087F5D5B}"/>
              </a:ext>
            </a:extLst>
          </p:cNvPr>
          <p:cNvSpPr/>
          <p:nvPr/>
        </p:nvSpPr>
        <p:spPr>
          <a:xfrm>
            <a:off x="141655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D85A3B72-759B-B33C-AF55-28E1E7A677E2}"/>
              </a:ext>
            </a:extLst>
          </p:cNvPr>
          <p:cNvSpPr/>
          <p:nvPr/>
        </p:nvSpPr>
        <p:spPr>
          <a:xfrm>
            <a:off x="167434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88703CD3-4BAE-DA33-CD51-ABA78BC0AB04}"/>
              </a:ext>
            </a:extLst>
          </p:cNvPr>
          <p:cNvSpPr/>
          <p:nvPr/>
        </p:nvSpPr>
        <p:spPr>
          <a:xfrm>
            <a:off x="193213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B2CCB14F-1803-9CAC-7BDF-824EC872CF72}"/>
              </a:ext>
            </a:extLst>
          </p:cNvPr>
          <p:cNvSpPr/>
          <p:nvPr/>
        </p:nvSpPr>
        <p:spPr>
          <a:xfrm>
            <a:off x="218992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167ECF8-51F3-10F9-D855-8BB2032611FA}"/>
              </a:ext>
            </a:extLst>
          </p:cNvPr>
          <p:cNvSpPr/>
          <p:nvPr/>
        </p:nvSpPr>
        <p:spPr>
          <a:xfrm>
            <a:off x="385386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ED1B80A-5214-8331-E595-3455A2B7BB1B}"/>
              </a:ext>
            </a:extLst>
          </p:cNvPr>
          <p:cNvSpPr/>
          <p:nvPr/>
        </p:nvSpPr>
        <p:spPr>
          <a:xfrm>
            <a:off x="64317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312F066F-2565-2E5A-7756-4B4733CC1E12}"/>
              </a:ext>
            </a:extLst>
          </p:cNvPr>
          <p:cNvSpPr/>
          <p:nvPr/>
        </p:nvSpPr>
        <p:spPr>
          <a:xfrm>
            <a:off x="90097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459A0E0-174A-3739-DC2A-7D4C49274A69}"/>
              </a:ext>
            </a:extLst>
          </p:cNvPr>
          <p:cNvSpPr/>
          <p:nvPr/>
        </p:nvSpPr>
        <p:spPr>
          <a:xfrm>
            <a:off x="115876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EE6F373-91C5-AB68-129B-A75918D675A2}"/>
              </a:ext>
            </a:extLst>
          </p:cNvPr>
          <p:cNvSpPr/>
          <p:nvPr/>
        </p:nvSpPr>
        <p:spPr>
          <a:xfrm>
            <a:off x="141655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11D8ABD7-829A-1282-0A06-F7F6AB6C7C84}"/>
              </a:ext>
            </a:extLst>
          </p:cNvPr>
          <p:cNvSpPr/>
          <p:nvPr/>
        </p:nvSpPr>
        <p:spPr>
          <a:xfrm>
            <a:off x="167434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263E13D-C898-13D3-AAB8-1AE614D6E9FF}"/>
              </a:ext>
            </a:extLst>
          </p:cNvPr>
          <p:cNvSpPr/>
          <p:nvPr/>
        </p:nvSpPr>
        <p:spPr>
          <a:xfrm>
            <a:off x="193213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52786D1-F279-524B-AF0B-31E1493277C7}"/>
              </a:ext>
            </a:extLst>
          </p:cNvPr>
          <p:cNvSpPr/>
          <p:nvPr/>
        </p:nvSpPr>
        <p:spPr>
          <a:xfrm>
            <a:off x="218992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30" name="Arc 429">
            <a:extLst>
              <a:ext uri="{FF2B5EF4-FFF2-40B4-BE49-F238E27FC236}">
                <a16:creationId xmlns:a16="http://schemas.microsoft.com/office/drawing/2014/main" id="{BDD9B3D3-A497-B11B-98CF-F3AB953B6FAC}"/>
              </a:ext>
            </a:extLst>
          </p:cNvPr>
          <p:cNvSpPr/>
          <p:nvPr/>
        </p:nvSpPr>
        <p:spPr>
          <a:xfrm>
            <a:off x="232383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DF09A9B9-99FC-4383-5538-8FC4C36911B5}"/>
              </a:ext>
            </a:extLst>
          </p:cNvPr>
          <p:cNvSpPr txBox="1"/>
          <p:nvPr/>
        </p:nvSpPr>
        <p:spPr>
          <a:xfrm>
            <a:off x="263006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68" name="Arc 367">
            <a:extLst>
              <a:ext uri="{FF2B5EF4-FFF2-40B4-BE49-F238E27FC236}">
                <a16:creationId xmlns:a16="http://schemas.microsoft.com/office/drawing/2014/main" id="{47AD1536-5B42-A217-2D7C-9417B398EF27}"/>
              </a:ext>
            </a:extLst>
          </p:cNvPr>
          <p:cNvSpPr/>
          <p:nvPr/>
        </p:nvSpPr>
        <p:spPr>
          <a:xfrm>
            <a:off x="536421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FCCBEA-A701-9BEB-7AF3-56346BFE25B0}"/>
              </a:ext>
            </a:extLst>
          </p:cNvPr>
          <p:cNvSpPr txBox="1"/>
          <p:nvPr/>
        </p:nvSpPr>
        <p:spPr>
          <a:xfrm>
            <a:off x="567044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370F09A-0220-26F6-5342-FCEC0658B5BE}"/>
              </a:ext>
            </a:extLst>
          </p:cNvPr>
          <p:cNvSpPr txBox="1"/>
          <p:nvPr/>
        </p:nvSpPr>
        <p:spPr>
          <a:xfrm>
            <a:off x="3632813" y="2897127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E994595E-D46A-6D29-B708-B8C6BE960557}"/>
              </a:ext>
            </a:extLst>
          </p:cNvPr>
          <p:cNvSpPr/>
          <p:nvPr/>
        </p:nvSpPr>
        <p:spPr>
          <a:xfrm>
            <a:off x="394135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8883CDE-A33E-D4DD-A9ED-2A200DE6DA1C}"/>
              </a:ext>
            </a:extLst>
          </p:cNvPr>
          <p:cNvSpPr/>
          <p:nvPr/>
        </p:nvSpPr>
        <p:spPr>
          <a:xfrm>
            <a:off x="419914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4236E97-C427-13CE-F91D-8754B7D1A0B5}"/>
              </a:ext>
            </a:extLst>
          </p:cNvPr>
          <p:cNvSpPr/>
          <p:nvPr/>
        </p:nvSpPr>
        <p:spPr>
          <a:xfrm>
            <a:off x="445693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C25D357D-02CB-5913-4DB0-F0E89516692A}"/>
              </a:ext>
            </a:extLst>
          </p:cNvPr>
          <p:cNvSpPr/>
          <p:nvPr/>
        </p:nvSpPr>
        <p:spPr>
          <a:xfrm>
            <a:off x="471472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0E7EDE8-88A6-E5FD-81B2-1B964087D4CF}"/>
              </a:ext>
            </a:extLst>
          </p:cNvPr>
          <p:cNvSpPr/>
          <p:nvPr/>
        </p:nvSpPr>
        <p:spPr>
          <a:xfrm>
            <a:off x="497251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119B89B-D737-1516-31F6-D0C711FBC395}"/>
              </a:ext>
            </a:extLst>
          </p:cNvPr>
          <p:cNvSpPr/>
          <p:nvPr/>
        </p:nvSpPr>
        <p:spPr>
          <a:xfrm>
            <a:off x="523030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344DD623-7799-D0BB-F47E-5DA1120A64A5}"/>
              </a:ext>
            </a:extLst>
          </p:cNvPr>
          <p:cNvSpPr/>
          <p:nvPr/>
        </p:nvSpPr>
        <p:spPr>
          <a:xfrm>
            <a:off x="494632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0B05FDE9-86EB-5555-385F-9BB2BC828032}"/>
              </a:ext>
            </a:extLst>
          </p:cNvPr>
          <p:cNvSpPr/>
          <p:nvPr/>
        </p:nvSpPr>
        <p:spPr>
          <a:xfrm>
            <a:off x="394135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5A86724A-E094-9111-1022-226229DFC3EB}"/>
              </a:ext>
            </a:extLst>
          </p:cNvPr>
          <p:cNvSpPr/>
          <p:nvPr/>
        </p:nvSpPr>
        <p:spPr>
          <a:xfrm>
            <a:off x="419914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FCDD3D6C-E305-956D-FF34-7750EE7FA4D2}"/>
              </a:ext>
            </a:extLst>
          </p:cNvPr>
          <p:cNvSpPr/>
          <p:nvPr/>
        </p:nvSpPr>
        <p:spPr>
          <a:xfrm>
            <a:off x="445693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0875645D-ED32-AFAC-6A52-1866CE0C9BE1}"/>
              </a:ext>
            </a:extLst>
          </p:cNvPr>
          <p:cNvSpPr/>
          <p:nvPr/>
        </p:nvSpPr>
        <p:spPr>
          <a:xfrm>
            <a:off x="471472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9C2F3936-0073-92A3-09AE-B4A9D465DD8B}"/>
              </a:ext>
            </a:extLst>
          </p:cNvPr>
          <p:cNvSpPr/>
          <p:nvPr/>
        </p:nvSpPr>
        <p:spPr>
          <a:xfrm>
            <a:off x="497251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3C13F3E9-C6F8-7AFE-E09F-B33615BE03D7}"/>
              </a:ext>
            </a:extLst>
          </p:cNvPr>
          <p:cNvSpPr/>
          <p:nvPr/>
        </p:nvSpPr>
        <p:spPr>
          <a:xfrm>
            <a:off x="523030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19C1AB6-DC84-3173-60F4-A395628BB26B}"/>
              </a:ext>
            </a:extLst>
          </p:cNvPr>
          <p:cNvSpPr/>
          <p:nvPr/>
        </p:nvSpPr>
        <p:spPr>
          <a:xfrm>
            <a:off x="394135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C12B335C-A196-1BAC-B50F-B918510FA44B}"/>
              </a:ext>
            </a:extLst>
          </p:cNvPr>
          <p:cNvSpPr/>
          <p:nvPr/>
        </p:nvSpPr>
        <p:spPr>
          <a:xfrm>
            <a:off x="419914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23679018-986A-285C-3ED4-364E132FCBEB}"/>
              </a:ext>
            </a:extLst>
          </p:cNvPr>
          <p:cNvSpPr/>
          <p:nvPr/>
        </p:nvSpPr>
        <p:spPr>
          <a:xfrm>
            <a:off x="445693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E94A4553-E2A2-4750-0DA7-7956448B3743}"/>
              </a:ext>
            </a:extLst>
          </p:cNvPr>
          <p:cNvSpPr/>
          <p:nvPr/>
        </p:nvSpPr>
        <p:spPr>
          <a:xfrm>
            <a:off x="471472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17D17E41-3A9B-0FE5-B9AE-259B31D83CC2}"/>
              </a:ext>
            </a:extLst>
          </p:cNvPr>
          <p:cNvSpPr/>
          <p:nvPr/>
        </p:nvSpPr>
        <p:spPr>
          <a:xfrm>
            <a:off x="497251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5A2F0A1-87AC-B03B-BC31-25129850AE77}"/>
              </a:ext>
            </a:extLst>
          </p:cNvPr>
          <p:cNvSpPr/>
          <p:nvPr/>
        </p:nvSpPr>
        <p:spPr>
          <a:xfrm>
            <a:off x="523030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8" name="Arc 397">
            <a:extLst>
              <a:ext uri="{FF2B5EF4-FFF2-40B4-BE49-F238E27FC236}">
                <a16:creationId xmlns:a16="http://schemas.microsoft.com/office/drawing/2014/main" id="{F1424CE0-630B-5321-2840-0C3774C4B37A}"/>
              </a:ext>
            </a:extLst>
          </p:cNvPr>
          <p:cNvSpPr/>
          <p:nvPr/>
        </p:nvSpPr>
        <p:spPr>
          <a:xfrm>
            <a:off x="536421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146D5D0-93BE-27E6-4B8D-4761854096F0}"/>
              </a:ext>
            </a:extLst>
          </p:cNvPr>
          <p:cNvSpPr txBox="1"/>
          <p:nvPr/>
        </p:nvSpPr>
        <p:spPr>
          <a:xfrm>
            <a:off x="5670446" y="341848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336" name="Arc 335">
            <a:extLst>
              <a:ext uri="{FF2B5EF4-FFF2-40B4-BE49-F238E27FC236}">
                <a16:creationId xmlns:a16="http://schemas.microsoft.com/office/drawing/2014/main" id="{A330981F-4254-39AE-55E9-57DA18044184}"/>
              </a:ext>
            </a:extLst>
          </p:cNvPr>
          <p:cNvSpPr/>
          <p:nvPr/>
        </p:nvSpPr>
        <p:spPr>
          <a:xfrm>
            <a:off x="884274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8D43CA58-A63D-7FF8-772B-3F08A3FB8210}"/>
              </a:ext>
            </a:extLst>
          </p:cNvPr>
          <p:cNvSpPr txBox="1"/>
          <p:nvPr/>
        </p:nvSpPr>
        <p:spPr>
          <a:xfrm>
            <a:off x="914897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5B408B6E-2437-485F-EE23-FBF6C5AAB9E9}"/>
              </a:ext>
            </a:extLst>
          </p:cNvPr>
          <p:cNvSpPr txBox="1"/>
          <p:nvPr/>
        </p:nvSpPr>
        <p:spPr>
          <a:xfrm>
            <a:off x="7135388" y="2897127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E38FC55-E11A-6B78-2107-EE1F8CA188CE}"/>
              </a:ext>
            </a:extLst>
          </p:cNvPr>
          <p:cNvSpPr/>
          <p:nvPr/>
        </p:nvSpPr>
        <p:spPr>
          <a:xfrm>
            <a:off x="741988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66A071FD-7FDC-3DD9-E888-FF17F9E2E59A}"/>
              </a:ext>
            </a:extLst>
          </p:cNvPr>
          <p:cNvSpPr/>
          <p:nvPr/>
        </p:nvSpPr>
        <p:spPr>
          <a:xfrm>
            <a:off x="767767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73F5903-F0CA-AD77-9679-E5E0927E97FB}"/>
              </a:ext>
            </a:extLst>
          </p:cNvPr>
          <p:cNvSpPr/>
          <p:nvPr/>
        </p:nvSpPr>
        <p:spPr>
          <a:xfrm>
            <a:off x="793546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226F6C46-E9AD-0B35-21DB-F60F9B75CCE1}"/>
              </a:ext>
            </a:extLst>
          </p:cNvPr>
          <p:cNvSpPr/>
          <p:nvPr/>
        </p:nvSpPr>
        <p:spPr>
          <a:xfrm>
            <a:off x="819325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7176FAFA-AB8D-3ED6-C38C-B7120123354C}"/>
              </a:ext>
            </a:extLst>
          </p:cNvPr>
          <p:cNvSpPr/>
          <p:nvPr/>
        </p:nvSpPr>
        <p:spPr>
          <a:xfrm>
            <a:off x="845104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68A2E6C0-2F04-B024-AE79-FFEAA8D381EC}"/>
              </a:ext>
            </a:extLst>
          </p:cNvPr>
          <p:cNvSpPr/>
          <p:nvPr/>
        </p:nvSpPr>
        <p:spPr>
          <a:xfrm>
            <a:off x="870883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E8AEA425-AD4A-ACFA-6DF3-97E806584DE7}"/>
              </a:ext>
            </a:extLst>
          </p:cNvPr>
          <p:cNvSpPr/>
          <p:nvPr/>
        </p:nvSpPr>
        <p:spPr>
          <a:xfrm>
            <a:off x="842485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26F8AF7-73D1-EF04-513F-9D77B2BBC91F}"/>
              </a:ext>
            </a:extLst>
          </p:cNvPr>
          <p:cNvSpPr/>
          <p:nvPr/>
        </p:nvSpPr>
        <p:spPr>
          <a:xfrm>
            <a:off x="741988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0217013D-AC05-D057-E06A-79553151F1C1}"/>
              </a:ext>
            </a:extLst>
          </p:cNvPr>
          <p:cNvSpPr/>
          <p:nvPr/>
        </p:nvSpPr>
        <p:spPr>
          <a:xfrm>
            <a:off x="767767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58661A7E-D612-2F81-9891-484082434EB5}"/>
              </a:ext>
            </a:extLst>
          </p:cNvPr>
          <p:cNvSpPr/>
          <p:nvPr/>
        </p:nvSpPr>
        <p:spPr>
          <a:xfrm>
            <a:off x="793546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B75472CD-49D9-A51C-013B-53E331BE44B2}"/>
              </a:ext>
            </a:extLst>
          </p:cNvPr>
          <p:cNvSpPr/>
          <p:nvPr/>
        </p:nvSpPr>
        <p:spPr>
          <a:xfrm>
            <a:off x="819325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FBC9127C-508B-1DB8-A822-519500C2D3C1}"/>
              </a:ext>
            </a:extLst>
          </p:cNvPr>
          <p:cNvSpPr/>
          <p:nvPr/>
        </p:nvSpPr>
        <p:spPr>
          <a:xfrm>
            <a:off x="845104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55A822-D6FF-1BD5-2793-AC24E0653904}"/>
              </a:ext>
            </a:extLst>
          </p:cNvPr>
          <p:cNvSpPr/>
          <p:nvPr/>
        </p:nvSpPr>
        <p:spPr>
          <a:xfrm>
            <a:off x="870883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2FC0FC-8F89-56A8-42FB-E40660250985}"/>
              </a:ext>
            </a:extLst>
          </p:cNvPr>
          <p:cNvSpPr/>
          <p:nvPr/>
        </p:nvSpPr>
        <p:spPr>
          <a:xfrm>
            <a:off x="741988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190F1E9C-F5FB-0C37-B1FC-C315004592B2}"/>
              </a:ext>
            </a:extLst>
          </p:cNvPr>
          <p:cNvSpPr/>
          <p:nvPr/>
        </p:nvSpPr>
        <p:spPr>
          <a:xfrm>
            <a:off x="767767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70C65A7-7495-F332-9FE1-F12970E926B0}"/>
              </a:ext>
            </a:extLst>
          </p:cNvPr>
          <p:cNvSpPr/>
          <p:nvPr/>
        </p:nvSpPr>
        <p:spPr>
          <a:xfrm>
            <a:off x="793546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EAF5D92-F179-1E94-7457-137219C01A87}"/>
              </a:ext>
            </a:extLst>
          </p:cNvPr>
          <p:cNvSpPr/>
          <p:nvPr/>
        </p:nvSpPr>
        <p:spPr>
          <a:xfrm>
            <a:off x="819325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E2C618F-4B6F-60BD-EF06-A9C6B6B08DDA}"/>
              </a:ext>
            </a:extLst>
          </p:cNvPr>
          <p:cNvSpPr/>
          <p:nvPr/>
        </p:nvSpPr>
        <p:spPr>
          <a:xfrm>
            <a:off x="845104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74F0EE1C-7D6D-3153-477B-2454BCAD4A93}"/>
              </a:ext>
            </a:extLst>
          </p:cNvPr>
          <p:cNvSpPr/>
          <p:nvPr/>
        </p:nvSpPr>
        <p:spPr>
          <a:xfrm>
            <a:off x="870883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6" name="Arc 365">
            <a:extLst>
              <a:ext uri="{FF2B5EF4-FFF2-40B4-BE49-F238E27FC236}">
                <a16:creationId xmlns:a16="http://schemas.microsoft.com/office/drawing/2014/main" id="{0D825A01-C98E-E675-54AD-48CF188C31B4}"/>
              </a:ext>
            </a:extLst>
          </p:cNvPr>
          <p:cNvSpPr/>
          <p:nvPr/>
        </p:nvSpPr>
        <p:spPr>
          <a:xfrm>
            <a:off x="884274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EA86FF0E-53B3-9522-AFD1-0EA50437B331}"/>
              </a:ext>
            </a:extLst>
          </p:cNvPr>
          <p:cNvSpPr txBox="1"/>
          <p:nvPr/>
        </p:nvSpPr>
        <p:spPr>
          <a:xfrm>
            <a:off x="914897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500" name="Arc 499">
            <a:extLst>
              <a:ext uri="{FF2B5EF4-FFF2-40B4-BE49-F238E27FC236}">
                <a16:creationId xmlns:a16="http://schemas.microsoft.com/office/drawing/2014/main" id="{9636DEEC-BDB6-2F21-11C4-B95E12277EB7}"/>
              </a:ext>
            </a:extLst>
          </p:cNvPr>
          <p:cNvSpPr/>
          <p:nvPr/>
        </p:nvSpPr>
        <p:spPr>
          <a:xfrm>
            <a:off x="220001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486699ED-38CA-6E76-4908-47EAA64C7AC6}"/>
              </a:ext>
            </a:extLst>
          </p:cNvPr>
          <p:cNvSpPr txBox="1"/>
          <p:nvPr/>
        </p:nvSpPr>
        <p:spPr>
          <a:xfrm>
            <a:off x="2506241" y="430341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776CD7D1-F931-2998-C7C4-DDC97A76C59A}"/>
              </a:ext>
            </a:extLst>
          </p:cNvPr>
          <p:cNvSpPr txBox="1"/>
          <p:nvPr/>
        </p:nvSpPr>
        <p:spPr>
          <a:xfrm>
            <a:off x="201010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8EAA0D1-1AA3-339D-005D-420CB90151B7}"/>
              </a:ext>
            </a:extLst>
          </p:cNvPr>
          <p:cNvSpPr/>
          <p:nvPr/>
        </p:nvSpPr>
        <p:spPr>
          <a:xfrm>
            <a:off x="51935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CAEC2A49-E027-E8D3-FD8F-8B1363278893}"/>
              </a:ext>
            </a:extLst>
          </p:cNvPr>
          <p:cNvSpPr/>
          <p:nvPr/>
        </p:nvSpPr>
        <p:spPr>
          <a:xfrm>
            <a:off x="77714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AE1D53F-9268-6743-05A2-0434F1190F15}"/>
              </a:ext>
            </a:extLst>
          </p:cNvPr>
          <p:cNvSpPr/>
          <p:nvPr/>
        </p:nvSpPr>
        <p:spPr>
          <a:xfrm>
            <a:off x="103493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05780D4A-EEED-AB48-22AA-A3EFADE3B1F1}"/>
              </a:ext>
            </a:extLst>
          </p:cNvPr>
          <p:cNvSpPr/>
          <p:nvPr/>
        </p:nvSpPr>
        <p:spPr>
          <a:xfrm>
            <a:off x="129272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55439999-AA91-B60D-1BC0-8DF20AB97D25}"/>
              </a:ext>
            </a:extLst>
          </p:cNvPr>
          <p:cNvSpPr/>
          <p:nvPr/>
        </p:nvSpPr>
        <p:spPr>
          <a:xfrm>
            <a:off x="155052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07F7EA0-9857-2CDD-A1CA-0547E95347ED}"/>
              </a:ext>
            </a:extLst>
          </p:cNvPr>
          <p:cNvSpPr/>
          <p:nvPr/>
        </p:nvSpPr>
        <p:spPr>
          <a:xfrm>
            <a:off x="18083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BE7C73A-0EE2-46C7-4427-6E0589468401}"/>
              </a:ext>
            </a:extLst>
          </p:cNvPr>
          <p:cNvSpPr/>
          <p:nvPr/>
        </p:nvSpPr>
        <p:spPr>
          <a:xfrm>
            <a:off x="206610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44917901-6562-0D1C-7B11-17FE0B47337E}"/>
              </a:ext>
            </a:extLst>
          </p:cNvPr>
          <p:cNvSpPr/>
          <p:nvPr/>
        </p:nvSpPr>
        <p:spPr>
          <a:xfrm>
            <a:off x="1527324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DADD542B-2F52-3763-3215-270D3D6E208F}"/>
              </a:ext>
            </a:extLst>
          </p:cNvPr>
          <p:cNvSpPr/>
          <p:nvPr/>
        </p:nvSpPr>
        <p:spPr>
          <a:xfrm>
            <a:off x="51935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BD96EA6-4BAF-931E-C583-C09E7937F173}"/>
              </a:ext>
            </a:extLst>
          </p:cNvPr>
          <p:cNvSpPr/>
          <p:nvPr/>
        </p:nvSpPr>
        <p:spPr>
          <a:xfrm>
            <a:off x="77714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5C729FE-1CEE-FADD-E9DD-DD531F4AC1E7}"/>
              </a:ext>
            </a:extLst>
          </p:cNvPr>
          <p:cNvSpPr/>
          <p:nvPr/>
        </p:nvSpPr>
        <p:spPr>
          <a:xfrm>
            <a:off x="103493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1936D4FD-61E1-91A0-A3C2-B6BBD14239F2}"/>
              </a:ext>
            </a:extLst>
          </p:cNvPr>
          <p:cNvSpPr/>
          <p:nvPr/>
        </p:nvSpPr>
        <p:spPr>
          <a:xfrm>
            <a:off x="129272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770EAD7F-F271-3C0D-9B8A-15AC861C42C1}"/>
              </a:ext>
            </a:extLst>
          </p:cNvPr>
          <p:cNvSpPr/>
          <p:nvPr/>
        </p:nvSpPr>
        <p:spPr>
          <a:xfrm>
            <a:off x="155052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0DBD682-5A2D-5D30-7FBB-A6A54A3B58AF}"/>
              </a:ext>
            </a:extLst>
          </p:cNvPr>
          <p:cNvSpPr/>
          <p:nvPr/>
        </p:nvSpPr>
        <p:spPr>
          <a:xfrm>
            <a:off x="18083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B6989C43-32B9-10EF-6DC9-4E68EA0A87CA}"/>
              </a:ext>
            </a:extLst>
          </p:cNvPr>
          <p:cNvSpPr/>
          <p:nvPr/>
        </p:nvSpPr>
        <p:spPr>
          <a:xfrm>
            <a:off x="206610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99F5407B-D318-3147-70EB-904278E61223}"/>
              </a:ext>
            </a:extLst>
          </p:cNvPr>
          <p:cNvSpPr/>
          <p:nvPr/>
        </p:nvSpPr>
        <p:spPr>
          <a:xfrm>
            <a:off x="51935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541834C9-7796-5EED-60ED-46BDDCC69BC0}"/>
              </a:ext>
            </a:extLst>
          </p:cNvPr>
          <p:cNvSpPr/>
          <p:nvPr/>
        </p:nvSpPr>
        <p:spPr>
          <a:xfrm>
            <a:off x="77714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CB4BEEAC-EAC8-7131-94D1-A6EC15F4CE4A}"/>
              </a:ext>
            </a:extLst>
          </p:cNvPr>
          <p:cNvSpPr/>
          <p:nvPr/>
        </p:nvSpPr>
        <p:spPr>
          <a:xfrm>
            <a:off x="103493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78C1208-EF05-EA0A-05DA-CD579EB14964}"/>
              </a:ext>
            </a:extLst>
          </p:cNvPr>
          <p:cNvSpPr/>
          <p:nvPr/>
        </p:nvSpPr>
        <p:spPr>
          <a:xfrm>
            <a:off x="129272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2CC0765B-61A0-9A75-5A38-F70CE32BCFC8}"/>
              </a:ext>
            </a:extLst>
          </p:cNvPr>
          <p:cNvSpPr/>
          <p:nvPr/>
        </p:nvSpPr>
        <p:spPr>
          <a:xfrm>
            <a:off x="155052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B268DDF2-C4F4-85B1-4139-DCC8E095EAC9}"/>
              </a:ext>
            </a:extLst>
          </p:cNvPr>
          <p:cNvSpPr/>
          <p:nvPr/>
        </p:nvSpPr>
        <p:spPr>
          <a:xfrm>
            <a:off x="18083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4C3AB24B-5136-581B-B14C-038C3A840A7E}"/>
              </a:ext>
            </a:extLst>
          </p:cNvPr>
          <p:cNvSpPr/>
          <p:nvPr/>
        </p:nvSpPr>
        <p:spPr>
          <a:xfrm>
            <a:off x="206610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0" name="Arc 529">
            <a:extLst>
              <a:ext uri="{FF2B5EF4-FFF2-40B4-BE49-F238E27FC236}">
                <a16:creationId xmlns:a16="http://schemas.microsoft.com/office/drawing/2014/main" id="{A8D001D4-ED52-A148-74E1-121BC7DEBA9F}"/>
              </a:ext>
            </a:extLst>
          </p:cNvPr>
          <p:cNvSpPr/>
          <p:nvPr/>
        </p:nvSpPr>
        <p:spPr>
          <a:xfrm>
            <a:off x="220001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B4A92E4-E10D-D783-0E3C-1E9CD3F5330F}"/>
              </a:ext>
            </a:extLst>
          </p:cNvPr>
          <p:cNvSpPr txBox="1"/>
          <p:nvPr/>
        </p:nvSpPr>
        <p:spPr>
          <a:xfrm>
            <a:off x="2506241" y="46918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68" name="Arc 467">
            <a:extLst>
              <a:ext uri="{FF2B5EF4-FFF2-40B4-BE49-F238E27FC236}">
                <a16:creationId xmlns:a16="http://schemas.microsoft.com/office/drawing/2014/main" id="{06706852-E137-8FBA-8C4C-849B323CCB77}"/>
              </a:ext>
            </a:extLst>
          </p:cNvPr>
          <p:cNvSpPr/>
          <p:nvPr/>
        </p:nvSpPr>
        <p:spPr>
          <a:xfrm>
            <a:off x="5510265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1C653CE8-A8FD-159F-FB14-E4E32A74D4ED}"/>
              </a:ext>
            </a:extLst>
          </p:cNvPr>
          <p:cNvSpPr txBox="1"/>
          <p:nvPr/>
        </p:nvSpPr>
        <p:spPr>
          <a:xfrm>
            <a:off x="5816496" y="43034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0730B97C-2CEE-3AD9-12DA-985178E3DF17}"/>
              </a:ext>
            </a:extLst>
          </p:cNvPr>
          <p:cNvSpPr txBox="1"/>
          <p:nvPr/>
        </p:nvSpPr>
        <p:spPr>
          <a:xfrm>
            <a:off x="3277901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873B635E-79CD-CE34-1AB5-BA2D9C624178}"/>
              </a:ext>
            </a:extLst>
          </p:cNvPr>
          <p:cNvSpPr/>
          <p:nvPr/>
        </p:nvSpPr>
        <p:spPr>
          <a:xfrm>
            <a:off x="3571816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48C8A14-6572-06C5-E86A-DD6FE5378754}"/>
              </a:ext>
            </a:extLst>
          </p:cNvPr>
          <p:cNvSpPr/>
          <p:nvPr/>
        </p:nvSpPr>
        <p:spPr>
          <a:xfrm>
            <a:off x="382960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3B982D8F-5782-2E6E-8AF0-1C4BC2D289D7}"/>
              </a:ext>
            </a:extLst>
          </p:cNvPr>
          <p:cNvSpPr/>
          <p:nvPr/>
        </p:nvSpPr>
        <p:spPr>
          <a:xfrm>
            <a:off x="408740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73316E5-6AC7-941F-B14A-0E46A5B9DE74}"/>
              </a:ext>
            </a:extLst>
          </p:cNvPr>
          <p:cNvSpPr/>
          <p:nvPr/>
        </p:nvSpPr>
        <p:spPr>
          <a:xfrm>
            <a:off x="4345192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30DD5AD7-858F-4EE5-CED7-D88C835693CD}"/>
              </a:ext>
            </a:extLst>
          </p:cNvPr>
          <p:cNvSpPr/>
          <p:nvPr/>
        </p:nvSpPr>
        <p:spPr>
          <a:xfrm>
            <a:off x="460298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B1901F78-A6EF-CA98-FB5A-C9BB0F21DC9E}"/>
              </a:ext>
            </a:extLst>
          </p:cNvPr>
          <p:cNvSpPr/>
          <p:nvPr/>
        </p:nvSpPr>
        <p:spPr>
          <a:xfrm>
            <a:off x="486077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24CD3066-E2CD-34FE-CD76-3A1DDFD4FB55}"/>
              </a:ext>
            </a:extLst>
          </p:cNvPr>
          <p:cNvSpPr/>
          <p:nvPr/>
        </p:nvSpPr>
        <p:spPr>
          <a:xfrm>
            <a:off x="511856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339A8BFC-4C97-0C53-D1DB-8F92CD6AC001}"/>
              </a:ext>
            </a:extLst>
          </p:cNvPr>
          <p:cNvSpPr/>
          <p:nvPr/>
        </p:nvSpPr>
        <p:spPr>
          <a:xfrm>
            <a:off x="537635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9B4715DE-8EEC-4504-30CC-9A7220ADC82C}"/>
              </a:ext>
            </a:extLst>
          </p:cNvPr>
          <p:cNvSpPr/>
          <p:nvPr/>
        </p:nvSpPr>
        <p:spPr>
          <a:xfrm>
            <a:off x="483281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FD821A67-51CA-0F2D-865F-242577716037}"/>
              </a:ext>
            </a:extLst>
          </p:cNvPr>
          <p:cNvSpPr/>
          <p:nvPr/>
        </p:nvSpPr>
        <p:spPr>
          <a:xfrm>
            <a:off x="3571816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436CF46E-696E-1CD1-2DB9-5A4D2A281BAF}"/>
              </a:ext>
            </a:extLst>
          </p:cNvPr>
          <p:cNvSpPr/>
          <p:nvPr/>
        </p:nvSpPr>
        <p:spPr>
          <a:xfrm>
            <a:off x="382960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2579D2AF-330E-8EA7-C408-18EABABD71A1}"/>
              </a:ext>
            </a:extLst>
          </p:cNvPr>
          <p:cNvSpPr/>
          <p:nvPr/>
        </p:nvSpPr>
        <p:spPr>
          <a:xfrm>
            <a:off x="408740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9EACC2D5-0ADD-3B74-B689-560F4735A193}"/>
              </a:ext>
            </a:extLst>
          </p:cNvPr>
          <p:cNvSpPr/>
          <p:nvPr/>
        </p:nvSpPr>
        <p:spPr>
          <a:xfrm>
            <a:off x="4345192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FB3EDB54-EF2F-A2C3-AA90-239EAA3C0ED4}"/>
              </a:ext>
            </a:extLst>
          </p:cNvPr>
          <p:cNvSpPr/>
          <p:nvPr/>
        </p:nvSpPr>
        <p:spPr>
          <a:xfrm>
            <a:off x="460298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E280841B-5F15-F853-635D-B192229E59CC}"/>
              </a:ext>
            </a:extLst>
          </p:cNvPr>
          <p:cNvSpPr/>
          <p:nvPr/>
        </p:nvSpPr>
        <p:spPr>
          <a:xfrm>
            <a:off x="486077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6C4DE171-7717-F432-54B2-0692EA8E9989}"/>
              </a:ext>
            </a:extLst>
          </p:cNvPr>
          <p:cNvSpPr/>
          <p:nvPr/>
        </p:nvSpPr>
        <p:spPr>
          <a:xfrm>
            <a:off x="511856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E49024C5-CFCE-F688-9320-82CA608C0582}"/>
              </a:ext>
            </a:extLst>
          </p:cNvPr>
          <p:cNvSpPr/>
          <p:nvPr/>
        </p:nvSpPr>
        <p:spPr>
          <a:xfrm>
            <a:off x="537635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748D13BE-0C37-0B45-8C7A-B9EEDD2827CB}"/>
              </a:ext>
            </a:extLst>
          </p:cNvPr>
          <p:cNvSpPr/>
          <p:nvPr/>
        </p:nvSpPr>
        <p:spPr>
          <a:xfrm>
            <a:off x="3571816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06D3F800-8B6E-75B4-92CF-786F5E947979}"/>
              </a:ext>
            </a:extLst>
          </p:cNvPr>
          <p:cNvSpPr/>
          <p:nvPr/>
        </p:nvSpPr>
        <p:spPr>
          <a:xfrm>
            <a:off x="382960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379D24-A68E-3B8A-0658-571655ADA673}"/>
              </a:ext>
            </a:extLst>
          </p:cNvPr>
          <p:cNvSpPr/>
          <p:nvPr/>
        </p:nvSpPr>
        <p:spPr>
          <a:xfrm>
            <a:off x="408740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71BC5AA-AE03-BED2-DFC0-898612AD122F}"/>
              </a:ext>
            </a:extLst>
          </p:cNvPr>
          <p:cNvSpPr/>
          <p:nvPr/>
        </p:nvSpPr>
        <p:spPr>
          <a:xfrm>
            <a:off x="4345192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48609E1-6201-2878-5BBA-51E6209BC5E1}"/>
              </a:ext>
            </a:extLst>
          </p:cNvPr>
          <p:cNvSpPr/>
          <p:nvPr/>
        </p:nvSpPr>
        <p:spPr>
          <a:xfrm>
            <a:off x="460298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207E931-E27E-9480-574C-61F106C7E21E}"/>
              </a:ext>
            </a:extLst>
          </p:cNvPr>
          <p:cNvSpPr/>
          <p:nvPr/>
        </p:nvSpPr>
        <p:spPr>
          <a:xfrm>
            <a:off x="486077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D7AB3983-6BAE-2E20-47ED-DE442A001038}"/>
              </a:ext>
            </a:extLst>
          </p:cNvPr>
          <p:cNvSpPr/>
          <p:nvPr/>
        </p:nvSpPr>
        <p:spPr>
          <a:xfrm>
            <a:off x="511856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A1DDCF31-AE16-976E-7893-4D5B2F62AD69}"/>
              </a:ext>
            </a:extLst>
          </p:cNvPr>
          <p:cNvSpPr/>
          <p:nvPr/>
        </p:nvSpPr>
        <p:spPr>
          <a:xfrm>
            <a:off x="537635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8" name="Arc 497">
            <a:extLst>
              <a:ext uri="{FF2B5EF4-FFF2-40B4-BE49-F238E27FC236}">
                <a16:creationId xmlns:a16="http://schemas.microsoft.com/office/drawing/2014/main" id="{5313181F-385B-1932-2500-E38E05A59AF0}"/>
              </a:ext>
            </a:extLst>
          </p:cNvPr>
          <p:cNvSpPr/>
          <p:nvPr/>
        </p:nvSpPr>
        <p:spPr>
          <a:xfrm>
            <a:off x="5510265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F3CAA3BE-C0FB-FB8F-2EE6-99ECE29DAE37}"/>
              </a:ext>
            </a:extLst>
          </p:cNvPr>
          <p:cNvSpPr txBox="1"/>
          <p:nvPr/>
        </p:nvSpPr>
        <p:spPr>
          <a:xfrm>
            <a:off x="5816496" y="469185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36" name="Arc 435">
            <a:extLst>
              <a:ext uri="{FF2B5EF4-FFF2-40B4-BE49-F238E27FC236}">
                <a16:creationId xmlns:a16="http://schemas.microsoft.com/office/drawing/2014/main" id="{18C35568-8D0F-13F0-3BA2-D1BDAFFE74A4}"/>
              </a:ext>
            </a:extLst>
          </p:cNvPr>
          <p:cNvSpPr/>
          <p:nvPr/>
        </p:nvSpPr>
        <p:spPr>
          <a:xfrm>
            <a:off x="896657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177C33FC-E980-5679-9F94-F29D8045DD09}"/>
              </a:ext>
            </a:extLst>
          </p:cNvPr>
          <p:cNvSpPr txBox="1"/>
          <p:nvPr/>
        </p:nvSpPr>
        <p:spPr>
          <a:xfrm>
            <a:off x="9272801" y="430341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7D075654-2012-9DF9-3406-00920DA45E16}"/>
              </a:ext>
            </a:extLst>
          </p:cNvPr>
          <p:cNvSpPr txBox="1"/>
          <p:nvPr/>
        </p:nvSpPr>
        <p:spPr>
          <a:xfrm>
            <a:off x="6739015" y="41705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CD26262-32D4-A72A-DA4B-D42ABA01D9DE}"/>
              </a:ext>
            </a:extLst>
          </p:cNvPr>
          <p:cNvSpPr/>
          <p:nvPr/>
        </p:nvSpPr>
        <p:spPr>
          <a:xfrm>
            <a:off x="7028121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380D9E84-108E-FF3F-980F-15A814F7FAAD}"/>
              </a:ext>
            </a:extLst>
          </p:cNvPr>
          <p:cNvSpPr/>
          <p:nvPr/>
        </p:nvSpPr>
        <p:spPr>
          <a:xfrm>
            <a:off x="72859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C2853180-6F5B-6079-8211-707214522008}"/>
              </a:ext>
            </a:extLst>
          </p:cNvPr>
          <p:cNvSpPr/>
          <p:nvPr/>
        </p:nvSpPr>
        <p:spPr>
          <a:xfrm>
            <a:off x="754370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F73B226-A098-3C2D-D2FF-404BB505AB11}"/>
              </a:ext>
            </a:extLst>
          </p:cNvPr>
          <p:cNvSpPr/>
          <p:nvPr/>
        </p:nvSpPr>
        <p:spPr>
          <a:xfrm>
            <a:off x="780149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BDA32A0-3855-8120-F5E9-3EA0E72823BE}"/>
              </a:ext>
            </a:extLst>
          </p:cNvPr>
          <p:cNvSpPr/>
          <p:nvPr/>
        </p:nvSpPr>
        <p:spPr>
          <a:xfrm>
            <a:off x="805928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83911A1-CA02-6375-CCAA-7B2BE9E3ECA2}"/>
              </a:ext>
            </a:extLst>
          </p:cNvPr>
          <p:cNvSpPr/>
          <p:nvPr/>
        </p:nvSpPr>
        <p:spPr>
          <a:xfrm>
            <a:off x="831708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14A979DF-9D51-2293-F1F8-6B96D9917597}"/>
              </a:ext>
            </a:extLst>
          </p:cNvPr>
          <p:cNvSpPr/>
          <p:nvPr/>
        </p:nvSpPr>
        <p:spPr>
          <a:xfrm>
            <a:off x="857487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5BFBACC0-2D70-0FFC-4C3C-F8763E9EC926}"/>
              </a:ext>
            </a:extLst>
          </p:cNvPr>
          <p:cNvSpPr/>
          <p:nvPr/>
        </p:nvSpPr>
        <p:spPr>
          <a:xfrm>
            <a:off x="883266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096E71E5-0BCE-8F11-D4BE-7E1FF9D6FBE9}"/>
              </a:ext>
            </a:extLst>
          </p:cNvPr>
          <p:cNvSpPr/>
          <p:nvPr/>
        </p:nvSpPr>
        <p:spPr>
          <a:xfrm>
            <a:off x="803194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B81E00C5-778C-6C6D-E2AD-A917DF6AB040}"/>
              </a:ext>
            </a:extLst>
          </p:cNvPr>
          <p:cNvSpPr/>
          <p:nvPr/>
        </p:nvSpPr>
        <p:spPr>
          <a:xfrm>
            <a:off x="7028121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C8A92262-34A9-B676-AAFE-E0B7C96A2E85}"/>
              </a:ext>
            </a:extLst>
          </p:cNvPr>
          <p:cNvSpPr/>
          <p:nvPr/>
        </p:nvSpPr>
        <p:spPr>
          <a:xfrm>
            <a:off x="72859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C8F6C87-D373-1F54-CB1C-409A1D54CD93}"/>
              </a:ext>
            </a:extLst>
          </p:cNvPr>
          <p:cNvSpPr/>
          <p:nvPr/>
        </p:nvSpPr>
        <p:spPr>
          <a:xfrm>
            <a:off x="754370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54CB6B6-A09E-84D0-A2EF-632CAB99AC99}"/>
              </a:ext>
            </a:extLst>
          </p:cNvPr>
          <p:cNvSpPr/>
          <p:nvPr/>
        </p:nvSpPr>
        <p:spPr>
          <a:xfrm>
            <a:off x="780149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8E0BF14F-9741-F374-6D8D-E55232797342}"/>
              </a:ext>
            </a:extLst>
          </p:cNvPr>
          <p:cNvSpPr/>
          <p:nvPr/>
        </p:nvSpPr>
        <p:spPr>
          <a:xfrm>
            <a:off x="805928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E5CD3EF-FF3A-747D-8AED-B1B2065ECDF5}"/>
              </a:ext>
            </a:extLst>
          </p:cNvPr>
          <p:cNvSpPr/>
          <p:nvPr/>
        </p:nvSpPr>
        <p:spPr>
          <a:xfrm>
            <a:off x="831708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D3B80952-507C-710E-2955-9836DFD02B8C}"/>
              </a:ext>
            </a:extLst>
          </p:cNvPr>
          <p:cNvSpPr/>
          <p:nvPr/>
        </p:nvSpPr>
        <p:spPr>
          <a:xfrm>
            <a:off x="857487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776991D-F25F-D0F9-EC5F-ECF4E9CA9B4D}"/>
              </a:ext>
            </a:extLst>
          </p:cNvPr>
          <p:cNvSpPr/>
          <p:nvPr/>
        </p:nvSpPr>
        <p:spPr>
          <a:xfrm>
            <a:off x="883266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34ABD74B-ABF4-7064-70E0-F1D84B279865}"/>
              </a:ext>
            </a:extLst>
          </p:cNvPr>
          <p:cNvSpPr/>
          <p:nvPr/>
        </p:nvSpPr>
        <p:spPr>
          <a:xfrm>
            <a:off x="7028121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F84EC5F9-90EC-C6BE-982E-23FFA010907E}"/>
              </a:ext>
            </a:extLst>
          </p:cNvPr>
          <p:cNvSpPr/>
          <p:nvPr/>
        </p:nvSpPr>
        <p:spPr>
          <a:xfrm>
            <a:off x="72859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DE5B9C8E-14C5-3B72-A73F-FB08115E6CE0}"/>
              </a:ext>
            </a:extLst>
          </p:cNvPr>
          <p:cNvSpPr/>
          <p:nvPr/>
        </p:nvSpPr>
        <p:spPr>
          <a:xfrm>
            <a:off x="754370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50FCC98D-2C02-014A-D07B-6A4420555F63}"/>
              </a:ext>
            </a:extLst>
          </p:cNvPr>
          <p:cNvSpPr/>
          <p:nvPr/>
        </p:nvSpPr>
        <p:spPr>
          <a:xfrm>
            <a:off x="780149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AE93527E-5B7A-23D2-83A1-E7331E23550A}"/>
              </a:ext>
            </a:extLst>
          </p:cNvPr>
          <p:cNvSpPr/>
          <p:nvPr/>
        </p:nvSpPr>
        <p:spPr>
          <a:xfrm>
            <a:off x="805928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7DE867B-357D-1E1E-33AF-CE661649A33B}"/>
              </a:ext>
            </a:extLst>
          </p:cNvPr>
          <p:cNvSpPr/>
          <p:nvPr/>
        </p:nvSpPr>
        <p:spPr>
          <a:xfrm>
            <a:off x="831708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BDB302C-E19A-B90F-906A-0A6476D8F9EF}"/>
              </a:ext>
            </a:extLst>
          </p:cNvPr>
          <p:cNvSpPr/>
          <p:nvPr/>
        </p:nvSpPr>
        <p:spPr>
          <a:xfrm>
            <a:off x="857487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E5E9A676-BB14-8AC7-15C7-8EE008D06E87}"/>
              </a:ext>
            </a:extLst>
          </p:cNvPr>
          <p:cNvSpPr/>
          <p:nvPr/>
        </p:nvSpPr>
        <p:spPr>
          <a:xfrm>
            <a:off x="883266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6" name="Arc 465">
            <a:extLst>
              <a:ext uri="{FF2B5EF4-FFF2-40B4-BE49-F238E27FC236}">
                <a16:creationId xmlns:a16="http://schemas.microsoft.com/office/drawing/2014/main" id="{A1951DBE-3A08-1232-C132-75C00113E776}"/>
              </a:ext>
            </a:extLst>
          </p:cNvPr>
          <p:cNvSpPr/>
          <p:nvPr/>
        </p:nvSpPr>
        <p:spPr>
          <a:xfrm>
            <a:off x="896657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7AAA7B20-27B9-9DC2-75FC-6AA36BF811BA}"/>
              </a:ext>
            </a:extLst>
          </p:cNvPr>
          <p:cNvSpPr txBox="1"/>
          <p:nvPr/>
        </p:nvSpPr>
        <p:spPr>
          <a:xfrm>
            <a:off x="9272801" y="46918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2" name="Arc 531">
            <a:extLst>
              <a:ext uri="{FF2B5EF4-FFF2-40B4-BE49-F238E27FC236}">
                <a16:creationId xmlns:a16="http://schemas.microsoft.com/office/drawing/2014/main" id="{DCB0AA0B-B156-9400-5BDB-1A1318857C0F}"/>
              </a:ext>
            </a:extLst>
          </p:cNvPr>
          <p:cNvSpPr/>
          <p:nvPr/>
        </p:nvSpPr>
        <p:spPr>
          <a:xfrm>
            <a:off x="225716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2629B52B-31D6-8AAD-88A3-A5247B5EE001}"/>
              </a:ext>
            </a:extLst>
          </p:cNvPr>
          <p:cNvSpPr txBox="1"/>
          <p:nvPr/>
        </p:nvSpPr>
        <p:spPr>
          <a:xfrm>
            <a:off x="2563391" y="557678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6614FB94-5CA9-1B39-1ABD-95AC47595027}"/>
              </a:ext>
            </a:extLst>
          </p:cNvPr>
          <p:cNvSpPr txBox="1"/>
          <p:nvPr/>
        </p:nvSpPr>
        <p:spPr>
          <a:xfrm>
            <a:off x="27201" y="544387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8054AA2E-A597-23C0-1F96-EEEFEFB0C1FA}"/>
              </a:ext>
            </a:extLst>
          </p:cNvPr>
          <p:cNvSpPr/>
          <p:nvPr/>
        </p:nvSpPr>
        <p:spPr>
          <a:xfrm>
            <a:off x="31871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201F451E-9B1C-56D1-911A-B82A066B83E8}"/>
              </a:ext>
            </a:extLst>
          </p:cNvPr>
          <p:cNvSpPr/>
          <p:nvPr/>
        </p:nvSpPr>
        <p:spPr>
          <a:xfrm>
            <a:off x="57650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24E5488-6A97-E386-1607-6956E3B42526}"/>
              </a:ext>
            </a:extLst>
          </p:cNvPr>
          <p:cNvSpPr/>
          <p:nvPr/>
        </p:nvSpPr>
        <p:spPr>
          <a:xfrm>
            <a:off x="83429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4CA3350A-8729-FE63-E2AA-B38DF4B59633}"/>
              </a:ext>
            </a:extLst>
          </p:cNvPr>
          <p:cNvSpPr/>
          <p:nvPr/>
        </p:nvSpPr>
        <p:spPr>
          <a:xfrm>
            <a:off x="109208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F4DEB7E6-B86D-48B0-EFB2-F2159F52D287}"/>
              </a:ext>
            </a:extLst>
          </p:cNvPr>
          <p:cNvSpPr/>
          <p:nvPr/>
        </p:nvSpPr>
        <p:spPr>
          <a:xfrm>
            <a:off x="134987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FBB29C0A-69D3-7705-42D1-32251A9F4E31}"/>
              </a:ext>
            </a:extLst>
          </p:cNvPr>
          <p:cNvSpPr/>
          <p:nvPr/>
        </p:nvSpPr>
        <p:spPr>
          <a:xfrm>
            <a:off x="160767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2ED3573-E883-BAB5-C2A0-3C23A038ECA7}"/>
              </a:ext>
            </a:extLst>
          </p:cNvPr>
          <p:cNvSpPr/>
          <p:nvPr/>
        </p:nvSpPr>
        <p:spPr>
          <a:xfrm>
            <a:off x="186546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8310CBA4-B615-48C0-E853-A34BDDECC52F}"/>
              </a:ext>
            </a:extLst>
          </p:cNvPr>
          <p:cNvSpPr/>
          <p:nvPr/>
        </p:nvSpPr>
        <p:spPr>
          <a:xfrm>
            <a:off x="212325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AA510C52-39CD-3ED6-5B36-04857689E982}"/>
              </a:ext>
            </a:extLst>
          </p:cNvPr>
          <p:cNvSpPr/>
          <p:nvPr/>
        </p:nvSpPr>
        <p:spPr>
          <a:xfrm>
            <a:off x="132491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022A191F-944C-EEF3-272A-338472821731}"/>
              </a:ext>
            </a:extLst>
          </p:cNvPr>
          <p:cNvSpPr/>
          <p:nvPr/>
        </p:nvSpPr>
        <p:spPr>
          <a:xfrm>
            <a:off x="31871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1AE9B2EB-4C82-D571-C9FF-151BD77FD2FA}"/>
              </a:ext>
            </a:extLst>
          </p:cNvPr>
          <p:cNvSpPr/>
          <p:nvPr/>
        </p:nvSpPr>
        <p:spPr>
          <a:xfrm>
            <a:off x="57650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04CFE37A-F600-6D7F-D5D7-560D46DA3FFD}"/>
              </a:ext>
            </a:extLst>
          </p:cNvPr>
          <p:cNvSpPr/>
          <p:nvPr/>
        </p:nvSpPr>
        <p:spPr>
          <a:xfrm>
            <a:off x="83429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93D82848-D204-9688-4829-159BF98DC899}"/>
              </a:ext>
            </a:extLst>
          </p:cNvPr>
          <p:cNvSpPr/>
          <p:nvPr/>
        </p:nvSpPr>
        <p:spPr>
          <a:xfrm>
            <a:off x="109208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9077FA-3C32-D472-2CD5-58EABE72E9F9}"/>
              </a:ext>
            </a:extLst>
          </p:cNvPr>
          <p:cNvSpPr/>
          <p:nvPr/>
        </p:nvSpPr>
        <p:spPr>
          <a:xfrm>
            <a:off x="134987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CC7B7333-A591-F877-DB46-045EA1AC9A98}"/>
              </a:ext>
            </a:extLst>
          </p:cNvPr>
          <p:cNvSpPr/>
          <p:nvPr/>
        </p:nvSpPr>
        <p:spPr>
          <a:xfrm>
            <a:off x="160767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D92B8D30-4533-069E-DCAB-4B32985F99E6}"/>
              </a:ext>
            </a:extLst>
          </p:cNvPr>
          <p:cNvSpPr/>
          <p:nvPr/>
        </p:nvSpPr>
        <p:spPr>
          <a:xfrm>
            <a:off x="186546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F60E4940-CA1F-A378-D21B-C09D5B11A3C6}"/>
              </a:ext>
            </a:extLst>
          </p:cNvPr>
          <p:cNvSpPr/>
          <p:nvPr/>
        </p:nvSpPr>
        <p:spPr>
          <a:xfrm>
            <a:off x="212325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EC8506D2-0D3C-08D1-2051-36C435923C3B}"/>
              </a:ext>
            </a:extLst>
          </p:cNvPr>
          <p:cNvSpPr/>
          <p:nvPr/>
        </p:nvSpPr>
        <p:spPr>
          <a:xfrm>
            <a:off x="31871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F76E7A9F-660D-81CB-7168-3CEEFBDFF599}"/>
              </a:ext>
            </a:extLst>
          </p:cNvPr>
          <p:cNvSpPr/>
          <p:nvPr/>
        </p:nvSpPr>
        <p:spPr>
          <a:xfrm>
            <a:off x="57650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9BEA0BE9-B80A-BC1B-EB90-061E2DF49BFB}"/>
              </a:ext>
            </a:extLst>
          </p:cNvPr>
          <p:cNvSpPr/>
          <p:nvPr/>
        </p:nvSpPr>
        <p:spPr>
          <a:xfrm>
            <a:off x="83429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8D0FE1CD-6C63-C5FA-2C14-EFC0EBDE765D}"/>
              </a:ext>
            </a:extLst>
          </p:cNvPr>
          <p:cNvSpPr/>
          <p:nvPr/>
        </p:nvSpPr>
        <p:spPr>
          <a:xfrm>
            <a:off x="109208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5D530387-B069-417E-A7B4-C8E57393E240}"/>
              </a:ext>
            </a:extLst>
          </p:cNvPr>
          <p:cNvSpPr/>
          <p:nvPr/>
        </p:nvSpPr>
        <p:spPr>
          <a:xfrm>
            <a:off x="134987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C4B6B4EF-2AA5-D8C6-F0A5-DCC153911B0F}"/>
              </a:ext>
            </a:extLst>
          </p:cNvPr>
          <p:cNvSpPr/>
          <p:nvPr/>
        </p:nvSpPr>
        <p:spPr>
          <a:xfrm>
            <a:off x="160767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5644ACD8-561F-7DA2-48DC-C22D36D585DA}"/>
              </a:ext>
            </a:extLst>
          </p:cNvPr>
          <p:cNvSpPr/>
          <p:nvPr/>
        </p:nvSpPr>
        <p:spPr>
          <a:xfrm>
            <a:off x="186546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FAE901A2-93A7-B5AA-8526-C8DBEF015A62}"/>
              </a:ext>
            </a:extLst>
          </p:cNvPr>
          <p:cNvSpPr/>
          <p:nvPr/>
        </p:nvSpPr>
        <p:spPr>
          <a:xfrm>
            <a:off x="212325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2" name="Arc 561">
            <a:extLst>
              <a:ext uri="{FF2B5EF4-FFF2-40B4-BE49-F238E27FC236}">
                <a16:creationId xmlns:a16="http://schemas.microsoft.com/office/drawing/2014/main" id="{BE6A1BE9-66BC-AEB3-6240-7CE4DBF1828D}"/>
              </a:ext>
            </a:extLst>
          </p:cNvPr>
          <p:cNvSpPr/>
          <p:nvPr/>
        </p:nvSpPr>
        <p:spPr>
          <a:xfrm>
            <a:off x="225716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EC124B2B-4E49-6312-4DCB-BB5BF143AC09}"/>
              </a:ext>
            </a:extLst>
          </p:cNvPr>
          <p:cNvSpPr txBox="1"/>
          <p:nvPr/>
        </p:nvSpPr>
        <p:spPr>
          <a:xfrm>
            <a:off x="2563391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4" name="Arc 563">
            <a:extLst>
              <a:ext uri="{FF2B5EF4-FFF2-40B4-BE49-F238E27FC236}">
                <a16:creationId xmlns:a16="http://schemas.microsoft.com/office/drawing/2014/main" id="{B9822196-0994-719C-C3C7-D864FE60653F}"/>
              </a:ext>
            </a:extLst>
          </p:cNvPr>
          <p:cNvSpPr/>
          <p:nvPr/>
        </p:nvSpPr>
        <p:spPr>
          <a:xfrm>
            <a:off x="567219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282CC0EC-74DA-2A6B-1077-CCDDE6C35C40}"/>
              </a:ext>
            </a:extLst>
          </p:cNvPr>
          <p:cNvSpPr txBox="1"/>
          <p:nvPr/>
        </p:nvSpPr>
        <p:spPr>
          <a:xfrm>
            <a:off x="5978421" y="557678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58C785C7-16F9-3168-D7AF-B8118B23CB94}"/>
              </a:ext>
            </a:extLst>
          </p:cNvPr>
          <p:cNvSpPr txBox="1"/>
          <p:nvPr/>
        </p:nvSpPr>
        <p:spPr>
          <a:xfrm>
            <a:off x="3427804" y="544387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2B78720C-C4DD-6B44-B6DC-8677C31156A1}"/>
              </a:ext>
            </a:extLst>
          </p:cNvPr>
          <p:cNvSpPr/>
          <p:nvPr/>
        </p:nvSpPr>
        <p:spPr>
          <a:xfrm>
            <a:off x="373374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EF1ED8DA-0CED-A26C-CA03-FE14BC172B41}"/>
              </a:ext>
            </a:extLst>
          </p:cNvPr>
          <p:cNvSpPr/>
          <p:nvPr/>
        </p:nvSpPr>
        <p:spPr>
          <a:xfrm>
            <a:off x="399153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6A7ACD0F-5B66-C9CB-A9CB-8DBEA5F4525F}"/>
              </a:ext>
            </a:extLst>
          </p:cNvPr>
          <p:cNvSpPr/>
          <p:nvPr/>
        </p:nvSpPr>
        <p:spPr>
          <a:xfrm>
            <a:off x="424932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A5351B00-3B2F-7AA0-9B88-6F84F6BC14C2}"/>
              </a:ext>
            </a:extLst>
          </p:cNvPr>
          <p:cNvSpPr/>
          <p:nvPr/>
        </p:nvSpPr>
        <p:spPr>
          <a:xfrm>
            <a:off x="450711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7536721E-2C66-06AA-FBFD-7AAE380D6669}"/>
              </a:ext>
            </a:extLst>
          </p:cNvPr>
          <p:cNvSpPr/>
          <p:nvPr/>
        </p:nvSpPr>
        <p:spPr>
          <a:xfrm>
            <a:off x="476490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00F991F6-A1C1-CA8B-3448-9AAFDEF58C3F}"/>
              </a:ext>
            </a:extLst>
          </p:cNvPr>
          <p:cNvSpPr/>
          <p:nvPr/>
        </p:nvSpPr>
        <p:spPr>
          <a:xfrm>
            <a:off x="502270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76F6D08E-57A0-22EF-FEF8-EBCAB9849A91}"/>
              </a:ext>
            </a:extLst>
          </p:cNvPr>
          <p:cNvSpPr/>
          <p:nvPr/>
        </p:nvSpPr>
        <p:spPr>
          <a:xfrm>
            <a:off x="528049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9F3184B9-D4C8-19AB-C5AB-DAF61EED0B1E}"/>
              </a:ext>
            </a:extLst>
          </p:cNvPr>
          <p:cNvSpPr/>
          <p:nvPr/>
        </p:nvSpPr>
        <p:spPr>
          <a:xfrm>
            <a:off x="553828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4B363B84-8487-D790-C741-5F60DAF0B8B1}"/>
              </a:ext>
            </a:extLst>
          </p:cNvPr>
          <p:cNvSpPr/>
          <p:nvPr/>
        </p:nvSpPr>
        <p:spPr>
          <a:xfrm>
            <a:off x="4479157" y="5560196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D45AA9-6F23-ACE4-5334-CA2775B71F34}"/>
              </a:ext>
            </a:extLst>
          </p:cNvPr>
          <p:cNvSpPr/>
          <p:nvPr/>
        </p:nvSpPr>
        <p:spPr>
          <a:xfrm>
            <a:off x="373374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BB9A9B12-48EC-5A7E-68EE-1F087CF9FDB1}"/>
              </a:ext>
            </a:extLst>
          </p:cNvPr>
          <p:cNvSpPr/>
          <p:nvPr/>
        </p:nvSpPr>
        <p:spPr>
          <a:xfrm>
            <a:off x="399153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C42E1E0-AA47-C53A-FC83-805E00CF3041}"/>
              </a:ext>
            </a:extLst>
          </p:cNvPr>
          <p:cNvSpPr/>
          <p:nvPr/>
        </p:nvSpPr>
        <p:spPr>
          <a:xfrm>
            <a:off x="424932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6FF17F28-29E2-F841-E352-84FDB43BDA7F}"/>
              </a:ext>
            </a:extLst>
          </p:cNvPr>
          <p:cNvSpPr/>
          <p:nvPr/>
        </p:nvSpPr>
        <p:spPr>
          <a:xfrm>
            <a:off x="450711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BDC22222-2179-93F8-13EA-8743DA6DF444}"/>
              </a:ext>
            </a:extLst>
          </p:cNvPr>
          <p:cNvSpPr/>
          <p:nvPr/>
        </p:nvSpPr>
        <p:spPr>
          <a:xfrm>
            <a:off x="476490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04CA597-8E20-24FC-83B6-48E1BD47FB4B}"/>
              </a:ext>
            </a:extLst>
          </p:cNvPr>
          <p:cNvSpPr/>
          <p:nvPr/>
        </p:nvSpPr>
        <p:spPr>
          <a:xfrm>
            <a:off x="502270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E4B5E81A-4F70-C1F9-1531-548B22E2E23C}"/>
              </a:ext>
            </a:extLst>
          </p:cNvPr>
          <p:cNvSpPr/>
          <p:nvPr/>
        </p:nvSpPr>
        <p:spPr>
          <a:xfrm>
            <a:off x="528049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70B6E3CE-3229-201E-40CB-8E4A4D1BD56F}"/>
              </a:ext>
            </a:extLst>
          </p:cNvPr>
          <p:cNvSpPr/>
          <p:nvPr/>
        </p:nvSpPr>
        <p:spPr>
          <a:xfrm>
            <a:off x="553828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258F9F9E-EC5C-BD7C-E791-66103C815E2F}"/>
              </a:ext>
            </a:extLst>
          </p:cNvPr>
          <p:cNvSpPr/>
          <p:nvPr/>
        </p:nvSpPr>
        <p:spPr>
          <a:xfrm>
            <a:off x="373374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792244D0-1203-2739-2F99-2C19722F7DF8}"/>
              </a:ext>
            </a:extLst>
          </p:cNvPr>
          <p:cNvSpPr/>
          <p:nvPr/>
        </p:nvSpPr>
        <p:spPr>
          <a:xfrm>
            <a:off x="399153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16A5D9BF-E5FC-8897-1A62-284BA8033195}"/>
              </a:ext>
            </a:extLst>
          </p:cNvPr>
          <p:cNvSpPr/>
          <p:nvPr/>
        </p:nvSpPr>
        <p:spPr>
          <a:xfrm>
            <a:off x="424932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1FA925CD-5447-3FF8-AF2F-E0EC7EAE6994}"/>
              </a:ext>
            </a:extLst>
          </p:cNvPr>
          <p:cNvSpPr/>
          <p:nvPr/>
        </p:nvSpPr>
        <p:spPr>
          <a:xfrm>
            <a:off x="450711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E111F8A7-7DAB-F7B9-A8A2-0C03F535C5AF}"/>
              </a:ext>
            </a:extLst>
          </p:cNvPr>
          <p:cNvSpPr/>
          <p:nvPr/>
        </p:nvSpPr>
        <p:spPr>
          <a:xfrm>
            <a:off x="476490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B2F8FCEF-5AA1-0CE5-008A-5927DD0B206D}"/>
              </a:ext>
            </a:extLst>
          </p:cNvPr>
          <p:cNvSpPr/>
          <p:nvPr/>
        </p:nvSpPr>
        <p:spPr>
          <a:xfrm>
            <a:off x="502270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E3D2A3E0-AAE2-B414-EDD0-585DED50EF2C}"/>
              </a:ext>
            </a:extLst>
          </p:cNvPr>
          <p:cNvSpPr/>
          <p:nvPr/>
        </p:nvSpPr>
        <p:spPr>
          <a:xfrm>
            <a:off x="528049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99BC6536-71C9-6E86-BECE-76B14916BB2C}"/>
              </a:ext>
            </a:extLst>
          </p:cNvPr>
          <p:cNvSpPr/>
          <p:nvPr/>
        </p:nvSpPr>
        <p:spPr>
          <a:xfrm>
            <a:off x="553828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4" name="Arc 593">
            <a:extLst>
              <a:ext uri="{FF2B5EF4-FFF2-40B4-BE49-F238E27FC236}">
                <a16:creationId xmlns:a16="http://schemas.microsoft.com/office/drawing/2014/main" id="{2E3937DD-6E43-5CAE-CB3E-49F668FA69A3}"/>
              </a:ext>
            </a:extLst>
          </p:cNvPr>
          <p:cNvSpPr/>
          <p:nvPr/>
        </p:nvSpPr>
        <p:spPr>
          <a:xfrm>
            <a:off x="567219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AA2FDBE1-821E-18B0-18A5-1E81BC7999F5}"/>
              </a:ext>
            </a:extLst>
          </p:cNvPr>
          <p:cNvSpPr txBox="1"/>
          <p:nvPr/>
        </p:nvSpPr>
        <p:spPr>
          <a:xfrm>
            <a:off x="5978421" y="596523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96" name="Arc 595">
            <a:extLst>
              <a:ext uri="{FF2B5EF4-FFF2-40B4-BE49-F238E27FC236}">
                <a16:creationId xmlns:a16="http://schemas.microsoft.com/office/drawing/2014/main" id="{92E71B9C-430A-9440-B042-7613D54A7132}"/>
              </a:ext>
            </a:extLst>
          </p:cNvPr>
          <p:cNvSpPr/>
          <p:nvPr/>
        </p:nvSpPr>
        <p:spPr>
          <a:xfrm>
            <a:off x="8880845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CA97D6F8-8DF4-1FFF-B087-EAE20282D19F}"/>
              </a:ext>
            </a:extLst>
          </p:cNvPr>
          <p:cNvSpPr txBox="1"/>
          <p:nvPr/>
        </p:nvSpPr>
        <p:spPr>
          <a:xfrm>
            <a:off x="9187076" y="5576786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×10000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FEBCF49B-C8C7-2BD7-0E39-B9D57D82DE81}"/>
              </a:ext>
            </a:extLst>
          </p:cNvPr>
          <p:cNvSpPr txBox="1"/>
          <p:nvPr/>
        </p:nvSpPr>
        <p:spPr>
          <a:xfrm>
            <a:off x="6649283" y="5443878"/>
            <a:ext cx="316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94D14DB2-0098-1241-4B2F-BE32D6CDD9A1}"/>
              </a:ext>
            </a:extLst>
          </p:cNvPr>
          <p:cNvSpPr/>
          <p:nvPr/>
        </p:nvSpPr>
        <p:spPr>
          <a:xfrm>
            <a:off x="6942396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114DCDA3-07A7-1E58-1494-BE29407BAFDC}"/>
              </a:ext>
            </a:extLst>
          </p:cNvPr>
          <p:cNvSpPr/>
          <p:nvPr/>
        </p:nvSpPr>
        <p:spPr>
          <a:xfrm>
            <a:off x="720018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165E0B95-3CB6-7092-1A9F-2630152CD231}"/>
              </a:ext>
            </a:extLst>
          </p:cNvPr>
          <p:cNvSpPr/>
          <p:nvPr/>
        </p:nvSpPr>
        <p:spPr>
          <a:xfrm>
            <a:off x="745798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10F2A6D-17B2-BC5F-115B-B926E2C7950C}"/>
              </a:ext>
            </a:extLst>
          </p:cNvPr>
          <p:cNvSpPr/>
          <p:nvPr/>
        </p:nvSpPr>
        <p:spPr>
          <a:xfrm>
            <a:off x="7715772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2B5523CE-B003-CAAB-E445-BE75C0262537}"/>
              </a:ext>
            </a:extLst>
          </p:cNvPr>
          <p:cNvSpPr/>
          <p:nvPr/>
        </p:nvSpPr>
        <p:spPr>
          <a:xfrm>
            <a:off x="797356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088AC3A7-CC41-DDB8-F3A1-B68ADE8E8E74}"/>
              </a:ext>
            </a:extLst>
          </p:cNvPr>
          <p:cNvSpPr/>
          <p:nvPr/>
        </p:nvSpPr>
        <p:spPr>
          <a:xfrm>
            <a:off x="823135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004E8F62-74EE-C7E5-329D-BE75FDEAA59F}"/>
              </a:ext>
            </a:extLst>
          </p:cNvPr>
          <p:cNvSpPr/>
          <p:nvPr/>
        </p:nvSpPr>
        <p:spPr>
          <a:xfrm>
            <a:off x="848914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B57C10CA-24AA-3761-2EB6-FD3F458FA220}"/>
              </a:ext>
            </a:extLst>
          </p:cNvPr>
          <p:cNvSpPr/>
          <p:nvPr/>
        </p:nvSpPr>
        <p:spPr>
          <a:xfrm>
            <a:off x="874693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4D3A883B-4AFE-9EA8-2D37-EB4CC4C48837}"/>
              </a:ext>
            </a:extLst>
          </p:cNvPr>
          <p:cNvSpPr/>
          <p:nvPr/>
        </p:nvSpPr>
        <p:spPr>
          <a:xfrm>
            <a:off x="820577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621CF6D-212F-A318-1C12-545B62A5C2B3}"/>
              </a:ext>
            </a:extLst>
          </p:cNvPr>
          <p:cNvSpPr/>
          <p:nvPr/>
        </p:nvSpPr>
        <p:spPr>
          <a:xfrm>
            <a:off x="6942396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34154D7E-8690-BE5D-3AF9-8FFB0D60CFD0}"/>
              </a:ext>
            </a:extLst>
          </p:cNvPr>
          <p:cNvSpPr/>
          <p:nvPr/>
        </p:nvSpPr>
        <p:spPr>
          <a:xfrm>
            <a:off x="720018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23456E40-74DA-20C3-F2C1-C93980EB9CEB}"/>
              </a:ext>
            </a:extLst>
          </p:cNvPr>
          <p:cNvSpPr/>
          <p:nvPr/>
        </p:nvSpPr>
        <p:spPr>
          <a:xfrm>
            <a:off x="745798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269DC048-F32E-7C59-8978-838608CB8502}"/>
              </a:ext>
            </a:extLst>
          </p:cNvPr>
          <p:cNvSpPr/>
          <p:nvPr/>
        </p:nvSpPr>
        <p:spPr>
          <a:xfrm>
            <a:off x="7715772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8DB00E1E-38E4-B275-1C7C-3341DE61480D}"/>
              </a:ext>
            </a:extLst>
          </p:cNvPr>
          <p:cNvSpPr/>
          <p:nvPr/>
        </p:nvSpPr>
        <p:spPr>
          <a:xfrm>
            <a:off x="797356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24490C70-AF91-7E17-AB94-C3DAD7E97605}"/>
              </a:ext>
            </a:extLst>
          </p:cNvPr>
          <p:cNvSpPr/>
          <p:nvPr/>
        </p:nvSpPr>
        <p:spPr>
          <a:xfrm>
            <a:off x="823135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4B13C6DA-C8D6-E14F-ACC4-E6D90C218DBB}"/>
              </a:ext>
            </a:extLst>
          </p:cNvPr>
          <p:cNvSpPr/>
          <p:nvPr/>
        </p:nvSpPr>
        <p:spPr>
          <a:xfrm>
            <a:off x="848914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27B7FB72-244B-6A0E-DCE6-14D4ABD33A58}"/>
              </a:ext>
            </a:extLst>
          </p:cNvPr>
          <p:cNvSpPr/>
          <p:nvPr/>
        </p:nvSpPr>
        <p:spPr>
          <a:xfrm>
            <a:off x="874693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87C375EB-CF32-21D7-87EF-4E7906BE17E5}"/>
              </a:ext>
            </a:extLst>
          </p:cNvPr>
          <p:cNvSpPr/>
          <p:nvPr/>
        </p:nvSpPr>
        <p:spPr>
          <a:xfrm>
            <a:off x="6942396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E334E1B5-3151-9351-F283-A9A1ED65EE77}"/>
              </a:ext>
            </a:extLst>
          </p:cNvPr>
          <p:cNvSpPr/>
          <p:nvPr/>
        </p:nvSpPr>
        <p:spPr>
          <a:xfrm>
            <a:off x="720018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DC598F9-3489-C959-809C-B31288C7FFF2}"/>
              </a:ext>
            </a:extLst>
          </p:cNvPr>
          <p:cNvSpPr/>
          <p:nvPr/>
        </p:nvSpPr>
        <p:spPr>
          <a:xfrm>
            <a:off x="745798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681EC98F-B941-4143-8CC5-B63202FC6864}"/>
              </a:ext>
            </a:extLst>
          </p:cNvPr>
          <p:cNvSpPr/>
          <p:nvPr/>
        </p:nvSpPr>
        <p:spPr>
          <a:xfrm>
            <a:off x="7715772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6CAA7E9E-F825-6B8E-F2FF-506D8263610C}"/>
              </a:ext>
            </a:extLst>
          </p:cNvPr>
          <p:cNvSpPr/>
          <p:nvPr/>
        </p:nvSpPr>
        <p:spPr>
          <a:xfrm>
            <a:off x="797356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881A5E93-40F4-6C50-C14D-7DFDB9BEEE05}"/>
              </a:ext>
            </a:extLst>
          </p:cNvPr>
          <p:cNvSpPr/>
          <p:nvPr/>
        </p:nvSpPr>
        <p:spPr>
          <a:xfrm>
            <a:off x="823135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902BD2E1-EECB-22DB-3803-6323CF746297}"/>
              </a:ext>
            </a:extLst>
          </p:cNvPr>
          <p:cNvSpPr/>
          <p:nvPr/>
        </p:nvSpPr>
        <p:spPr>
          <a:xfrm>
            <a:off x="848914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D35441A4-40CB-EF59-EB55-E6567EA506CD}"/>
              </a:ext>
            </a:extLst>
          </p:cNvPr>
          <p:cNvSpPr/>
          <p:nvPr/>
        </p:nvSpPr>
        <p:spPr>
          <a:xfrm>
            <a:off x="874693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6" name="Arc 625">
            <a:extLst>
              <a:ext uri="{FF2B5EF4-FFF2-40B4-BE49-F238E27FC236}">
                <a16:creationId xmlns:a16="http://schemas.microsoft.com/office/drawing/2014/main" id="{D16088E4-FF58-4FC9-34D6-DFF4C7549235}"/>
              </a:ext>
            </a:extLst>
          </p:cNvPr>
          <p:cNvSpPr/>
          <p:nvPr/>
        </p:nvSpPr>
        <p:spPr>
          <a:xfrm>
            <a:off x="8880845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0657D18F-7FCD-8F9C-9E3B-9A379C2296BD}"/>
              </a:ext>
            </a:extLst>
          </p:cNvPr>
          <p:cNvSpPr txBox="1"/>
          <p:nvPr/>
        </p:nvSpPr>
        <p:spPr>
          <a:xfrm>
            <a:off x="9187076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/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п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4,02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× 1000 = ____________</a:t>
                </a:r>
              </a:p>
            </p:txBody>
          </p:sp>
        </mc:Choice>
        <mc:Fallback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blipFill>
                <a:blip r:embed="rId3"/>
                <a:stretch>
                  <a:fillRect l="-242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/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р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108,7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1000 × 100 = ____________</a:t>
                </a:r>
              </a:p>
            </p:txBody>
          </p:sp>
        </mc:Choice>
        <mc:Fallback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blipFill>
                <a:blip r:embed="rId4"/>
                <a:stretch>
                  <a:fillRect l="-227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1F1B8B01-2347-435B-6958-730EEA052CB7}"/>
              </a:ext>
            </a:extLst>
          </p:cNvPr>
          <p:cNvSpPr/>
          <p:nvPr/>
        </p:nvSpPr>
        <p:spPr>
          <a:xfrm>
            <a:off x="24357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79103-1F01-5DCA-CF9D-A0F1FB395183}"/>
              </a:ext>
            </a:extLst>
          </p:cNvPr>
          <p:cNvSpPr txBox="1"/>
          <p:nvPr/>
        </p:nvSpPr>
        <p:spPr>
          <a:xfrm>
            <a:off x="29832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A9758551-DF10-967C-F3EC-556049B03F79}"/>
              </a:ext>
            </a:extLst>
          </p:cNvPr>
          <p:cNvSpPr/>
          <p:nvPr/>
        </p:nvSpPr>
        <p:spPr>
          <a:xfrm>
            <a:off x="84555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95A07-01BB-B1EA-2DE9-816595E2D53A}"/>
              </a:ext>
            </a:extLst>
          </p:cNvPr>
          <p:cNvSpPr txBox="1"/>
          <p:nvPr/>
        </p:nvSpPr>
        <p:spPr>
          <a:xfrm>
            <a:off x="90030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F767863B-1232-EEF2-3833-9C5962353C77}"/>
              </a:ext>
            </a:extLst>
          </p:cNvPr>
          <p:cNvSpPr/>
          <p:nvPr/>
        </p:nvSpPr>
        <p:spPr>
          <a:xfrm>
            <a:off x="2581803" y="17496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CBE1B-F5CA-78D3-90FC-15646DAF483B}"/>
              </a:ext>
            </a:extLst>
          </p:cNvPr>
          <p:cNvSpPr txBox="1"/>
          <p:nvPr/>
        </p:nvSpPr>
        <p:spPr>
          <a:xfrm>
            <a:off x="3129334" y="19247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</p:spTree>
    <p:extLst>
      <p:ext uri="{BB962C8B-B14F-4D97-AF65-F5344CB8AC3E}">
        <p14:creationId xmlns:p14="http://schemas.microsoft.com/office/powerpoint/2010/main" val="3252212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57D2F33-A6C2-B491-4A96-349BDD155D66}"/>
              </a:ext>
            </a:extLst>
          </p:cNvPr>
          <p:cNvSpPr txBox="1"/>
          <p:nvPr/>
        </p:nvSpPr>
        <p:spPr>
          <a:xfrm>
            <a:off x="2510699" y="0"/>
            <a:ext cx="4895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Ондуктарга, жүздүктөргө жана миңдерге көбөйтүү жана бөлүү</a:t>
            </a:r>
            <a:endParaRPr lang="en-GB" sz="12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/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о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2,7 × 100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= ____________</a:t>
                </a:r>
              </a:p>
            </p:txBody>
          </p:sp>
        </mc:Choice>
        <mc:Fallback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blipFill>
                <a:blip r:embed="rId2"/>
                <a:stretch>
                  <a:fillRect l="-256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6B5166A8-95B3-A037-77C3-47F2EC4382BC}"/>
              </a:ext>
            </a:extLst>
          </p:cNvPr>
          <p:cNvSpPr/>
          <p:nvPr/>
        </p:nvSpPr>
        <p:spPr>
          <a:xfrm>
            <a:off x="2000778" y="5018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521B9-B08B-E49D-4422-661AFAA3B688}"/>
              </a:ext>
            </a:extLst>
          </p:cNvPr>
          <p:cNvSpPr txBox="1"/>
          <p:nvPr/>
        </p:nvSpPr>
        <p:spPr>
          <a:xfrm>
            <a:off x="2307009" y="4928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D75A0-5EEA-48CF-F912-C58F8ADDA03F}"/>
              </a:ext>
            </a:extLst>
          </p:cNvPr>
          <p:cNvSpPr/>
          <p:nvPr/>
        </p:nvSpPr>
        <p:spPr>
          <a:xfrm>
            <a:off x="57967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6C96F-C003-08A5-9872-AECA64A4C6AB}"/>
              </a:ext>
            </a:extLst>
          </p:cNvPr>
          <p:cNvSpPr/>
          <p:nvPr/>
        </p:nvSpPr>
        <p:spPr>
          <a:xfrm>
            <a:off x="837470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E7111-2E02-9C48-EC88-053BDF9B153E}"/>
              </a:ext>
            </a:extLst>
          </p:cNvPr>
          <p:cNvSpPr/>
          <p:nvPr/>
        </p:nvSpPr>
        <p:spPr>
          <a:xfrm>
            <a:off x="1095262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35EA4-A8FC-528A-1733-D1A78C7C83B3}"/>
              </a:ext>
            </a:extLst>
          </p:cNvPr>
          <p:cNvSpPr/>
          <p:nvPr/>
        </p:nvSpPr>
        <p:spPr>
          <a:xfrm>
            <a:off x="1353054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AA56D-FD22-82C5-CC72-6AA9259066A2}"/>
              </a:ext>
            </a:extLst>
          </p:cNvPr>
          <p:cNvSpPr/>
          <p:nvPr/>
        </p:nvSpPr>
        <p:spPr>
          <a:xfrm>
            <a:off x="1610845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DB305-CE8F-FF14-B581-61F7D04509C5}"/>
              </a:ext>
            </a:extLst>
          </p:cNvPr>
          <p:cNvSpPr/>
          <p:nvPr/>
        </p:nvSpPr>
        <p:spPr>
          <a:xfrm>
            <a:off x="186863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E4F449-91FC-29B9-CF11-E512D4A64282}"/>
              </a:ext>
            </a:extLst>
          </p:cNvPr>
          <p:cNvSpPr/>
          <p:nvPr/>
        </p:nvSpPr>
        <p:spPr>
          <a:xfrm>
            <a:off x="1842443" y="4828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96452C5-D18C-249C-135D-85E1E353E8B0}"/>
              </a:ext>
            </a:extLst>
          </p:cNvPr>
          <p:cNvSpPr/>
          <p:nvPr/>
        </p:nvSpPr>
        <p:spPr>
          <a:xfrm>
            <a:off x="57967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5C9EEA-D037-7B8D-552F-C89DB6B8DEAC}"/>
              </a:ext>
            </a:extLst>
          </p:cNvPr>
          <p:cNvSpPr/>
          <p:nvPr/>
        </p:nvSpPr>
        <p:spPr>
          <a:xfrm>
            <a:off x="837470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92D11C0-6C2C-D78E-C72A-623E83A003B1}"/>
              </a:ext>
            </a:extLst>
          </p:cNvPr>
          <p:cNvSpPr/>
          <p:nvPr/>
        </p:nvSpPr>
        <p:spPr>
          <a:xfrm>
            <a:off x="1095262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5C581C-8026-5E4F-0B95-3AB3379D1686}"/>
              </a:ext>
            </a:extLst>
          </p:cNvPr>
          <p:cNvSpPr/>
          <p:nvPr/>
        </p:nvSpPr>
        <p:spPr>
          <a:xfrm>
            <a:off x="1353054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C4E48C3-16A2-5993-8ABA-01131D48B284}"/>
              </a:ext>
            </a:extLst>
          </p:cNvPr>
          <p:cNvSpPr/>
          <p:nvPr/>
        </p:nvSpPr>
        <p:spPr>
          <a:xfrm>
            <a:off x="1610845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761476E-117C-68D1-2A84-C03A727AB79D}"/>
              </a:ext>
            </a:extLst>
          </p:cNvPr>
          <p:cNvSpPr/>
          <p:nvPr/>
        </p:nvSpPr>
        <p:spPr>
          <a:xfrm>
            <a:off x="186863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BEEAA38-D226-6CF8-4F2D-EE4D3CC3DFD9}"/>
              </a:ext>
            </a:extLst>
          </p:cNvPr>
          <p:cNvSpPr/>
          <p:nvPr/>
        </p:nvSpPr>
        <p:spPr>
          <a:xfrm>
            <a:off x="1842443" y="8161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F0AEF2-3E01-627F-0AA1-CD3CB812068D}"/>
              </a:ext>
            </a:extLst>
          </p:cNvPr>
          <p:cNvSpPr/>
          <p:nvPr/>
        </p:nvSpPr>
        <p:spPr>
          <a:xfrm>
            <a:off x="57967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664C925-F9C2-1F9D-128A-C9D989D19FC8}"/>
              </a:ext>
            </a:extLst>
          </p:cNvPr>
          <p:cNvSpPr/>
          <p:nvPr/>
        </p:nvSpPr>
        <p:spPr>
          <a:xfrm>
            <a:off x="837470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C9359A-7BC7-3214-EBB2-447F0EC6AB64}"/>
              </a:ext>
            </a:extLst>
          </p:cNvPr>
          <p:cNvSpPr/>
          <p:nvPr/>
        </p:nvSpPr>
        <p:spPr>
          <a:xfrm>
            <a:off x="1095262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9197E93-21DB-56CA-626F-CB9EC60D3366}"/>
              </a:ext>
            </a:extLst>
          </p:cNvPr>
          <p:cNvSpPr/>
          <p:nvPr/>
        </p:nvSpPr>
        <p:spPr>
          <a:xfrm>
            <a:off x="1353054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284011E-050A-0175-758A-7FFEA7C46087}"/>
              </a:ext>
            </a:extLst>
          </p:cNvPr>
          <p:cNvSpPr/>
          <p:nvPr/>
        </p:nvSpPr>
        <p:spPr>
          <a:xfrm>
            <a:off x="1610845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C42B903-94E5-E494-7F6F-B0271693FE7B}"/>
              </a:ext>
            </a:extLst>
          </p:cNvPr>
          <p:cNvSpPr/>
          <p:nvPr/>
        </p:nvSpPr>
        <p:spPr>
          <a:xfrm>
            <a:off x="186863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77A66291-5CE5-F80D-BA8B-2D2751287F55}"/>
              </a:ext>
            </a:extLst>
          </p:cNvPr>
          <p:cNvSpPr/>
          <p:nvPr/>
        </p:nvSpPr>
        <p:spPr>
          <a:xfrm>
            <a:off x="1842443" y="11495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9" name="Arc 158">
            <a:extLst>
              <a:ext uri="{FF2B5EF4-FFF2-40B4-BE49-F238E27FC236}">
                <a16:creationId xmlns:a16="http://schemas.microsoft.com/office/drawing/2014/main" id="{54865AAD-2B28-44AB-E73A-D718D378312F}"/>
              </a:ext>
            </a:extLst>
          </p:cNvPr>
          <p:cNvSpPr/>
          <p:nvPr/>
        </p:nvSpPr>
        <p:spPr>
          <a:xfrm>
            <a:off x="2000778" y="8780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4E4EB01-5908-E2AB-D26C-91F880D648AE}"/>
              </a:ext>
            </a:extLst>
          </p:cNvPr>
          <p:cNvSpPr txBox="1"/>
          <p:nvPr/>
        </p:nvSpPr>
        <p:spPr>
          <a:xfrm>
            <a:off x="2307009" y="8812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164" name="Arc 163">
            <a:extLst>
              <a:ext uri="{FF2B5EF4-FFF2-40B4-BE49-F238E27FC236}">
                <a16:creationId xmlns:a16="http://schemas.microsoft.com/office/drawing/2014/main" id="{21BC2A4B-3FA5-ACBA-00BA-BD1A63291A51}"/>
              </a:ext>
            </a:extLst>
          </p:cNvPr>
          <p:cNvSpPr/>
          <p:nvPr/>
        </p:nvSpPr>
        <p:spPr>
          <a:xfrm>
            <a:off x="532373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750DD01-D9D6-378B-A7A9-DAE9FEA4BD9C}"/>
              </a:ext>
            </a:extLst>
          </p:cNvPr>
          <p:cNvSpPr txBox="1"/>
          <p:nvPr/>
        </p:nvSpPr>
        <p:spPr>
          <a:xfrm>
            <a:off x="5629964" y="48328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D6C6C38-B925-CDD8-102C-D8DACA1950BE}"/>
              </a:ext>
            </a:extLst>
          </p:cNvPr>
          <p:cNvSpPr/>
          <p:nvPr/>
        </p:nvSpPr>
        <p:spPr>
          <a:xfrm>
            <a:off x="390263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FA4A8B2-CC55-8AAB-71CD-CD28B38B39CB}"/>
              </a:ext>
            </a:extLst>
          </p:cNvPr>
          <p:cNvSpPr/>
          <p:nvPr/>
        </p:nvSpPr>
        <p:spPr>
          <a:xfrm>
            <a:off x="416042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4A791FC-35FA-243D-00D5-625FA479EFBB}"/>
              </a:ext>
            </a:extLst>
          </p:cNvPr>
          <p:cNvSpPr/>
          <p:nvPr/>
        </p:nvSpPr>
        <p:spPr>
          <a:xfrm>
            <a:off x="441821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704868A-3B69-A3A5-304E-A1C109B011B1}"/>
              </a:ext>
            </a:extLst>
          </p:cNvPr>
          <p:cNvSpPr/>
          <p:nvPr/>
        </p:nvSpPr>
        <p:spPr>
          <a:xfrm>
            <a:off x="467600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F0B4625-09E1-8248-C7C7-EED6F29F8FD9}"/>
              </a:ext>
            </a:extLst>
          </p:cNvPr>
          <p:cNvSpPr/>
          <p:nvPr/>
        </p:nvSpPr>
        <p:spPr>
          <a:xfrm>
            <a:off x="493380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CC40475-A01C-84A5-64F4-6B8EB4E1BC8B}"/>
              </a:ext>
            </a:extLst>
          </p:cNvPr>
          <p:cNvSpPr/>
          <p:nvPr/>
        </p:nvSpPr>
        <p:spPr>
          <a:xfrm>
            <a:off x="519159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6B1FBEE-4BE3-34CA-834A-E67E3D64909E}"/>
              </a:ext>
            </a:extLst>
          </p:cNvPr>
          <p:cNvSpPr/>
          <p:nvPr/>
        </p:nvSpPr>
        <p:spPr>
          <a:xfrm>
            <a:off x="516539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FEB3765-40FA-340D-1645-057B78B2D7B9}"/>
              </a:ext>
            </a:extLst>
          </p:cNvPr>
          <p:cNvSpPr/>
          <p:nvPr/>
        </p:nvSpPr>
        <p:spPr>
          <a:xfrm>
            <a:off x="390263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73F9A11-A3D3-B201-2538-36BDF2A36E81}"/>
              </a:ext>
            </a:extLst>
          </p:cNvPr>
          <p:cNvSpPr/>
          <p:nvPr/>
        </p:nvSpPr>
        <p:spPr>
          <a:xfrm>
            <a:off x="416042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106FF1-CD4A-4B47-1B9B-92DF23679BD8}"/>
              </a:ext>
            </a:extLst>
          </p:cNvPr>
          <p:cNvSpPr/>
          <p:nvPr/>
        </p:nvSpPr>
        <p:spPr>
          <a:xfrm>
            <a:off x="441821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E9BB1F0-5B27-859C-DD6D-E0E718A621D6}"/>
              </a:ext>
            </a:extLst>
          </p:cNvPr>
          <p:cNvSpPr/>
          <p:nvPr/>
        </p:nvSpPr>
        <p:spPr>
          <a:xfrm>
            <a:off x="467600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8DF075D-CFD2-B980-8345-669D15DD96A3}"/>
              </a:ext>
            </a:extLst>
          </p:cNvPr>
          <p:cNvSpPr/>
          <p:nvPr/>
        </p:nvSpPr>
        <p:spPr>
          <a:xfrm>
            <a:off x="493380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33FD9F3-D73A-B05E-F0D8-54E88F4DB8CB}"/>
              </a:ext>
            </a:extLst>
          </p:cNvPr>
          <p:cNvSpPr/>
          <p:nvPr/>
        </p:nvSpPr>
        <p:spPr>
          <a:xfrm>
            <a:off x="519159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7CD790F6-868A-2741-4AE5-EDCD66A0B38D}"/>
              </a:ext>
            </a:extLst>
          </p:cNvPr>
          <p:cNvSpPr/>
          <p:nvPr/>
        </p:nvSpPr>
        <p:spPr>
          <a:xfrm>
            <a:off x="516539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D8F23F7-CFA5-1837-8C91-BB7FFEEF1EDB}"/>
              </a:ext>
            </a:extLst>
          </p:cNvPr>
          <p:cNvSpPr/>
          <p:nvPr/>
        </p:nvSpPr>
        <p:spPr>
          <a:xfrm>
            <a:off x="390263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178DEF3-C95C-1246-698F-E97FE2ADA70E}"/>
              </a:ext>
            </a:extLst>
          </p:cNvPr>
          <p:cNvSpPr/>
          <p:nvPr/>
        </p:nvSpPr>
        <p:spPr>
          <a:xfrm>
            <a:off x="416042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3074AF6-FDC2-BDAC-F823-DAF32D390414}"/>
              </a:ext>
            </a:extLst>
          </p:cNvPr>
          <p:cNvSpPr/>
          <p:nvPr/>
        </p:nvSpPr>
        <p:spPr>
          <a:xfrm>
            <a:off x="441821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6067DD6-D51C-39B8-AC02-D2D301BC6335}"/>
              </a:ext>
            </a:extLst>
          </p:cNvPr>
          <p:cNvSpPr/>
          <p:nvPr/>
        </p:nvSpPr>
        <p:spPr>
          <a:xfrm>
            <a:off x="467600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025B582-A83E-1ED9-3760-55447F7D6818}"/>
              </a:ext>
            </a:extLst>
          </p:cNvPr>
          <p:cNvSpPr/>
          <p:nvPr/>
        </p:nvSpPr>
        <p:spPr>
          <a:xfrm>
            <a:off x="493380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E7E34B3-A848-C0E9-E314-C5EE0B311512}"/>
              </a:ext>
            </a:extLst>
          </p:cNvPr>
          <p:cNvSpPr/>
          <p:nvPr/>
        </p:nvSpPr>
        <p:spPr>
          <a:xfrm>
            <a:off x="519159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F4CA1F6B-9914-DC68-9E91-8A15B85BC937}"/>
              </a:ext>
            </a:extLst>
          </p:cNvPr>
          <p:cNvSpPr/>
          <p:nvPr/>
        </p:nvSpPr>
        <p:spPr>
          <a:xfrm>
            <a:off x="516539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4" name="Arc 193">
            <a:extLst>
              <a:ext uri="{FF2B5EF4-FFF2-40B4-BE49-F238E27FC236}">
                <a16:creationId xmlns:a16="http://schemas.microsoft.com/office/drawing/2014/main" id="{4E7AC21E-9A9E-EAC3-FFF3-BC5580D1CC98}"/>
              </a:ext>
            </a:extLst>
          </p:cNvPr>
          <p:cNvSpPr/>
          <p:nvPr/>
        </p:nvSpPr>
        <p:spPr>
          <a:xfrm>
            <a:off x="532373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6B355D1-2CFE-4616-390F-2FE276991512}"/>
              </a:ext>
            </a:extLst>
          </p:cNvPr>
          <p:cNvSpPr txBox="1"/>
          <p:nvPr/>
        </p:nvSpPr>
        <p:spPr>
          <a:xfrm>
            <a:off x="562996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197" name="Arc 196">
            <a:extLst>
              <a:ext uri="{FF2B5EF4-FFF2-40B4-BE49-F238E27FC236}">
                <a16:creationId xmlns:a16="http://schemas.microsoft.com/office/drawing/2014/main" id="{76BD346C-C07B-23F7-3049-735A0FDE44FF}"/>
              </a:ext>
            </a:extLst>
          </p:cNvPr>
          <p:cNvSpPr/>
          <p:nvPr/>
        </p:nvSpPr>
        <p:spPr>
          <a:xfrm>
            <a:off x="804026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C469E24-A9AE-5AE0-07D9-93FC6C4B1611}"/>
              </a:ext>
            </a:extLst>
          </p:cNvPr>
          <p:cNvSpPr txBox="1"/>
          <p:nvPr/>
        </p:nvSpPr>
        <p:spPr>
          <a:xfrm>
            <a:off x="8346494" y="48328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44C5DDD-49B5-909C-DEE9-D8A73F7CA23D}"/>
              </a:ext>
            </a:extLst>
          </p:cNvPr>
          <p:cNvSpPr/>
          <p:nvPr/>
        </p:nvSpPr>
        <p:spPr>
          <a:xfrm>
            <a:off x="687695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055408B-DE2B-BB83-7E9B-BC629F06131B}"/>
              </a:ext>
            </a:extLst>
          </p:cNvPr>
          <p:cNvSpPr/>
          <p:nvPr/>
        </p:nvSpPr>
        <p:spPr>
          <a:xfrm>
            <a:off x="713474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A9D061E-F7F0-C311-7006-886D45EDAB32}"/>
              </a:ext>
            </a:extLst>
          </p:cNvPr>
          <p:cNvSpPr/>
          <p:nvPr/>
        </p:nvSpPr>
        <p:spPr>
          <a:xfrm>
            <a:off x="739253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4667CF6-3B3B-319E-10B1-E9EC7B941474}"/>
              </a:ext>
            </a:extLst>
          </p:cNvPr>
          <p:cNvSpPr/>
          <p:nvPr/>
        </p:nvSpPr>
        <p:spPr>
          <a:xfrm>
            <a:off x="765033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208538B-FDEA-6E9F-839F-A6A600464C86}"/>
              </a:ext>
            </a:extLst>
          </p:cNvPr>
          <p:cNvSpPr/>
          <p:nvPr/>
        </p:nvSpPr>
        <p:spPr>
          <a:xfrm>
            <a:off x="790812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B217BA5-DD77-0687-70A5-A70E3884F13D}"/>
              </a:ext>
            </a:extLst>
          </p:cNvPr>
          <p:cNvSpPr/>
          <p:nvPr/>
        </p:nvSpPr>
        <p:spPr>
          <a:xfrm>
            <a:off x="788192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DE60342-F7D0-05EB-452F-D2B1552F2DAA}"/>
              </a:ext>
            </a:extLst>
          </p:cNvPr>
          <p:cNvSpPr/>
          <p:nvPr/>
        </p:nvSpPr>
        <p:spPr>
          <a:xfrm>
            <a:off x="687695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9822AEA-C03F-0FC7-ABCF-3C4382589F1E}"/>
              </a:ext>
            </a:extLst>
          </p:cNvPr>
          <p:cNvSpPr/>
          <p:nvPr/>
        </p:nvSpPr>
        <p:spPr>
          <a:xfrm>
            <a:off x="713474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8A741CB-1D4D-92D5-89D0-9D04B0B58C3E}"/>
              </a:ext>
            </a:extLst>
          </p:cNvPr>
          <p:cNvSpPr/>
          <p:nvPr/>
        </p:nvSpPr>
        <p:spPr>
          <a:xfrm>
            <a:off x="739253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0F5A450-4CEA-1B56-CE01-34CB1FCBAEDA}"/>
              </a:ext>
            </a:extLst>
          </p:cNvPr>
          <p:cNvSpPr/>
          <p:nvPr/>
        </p:nvSpPr>
        <p:spPr>
          <a:xfrm>
            <a:off x="765033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71F879D-9B7D-F9AB-0C2B-D193FD2C1EFD}"/>
              </a:ext>
            </a:extLst>
          </p:cNvPr>
          <p:cNvSpPr/>
          <p:nvPr/>
        </p:nvSpPr>
        <p:spPr>
          <a:xfrm>
            <a:off x="790812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E1DBBEBC-0B8D-DE12-0815-2BDA357E6F26}"/>
              </a:ext>
            </a:extLst>
          </p:cNvPr>
          <p:cNvSpPr/>
          <p:nvPr/>
        </p:nvSpPr>
        <p:spPr>
          <a:xfrm>
            <a:off x="788192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2BB5CDA-B1D3-06E5-8784-6FCB7F89E151}"/>
              </a:ext>
            </a:extLst>
          </p:cNvPr>
          <p:cNvSpPr/>
          <p:nvPr/>
        </p:nvSpPr>
        <p:spPr>
          <a:xfrm>
            <a:off x="687695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E19329D-FB6A-873F-F266-4931C684AB27}"/>
              </a:ext>
            </a:extLst>
          </p:cNvPr>
          <p:cNvSpPr/>
          <p:nvPr/>
        </p:nvSpPr>
        <p:spPr>
          <a:xfrm>
            <a:off x="713474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163715F-858C-6BC0-CB8C-323AD4BF51EE}"/>
              </a:ext>
            </a:extLst>
          </p:cNvPr>
          <p:cNvSpPr/>
          <p:nvPr/>
        </p:nvSpPr>
        <p:spPr>
          <a:xfrm>
            <a:off x="739253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B6FFA8D-4300-67FA-1806-2D75C15E627F}"/>
              </a:ext>
            </a:extLst>
          </p:cNvPr>
          <p:cNvSpPr/>
          <p:nvPr/>
        </p:nvSpPr>
        <p:spPr>
          <a:xfrm>
            <a:off x="765033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9CF37E7-18ED-1A46-A0A6-4EC014A19285}"/>
              </a:ext>
            </a:extLst>
          </p:cNvPr>
          <p:cNvSpPr/>
          <p:nvPr/>
        </p:nvSpPr>
        <p:spPr>
          <a:xfrm>
            <a:off x="790812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5F0C2A83-6B0E-0871-AC1A-E2ECE9A9EDF6}"/>
              </a:ext>
            </a:extLst>
          </p:cNvPr>
          <p:cNvSpPr/>
          <p:nvPr/>
        </p:nvSpPr>
        <p:spPr>
          <a:xfrm>
            <a:off x="788192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Arc 226">
            <a:extLst>
              <a:ext uri="{FF2B5EF4-FFF2-40B4-BE49-F238E27FC236}">
                <a16:creationId xmlns:a16="http://schemas.microsoft.com/office/drawing/2014/main" id="{D13DA681-8693-96EC-7E8E-C16FC9A79874}"/>
              </a:ext>
            </a:extLst>
          </p:cNvPr>
          <p:cNvSpPr/>
          <p:nvPr/>
        </p:nvSpPr>
        <p:spPr>
          <a:xfrm>
            <a:off x="804026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22C17B4-2F19-C953-3028-1963FDCBF8A7}"/>
              </a:ext>
            </a:extLst>
          </p:cNvPr>
          <p:cNvSpPr txBox="1"/>
          <p:nvPr/>
        </p:nvSpPr>
        <p:spPr>
          <a:xfrm>
            <a:off x="834649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00" name="Arc 299">
            <a:extLst>
              <a:ext uri="{FF2B5EF4-FFF2-40B4-BE49-F238E27FC236}">
                <a16:creationId xmlns:a16="http://schemas.microsoft.com/office/drawing/2014/main" id="{B3612BA9-0E8F-F424-6962-DC6CE5E9B818}"/>
              </a:ext>
            </a:extLst>
          </p:cNvPr>
          <p:cNvSpPr/>
          <p:nvPr/>
        </p:nvSpPr>
        <p:spPr>
          <a:xfrm>
            <a:off x="2115078" y="17593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4F39523-ECE5-8236-3816-1E7B68900EC4}"/>
              </a:ext>
            </a:extLst>
          </p:cNvPr>
          <p:cNvSpPr txBox="1"/>
          <p:nvPr/>
        </p:nvSpPr>
        <p:spPr>
          <a:xfrm>
            <a:off x="2421309" y="17503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9F8581-59E9-9C55-E863-BC26CE04CA4F}"/>
              </a:ext>
            </a:extLst>
          </p:cNvPr>
          <p:cNvSpPr/>
          <p:nvPr/>
        </p:nvSpPr>
        <p:spPr>
          <a:xfrm>
            <a:off x="69397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F43446C-9047-F693-5F2A-4325D48D0E28}"/>
              </a:ext>
            </a:extLst>
          </p:cNvPr>
          <p:cNvSpPr/>
          <p:nvPr/>
        </p:nvSpPr>
        <p:spPr>
          <a:xfrm>
            <a:off x="951770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5691FBF6-32FA-061D-13EF-B215D451F6A8}"/>
              </a:ext>
            </a:extLst>
          </p:cNvPr>
          <p:cNvSpPr/>
          <p:nvPr/>
        </p:nvSpPr>
        <p:spPr>
          <a:xfrm>
            <a:off x="1209562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DB4620C-96F7-F16F-2ACA-D96E5B722D67}"/>
              </a:ext>
            </a:extLst>
          </p:cNvPr>
          <p:cNvSpPr/>
          <p:nvPr/>
        </p:nvSpPr>
        <p:spPr>
          <a:xfrm>
            <a:off x="1467354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0BCEA67-4ADB-EE51-AAD2-A55DB2920314}"/>
              </a:ext>
            </a:extLst>
          </p:cNvPr>
          <p:cNvSpPr/>
          <p:nvPr/>
        </p:nvSpPr>
        <p:spPr>
          <a:xfrm>
            <a:off x="1725145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849386A8-B523-E5D0-858C-40DA5A150469}"/>
              </a:ext>
            </a:extLst>
          </p:cNvPr>
          <p:cNvSpPr/>
          <p:nvPr/>
        </p:nvSpPr>
        <p:spPr>
          <a:xfrm>
            <a:off x="198293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F3E1679A-1594-759C-D609-6964D7C72CF0}"/>
              </a:ext>
            </a:extLst>
          </p:cNvPr>
          <p:cNvSpPr/>
          <p:nvPr/>
        </p:nvSpPr>
        <p:spPr>
          <a:xfrm>
            <a:off x="1956743" y="17403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CC59E5A0-2B1B-1EF4-95DC-DBB23B162158}"/>
              </a:ext>
            </a:extLst>
          </p:cNvPr>
          <p:cNvSpPr/>
          <p:nvPr/>
        </p:nvSpPr>
        <p:spPr>
          <a:xfrm>
            <a:off x="69397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7941B44-7707-4C96-DE30-C678FF03ECC0}"/>
              </a:ext>
            </a:extLst>
          </p:cNvPr>
          <p:cNvSpPr/>
          <p:nvPr/>
        </p:nvSpPr>
        <p:spPr>
          <a:xfrm>
            <a:off x="951770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0DBD7A93-BAB7-8E70-FB9D-6A17373DF86C}"/>
              </a:ext>
            </a:extLst>
          </p:cNvPr>
          <p:cNvSpPr/>
          <p:nvPr/>
        </p:nvSpPr>
        <p:spPr>
          <a:xfrm>
            <a:off x="1209562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A5893013-8346-A921-A89D-CD52475F386F}"/>
              </a:ext>
            </a:extLst>
          </p:cNvPr>
          <p:cNvSpPr/>
          <p:nvPr/>
        </p:nvSpPr>
        <p:spPr>
          <a:xfrm>
            <a:off x="1467354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506E752A-F968-E82E-DCD8-D9114528A5BC}"/>
              </a:ext>
            </a:extLst>
          </p:cNvPr>
          <p:cNvSpPr/>
          <p:nvPr/>
        </p:nvSpPr>
        <p:spPr>
          <a:xfrm>
            <a:off x="1725145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D857831-AEE4-598E-49EF-11C6847D55C9}"/>
              </a:ext>
            </a:extLst>
          </p:cNvPr>
          <p:cNvSpPr/>
          <p:nvPr/>
        </p:nvSpPr>
        <p:spPr>
          <a:xfrm>
            <a:off x="198293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13EA02E5-9DC9-EF1B-56F4-12F14158EB7B}"/>
              </a:ext>
            </a:extLst>
          </p:cNvPr>
          <p:cNvSpPr/>
          <p:nvPr/>
        </p:nvSpPr>
        <p:spPr>
          <a:xfrm>
            <a:off x="1956743" y="20736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8EDCF4E-6614-F9BA-3254-19BA2A145F0F}"/>
              </a:ext>
            </a:extLst>
          </p:cNvPr>
          <p:cNvSpPr/>
          <p:nvPr/>
        </p:nvSpPr>
        <p:spPr>
          <a:xfrm>
            <a:off x="69397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CCA650B-012E-04D3-5D8A-CA249F4C1A60}"/>
              </a:ext>
            </a:extLst>
          </p:cNvPr>
          <p:cNvSpPr/>
          <p:nvPr/>
        </p:nvSpPr>
        <p:spPr>
          <a:xfrm>
            <a:off x="951770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C38648E-FFB5-7E3F-5F61-F09350E4C820}"/>
              </a:ext>
            </a:extLst>
          </p:cNvPr>
          <p:cNvSpPr/>
          <p:nvPr/>
        </p:nvSpPr>
        <p:spPr>
          <a:xfrm>
            <a:off x="1209562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F2323AC-58A6-D97D-1F68-FF8BE4952694}"/>
              </a:ext>
            </a:extLst>
          </p:cNvPr>
          <p:cNvSpPr/>
          <p:nvPr/>
        </p:nvSpPr>
        <p:spPr>
          <a:xfrm>
            <a:off x="1467354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F0DFBF6-6360-BE36-6019-D67BCE098641}"/>
              </a:ext>
            </a:extLst>
          </p:cNvPr>
          <p:cNvSpPr/>
          <p:nvPr/>
        </p:nvSpPr>
        <p:spPr>
          <a:xfrm>
            <a:off x="1725145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4FFC95F-631F-22DD-C7FF-34824EE04793}"/>
              </a:ext>
            </a:extLst>
          </p:cNvPr>
          <p:cNvSpPr/>
          <p:nvPr/>
        </p:nvSpPr>
        <p:spPr>
          <a:xfrm>
            <a:off x="198293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C1A93837-70F0-9EB5-1F0D-5B459C6083E2}"/>
              </a:ext>
            </a:extLst>
          </p:cNvPr>
          <p:cNvSpPr/>
          <p:nvPr/>
        </p:nvSpPr>
        <p:spPr>
          <a:xfrm>
            <a:off x="1956743" y="24070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Arc 329">
            <a:extLst>
              <a:ext uri="{FF2B5EF4-FFF2-40B4-BE49-F238E27FC236}">
                <a16:creationId xmlns:a16="http://schemas.microsoft.com/office/drawing/2014/main" id="{AA645647-518E-7C72-4F41-B7BB3F5C73D2}"/>
              </a:ext>
            </a:extLst>
          </p:cNvPr>
          <p:cNvSpPr/>
          <p:nvPr/>
        </p:nvSpPr>
        <p:spPr>
          <a:xfrm>
            <a:off x="2115078" y="21355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CB0CB8E-468C-FFB9-7DF0-78DA2B034EBB}"/>
              </a:ext>
            </a:extLst>
          </p:cNvPr>
          <p:cNvSpPr txBox="1"/>
          <p:nvPr/>
        </p:nvSpPr>
        <p:spPr>
          <a:xfrm>
            <a:off x="2421309" y="21387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68" name="Arc 267">
            <a:extLst>
              <a:ext uri="{FF2B5EF4-FFF2-40B4-BE49-F238E27FC236}">
                <a16:creationId xmlns:a16="http://schemas.microsoft.com/office/drawing/2014/main" id="{F0C0FA61-16CB-CD26-EF30-0C81F5763E34}"/>
              </a:ext>
            </a:extLst>
          </p:cNvPr>
          <p:cNvSpPr/>
          <p:nvPr/>
        </p:nvSpPr>
        <p:spPr>
          <a:xfrm>
            <a:off x="5621390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D297A24-8DB4-6505-1544-763EBEF1980C}"/>
              </a:ext>
            </a:extLst>
          </p:cNvPr>
          <p:cNvSpPr txBox="1"/>
          <p:nvPr/>
        </p:nvSpPr>
        <p:spPr>
          <a:xfrm>
            <a:off x="5927621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102394BF-2D69-5165-ECD6-A6247918CD58}"/>
              </a:ext>
            </a:extLst>
          </p:cNvPr>
          <p:cNvSpPr/>
          <p:nvPr/>
        </p:nvSpPr>
        <p:spPr>
          <a:xfrm>
            <a:off x="419852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6644842-616B-B8D9-EC2F-CD4F411765CC}"/>
              </a:ext>
            </a:extLst>
          </p:cNvPr>
          <p:cNvSpPr/>
          <p:nvPr/>
        </p:nvSpPr>
        <p:spPr>
          <a:xfrm>
            <a:off x="445631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FEFC56C-726E-82F7-4495-F34B353CE981}"/>
              </a:ext>
            </a:extLst>
          </p:cNvPr>
          <p:cNvSpPr/>
          <p:nvPr/>
        </p:nvSpPr>
        <p:spPr>
          <a:xfrm>
            <a:off x="471410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60DCEABD-28E5-3304-1E3C-337B014BF07F}"/>
              </a:ext>
            </a:extLst>
          </p:cNvPr>
          <p:cNvSpPr/>
          <p:nvPr/>
        </p:nvSpPr>
        <p:spPr>
          <a:xfrm>
            <a:off x="497190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DB66F51-51C8-411C-E01D-221A420590FE}"/>
              </a:ext>
            </a:extLst>
          </p:cNvPr>
          <p:cNvSpPr/>
          <p:nvPr/>
        </p:nvSpPr>
        <p:spPr>
          <a:xfrm>
            <a:off x="522969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781D7F4-FDC1-4747-9BC6-24AA8DE7349C}"/>
              </a:ext>
            </a:extLst>
          </p:cNvPr>
          <p:cNvSpPr/>
          <p:nvPr/>
        </p:nvSpPr>
        <p:spPr>
          <a:xfrm>
            <a:off x="5487484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519E36B1-C068-ACEB-7215-81F3F1E521F6}"/>
              </a:ext>
            </a:extLst>
          </p:cNvPr>
          <p:cNvSpPr/>
          <p:nvPr/>
        </p:nvSpPr>
        <p:spPr>
          <a:xfrm>
            <a:off x="520349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735E63A5-5514-5E30-5ABE-665F2C4B48E1}"/>
              </a:ext>
            </a:extLst>
          </p:cNvPr>
          <p:cNvSpPr/>
          <p:nvPr/>
        </p:nvSpPr>
        <p:spPr>
          <a:xfrm>
            <a:off x="419852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7D27BF9C-525C-602A-B01D-90814EE3A8BF}"/>
              </a:ext>
            </a:extLst>
          </p:cNvPr>
          <p:cNvSpPr/>
          <p:nvPr/>
        </p:nvSpPr>
        <p:spPr>
          <a:xfrm>
            <a:off x="445631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7D02089-3861-7923-835A-1A5663B5ED71}"/>
              </a:ext>
            </a:extLst>
          </p:cNvPr>
          <p:cNvSpPr/>
          <p:nvPr/>
        </p:nvSpPr>
        <p:spPr>
          <a:xfrm>
            <a:off x="471410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32D6D61-10BA-7FFF-1946-40ACC4D4C75D}"/>
              </a:ext>
            </a:extLst>
          </p:cNvPr>
          <p:cNvSpPr/>
          <p:nvPr/>
        </p:nvSpPr>
        <p:spPr>
          <a:xfrm>
            <a:off x="497190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FE111BD6-869B-CD7F-9592-894CCA8CA593}"/>
              </a:ext>
            </a:extLst>
          </p:cNvPr>
          <p:cNvSpPr/>
          <p:nvPr/>
        </p:nvSpPr>
        <p:spPr>
          <a:xfrm>
            <a:off x="522969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1A69C6E-DEA8-3FA5-525E-F1E3DCA1B920}"/>
              </a:ext>
            </a:extLst>
          </p:cNvPr>
          <p:cNvSpPr/>
          <p:nvPr/>
        </p:nvSpPr>
        <p:spPr>
          <a:xfrm>
            <a:off x="5487484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D76D8F4E-8680-59AC-0B14-AF1F93FC3E8D}"/>
              </a:ext>
            </a:extLst>
          </p:cNvPr>
          <p:cNvSpPr/>
          <p:nvPr/>
        </p:nvSpPr>
        <p:spPr>
          <a:xfrm>
            <a:off x="5203498" y="208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A915785-53B5-C115-D94D-F6FC8BEDAFF6}"/>
              </a:ext>
            </a:extLst>
          </p:cNvPr>
          <p:cNvSpPr/>
          <p:nvPr/>
        </p:nvSpPr>
        <p:spPr>
          <a:xfrm>
            <a:off x="419852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66D8B9E-C935-614C-3C7A-46DA619C9A09}"/>
              </a:ext>
            </a:extLst>
          </p:cNvPr>
          <p:cNvSpPr/>
          <p:nvPr/>
        </p:nvSpPr>
        <p:spPr>
          <a:xfrm>
            <a:off x="445631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87FAC670-C79A-9A8E-C3CB-115CD3A6DB6F}"/>
              </a:ext>
            </a:extLst>
          </p:cNvPr>
          <p:cNvSpPr/>
          <p:nvPr/>
        </p:nvSpPr>
        <p:spPr>
          <a:xfrm>
            <a:off x="471410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C6449CA-8CF5-47BC-C08F-9FE18CFBD9A9}"/>
              </a:ext>
            </a:extLst>
          </p:cNvPr>
          <p:cNvSpPr/>
          <p:nvPr/>
        </p:nvSpPr>
        <p:spPr>
          <a:xfrm>
            <a:off x="497190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29A8C8D-4057-777B-FD05-21BF586AF4E8}"/>
              </a:ext>
            </a:extLst>
          </p:cNvPr>
          <p:cNvSpPr/>
          <p:nvPr/>
        </p:nvSpPr>
        <p:spPr>
          <a:xfrm>
            <a:off x="522969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472F386-0E7A-C198-98DC-B8C5247C66F7}"/>
              </a:ext>
            </a:extLst>
          </p:cNvPr>
          <p:cNvSpPr/>
          <p:nvPr/>
        </p:nvSpPr>
        <p:spPr>
          <a:xfrm>
            <a:off x="5487484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B561C8EE-DAD2-3AEA-CCF0-8D5D63BFCA4F}"/>
              </a:ext>
            </a:extLst>
          </p:cNvPr>
          <p:cNvSpPr/>
          <p:nvPr/>
        </p:nvSpPr>
        <p:spPr>
          <a:xfrm>
            <a:off x="5203498" y="241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8" name="Arc 297">
            <a:extLst>
              <a:ext uri="{FF2B5EF4-FFF2-40B4-BE49-F238E27FC236}">
                <a16:creationId xmlns:a16="http://schemas.microsoft.com/office/drawing/2014/main" id="{E30E8E84-05F6-8968-ED1A-9205936A865D}"/>
              </a:ext>
            </a:extLst>
          </p:cNvPr>
          <p:cNvSpPr/>
          <p:nvPr/>
        </p:nvSpPr>
        <p:spPr>
          <a:xfrm>
            <a:off x="5621390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06A72D03-164E-46D6-60C8-0CFE6A6124AB}"/>
              </a:ext>
            </a:extLst>
          </p:cNvPr>
          <p:cNvSpPr txBox="1"/>
          <p:nvPr/>
        </p:nvSpPr>
        <p:spPr>
          <a:xfrm>
            <a:off x="5927621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36" name="Arc 235">
            <a:extLst>
              <a:ext uri="{FF2B5EF4-FFF2-40B4-BE49-F238E27FC236}">
                <a16:creationId xmlns:a16="http://schemas.microsoft.com/office/drawing/2014/main" id="{2CAACDED-F7B5-5237-109E-80EC2D9DDE40}"/>
              </a:ext>
            </a:extLst>
          </p:cNvPr>
          <p:cNvSpPr/>
          <p:nvPr/>
        </p:nvSpPr>
        <p:spPr>
          <a:xfrm>
            <a:off x="8707013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D78A96-A021-FBAB-A910-CBAD491888E7}"/>
              </a:ext>
            </a:extLst>
          </p:cNvPr>
          <p:cNvSpPr txBox="1"/>
          <p:nvPr/>
        </p:nvSpPr>
        <p:spPr>
          <a:xfrm>
            <a:off x="9013244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F615B7B-0D35-40E0-9C14-9B31AD596516}"/>
              </a:ext>
            </a:extLst>
          </p:cNvPr>
          <p:cNvSpPr/>
          <p:nvPr/>
        </p:nvSpPr>
        <p:spPr>
          <a:xfrm>
            <a:off x="728591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3793639-EE98-DB63-9FA9-F35825B00FF9}"/>
              </a:ext>
            </a:extLst>
          </p:cNvPr>
          <p:cNvSpPr/>
          <p:nvPr/>
        </p:nvSpPr>
        <p:spPr>
          <a:xfrm>
            <a:off x="754370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6A18EAE-A597-FF9F-9647-9B4203E42048}"/>
              </a:ext>
            </a:extLst>
          </p:cNvPr>
          <p:cNvSpPr/>
          <p:nvPr/>
        </p:nvSpPr>
        <p:spPr>
          <a:xfrm>
            <a:off x="780149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B4C6E71-44B4-9176-0D7A-7DD07E3F63A6}"/>
              </a:ext>
            </a:extLst>
          </p:cNvPr>
          <p:cNvSpPr/>
          <p:nvPr/>
        </p:nvSpPr>
        <p:spPr>
          <a:xfrm>
            <a:off x="805928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0F12D614-BF87-9E59-8F20-812B56B5E222}"/>
              </a:ext>
            </a:extLst>
          </p:cNvPr>
          <p:cNvSpPr/>
          <p:nvPr/>
        </p:nvSpPr>
        <p:spPr>
          <a:xfrm>
            <a:off x="831708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833984C-E1C7-6E5E-AF2A-C7BD21137E28}"/>
              </a:ext>
            </a:extLst>
          </p:cNvPr>
          <p:cNvSpPr/>
          <p:nvPr/>
        </p:nvSpPr>
        <p:spPr>
          <a:xfrm>
            <a:off x="857487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37D44BC5-498B-265C-39B1-D575E7F833EB}"/>
              </a:ext>
            </a:extLst>
          </p:cNvPr>
          <p:cNvSpPr/>
          <p:nvPr/>
        </p:nvSpPr>
        <p:spPr>
          <a:xfrm>
            <a:off x="854867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DA27EB4-9BDD-B232-B5B4-12593F519886}"/>
              </a:ext>
            </a:extLst>
          </p:cNvPr>
          <p:cNvSpPr/>
          <p:nvPr/>
        </p:nvSpPr>
        <p:spPr>
          <a:xfrm>
            <a:off x="728591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0A0FB626-E171-8AE0-846D-BE365DBD59E7}"/>
              </a:ext>
            </a:extLst>
          </p:cNvPr>
          <p:cNvSpPr/>
          <p:nvPr/>
        </p:nvSpPr>
        <p:spPr>
          <a:xfrm>
            <a:off x="754370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F09C59C-7B08-88A8-CF95-4A3676818E27}"/>
              </a:ext>
            </a:extLst>
          </p:cNvPr>
          <p:cNvSpPr/>
          <p:nvPr/>
        </p:nvSpPr>
        <p:spPr>
          <a:xfrm>
            <a:off x="780149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B84E1FF3-68C6-0343-CE1D-5A5333B0C70F}"/>
              </a:ext>
            </a:extLst>
          </p:cNvPr>
          <p:cNvSpPr/>
          <p:nvPr/>
        </p:nvSpPr>
        <p:spPr>
          <a:xfrm>
            <a:off x="805928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05E5AC7-242D-3BCB-E1A2-70D1E07506D7}"/>
              </a:ext>
            </a:extLst>
          </p:cNvPr>
          <p:cNvSpPr/>
          <p:nvPr/>
        </p:nvSpPr>
        <p:spPr>
          <a:xfrm>
            <a:off x="831708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A0B5BA8-ED0E-8181-9DA3-A16E08A372A0}"/>
              </a:ext>
            </a:extLst>
          </p:cNvPr>
          <p:cNvSpPr/>
          <p:nvPr/>
        </p:nvSpPr>
        <p:spPr>
          <a:xfrm>
            <a:off x="857487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A17F4ADE-63C4-772E-09C2-A85E0A3DD7F3}"/>
              </a:ext>
            </a:extLst>
          </p:cNvPr>
          <p:cNvSpPr/>
          <p:nvPr/>
        </p:nvSpPr>
        <p:spPr>
          <a:xfrm>
            <a:off x="8548678" y="208002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634E3BD-E459-A8CD-64E6-3FDAD06840AF}"/>
              </a:ext>
            </a:extLst>
          </p:cNvPr>
          <p:cNvSpPr/>
          <p:nvPr/>
        </p:nvSpPr>
        <p:spPr>
          <a:xfrm>
            <a:off x="728591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87C2AAD-79AA-5E59-D434-C8EE4A20246F}"/>
              </a:ext>
            </a:extLst>
          </p:cNvPr>
          <p:cNvSpPr/>
          <p:nvPr/>
        </p:nvSpPr>
        <p:spPr>
          <a:xfrm>
            <a:off x="754370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82D3E60-E433-1D7C-1397-BDC3FE3E97A5}"/>
              </a:ext>
            </a:extLst>
          </p:cNvPr>
          <p:cNvSpPr/>
          <p:nvPr/>
        </p:nvSpPr>
        <p:spPr>
          <a:xfrm>
            <a:off x="780149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F1A2A6C-220C-28F8-8826-B29C3FAE1F92}"/>
              </a:ext>
            </a:extLst>
          </p:cNvPr>
          <p:cNvSpPr/>
          <p:nvPr/>
        </p:nvSpPr>
        <p:spPr>
          <a:xfrm>
            <a:off x="805928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EF71E84-F2BE-78E5-8004-C03B2D557551}"/>
              </a:ext>
            </a:extLst>
          </p:cNvPr>
          <p:cNvSpPr/>
          <p:nvPr/>
        </p:nvSpPr>
        <p:spPr>
          <a:xfrm>
            <a:off x="831708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FFE2A65-F444-B79A-9A68-43CFFE177979}"/>
              </a:ext>
            </a:extLst>
          </p:cNvPr>
          <p:cNvSpPr/>
          <p:nvPr/>
        </p:nvSpPr>
        <p:spPr>
          <a:xfrm>
            <a:off x="857487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A9FD9394-3666-BFE3-CB0C-05EE81C27CCD}"/>
              </a:ext>
            </a:extLst>
          </p:cNvPr>
          <p:cNvSpPr/>
          <p:nvPr/>
        </p:nvSpPr>
        <p:spPr>
          <a:xfrm>
            <a:off x="8548678" y="241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66" name="Arc 265">
            <a:extLst>
              <a:ext uri="{FF2B5EF4-FFF2-40B4-BE49-F238E27FC236}">
                <a16:creationId xmlns:a16="http://schemas.microsoft.com/office/drawing/2014/main" id="{98C8248C-629A-096D-A7BD-FEDA1D813A7E}"/>
              </a:ext>
            </a:extLst>
          </p:cNvPr>
          <p:cNvSpPr/>
          <p:nvPr/>
        </p:nvSpPr>
        <p:spPr>
          <a:xfrm>
            <a:off x="8707013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4768BB5E-BCB6-D05D-6BAF-6C3E95D90807}"/>
              </a:ext>
            </a:extLst>
          </p:cNvPr>
          <p:cNvSpPr txBox="1"/>
          <p:nvPr/>
        </p:nvSpPr>
        <p:spPr>
          <a:xfrm>
            <a:off x="9013244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400" name="Arc 399">
            <a:extLst>
              <a:ext uri="{FF2B5EF4-FFF2-40B4-BE49-F238E27FC236}">
                <a16:creationId xmlns:a16="http://schemas.microsoft.com/office/drawing/2014/main" id="{52F62071-19DD-8347-7875-05D7E9CE53BA}"/>
              </a:ext>
            </a:extLst>
          </p:cNvPr>
          <p:cNvSpPr/>
          <p:nvPr/>
        </p:nvSpPr>
        <p:spPr>
          <a:xfrm>
            <a:off x="232383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E4DD983E-9B17-25ED-FF77-A157834F5E8E}"/>
              </a:ext>
            </a:extLst>
          </p:cNvPr>
          <p:cNvSpPr txBox="1"/>
          <p:nvPr/>
        </p:nvSpPr>
        <p:spPr>
          <a:xfrm>
            <a:off x="2630066" y="30300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71FC9C5A-1809-DF41-263E-DC3D17CA28E9}"/>
              </a:ext>
            </a:extLst>
          </p:cNvPr>
          <p:cNvSpPr/>
          <p:nvPr/>
        </p:nvSpPr>
        <p:spPr>
          <a:xfrm>
            <a:off x="385386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04780C4D-88B1-04A6-B597-DC6BD1FB1A3D}"/>
              </a:ext>
            </a:extLst>
          </p:cNvPr>
          <p:cNvSpPr/>
          <p:nvPr/>
        </p:nvSpPr>
        <p:spPr>
          <a:xfrm>
            <a:off x="64317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F236E970-0C20-E800-9AA0-708182EC8B81}"/>
              </a:ext>
            </a:extLst>
          </p:cNvPr>
          <p:cNvSpPr/>
          <p:nvPr/>
        </p:nvSpPr>
        <p:spPr>
          <a:xfrm>
            <a:off x="90097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3BF99079-852F-FE94-E9D3-3493FF2C27CA}"/>
              </a:ext>
            </a:extLst>
          </p:cNvPr>
          <p:cNvSpPr/>
          <p:nvPr/>
        </p:nvSpPr>
        <p:spPr>
          <a:xfrm>
            <a:off x="115876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FEDEF549-B403-3554-F607-B39A74B2C57A}"/>
              </a:ext>
            </a:extLst>
          </p:cNvPr>
          <p:cNvSpPr/>
          <p:nvPr/>
        </p:nvSpPr>
        <p:spPr>
          <a:xfrm>
            <a:off x="141655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E099DBD-4530-B169-81BB-E06E2525AA5A}"/>
              </a:ext>
            </a:extLst>
          </p:cNvPr>
          <p:cNvSpPr/>
          <p:nvPr/>
        </p:nvSpPr>
        <p:spPr>
          <a:xfrm>
            <a:off x="167434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273B55DF-844C-1778-9706-CFCE68166016}"/>
              </a:ext>
            </a:extLst>
          </p:cNvPr>
          <p:cNvSpPr/>
          <p:nvPr/>
        </p:nvSpPr>
        <p:spPr>
          <a:xfrm>
            <a:off x="193213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C19AB50F-1DF5-26CD-E821-CD434CD71874}"/>
              </a:ext>
            </a:extLst>
          </p:cNvPr>
          <p:cNvSpPr/>
          <p:nvPr/>
        </p:nvSpPr>
        <p:spPr>
          <a:xfrm>
            <a:off x="218992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FDE7E0EF-265F-5284-40AA-04E09241A098}"/>
              </a:ext>
            </a:extLst>
          </p:cNvPr>
          <p:cNvSpPr/>
          <p:nvPr/>
        </p:nvSpPr>
        <p:spPr>
          <a:xfrm>
            <a:off x="190594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44667F2-653C-33C8-6F3C-C645C3A29E65}"/>
              </a:ext>
            </a:extLst>
          </p:cNvPr>
          <p:cNvSpPr/>
          <p:nvPr/>
        </p:nvSpPr>
        <p:spPr>
          <a:xfrm>
            <a:off x="385386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5E2E1876-6F21-DBB8-7521-080F8E5B0462}"/>
              </a:ext>
            </a:extLst>
          </p:cNvPr>
          <p:cNvSpPr/>
          <p:nvPr/>
        </p:nvSpPr>
        <p:spPr>
          <a:xfrm>
            <a:off x="64317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8481FD4-66B9-B9E6-D7F3-60D264E3C628}"/>
              </a:ext>
            </a:extLst>
          </p:cNvPr>
          <p:cNvSpPr/>
          <p:nvPr/>
        </p:nvSpPr>
        <p:spPr>
          <a:xfrm>
            <a:off x="90097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AA470E-107A-AD53-9E48-5B6FC60E5F4C}"/>
              </a:ext>
            </a:extLst>
          </p:cNvPr>
          <p:cNvSpPr/>
          <p:nvPr/>
        </p:nvSpPr>
        <p:spPr>
          <a:xfrm>
            <a:off x="115876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B63DC9AA-E875-D137-8884-84ED087F5D5B}"/>
              </a:ext>
            </a:extLst>
          </p:cNvPr>
          <p:cNvSpPr/>
          <p:nvPr/>
        </p:nvSpPr>
        <p:spPr>
          <a:xfrm>
            <a:off x="141655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D85A3B72-759B-B33C-AF55-28E1E7A677E2}"/>
              </a:ext>
            </a:extLst>
          </p:cNvPr>
          <p:cNvSpPr/>
          <p:nvPr/>
        </p:nvSpPr>
        <p:spPr>
          <a:xfrm>
            <a:off x="167434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88703CD3-4BAE-DA33-CD51-ABA78BC0AB04}"/>
              </a:ext>
            </a:extLst>
          </p:cNvPr>
          <p:cNvSpPr/>
          <p:nvPr/>
        </p:nvSpPr>
        <p:spPr>
          <a:xfrm>
            <a:off x="193213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B2CCB14F-1803-9CAC-7BDF-824EC872CF72}"/>
              </a:ext>
            </a:extLst>
          </p:cNvPr>
          <p:cNvSpPr/>
          <p:nvPr/>
        </p:nvSpPr>
        <p:spPr>
          <a:xfrm>
            <a:off x="218992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5F2843DB-2F33-0FCA-2531-9641AB893AC5}"/>
              </a:ext>
            </a:extLst>
          </p:cNvPr>
          <p:cNvSpPr/>
          <p:nvPr/>
        </p:nvSpPr>
        <p:spPr>
          <a:xfrm>
            <a:off x="1905943" y="335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167ECF8-51F3-10F9-D855-8BB2032611FA}"/>
              </a:ext>
            </a:extLst>
          </p:cNvPr>
          <p:cNvSpPr/>
          <p:nvPr/>
        </p:nvSpPr>
        <p:spPr>
          <a:xfrm>
            <a:off x="385386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ED1B80A-5214-8331-E595-3455A2B7BB1B}"/>
              </a:ext>
            </a:extLst>
          </p:cNvPr>
          <p:cNvSpPr/>
          <p:nvPr/>
        </p:nvSpPr>
        <p:spPr>
          <a:xfrm>
            <a:off x="64317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312F066F-2565-2E5A-7756-4B4733CC1E12}"/>
              </a:ext>
            </a:extLst>
          </p:cNvPr>
          <p:cNvSpPr/>
          <p:nvPr/>
        </p:nvSpPr>
        <p:spPr>
          <a:xfrm>
            <a:off x="90097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459A0E0-174A-3739-DC2A-7D4C49274A69}"/>
              </a:ext>
            </a:extLst>
          </p:cNvPr>
          <p:cNvSpPr/>
          <p:nvPr/>
        </p:nvSpPr>
        <p:spPr>
          <a:xfrm>
            <a:off x="115876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EE6F373-91C5-AB68-129B-A75918D675A2}"/>
              </a:ext>
            </a:extLst>
          </p:cNvPr>
          <p:cNvSpPr/>
          <p:nvPr/>
        </p:nvSpPr>
        <p:spPr>
          <a:xfrm>
            <a:off x="141655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11D8ABD7-829A-1282-0A06-F7F6AB6C7C84}"/>
              </a:ext>
            </a:extLst>
          </p:cNvPr>
          <p:cNvSpPr/>
          <p:nvPr/>
        </p:nvSpPr>
        <p:spPr>
          <a:xfrm>
            <a:off x="167434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263E13D-C898-13D3-AAB8-1AE614D6E9FF}"/>
              </a:ext>
            </a:extLst>
          </p:cNvPr>
          <p:cNvSpPr/>
          <p:nvPr/>
        </p:nvSpPr>
        <p:spPr>
          <a:xfrm>
            <a:off x="193213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52786D1-F279-524B-AF0B-31E1493277C7}"/>
              </a:ext>
            </a:extLst>
          </p:cNvPr>
          <p:cNvSpPr/>
          <p:nvPr/>
        </p:nvSpPr>
        <p:spPr>
          <a:xfrm>
            <a:off x="218992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0950DA23-167A-609B-33B9-F54E0B4F28F2}"/>
              </a:ext>
            </a:extLst>
          </p:cNvPr>
          <p:cNvSpPr/>
          <p:nvPr/>
        </p:nvSpPr>
        <p:spPr>
          <a:xfrm>
            <a:off x="1905943" y="368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0" name="Arc 429">
            <a:extLst>
              <a:ext uri="{FF2B5EF4-FFF2-40B4-BE49-F238E27FC236}">
                <a16:creationId xmlns:a16="http://schemas.microsoft.com/office/drawing/2014/main" id="{BDD9B3D3-A497-B11B-98CF-F3AB953B6FAC}"/>
              </a:ext>
            </a:extLst>
          </p:cNvPr>
          <p:cNvSpPr/>
          <p:nvPr/>
        </p:nvSpPr>
        <p:spPr>
          <a:xfrm>
            <a:off x="232383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DF09A9B9-99FC-4383-5538-8FC4C36911B5}"/>
              </a:ext>
            </a:extLst>
          </p:cNvPr>
          <p:cNvSpPr txBox="1"/>
          <p:nvPr/>
        </p:nvSpPr>
        <p:spPr>
          <a:xfrm>
            <a:off x="263006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68" name="Arc 367">
            <a:extLst>
              <a:ext uri="{FF2B5EF4-FFF2-40B4-BE49-F238E27FC236}">
                <a16:creationId xmlns:a16="http://schemas.microsoft.com/office/drawing/2014/main" id="{47AD1536-5B42-A217-2D7C-9417B398EF27}"/>
              </a:ext>
            </a:extLst>
          </p:cNvPr>
          <p:cNvSpPr/>
          <p:nvPr/>
        </p:nvSpPr>
        <p:spPr>
          <a:xfrm>
            <a:off x="536421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FCCBEA-A701-9BEB-7AF3-56346BFE25B0}"/>
              </a:ext>
            </a:extLst>
          </p:cNvPr>
          <p:cNvSpPr txBox="1"/>
          <p:nvPr/>
        </p:nvSpPr>
        <p:spPr>
          <a:xfrm>
            <a:off x="567044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E994595E-D46A-6D29-B708-B8C6BE960557}"/>
              </a:ext>
            </a:extLst>
          </p:cNvPr>
          <p:cNvSpPr/>
          <p:nvPr/>
        </p:nvSpPr>
        <p:spPr>
          <a:xfrm>
            <a:off x="394135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8883CDE-A33E-D4DD-A9ED-2A200DE6DA1C}"/>
              </a:ext>
            </a:extLst>
          </p:cNvPr>
          <p:cNvSpPr/>
          <p:nvPr/>
        </p:nvSpPr>
        <p:spPr>
          <a:xfrm>
            <a:off x="419914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4236E97-C427-13CE-F91D-8754B7D1A0B5}"/>
              </a:ext>
            </a:extLst>
          </p:cNvPr>
          <p:cNvSpPr/>
          <p:nvPr/>
        </p:nvSpPr>
        <p:spPr>
          <a:xfrm>
            <a:off x="445693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C25D357D-02CB-5913-4DB0-F0E89516692A}"/>
              </a:ext>
            </a:extLst>
          </p:cNvPr>
          <p:cNvSpPr/>
          <p:nvPr/>
        </p:nvSpPr>
        <p:spPr>
          <a:xfrm>
            <a:off x="471472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0E7EDE8-88A6-E5FD-81B2-1B964087D4CF}"/>
              </a:ext>
            </a:extLst>
          </p:cNvPr>
          <p:cNvSpPr/>
          <p:nvPr/>
        </p:nvSpPr>
        <p:spPr>
          <a:xfrm>
            <a:off x="497251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119B89B-D737-1516-31F6-D0C711FBC395}"/>
              </a:ext>
            </a:extLst>
          </p:cNvPr>
          <p:cNvSpPr/>
          <p:nvPr/>
        </p:nvSpPr>
        <p:spPr>
          <a:xfrm>
            <a:off x="523030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344DD623-7799-D0BB-F47E-5DA1120A64A5}"/>
              </a:ext>
            </a:extLst>
          </p:cNvPr>
          <p:cNvSpPr/>
          <p:nvPr/>
        </p:nvSpPr>
        <p:spPr>
          <a:xfrm>
            <a:off x="494632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0B05FDE9-86EB-5555-385F-9BB2BC828032}"/>
              </a:ext>
            </a:extLst>
          </p:cNvPr>
          <p:cNvSpPr/>
          <p:nvPr/>
        </p:nvSpPr>
        <p:spPr>
          <a:xfrm>
            <a:off x="394135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5A86724A-E094-9111-1022-226229DFC3EB}"/>
              </a:ext>
            </a:extLst>
          </p:cNvPr>
          <p:cNvSpPr/>
          <p:nvPr/>
        </p:nvSpPr>
        <p:spPr>
          <a:xfrm>
            <a:off x="419914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FCDD3D6C-E305-956D-FF34-7750EE7FA4D2}"/>
              </a:ext>
            </a:extLst>
          </p:cNvPr>
          <p:cNvSpPr/>
          <p:nvPr/>
        </p:nvSpPr>
        <p:spPr>
          <a:xfrm>
            <a:off x="445693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0875645D-ED32-AFAC-6A52-1866CE0C9BE1}"/>
              </a:ext>
            </a:extLst>
          </p:cNvPr>
          <p:cNvSpPr/>
          <p:nvPr/>
        </p:nvSpPr>
        <p:spPr>
          <a:xfrm>
            <a:off x="471472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9C2F3936-0073-92A3-09AE-B4A9D465DD8B}"/>
              </a:ext>
            </a:extLst>
          </p:cNvPr>
          <p:cNvSpPr/>
          <p:nvPr/>
        </p:nvSpPr>
        <p:spPr>
          <a:xfrm>
            <a:off x="497251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3C13F3E9-C6F8-7AFE-E09F-B33615BE03D7}"/>
              </a:ext>
            </a:extLst>
          </p:cNvPr>
          <p:cNvSpPr/>
          <p:nvPr/>
        </p:nvSpPr>
        <p:spPr>
          <a:xfrm>
            <a:off x="523030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043F3FF0-C7EB-AE63-C38F-BA414C1B4135}"/>
              </a:ext>
            </a:extLst>
          </p:cNvPr>
          <p:cNvSpPr/>
          <p:nvPr/>
        </p:nvSpPr>
        <p:spPr>
          <a:xfrm>
            <a:off x="4946323" y="335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19C1AB6-DC84-3173-60F4-A395628BB26B}"/>
              </a:ext>
            </a:extLst>
          </p:cNvPr>
          <p:cNvSpPr/>
          <p:nvPr/>
        </p:nvSpPr>
        <p:spPr>
          <a:xfrm>
            <a:off x="394135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C12B335C-A196-1BAC-B50F-B918510FA44B}"/>
              </a:ext>
            </a:extLst>
          </p:cNvPr>
          <p:cNvSpPr/>
          <p:nvPr/>
        </p:nvSpPr>
        <p:spPr>
          <a:xfrm>
            <a:off x="419914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23679018-986A-285C-3ED4-364E132FCBEB}"/>
              </a:ext>
            </a:extLst>
          </p:cNvPr>
          <p:cNvSpPr/>
          <p:nvPr/>
        </p:nvSpPr>
        <p:spPr>
          <a:xfrm>
            <a:off x="445693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E94A4553-E2A2-4750-0DA7-7956448B3743}"/>
              </a:ext>
            </a:extLst>
          </p:cNvPr>
          <p:cNvSpPr/>
          <p:nvPr/>
        </p:nvSpPr>
        <p:spPr>
          <a:xfrm>
            <a:off x="471472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17D17E41-3A9B-0FE5-B9AE-259B31D83CC2}"/>
              </a:ext>
            </a:extLst>
          </p:cNvPr>
          <p:cNvSpPr/>
          <p:nvPr/>
        </p:nvSpPr>
        <p:spPr>
          <a:xfrm>
            <a:off x="497251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5A2F0A1-87AC-B03B-BC31-25129850AE77}"/>
              </a:ext>
            </a:extLst>
          </p:cNvPr>
          <p:cNvSpPr/>
          <p:nvPr/>
        </p:nvSpPr>
        <p:spPr>
          <a:xfrm>
            <a:off x="523030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785D3377-B65C-7EF2-CDAD-91118A0F5644}"/>
              </a:ext>
            </a:extLst>
          </p:cNvPr>
          <p:cNvSpPr/>
          <p:nvPr/>
        </p:nvSpPr>
        <p:spPr>
          <a:xfrm>
            <a:off x="4946323" y="368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8" name="Arc 397">
            <a:extLst>
              <a:ext uri="{FF2B5EF4-FFF2-40B4-BE49-F238E27FC236}">
                <a16:creationId xmlns:a16="http://schemas.microsoft.com/office/drawing/2014/main" id="{F1424CE0-630B-5321-2840-0C3774C4B37A}"/>
              </a:ext>
            </a:extLst>
          </p:cNvPr>
          <p:cNvSpPr/>
          <p:nvPr/>
        </p:nvSpPr>
        <p:spPr>
          <a:xfrm>
            <a:off x="536421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146D5D0-93BE-27E6-4B8D-4761854096F0}"/>
              </a:ext>
            </a:extLst>
          </p:cNvPr>
          <p:cNvSpPr txBox="1"/>
          <p:nvPr/>
        </p:nvSpPr>
        <p:spPr>
          <a:xfrm>
            <a:off x="5670446" y="341848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336" name="Arc 335">
            <a:extLst>
              <a:ext uri="{FF2B5EF4-FFF2-40B4-BE49-F238E27FC236}">
                <a16:creationId xmlns:a16="http://schemas.microsoft.com/office/drawing/2014/main" id="{A330981F-4254-39AE-55E9-57DA18044184}"/>
              </a:ext>
            </a:extLst>
          </p:cNvPr>
          <p:cNvSpPr/>
          <p:nvPr/>
        </p:nvSpPr>
        <p:spPr>
          <a:xfrm>
            <a:off x="884274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8D43CA58-A63D-7FF8-772B-3F08A3FB8210}"/>
              </a:ext>
            </a:extLst>
          </p:cNvPr>
          <p:cNvSpPr txBox="1"/>
          <p:nvPr/>
        </p:nvSpPr>
        <p:spPr>
          <a:xfrm>
            <a:off x="914897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E38FC55-E11A-6B78-2107-EE1F8CA188CE}"/>
              </a:ext>
            </a:extLst>
          </p:cNvPr>
          <p:cNvSpPr/>
          <p:nvPr/>
        </p:nvSpPr>
        <p:spPr>
          <a:xfrm>
            <a:off x="741988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66A071FD-7FDC-3DD9-E888-FF17F9E2E59A}"/>
              </a:ext>
            </a:extLst>
          </p:cNvPr>
          <p:cNvSpPr/>
          <p:nvPr/>
        </p:nvSpPr>
        <p:spPr>
          <a:xfrm>
            <a:off x="767767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73F5903-F0CA-AD77-9679-E5E0927E97FB}"/>
              </a:ext>
            </a:extLst>
          </p:cNvPr>
          <p:cNvSpPr/>
          <p:nvPr/>
        </p:nvSpPr>
        <p:spPr>
          <a:xfrm>
            <a:off x="793546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226F6C46-E9AD-0B35-21DB-F60F9B75CCE1}"/>
              </a:ext>
            </a:extLst>
          </p:cNvPr>
          <p:cNvSpPr/>
          <p:nvPr/>
        </p:nvSpPr>
        <p:spPr>
          <a:xfrm>
            <a:off x="819325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7176FAFA-AB8D-3ED6-C38C-B7120123354C}"/>
              </a:ext>
            </a:extLst>
          </p:cNvPr>
          <p:cNvSpPr/>
          <p:nvPr/>
        </p:nvSpPr>
        <p:spPr>
          <a:xfrm>
            <a:off x="845104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68A2E6C0-2F04-B024-AE79-FFEAA8D381EC}"/>
              </a:ext>
            </a:extLst>
          </p:cNvPr>
          <p:cNvSpPr/>
          <p:nvPr/>
        </p:nvSpPr>
        <p:spPr>
          <a:xfrm>
            <a:off x="870883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E8AEA425-AD4A-ACFA-6DF3-97E806584DE7}"/>
              </a:ext>
            </a:extLst>
          </p:cNvPr>
          <p:cNvSpPr/>
          <p:nvPr/>
        </p:nvSpPr>
        <p:spPr>
          <a:xfrm>
            <a:off x="842485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26F8AF7-73D1-EF04-513F-9D77B2BBC91F}"/>
              </a:ext>
            </a:extLst>
          </p:cNvPr>
          <p:cNvSpPr/>
          <p:nvPr/>
        </p:nvSpPr>
        <p:spPr>
          <a:xfrm>
            <a:off x="741988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0217013D-AC05-D057-E06A-79553151F1C1}"/>
              </a:ext>
            </a:extLst>
          </p:cNvPr>
          <p:cNvSpPr/>
          <p:nvPr/>
        </p:nvSpPr>
        <p:spPr>
          <a:xfrm>
            <a:off x="767767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58661A7E-D612-2F81-9891-484082434EB5}"/>
              </a:ext>
            </a:extLst>
          </p:cNvPr>
          <p:cNvSpPr/>
          <p:nvPr/>
        </p:nvSpPr>
        <p:spPr>
          <a:xfrm>
            <a:off x="793546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B75472CD-49D9-A51C-013B-53E331BE44B2}"/>
              </a:ext>
            </a:extLst>
          </p:cNvPr>
          <p:cNvSpPr/>
          <p:nvPr/>
        </p:nvSpPr>
        <p:spPr>
          <a:xfrm>
            <a:off x="819325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FBC9127C-508B-1DB8-A822-519500C2D3C1}"/>
              </a:ext>
            </a:extLst>
          </p:cNvPr>
          <p:cNvSpPr/>
          <p:nvPr/>
        </p:nvSpPr>
        <p:spPr>
          <a:xfrm>
            <a:off x="845104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55A822-D6FF-1BD5-2793-AC24E0653904}"/>
              </a:ext>
            </a:extLst>
          </p:cNvPr>
          <p:cNvSpPr/>
          <p:nvPr/>
        </p:nvSpPr>
        <p:spPr>
          <a:xfrm>
            <a:off x="870883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2FC0FC-8F89-56A8-42FB-E40660250985}"/>
              </a:ext>
            </a:extLst>
          </p:cNvPr>
          <p:cNvSpPr/>
          <p:nvPr/>
        </p:nvSpPr>
        <p:spPr>
          <a:xfrm>
            <a:off x="741988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190F1E9C-F5FB-0C37-B1FC-C315004592B2}"/>
              </a:ext>
            </a:extLst>
          </p:cNvPr>
          <p:cNvSpPr/>
          <p:nvPr/>
        </p:nvSpPr>
        <p:spPr>
          <a:xfrm>
            <a:off x="767767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70C65A7-7495-F332-9FE1-F12970E926B0}"/>
              </a:ext>
            </a:extLst>
          </p:cNvPr>
          <p:cNvSpPr/>
          <p:nvPr/>
        </p:nvSpPr>
        <p:spPr>
          <a:xfrm>
            <a:off x="793546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EAF5D92-F179-1E94-7457-137219C01A87}"/>
              </a:ext>
            </a:extLst>
          </p:cNvPr>
          <p:cNvSpPr/>
          <p:nvPr/>
        </p:nvSpPr>
        <p:spPr>
          <a:xfrm>
            <a:off x="819325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E2C618F-4B6F-60BD-EF06-A9C6B6B08DDA}"/>
              </a:ext>
            </a:extLst>
          </p:cNvPr>
          <p:cNvSpPr/>
          <p:nvPr/>
        </p:nvSpPr>
        <p:spPr>
          <a:xfrm>
            <a:off x="845104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74F0EE1C-7D6D-3153-477B-2454BCAD4A93}"/>
              </a:ext>
            </a:extLst>
          </p:cNvPr>
          <p:cNvSpPr/>
          <p:nvPr/>
        </p:nvSpPr>
        <p:spPr>
          <a:xfrm>
            <a:off x="870883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6" name="Arc 365">
            <a:extLst>
              <a:ext uri="{FF2B5EF4-FFF2-40B4-BE49-F238E27FC236}">
                <a16:creationId xmlns:a16="http://schemas.microsoft.com/office/drawing/2014/main" id="{0D825A01-C98E-E675-54AD-48CF188C31B4}"/>
              </a:ext>
            </a:extLst>
          </p:cNvPr>
          <p:cNvSpPr/>
          <p:nvPr/>
        </p:nvSpPr>
        <p:spPr>
          <a:xfrm>
            <a:off x="884274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EA86FF0E-53B3-9522-AFD1-0EA50437B331}"/>
              </a:ext>
            </a:extLst>
          </p:cNvPr>
          <p:cNvSpPr txBox="1"/>
          <p:nvPr/>
        </p:nvSpPr>
        <p:spPr>
          <a:xfrm>
            <a:off x="914897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500" name="Arc 499">
            <a:extLst>
              <a:ext uri="{FF2B5EF4-FFF2-40B4-BE49-F238E27FC236}">
                <a16:creationId xmlns:a16="http://schemas.microsoft.com/office/drawing/2014/main" id="{9636DEEC-BDB6-2F21-11C4-B95E12277EB7}"/>
              </a:ext>
            </a:extLst>
          </p:cNvPr>
          <p:cNvSpPr/>
          <p:nvPr/>
        </p:nvSpPr>
        <p:spPr>
          <a:xfrm>
            <a:off x="220001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486699ED-38CA-6E76-4908-47EAA64C7AC6}"/>
              </a:ext>
            </a:extLst>
          </p:cNvPr>
          <p:cNvSpPr txBox="1"/>
          <p:nvPr/>
        </p:nvSpPr>
        <p:spPr>
          <a:xfrm>
            <a:off x="2506241" y="430341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8EAA0D1-1AA3-339D-005D-420CB90151B7}"/>
              </a:ext>
            </a:extLst>
          </p:cNvPr>
          <p:cNvSpPr/>
          <p:nvPr/>
        </p:nvSpPr>
        <p:spPr>
          <a:xfrm>
            <a:off x="51935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CAEC2A49-E027-E8D3-FD8F-8B1363278893}"/>
              </a:ext>
            </a:extLst>
          </p:cNvPr>
          <p:cNvSpPr/>
          <p:nvPr/>
        </p:nvSpPr>
        <p:spPr>
          <a:xfrm>
            <a:off x="77714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AE1D53F-9268-6743-05A2-0434F1190F15}"/>
              </a:ext>
            </a:extLst>
          </p:cNvPr>
          <p:cNvSpPr/>
          <p:nvPr/>
        </p:nvSpPr>
        <p:spPr>
          <a:xfrm>
            <a:off x="103493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05780D4A-EEED-AB48-22AA-A3EFADE3B1F1}"/>
              </a:ext>
            </a:extLst>
          </p:cNvPr>
          <p:cNvSpPr/>
          <p:nvPr/>
        </p:nvSpPr>
        <p:spPr>
          <a:xfrm>
            <a:off x="129272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55439999-AA91-B60D-1BC0-8DF20AB97D25}"/>
              </a:ext>
            </a:extLst>
          </p:cNvPr>
          <p:cNvSpPr/>
          <p:nvPr/>
        </p:nvSpPr>
        <p:spPr>
          <a:xfrm>
            <a:off x="155052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07F7EA0-9857-2CDD-A1CA-0547E95347ED}"/>
              </a:ext>
            </a:extLst>
          </p:cNvPr>
          <p:cNvSpPr/>
          <p:nvPr/>
        </p:nvSpPr>
        <p:spPr>
          <a:xfrm>
            <a:off x="18083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BE7C73A-0EE2-46C7-4427-6E0589468401}"/>
              </a:ext>
            </a:extLst>
          </p:cNvPr>
          <p:cNvSpPr/>
          <p:nvPr/>
        </p:nvSpPr>
        <p:spPr>
          <a:xfrm>
            <a:off x="206610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44917901-6562-0D1C-7B11-17FE0B47337E}"/>
              </a:ext>
            </a:extLst>
          </p:cNvPr>
          <p:cNvSpPr/>
          <p:nvPr/>
        </p:nvSpPr>
        <p:spPr>
          <a:xfrm>
            <a:off x="1527324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DADD542B-2F52-3763-3215-270D3D6E208F}"/>
              </a:ext>
            </a:extLst>
          </p:cNvPr>
          <p:cNvSpPr/>
          <p:nvPr/>
        </p:nvSpPr>
        <p:spPr>
          <a:xfrm>
            <a:off x="51935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BD96EA6-4BAF-931E-C583-C09E7937F173}"/>
              </a:ext>
            </a:extLst>
          </p:cNvPr>
          <p:cNvSpPr/>
          <p:nvPr/>
        </p:nvSpPr>
        <p:spPr>
          <a:xfrm>
            <a:off x="77714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5C729FE-1CEE-FADD-E9DD-DD531F4AC1E7}"/>
              </a:ext>
            </a:extLst>
          </p:cNvPr>
          <p:cNvSpPr/>
          <p:nvPr/>
        </p:nvSpPr>
        <p:spPr>
          <a:xfrm>
            <a:off x="103493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1936D4FD-61E1-91A0-A3C2-B6BBD14239F2}"/>
              </a:ext>
            </a:extLst>
          </p:cNvPr>
          <p:cNvSpPr/>
          <p:nvPr/>
        </p:nvSpPr>
        <p:spPr>
          <a:xfrm>
            <a:off x="129272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770EAD7F-F271-3C0D-9B8A-15AC861C42C1}"/>
              </a:ext>
            </a:extLst>
          </p:cNvPr>
          <p:cNvSpPr/>
          <p:nvPr/>
        </p:nvSpPr>
        <p:spPr>
          <a:xfrm>
            <a:off x="155052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0DBD682-5A2D-5D30-7FBB-A6A54A3B58AF}"/>
              </a:ext>
            </a:extLst>
          </p:cNvPr>
          <p:cNvSpPr/>
          <p:nvPr/>
        </p:nvSpPr>
        <p:spPr>
          <a:xfrm>
            <a:off x="18083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B6989C43-32B9-10EF-6DC9-4E68EA0A87CA}"/>
              </a:ext>
            </a:extLst>
          </p:cNvPr>
          <p:cNvSpPr/>
          <p:nvPr/>
        </p:nvSpPr>
        <p:spPr>
          <a:xfrm>
            <a:off x="206610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99F5407B-D318-3147-70EB-904278E61223}"/>
              </a:ext>
            </a:extLst>
          </p:cNvPr>
          <p:cNvSpPr/>
          <p:nvPr/>
        </p:nvSpPr>
        <p:spPr>
          <a:xfrm>
            <a:off x="51935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541834C9-7796-5EED-60ED-46BDDCC69BC0}"/>
              </a:ext>
            </a:extLst>
          </p:cNvPr>
          <p:cNvSpPr/>
          <p:nvPr/>
        </p:nvSpPr>
        <p:spPr>
          <a:xfrm>
            <a:off x="77714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CB4BEEAC-EAC8-7131-94D1-A6EC15F4CE4A}"/>
              </a:ext>
            </a:extLst>
          </p:cNvPr>
          <p:cNvSpPr/>
          <p:nvPr/>
        </p:nvSpPr>
        <p:spPr>
          <a:xfrm>
            <a:off x="103493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78C1208-EF05-EA0A-05DA-CD579EB14964}"/>
              </a:ext>
            </a:extLst>
          </p:cNvPr>
          <p:cNvSpPr/>
          <p:nvPr/>
        </p:nvSpPr>
        <p:spPr>
          <a:xfrm>
            <a:off x="129272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2CC0765B-61A0-9A75-5A38-F70CE32BCFC8}"/>
              </a:ext>
            </a:extLst>
          </p:cNvPr>
          <p:cNvSpPr/>
          <p:nvPr/>
        </p:nvSpPr>
        <p:spPr>
          <a:xfrm>
            <a:off x="155052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B268DDF2-C4F4-85B1-4139-DCC8E095EAC9}"/>
              </a:ext>
            </a:extLst>
          </p:cNvPr>
          <p:cNvSpPr/>
          <p:nvPr/>
        </p:nvSpPr>
        <p:spPr>
          <a:xfrm>
            <a:off x="18083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4C3AB24B-5136-581B-B14C-038C3A840A7E}"/>
              </a:ext>
            </a:extLst>
          </p:cNvPr>
          <p:cNvSpPr/>
          <p:nvPr/>
        </p:nvSpPr>
        <p:spPr>
          <a:xfrm>
            <a:off x="206610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0" name="Arc 529">
            <a:extLst>
              <a:ext uri="{FF2B5EF4-FFF2-40B4-BE49-F238E27FC236}">
                <a16:creationId xmlns:a16="http://schemas.microsoft.com/office/drawing/2014/main" id="{A8D001D4-ED52-A148-74E1-121BC7DEBA9F}"/>
              </a:ext>
            </a:extLst>
          </p:cNvPr>
          <p:cNvSpPr/>
          <p:nvPr/>
        </p:nvSpPr>
        <p:spPr>
          <a:xfrm>
            <a:off x="220001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B4A92E4-E10D-D783-0E3C-1E9CD3F5330F}"/>
              </a:ext>
            </a:extLst>
          </p:cNvPr>
          <p:cNvSpPr txBox="1"/>
          <p:nvPr/>
        </p:nvSpPr>
        <p:spPr>
          <a:xfrm>
            <a:off x="2506241" y="46918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68" name="Arc 467">
            <a:extLst>
              <a:ext uri="{FF2B5EF4-FFF2-40B4-BE49-F238E27FC236}">
                <a16:creationId xmlns:a16="http://schemas.microsoft.com/office/drawing/2014/main" id="{06706852-E137-8FBA-8C4C-849B323CCB77}"/>
              </a:ext>
            </a:extLst>
          </p:cNvPr>
          <p:cNvSpPr/>
          <p:nvPr/>
        </p:nvSpPr>
        <p:spPr>
          <a:xfrm>
            <a:off x="5510265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1C653CE8-A8FD-159F-FB14-E4E32A74D4ED}"/>
              </a:ext>
            </a:extLst>
          </p:cNvPr>
          <p:cNvSpPr txBox="1"/>
          <p:nvPr/>
        </p:nvSpPr>
        <p:spPr>
          <a:xfrm>
            <a:off x="5816496" y="43034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873B635E-79CD-CE34-1AB5-BA2D9C624178}"/>
              </a:ext>
            </a:extLst>
          </p:cNvPr>
          <p:cNvSpPr/>
          <p:nvPr/>
        </p:nvSpPr>
        <p:spPr>
          <a:xfrm>
            <a:off x="3571816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48C8A14-6572-06C5-E86A-DD6FE5378754}"/>
              </a:ext>
            </a:extLst>
          </p:cNvPr>
          <p:cNvSpPr/>
          <p:nvPr/>
        </p:nvSpPr>
        <p:spPr>
          <a:xfrm>
            <a:off x="382960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3B982D8F-5782-2E6E-8AF0-1C4BC2D289D7}"/>
              </a:ext>
            </a:extLst>
          </p:cNvPr>
          <p:cNvSpPr/>
          <p:nvPr/>
        </p:nvSpPr>
        <p:spPr>
          <a:xfrm>
            <a:off x="408740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73316E5-6AC7-941F-B14A-0E46A5B9DE74}"/>
              </a:ext>
            </a:extLst>
          </p:cNvPr>
          <p:cNvSpPr/>
          <p:nvPr/>
        </p:nvSpPr>
        <p:spPr>
          <a:xfrm>
            <a:off x="4345192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30DD5AD7-858F-4EE5-CED7-D88C835693CD}"/>
              </a:ext>
            </a:extLst>
          </p:cNvPr>
          <p:cNvSpPr/>
          <p:nvPr/>
        </p:nvSpPr>
        <p:spPr>
          <a:xfrm>
            <a:off x="460298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B1901F78-A6EF-CA98-FB5A-C9BB0F21DC9E}"/>
              </a:ext>
            </a:extLst>
          </p:cNvPr>
          <p:cNvSpPr/>
          <p:nvPr/>
        </p:nvSpPr>
        <p:spPr>
          <a:xfrm>
            <a:off x="486077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24CD3066-E2CD-34FE-CD76-3A1DDFD4FB55}"/>
              </a:ext>
            </a:extLst>
          </p:cNvPr>
          <p:cNvSpPr/>
          <p:nvPr/>
        </p:nvSpPr>
        <p:spPr>
          <a:xfrm>
            <a:off x="511856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339A8BFC-4C97-0C53-D1DB-8F92CD6AC001}"/>
              </a:ext>
            </a:extLst>
          </p:cNvPr>
          <p:cNvSpPr/>
          <p:nvPr/>
        </p:nvSpPr>
        <p:spPr>
          <a:xfrm>
            <a:off x="537635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9B4715DE-8EEC-4504-30CC-9A7220ADC82C}"/>
              </a:ext>
            </a:extLst>
          </p:cNvPr>
          <p:cNvSpPr/>
          <p:nvPr/>
        </p:nvSpPr>
        <p:spPr>
          <a:xfrm>
            <a:off x="483281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FD821A67-51CA-0F2D-865F-242577716037}"/>
              </a:ext>
            </a:extLst>
          </p:cNvPr>
          <p:cNvSpPr/>
          <p:nvPr/>
        </p:nvSpPr>
        <p:spPr>
          <a:xfrm>
            <a:off x="3571816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436CF46E-696E-1CD1-2DB9-5A4D2A281BAF}"/>
              </a:ext>
            </a:extLst>
          </p:cNvPr>
          <p:cNvSpPr/>
          <p:nvPr/>
        </p:nvSpPr>
        <p:spPr>
          <a:xfrm>
            <a:off x="382960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2579D2AF-330E-8EA7-C408-18EABABD71A1}"/>
              </a:ext>
            </a:extLst>
          </p:cNvPr>
          <p:cNvSpPr/>
          <p:nvPr/>
        </p:nvSpPr>
        <p:spPr>
          <a:xfrm>
            <a:off x="408740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9EACC2D5-0ADD-3B74-B689-560F4735A193}"/>
              </a:ext>
            </a:extLst>
          </p:cNvPr>
          <p:cNvSpPr/>
          <p:nvPr/>
        </p:nvSpPr>
        <p:spPr>
          <a:xfrm>
            <a:off x="4345192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FB3EDB54-EF2F-A2C3-AA90-239EAA3C0ED4}"/>
              </a:ext>
            </a:extLst>
          </p:cNvPr>
          <p:cNvSpPr/>
          <p:nvPr/>
        </p:nvSpPr>
        <p:spPr>
          <a:xfrm>
            <a:off x="460298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E280841B-5F15-F853-635D-B192229E59CC}"/>
              </a:ext>
            </a:extLst>
          </p:cNvPr>
          <p:cNvSpPr/>
          <p:nvPr/>
        </p:nvSpPr>
        <p:spPr>
          <a:xfrm>
            <a:off x="486077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6C4DE171-7717-F432-54B2-0692EA8E9989}"/>
              </a:ext>
            </a:extLst>
          </p:cNvPr>
          <p:cNvSpPr/>
          <p:nvPr/>
        </p:nvSpPr>
        <p:spPr>
          <a:xfrm>
            <a:off x="511856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E49024C5-CFCE-F688-9320-82CA608C0582}"/>
              </a:ext>
            </a:extLst>
          </p:cNvPr>
          <p:cNvSpPr/>
          <p:nvPr/>
        </p:nvSpPr>
        <p:spPr>
          <a:xfrm>
            <a:off x="537635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748D13BE-0C37-0B45-8C7A-B9EEDD2827CB}"/>
              </a:ext>
            </a:extLst>
          </p:cNvPr>
          <p:cNvSpPr/>
          <p:nvPr/>
        </p:nvSpPr>
        <p:spPr>
          <a:xfrm>
            <a:off x="3571816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06D3F800-8B6E-75B4-92CF-786F5E947979}"/>
              </a:ext>
            </a:extLst>
          </p:cNvPr>
          <p:cNvSpPr/>
          <p:nvPr/>
        </p:nvSpPr>
        <p:spPr>
          <a:xfrm>
            <a:off x="382960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379D24-A68E-3B8A-0658-571655ADA673}"/>
              </a:ext>
            </a:extLst>
          </p:cNvPr>
          <p:cNvSpPr/>
          <p:nvPr/>
        </p:nvSpPr>
        <p:spPr>
          <a:xfrm>
            <a:off x="408740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71BC5AA-AE03-BED2-DFC0-898612AD122F}"/>
              </a:ext>
            </a:extLst>
          </p:cNvPr>
          <p:cNvSpPr/>
          <p:nvPr/>
        </p:nvSpPr>
        <p:spPr>
          <a:xfrm>
            <a:off x="4345192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48609E1-6201-2878-5BBA-51E6209BC5E1}"/>
              </a:ext>
            </a:extLst>
          </p:cNvPr>
          <p:cNvSpPr/>
          <p:nvPr/>
        </p:nvSpPr>
        <p:spPr>
          <a:xfrm>
            <a:off x="460298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207E931-E27E-9480-574C-61F106C7E21E}"/>
              </a:ext>
            </a:extLst>
          </p:cNvPr>
          <p:cNvSpPr/>
          <p:nvPr/>
        </p:nvSpPr>
        <p:spPr>
          <a:xfrm>
            <a:off x="486077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D7AB3983-6BAE-2E20-47ED-DE442A001038}"/>
              </a:ext>
            </a:extLst>
          </p:cNvPr>
          <p:cNvSpPr/>
          <p:nvPr/>
        </p:nvSpPr>
        <p:spPr>
          <a:xfrm>
            <a:off x="511856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A1DDCF31-AE16-976E-7893-4D5B2F62AD69}"/>
              </a:ext>
            </a:extLst>
          </p:cNvPr>
          <p:cNvSpPr/>
          <p:nvPr/>
        </p:nvSpPr>
        <p:spPr>
          <a:xfrm>
            <a:off x="537635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8" name="Arc 497">
            <a:extLst>
              <a:ext uri="{FF2B5EF4-FFF2-40B4-BE49-F238E27FC236}">
                <a16:creationId xmlns:a16="http://schemas.microsoft.com/office/drawing/2014/main" id="{5313181F-385B-1932-2500-E38E05A59AF0}"/>
              </a:ext>
            </a:extLst>
          </p:cNvPr>
          <p:cNvSpPr/>
          <p:nvPr/>
        </p:nvSpPr>
        <p:spPr>
          <a:xfrm>
            <a:off x="5510265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F3CAA3BE-C0FB-FB8F-2EE6-99ECE29DAE37}"/>
              </a:ext>
            </a:extLst>
          </p:cNvPr>
          <p:cNvSpPr txBox="1"/>
          <p:nvPr/>
        </p:nvSpPr>
        <p:spPr>
          <a:xfrm>
            <a:off x="5816496" y="469185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36" name="Arc 435">
            <a:extLst>
              <a:ext uri="{FF2B5EF4-FFF2-40B4-BE49-F238E27FC236}">
                <a16:creationId xmlns:a16="http://schemas.microsoft.com/office/drawing/2014/main" id="{18C35568-8D0F-13F0-3BA2-D1BDAFFE74A4}"/>
              </a:ext>
            </a:extLst>
          </p:cNvPr>
          <p:cNvSpPr/>
          <p:nvPr/>
        </p:nvSpPr>
        <p:spPr>
          <a:xfrm>
            <a:off x="896657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177C33FC-E980-5679-9F94-F29D8045DD09}"/>
              </a:ext>
            </a:extLst>
          </p:cNvPr>
          <p:cNvSpPr txBox="1"/>
          <p:nvPr/>
        </p:nvSpPr>
        <p:spPr>
          <a:xfrm>
            <a:off x="9272801" y="430341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CD26262-32D4-A72A-DA4B-D42ABA01D9DE}"/>
              </a:ext>
            </a:extLst>
          </p:cNvPr>
          <p:cNvSpPr/>
          <p:nvPr/>
        </p:nvSpPr>
        <p:spPr>
          <a:xfrm>
            <a:off x="7028121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380D9E84-108E-FF3F-980F-15A814F7FAAD}"/>
              </a:ext>
            </a:extLst>
          </p:cNvPr>
          <p:cNvSpPr/>
          <p:nvPr/>
        </p:nvSpPr>
        <p:spPr>
          <a:xfrm>
            <a:off x="72859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C2853180-6F5B-6079-8211-707214522008}"/>
              </a:ext>
            </a:extLst>
          </p:cNvPr>
          <p:cNvSpPr/>
          <p:nvPr/>
        </p:nvSpPr>
        <p:spPr>
          <a:xfrm>
            <a:off x="754370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F73B226-A098-3C2D-D2FF-404BB505AB11}"/>
              </a:ext>
            </a:extLst>
          </p:cNvPr>
          <p:cNvSpPr/>
          <p:nvPr/>
        </p:nvSpPr>
        <p:spPr>
          <a:xfrm>
            <a:off x="780149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BDA32A0-3855-8120-F5E9-3EA0E72823BE}"/>
              </a:ext>
            </a:extLst>
          </p:cNvPr>
          <p:cNvSpPr/>
          <p:nvPr/>
        </p:nvSpPr>
        <p:spPr>
          <a:xfrm>
            <a:off x="805928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83911A1-CA02-6375-CCAA-7B2BE9E3ECA2}"/>
              </a:ext>
            </a:extLst>
          </p:cNvPr>
          <p:cNvSpPr/>
          <p:nvPr/>
        </p:nvSpPr>
        <p:spPr>
          <a:xfrm>
            <a:off x="831708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14A979DF-9D51-2293-F1F8-6B96D9917597}"/>
              </a:ext>
            </a:extLst>
          </p:cNvPr>
          <p:cNvSpPr/>
          <p:nvPr/>
        </p:nvSpPr>
        <p:spPr>
          <a:xfrm>
            <a:off x="857487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5BFBACC0-2D70-0FFC-4C3C-F8763E9EC926}"/>
              </a:ext>
            </a:extLst>
          </p:cNvPr>
          <p:cNvSpPr/>
          <p:nvPr/>
        </p:nvSpPr>
        <p:spPr>
          <a:xfrm>
            <a:off x="883266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096E71E5-0BCE-8F11-D4BE-7E1FF9D6FBE9}"/>
              </a:ext>
            </a:extLst>
          </p:cNvPr>
          <p:cNvSpPr/>
          <p:nvPr/>
        </p:nvSpPr>
        <p:spPr>
          <a:xfrm>
            <a:off x="803194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B81E00C5-778C-6C6D-E2AD-A917DF6AB040}"/>
              </a:ext>
            </a:extLst>
          </p:cNvPr>
          <p:cNvSpPr/>
          <p:nvPr/>
        </p:nvSpPr>
        <p:spPr>
          <a:xfrm>
            <a:off x="7028121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C8A92262-34A9-B676-AAFE-E0B7C96A2E85}"/>
              </a:ext>
            </a:extLst>
          </p:cNvPr>
          <p:cNvSpPr/>
          <p:nvPr/>
        </p:nvSpPr>
        <p:spPr>
          <a:xfrm>
            <a:off x="72859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C8F6C87-D373-1F54-CB1C-409A1D54CD93}"/>
              </a:ext>
            </a:extLst>
          </p:cNvPr>
          <p:cNvSpPr/>
          <p:nvPr/>
        </p:nvSpPr>
        <p:spPr>
          <a:xfrm>
            <a:off x="754370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54CB6B6-A09E-84D0-A2EF-632CAB99AC99}"/>
              </a:ext>
            </a:extLst>
          </p:cNvPr>
          <p:cNvSpPr/>
          <p:nvPr/>
        </p:nvSpPr>
        <p:spPr>
          <a:xfrm>
            <a:off x="780149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8E0BF14F-9741-F374-6D8D-E55232797342}"/>
              </a:ext>
            </a:extLst>
          </p:cNvPr>
          <p:cNvSpPr/>
          <p:nvPr/>
        </p:nvSpPr>
        <p:spPr>
          <a:xfrm>
            <a:off x="805928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E5CD3EF-FF3A-747D-8AED-B1B2065ECDF5}"/>
              </a:ext>
            </a:extLst>
          </p:cNvPr>
          <p:cNvSpPr/>
          <p:nvPr/>
        </p:nvSpPr>
        <p:spPr>
          <a:xfrm>
            <a:off x="831708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D3B80952-507C-710E-2955-9836DFD02B8C}"/>
              </a:ext>
            </a:extLst>
          </p:cNvPr>
          <p:cNvSpPr/>
          <p:nvPr/>
        </p:nvSpPr>
        <p:spPr>
          <a:xfrm>
            <a:off x="857487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776991D-F25F-D0F9-EC5F-ECF4E9CA9B4D}"/>
              </a:ext>
            </a:extLst>
          </p:cNvPr>
          <p:cNvSpPr/>
          <p:nvPr/>
        </p:nvSpPr>
        <p:spPr>
          <a:xfrm>
            <a:off x="883266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34ABD74B-ABF4-7064-70E0-F1D84B279865}"/>
              </a:ext>
            </a:extLst>
          </p:cNvPr>
          <p:cNvSpPr/>
          <p:nvPr/>
        </p:nvSpPr>
        <p:spPr>
          <a:xfrm>
            <a:off x="7028121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F84EC5F9-90EC-C6BE-982E-23FFA010907E}"/>
              </a:ext>
            </a:extLst>
          </p:cNvPr>
          <p:cNvSpPr/>
          <p:nvPr/>
        </p:nvSpPr>
        <p:spPr>
          <a:xfrm>
            <a:off x="72859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DE5B9C8E-14C5-3B72-A73F-FB08115E6CE0}"/>
              </a:ext>
            </a:extLst>
          </p:cNvPr>
          <p:cNvSpPr/>
          <p:nvPr/>
        </p:nvSpPr>
        <p:spPr>
          <a:xfrm>
            <a:off x="754370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50FCC98D-2C02-014A-D07B-6A4420555F63}"/>
              </a:ext>
            </a:extLst>
          </p:cNvPr>
          <p:cNvSpPr/>
          <p:nvPr/>
        </p:nvSpPr>
        <p:spPr>
          <a:xfrm>
            <a:off x="780149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AE93527E-5B7A-23D2-83A1-E7331E23550A}"/>
              </a:ext>
            </a:extLst>
          </p:cNvPr>
          <p:cNvSpPr/>
          <p:nvPr/>
        </p:nvSpPr>
        <p:spPr>
          <a:xfrm>
            <a:off x="805928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7DE867B-357D-1E1E-33AF-CE661649A33B}"/>
              </a:ext>
            </a:extLst>
          </p:cNvPr>
          <p:cNvSpPr/>
          <p:nvPr/>
        </p:nvSpPr>
        <p:spPr>
          <a:xfrm>
            <a:off x="831708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BDB302C-E19A-B90F-906A-0A6476D8F9EF}"/>
              </a:ext>
            </a:extLst>
          </p:cNvPr>
          <p:cNvSpPr/>
          <p:nvPr/>
        </p:nvSpPr>
        <p:spPr>
          <a:xfrm>
            <a:off x="857487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E5E9A676-BB14-8AC7-15C7-8EE008D06E87}"/>
              </a:ext>
            </a:extLst>
          </p:cNvPr>
          <p:cNvSpPr/>
          <p:nvPr/>
        </p:nvSpPr>
        <p:spPr>
          <a:xfrm>
            <a:off x="883266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6" name="Arc 465">
            <a:extLst>
              <a:ext uri="{FF2B5EF4-FFF2-40B4-BE49-F238E27FC236}">
                <a16:creationId xmlns:a16="http://schemas.microsoft.com/office/drawing/2014/main" id="{A1951DBE-3A08-1232-C132-75C00113E776}"/>
              </a:ext>
            </a:extLst>
          </p:cNvPr>
          <p:cNvSpPr/>
          <p:nvPr/>
        </p:nvSpPr>
        <p:spPr>
          <a:xfrm>
            <a:off x="896657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7AAA7B20-27B9-9DC2-75FC-6AA36BF811BA}"/>
              </a:ext>
            </a:extLst>
          </p:cNvPr>
          <p:cNvSpPr txBox="1"/>
          <p:nvPr/>
        </p:nvSpPr>
        <p:spPr>
          <a:xfrm>
            <a:off x="9272801" y="46918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2" name="Arc 531">
            <a:extLst>
              <a:ext uri="{FF2B5EF4-FFF2-40B4-BE49-F238E27FC236}">
                <a16:creationId xmlns:a16="http://schemas.microsoft.com/office/drawing/2014/main" id="{DCB0AA0B-B156-9400-5BDB-1A1318857C0F}"/>
              </a:ext>
            </a:extLst>
          </p:cNvPr>
          <p:cNvSpPr/>
          <p:nvPr/>
        </p:nvSpPr>
        <p:spPr>
          <a:xfrm>
            <a:off x="225716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2629B52B-31D6-8AAD-88A3-A5247B5EE001}"/>
              </a:ext>
            </a:extLst>
          </p:cNvPr>
          <p:cNvSpPr txBox="1"/>
          <p:nvPr/>
        </p:nvSpPr>
        <p:spPr>
          <a:xfrm>
            <a:off x="2563391" y="557678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8054AA2E-A597-23C0-1F96-EEEFEFB0C1FA}"/>
              </a:ext>
            </a:extLst>
          </p:cNvPr>
          <p:cNvSpPr/>
          <p:nvPr/>
        </p:nvSpPr>
        <p:spPr>
          <a:xfrm>
            <a:off x="31871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201F451E-9B1C-56D1-911A-B82A066B83E8}"/>
              </a:ext>
            </a:extLst>
          </p:cNvPr>
          <p:cNvSpPr/>
          <p:nvPr/>
        </p:nvSpPr>
        <p:spPr>
          <a:xfrm>
            <a:off x="57650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24E5488-6A97-E386-1607-6956E3B42526}"/>
              </a:ext>
            </a:extLst>
          </p:cNvPr>
          <p:cNvSpPr/>
          <p:nvPr/>
        </p:nvSpPr>
        <p:spPr>
          <a:xfrm>
            <a:off x="83429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4CA3350A-8729-FE63-E2AA-B38DF4B59633}"/>
              </a:ext>
            </a:extLst>
          </p:cNvPr>
          <p:cNvSpPr/>
          <p:nvPr/>
        </p:nvSpPr>
        <p:spPr>
          <a:xfrm>
            <a:off x="109208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F4DEB7E6-B86D-48B0-EFB2-F2159F52D287}"/>
              </a:ext>
            </a:extLst>
          </p:cNvPr>
          <p:cNvSpPr/>
          <p:nvPr/>
        </p:nvSpPr>
        <p:spPr>
          <a:xfrm>
            <a:off x="134987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FBB29C0A-69D3-7705-42D1-32251A9F4E31}"/>
              </a:ext>
            </a:extLst>
          </p:cNvPr>
          <p:cNvSpPr/>
          <p:nvPr/>
        </p:nvSpPr>
        <p:spPr>
          <a:xfrm>
            <a:off x="160767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2ED3573-E883-BAB5-C2A0-3C23A038ECA7}"/>
              </a:ext>
            </a:extLst>
          </p:cNvPr>
          <p:cNvSpPr/>
          <p:nvPr/>
        </p:nvSpPr>
        <p:spPr>
          <a:xfrm>
            <a:off x="186546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8310CBA4-B615-48C0-E853-A34BDDECC52F}"/>
              </a:ext>
            </a:extLst>
          </p:cNvPr>
          <p:cNvSpPr/>
          <p:nvPr/>
        </p:nvSpPr>
        <p:spPr>
          <a:xfrm>
            <a:off x="212325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AA510C52-39CD-3ED6-5B36-04857689E982}"/>
              </a:ext>
            </a:extLst>
          </p:cNvPr>
          <p:cNvSpPr/>
          <p:nvPr/>
        </p:nvSpPr>
        <p:spPr>
          <a:xfrm>
            <a:off x="132491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022A191F-944C-EEF3-272A-338472821731}"/>
              </a:ext>
            </a:extLst>
          </p:cNvPr>
          <p:cNvSpPr/>
          <p:nvPr/>
        </p:nvSpPr>
        <p:spPr>
          <a:xfrm>
            <a:off x="31871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1AE9B2EB-4C82-D571-C9FF-151BD77FD2FA}"/>
              </a:ext>
            </a:extLst>
          </p:cNvPr>
          <p:cNvSpPr/>
          <p:nvPr/>
        </p:nvSpPr>
        <p:spPr>
          <a:xfrm>
            <a:off x="57650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04CFE37A-F600-6D7F-D5D7-560D46DA3FFD}"/>
              </a:ext>
            </a:extLst>
          </p:cNvPr>
          <p:cNvSpPr/>
          <p:nvPr/>
        </p:nvSpPr>
        <p:spPr>
          <a:xfrm>
            <a:off x="83429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93D82848-D204-9688-4829-159BF98DC899}"/>
              </a:ext>
            </a:extLst>
          </p:cNvPr>
          <p:cNvSpPr/>
          <p:nvPr/>
        </p:nvSpPr>
        <p:spPr>
          <a:xfrm>
            <a:off x="109208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9077FA-3C32-D472-2CD5-58EABE72E9F9}"/>
              </a:ext>
            </a:extLst>
          </p:cNvPr>
          <p:cNvSpPr/>
          <p:nvPr/>
        </p:nvSpPr>
        <p:spPr>
          <a:xfrm>
            <a:off x="134987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CC7B7333-A591-F877-DB46-045EA1AC9A98}"/>
              </a:ext>
            </a:extLst>
          </p:cNvPr>
          <p:cNvSpPr/>
          <p:nvPr/>
        </p:nvSpPr>
        <p:spPr>
          <a:xfrm>
            <a:off x="160767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D92B8D30-4533-069E-DCAB-4B32985F99E6}"/>
              </a:ext>
            </a:extLst>
          </p:cNvPr>
          <p:cNvSpPr/>
          <p:nvPr/>
        </p:nvSpPr>
        <p:spPr>
          <a:xfrm>
            <a:off x="186546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F60E4940-CA1F-A378-D21B-C09D5B11A3C6}"/>
              </a:ext>
            </a:extLst>
          </p:cNvPr>
          <p:cNvSpPr/>
          <p:nvPr/>
        </p:nvSpPr>
        <p:spPr>
          <a:xfrm>
            <a:off x="212325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EC8506D2-0D3C-08D1-2051-36C435923C3B}"/>
              </a:ext>
            </a:extLst>
          </p:cNvPr>
          <p:cNvSpPr/>
          <p:nvPr/>
        </p:nvSpPr>
        <p:spPr>
          <a:xfrm>
            <a:off x="31871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F76E7A9F-660D-81CB-7168-3CEEFBDFF599}"/>
              </a:ext>
            </a:extLst>
          </p:cNvPr>
          <p:cNvSpPr/>
          <p:nvPr/>
        </p:nvSpPr>
        <p:spPr>
          <a:xfrm>
            <a:off x="57650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9BEA0BE9-B80A-BC1B-EB90-061E2DF49BFB}"/>
              </a:ext>
            </a:extLst>
          </p:cNvPr>
          <p:cNvSpPr/>
          <p:nvPr/>
        </p:nvSpPr>
        <p:spPr>
          <a:xfrm>
            <a:off x="83429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8D0FE1CD-6C63-C5FA-2C14-EFC0EBDE765D}"/>
              </a:ext>
            </a:extLst>
          </p:cNvPr>
          <p:cNvSpPr/>
          <p:nvPr/>
        </p:nvSpPr>
        <p:spPr>
          <a:xfrm>
            <a:off x="109208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5D530387-B069-417E-A7B4-C8E57393E240}"/>
              </a:ext>
            </a:extLst>
          </p:cNvPr>
          <p:cNvSpPr/>
          <p:nvPr/>
        </p:nvSpPr>
        <p:spPr>
          <a:xfrm>
            <a:off x="134987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C4B6B4EF-2AA5-D8C6-F0A5-DCC153911B0F}"/>
              </a:ext>
            </a:extLst>
          </p:cNvPr>
          <p:cNvSpPr/>
          <p:nvPr/>
        </p:nvSpPr>
        <p:spPr>
          <a:xfrm>
            <a:off x="160767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5644ACD8-561F-7DA2-48DC-C22D36D585DA}"/>
              </a:ext>
            </a:extLst>
          </p:cNvPr>
          <p:cNvSpPr/>
          <p:nvPr/>
        </p:nvSpPr>
        <p:spPr>
          <a:xfrm>
            <a:off x="186546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FAE901A2-93A7-B5AA-8526-C8DBEF015A62}"/>
              </a:ext>
            </a:extLst>
          </p:cNvPr>
          <p:cNvSpPr/>
          <p:nvPr/>
        </p:nvSpPr>
        <p:spPr>
          <a:xfrm>
            <a:off x="212325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2" name="Arc 561">
            <a:extLst>
              <a:ext uri="{FF2B5EF4-FFF2-40B4-BE49-F238E27FC236}">
                <a16:creationId xmlns:a16="http://schemas.microsoft.com/office/drawing/2014/main" id="{BE6A1BE9-66BC-AEB3-6240-7CE4DBF1828D}"/>
              </a:ext>
            </a:extLst>
          </p:cNvPr>
          <p:cNvSpPr/>
          <p:nvPr/>
        </p:nvSpPr>
        <p:spPr>
          <a:xfrm>
            <a:off x="225716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EC124B2B-4E49-6312-4DCB-BB5BF143AC09}"/>
              </a:ext>
            </a:extLst>
          </p:cNvPr>
          <p:cNvSpPr txBox="1"/>
          <p:nvPr/>
        </p:nvSpPr>
        <p:spPr>
          <a:xfrm>
            <a:off x="2563391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4" name="Arc 563">
            <a:extLst>
              <a:ext uri="{FF2B5EF4-FFF2-40B4-BE49-F238E27FC236}">
                <a16:creationId xmlns:a16="http://schemas.microsoft.com/office/drawing/2014/main" id="{B9822196-0994-719C-C3C7-D864FE60653F}"/>
              </a:ext>
            </a:extLst>
          </p:cNvPr>
          <p:cNvSpPr/>
          <p:nvPr/>
        </p:nvSpPr>
        <p:spPr>
          <a:xfrm>
            <a:off x="567219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282CC0EC-74DA-2A6B-1077-CCDDE6C35C40}"/>
              </a:ext>
            </a:extLst>
          </p:cNvPr>
          <p:cNvSpPr txBox="1"/>
          <p:nvPr/>
        </p:nvSpPr>
        <p:spPr>
          <a:xfrm>
            <a:off x="5978421" y="557678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2B78720C-C4DD-6B44-B6DC-8677C31156A1}"/>
              </a:ext>
            </a:extLst>
          </p:cNvPr>
          <p:cNvSpPr/>
          <p:nvPr/>
        </p:nvSpPr>
        <p:spPr>
          <a:xfrm>
            <a:off x="373374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EF1ED8DA-0CED-A26C-CA03-FE14BC172B41}"/>
              </a:ext>
            </a:extLst>
          </p:cNvPr>
          <p:cNvSpPr/>
          <p:nvPr/>
        </p:nvSpPr>
        <p:spPr>
          <a:xfrm>
            <a:off x="399153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6A7ACD0F-5B66-C9CB-A9CB-8DBEA5F4525F}"/>
              </a:ext>
            </a:extLst>
          </p:cNvPr>
          <p:cNvSpPr/>
          <p:nvPr/>
        </p:nvSpPr>
        <p:spPr>
          <a:xfrm>
            <a:off x="424932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A5351B00-3B2F-7AA0-9B88-6F84F6BC14C2}"/>
              </a:ext>
            </a:extLst>
          </p:cNvPr>
          <p:cNvSpPr/>
          <p:nvPr/>
        </p:nvSpPr>
        <p:spPr>
          <a:xfrm>
            <a:off x="450711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7536721E-2C66-06AA-FBFD-7AAE380D6669}"/>
              </a:ext>
            </a:extLst>
          </p:cNvPr>
          <p:cNvSpPr/>
          <p:nvPr/>
        </p:nvSpPr>
        <p:spPr>
          <a:xfrm>
            <a:off x="476490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00F991F6-A1C1-CA8B-3448-9AAFDEF58C3F}"/>
              </a:ext>
            </a:extLst>
          </p:cNvPr>
          <p:cNvSpPr/>
          <p:nvPr/>
        </p:nvSpPr>
        <p:spPr>
          <a:xfrm>
            <a:off x="502270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76F6D08E-57A0-22EF-FEF8-EBCAB9849A91}"/>
              </a:ext>
            </a:extLst>
          </p:cNvPr>
          <p:cNvSpPr/>
          <p:nvPr/>
        </p:nvSpPr>
        <p:spPr>
          <a:xfrm>
            <a:off x="528049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9F3184B9-D4C8-19AB-C5AB-DAF61EED0B1E}"/>
              </a:ext>
            </a:extLst>
          </p:cNvPr>
          <p:cNvSpPr/>
          <p:nvPr/>
        </p:nvSpPr>
        <p:spPr>
          <a:xfrm>
            <a:off x="553828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4B363B84-8487-D790-C741-5F60DAF0B8B1}"/>
              </a:ext>
            </a:extLst>
          </p:cNvPr>
          <p:cNvSpPr/>
          <p:nvPr/>
        </p:nvSpPr>
        <p:spPr>
          <a:xfrm>
            <a:off x="4479157" y="5560196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D45AA9-6F23-ACE4-5334-CA2775B71F34}"/>
              </a:ext>
            </a:extLst>
          </p:cNvPr>
          <p:cNvSpPr/>
          <p:nvPr/>
        </p:nvSpPr>
        <p:spPr>
          <a:xfrm>
            <a:off x="373374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BB9A9B12-48EC-5A7E-68EE-1F087CF9FDB1}"/>
              </a:ext>
            </a:extLst>
          </p:cNvPr>
          <p:cNvSpPr/>
          <p:nvPr/>
        </p:nvSpPr>
        <p:spPr>
          <a:xfrm>
            <a:off x="399153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C42E1E0-AA47-C53A-FC83-805E00CF3041}"/>
              </a:ext>
            </a:extLst>
          </p:cNvPr>
          <p:cNvSpPr/>
          <p:nvPr/>
        </p:nvSpPr>
        <p:spPr>
          <a:xfrm>
            <a:off x="424932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6FF17F28-29E2-F841-E352-84FDB43BDA7F}"/>
              </a:ext>
            </a:extLst>
          </p:cNvPr>
          <p:cNvSpPr/>
          <p:nvPr/>
        </p:nvSpPr>
        <p:spPr>
          <a:xfrm>
            <a:off x="450711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BDC22222-2179-93F8-13EA-8743DA6DF444}"/>
              </a:ext>
            </a:extLst>
          </p:cNvPr>
          <p:cNvSpPr/>
          <p:nvPr/>
        </p:nvSpPr>
        <p:spPr>
          <a:xfrm>
            <a:off x="476490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04CA597-8E20-24FC-83B6-48E1BD47FB4B}"/>
              </a:ext>
            </a:extLst>
          </p:cNvPr>
          <p:cNvSpPr/>
          <p:nvPr/>
        </p:nvSpPr>
        <p:spPr>
          <a:xfrm>
            <a:off x="502270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E4B5E81A-4F70-C1F9-1531-548B22E2E23C}"/>
              </a:ext>
            </a:extLst>
          </p:cNvPr>
          <p:cNvSpPr/>
          <p:nvPr/>
        </p:nvSpPr>
        <p:spPr>
          <a:xfrm>
            <a:off x="528049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70B6E3CE-3229-201E-40CB-8E4A4D1BD56F}"/>
              </a:ext>
            </a:extLst>
          </p:cNvPr>
          <p:cNvSpPr/>
          <p:nvPr/>
        </p:nvSpPr>
        <p:spPr>
          <a:xfrm>
            <a:off x="553828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258F9F9E-EC5C-BD7C-E791-66103C815E2F}"/>
              </a:ext>
            </a:extLst>
          </p:cNvPr>
          <p:cNvSpPr/>
          <p:nvPr/>
        </p:nvSpPr>
        <p:spPr>
          <a:xfrm>
            <a:off x="373374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792244D0-1203-2739-2F99-2C19722F7DF8}"/>
              </a:ext>
            </a:extLst>
          </p:cNvPr>
          <p:cNvSpPr/>
          <p:nvPr/>
        </p:nvSpPr>
        <p:spPr>
          <a:xfrm>
            <a:off x="399153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16A5D9BF-E5FC-8897-1A62-284BA8033195}"/>
              </a:ext>
            </a:extLst>
          </p:cNvPr>
          <p:cNvSpPr/>
          <p:nvPr/>
        </p:nvSpPr>
        <p:spPr>
          <a:xfrm>
            <a:off x="424932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1FA925CD-5447-3FF8-AF2F-E0EC7EAE6994}"/>
              </a:ext>
            </a:extLst>
          </p:cNvPr>
          <p:cNvSpPr/>
          <p:nvPr/>
        </p:nvSpPr>
        <p:spPr>
          <a:xfrm>
            <a:off x="450711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E111F8A7-7DAB-F7B9-A8A2-0C03F535C5AF}"/>
              </a:ext>
            </a:extLst>
          </p:cNvPr>
          <p:cNvSpPr/>
          <p:nvPr/>
        </p:nvSpPr>
        <p:spPr>
          <a:xfrm>
            <a:off x="476490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B2F8FCEF-5AA1-0CE5-008A-5927DD0B206D}"/>
              </a:ext>
            </a:extLst>
          </p:cNvPr>
          <p:cNvSpPr/>
          <p:nvPr/>
        </p:nvSpPr>
        <p:spPr>
          <a:xfrm>
            <a:off x="502270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E3D2A3E0-AAE2-B414-EDD0-585DED50EF2C}"/>
              </a:ext>
            </a:extLst>
          </p:cNvPr>
          <p:cNvSpPr/>
          <p:nvPr/>
        </p:nvSpPr>
        <p:spPr>
          <a:xfrm>
            <a:off x="528049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99BC6536-71C9-6E86-BECE-76B14916BB2C}"/>
              </a:ext>
            </a:extLst>
          </p:cNvPr>
          <p:cNvSpPr/>
          <p:nvPr/>
        </p:nvSpPr>
        <p:spPr>
          <a:xfrm>
            <a:off x="553828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4" name="Arc 593">
            <a:extLst>
              <a:ext uri="{FF2B5EF4-FFF2-40B4-BE49-F238E27FC236}">
                <a16:creationId xmlns:a16="http://schemas.microsoft.com/office/drawing/2014/main" id="{2E3937DD-6E43-5CAE-CB3E-49F668FA69A3}"/>
              </a:ext>
            </a:extLst>
          </p:cNvPr>
          <p:cNvSpPr/>
          <p:nvPr/>
        </p:nvSpPr>
        <p:spPr>
          <a:xfrm>
            <a:off x="567219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AA2FDBE1-821E-18B0-18A5-1E81BC7999F5}"/>
              </a:ext>
            </a:extLst>
          </p:cNvPr>
          <p:cNvSpPr txBox="1"/>
          <p:nvPr/>
        </p:nvSpPr>
        <p:spPr>
          <a:xfrm>
            <a:off x="5978421" y="596523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96" name="Arc 595">
            <a:extLst>
              <a:ext uri="{FF2B5EF4-FFF2-40B4-BE49-F238E27FC236}">
                <a16:creationId xmlns:a16="http://schemas.microsoft.com/office/drawing/2014/main" id="{92E71B9C-430A-9440-B042-7613D54A7132}"/>
              </a:ext>
            </a:extLst>
          </p:cNvPr>
          <p:cNvSpPr/>
          <p:nvPr/>
        </p:nvSpPr>
        <p:spPr>
          <a:xfrm>
            <a:off x="8880845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CA97D6F8-8DF4-1FFF-B087-EAE20282D19F}"/>
              </a:ext>
            </a:extLst>
          </p:cNvPr>
          <p:cNvSpPr txBox="1"/>
          <p:nvPr/>
        </p:nvSpPr>
        <p:spPr>
          <a:xfrm>
            <a:off x="9187076" y="5576786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×10000</a:t>
            </a: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94D14DB2-0098-1241-4B2F-BE32D6CDD9A1}"/>
              </a:ext>
            </a:extLst>
          </p:cNvPr>
          <p:cNvSpPr/>
          <p:nvPr/>
        </p:nvSpPr>
        <p:spPr>
          <a:xfrm>
            <a:off x="6942396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114DCDA3-07A7-1E58-1494-BE29407BAFDC}"/>
              </a:ext>
            </a:extLst>
          </p:cNvPr>
          <p:cNvSpPr/>
          <p:nvPr/>
        </p:nvSpPr>
        <p:spPr>
          <a:xfrm>
            <a:off x="720018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165E0B95-3CB6-7092-1A9F-2630152CD231}"/>
              </a:ext>
            </a:extLst>
          </p:cNvPr>
          <p:cNvSpPr/>
          <p:nvPr/>
        </p:nvSpPr>
        <p:spPr>
          <a:xfrm>
            <a:off x="745798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10F2A6D-17B2-BC5F-115B-B926E2C7950C}"/>
              </a:ext>
            </a:extLst>
          </p:cNvPr>
          <p:cNvSpPr/>
          <p:nvPr/>
        </p:nvSpPr>
        <p:spPr>
          <a:xfrm>
            <a:off x="7715772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2B5523CE-B003-CAAB-E445-BE75C0262537}"/>
              </a:ext>
            </a:extLst>
          </p:cNvPr>
          <p:cNvSpPr/>
          <p:nvPr/>
        </p:nvSpPr>
        <p:spPr>
          <a:xfrm>
            <a:off x="797356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088AC3A7-CC41-DDB8-F3A1-B68ADE8E8E74}"/>
              </a:ext>
            </a:extLst>
          </p:cNvPr>
          <p:cNvSpPr/>
          <p:nvPr/>
        </p:nvSpPr>
        <p:spPr>
          <a:xfrm>
            <a:off x="823135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004E8F62-74EE-C7E5-329D-BE75FDEAA59F}"/>
              </a:ext>
            </a:extLst>
          </p:cNvPr>
          <p:cNvSpPr/>
          <p:nvPr/>
        </p:nvSpPr>
        <p:spPr>
          <a:xfrm>
            <a:off x="848914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B57C10CA-24AA-3761-2EB6-FD3F458FA220}"/>
              </a:ext>
            </a:extLst>
          </p:cNvPr>
          <p:cNvSpPr/>
          <p:nvPr/>
        </p:nvSpPr>
        <p:spPr>
          <a:xfrm>
            <a:off x="874693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4D3A883B-4AFE-9EA8-2D37-EB4CC4C48837}"/>
              </a:ext>
            </a:extLst>
          </p:cNvPr>
          <p:cNvSpPr/>
          <p:nvPr/>
        </p:nvSpPr>
        <p:spPr>
          <a:xfrm>
            <a:off x="820577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621CF6D-212F-A318-1C12-545B62A5C2B3}"/>
              </a:ext>
            </a:extLst>
          </p:cNvPr>
          <p:cNvSpPr/>
          <p:nvPr/>
        </p:nvSpPr>
        <p:spPr>
          <a:xfrm>
            <a:off x="6942396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34154D7E-8690-BE5D-3AF9-8FFB0D60CFD0}"/>
              </a:ext>
            </a:extLst>
          </p:cNvPr>
          <p:cNvSpPr/>
          <p:nvPr/>
        </p:nvSpPr>
        <p:spPr>
          <a:xfrm>
            <a:off x="720018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23456E40-74DA-20C3-F2C1-C93980EB9CEB}"/>
              </a:ext>
            </a:extLst>
          </p:cNvPr>
          <p:cNvSpPr/>
          <p:nvPr/>
        </p:nvSpPr>
        <p:spPr>
          <a:xfrm>
            <a:off x="745798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269DC048-F32E-7C59-8978-838608CB8502}"/>
              </a:ext>
            </a:extLst>
          </p:cNvPr>
          <p:cNvSpPr/>
          <p:nvPr/>
        </p:nvSpPr>
        <p:spPr>
          <a:xfrm>
            <a:off x="7715772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8DB00E1E-38E4-B275-1C7C-3341DE61480D}"/>
              </a:ext>
            </a:extLst>
          </p:cNvPr>
          <p:cNvSpPr/>
          <p:nvPr/>
        </p:nvSpPr>
        <p:spPr>
          <a:xfrm>
            <a:off x="797356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24490C70-AF91-7E17-AB94-C3DAD7E97605}"/>
              </a:ext>
            </a:extLst>
          </p:cNvPr>
          <p:cNvSpPr/>
          <p:nvPr/>
        </p:nvSpPr>
        <p:spPr>
          <a:xfrm>
            <a:off x="823135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4B13C6DA-C8D6-E14F-ACC4-E6D90C218DBB}"/>
              </a:ext>
            </a:extLst>
          </p:cNvPr>
          <p:cNvSpPr/>
          <p:nvPr/>
        </p:nvSpPr>
        <p:spPr>
          <a:xfrm>
            <a:off x="848914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27B7FB72-244B-6A0E-DCE6-14D4ABD33A58}"/>
              </a:ext>
            </a:extLst>
          </p:cNvPr>
          <p:cNvSpPr/>
          <p:nvPr/>
        </p:nvSpPr>
        <p:spPr>
          <a:xfrm>
            <a:off x="874693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87C375EB-CF32-21D7-87EF-4E7906BE17E5}"/>
              </a:ext>
            </a:extLst>
          </p:cNvPr>
          <p:cNvSpPr/>
          <p:nvPr/>
        </p:nvSpPr>
        <p:spPr>
          <a:xfrm>
            <a:off x="6942396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E334E1B5-3151-9351-F283-A9A1ED65EE77}"/>
              </a:ext>
            </a:extLst>
          </p:cNvPr>
          <p:cNvSpPr/>
          <p:nvPr/>
        </p:nvSpPr>
        <p:spPr>
          <a:xfrm>
            <a:off x="720018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DC598F9-3489-C959-809C-B31288C7FFF2}"/>
              </a:ext>
            </a:extLst>
          </p:cNvPr>
          <p:cNvSpPr/>
          <p:nvPr/>
        </p:nvSpPr>
        <p:spPr>
          <a:xfrm>
            <a:off x="745798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681EC98F-B941-4143-8CC5-B63202FC6864}"/>
              </a:ext>
            </a:extLst>
          </p:cNvPr>
          <p:cNvSpPr/>
          <p:nvPr/>
        </p:nvSpPr>
        <p:spPr>
          <a:xfrm>
            <a:off x="7715772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6CAA7E9E-F825-6B8E-F2FF-506D8263610C}"/>
              </a:ext>
            </a:extLst>
          </p:cNvPr>
          <p:cNvSpPr/>
          <p:nvPr/>
        </p:nvSpPr>
        <p:spPr>
          <a:xfrm>
            <a:off x="797356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881A5E93-40F4-6C50-C14D-7DFDB9BEEE05}"/>
              </a:ext>
            </a:extLst>
          </p:cNvPr>
          <p:cNvSpPr/>
          <p:nvPr/>
        </p:nvSpPr>
        <p:spPr>
          <a:xfrm>
            <a:off x="823135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902BD2E1-EECB-22DB-3803-6323CF746297}"/>
              </a:ext>
            </a:extLst>
          </p:cNvPr>
          <p:cNvSpPr/>
          <p:nvPr/>
        </p:nvSpPr>
        <p:spPr>
          <a:xfrm>
            <a:off x="848914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D35441A4-40CB-EF59-EB55-E6567EA506CD}"/>
              </a:ext>
            </a:extLst>
          </p:cNvPr>
          <p:cNvSpPr/>
          <p:nvPr/>
        </p:nvSpPr>
        <p:spPr>
          <a:xfrm>
            <a:off x="874693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6" name="Arc 625">
            <a:extLst>
              <a:ext uri="{FF2B5EF4-FFF2-40B4-BE49-F238E27FC236}">
                <a16:creationId xmlns:a16="http://schemas.microsoft.com/office/drawing/2014/main" id="{D16088E4-FF58-4FC9-34D6-DFF4C7549235}"/>
              </a:ext>
            </a:extLst>
          </p:cNvPr>
          <p:cNvSpPr/>
          <p:nvPr/>
        </p:nvSpPr>
        <p:spPr>
          <a:xfrm>
            <a:off x="8880845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0657D18F-7FCD-8F9C-9E3B-9A379C2296BD}"/>
              </a:ext>
            </a:extLst>
          </p:cNvPr>
          <p:cNvSpPr txBox="1"/>
          <p:nvPr/>
        </p:nvSpPr>
        <p:spPr>
          <a:xfrm>
            <a:off x="9187076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/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п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4,02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× 1000 = ____________</a:t>
                </a:r>
              </a:p>
            </p:txBody>
          </p:sp>
        </mc:Choice>
        <mc:Fallback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blipFill>
                <a:blip r:embed="rId3"/>
                <a:stretch>
                  <a:fillRect l="-242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/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р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108,7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1000 × 100 = ____________</a:t>
                </a:r>
              </a:p>
            </p:txBody>
          </p:sp>
        </mc:Choice>
        <mc:Fallback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blipFill>
                <a:blip r:embed="rId4"/>
                <a:stretch>
                  <a:fillRect l="-227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1F1B8B01-2347-435B-6958-730EEA052CB7}"/>
              </a:ext>
            </a:extLst>
          </p:cNvPr>
          <p:cNvSpPr/>
          <p:nvPr/>
        </p:nvSpPr>
        <p:spPr>
          <a:xfrm>
            <a:off x="24357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79103-1F01-5DCA-CF9D-A0F1FB395183}"/>
              </a:ext>
            </a:extLst>
          </p:cNvPr>
          <p:cNvSpPr txBox="1"/>
          <p:nvPr/>
        </p:nvSpPr>
        <p:spPr>
          <a:xfrm>
            <a:off x="29832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A9758551-DF10-967C-F3EC-556049B03F79}"/>
              </a:ext>
            </a:extLst>
          </p:cNvPr>
          <p:cNvSpPr/>
          <p:nvPr/>
        </p:nvSpPr>
        <p:spPr>
          <a:xfrm>
            <a:off x="84555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95A07-01BB-B1EA-2DE9-816595E2D53A}"/>
              </a:ext>
            </a:extLst>
          </p:cNvPr>
          <p:cNvSpPr txBox="1"/>
          <p:nvPr/>
        </p:nvSpPr>
        <p:spPr>
          <a:xfrm>
            <a:off x="90030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F767863B-1232-EEF2-3833-9C5962353C77}"/>
              </a:ext>
            </a:extLst>
          </p:cNvPr>
          <p:cNvSpPr/>
          <p:nvPr/>
        </p:nvSpPr>
        <p:spPr>
          <a:xfrm>
            <a:off x="2581803" y="17496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CBE1B-F5CA-78D3-90FC-15646DAF483B}"/>
              </a:ext>
            </a:extLst>
          </p:cNvPr>
          <p:cNvSpPr txBox="1"/>
          <p:nvPr/>
        </p:nvSpPr>
        <p:spPr>
          <a:xfrm>
            <a:off x="3129334" y="19247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32AC50-349D-6BA7-DFD6-336C9F1E9AE6}"/>
              </a:ext>
            </a:extLst>
          </p:cNvPr>
          <p:cNvSpPr txBox="1"/>
          <p:nvPr/>
        </p:nvSpPr>
        <p:spPr>
          <a:xfrm>
            <a:off x="266145" y="3599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590D65-F8B9-EC8E-D6FE-703BF5037A66}"/>
              </a:ext>
            </a:extLst>
          </p:cNvPr>
          <p:cNvSpPr txBox="1"/>
          <p:nvPr/>
        </p:nvSpPr>
        <p:spPr>
          <a:xfrm>
            <a:off x="3585894" y="35037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542A12-6F2B-5C5E-D457-E01700BF648E}"/>
              </a:ext>
            </a:extLst>
          </p:cNvPr>
          <p:cNvSpPr txBox="1"/>
          <p:nvPr/>
        </p:nvSpPr>
        <p:spPr>
          <a:xfrm>
            <a:off x="6587654" y="35037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B461B0-76C1-B275-8F9C-B34269548A3A}"/>
              </a:ext>
            </a:extLst>
          </p:cNvPr>
          <p:cNvSpPr txBox="1"/>
          <p:nvPr/>
        </p:nvSpPr>
        <p:spPr>
          <a:xfrm>
            <a:off x="390865" y="161740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8CFB27-4191-8167-2425-83FADB9187D1}"/>
              </a:ext>
            </a:extLst>
          </p:cNvPr>
          <p:cNvSpPr txBox="1"/>
          <p:nvPr/>
        </p:nvSpPr>
        <p:spPr>
          <a:xfrm>
            <a:off x="3902011" y="1623752"/>
            <a:ext cx="322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6571E9-63CF-99BF-39EF-8F67B7A8699B}"/>
              </a:ext>
            </a:extLst>
          </p:cNvPr>
          <p:cNvSpPr txBox="1"/>
          <p:nvPr/>
        </p:nvSpPr>
        <p:spPr>
          <a:xfrm>
            <a:off x="6971579" y="1623752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B70A9C-C674-5D58-D15D-08B1224F7249}"/>
              </a:ext>
            </a:extLst>
          </p:cNvPr>
          <p:cNvSpPr txBox="1"/>
          <p:nvPr/>
        </p:nvSpPr>
        <p:spPr>
          <a:xfrm>
            <a:off x="95479" y="2897127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CF519B-B850-EE65-FA44-F9E84C8CAD5B}"/>
              </a:ext>
            </a:extLst>
          </p:cNvPr>
          <p:cNvSpPr txBox="1"/>
          <p:nvPr/>
        </p:nvSpPr>
        <p:spPr>
          <a:xfrm>
            <a:off x="3632813" y="2897127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8281BF-E76E-EB67-1DB5-C07446EAC703}"/>
              </a:ext>
            </a:extLst>
          </p:cNvPr>
          <p:cNvSpPr txBox="1"/>
          <p:nvPr/>
        </p:nvSpPr>
        <p:spPr>
          <a:xfrm>
            <a:off x="7135388" y="2897127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903F2B-2FAF-2F72-A0D6-294BFD425266}"/>
              </a:ext>
            </a:extLst>
          </p:cNvPr>
          <p:cNvSpPr txBox="1"/>
          <p:nvPr/>
        </p:nvSpPr>
        <p:spPr>
          <a:xfrm>
            <a:off x="201010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DAEED8-0411-17DF-AC84-FADC6E604C04}"/>
              </a:ext>
            </a:extLst>
          </p:cNvPr>
          <p:cNvSpPr txBox="1"/>
          <p:nvPr/>
        </p:nvSpPr>
        <p:spPr>
          <a:xfrm>
            <a:off x="3277901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C68E2E-52F6-71E6-68E7-812564AF613C}"/>
              </a:ext>
            </a:extLst>
          </p:cNvPr>
          <p:cNvSpPr txBox="1"/>
          <p:nvPr/>
        </p:nvSpPr>
        <p:spPr>
          <a:xfrm>
            <a:off x="6739015" y="41705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45FB26-5A6F-7741-93C5-CE3B3DB8E422}"/>
              </a:ext>
            </a:extLst>
          </p:cNvPr>
          <p:cNvSpPr txBox="1"/>
          <p:nvPr/>
        </p:nvSpPr>
        <p:spPr>
          <a:xfrm>
            <a:off x="27201" y="544387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CBE958-6047-FC32-D4B2-EA578052C3F8}"/>
              </a:ext>
            </a:extLst>
          </p:cNvPr>
          <p:cNvSpPr txBox="1"/>
          <p:nvPr/>
        </p:nvSpPr>
        <p:spPr>
          <a:xfrm>
            <a:off x="3427804" y="544387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DE6F19-E6E8-0440-D564-23B8A5684DB4}"/>
              </a:ext>
            </a:extLst>
          </p:cNvPr>
          <p:cNvSpPr txBox="1"/>
          <p:nvPr/>
        </p:nvSpPr>
        <p:spPr>
          <a:xfrm>
            <a:off x="6649283" y="5443878"/>
            <a:ext cx="316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332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57D2F33-A6C2-B491-4A96-349BDD155D66}"/>
              </a:ext>
            </a:extLst>
          </p:cNvPr>
          <p:cNvSpPr txBox="1"/>
          <p:nvPr/>
        </p:nvSpPr>
        <p:spPr>
          <a:xfrm>
            <a:off x="2510699" y="0"/>
            <a:ext cx="4895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Ондуктарга, жүздүктөргө жана миңдерге көбөйтүү жана бөлүү</a:t>
            </a:r>
            <a:endParaRPr lang="en-GB" sz="12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/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о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2,7 × 100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= ____________</a:t>
                </a:r>
              </a:p>
            </p:txBody>
          </p:sp>
        </mc:Choice>
        <mc:Fallback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blipFill>
                <a:blip r:embed="rId2"/>
                <a:stretch>
                  <a:fillRect l="-256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6B5166A8-95B3-A037-77C3-47F2EC4382BC}"/>
              </a:ext>
            </a:extLst>
          </p:cNvPr>
          <p:cNvSpPr/>
          <p:nvPr/>
        </p:nvSpPr>
        <p:spPr>
          <a:xfrm>
            <a:off x="2000778" y="5018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521B9-B08B-E49D-4422-661AFAA3B688}"/>
              </a:ext>
            </a:extLst>
          </p:cNvPr>
          <p:cNvSpPr txBox="1"/>
          <p:nvPr/>
        </p:nvSpPr>
        <p:spPr>
          <a:xfrm>
            <a:off x="2307009" y="4928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D75A0-5EEA-48CF-F912-C58F8ADDA03F}"/>
              </a:ext>
            </a:extLst>
          </p:cNvPr>
          <p:cNvSpPr/>
          <p:nvPr/>
        </p:nvSpPr>
        <p:spPr>
          <a:xfrm>
            <a:off x="57967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6C96F-C003-08A5-9872-AECA64A4C6AB}"/>
              </a:ext>
            </a:extLst>
          </p:cNvPr>
          <p:cNvSpPr/>
          <p:nvPr/>
        </p:nvSpPr>
        <p:spPr>
          <a:xfrm>
            <a:off x="837470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E7111-2E02-9C48-EC88-053BDF9B153E}"/>
              </a:ext>
            </a:extLst>
          </p:cNvPr>
          <p:cNvSpPr/>
          <p:nvPr/>
        </p:nvSpPr>
        <p:spPr>
          <a:xfrm>
            <a:off x="1095262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35EA4-A8FC-528A-1733-D1A78C7C83B3}"/>
              </a:ext>
            </a:extLst>
          </p:cNvPr>
          <p:cNvSpPr/>
          <p:nvPr/>
        </p:nvSpPr>
        <p:spPr>
          <a:xfrm>
            <a:off x="1353054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AA56D-FD22-82C5-CC72-6AA9259066A2}"/>
              </a:ext>
            </a:extLst>
          </p:cNvPr>
          <p:cNvSpPr/>
          <p:nvPr/>
        </p:nvSpPr>
        <p:spPr>
          <a:xfrm>
            <a:off x="1610845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DB305-CE8F-FF14-B581-61F7D04509C5}"/>
              </a:ext>
            </a:extLst>
          </p:cNvPr>
          <p:cNvSpPr/>
          <p:nvPr/>
        </p:nvSpPr>
        <p:spPr>
          <a:xfrm>
            <a:off x="186863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E4F449-91FC-29B9-CF11-E512D4A64282}"/>
              </a:ext>
            </a:extLst>
          </p:cNvPr>
          <p:cNvSpPr/>
          <p:nvPr/>
        </p:nvSpPr>
        <p:spPr>
          <a:xfrm>
            <a:off x="1842443" y="4828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96452C5-D18C-249C-135D-85E1E353E8B0}"/>
              </a:ext>
            </a:extLst>
          </p:cNvPr>
          <p:cNvSpPr/>
          <p:nvPr/>
        </p:nvSpPr>
        <p:spPr>
          <a:xfrm>
            <a:off x="57967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5C9EEA-D037-7B8D-552F-C89DB6B8DEAC}"/>
              </a:ext>
            </a:extLst>
          </p:cNvPr>
          <p:cNvSpPr/>
          <p:nvPr/>
        </p:nvSpPr>
        <p:spPr>
          <a:xfrm>
            <a:off x="837470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92D11C0-6C2C-D78E-C72A-623E83A003B1}"/>
              </a:ext>
            </a:extLst>
          </p:cNvPr>
          <p:cNvSpPr/>
          <p:nvPr/>
        </p:nvSpPr>
        <p:spPr>
          <a:xfrm>
            <a:off x="1095262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5C581C-8026-5E4F-0B95-3AB3379D1686}"/>
              </a:ext>
            </a:extLst>
          </p:cNvPr>
          <p:cNvSpPr/>
          <p:nvPr/>
        </p:nvSpPr>
        <p:spPr>
          <a:xfrm>
            <a:off x="1353054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C4E48C3-16A2-5993-8ABA-01131D48B284}"/>
              </a:ext>
            </a:extLst>
          </p:cNvPr>
          <p:cNvSpPr/>
          <p:nvPr/>
        </p:nvSpPr>
        <p:spPr>
          <a:xfrm>
            <a:off x="1610845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761476E-117C-68D1-2A84-C03A727AB79D}"/>
              </a:ext>
            </a:extLst>
          </p:cNvPr>
          <p:cNvSpPr/>
          <p:nvPr/>
        </p:nvSpPr>
        <p:spPr>
          <a:xfrm>
            <a:off x="186863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BEEAA38-D226-6CF8-4F2D-EE4D3CC3DFD9}"/>
              </a:ext>
            </a:extLst>
          </p:cNvPr>
          <p:cNvSpPr/>
          <p:nvPr/>
        </p:nvSpPr>
        <p:spPr>
          <a:xfrm>
            <a:off x="1842443" y="8161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F0AEF2-3E01-627F-0AA1-CD3CB812068D}"/>
              </a:ext>
            </a:extLst>
          </p:cNvPr>
          <p:cNvSpPr/>
          <p:nvPr/>
        </p:nvSpPr>
        <p:spPr>
          <a:xfrm>
            <a:off x="57967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664C925-F9C2-1F9D-128A-C9D989D19FC8}"/>
              </a:ext>
            </a:extLst>
          </p:cNvPr>
          <p:cNvSpPr/>
          <p:nvPr/>
        </p:nvSpPr>
        <p:spPr>
          <a:xfrm>
            <a:off x="837470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C9359A-7BC7-3214-EBB2-447F0EC6AB64}"/>
              </a:ext>
            </a:extLst>
          </p:cNvPr>
          <p:cNvSpPr/>
          <p:nvPr/>
        </p:nvSpPr>
        <p:spPr>
          <a:xfrm>
            <a:off x="1095262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9197E93-21DB-56CA-626F-CB9EC60D3366}"/>
              </a:ext>
            </a:extLst>
          </p:cNvPr>
          <p:cNvSpPr/>
          <p:nvPr/>
        </p:nvSpPr>
        <p:spPr>
          <a:xfrm>
            <a:off x="1353054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284011E-050A-0175-758A-7FFEA7C46087}"/>
              </a:ext>
            </a:extLst>
          </p:cNvPr>
          <p:cNvSpPr/>
          <p:nvPr/>
        </p:nvSpPr>
        <p:spPr>
          <a:xfrm>
            <a:off x="1610845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C42B903-94E5-E494-7F6F-B0271693FE7B}"/>
              </a:ext>
            </a:extLst>
          </p:cNvPr>
          <p:cNvSpPr/>
          <p:nvPr/>
        </p:nvSpPr>
        <p:spPr>
          <a:xfrm>
            <a:off x="186863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77A66291-5CE5-F80D-BA8B-2D2751287F55}"/>
              </a:ext>
            </a:extLst>
          </p:cNvPr>
          <p:cNvSpPr/>
          <p:nvPr/>
        </p:nvSpPr>
        <p:spPr>
          <a:xfrm>
            <a:off x="1842443" y="11495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9" name="Arc 158">
            <a:extLst>
              <a:ext uri="{FF2B5EF4-FFF2-40B4-BE49-F238E27FC236}">
                <a16:creationId xmlns:a16="http://schemas.microsoft.com/office/drawing/2014/main" id="{54865AAD-2B28-44AB-E73A-D718D378312F}"/>
              </a:ext>
            </a:extLst>
          </p:cNvPr>
          <p:cNvSpPr/>
          <p:nvPr/>
        </p:nvSpPr>
        <p:spPr>
          <a:xfrm>
            <a:off x="2000778" y="8780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4E4EB01-5908-E2AB-D26C-91F880D648AE}"/>
              </a:ext>
            </a:extLst>
          </p:cNvPr>
          <p:cNvSpPr txBox="1"/>
          <p:nvPr/>
        </p:nvSpPr>
        <p:spPr>
          <a:xfrm>
            <a:off x="2307009" y="8812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164" name="Arc 163">
            <a:extLst>
              <a:ext uri="{FF2B5EF4-FFF2-40B4-BE49-F238E27FC236}">
                <a16:creationId xmlns:a16="http://schemas.microsoft.com/office/drawing/2014/main" id="{21BC2A4B-3FA5-ACBA-00BA-BD1A63291A51}"/>
              </a:ext>
            </a:extLst>
          </p:cNvPr>
          <p:cNvSpPr/>
          <p:nvPr/>
        </p:nvSpPr>
        <p:spPr>
          <a:xfrm>
            <a:off x="532373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750DD01-D9D6-378B-A7A9-DAE9FEA4BD9C}"/>
              </a:ext>
            </a:extLst>
          </p:cNvPr>
          <p:cNvSpPr txBox="1"/>
          <p:nvPr/>
        </p:nvSpPr>
        <p:spPr>
          <a:xfrm>
            <a:off x="5629964" y="48328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D6C6C38-B925-CDD8-102C-D8DACA1950BE}"/>
              </a:ext>
            </a:extLst>
          </p:cNvPr>
          <p:cNvSpPr/>
          <p:nvPr/>
        </p:nvSpPr>
        <p:spPr>
          <a:xfrm>
            <a:off x="390263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FA4A8B2-CC55-8AAB-71CD-CD28B38B39CB}"/>
              </a:ext>
            </a:extLst>
          </p:cNvPr>
          <p:cNvSpPr/>
          <p:nvPr/>
        </p:nvSpPr>
        <p:spPr>
          <a:xfrm>
            <a:off x="416042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4A791FC-35FA-243D-00D5-625FA479EFBB}"/>
              </a:ext>
            </a:extLst>
          </p:cNvPr>
          <p:cNvSpPr/>
          <p:nvPr/>
        </p:nvSpPr>
        <p:spPr>
          <a:xfrm>
            <a:off x="441821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704868A-3B69-A3A5-304E-A1C109B011B1}"/>
              </a:ext>
            </a:extLst>
          </p:cNvPr>
          <p:cNvSpPr/>
          <p:nvPr/>
        </p:nvSpPr>
        <p:spPr>
          <a:xfrm>
            <a:off x="467600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F0B4625-09E1-8248-C7C7-EED6F29F8FD9}"/>
              </a:ext>
            </a:extLst>
          </p:cNvPr>
          <p:cNvSpPr/>
          <p:nvPr/>
        </p:nvSpPr>
        <p:spPr>
          <a:xfrm>
            <a:off x="493380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CC40475-A01C-84A5-64F4-6B8EB4E1BC8B}"/>
              </a:ext>
            </a:extLst>
          </p:cNvPr>
          <p:cNvSpPr/>
          <p:nvPr/>
        </p:nvSpPr>
        <p:spPr>
          <a:xfrm>
            <a:off x="519159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6B1FBEE-4BE3-34CA-834A-E67E3D64909E}"/>
              </a:ext>
            </a:extLst>
          </p:cNvPr>
          <p:cNvSpPr/>
          <p:nvPr/>
        </p:nvSpPr>
        <p:spPr>
          <a:xfrm>
            <a:off x="516539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FEB3765-40FA-340D-1645-057B78B2D7B9}"/>
              </a:ext>
            </a:extLst>
          </p:cNvPr>
          <p:cNvSpPr/>
          <p:nvPr/>
        </p:nvSpPr>
        <p:spPr>
          <a:xfrm>
            <a:off x="390263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73F9A11-A3D3-B201-2538-36BDF2A36E81}"/>
              </a:ext>
            </a:extLst>
          </p:cNvPr>
          <p:cNvSpPr/>
          <p:nvPr/>
        </p:nvSpPr>
        <p:spPr>
          <a:xfrm>
            <a:off x="416042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106FF1-CD4A-4B47-1B9B-92DF23679BD8}"/>
              </a:ext>
            </a:extLst>
          </p:cNvPr>
          <p:cNvSpPr/>
          <p:nvPr/>
        </p:nvSpPr>
        <p:spPr>
          <a:xfrm>
            <a:off x="441821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E9BB1F0-5B27-859C-DD6D-E0E718A621D6}"/>
              </a:ext>
            </a:extLst>
          </p:cNvPr>
          <p:cNvSpPr/>
          <p:nvPr/>
        </p:nvSpPr>
        <p:spPr>
          <a:xfrm>
            <a:off x="467600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8DF075D-CFD2-B980-8345-669D15DD96A3}"/>
              </a:ext>
            </a:extLst>
          </p:cNvPr>
          <p:cNvSpPr/>
          <p:nvPr/>
        </p:nvSpPr>
        <p:spPr>
          <a:xfrm>
            <a:off x="493380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33FD9F3-D73A-B05E-F0D8-54E88F4DB8CB}"/>
              </a:ext>
            </a:extLst>
          </p:cNvPr>
          <p:cNvSpPr/>
          <p:nvPr/>
        </p:nvSpPr>
        <p:spPr>
          <a:xfrm>
            <a:off x="519159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7CD790F6-868A-2741-4AE5-EDCD66A0B38D}"/>
              </a:ext>
            </a:extLst>
          </p:cNvPr>
          <p:cNvSpPr/>
          <p:nvPr/>
        </p:nvSpPr>
        <p:spPr>
          <a:xfrm>
            <a:off x="516539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D8F23F7-CFA5-1837-8C91-BB7FFEEF1EDB}"/>
              </a:ext>
            </a:extLst>
          </p:cNvPr>
          <p:cNvSpPr/>
          <p:nvPr/>
        </p:nvSpPr>
        <p:spPr>
          <a:xfrm>
            <a:off x="390263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178DEF3-C95C-1246-698F-E97FE2ADA70E}"/>
              </a:ext>
            </a:extLst>
          </p:cNvPr>
          <p:cNvSpPr/>
          <p:nvPr/>
        </p:nvSpPr>
        <p:spPr>
          <a:xfrm>
            <a:off x="416042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3074AF6-FDC2-BDAC-F823-DAF32D390414}"/>
              </a:ext>
            </a:extLst>
          </p:cNvPr>
          <p:cNvSpPr/>
          <p:nvPr/>
        </p:nvSpPr>
        <p:spPr>
          <a:xfrm>
            <a:off x="441821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6067DD6-D51C-39B8-AC02-D2D301BC6335}"/>
              </a:ext>
            </a:extLst>
          </p:cNvPr>
          <p:cNvSpPr/>
          <p:nvPr/>
        </p:nvSpPr>
        <p:spPr>
          <a:xfrm>
            <a:off x="467600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025B582-A83E-1ED9-3760-55447F7D6818}"/>
              </a:ext>
            </a:extLst>
          </p:cNvPr>
          <p:cNvSpPr/>
          <p:nvPr/>
        </p:nvSpPr>
        <p:spPr>
          <a:xfrm>
            <a:off x="493380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E7E34B3-A848-C0E9-E314-C5EE0B311512}"/>
              </a:ext>
            </a:extLst>
          </p:cNvPr>
          <p:cNvSpPr/>
          <p:nvPr/>
        </p:nvSpPr>
        <p:spPr>
          <a:xfrm>
            <a:off x="519159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F4CA1F6B-9914-DC68-9E91-8A15B85BC937}"/>
              </a:ext>
            </a:extLst>
          </p:cNvPr>
          <p:cNvSpPr/>
          <p:nvPr/>
        </p:nvSpPr>
        <p:spPr>
          <a:xfrm>
            <a:off x="516539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4" name="Arc 193">
            <a:extLst>
              <a:ext uri="{FF2B5EF4-FFF2-40B4-BE49-F238E27FC236}">
                <a16:creationId xmlns:a16="http://schemas.microsoft.com/office/drawing/2014/main" id="{4E7AC21E-9A9E-EAC3-FFF3-BC5580D1CC98}"/>
              </a:ext>
            </a:extLst>
          </p:cNvPr>
          <p:cNvSpPr/>
          <p:nvPr/>
        </p:nvSpPr>
        <p:spPr>
          <a:xfrm>
            <a:off x="532373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6B355D1-2CFE-4616-390F-2FE276991512}"/>
              </a:ext>
            </a:extLst>
          </p:cNvPr>
          <p:cNvSpPr txBox="1"/>
          <p:nvPr/>
        </p:nvSpPr>
        <p:spPr>
          <a:xfrm>
            <a:off x="562996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197" name="Arc 196">
            <a:extLst>
              <a:ext uri="{FF2B5EF4-FFF2-40B4-BE49-F238E27FC236}">
                <a16:creationId xmlns:a16="http://schemas.microsoft.com/office/drawing/2014/main" id="{76BD346C-C07B-23F7-3049-735A0FDE44FF}"/>
              </a:ext>
            </a:extLst>
          </p:cNvPr>
          <p:cNvSpPr/>
          <p:nvPr/>
        </p:nvSpPr>
        <p:spPr>
          <a:xfrm>
            <a:off x="804026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C469E24-A9AE-5AE0-07D9-93FC6C4B1611}"/>
              </a:ext>
            </a:extLst>
          </p:cNvPr>
          <p:cNvSpPr txBox="1"/>
          <p:nvPr/>
        </p:nvSpPr>
        <p:spPr>
          <a:xfrm>
            <a:off x="8346494" y="48328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44C5DDD-49B5-909C-DEE9-D8A73F7CA23D}"/>
              </a:ext>
            </a:extLst>
          </p:cNvPr>
          <p:cNvSpPr/>
          <p:nvPr/>
        </p:nvSpPr>
        <p:spPr>
          <a:xfrm>
            <a:off x="687695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055408B-DE2B-BB83-7E9B-BC629F06131B}"/>
              </a:ext>
            </a:extLst>
          </p:cNvPr>
          <p:cNvSpPr/>
          <p:nvPr/>
        </p:nvSpPr>
        <p:spPr>
          <a:xfrm>
            <a:off x="713474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A9D061E-F7F0-C311-7006-886D45EDAB32}"/>
              </a:ext>
            </a:extLst>
          </p:cNvPr>
          <p:cNvSpPr/>
          <p:nvPr/>
        </p:nvSpPr>
        <p:spPr>
          <a:xfrm>
            <a:off x="739253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4667CF6-3B3B-319E-10B1-E9EC7B941474}"/>
              </a:ext>
            </a:extLst>
          </p:cNvPr>
          <p:cNvSpPr/>
          <p:nvPr/>
        </p:nvSpPr>
        <p:spPr>
          <a:xfrm>
            <a:off x="765033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208538B-FDEA-6E9F-839F-A6A600464C86}"/>
              </a:ext>
            </a:extLst>
          </p:cNvPr>
          <p:cNvSpPr/>
          <p:nvPr/>
        </p:nvSpPr>
        <p:spPr>
          <a:xfrm>
            <a:off x="790812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B217BA5-DD77-0687-70A5-A70E3884F13D}"/>
              </a:ext>
            </a:extLst>
          </p:cNvPr>
          <p:cNvSpPr/>
          <p:nvPr/>
        </p:nvSpPr>
        <p:spPr>
          <a:xfrm>
            <a:off x="788192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DE60342-F7D0-05EB-452F-D2B1552F2DAA}"/>
              </a:ext>
            </a:extLst>
          </p:cNvPr>
          <p:cNvSpPr/>
          <p:nvPr/>
        </p:nvSpPr>
        <p:spPr>
          <a:xfrm>
            <a:off x="687695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9822AEA-C03F-0FC7-ABCF-3C4382589F1E}"/>
              </a:ext>
            </a:extLst>
          </p:cNvPr>
          <p:cNvSpPr/>
          <p:nvPr/>
        </p:nvSpPr>
        <p:spPr>
          <a:xfrm>
            <a:off x="713474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8A741CB-1D4D-92D5-89D0-9D04B0B58C3E}"/>
              </a:ext>
            </a:extLst>
          </p:cNvPr>
          <p:cNvSpPr/>
          <p:nvPr/>
        </p:nvSpPr>
        <p:spPr>
          <a:xfrm>
            <a:off x="739253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0F5A450-4CEA-1B56-CE01-34CB1FCBAEDA}"/>
              </a:ext>
            </a:extLst>
          </p:cNvPr>
          <p:cNvSpPr/>
          <p:nvPr/>
        </p:nvSpPr>
        <p:spPr>
          <a:xfrm>
            <a:off x="765033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71F879D-9B7D-F9AB-0C2B-D193FD2C1EFD}"/>
              </a:ext>
            </a:extLst>
          </p:cNvPr>
          <p:cNvSpPr/>
          <p:nvPr/>
        </p:nvSpPr>
        <p:spPr>
          <a:xfrm>
            <a:off x="790812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E1DBBEBC-0B8D-DE12-0815-2BDA357E6F26}"/>
              </a:ext>
            </a:extLst>
          </p:cNvPr>
          <p:cNvSpPr/>
          <p:nvPr/>
        </p:nvSpPr>
        <p:spPr>
          <a:xfrm>
            <a:off x="788192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2BB5CDA-B1D3-06E5-8784-6FCB7F89E151}"/>
              </a:ext>
            </a:extLst>
          </p:cNvPr>
          <p:cNvSpPr/>
          <p:nvPr/>
        </p:nvSpPr>
        <p:spPr>
          <a:xfrm>
            <a:off x="687695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E19329D-FB6A-873F-F266-4931C684AB27}"/>
              </a:ext>
            </a:extLst>
          </p:cNvPr>
          <p:cNvSpPr/>
          <p:nvPr/>
        </p:nvSpPr>
        <p:spPr>
          <a:xfrm>
            <a:off x="713474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163715F-858C-6BC0-CB8C-323AD4BF51EE}"/>
              </a:ext>
            </a:extLst>
          </p:cNvPr>
          <p:cNvSpPr/>
          <p:nvPr/>
        </p:nvSpPr>
        <p:spPr>
          <a:xfrm>
            <a:off x="739253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B6FFA8D-4300-67FA-1806-2D75C15E627F}"/>
              </a:ext>
            </a:extLst>
          </p:cNvPr>
          <p:cNvSpPr/>
          <p:nvPr/>
        </p:nvSpPr>
        <p:spPr>
          <a:xfrm>
            <a:off x="765033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9CF37E7-18ED-1A46-A0A6-4EC014A19285}"/>
              </a:ext>
            </a:extLst>
          </p:cNvPr>
          <p:cNvSpPr/>
          <p:nvPr/>
        </p:nvSpPr>
        <p:spPr>
          <a:xfrm>
            <a:off x="790812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5F0C2A83-6B0E-0871-AC1A-E2ECE9A9EDF6}"/>
              </a:ext>
            </a:extLst>
          </p:cNvPr>
          <p:cNvSpPr/>
          <p:nvPr/>
        </p:nvSpPr>
        <p:spPr>
          <a:xfrm>
            <a:off x="788192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Arc 226">
            <a:extLst>
              <a:ext uri="{FF2B5EF4-FFF2-40B4-BE49-F238E27FC236}">
                <a16:creationId xmlns:a16="http://schemas.microsoft.com/office/drawing/2014/main" id="{D13DA681-8693-96EC-7E8E-C16FC9A79874}"/>
              </a:ext>
            </a:extLst>
          </p:cNvPr>
          <p:cNvSpPr/>
          <p:nvPr/>
        </p:nvSpPr>
        <p:spPr>
          <a:xfrm>
            <a:off x="804026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22C17B4-2F19-C953-3028-1963FDCBF8A7}"/>
              </a:ext>
            </a:extLst>
          </p:cNvPr>
          <p:cNvSpPr txBox="1"/>
          <p:nvPr/>
        </p:nvSpPr>
        <p:spPr>
          <a:xfrm>
            <a:off x="834649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00" name="Arc 299">
            <a:extLst>
              <a:ext uri="{FF2B5EF4-FFF2-40B4-BE49-F238E27FC236}">
                <a16:creationId xmlns:a16="http://schemas.microsoft.com/office/drawing/2014/main" id="{B3612BA9-0E8F-F424-6962-DC6CE5E9B818}"/>
              </a:ext>
            </a:extLst>
          </p:cNvPr>
          <p:cNvSpPr/>
          <p:nvPr/>
        </p:nvSpPr>
        <p:spPr>
          <a:xfrm>
            <a:off x="2115078" y="17593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4F39523-ECE5-8236-3816-1E7B68900EC4}"/>
              </a:ext>
            </a:extLst>
          </p:cNvPr>
          <p:cNvSpPr txBox="1"/>
          <p:nvPr/>
        </p:nvSpPr>
        <p:spPr>
          <a:xfrm>
            <a:off x="2421309" y="17503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9F8581-59E9-9C55-E863-BC26CE04CA4F}"/>
              </a:ext>
            </a:extLst>
          </p:cNvPr>
          <p:cNvSpPr/>
          <p:nvPr/>
        </p:nvSpPr>
        <p:spPr>
          <a:xfrm>
            <a:off x="69397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F43446C-9047-F693-5F2A-4325D48D0E28}"/>
              </a:ext>
            </a:extLst>
          </p:cNvPr>
          <p:cNvSpPr/>
          <p:nvPr/>
        </p:nvSpPr>
        <p:spPr>
          <a:xfrm>
            <a:off x="951770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5691FBF6-32FA-061D-13EF-B215D451F6A8}"/>
              </a:ext>
            </a:extLst>
          </p:cNvPr>
          <p:cNvSpPr/>
          <p:nvPr/>
        </p:nvSpPr>
        <p:spPr>
          <a:xfrm>
            <a:off x="1209562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DB4620C-96F7-F16F-2ACA-D96E5B722D67}"/>
              </a:ext>
            </a:extLst>
          </p:cNvPr>
          <p:cNvSpPr/>
          <p:nvPr/>
        </p:nvSpPr>
        <p:spPr>
          <a:xfrm>
            <a:off x="1467354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0BCEA67-4ADB-EE51-AAD2-A55DB2920314}"/>
              </a:ext>
            </a:extLst>
          </p:cNvPr>
          <p:cNvSpPr/>
          <p:nvPr/>
        </p:nvSpPr>
        <p:spPr>
          <a:xfrm>
            <a:off x="1725145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849386A8-B523-E5D0-858C-40DA5A150469}"/>
              </a:ext>
            </a:extLst>
          </p:cNvPr>
          <p:cNvSpPr/>
          <p:nvPr/>
        </p:nvSpPr>
        <p:spPr>
          <a:xfrm>
            <a:off x="198293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F3E1679A-1594-759C-D609-6964D7C72CF0}"/>
              </a:ext>
            </a:extLst>
          </p:cNvPr>
          <p:cNvSpPr/>
          <p:nvPr/>
        </p:nvSpPr>
        <p:spPr>
          <a:xfrm>
            <a:off x="1956743" y="17403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CC59E5A0-2B1B-1EF4-95DC-DBB23B162158}"/>
              </a:ext>
            </a:extLst>
          </p:cNvPr>
          <p:cNvSpPr/>
          <p:nvPr/>
        </p:nvSpPr>
        <p:spPr>
          <a:xfrm>
            <a:off x="69397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7941B44-7707-4C96-DE30-C678FF03ECC0}"/>
              </a:ext>
            </a:extLst>
          </p:cNvPr>
          <p:cNvSpPr/>
          <p:nvPr/>
        </p:nvSpPr>
        <p:spPr>
          <a:xfrm>
            <a:off x="951770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0DBD7A93-BAB7-8E70-FB9D-6A17373DF86C}"/>
              </a:ext>
            </a:extLst>
          </p:cNvPr>
          <p:cNvSpPr/>
          <p:nvPr/>
        </p:nvSpPr>
        <p:spPr>
          <a:xfrm>
            <a:off x="1209562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A5893013-8346-A921-A89D-CD52475F386F}"/>
              </a:ext>
            </a:extLst>
          </p:cNvPr>
          <p:cNvSpPr/>
          <p:nvPr/>
        </p:nvSpPr>
        <p:spPr>
          <a:xfrm>
            <a:off x="1467354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506E752A-F968-E82E-DCD8-D9114528A5BC}"/>
              </a:ext>
            </a:extLst>
          </p:cNvPr>
          <p:cNvSpPr/>
          <p:nvPr/>
        </p:nvSpPr>
        <p:spPr>
          <a:xfrm>
            <a:off x="1725145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D857831-AEE4-598E-49EF-11C6847D55C9}"/>
              </a:ext>
            </a:extLst>
          </p:cNvPr>
          <p:cNvSpPr/>
          <p:nvPr/>
        </p:nvSpPr>
        <p:spPr>
          <a:xfrm>
            <a:off x="198293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13EA02E5-9DC9-EF1B-56F4-12F14158EB7B}"/>
              </a:ext>
            </a:extLst>
          </p:cNvPr>
          <p:cNvSpPr/>
          <p:nvPr/>
        </p:nvSpPr>
        <p:spPr>
          <a:xfrm>
            <a:off x="1956743" y="20736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8EDCF4E-6614-F9BA-3254-19BA2A145F0F}"/>
              </a:ext>
            </a:extLst>
          </p:cNvPr>
          <p:cNvSpPr/>
          <p:nvPr/>
        </p:nvSpPr>
        <p:spPr>
          <a:xfrm>
            <a:off x="69397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CCA650B-012E-04D3-5D8A-CA249F4C1A60}"/>
              </a:ext>
            </a:extLst>
          </p:cNvPr>
          <p:cNvSpPr/>
          <p:nvPr/>
        </p:nvSpPr>
        <p:spPr>
          <a:xfrm>
            <a:off x="951770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C38648E-FFB5-7E3F-5F61-F09350E4C820}"/>
              </a:ext>
            </a:extLst>
          </p:cNvPr>
          <p:cNvSpPr/>
          <p:nvPr/>
        </p:nvSpPr>
        <p:spPr>
          <a:xfrm>
            <a:off x="1209562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F2323AC-58A6-D97D-1F68-FF8BE4952694}"/>
              </a:ext>
            </a:extLst>
          </p:cNvPr>
          <p:cNvSpPr/>
          <p:nvPr/>
        </p:nvSpPr>
        <p:spPr>
          <a:xfrm>
            <a:off x="1467354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F0DFBF6-6360-BE36-6019-D67BCE098641}"/>
              </a:ext>
            </a:extLst>
          </p:cNvPr>
          <p:cNvSpPr/>
          <p:nvPr/>
        </p:nvSpPr>
        <p:spPr>
          <a:xfrm>
            <a:off x="1725145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4FFC95F-631F-22DD-C7FF-34824EE04793}"/>
              </a:ext>
            </a:extLst>
          </p:cNvPr>
          <p:cNvSpPr/>
          <p:nvPr/>
        </p:nvSpPr>
        <p:spPr>
          <a:xfrm>
            <a:off x="198293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C1A93837-70F0-9EB5-1F0D-5B459C6083E2}"/>
              </a:ext>
            </a:extLst>
          </p:cNvPr>
          <p:cNvSpPr/>
          <p:nvPr/>
        </p:nvSpPr>
        <p:spPr>
          <a:xfrm>
            <a:off x="1956743" y="24070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Arc 329">
            <a:extLst>
              <a:ext uri="{FF2B5EF4-FFF2-40B4-BE49-F238E27FC236}">
                <a16:creationId xmlns:a16="http://schemas.microsoft.com/office/drawing/2014/main" id="{AA645647-518E-7C72-4F41-B7BB3F5C73D2}"/>
              </a:ext>
            </a:extLst>
          </p:cNvPr>
          <p:cNvSpPr/>
          <p:nvPr/>
        </p:nvSpPr>
        <p:spPr>
          <a:xfrm>
            <a:off x="2115078" y="21355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CB0CB8E-468C-FFB9-7DF0-78DA2B034EBB}"/>
              </a:ext>
            </a:extLst>
          </p:cNvPr>
          <p:cNvSpPr txBox="1"/>
          <p:nvPr/>
        </p:nvSpPr>
        <p:spPr>
          <a:xfrm>
            <a:off x="2421309" y="21387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68" name="Arc 267">
            <a:extLst>
              <a:ext uri="{FF2B5EF4-FFF2-40B4-BE49-F238E27FC236}">
                <a16:creationId xmlns:a16="http://schemas.microsoft.com/office/drawing/2014/main" id="{F0C0FA61-16CB-CD26-EF30-0C81F5763E34}"/>
              </a:ext>
            </a:extLst>
          </p:cNvPr>
          <p:cNvSpPr/>
          <p:nvPr/>
        </p:nvSpPr>
        <p:spPr>
          <a:xfrm>
            <a:off x="5621390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D297A24-8DB4-6505-1544-763EBEF1980C}"/>
              </a:ext>
            </a:extLst>
          </p:cNvPr>
          <p:cNvSpPr txBox="1"/>
          <p:nvPr/>
        </p:nvSpPr>
        <p:spPr>
          <a:xfrm>
            <a:off x="5927621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102394BF-2D69-5165-ECD6-A6247918CD58}"/>
              </a:ext>
            </a:extLst>
          </p:cNvPr>
          <p:cNvSpPr/>
          <p:nvPr/>
        </p:nvSpPr>
        <p:spPr>
          <a:xfrm>
            <a:off x="419852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6644842-616B-B8D9-EC2F-CD4F411765CC}"/>
              </a:ext>
            </a:extLst>
          </p:cNvPr>
          <p:cNvSpPr/>
          <p:nvPr/>
        </p:nvSpPr>
        <p:spPr>
          <a:xfrm>
            <a:off x="445631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FEFC56C-726E-82F7-4495-F34B353CE981}"/>
              </a:ext>
            </a:extLst>
          </p:cNvPr>
          <p:cNvSpPr/>
          <p:nvPr/>
        </p:nvSpPr>
        <p:spPr>
          <a:xfrm>
            <a:off x="471410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60DCEABD-28E5-3304-1E3C-337B014BF07F}"/>
              </a:ext>
            </a:extLst>
          </p:cNvPr>
          <p:cNvSpPr/>
          <p:nvPr/>
        </p:nvSpPr>
        <p:spPr>
          <a:xfrm>
            <a:off x="497190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DB66F51-51C8-411C-E01D-221A420590FE}"/>
              </a:ext>
            </a:extLst>
          </p:cNvPr>
          <p:cNvSpPr/>
          <p:nvPr/>
        </p:nvSpPr>
        <p:spPr>
          <a:xfrm>
            <a:off x="522969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781D7F4-FDC1-4747-9BC6-24AA8DE7349C}"/>
              </a:ext>
            </a:extLst>
          </p:cNvPr>
          <p:cNvSpPr/>
          <p:nvPr/>
        </p:nvSpPr>
        <p:spPr>
          <a:xfrm>
            <a:off x="5487484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519E36B1-C068-ACEB-7215-81F3F1E521F6}"/>
              </a:ext>
            </a:extLst>
          </p:cNvPr>
          <p:cNvSpPr/>
          <p:nvPr/>
        </p:nvSpPr>
        <p:spPr>
          <a:xfrm>
            <a:off x="520349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735E63A5-5514-5E30-5ABE-665F2C4B48E1}"/>
              </a:ext>
            </a:extLst>
          </p:cNvPr>
          <p:cNvSpPr/>
          <p:nvPr/>
        </p:nvSpPr>
        <p:spPr>
          <a:xfrm>
            <a:off x="419852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7D27BF9C-525C-602A-B01D-90814EE3A8BF}"/>
              </a:ext>
            </a:extLst>
          </p:cNvPr>
          <p:cNvSpPr/>
          <p:nvPr/>
        </p:nvSpPr>
        <p:spPr>
          <a:xfrm>
            <a:off x="445631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7D02089-3861-7923-835A-1A5663B5ED71}"/>
              </a:ext>
            </a:extLst>
          </p:cNvPr>
          <p:cNvSpPr/>
          <p:nvPr/>
        </p:nvSpPr>
        <p:spPr>
          <a:xfrm>
            <a:off x="471410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32D6D61-10BA-7FFF-1946-40ACC4D4C75D}"/>
              </a:ext>
            </a:extLst>
          </p:cNvPr>
          <p:cNvSpPr/>
          <p:nvPr/>
        </p:nvSpPr>
        <p:spPr>
          <a:xfrm>
            <a:off x="497190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FE111BD6-869B-CD7F-9592-894CCA8CA593}"/>
              </a:ext>
            </a:extLst>
          </p:cNvPr>
          <p:cNvSpPr/>
          <p:nvPr/>
        </p:nvSpPr>
        <p:spPr>
          <a:xfrm>
            <a:off x="522969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1A69C6E-DEA8-3FA5-525E-F1E3DCA1B920}"/>
              </a:ext>
            </a:extLst>
          </p:cNvPr>
          <p:cNvSpPr/>
          <p:nvPr/>
        </p:nvSpPr>
        <p:spPr>
          <a:xfrm>
            <a:off x="5487484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D76D8F4E-8680-59AC-0B14-AF1F93FC3E8D}"/>
              </a:ext>
            </a:extLst>
          </p:cNvPr>
          <p:cNvSpPr/>
          <p:nvPr/>
        </p:nvSpPr>
        <p:spPr>
          <a:xfrm>
            <a:off x="5203498" y="208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A915785-53B5-C115-D94D-F6FC8BEDAFF6}"/>
              </a:ext>
            </a:extLst>
          </p:cNvPr>
          <p:cNvSpPr/>
          <p:nvPr/>
        </p:nvSpPr>
        <p:spPr>
          <a:xfrm>
            <a:off x="419852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66D8B9E-C935-614C-3C7A-46DA619C9A09}"/>
              </a:ext>
            </a:extLst>
          </p:cNvPr>
          <p:cNvSpPr/>
          <p:nvPr/>
        </p:nvSpPr>
        <p:spPr>
          <a:xfrm>
            <a:off x="445631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87FAC670-C79A-9A8E-C3CB-115CD3A6DB6F}"/>
              </a:ext>
            </a:extLst>
          </p:cNvPr>
          <p:cNvSpPr/>
          <p:nvPr/>
        </p:nvSpPr>
        <p:spPr>
          <a:xfrm>
            <a:off x="471410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C6449CA-8CF5-47BC-C08F-9FE18CFBD9A9}"/>
              </a:ext>
            </a:extLst>
          </p:cNvPr>
          <p:cNvSpPr/>
          <p:nvPr/>
        </p:nvSpPr>
        <p:spPr>
          <a:xfrm>
            <a:off x="497190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29A8C8D-4057-777B-FD05-21BF586AF4E8}"/>
              </a:ext>
            </a:extLst>
          </p:cNvPr>
          <p:cNvSpPr/>
          <p:nvPr/>
        </p:nvSpPr>
        <p:spPr>
          <a:xfrm>
            <a:off x="522969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472F386-0E7A-C198-98DC-B8C5247C66F7}"/>
              </a:ext>
            </a:extLst>
          </p:cNvPr>
          <p:cNvSpPr/>
          <p:nvPr/>
        </p:nvSpPr>
        <p:spPr>
          <a:xfrm>
            <a:off x="5487484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B561C8EE-DAD2-3AEA-CCF0-8D5D63BFCA4F}"/>
              </a:ext>
            </a:extLst>
          </p:cNvPr>
          <p:cNvSpPr/>
          <p:nvPr/>
        </p:nvSpPr>
        <p:spPr>
          <a:xfrm>
            <a:off x="5203498" y="241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8" name="Arc 297">
            <a:extLst>
              <a:ext uri="{FF2B5EF4-FFF2-40B4-BE49-F238E27FC236}">
                <a16:creationId xmlns:a16="http://schemas.microsoft.com/office/drawing/2014/main" id="{E30E8E84-05F6-8968-ED1A-9205936A865D}"/>
              </a:ext>
            </a:extLst>
          </p:cNvPr>
          <p:cNvSpPr/>
          <p:nvPr/>
        </p:nvSpPr>
        <p:spPr>
          <a:xfrm>
            <a:off x="5621390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06A72D03-164E-46D6-60C8-0CFE6A6124AB}"/>
              </a:ext>
            </a:extLst>
          </p:cNvPr>
          <p:cNvSpPr txBox="1"/>
          <p:nvPr/>
        </p:nvSpPr>
        <p:spPr>
          <a:xfrm>
            <a:off x="5927621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36" name="Arc 235">
            <a:extLst>
              <a:ext uri="{FF2B5EF4-FFF2-40B4-BE49-F238E27FC236}">
                <a16:creationId xmlns:a16="http://schemas.microsoft.com/office/drawing/2014/main" id="{2CAACDED-F7B5-5237-109E-80EC2D9DDE40}"/>
              </a:ext>
            </a:extLst>
          </p:cNvPr>
          <p:cNvSpPr/>
          <p:nvPr/>
        </p:nvSpPr>
        <p:spPr>
          <a:xfrm>
            <a:off x="8707013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D78A96-A021-FBAB-A910-CBAD491888E7}"/>
              </a:ext>
            </a:extLst>
          </p:cNvPr>
          <p:cNvSpPr txBox="1"/>
          <p:nvPr/>
        </p:nvSpPr>
        <p:spPr>
          <a:xfrm>
            <a:off x="9013244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F615B7B-0D35-40E0-9C14-9B31AD596516}"/>
              </a:ext>
            </a:extLst>
          </p:cNvPr>
          <p:cNvSpPr/>
          <p:nvPr/>
        </p:nvSpPr>
        <p:spPr>
          <a:xfrm>
            <a:off x="728591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3793639-EE98-DB63-9FA9-F35825B00FF9}"/>
              </a:ext>
            </a:extLst>
          </p:cNvPr>
          <p:cNvSpPr/>
          <p:nvPr/>
        </p:nvSpPr>
        <p:spPr>
          <a:xfrm>
            <a:off x="754370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6A18EAE-A597-FF9F-9647-9B4203E42048}"/>
              </a:ext>
            </a:extLst>
          </p:cNvPr>
          <p:cNvSpPr/>
          <p:nvPr/>
        </p:nvSpPr>
        <p:spPr>
          <a:xfrm>
            <a:off x="780149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B4C6E71-44B4-9176-0D7A-7DD07E3F63A6}"/>
              </a:ext>
            </a:extLst>
          </p:cNvPr>
          <p:cNvSpPr/>
          <p:nvPr/>
        </p:nvSpPr>
        <p:spPr>
          <a:xfrm>
            <a:off x="805928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0F12D614-BF87-9E59-8F20-812B56B5E222}"/>
              </a:ext>
            </a:extLst>
          </p:cNvPr>
          <p:cNvSpPr/>
          <p:nvPr/>
        </p:nvSpPr>
        <p:spPr>
          <a:xfrm>
            <a:off x="831708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833984C-E1C7-6E5E-AF2A-C7BD21137E28}"/>
              </a:ext>
            </a:extLst>
          </p:cNvPr>
          <p:cNvSpPr/>
          <p:nvPr/>
        </p:nvSpPr>
        <p:spPr>
          <a:xfrm>
            <a:off x="857487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37D44BC5-498B-265C-39B1-D575E7F833EB}"/>
              </a:ext>
            </a:extLst>
          </p:cNvPr>
          <p:cNvSpPr/>
          <p:nvPr/>
        </p:nvSpPr>
        <p:spPr>
          <a:xfrm>
            <a:off x="854867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DA27EB4-9BDD-B232-B5B4-12593F519886}"/>
              </a:ext>
            </a:extLst>
          </p:cNvPr>
          <p:cNvSpPr/>
          <p:nvPr/>
        </p:nvSpPr>
        <p:spPr>
          <a:xfrm>
            <a:off x="728591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0A0FB626-E171-8AE0-846D-BE365DBD59E7}"/>
              </a:ext>
            </a:extLst>
          </p:cNvPr>
          <p:cNvSpPr/>
          <p:nvPr/>
        </p:nvSpPr>
        <p:spPr>
          <a:xfrm>
            <a:off x="754370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F09C59C-7B08-88A8-CF95-4A3676818E27}"/>
              </a:ext>
            </a:extLst>
          </p:cNvPr>
          <p:cNvSpPr/>
          <p:nvPr/>
        </p:nvSpPr>
        <p:spPr>
          <a:xfrm>
            <a:off x="780149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B84E1FF3-68C6-0343-CE1D-5A5333B0C70F}"/>
              </a:ext>
            </a:extLst>
          </p:cNvPr>
          <p:cNvSpPr/>
          <p:nvPr/>
        </p:nvSpPr>
        <p:spPr>
          <a:xfrm>
            <a:off x="805928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05E5AC7-242D-3BCB-E1A2-70D1E07506D7}"/>
              </a:ext>
            </a:extLst>
          </p:cNvPr>
          <p:cNvSpPr/>
          <p:nvPr/>
        </p:nvSpPr>
        <p:spPr>
          <a:xfrm>
            <a:off x="831708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A0B5BA8-ED0E-8181-9DA3-A16E08A372A0}"/>
              </a:ext>
            </a:extLst>
          </p:cNvPr>
          <p:cNvSpPr/>
          <p:nvPr/>
        </p:nvSpPr>
        <p:spPr>
          <a:xfrm>
            <a:off x="857487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A17F4ADE-63C4-772E-09C2-A85E0A3DD7F3}"/>
              </a:ext>
            </a:extLst>
          </p:cNvPr>
          <p:cNvSpPr/>
          <p:nvPr/>
        </p:nvSpPr>
        <p:spPr>
          <a:xfrm>
            <a:off x="8548678" y="208002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634E3BD-E459-A8CD-64E6-3FDAD06840AF}"/>
              </a:ext>
            </a:extLst>
          </p:cNvPr>
          <p:cNvSpPr/>
          <p:nvPr/>
        </p:nvSpPr>
        <p:spPr>
          <a:xfrm>
            <a:off x="728591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87C2AAD-79AA-5E59-D434-C8EE4A20246F}"/>
              </a:ext>
            </a:extLst>
          </p:cNvPr>
          <p:cNvSpPr/>
          <p:nvPr/>
        </p:nvSpPr>
        <p:spPr>
          <a:xfrm>
            <a:off x="754370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82D3E60-E433-1D7C-1397-BDC3FE3E97A5}"/>
              </a:ext>
            </a:extLst>
          </p:cNvPr>
          <p:cNvSpPr/>
          <p:nvPr/>
        </p:nvSpPr>
        <p:spPr>
          <a:xfrm>
            <a:off x="780149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F1A2A6C-220C-28F8-8826-B29C3FAE1F92}"/>
              </a:ext>
            </a:extLst>
          </p:cNvPr>
          <p:cNvSpPr/>
          <p:nvPr/>
        </p:nvSpPr>
        <p:spPr>
          <a:xfrm>
            <a:off x="805928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EF71E84-F2BE-78E5-8004-C03B2D557551}"/>
              </a:ext>
            </a:extLst>
          </p:cNvPr>
          <p:cNvSpPr/>
          <p:nvPr/>
        </p:nvSpPr>
        <p:spPr>
          <a:xfrm>
            <a:off x="831708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FFE2A65-F444-B79A-9A68-43CFFE177979}"/>
              </a:ext>
            </a:extLst>
          </p:cNvPr>
          <p:cNvSpPr/>
          <p:nvPr/>
        </p:nvSpPr>
        <p:spPr>
          <a:xfrm>
            <a:off x="857487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A9FD9394-3666-BFE3-CB0C-05EE81C27CCD}"/>
              </a:ext>
            </a:extLst>
          </p:cNvPr>
          <p:cNvSpPr/>
          <p:nvPr/>
        </p:nvSpPr>
        <p:spPr>
          <a:xfrm>
            <a:off x="8548678" y="241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66" name="Arc 265">
            <a:extLst>
              <a:ext uri="{FF2B5EF4-FFF2-40B4-BE49-F238E27FC236}">
                <a16:creationId xmlns:a16="http://schemas.microsoft.com/office/drawing/2014/main" id="{98C8248C-629A-096D-A7BD-FEDA1D813A7E}"/>
              </a:ext>
            </a:extLst>
          </p:cNvPr>
          <p:cNvSpPr/>
          <p:nvPr/>
        </p:nvSpPr>
        <p:spPr>
          <a:xfrm>
            <a:off x="8707013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4768BB5E-BCB6-D05D-6BAF-6C3E95D90807}"/>
              </a:ext>
            </a:extLst>
          </p:cNvPr>
          <p:cNvSpPr txBox="1"/>
          <p:nvPr/>
        </p:nvSpPr>
        <p:spPr>
          <a:xfrm>
            <a:off x="9013244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400" name="Arc 399">
            <a:extLst>
              <a:ext uri="{FF2B5EF4-FFF2-40B4-BE49-F238E27FC236}">
                <a16:creationId xmlns:a16="http://schemas.microsoft.com/office/drawing/2014/main" id="{52F62071-19DD-8347-7875-05D7E9CE53BA}"/>
              </a:ext>
            </a:extLst>
          </p:cNvPr>
          <p:cNvSpPr/>
          <p:nvPr/>
        </p:nvSpPr>
        <p:spPr>
          <a:xfrm>
            <a:off x="232383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E4DD983E-9B17-25ED-FF77-A157834F5E8E}"/>
              </a:ext>
            </a:extLst>
          </p:cNvPr>
          <p:cNvSpPr txBox="1"/>
          <p:nvPr/>
        </p:nvSpPr>
        <p:spPr>
          <a:xfrm>
            <a:off x="2630066" y="30300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71FC9C5A-1809-DF41-263E-DC3D17CA28E9}"/>
              </a:ext>
            </a:extLst>
          </p:cNvPr>
          <p:cNvSpPr/>
          <p:nvPr/>
        </p:nvSpPr>
        <p:spPr>
          <a:xfrm>
            <a:off x="385386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04780C4D-88B1-04A6-B597-DC6BD1FB1A3D}"/>
              </a:ext>
            </a:extLst>
          </p:cNvPr>
          <p:cNvSpPr/>
          <p:nvPr/>
        </p:nvSpPr>
        <p:spPr>
          <a:xfrm>
            <a:off x="64317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F236E970-0C20-E800-9AA0-708182EC8B81}"/>
              </a:ext>
            </a:extLst>
          </p:cNvPr>
          <p:cNvSpPr/>
          <p:nvPr/>
        </p:nvSpPr>
        <p:spPr>
          <a:xfrm>
            <a:off x="90097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3BF99079-852F-FE94-E9D3-3493FF2C27CA}"/>
              </a:ext>
            </a:extLst>
          </p:cNvPr>
          <p:cNvSpPr/>
          <p:nvPr/>
        </p:nvSpPr>
        <p:spPr>
          <a:xfrm>
            <a:off x="115876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FEDEF549-B403-3554-F607-B39A74B2C57A}"/>
              </a:ext>
            </a:extLst>
          </p:cNvPr>
          <p:cNvSpPr/>
          <p:nvPr/>
        </p:nvSpPr>
        <p:spPr>
          <a:xfrm>
            <a:off x="141655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E099DBD-4530-B169-81BB-E06E2525AA5A}"/>
              </a:ext>
            </a:extLst>
          </p:cNvPr>
          <p:cNvSpPr/>
          <p:nvPr/>
        </p:nvSpPr>
        <p:spPr>
          <a:xfrm>
            <a:off x="167434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273B55DF-844C-1778-9706-CFCE68166016}"/>
              </a:ext>
            </a:extLst>
          </p:cNvPr>
          <p:cNvSpPr/>
          <p:nvPr/>
        </p:nvSpPr>
        <p:spPr>
          <a:xfrm>
            <a:off x="193213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C19AB50F-1DF5-26CD-E821-CD434CD71874}"/>
              </a:ext>
            </a:extLst>
          </p:cNvPr>
          <p:cNvSpPr/>
          <p:nvPr/>
        </p:nvSpPr>
        <p:spPr>
          <a:xfrm>
            <a:off x="218992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FDE7E0EF-265F-5284-40AA-04E09241A098}"/>
              </a:ext>
            </a:extLst>
          </p:cNvPr>
          <p:cNvSpPr/>
          <p:nvPr/>
        </p:nvSpPr>
        <p:spPr>
          <a:xfrm>
            <a:off x="190594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44667F2-653C-33C8-6F3C-C645C3A29E65}"/>
              </a:ext>
            </a:extLst>
          </p:cNvPr>
          <p:cNvSpPr/>
          <p:nvPr/>
        </p:nvSpPr>
        <p:spPr>
          <a:xfrm>
            <a:off x="385386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5E2E1876-6F21-DBB8-7521-080F8E5B0462}"/>
              </a:ext>
            </a:extLst>
          </p:cNvPr>
          <p:cNvSpPr/>
          <p:nvPr/>
        </p:nvSpPr>
        <p:spPr>
          <a:xfrm>
            <a:off x="64317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8481FD4-66B9-B9E6-D7F3-60D264E3C628}"/>
              </a:ext>
            </a:extLst>
          </p:cNvPr>
          <p:cNvSpPr/>
          <p:nvPr/>
        </p:nvSpPr>
        <p:spPr>
          <a:xfrm>
            <a:off x="90097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AA470E-107A-AD53-9E48-5B6FC60E5F4C}"/>
              </a:ext>
            </a:extLst>
          </p:cNvPr>
          <p:cNvSpPr/>
          <p:nvPr/>
        </p:nvSpPr>
        <p:spPr>
          <a:xfrm>
            <a:off x="115876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B63DC9AA-E875-D137-8884-84ED087F5D5B}"/>
              </a:ext>
            </a:extLst>
          </p:cNvPr>
          <p:cNvSpPr/>
          <p:nvPr/>
        </p:nvSpPr>
        <p:spPr>
          <a:xfrm>
            <a:off x="141655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D85A3B72-759B-B33C-AF55-28E1E7A677E2}"/>
              </a:ext>
            </a:extLst>
          </p:cNvPr>
          <p:cNvSpPr/>
          <p:nvPr/>
        </p:nvSpPr>
        <p:spPr>
          <a:xfrm>
            <a:off x="167434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88703CD3-4BAE-DA33-CD51-ABA78BC0AB04}"/>
              </a:ext>
            </a:extLst>
          </p:cNvPr>
          <p:cNvSpPr/>
          <p:nvPr/>
        </p:nvSpPr>
        <p:spPr>
          <a:xfrm>
            <a:off x="193213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B2CCB14F-1803-9CAC-7BDF-824EC872CF72}"/>
              </a:ext>
            </a:extLst>
          </p:cNvPr>
          <p:cNvSpPr/>
          <p:nvPr/>
        </p:nvSpPr>
        <p:spPr>
          <a:xfrm>
            <a:off x="218992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5F2843DB-2F33-0FCA-2531-9641AB893AC5}"/>
              </a:ext>
            </a:extLst>
          </p:cNvPr>
          <p:cNvSpPr/>
          <p:nvPr/>
        </p:nvSpPr>
        <p:spPr>
          <a:xfrm>
            <a:off x="1905943" y="335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167ECF8-51F3-10F9-D855-8BB2032611FA}"/>
              </a:ext>
            </a:extLst>
          </p:cNvPr>
          <p:cNvSpPr/>
          <p:nvPr/>
        </p:nvSpPr>
        <p:spPr>
          <a:xfrm>
            <a:off x="385386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ED1B80A-5214-8331-E595-3455A2B7BB1B}"/>
              </a:ext>
            </a:extLst>
          </p:cNvPr>
          <p:cNvSpPr/>
          <p:nvPr/>
        </p:nvSpPr>
        <p:spPr>
          <a:xfrm>
            <a:off x="64317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312F066F-2565-2E5A-7756-4B4733CC1E12}"/>
              </a:ext>
            </a:extLst>
          </p:cNvPr>
          <p:cNvSpPr/>
          <p:nvPr/>
        </p:nvSpPr>
        <p:spPr>
          <a:xfrm>
            <a:off x="90097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459A0E0-174A-3739-DC2A-7D4C49274A69}"/>
              </a:ext>
            </a:extLst>
          </p:cNvPr>
          <p:cNvSpPr/>
          <p:nvPr/>
        </p:nvSpPr>
        <p:spPr>
          <a:xfrm>
            <a:off x="115876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EE6F373-91C5-AB68-129B-A75918D675A2}"/>
              </a:ext>
            </a:extLst>
          </p:cNvPr>
          <p:cNvSpPr/>
          <p:nvPr/>
        </p:nvSpPr>
        <p:spPr>
          <a:xfrm>
            <a:off x="141655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11D8ABD7-829A-1282-0A06-F7F6AB6C7C84}"/>
              </a:ext>
            </a:extLst>
          </p:cNvPr>
          <p:cNvSpPr/>
          <p:nvPr/>
        </p:nvSpPr>
        <p:spPr>
          <a:xfrm>
            <a:off x="167434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263E13D-C898-13D3-AAB8-1AE614D6E9FF}"/>
              </a:ext>
            </a:extLst>
          </p:cNvPr>
          <p:cNvSpPr/>
          <p:nvPr/>
        </p:nvSpPr>
        <p:spPr>
          <a:xfrm>
            <a:off x="193213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52786D1-F279-524B-AF0B-31E1493277C7}"/>
              </a:ext>
            </a:extLst>
          </p:cNvPr>
          <p:cNvSpPr/>
          <p:nvPr/>
        </p:nvSpPr>
        <p:spPr>
          <a:xfrm>
            <a:off x="218992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0950DA23-167A-609B-33B9-F54E0B4F28F2}"/>
              </a:ext>
            </a:extLst>
          </p:cNvPr>
          <p:cNvSpPr/>
          <p:nvPr/>
        </p:nvSpPr>
        <p:spPr>
          <a:xfrm>
            <a:off x="1905943" y="368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0" name="Arc 429">
            <a:extLst>
              <a:ext uri="{FF2B5EF4-FFF2-40B4-BE49-F238E27FC236}">
                <a16:creationId xmlns:a16="http://schemas.microsoft.com/office/drawing/2014/main" id="{BDD9B3D3-A497-B11B-98CF-F3AB953B6FAC}"/>
              </a:ext>
            </a:extLst>
          </p:cNvPr>
          <p:cNvSpPr/>
          <p:nvPr/>
        </p:nvSpPr>
        <p:spPr>
          <a:xfrm>
            <a:off x="232383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DF09A9B9-99FC-4383-5538-8FC4C36911B5}"/>
              </a:ext>
            </a:extLst>
          </p:cNvPr>
          <p:cNvSpPr txBox="1"/>
          <p:nvPr/>
        </p:nvSpPr>
        <p:spPr>
          <a:xfrm>
            <a:off x="263006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68" name="Arc 367">
            <a:extLst>
              <a:ext uri="{FF2B5EF4-FFF2-40B4-BE49-F238E27FC236}">
                <a16:creationId xmlns:a16="http://schemas.microsoft.com/office/drawing/2014/main" id="{47AD1536-5B42-A217-2D7C-9417B398EF27}"/>
              </a:ext>
            </a:extLst>
          </p:cNvPr>
          <p:cNvSpPr/>
          <p:nvPr/>
        </p:nvSpPr>
        <p:spPr>
          <a:xfrm>
            <a:off x="536421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FCCBEA-A701-9BEB-7AF3-56346BFE25B0}"/>
              </a:ext>
            </a:extLst>
          </p:cNvPr>
          <p:cNvSpPr txBox="1"/>
          <p:nvPr/>
        </p:nvSpPr>
        <p:spPr>
          <a:xfrm>
            <a:off x="567044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E994595E-D46A-6D29-B708-B8C6BE960557}"/>
              </a:ext>
            </a:extLst>
          </p:cNvPr>
          <p:cNvSpPr/>
          <p:nvPr/>
        </p:nvSpPr>
        <p:spPr>
          <a:xfrm>
            <a:off x="394135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8883CDE-A33E-D4DD-A9ED-2A200DE6DA1C}"/>
              </a:ext>
            </a:extLst>
          </p:cNvPr>
          <p:cNvSpPr/>
          <p:nvPr/>
        </p:nvSpPr>
        <p:spPr>
          <a:xfrm>
            <a:off x="419914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4236E97-C427-13CE-F91D-8754B7D1A0B5}"/>
              </a:ext>
            </a:extLst>
          </p:cNvPr>
          <p:cNvSpPr/>
          <p:nvPr/>
        </p:nvSpPr>
        <p:spPr>
          <a:xfrm>
            <a:off x="445693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C25D357D-02CB-5913-4DB0-F0E89516692A}"/>
              </a:ext>
            </a:extLst>
          </p:cNvPr>
          <p:cNvSpPr/>
          <p:nvPr/>
        </p:nvSpPr>
        <p:spPr>
          <a:xfrm>
            <a:off x="471472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0E7EDE8-88A6-E5FD-81B2-1B964087D4CF}"/>
              </a:ext>
            </a:extLst>
          </p:cNvPr>
          <p:cNvSpPr/>
          <p:nvPr/>
        </p:nvSpPr>
        <p:spPr>
          <a:xfrm>
            <a:off x="497251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119B89B-D737-1516-31F6-D0C711FBC395}"/>
              </a:ext>
            </a:extLst>
          </p:cNvPr>
          <p:cNvSpPr/>
          <p:nvPr/>
        </p:nvSpPr>
        <p:spPr>
          <a:xfrm>
            <a:off x="523030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344DD623-7799-D0BB-F47E-5DA1120A64A5}"/>
              </a:ext>
            </a:extLst>
          </p:cNvPr>
          <p:cNvSpPr/>
          <p:nvPr/>
        </p:nvSpPr>
        <p:spPr>
          <a:xfrm>
            <a:off x="494632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0B05FDE9-86EB-5555-385F-9BB2BC828032}"/>
              </a:ext>
            </a:extLst>
          </p:cNvPr>
          <p:cNvSpPr/>
          <p:nvPr/>
        </p:nvSpPr>
        <p:spPr>
          <a:xfrm>
            <a:off x="394135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5A86724A-E094-9111-1022-226229DFC3EB}"/>
              </a:ext>
            </a:extLst>
          </p:cNvPr>
          <p:cNvSpPr/>
          <p:nvPr/>
        </p:nvSpPr>
        <p:spPr>
          <a:xfrm>
            <a:off x="419914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FCDD3D6C-E305-956D-FF34-7750EE7FA4D2}"/>
              </a:ext>
            </a:extLst>
          </p:cNvPr>
          <p:cNvSpPr/>
          <p:nvPr/>
        </p:nvSpPr>
        <p:spPr>
          <a:xfrm>
            <a:off x="445693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0875645D-ED32-AFAC-6A52-1866CE0C9BE1}"/>
              </a:ext>
            </a:extLst>
          </p:cNvPr>
          <p:cNvSpPr/>
          <p:nvPr/>
        </p:nvSpPr>
        <p:spPr>
          <a:xfrm>
            <a:off x="471472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9C2F3936-0073-92A3-09AE-B4A9D465DD8B}"/>
              </a:ext>
            </a:extLst>
          </p:cNvPr>
          <p:cNvSpPr/>
          <p:nvPr/>
        </p:nvSpPr>
        <p:spPr>
          <a:xfrm>
            <a:off x="497251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3C13F3E9-C6F8-7AFE-E09F-B33615BE03D7}"/>
              </a:ext>
            </a:extLst>
          </p:cNvPr>
          <p:cNvSpPr/>
          <p:nvPr/>
        </p:nvSpPr>
        <p:spPr>
          <a:xfrm>
            <a:off x="523030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043F3FF0-C7EB-AE63-C38F-BA414C1B4135}"/>
              </a:ext>
            </a:extLst>
          </p:cNvPr>
          <p:cNvSpPr/>
          <p:nvPr/>
        </p:nvSpPr>
        <p:spPr>
          <a:xfrm>
            <a:off x="4946323" y="335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19C1AB6-DC84-3173-60F4-A395628BB26B}"/>
              </a:ext>
            </a:extLst>
          </p:cNvPr>
          <p:cNvSpPr/>
          <p:nvPr/>
        </p:nvSpPr>
        <p:spPr>
          <a:xfrm>
            <a:off x="394135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C12B335C-A196-1BAC-B50F-B918510FA44B}"/>
              </a:ext>
            </a:extLst>
          </p:cNvPr>
          <p:cNvSpPr/>
          <p:nvPr/>
        </p:nvSpPr>
        <p:spPr>
          <a:xfrm>
            <a:off x="419914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23679018-986A-285C-3ED4-364E132FCBEB}"/>
              </a:ext>
            </a:extLst>
          </p:cNvPr>
          <p:cNvSpPr/>
          <p:nvPr/>
        </p:nvSpPr>
        <p:spPr>
          <a:xfrm>
            <a:off x="445693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E94A4553-E2A2-4750-0DA7-7956448B3743}"/>
              </a:ext>
            </a:extLst>
          </p:cNvPr>
          <p:cNvSpPr/>
          <p:nvPr/>
        </p:nvSpPr>
        <p:spPr>
          <a:xfrm>
            <a:off x="471472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17D17E41-3A9B-0FE5-B9AE-259B31D83CC2}"/>
              </a:ext>
            </a:extLst>
          </p:cNvPr>
          <p:cNvSpPr/>
          <p:nvPr/>
        </p:nvSpPr>
        <p:spPr>
          <a:xfrm>
            <a:off x="497251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5A2F0A1-87AC-B03B-BC31-25129850AE77}"/>
              </a:ext>
            </a:extLst>
          </p:cNvPr>
          <p:cNvSpPr/>
          <p:nvPr/>
        </p:nvSpPr>
        <p:spPr>
          <a:xfrm>
            <a:off x="523030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785D3377-B65C-7EF2-CDAD-91118A0F5644}"/>
              </a:ext>
            </a:extLst>
          </p:cNvPr>
          <p:cNvSpPr/>
          <p:nvPr/>
        </p:nvSpPr>
        <p:spPr>
          <a:xfrm>
            <a:off x="4946323" y="368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8" name="Arc 397">
            <a:extLst>
              <a:ext uri="{FF2B5EF4-FFF2-40B4-BE49-F238E27FC236}">
                <a16:creationId xmlns:a16="http://schemas.microsoft.com/office/drawing/2014/main" id="{F1424CE0-630B-5321-2840-0C3774C4B37A}"/>
              </a:ext>
            </a:extLst>
          </p:cNvPr>
          <p:cNvSpPr/>
          <p:nvPr/>
        </p:nvSpPr>
        <p:spPr>
          <a:xfrm>
            <a:off x="536421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146D5D0-93BE-27E6-4B8D-4761854096F0}"/>
              </a:ext>
            </a:extLst>
          </p:cNvPr>
          <p:cNvSpPr txBox="1"/>
          <p:nvPr/>
        </p:nvSpPr>
        <p:spPr>
          <a:xfrm>
            <a:off x="5670446" y="341848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336" name="Arc 335">
            <a:extLst>
              <a:ext uri="{FF2B5EF4-FFF2-40B4-BE49-F238E27FC236}">
                <a16:creationId xmlns:a16="http://schemas.microsoft.com/office/drawing/2014/main" id="{A330981F-4254-39AE-55E9-57DA18044184}"/>
              </a:ext>
            </a:extLst>
          </p:cNvPr>
          <p:cNvSpPr/>
          <p:nvPr/>
        </p:nvSpPr>
        <p:spPr>
          <a:xfrm>
            <a:off x="884274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8D43CA58-A63D-7FF8-772B-3F08A3FB8210}"/>
              </a:ext>
            </a:extLst>
          </p:cNvPr>
          <p:cNvSpPr txBox="1"/>
          <p:nvPr/>
        </p:nvSpPr>
        <p:spPr>
          <a:xfrm>
            <a:off x="914897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E38FC55-E11A-6B78-2107-EE1F8CA188CE}"/>
              </a:ext>
            </a:extLst>
          </p:cNvPr>
          <p:cNvSpPr/>
          <p:nvPr/>
        </p:nvSpPr>
        <p:spPr>
          <a:xfrm>
            <a:off x="741988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66A071FD-7FDC-3DD9-E888-FF17F9E2E59A}"/>
              </a:ext>
            </a:extLst>
          </p:cNvPr>
          <p:cNvSpPr/>
          <p:nvPr/>
        </p:nvSpPr>
        <p:spPr>
          <a:xfrm>
            <a:off x="767767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73F5903-F0CA-AD77-9679-E5E0927E97FB}"/>
              </a:ext>
            </a:extLst>
          </p:cNvPr>
          <p:cNvSpPr/>
          <p:nvPr/>
        </p:nvSpPr>
        <p:spPr>
          <a:xfrm>
            <a:off x="793546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226F6C46-E9AD-0B35-21DB-F60F9B75CCE1}"/>
              </a:ext>
            </a:extLst>
          </p:cNvPr>
          <p:cNvSpPr/>
          <p:nvPr/>
        </p:nvSpPr>
        <p:spPr>
          <a:xfrm>
            <a:off x="819325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7176FAFA-AB8D-3ED6-C38C-B7120123354C}"/>
              </a:ext>
            </a:extLst>
          </p:cNvPr>
          <p:cNvSpPr/>
          <p:nvPr/>
        </p:nvSpPr>
        <p:spPr>
          <a:xfrm>
            <a:off x="845104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68A2E6C0-2F04-B024-AE79-FFEAA8D381EC}"/>
              </a:ext>
            </a:extLst>
          </p:cNvPr>
          <p:cNvSpPr/>
          <p:nvPr/>
        </p:nvSpPr>
        <p:spPr>
          <a:xfrm>
            <a:off x="870883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E8AEA425-AD4A-ACFA-6DF3-97E806584DE7}"/>
              </a:ext>
            </a:extLst>
          </p:cNvPr>
          <p:cNvSpPr/>
          <p:nvPr/>
        </p:nvSpPr>
        <p:spPr>
          <a:xfrm>
            <a:off x="842485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26F8AF7-73D1-EF04-513F-9D77B2BBC91F}"/>
              </a:ext>
            </a:extLst>
          </p:cNvPr>
          <p:cNvSpPr/>
          <p:nvPr/>
        </p:nvSpPr>
        <p:spPr>
          <a:xfrm>
            <a:off x="741988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0217013D-AC05-D057-E06A-79553151F1C1}"/>
              </a:ext>
            </a:extLst>
          </p:cNvPr>
          <p:cNvSpPr/>
          <p:nvPr/>
        </p:nvSpPr>
        <p:spPr>
          <a:xfrm>
            <a:off x="767767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58661A7E-D612-2F81-9891-484082434EB5}"/>
              </a:ext>
            </a:extLst>
          </p:cNvPr>
          <p:cNvSpPr/>
          <p:nvPr/>
        </p:nvSpPr>
        <p:spPr>
          <a:xfrm>
            <a:off x="793546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B75472CD-49D9-A51C-013B-53E331BE44B2}"/>
              </a:ext>
            </a:extLst>
          </p:cNvPr>
          <p:cNvSpPr/>
          <p:nvPr/>
        </p:nvSpPr>
        <p:spPr>
          <a:xfrm>
            <a:off x="819325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FBC9127C-508B-1DB8-A822-519500C2D3C1}"/>
              </a:ext>
            </a:extLst>
          </p:cNvPr>
          <p:cNvSpPr/>
          <p:nvPr/>
        </p:nvSpPr>
        <p:spPr>
          <a:xfrm>
            <a:off x="845104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55A822-D6FF-1BD5-2793-AC24E0653904}"/>
              </a:ext>
            </a:extLst>
          </p:cNvPr>
          <p:cNvSpPr/>
          <p:nvPr/>
        </p:nvSpPr>
        <p:spPr>
          <a:xfrm>
            <a:off x="870883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56601D79-4398-283F-A7E9-DA9D709DDAA7}"/>
              </a:ext>
            </a:extLst>
          </p:cNvPr>
          <p:cNvSpPr/>
          <p:nvPr/>
        </p:nvSpPr>
        <p:spPr>
          <a:xfrm>
            <a:off x="8424853" y="335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2FC0FC-8F89-56A8-42FB-E40660250985}"/>
              </a:ext>
            </a:extLst>
          </p:cNvPr>
          <p:cNvSpPr/>
          <p:nvPr/>
        </p:nvSpPr>
        <p:spPr>
          <a:xfrm>
            <a:off x="741988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190F1E9C-F5FB-0C37-B1FC-C315004592B2}"/>
              </a:ext>
            </a:extLst>
          </p:cNvPr>
          <p:cNvSpPr/>
          <p:nvPr/>
        </p:nvSpPr>
        <p:spPr>
          <a:xfrm>
            <a:off x="767767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70C65A7-7495-F332-9FE1-F12970E926B0}"/>
              </a:ext>
            </a:extLst>
          </p:cNvPr>
          <p:cNvSpPr/>
          <p:nvPr/>
        </p:nvSpPr>
        <p:spPr>
          <a:xfrm>
            <a:off x="793546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EAF5D92-F179-1E94-7457-137219C01A87}"/>
              </a:ext>
            </a:extLst>
          </p:cNvPr>
          <p:cNvSpPr/>
          <p:nvPr/>
        </p:nvSpPr>
        <p:spPr>
          <a:xfrm>
            <a:off x="819325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E2C618F-4B6F-60BD-EF06-A9C6B6B08DDA}"/>
              </a:ext>
            </a:extLst>
          </p:cNvPr>
          <p:cNvSpPr/>
          <p:nvPr/>
        </p:nvSpPr>
        <p:spPr>
          <a:xfrm>
            <a:off x="845104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74F0EE1C-7D6D-3153-477B-2454BCAD4A93}"/>
              </a:ext>
            </a:extLst>
          </p:cNvPr>
          <p:cNvSpPr/>
          <p:nvPr/>
        </p:nvSpPr>
        <p:spPr>
          <a:xfrm>
            <a:off x="870883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B9F5EB8A-2989-F907-5F4B-DC35B666610A}"/>
              </a:ext>
            </a:extLst>
          </p:cNvPr>
          <p:cNvSpPr/>
          <p:nvPr/>
        </p:nvSpPr>
        <p:spPr>
          <a:xfrm>
            <a:off x="8424853" y="368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66" name="Arc 365">
            <a:extLst>
              <a:ext uri="{FF2B5EF4-FFF2-40B4-BE49-F238E27FC236}">
                <a16:creationId xmlns:a16="http://schemas.microsoft.com/office/drawing/2014/main" id="{0D825A01-C98E-E675-54AD-48CF188C31B4}"/>
              </a:ext>
            </a:extLst>
          </p:cNvPr>
          <p:cNvSpPr/>
          <p:nvPr/>
        </p:nvSpPr>
        <p:spPr>
          <a:xfrm>
            <a:off x="884274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EA86FF0E-53B3-9522-AFD1-0EA50437B331}"/>
              </a:ext>
            </a:extLst>
          </p:cNvPr>
          <p:cNvSpPr txBox="1"/>
          <p:nvPr/>
        </p:nvSpPr>
        <p:spPr>
          <a:xfrm>
            <a:off x="914897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500" name="Arc 499">
            <a:extLst>
              <a:ext uri="{FF2B5EF4-FFF2-40B4-BE49-F238E27FC236}">
                <a16:creationId xmlns:a16="http://schemas.microsoft.com/office/drawing/2014/main" id="{9636DEEC-BDB6-2F21-11C4-B95E12277EB7}"/>
              </a:ext>
            </a:extLst>
          </p:cNvPr>
          <p:cNvSpPr/>
          <p:nvPr/>
        </p:nvSpPr>
        <p:spPr>
          <a:xfrm>
            <a:off x="220001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486699ED-38CA-6E76-4908-47EAA64C7AC6}"/>
              </a:ext>
            </a:extLst>
          </p:cNvPr>
          <p:cNvSpPr txBox="1"/>
          <p:nvPr/>
        </p:nvSpPr>
        <p:spPr>
          <a:xfrm>
            <a:off x="2506241" y="430341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8EAA0D1-1AA3-339D-005D-420CB90151B7}"/>
              </a:ext>
            </a:extLst>
          </p:cNvPr>
          <p:cNvSpPr/>
          <p:nvPr/>
        </p:nvSpPr>
        <p:spPr>
          <a:xfrm>
            <a:off x="51935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CAEC2A49-E027-E8D3-FD8F-8B1363278893}"/>
              </a:ext>
            </a:extLst>
          </p:cNvPr>
          <p:cNvSpPr/>
          <p:nvPr/>
        </p:nvSpPr>
        <p:spPr>
          <a:xfrm>
            <a:off x="77714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AE1D53F-9268-6743-05A2-0434F1190F15}"/>
              </a:ext>
            </a:extLst>
          </p:cNvPr>
          <p:cNvSpPr/>
          <p:nvPr/>
        </p:nvSpPr>
        <p:spPr>
          <a:xfrm>
            <a:off x="103493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05780D4A-EEED-AB48-22AA-A3EFADE3B1F1}"/>
              </a:ext>
            </a:extLst>
          </p:cNvPr>
          <p:cNvSpPr/>
          <p:nvPr/>
        </p:nvSpPr>
        <p:spPr>
          <a:xfrm>
            <a:off x="129272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55439999-AA91-B60D-1BC0-8DF20AB97D25}"/>
              </a:ext>
            </a:extLst>
          </p:cNvPr>
          <p:cNvSpPr/>
          <p:nvPr/>
        </p:nvSpPr>
        <p:spPr>
          <a:xfrm>
            <a:off x="155052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07F7EA0-9857-2CDD-A1CA-0547E95347ED}"/>
              </a:ext>
            </a:extLst>
          </p:cNvPr>
          <p:cNvSpPr/>
          <p:nvPr/>
        </p:nvSpPr>
        <p:spPr>
          <a:xfrm>
            <a:off x="18083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BE7C73A-0EE2-46C7-4427-6E0589468401}"/>
              </a:ext>
            </a:extLst>
          </p:cNvPr>
          <p:cNvSpPr/>
          <p:nvPr/>
        </p:nvSpPr>
        <p:spPr>
          <a:xfrm>
            <a:off x="206610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44917901-6562-0D1C-7B11-17FE0B47337E}"/>
              </a:ext>
            </a:extLst>
          </p:cNvPr>
          <p:cNvSpPr/>
          <p:nvPr/>
        </p:nvSpPr>
        <p:spPr>
          <a:xfrm>
            <a:off x="1527324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DADD542B-2F52-3763-3215-270D3D6E208F}"/>
              </a:ext>
            </a:extLst>
          </p:cNvPr>
          <p:cNvSpPr/>
          <p:nvPr/>
        </p:nvSpPr>
        <p:spPr>
          <a:xfrm>
            <a:off x="51935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BD96EA6-4BAF-931E-C583-C09E7937F173}"/>
              </a:ext>
            </a:extLst>
          </p:cNvPr>
          <p:cNvSpPr/>
          <p:nvPr/>
        </p:nvSpPr>
        <p:spPr>
          <a:xfrm>
            <a:off x="77714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5C729FE-1CEE-FADD-E9DD-DD531F4AC1E7}"/>
              </a:ext>
            </a:extLst>
          </p:cNvPr>
          <p:cNvSpPr/>
          <p:nvPr/>
        </p:nvSpPr>
        <p:spPr>
          <a:xfrm>
            <a:off x="103493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1936D4FD-61E1-91A0-A3C2-B6BBD14239F2}"/>
              </a:ext>
            </a:extLst>
          </p:cNvPr>
          <p:cNvSpPr/>
          <p:nvPr/>
        </p:nvSpPr>
        <p:spPr>
          <a:xfrm>
            <a:off x="129272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770EAD7F-F271-3C0D-9B8A-15AC861C42C1}"/>
              </a:ext>
            </a:extLst>
          </p:cNvPr>
          <p:cNvSpPr/>
          <p:nvPr/>
        </p:nvSpPr>
        <p:spPr>
          <a:xfrm>
            <a:off x="155052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0DBD682-5A2D-5D30-7FBB-A6A54A3B58AF}"/>
              </a:ext>
            </a:extLst>
          </p:cNvPr>
          <p:cNvSpPr/>
          <p:nvPr/>
        </p:nvSpPr>
        <p:spPr>
          <a:xfrm>
            <a:off x="18083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B6989C43-32B9-10EF-6DC9-4E68EA0A87CA}"/>
              </a:ext>
            </a:extLst>
          </p:cNvPr>
          <p:cNvSpPr/>
          <p:nvPr/>
        </p:nvSpPr>
        <p:spPr>
          <a:xfrm>
            <a:off x="206610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0AFAEBB3-A3C6-95B7-3F4B-1130BAE898B3}"/>
              </a:ext>
            </a:extLst>
          </p:cNvPr>
          <p:cNvSpPr/>
          <p:nvPr/>
        </p:nvSpPr>
        <p:spPr>
          <a:xfrm>
            <a:off x="1527324" y="462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99F5407B-D318-3147-70EB-904278E61223}"/>
              </a:ext>
            </a:extLst>
          </p:cNvPr>
          <p:cNvSpPr/>
          <p:nvPr/>
        </p:nvSpPr>
        <p:spPr>
          <a:xfrm>
            <a:off x="51935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541834C9-7796-5EED-60ED-46BDDCC69BC0}"/>
              </a:ext>
            </a:extLst>
          </p:cNvPr>
          <p:cNvSpPr/>
          <p:nvPr/>
        </p:nvSpPr>
        <p:spPr>
          <a:xfrm>
            <a:off x="77714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CB4BEEAC-EAC8-7131-94D1-A6EC15F4CE4A}"/>
              </a:ext>
            </a:extLst>
          </p:cNvPr>
          <p:cNvSpPr/>
          <p:nvPr/>
        </p:nvSpPr>
        <p:spPr>
          <a:xfrm>
            <a:off x="103493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78C1208-EF05-EA0A-05DA-CD579EB14964}"/>
              </a:ext>
            </a:extLst>
          </p:cNvPr>
          <p:cNvSpPr/>
          <p:nvPr/>
        </p:nvSpPr>
        <p:spPr>
          <a:xfrm>
            <a:off x="129272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2CC0765B-61A0-9A75-5A38-F70CE32BCFC8}"/>
              </a:ext>
            </a:extLst>
          </p:cNvPr>
          <p:cNvSpPr/>
          <p:nvPr/>
        </p:nvSpPr>
        <p:spPr>
          <a:xfrm>
            <a:off x="155052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B268DDF2-C4F4-85B1-4139-DCC8E095EAC9}"/>
              </a:ext>
            </a:extLst>
          </p:cNvPr>
          <p:cNvSpPr/>
          <p:nvPr/>
        </p:nvSpPr>
        <p:spPr>
          <a:xfrm>
            <a:off x="18083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4C3AB24B-5136-581B-B14C-038C3A840A7E}"/>
              </a:ext>
            </a:extLst>
          </p:cNvPr>
          <p:cNvSpPr/>
          <p:nvPr/>
        </p:nvSpPr>
        <p:spPr>
          <a:xfrm>
            <a:off x="206610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9" name="Oval 528">
            <a:extLst>
              <a:ext uri="{FF2B5EF4-FFF2-40B4-BE49-F238E27FC236}">
                <a16:creationId xmlns:a16="http://schemas.microsoft.com/office/drawing/2014/main" id="{5BD5DF69-563D-F6E0-BB27-3420AD229523}"/>
              </a:ext>
            </a:extLst>
          </p:cNvPr>
          <p:cNvSpPr/>
          <p:nvPr/>
        </p:nvSpPr>
        <p:spPr>
          <a:xfrm>
            <a:off x="1527324" y="496015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0" name="Arc 529">
            <a:extLst>
              <a:ext uri="{FF2B5EF4-FFF2-40B4-BE49-F238E27FC236}">
                <a16:creationId xmlns:a16="http://schemas.microsoft.com/office/drawing/2014/main" id="{A8D001D4-ED52-A148-74E1-121BC7DEBA9F}"/>
              </a:ext>
            </a:extLst>
          </p:cNvPr>
          <p:cNvSpPr/>
          <p:nvPr/>
        </p:nvSpPr>
        <p:spPr>
          <a:xfrm>
            <a:off x="220001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B4A92E4-E10D-D783-0E3C-1E9CD3F5330F}"/>
              </a:ext>
            </a:extLst>
          </p:cNvPr>
          <p:cNvSpPr txBox="1"/>
          <p:nvPr/>
        </p:nvSpPr>
        <p:spPr>
          <a:xfrm>
            <a:off x="2506241" y="46918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68" name="Arc 467">
            <a:extLst>
              <a:ext uri="{FF2B5EF4-FFF2-40B4-BE49-F238E27FC236}">
                <a16:creationId xmlns:a16="http://schemas.microsoft.com/office/drawing/2014/main" id="{06706852-E137-8FBA-8C4C-849B323CCB77}"/>
              </a:ext>
            </a:extLst>
          </p:cNvPr>
          <p:cNvSpPr/>
          <p:nvPr/>
        </p:nvSpPr>
        <p:spPr>
          <a:xfrm>
            <a:off x="5510265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1C653CE8-A8FD-159F-FB14-E4E32A74D4ED}"/>
              </a:ext>
            </a:extLst>
          </p:cNvPr>
          <p:cNvSpPr txBox="1"/>
          <p:nvPr/>
        </p:nvSpPr>
        <p:spPr>
          <a:xfrm>
            <a:off x="5816496" y="43034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873B635E-79CD-CE34-1AB5-BA2D9C624178}"/>
              </a:ext>
            </a:extLst>
          </p:cNvPr>
          <p:cNvSpPr/>
          <p:nvPr/>
        </p:nvSpPr>
        <p:spPr>
          <a:xfrm>
            <a:off x="3571816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48C8A14-6572-06C5-E86A-DD6FE5378754}"/>
              </a:ext>
            </a:extLst>
          </p:cNvPr>
          <p:cNvSpPr/>
          <p:nvPr/>
        </p:nvSpPr>
        <p:spPr>
          <a:xfrm>
            <a:off x="382960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3B982D8F-5782-2E6E-8AF0-1C4BC2D289D7}"/>
              </a:ext>
            </a:extLst>
          </p:cNvPr>
          <p:cNvSpPr/>
          <p:nvPr/>
        </p:nvSpPr>
        <p:spPr>
          <a:xfrm>
            <a:off x="408740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73316E5-6AC7-941F-B14A-0E46A5B9DE74}"/>
              </a:ext>
            </a:extLst>
          </p:cNvPr>
          <p:cNvSpPr/>
          <p:nvPr/>
        </p:nvSpPr>
        <p:spPr>
          <a:xfrm>
            <a:off x="4345192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30DD5AD7-858F-4EE5-CED7-D88C835693CD}"/>
              </a:ext>
            </a:extLst>
          </p:cNvPr>
          <p:cNvSpPr/>
          <p:nvPr/>
        </p:nvSpPr>
        <p:spPr>
          <a:xfrm>
            <a:off x="460298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B1901F78-A6EF-CA98-FB5A-C9BB0F21DC9E}"/>
              </a:ext>
            </a:extLst>
          </p:cNvPr>
          <p:cNvSpPr/>
          <p:nvPr/>
        </p:nvSpPr>
        <p:spPr>
          <a:xfrm>
            <a:off x="486077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24CD3066-E2CD-34FE-CD76-3A1DDFD4FB55}"/>
              </a:ext>
            </a:extLst>
          </p:cNvPr>
          <p:cNvSpPr/>
          <p:nvPr/>
        </p:nvSpPr>
        <p:spPr>
          <a:xfrm>
            <a:off x="511856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339A8BFC-4C97-0C53-D1DB-8F92CD6AC001}"/>
              </a:ext>
            </a:extLst>
          </p:cNvPr>
          <p:cNvSpPr/>
          <p:nvPr/>
        </p:nvSpPr>
        <p:spPr>
          <a:xfrm>
            <a:off x="537635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9B4715DE-8EEC-4504-30CC-9A7220ADC82C}"/>
              </a:ext>
            </a:extLst>
          </p:cNvPr>
          <p:cNvSpPr/>
          <p:nvPr/>
        </p:nvSpPr>
        <p:spPr>
          <a:xfrm>
            <a:off x="483281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FD821A67-51CA-0F2D-865F-242577716037}"/>
              </a:ext>
            </a:extLst>
          </p:cNvPr>
          <p:cNvSpPr/>
          <p:nvPr/>
        </p:nvSpPr>
        <p:spPr>
          <a:xfrm>
            <a:off x="3571816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436CF46E-696E-1CD1-2DB9-5A4D2A281BAF}"/>
              </a:ext>
            </a:extLst>
          </p:cNvPr>
          <p:cNvSpPr/>
          <p:nvPr/>
        </p:nvSpPr>
        <p:spPr>
          <a:xfrm>
            <a:off x="382960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2579D2AF-330E-8EA7-C408-18EABABD71A1}"/>
              </a:ext>
            </a:extLst>
          </p:cNvPr>
          <p:cNvSpPr/>
          <p:nvPr/>
        </p:nvSpPr>
        <p:spPr>
          <a:xfrm>
            <a:off x="408740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9EACC2D5-0ADD-3B74-B689-560F4735A193}"/>
              </a:ext>
            </a:extLst>
          </p:cNvPr>
          <p:cNvSpPr/>
          <p:nvPr/>
        </p:nvSpPr>
        <p:spPr>
          <a:xfrm>
            <a:off x="4345192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FB3EDB54-EF2F-A2C3-AA90-239EAA3C0ED4}"/>
              </a:ext>
            </a:extLst>
          </p:cNvPr>
          <p:cNvSpPr/>
          <p:nvPr/>
        </p:nvSpPr>
        <p:spPr>
          <a:xfrm>
            <a:off x="460298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E280841B-5F15-F853-635D-B192229E59CC}"/>
              </a:ext>
            </a:extLst>
          </p:cNvPr>
          <p:cNvSpPr/>
          <p:nvPr/>
        </p:nvSpPr>
        <p:spPr>
          <a:xfrm>
            <a:off x="486077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6C4DE171-7717-F432-54B2-0692EA8E9989}"/>
              </a:ext>
            </a:extLst>
          </p:cNvPr>
          <p:cNvSpPr/>
          <p:nvPr/>
        </p:nvSpPr>
        <p:spPr>
          <a:xfrm>
            <a:off x="511856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E49024C5-CFCE-F688-9320-82CA608C0582}"/>
              </a:ext>
            </a:extLst>
          </p:cNvPr>
          <p:cNvSpPr/>
          <p:nvPr/>
        </p:nvSpPr>
        <p:spPr>
          <a:xfrm>
            <a:off x="537635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B0356D28-0860-CEC4-1C1F-0AFB0EE66A96}"/>
              </a:ext>
            </a:extLst>
          </p:cNvPr>
          <p:cNvSpPr/>
          <p:nvPr/>
        </p:nvSpPr>
        <p:spPr>
          <a:xfrm>
            <a:off x="4832817" y="462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748D13BE-0C37-0B45-8C7A-B9EEDD2827CB}"/>
              </a:ext>
            </a:extLst>
          </p:cNvPr>
          <p:cNvSpPr/>
          <p:nvPr/>
        </p:nvSpPr>
        <p:spPr>
          <a:xfrm>
            <a:off x="3571816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06D3F800-8B6E-75B4-92CF-786F5E947979}"/>
              </a:ext>
            </a:extLst>
          </p:cNvPr>
          <p:cNvSpPr/>
          <p:nvPr/>
        </p:nvSpPr>
        <p:spPr>
          <a:xfrm>
            <a:off x="382960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379D24-A68E-3B8A-0658-571655ADA673}"/>
              </a:ext>
            </a:extLst>
          </p:cNvPr>
          <p:cNvSpPr/>
          <p:nvPr/>
        </p:nvSpPr>
        <p:spPr>
          <a:xfrm>
            <a:off x="408740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71BC5AA-AE03-BED2-DFC0-898612AD122F}"/>
              </a:ext>
            </a:extLst>
          </p:cNvPr>
          <p:cNvSpPr/>
          <p:nvPr/>
        </p:nvSpPr>
        <p:spPr>
          <a:xfrm>
            <a:off x="4345192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48609E1-6201-2878-5BBA-51E6209BC5E1}"/>
              </a:ext>
            </a:extLst>
          </p:cNvPr>
          <p:cNvSpPr/>
          <p:nvPr/>
        </p:nvSpPr>
        <p:spPr>
          <a:xfrm>
            <a:off x="460298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207E931-E27E-9480-574C-61F106C7E21E}"/>
              </a:ext>
            </a:extLst>
          </p:cNvPr>
          <p:cNvSpPr/>
          <p:nvPr/>
        </p:nvSpPr>
        <p:spPr>
          <a:xfrm>
            <a:off x="486077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D7AB3983-6BAE-2E20-47ED-DE442A001038}"/>
              </a:ext>
            </a:extLst>
          </p:cNvPr>
          <p:cNvSpPr/>
          <p:nvPr/>
        </p:nvSpPr>
        <p:spPr>
          <a:xfrm>
            <a:off x="511856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A1DDCF31-AE16-976E-7893-4D5B2F62AD69}"/>
              </a:ext>
            </a:extLst>
          </p:cNvPr>
          <p:cNvSpPr/>
          <p:nvPr/>
        </p:nvSpPr>
        <p:spPr>
          <a:xfrm>
            <a:off x="537635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252B6AFD-9BC3-AF2A-F44D-DDBD16260DD0}"/>
              </a:ext>
            </a:extLst>
          </p:cNvPr>
          <p:cNvSpPr/>
          <p:nvPr/>
        </p:nvSpPr>
        <p:spPr>
          <a:xfrm>
            <a:off x="4832817" y="496015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8" name="Arc 497">
            <a:extLst>
              <a:ext uri="{FF2B5EF4-FFF2-40B4-BE49-F238E27FC236}">
                <a16:creationId xmlns:a16="http://schemas.microsoft.com/office/drawing/2014/main" id="{5313181F-385B-1932-2500-E38E05A59AF0}"/>
              </a:ext>
            </a:extLst>
          </p:cNvPr>
          <p:cNvSpPr/>
          <p:nvPr/>
        </p:nvSpPr>
        <p:spPr>
          <a:xfrm>
            <a:off x="5510265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F3CAA3BE-C0FB-FB8F-2EE6-99ECE29DAE37}"/>
              </a:ext>
            </a:extLst>
          </p:cNvPr>
          <p:cNvSpPr txBox="1"/>
          <p:nvPr/>
        </p:nvSpPr>
        <p:spPr>
          <a:xfrm>
            <a:off x="5816496" y="469185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36" name="Arc 435">
            <a:extLst>
              <a:ext uri="{FF2B5EF4-FFF2-40B4-BE49-F238E27FC236}">
                <a16:creationId xmlns:a16="http://schemas.microsoft.com/office/drawing/2014/main" id="{18C35568-8D0F-13F0-3BA2-D1BDAFFE74A4}"/>
              </a:ext>
            </a:extLst>
          </p:cNvPr>
          <p:cNvSpPr/>
          <p:nvPr/>
        </p:nvSpPr>
        <p:spPr>
          <a:xfrm>
            <a:off x="896657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177C33FC-E980-5679-9F94-F29D8045DD09}"/>
              </a:ext>
            </a:extLst>
          </p:cNvPr>
          <p:cNvSpPr txBox="1"/>
          <p:nvPr/>
        </p:nvSpPr>
        <p:spPr>
          <a:xfrm>
            <a:off x="9272801" y="430341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CD26262-32D4-A72A-DA4B-D42ABA01D9DE}"/>
              </a:ext>
            </a:extLst>
          </p:cNvPr>
          <p:cNvSpPr/>
          <p:nvPr/>
        </p:nvSpPr>
        <p:spPr>
          <a:xfrm>
            <a:off x="7028121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380D9E84-108E-FF3F-980F-15A814F7FAAD}"/>
              </a:ext>
            </a:extLst>
          </p:cNvPr>
          <p:cNvSpPr/>
          <p:nvPr/>
        </p:nvSpPr>
        <p:spPr>
          <a:xfrm>
            <a:off x="72859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C2853180-6F5B-6079-8211-707214522008}"/>
              </a:ext>
            </a:extLst>
          </p:cNvPr>
          <p:cNvSpPr/>
          <p:nvPr/>
        </p:nvSpPr>
        <p:spPr>
          <a:xfrm>
            <a:off x="754370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F73B226-A098-3C2D-D2FF-404BB505AB11}"/>
              </a:ext>
            </a:extLst>
          </p:cNvPr>
          <p:cNvSpPr/>
          <p:nvPr/>
        </p:nvSpPr>
        <p:spPr>
          <a:xfrm>
            <a:off x="780149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BDA32A0-3855-8120-F5E9-3EA0E72823BE}"/>
              </a:ext>
            </a:extLst>
          </p:cNvPr>
          <p:cNvSpPr/>
          <p:nvPr/>
        </p:nvSpPr>
        <p:spPr>
          <a:xfrm>
            <a:off x="805928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83911A1-CA02-6375-CCAA-7B2BE9E3ECA2}"/>
              </a:ext>
            </a:extLst>
          </p:cNvPr>
          <p:cNvSpPr/>
          <p:nvPr/>
        </p:nvSpPr>
        <p:spPr>
          <a:xfrm>
            <a:off x="831708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14A979DF-9D51-2293-F1F8-6B96D9917597}"/>
              </a:ext>
            </a:extLst>
          </p:cNvPr>
          <p:cNvSpPr/>
          <p:nvPr/>
        </p:nvSpPr>
        <p:spPr>
          <a:xfrm>
            <a:off x="857487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5BFBACC0-2D70-0FFC-4C3C-F8763E9EC926}"/>
              </a:ext>
            </a:extLst>
          </p:cNvPr>
          <p:cNvSpPr/>
          <p:nvPr/>
        </p:nvSpPr>
        <p:spPr>
          <a:xfrm>
            <a:off x="883266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096E71E5-0BCE-8F11-D4BE-7E1FF9D6FBE9}"/>
              </a:ext>
            </a:extLst>
          </p:cNvPr>
          <p:cNvSpPr/>
          <p:nvPr/>
        </p:nvSpPr>
        <p:spPr>
          <a:xfrm>
            <a:off x="803194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B81E00C5-778C-6C6D-E2AD-A917DF6AB040}"/>
              </a:ext>
            </a:extLst>
          </p:cNvPr>
          <p:cNvSpPr/>
          <p:nvPr/>
        </p:nvSpPr>
        <p:spPr>
          <a:xfrm>
            <a:off x="7028121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C8A92262-34A9-B676-AAFE-E0B7C96A2E85}"/>
              </a:ext>
            </a:extLst>
          </p:cNvPr>
          <p:cNvSpPr/>
          <p:nvPr/>
        </p:nvSpPr>
        <p:spPr>
          <a:xfrm>
            <a:off x="72859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C8F6C87-D373-1F54-CB1C-409A1D54CD93}"/>
              </a:ext>
            </a:extLst>
          </p:cNvPr>
          <p:cNvSpPr/>
          <p:nvPr/>
        </p:nvSpPr>
        <p:spPr>
          <a:xfrm>
            <a:off x="754370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54CB6B6-A09E-84D0-A2EF-632CAB99AC99}"/>
              </a:ext>
            </a:extLst>
          </p:cNvPr>
          <p:cNvSpPr/>
          <p:nvPr/>
        </p:nvSpPr>
        <p:spPr>
          <a:xfrm>
            <a:off x="780149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8E0BF14F-9741-F374-6D8D-E55232797342}"/>
              </a:ext>
            </a:extLst>
          </p:cNvPr>
          <p:cNvSpPr/>
          <p:nvPr/>
        </p:nvSpPr>
        <p:spPr>
          <a:xfrm>
            <a:off x="805928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E5CD3EF-FF3A-747D-8AED-B1B2065ECDF5}"/>
              </a:ext>
            </a:extLst>
          </p:cNvPr>
          <p:cNvSpPr/>
          <p:nvPr/>
        </p:nvSpPr>
        <p:spPr>
          <a:xfrm>
            <a:off x="831708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D3B80952-507C-710E-2955-9836DFD02B8C}"/>
              </a:ext>
            </a:extLst>
          </p:cNvPr>
          <p:cNvSpPr/>
          <p:nvPr/>
        </p:nvSpPr>
        <p:spPr>
          <a:xfrm>
            <a:off x="857487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776991D-F25F-D0F9-EC5F-ECF4E9CA9B4D}"/>
              </a:ext>
            </a:extLst>
          </p:cNvPr>
          <p:cNvSpPr/>
          <p:nvPr/>
        </p:nvSpPr>
        <p:spPr>
          <a:xfrm>
            <a:off x="883266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ECFF36D6-FBFE-D2E3-1056-3CB8396F3AA5}"/>
              </a:ext>
            </a:extLst>
          </p:cNvPr>
          <p:cNvSpPr/>
          <p:nvPr/>
        </p:nvSpPr>
        <p:spPr>
          <a:xfrm>
            <a:off x="8031947" y="462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34ABD74B-ABF4-7064-70E0-F1D84B279865}"/>
              </a:ext>
            </a:extLst>
          </p:cNvPr>
          <p:cNvSpPr/>
          <p:nvPr/>
        </p:nvSpPr>
        <p:spPr>
          <a:xfrm>
            <a:off x="7028121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F84EC5F9-90EC-C6BE-982E-23FFA010907E}"/>
              </a:ext>
            </a:extLst>
          </p:cNvPr>
          <p:cNvSpPr/>
          <p:nvPr/>
        </p:nvSpPr>
        <p:spPr>
          <a:xfrm>
            <a:off x="72859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DE5B9C8E-14C5-3B72-A73F-FB08115E6CE0}"/>
              </a:ext>
            </a:extLst>
          </p:cNvPr>
          <p:cNvSpPr/>
          <p:nvPr/>
        </p:nvSpPr>
        <p:spPr>
          <a:xfrm>
            <a:off x="754370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50FCC98D-2C02-014A-D07B-6A4420555F63}"/>
              </a:ext>
            </a:extLst>
          </p:cNvPr>
          <p:cNvSpPr/>
          <p:nvPr/>
        </p:nvSpPr>
        <p:spPr>
          <a:xfrm>
            <a:off x="780149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AE93527E-5B7A-23D2-83A1-E7331E23550A}"/>
              </a:ext>
            </a:extLst>
          </p:cNvPr>
          <p:cNvSpPr/>
          <p:nvPr/>
        </p:nvSpPr>
        <p:spPr>
          <a:xfrm>
            <a:off x="805928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7DE867B-357D-1E1E-33AF-CE661649A33B}"/>
              </a:ext>
            </a:extLst>
          </p:cNvPr>
          <p:cNvSpPr/>
          <p:nvPr/>
        </p:nvSpPr>
        <p:spPr>
          <a:xfrm>
            <a:off x="831708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BDB302C-E19A-B90F-906A-0A6476D8F9EF}"/>
              </a:ext>
            </a:extLst>
          </p:cNvPr>
          <p:cNvSpPr/>
          <p:nvPr/>
        </p:nvSpPr>
        <p:spPr>
          <a:xfrm>
            <a:off x="857487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E5E9A676-BB14-8AC7-15C7-8EE008D06E87}"/>
              </a:ext>
            </a:extLst>
          </p:cNvPr>
          <p:cNvSpPr/>
          <p:nvPr/>
        </p:nvSpPr>
        <p:spPr>
          <a:xfrm>
            <a:off x="883266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12925B17-9FEA-352A-E43E-CAC6B0FC0ECA}"/>
              </a:ext>
            </a:extLst>
          </p:cNvPr>
          <p:cNvSpPr/>
          <p:nvPr/>
        </p:nvSpPr>
        <p:spPr>
          <a:xfrm>
            <a:off x="8031947" y="496015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6" name="Arc 465">
            <a:extLst>
              <a:ext uri="{FF2B5EF4-FFF2-40B4-BE49-F238E27FC236}">
                <a16:creationId xmlns:a16="http://schemas.microsoft.com/office/drawing/2014/main" id="{A1951DBE-3A08-1232-C132-75C00113E776}"/>
              </a:ext>
            </a:extLst>
          </p:cNvPr>
          <p:cNvSpPr/>
          <p:nvPr/>
        </p:nvSpPr>
        <p:spPr>
          <a:xfrm>
            <a:off x="896657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7AAA7B20-27B9-9DC2-75FC-6AA36BF811BA}"/>
              </a:ext>
            </a:extLst>
          </p:cNvPr>
          <p:cNvSpPr txBox="1"/>
          <p:nvPr/>
        </p:nvSpPr>
        <p:spPr>
          <a:xfrm>
            <a:off x="9272801" y="46918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2" name="Arc 531">
            <a:extLst>
              <a:ext uri="{FF2B5EF4-FFF2-40B4-BE49-F238E27FC236}">
                <a16:creationId xmlns:a16="http://schemas.microsoft.com/office/drawing/2014/main" id="{DCB0AA0B-B156-9400-5BDB-1A1318857C0F}"/>
              </a:ext>
            </a:extLst>
          </p:cNvPr>
          <p:cNvSpPr/>
          <p:nvPr/>
        </p:nvSpPr>
        <p:spPr>
          <a:xfrm>
            <a:off x="225716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2629B52B-31D6-8AAD-88A3-A5247B5EE001}"/>
              </a:ext>
            </a:extLst>
          </p:cNvPr>
          <p:cNvSpPr txBox="1"/>
          <p:nvPr/>
        </p:nvSpPr>
        <p:spPr>
          <a:xfrm>
            <a:off x="2563391" y="557678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8054AA2E-A597-23C0-1F96-EEEFEFB0C1FA}"/>
              </a:ext>
            </a:extLst>
          </p:cNvPr>
          <p:cNvSpPr/>
          <p:nvPr/>
        </p:nvSpPr>
        <p:spPr>
          <a:xfrm>
            <a:off x="31871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201F451E-9B1C-56D1-911A-B82A066B83E8}"/>
              </a:ext>
            </a:extLst>
          </p:cNvPr>
          <p:cNvSpPr/>
          <p:nvPr/>
        </p:nvSpPr>
        <p:spPr>
          <a:xfrm>
            <a:off x="57650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24E5488-6A97-E386-1607-6956E3B42526}"/>
              </a:ext>
            </a:extLst>
          </p:cNvPr>
          <p:cNvSpPr/>
          <p:nvPr/>
        </p:nvSpPr>
        <p:spPr>
          <a:xfrm>
            <a:off x="83429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4CA3350A-8729-FE63-E2AA-B38DF4B59633}"/>
              </a:ext>
            </a:extLst>
          </p:cNvPr>
          <p:cNvSpPr/>
          <p:nvPr/>
        </p:nvSpPr>
        <p:spPr>
          <a:xfrm>
            <a:off x="109208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F4DEB7E6-B86D-48B0-EFB2-F2159F52D287}"/>
              </a:ext>
            </a:extLst>
          </p:cNvPr>
          <p:cNvSpPr/>
          <p:nvPr/>
        </p:nvSpPr>
        <p:spPr>
          <a:xfrm>
            <a:off x="134987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FBB29C0A-69D3-7705-42D1-32251A9F4E31}"/>
              </a:ext>
            </a:extLst>
          </p:cNvPr>
          <p:cNvSpPr/>
          <p:nvPr/>
        </p:nvSpPr>
        <p:spPr>
          <a:xfrm>
            <a:off x="160767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2ED3573-E883-BAB5-C2A0-3C23A038ECA7}"/>
              </a:ext>
            </a:extLst>
          </p:cNvPr>
          <p:cNvSpPr/>
          <p:nvPr/>
        </p:nvSpPr>
        <p:spPr>
          <a:xfrm>
            <a:off x="186546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8310CBA4-B615-48C0-E853-A34BDDECC52F}"/>
              </a:ext>
            </a:extLst>
          </p:cNvPr>
          <p:cNvSpPr/>
          <p:nvPr/>
        </p:nvSpPr>
        <p:spPr>
          <a:xfrm>
            <a:off x="212325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AA510C52-39CD-3ED6-5B36-04857689E982}"/>
              </a:ext>
            </a:extLst>
          </p:cNvPr>
          <p:cNvSpPr/>
          <p:nvPr/>
        </p:nvSpPr>
        <p:spPr>
          <a:xfrm>
            <a:off x="132491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022A191F-944C-EEF3-272A-338472821731}"/>
              </a:ext>
            </a:extLst>
          </p:cNvPr>
          <p:cNvSpPr/>
          <p:nvPr/>
        </p:nvSpPr>
        <p:spPr>
          <a:xfrm>
            <a:off x="31871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1AE9B2EB-4C82-D571-C9FF-151BD77FD2FA}"/>
              </a:ext>
            </a:extLst>
          </p:cNvPr>
          <p:cNvSpPr/>
          <p:nvPr/>
        </p:nvSpPr>
        <p:spPr>
          <a:xfrm>
            <a:off x="57650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04CFE37A-F600-6D7F-D5D7-560D46DA3FFD}"/>
              </a:ext>
            </a:extLst>
          </p:cNvPr>
          <p:cNvSpPr/>
          <p:nvPr/>
        </p:nvSpPr>
        <p:spPr>
          <a:xfrm>
            <a:off x="83429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93D82848-D204-9688-4829-159BF98DC899}"/>
              </a:ext>
            </a:extLst>
          </p:cNvPr>
          <p:cNvSpPr/>
          <p:nvPr/>
        </p:nvSpPr>
        <p:spPr>
          <a:xfrm>
            <a:off x="109208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9077FA-3C32-D472-2CD5-58EABE72E9F9}"/>
              </a:ext>
            </a:extLst>
          </p:cNvPr>
          <p:cNvSpPr/>
          <p:nvPr/>
        </p:nvSpPr>
        <p:spPr>
          <a:xfrm>
            <a:off x="134987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CC7B7333-A591-F877-DB46-045EA1AC9A98}"/>
              </a:ext>
            </a:extLst>
          </p:cNvPr>
          <p:cNvSpPr/>
          <p:nvPr/>
        </p:nvSpPr>
        <p:spPr>
          <a:xfrm>
            <a:off x="160767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D92B8D30-4533-069E-DCAB-4B32985F99E6}"/>
              </a:ext>
            </a:extLst>
          </p:cNvPr>
          <p:cNvSpPr/>
          <p:nvPr/>
        </p:nvSpPr>
        <p:spPr>
          <a:xfrm>
            <a:off x="186546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F60E4940-CA1F-A378-D21B-C09D5B11A3C6}"/>
              </a:ext>
            </a:extLst>
          </p:cNvPr>
          <p:cNvSpPr/>
          <p:nvPr/>
        </p:nvSpPr>
        <p:spPr>
          <a:xfrm>
            <a:off x="212325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2" name="Oval 551">
            <a:extLst>
              <a:ext uri="{FF2B5EF4-FFF2-40B4-BE49-F238E27FC236}">
                <a16:creationId xmlns:a16="http://schemas.microsoft.com/office/drawing/2014/main" id="{8A7B6F0D-9B20-D02A-4C82-CE20F92BBE3E}"/>
              </a:ext>
            </a:extLst>
          </p:cNvPr>
          <p:cNvSpPr/>
          <p:nvPr/>
        </p:nvSpPr>
        <p:spPr>
          <a:xfrm>
            <a:off x="1324918" y="5900153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EC8506D2-0D3C-08D1-2051-36C435923C3B}"/>
              </a:ext>
            </a:extLst>
          </p:cNvPr>
          <p:cNvSpPr/>
          <p:nvPr/>
        </p:nvSpPr>
        <p:spPr>
          <a:xfrm>
            <a:off x="31871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F76E7A9F-660D-81CB-7168-3CEEFBDFF599}"/>
              </a:ext>
            </a:extLst>
          </p:cNvPr>
          <p:cNvSpPr/>
          <p:nvPr/>
        </p:nvSpPr>
        <p:spPr>
          <a:xfrm>
            <a:off x="57650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9BEA0BE9-B80A-BC1B-EB90-061E2DF49BFB}"/>
              </a:ext>
            </a:extLst>
          </p:cNvPr>
          <p:cNvSpPr/>
          <p:nvPr/>
        </p:nvSpPr>
        <p:spPr>
          <a:xfrm>
            <a:off x="83429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8D0FE1CD-6C63-C5FA-2C14-EFC0EBDE765D}"/>
              </a:ext>
            </a:extLst>
          </p:cNvPr>
          <p:cNvSpPr/>
          <p:nvPr/>
        </p:nvSpPr>
        <p:spPr>
          <a:xfrm>
            <a:off x="109208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5D530387-B069-417E-A7B4-C8E57393E240}"/>
              </a:ext>
            </a:extLst>
          </p:cNvPr>
          <p:cNvSpPr/>
          <p:nvPr/>
        </p:nvSpPr>
        <p:spPr>
          <a:xfrm>
            <a:off x="134987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C4B6B4EF-2AA5-D8C6-F0A5-DCC153911B0F}"/>
              </a:ext>
            </a:extLst>
          </p:cNvPr>
          <p:cNvSpPr/>
          <p:nvPr/>
        </p:nvSpPr>
        <p:spPr>
          <a:xfrm>
            <a:off x="160767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5644ACD8-561F-7DA2-48DC-C22D36D585DA}"/>
              </a:ext>
            </a:extLst>
          </p:cNvPr>
          <p:cNvSpPr/>
          <p:nvPr/>
        </p:nvSpPr>
        <p:spPr>
          <a:xfrm>
            <a:off x="186546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FAE901A2-93A7-B5AA-8526-C8DBEF015A62}"/>
              </a:ext>
            </a:extLst>
          </p:cNvPr>
          <p:cNvSpPr/>
          <p:nvPr/>
        </p:nvSpPr>
        <p:spPr>
          <a:xfrm>
            <a:off x="212325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1" name="Oval 560">
            <a:extLst>
              <a:ext uri="{FF2B5EF4-FFF2-40B4-BE49-F238E27FC236}">
                <a16:creationId xmlns:a16="http://schemas.microsoft.com/office/drawing/2014/main" id="{28E3B6EE-A0C3-71F2-EFD4-B9C3B5D70AB7}"/>
              </a:ext>
            </a:extLst>
          </p:cNvPr>
          <p:cNvSpPr/>
          <p:nvPr/>
        </p:nvSpPr>
        <p:spPr>
          <a:xfrm>
            <a:off x="1324918" y="6233528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2" name="Arc 561">
            <a:extLst>
              <a:ext uri="{FF2B5EF4-FFF2-40B4-BE49-F238E27FC236}">
                <a16:creationId xmlns:a16="http://schemas.microsoft.com/office/drawing/2014/main" id="{BE6A1BE9-66BC-AEB3-6240-7CE4DBF1828D}"/>
              </a:ext>
            </a:extLst>
          </p:cNvPr>
          <p:cNvSpPr/>
          <p:nvPr/>
        </p:nvSpPr>
        <p:spPr>
          <a:xfrm>
            <a:off x="225716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EC124B2B-4E49-6312-4DCB-BB5BF143AC09}"/>
              </a:ext>
            </a:extLst>
          </p:cNvPr>
          <p:cNvSpPr txBox="1"/>
          <p:nvPr/>
        </p:nvSpPr>
        <p:spPr>
          <a:xfrm>
            <a:off x="2563391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4" name="Arc 563">
            <a:extLst>
              <a:ext uri="{FF2B5EF4-FFF2-40B4-BE49-F238E27FC236}">
                <a16:creationId xmlns:a16="http://schemas.microsoft.com/office/drawing/2014/main" id="{B9822196-0994-719C-C3C7-D864FE60653F}"/>
              </a:ext>
            </a:extLst>
          </p:cNvPr>
          <p:cNvSpPr/>
          <p:nvPr/>
        </p:nvSpPr>
        <p:spPr>
          <a:xfrm>
            <a:off x="567219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282CC0EC-74DA-2A6B-1077-CCDDE6C35C40}"/>
              </a:ext>
            </a:extLst>
          </p:cNvPr>
          <p:cNvSpPr txBox="1"/>
          <p:nvPr/>
        </p:nvSpPr>
        <p:spPr>
          <a:xfrm>
            <a:off x="5978421" y="557678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2B78720C-C4DD-6B44-B6DC-8677C31156A1}"/>
              </a:ext>
            </a:extLst>
          </p:cNvPr>
          <p:cNvSpPr/>
          <p:nvPr/>
        </p:nvSpPr>
        <p:spPr>
          <a:xfrm>
            <a:off x="373374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EF1ED8DA-0CED-A26C-CA03-FE14BC172B41}"/>
              </a:ext>
            </a:extLst>
          </p:cNvPr>
          <p:cNvSpPr/>
          <p:nvPr/>
        </p:nvSpPr>
        <p:spPr>
          <a:xfrm>
            <a:off x="399153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6A7ACD0F-5B66-C9CB-A9CB-8DBEA5F4525F}"/>
              </a:ext>
            </a:extLst>
          </p:cNvPr>
          <p:cNvSpPr/>
          <p:nvPr/>
        </p:nvSpPr>
        <p:spPr>
          <a:xfrm>
            <a:off x="424932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A5351B00-3B2F-7AA0-9B88-6F84F6BC14C2}"/>
              </a:ext>
            </a:extLst>
          </p:cNvPr>
          <p:cNvSpPr/>
          <p:nvPr/>
        </p:nvSpPr>
        <p:spPr>
          <a:xfrm>
            <a:off x="450711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7536721E-2C66-06AA-FBFD-7AAE380D6669}"/>
              </a:ext>
            </a:extLst>
          </p:cNvPr>
          <p:cNvSpPr/>
          <p:nvPr/>
        </p:nvSpPr>
        <p:spPr>
          <a:xfrm>
            <a:off x="476490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00F991F6-A1C1-CA8B-3448-9AAFDEF58C3F}"/>
              </a:ext>
            </a:extLst>
          </p:cNvPr>
          <p:cNvSpPr/>
          <p:nvPr/>
        </p:nvSpPr>
        <p:spPr>
          <a:xfrm>
            <a:off x="502270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76F6D08E-57A0-22EF-FEF8-EBCAB9849A91}"/>
              </a:ext>
            </a:extLst>
          </p:cNvPr>
          <p:cNvSpPr/>
          <p:nvPr/>
        </p:nvSpPr>
        <p:spPr>
          <a:xfrm>
            <a:off x="528049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9F3184B9-D4C8-19AB-C5AB-DAF61EED0B1E}"/>
              </a:ext>
            </a:extLst>
          </p:cNvPr>
          <p:cNvSpPr/>
          <p:nvPr/>
        </p:nvSpPr>
        <p:spPr>
          <a:xfrm>
            <a:off x="553828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4B363B84-8487-D790-C741-5F60DAF0B8B1}"/>
              </a:ext>
            </a:extLst>
          </p:cNvPr>
          <p:cNvSpPr/>
          <p:nvPr/>
        </p:nvSpPr>
        <p:spPr>
          <a:xfrm>
            <a:off x="4479157" y="5560196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D45AA9-6F23-ACE4-5334-CA2775B71F34}"/>
              </a:ext>
            </a:extLst>
          </p:cNvPr>
          <p:cNvSpPr/>
          <p:nvPr/>
        </p:nvSpPr>
        <p:spPr>
          <a:xfrm>
            <a:off x="373374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BB9A9B12-48EC-5A7E-68EE-1F087CF9FDB1}"/>
              </a:ext>
            </a:extLst>
          </p:cNvPr>
          <p:cNvSpPr/>
          <p:nvPr/>
        </p:nvSpPr>
        <p:spPr>
          <a:xfrm>
            <a:off x="399153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C42E1E0-AA47-C53A-FC83-805E00CF3041}"/>
              </a:ext>
            </a:extLst>
          </p:cNvPr>
          <p:cNvSpPr/>
          <p:nvPr/>
        </p:nvSpPr>
        <p:spPr>
          <a:xfrm>
            <a:off x="424932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6FF17F28-29E2-F841-E352-84FDB43BDA7F}"/>
              </a:ext>
            </a:extLst>
          </p:cNvPr>
          <p:cNvSpPr/>
          <p:nvPr/>
        </p:nvSpPr>
        <p:spPr>
          <a:xfrm>
            <a:off x="450711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BDC22222-2179-93F8-13EA-8743DA6DF444}"/>
              </a:ext>
            </a:extLst>
          </p:cNvPr>
          <p:cNvSpPr/>
          <p:nvPr/>
        </p:nvSpPr>
        <p:spPr>
          <a:xfrm>
            <a:off x="476490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04CA597-8E20-24FC-83B6-48E1BD47FB4B}"/>
              </a:ext>
            </a:extLst>
          </p:cNvPr>
          <p:cNvSpPr/>
          <p:nvPr/>
        </p:nvSpPr>
        <p:spPr>
          <a:xfrm>
            <a:off x="502270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E4B5E81A-4F70-C1F9-1531-548B22E2E23C}"/>
              </a:ext>
            </a:extLst>
          </p:cNvPr>
          <p:cNvSpPr/>
          <p:nvPr/>
        </p:nvSpPr>
        <p:spPr>
          <a:xfrm>
            <a:off x="528049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70B6E3CE-3229-201E-40CB-8E4A4D1BD56F}"/>
              </a:ext>
            </a:extLst>
          </p:cNvPr>
          <p:cNvSpPr/>
          <p:nvPr/>
        </p:nvSpPr>
        <p:spPr>
          <a:xfrm>
            <a:off x="553828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A0E28D47-E085-F665-D925-83A4E5DE30AA}"/>
              </a:ext>
            </a:extLst>
          </p:cNvPr>
          <p:cNvSpPr/>
          <p:nvPr/>
        </p:nvSpPr>
        <p:spPr>
          <a:xfrm>
            <a:off x="4479157" y="5893571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258F9F9E-EC5C-BD7C-E791-66103C815E2F}"/>
              </a:ext>
            </a:extLst>
          </p:cNvPr>
          <p:cNvSpPr/>
          <p:nvPr/>
        </p:nvSpPr>
        <p:spPr>
          <a:xfrm>
            <a:off x="373374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792244D0-1203-2739-2F99-2C19722F7DF8}"/>
              </a:ext>
            </a:extLst>
          </p:cNvPr>
          <p:cNvSpPr/>
          <p:nvPr/>
        </p:nvSpPr>
        <p:spPr>
          <a:xfrm>
            <a:off x="399153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16A5D9BF-E5FC-8897-1A62-284BA8033195}"/>
              </a:ext>
            </a:extLst>
          </p:cNvPr>
          <p:cNvSpPr/>
          <p:nvPr/>
        </p:nvSpPr>
        <p:spPr>
          <a:xfrm>
            <a:off x="424932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1FA925CD-5447-3FF8-AF2F-E0EC7EAE6994}"/>
              </a:ext>
            </a:extLst>
          </p:cNvPr>
          <p:cNvSpPr/>
          <p:nvPr/>
        </p:nvSpPr>
        <p:spPr>
          <a:xfrm>
            <a:off x="450711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E111F8A7-7DAB-F7B9-A8A2-0C03F535C5AF}"/>
              </a:ext>
            </a:extLst>
          </p:cNvPr>
          <p:cNvSpPr/>
          <p:nvPr/>
        </p:nvSpPr>
        <p:spPr>
          <a:xfrm>
            <a:off x="476490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B2F8FCEF-5AA1-0CE5-008A-5927DD0B206D}"/>
              </a:ext>
            </a:extLst>
          </p:cNvPr>
          <p:cNvSpPr/>
          <p:nvPr/>
        </p:nvSpPr>
        <p:spPr>
          <a:xfrm>
            <a:off x="502270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E3D2A3E0-AAE2-B414-EDD0-585DED50EF2C}"/>
              </a:ext>
            </a:extLst>
          </p:cNvPr>
          <p:cNvSpPr/>
          <p:nvPr/>
        </p:nvSpPr>
        <p:spPr>
          <a:xfrm>
            <a:off x="528049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99BC6536-71C9-6E86-BECE-76B14916BB2C}"/>
              </a:ext>
            </a:extLst>
          </p:cNvPr>
          <p:cNvSpPr/>
          <p:nvPr/>
        </p:nvSpPr>
        <p:spPr>
          <a:xfrm>
            <a:off x="553828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3" name="Oval 592">
            <a:extLst>
              <a:ext uri="{FF2B5EF4-FFF2-40B4-BE49-F238E27FC236}">
                <a16:creationId xmlns:a16="http://schemas.microsoft.com/office/drawing/2014/main" id="{0BF1391D-91BF-E522-6EB7-72682DEF1A10}"/>
              </a:ext>
            </a:extLst>
          </p:cNvPr>
          <p:cNvSpPr/>
          <p:nvPr/>
        </p:nvSpPr>
        <p:spPr>
          <a:xfrm>
            <a:off x="4479157" y="6226946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94" name="Arc 593">
            <a:extLst>
              <a:ext uri="{FF2B5EF4-FFF2-40B4-BE49-F238E27FC236}">
                <a16:creationId xmlns:a16="http://schemas.microsoft.com/office/drawing/2014/main" id="{2E3937DD-6E43-5CAE-CB3E-49F668FA69A3}"/>
              </a:ext>
            </a:extLst>
          </p:cNvPr>
          <p:cNvSpPr/>
          <p:nvPr/>
        </p:nvSpPr>
        <p:spPr>
          <a:xfrm>
            <a:off x="567219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AA2FDBE1-821E-18B0-18A5-1E81BC7999F5}"/>
              </a:ext>
            </a:extLst>
          </p:cNvPr>
          <p:cNvSpPr txBox="1"/>
          <p:nvPr/>
        </p:nvSpPr>
        <p:spPr>
          <a:xfrm>
            <a:off x="5978421" y="596523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96" name="Arc 595">
            <a:extLst>
              <a:ext uri="{FF2B5EF4-FFF2-40B4-BE49-F238E27FC236}">
                <a16:creationId xmlns:a16="http://schemas.microsoft.com/office/drawing/2014/main" id="{92E71B9C-430A-9440-B042-7613D54A7132}"/>
              </a:ext>
            </a:extLst>
          </p:cNvPr>
          <p:cNvSpPr/>
          <p:nvPr/>
        </p:nvSpPr>
        <p:spPr>
          <a:xfrm>
            <a:off x="8880845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CA97D6F8-8DF4-1FFF-B087-EAE20282D19F}"/>
              </a:ext>
            </a:extLst>
          </p:cNvPr>
          <p:cNvSpPr txBox="1"/>
          <p:nvPr/>
        </p:nvSpPr>
        <p:spPr>
          <a:xfrm>
            <a:off x="9187076" y="5576786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×10000</a:t>
            </a: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94D14DB2-0098-1241-4B2F-BE32D6CDD9A1}"/>
              </a:ext>
            </a:extLst>
          </p:cNvPr>
          <p:cNvSpPr/>
          <p:nvPr/>
        </p:nvSpPr>
        <p:spPr>
          <a:xfrm>
            <a:off x="6942396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114DCDA3-07A7-1E58-1494-BE29407BAFDC}"/>
              </a:ext>
            </a:extLst>
          </p:cNvPr>
          <p:cNvSpPr/>
          <p:nvPr/>
        </p:nvSpPr>
        <p:spPr>
          <a:xfrm>
            <a:off x="720018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165E0B95-3CB6-7092-1A9F-2630152CD231}"/>
              </a:ext>
            </a:extLst>
          </p:cNvPr>
          <p:cNvSpPr/>
          <p:nvPr/>
        </p:nvSpPr>
        <p:spPr>
          <a:xfrm>
            <a:off x="745798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10F2A6D-17B2-BC5F-115B-B926E2C7950C}"/>
              </a:ext>
            </a:extLst>
          </p:cNvPr>
          <p:cNvSpPr/>
          <p:nvPr/>
        </p:nvSpPr>
        <p:spPr>
          <a:xfrm>
            <a:off x="7715772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2B5523CE-B003-CAAB-E445-BE75C0262537}"/>
              </a:ext>
            </a:extLst>
          </p:cNvPr>
          <p:cNvSpPr/>
          <p:nvPr/>
        </p:nvSpPr>
        <p:spPr>
          <a:xfrm>
            <a:off x="797356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088AC3A7-CC41-DDB8-F3A1-B68ADE8E8E74}"/>
              </a:ext>
            </a:extLst>
          </p:cNvPr>
          <p:cNvSpPr/>
          <p:nvPr/>
        </p:nvSpPr>
        <p:spPr>
          <a:xfrm>
            <a:off x="823135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004E8F62-74EE-C7E5-329D-BE75FDEAA59F}"/>
              </a:ext>
            </a:extLst>
          </p:cNvPr>
          <p:cNvSpPr/>
          <p:nvPr/>
        </p:nvSpPr>
        <p:spPr>
          <a:xfrm>
            <a:off x="848914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B57C10CA-24AA-3761-2EB6-FD3F458FA220}"/>
              </a:ext>
            </a:extLst>
          </p:cNvPr>
          <p:cNvSpPr/>
          <p:nvPr/>
        </p:nvSpPr>
        <p:spPr>
          <a:xfrm>
            <a:off x="874693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4D3A883B-4AFE-9EA8-2D37-EB4CC4C48837}"/>
              </a:ext>
            </a:extLst>
          </p:cNvPr>
          <p:cNvSpPr/>
          <p:nvPr/>
        </p:nvSpPr>
        <p:spPr>
          <a:xfrm>
            <a:off x="820577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621CF6D-212F-A318-1C12-545B62A5C2B3}"/>
              </a:ext>
            </a:extLst>
          </p:cNvPr>
          <p:cNvSpPr/>
          <p:nvPr/>
        </p:nvSpPr>
        <p:spPr>
          <a:xfrm>
            <a:off x="6942396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34154D7E-8690-BE5D-3AF9-8FFB0D60CFD0}"/>
              </a:ext>
            </a:extLst>
          </p:cNvPr>
          <p:cNvSpPr/>
          <p:nvPr/>
        </p:nvSpPr>
        <p:spPr>
          <a:xfrm>
            <a:off x="720018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23456E40-74DA-20C3-F2C1-C93980EB9CEB}"/>
              </a:ext>
            </a:extLst>
          </p:cNvPr>
          <p:cNvSpPr/>
          <p:nvPr/>
        </p:nvSpPr>
        <p:spPr>
          <a:xfrm>
            <a:off x="745798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269DC048-F32E-7C59-8978-838608CB8502}"/>
              </a:ext>
            </a:extLst>
          </p:cNvPr>
          <p:cNvSpPr/>
          <p:nvPr/>
        </p:nvSpPr>
        <p:spPr>
          <a:xfrm>
            <a:off x="7715772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8DB00E1E-38E4-B275-1C7C-3341DE61480D}"/>
              </a:ext>
            </a:extLst>
          </p:cNvPr>
          <p:cNvSpPr/>
          <p:nvPr/>
        </p:nvSpPr>
        <p:spPr>
          <a:xfrm>
            <a:off x="797356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24490C70-AF91-7E17-AB94-C3DAD7E97605}"/>
              </a:ext>
            </a:extLst>
          </p:cNvPr>
          <p:cNvSpPr/>
          <p:nvPr/>
        </p:nvSpPr>
        <p:spPr>
          <a:xfrm>
            <a:off x="823135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4B13C6DA-C8D6-E14F-ACC4-E6D90C218DBB}"/>
              </a:ext>
            </a:extLst>
          </p:cNvPr>
          <p:cNvSpPr/>
          <p:nvPr/>
        </p:nvSpPr>
        <p:spPr>
          <a:xfrm>
            <a:off x="848914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27B7FB72-244B-6A0E-DCE6-14D4ABD33A58}"/>
              </a:ext>
            </a:extLst>
          </p:cNvPr>
          <p:cNvSpPr/>
          <p:nvPr/>
        </p:nvSpPr>
        <p:spPr>
          <a:xfrm>
            <a:off x="874693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6" name="Oval 615">
            <a:extLst>
              <a:ext uri="{FF2B5EF4-FFF2-40B4-BE49-F238E27FC236}">
                <a16:creationId xmlns:a16="http://schemas.microsoft.com/office/drawing/2014/main" id="{8BBA37D3-6E86-385B-1014-B069D05595D8}"/>
              </a:ext>
            </a:extLst>
          </p:cNvPr>
          <p:cNvSpPr/>
          <p:nvPr/>
        </p:nvSpPr>
        <p:spPr>
          <a:xfrm>
            <a:off x="8205778" y="5900153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87C375EB-CF32-21D7-87EF-4E7906BE17E5}"/>
              </a:ext>
            </a:extLst>
          </p:cNvPr>
          <p:cNvSpPr/>
          <p:nvPr/>
        </p:nvSpPr>
        <p:spPr>
          <a:xfrm>
            <a:off x="6942396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E334E1B5-3151-9351-F283-A9A1ED65EE77}"/>
              </a:ext>
            </a:extLst>
          </p:cNvPr>
          <p:cNvSpPr/>
          <p:nvPr/>
        </p:nvSpPr>
        <p:spPr>
          <a:xfrm>
            <a:off x="720018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DC598F9-3489-C959-809C-B31288C7FFF2}"/>
              </a:ext>
            </a:extLst>
          </p:cNvPr>
          <p:cNvSpPr/>
          <p:nvPr/>
        </p:nvSpPr>
        <p:spPr>
          <a:xfrm>
            <a:off x="745798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681EC98F-B941-4143-8CC5-B63202FC6864}"/>
              </a:ext>
            </a:extLst>
          </p:cNvPr>
          <p:cNvSpPr/>
          <p:nvPr/>
        </p:nvSpPr>
        <p:spPr>
          <a:xfrm>
            <a:off x="7715772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6CAA7E9E-F825-6B8E-F2FF-506D8263610C}"/>
              </a:ext>
            </a:extLst>
          </p:cNvPr>
          <p:cNvSpPr/>
          <p:nvPr/>
        </p:nvSpPr>
        <p:spPr>
          <a:xfrm>
            <a:off x="797356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881A5E93-40F4-6C50-C14D-7DFDB9BEEE05}"/>
              </a:ext>
            </a:extLst>
          </p:cNvPr>
          <p:cNvSpPr/>
          <p:nvPr/>
        </p:nvSpPr>
        <p:spPr>
          <a:xfrm>
            <a:off x="823135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902BD2E1-EECB-22DB-3803-6323CF746297}"/>
              </a:ext>
            </a:extLst>
          </p:cNvPr>
          <p:cNvSpPr/>
          <p:nvPr/>
        </p:nvSpPr>
        <p:spPr>
          <a:xfrm>
            <a:off x="848914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D35441A4-40CB-EF59-EB55-E6567EA506CD}"/>
              </a:ext>
            </a:extLst>
          </p:cNvPr>
          <p:cNvSpPr/>
          <p:nvPr/>
        </p:nvSpPr>
        <p:spPr>
          <a:xfrm>
            <a:off x="874693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63831FEE-26A2-C1A8-7D2E-E65C1742660B}"/>
              </a:ext>
            </a:extLst>
          </p:cNvPr>
          <p:cNvSpPr/>
          <p:nvPr/>
        </p:nvSpPr>
        <p:spPr>
          <a:xfrm>
            <a:off x="8205778" y="6233528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Arc 625">
            <a:extLst>
              <a:ext uri="{FF2B5EF4-FFF2-40B4-BE49-F238E27FC236}">
                <a16:creationId xmlns:a16="http://schemas.microsoft.com/office/drawing/2014/main" id="{D16088E4-FF58-4FC9-34D6-DFF4C7549235}"/>
              </a:ext>
            </a:extLst>
          </p:cNvPr>
          <p:cNvSpPr/>
          <p:nvPr/>
        </p:nvSpPr>
        <p:spPr>
          <a:xfrm>
            <a:off x="8880845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0657D18F-7FCD-8F9C-9E3B-9A379C2296BD}"/>
              </a:ext>
            </a:extLst>
          </p:cNvPr>
          <p:cNvSpPr txBox="1"/>
          <p:nvPr/>
        </p:nvSpPr>
        <p:spPr>
          <a:xfrm>
            <a:off x="9187076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/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п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4,02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× 1000 = ____________</a:t>
                </a:r>
              </a:p>
            </p:txBody>
          </p:sp>
        </mc:Choice>
        <mc:Fallback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blipFill>
                <a:blip r:embed="rId3"/>
                <a:stretch>
                  <a:fillRect l="-242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/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р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108,7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1000 × 100 = ____________</a:t>
                </a:r>
              </a:p>
            </p:txBody>
          </p:sp>
        </mc:Choice>
        <mc:Fallback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blipFill>
                <a:blip r:embed="rId4"/>
                <a:stretch>
                  <a:fillRect l="-227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" name="TextBox 634">
            <a:extLst>
              <a:ext uri="{FF2B5EF4-FFF2-40B4-BE49-F238E27FC236}">
                <a16:creationId xmlns:a16="http://schemas.microsoft.com/office/drawing/2014/main" id="{682B3B85-54B4-1985-FFCA-B508631D8C1F}"/>
              </a:ext>
            </a:extLst>
          </p:cNvPr>
          <p:cNvSpPr txBox="1"/>
          <p:nvPr/>
        </p:nvSpPr>
        <p:spPr>
          <a:xfrm>
            <a:off x="1780181" y="6490433"/>
            <a:ext cx="341760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dirty="0"/>
              <a:t>27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0CD948DD-5219-0C9A-E384-927BF451CA66}"/>
              </a:ext>
            </a:extLst>
          </p:cNvPr>
          <p:cNvSpPr txBox="1"/>
          <p:nvPr/>
        </p:nvSpPr>
        <p:spPr>
          <a:xfrm>
            <a:off x="5373419" y="6506599"/>
            <a:ext cx="420308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dirty="0"/>
              <a:t>402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AA5D1E55-E32C-0D96-2E65-CB52E54C030C}"/>
              </a:ext>
            </a:extLst>
          </p:cNvPr>
          <p:cNvSpPr txBox="1"/>
          <p:nvPr/>
        </p:nvSpPr>
        <p:spPr>
          <a:xfrm>
            <a:off x="8812806" y="6493608"/>
            <a:ext cx="537327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dirty="0"/>
              <a:t>10,87</a:t>
            </a:r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1F1B8B01-2347-435B-6958-730EEA052CB7}"/>
              </a:ext>
            </a:extLst>
          </p:cNvPr>
          <p:cNvSpPr/>
          <p:nvPr/>
        </p:nvSpPr>
        <p:spPr>
          <a:xfrm>
            <a:off x="24357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79103-1F01-5DCA-CF9D-A0F1FB395183}"/>
              </a:ext>
            </a:extLst>
          </p:cNvPr>
          <p:cNvSpPr txBox="1"/>
          <p:nvPr/>
        </p:nvSpPr>
        <p:spPr>
          <a:xfrm>
            <a:off x="29832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A9758551-DF10-967C-F3EC-556049B03F79}"/>
              </a:ext>
            </a:extLst>
          </p:cNvPr>
          <p:cNvSpPr/>
          <p:nvPr/>
        </p:nvSpPr>
        <p:spPr>
          <a:xfrm>
            <a:off x="84555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95A07-01BB-B1EA-2DE9-816595E2D53A}"/>
              </a:ext>
            </a:extLst>
          </p:cNvPr>
          <p:cNvSpPr txBox="1"/>
          <p:nvPr/>
        </p:nvSpPr>
        <p:spPr>
          <a:xfrm>
            <a:off x="90030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F767863B-1232-EEF2-3833-9C5962353C77}"/>
              </a:ext>
            </a:extLst>
          </p:cNvPr>
          <p:cNvSpPr/>
          <p:nvPr/>
        </p:nvSpPr>
        <p:spPr>
          <a:xfrm>
            <a:off x="2581803" y="17496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CBE1B-F5CA-78D3-90FC-15646DAF483B}"/>
              </a:ext>
            </a:extLst>
          </p:cNvPr>
          <p:cNvSpPr txBox="1"/>
          <p:nvPr/>
        </p:nvSpPr>
        <p:spPr>
          <a:xfrm>
            <a:off x="3129334" y="19247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D35E9F-02A4-A272-08CA-62BB99BEA28C}"/>
              </a:ext>
            </a:extLst>
          </p:cNvPr>
          <p:cNvSpPr txBox="1"/>
          <p:nvPr/>
        </p:nvSpPr>
        <p:spPr>
          <a:xfrm>
            <a:off x="266145" y="3599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7506AA-1DE5-2816-A8DC-17CEF9AD72C0}"/>
              </a:ext>
            </a:extLst>
          </p:cNvPr>
          <p:cNvSpPr txBox="1"/>
          <p:nvPr/>
        </p:nvSpPr>
        <p:spPr>
          <a:xfrm>
            <a:off x="3585894" y="35037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7E3A1-5D5D-94EB-A4CB-5C7CD2B12331}"/>
              </a:ext>
            </a:extLst>
          </p:cNvPr>
          <p:cNvSpPr txBox="1"/>
          <p:nvPr/>
        </p:nvSpPr>
        <p:spPr>
          <a:xfrm>
            <a:off x="6587654" y="35037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D5BA08-E78F-2F55-C9B0-86E736A8BA8C}"/>
              </a:ext>
            </a:extLst>
          </p:cNvPr>
          <p:cNvSpPr txBox="1"/>
          <p:nvPr/>
        </p:nvSpPr>
        <p:spPr>
          <a:xfrm>
            <a:off x="390865" y="161740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E15487-E13D-99DB-C9EF-E7F1493472F7}"/>
              </a:ext>
            </a:extLst>
          </p:cNvPr>
          <p:cNvSpPr txBox="1"/>
          <p:nvPr/>
        </p:nvSpPr>
        <p:spPr>
          <a:xfrm>
            <a:off x="3902011" y="1623752"/>
            <a:ext cx="322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56BEE-F2A4-4E89-57C1-72D62A0598A9}"/>
              </a:ext>
            </a:extLst>
          </p:cNvPr>
          <p:cNvSpPr txBox="1"/>
          <p:nvPr/>
        </p:nvSpPr>
        <p:spPr>
          <a:xfrm>
            <a:off x="6971579" y="1623752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D93F50-4896-384F-E37D-6FB3E2167083}"/>
              </a:ext>
            </a:extLst>
          </p:cNvPr>
          <p:cNvSpPr txBox="1"/>
          <p:nvPr/>
        </p:nvSpPr>
        <p:spPr>
          <a:xfrm>
            <a:off x="95479" y="2897127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F6DECF-2385-E4B5-E0EF-9A647A2F1078}"/>
              </a:ext>
            </a:extLst>
          </p:cNvPr>
          <p:cNvSpPr txBox="1"/>
          <p:nvPr/>
        </p:nvSpPr>
        <p:spPr>
          <a:xfrm>
            <a:off x="3632813" y="2897127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3339B2-5D51-A826-F894-B3861FCF39C9}"/>
              </a:ext>
            </a:extLst>
          </p:cNvPr>
          <p:cNvSpPr txBox="1"/>
          <p:nvPr/>
        </p:nvSpPr>
        <p:spPr>
          <a:xfrm>
            <a:off x="7135388" y="2897127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5FC3FB-993D-9857-DA02-CD01FB2DBC92}"/>
              </a:ext>
            </a:extLst>
          </p:cNvPr>
          <p:cNvSpPr txBox="1"/>
          <p:nvPr/>
        </p:nvSpPr>
        <p:spPr>
          <a:xfrm>
            <a:off x="201010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939782-AA1A-9946-78ED-04A91A82B7F7}"/>
              </a:ext>
            </a:extLst>
          </p:cNvPr>
          <p:cNvSpPr txBox="1"/>
          <p:nvPr/>
        </p:nvSpPr>
        <p:spPr>
          <a:xfrm>
            <a:off x="3277901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20B691-E525-ED68-E272-D4AD5C5234BF}"/>
              </a:ext>
            </a:extLst>
          </p:cNvPr>
          <p:cNvSpPr txBox="1"/>
          <p:nvPr/>
        </p:nvSpPr>
        <p:spPr>
          <a:xfrm>
            <a:off x="6739015" y="41705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68A88E-1BE6-5B8E-2E80-B0A60D79D339}"/>
              </a:ext>
            </a:extLst>
          </p:cNvPr>
          <p:cNvSpPr txBox="1"/>
          <p:nvPr/>
        </p:nvSpPr>
        <p:spPr>
          <a:xfrm>
            <a:off x="27201" y="544387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5EDE7D-3436-6A25-B2CE-01E82EC3BB5C}"/>
              </a:ext>
            </a:extLst>
          </p:cNvPr>
          <p:cNvSpPr txBox="1"/>
          <p:nvPr/>
        </p:nvSpPr>
        <p:spPr>
          <a:xfrm>
            <a:off x="3427804" y="544387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571FA6-EB30-6022-775D-FDC8D48F239B}"/>
              </a:ext>
            </a:extLst>
          </p:cNvPr>
          <p:cNvSpPr txBox="1"/>
          <p:nvPr/>
        </p:nvSpPr>
        <p:spPr>
          <a:xfrm>
            <a:off x="6649283" y="5443878"/>
            <a:ext cx="316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9358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57D2F33-A6C2-B491-4A96-349BDD155D66}"/>
              </a:ext>
            </a:extLst>
          </p:cNvPr>
          <p:cNvSpPr txBox="1"/>
          <p:nvPr/>
        </p:nvSpPr>
        <p:spPr>
          <a:xfrm>
            <a:off x="2116777" y="0"/>
            <a:ext cx="5683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oper Black" panose="0208090404030B020404" pitchFamily="18" charset="0"/>
                <a:ea typeface="+mn-ea"/>
                <a:cs typeface="+mn-cs"/>
              </a:rPr>
              <a:t>Ондуктарга, жүздүктөргө жана миңдерге көбөйтүү жана бөлүү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oper Black" panose="0208090404030B020404" pitchFamily="18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/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y-KG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о</a:t>
                </a:r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  2,7 × 100 </a:t>
                </a:r>
                <a14:m>
                  <m:oMath xmlns:m="http://schemas.openxmlformats.org/officeDocument/2006/math">
                    <m:r>
                      <a:rPr kumimoji="0" lang="en-GB" sz="1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÷</m:t>
                    </m:r>
                  </m:oMath>
                </a14:m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10 = ____________</a:t>
                </a:r>
              </a:p>
            </p:txBody>
          </p:sp>
        </mc:Choice>
        <mc:Fallback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blipFill>
                <a:blip r:embed="rId2"/>
                <a:stretch>
                  <a:fillRect l="-256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6B5166A8-95B3-A037-77C3-47F2EC4382BC}"/>
              </a:ext>
            </a:extLst>
          </p:cNvPr>
          <p:cNvSpPr/>
          <p:nvPr/>
        </p:nvSpPr>
        <p:spPr>
          <a:xfrm>
            <a:off x="2000778" y="5018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521B9-B08B-E49D-4422-661AFAA3B688}"/>
              </a:ext>
            </a:extLst>
          </p:cNvPr>
          <p:cNvSpPr txBox="1"/>
          <p:nvPr/>
        </p:nvSpPr>
        <p:spPr>
          <a:xfrm>
            <a:off x="2307009" y="4928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976CB6-4676-DB9E-E81E-7E6CDEAABE06}"/>
              </a:ext>
            </a:extLst>
          </p:cNvPr>
          <p:cNvSpPr txBox="1"/>
          <p:nvPr/>
        </p:nvSpPr>
        <p:spPr>
          <a:xfrm>
            <a:off x="266145" y="3599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D75A0-5EEA-48CF-F912-C58F8ADDA03F}"/>
              </a:ext>
            </a:extLst>
          </p:cNvPr>
          <p:cNvSpPr/>
          <p:nvPr/>
        </p:nvSpPr>
        <p:spPr>
          <a:xfrm>
            <a:off x="57967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6C96F-C003-08A5-9872-AECA64A4C6AB}"/>
              </a:ext>
            </a:extLst>
          </p:cNvPr>
          <p:cNvSpPr/>
          <p:nvPr/>
        </p:nvSpPr>
        <p:spPr>
          <a:xfrm>
            <a:off x="837470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E7111-2E02-9C48-EC88-053BDF9B153E}"/>
              </a:ext>
            </a:extLst>
          </p:cNvPr>
          <p:cNvSpPr/>
          <p:nvPr/>
        </p:nvSpPr>
        <p:spPr>
          <a:xfrm>
            <a:off x="1095262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35EA4-A8FC-528A-1733-D1A78C7C83B3}"/>
              </a:ext>
            </a:extLst>
          </p:cNvPr>
          <p:cNvSpPr/>
          <p:nvPr/>
        </p:nvSpPr>
        <p:spPr>
          <a:xfrm>
            <a:off x="1353054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AA56D-FD22-82C5-CC72-6AA9259066A2}"/>
              </a:ext>
            </a:extLst>
          </p:cNvPr>
          <p:cNvSpPr/>
          <p:nvPr/>
        </p:nvSpPr>
        <p:spPr>
          <a:xfrm>
            <a:off x="1610845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DB305-CE8F-FF14-B581-61F7D04509C5}"/>
              </a:ext>
            </a:extLst>
          </p:cNvPr>
          <p:cNvSpPr/>
          <p:nvPr/>
        </p:nvSpPr>
        <p:spPr>
          <a:xfrm>
            <a:off x="186863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E4F449-91FC-29B9-CF11-E512D4A64282}"/>
              </a:ext>
            </a:extLst>
          </p:cNvPr>
          <p:cNvSpPr/>
          <p:nvPr/>
        </p:nvSpPr>
        <p:spPr>
          <a:xfrm>
            <a:off x="1842443" y="4828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96452C5-D18C-249C-135D-85E1E353E8B0}"/>
              </a:ext>
            </a:extLst>
          </p:cNvPr>
          <p:cNvSpPr/>
          <p:nvPr/>
        </p:nvSpPr>
        <p:spPr>
          <a:xfrm>
            <a:off x="57967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5C9EEA-D037-7B8D-552F-C89DB6B8DEAC}"/>
              </a:ext>
            </a:extLst>
          </p:cNvPr>
          <p:cNvSpPr/>
          <p:nvPr/>
        </p:nvSpPr>
        <p:spPr>
          <a:xfrm>
            <a:off x="837470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92D11C0-6C2C-D78E-C72A-623E83A003B1}"/>
              </a:ext>
            </a:extLst>
          </p:cNvPr>
          <p:cNvSpPr/>
          <p:nvPr/>
        </p:nvSpPr>
        <p:spPr>
          <a:xfrm>
            <a:off x="1095262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5C581C-8026-5E4F-0B95-3AB3379D1686}"/>
              </a:ext>
            </a:extLst>
          </p:cNvPr>
          <p:cNvSpPr/>
          <p:nvPr/>
        </p:nvSpPr>
        <p:spPr>
          <a:xfrm>
            <a:off x="1353054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C4E48C3-16A2-5993-8ABA-01131D48B284}"/>
              </a:ext>
            </a:extLst>
          </p:cNvPr>
          <p:cNvSpPr/>
          <p:nvPr/>
        </p:nvSpPr>
        <p:spPr>
          <a:xfrm>
            <a:off x="1610845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761476E-117C-68D1-2A84-C03A727AB79D}"/>
              </a:ext>
            </a:extLst>
          </p:cNvPr>
          <p:cNvSpPr/>
          <p:nvPr/>
        </p:nvSpPr>
        <p:spPr>
          <a:xfrm>
            <a:off x="186863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BEEAA38-D226-6CF8-4F2D-EE4D3CC3DFD9}"/>
              </a:ext>
            </a:extLst>
          </p:cNvPr>
          <p:cNvSpPr/>
          <p:nvPr/>
        </p:nvSpPr>
        <p:spPr>
          <a:xfrm>
            <a:off x="1842443" y="8161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F0AEF2-3E01-627F-0AA1-CD3CB812068D}"/>
              </a:ext>
            </a:extLst>
          </p:cNvPr>
          <p:cNvSpPr/>
          <p:nvPr/>
        </p:nvSpPr>
        <p:spPr>
          <a:xfrm>
            <a:off x="57967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664C925-F9C2-1F9D-128A-C9D989D19FC8}"/>
              </a:ext>
            </a:extLst>
          </p:cNvPr>
          <p:cNvSpPr/>
          <p:nvPr/>
        </p:nvSpPr>
        <p:spPr>
          <a:xfrm>
            <a:off x="837470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C9359A-7BC7-3214-EBB2-447F0EC6AB64}"/>
              </a:ext>
            </a:extLst>
          </p:cNvPr>
          <p:cNvSpPr/>
          <p:nvPr/>
        </p:nvSpPr>
        <p:spPr>
          <a:xfrm>
            <a:off x="1095262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9197E93-21DB-56CA-626F-CB9EC60D3366}"/>
              </a:ext>
            </a:extLst>
          </p:cNvPr>
          <p:cNvSpPr/>
          <p:nvPr/>
        </p:nvSpPr>
        <p:spPr>
          <a:xfrm>
            <a:off x="1353054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284011E-050A-0175-758A-7FFEA7C46087}"/>
              </a:ext>
            </a:extLst>
          </p:cNvPr>
          <p:cNvSpPr/>
          <p:nvPr/>
        </p:nvSpPr>
        <p:spPr>
          <a:xfrm>
            <a:off x="1610845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C42B903-94E5-E494-7F6F-B0271693FE7B}"/>
              </a:ext>
            </a:extLst>
          </p:cNvPr>
          <p:cNvSpPr/>
          <p:nvPr/>
        </p:nvSpPr>
        <p:spPr>
          <a:xfrm>
            <a:off x="186863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77A66291-5CE5-F80D-BA8B-2D2751287F55}"/>
              </a:ext>
            </a:extLst>
          </p:cNvPr>
          <p:cNvSpPr/>
          <p:nvPr/>
        </p:nvSpPr>
        <p:spPr>
          <a:xfrm>
            <a:off x="1842443" y="11495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Arc 158">
            <a:extLst>
              <a:ext uri="{FF2B5EF4-FFF2-40B4-BE49-F238E27FC236}">
                <a16:creationId xmlns:a16="http://schemas.microsoft.com/office/drawing/2014/main" id="{54865AAD-2B28-44AB-E73A-D718D378312F}"/>
              </a:ext>
            </a:extLst>
          </p:cNvPr>
          <p:cNvSpPr/>
          <p:nvPr/>
        </p:nvSpPr>
        <p:spPr>
          <a:xfrm>
            <a:off x="2000778" y="8780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4E4EB01-5908-E2AB-D26C-91F880D648AE}"/>
              </a:ext>
            </a:extLst>
          </p:cNvPr>
          <p:cNvSpPr txBox="1"/>
          <p:nvPr/>
        </p:nvSpPr>
        <p:spPr>
          <a:xfrm>
            <a:off x="2307009" y="8812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164" name="Arc 163">
            <a:extLst>
              <a:ext uri="{FF2B5EF4-FFF2-40B4-BE49-F238E27FC236}">
                <a16:creationId xmlns:a16="http://schemas.microsoft.com/office/drawing/2014/main" id="{21BC2A4B-3FA5-ACBA-00BA-BD1A63291A51}"/>
              </a:ext>
            </a:extLst>
          </p:cNvPr>
          <p:cNvSpPr/>
          <p:nvPr/>
        </p:nvSpPr>
        <p:spPr>
          <a:xfrm>
            <a:off x="532373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750DD01-D9D6-378B-A7A9-DAE9FEA4BD9C}"/>
              </a:ext>
            </a:extLst>
          </p:cNvPr>
          <p:cNvSpPr txBox="1"/>
          <p:nvPr/>
        </p:nvSpPr>
        <p:spPr>
          <a:xfrm>
            <a:off x="5629964" y="48328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C5E2932-EFA7-35B5-63B7-EB09E41847CA}"/>
              </a:ext>
            </a:extLst>
          </p:cNvPr>
          <p:cNvSpPr txBox="1"/>
          <p:nvPr/>
        </p:nvSpPr>
        <p:spPr>
          <a:xfrm>
            <a:off x="3585894" y="35037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D6C6C38-B925-CDD8-102C-D8DACA1950BE}"/>
              </a:ext>
            </a:extLst>
          </p:cNvPr>
          <p:cNvSpPr/>
          <p:nvPr/>
        </p:nvSpPr>
        <p:spPr>
          <a:xfrm>
            <a:off x="390263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FA4A8B2-CC55-8AAB-71CD-CD28B38B39CB}"/>
              </a:ext>
            </a:extLst>
          </p:cNvPr>
          <p:cNvSpPr/>
          <p:nvPr/>
        </p:nvSpPr>
        <p:spPr>
          <a:xfrm>
            <a:off x="416042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4A791FC-35FA-243D-00D5-625FA479EFBB}"/>
              </a:ext>
            </a:extLst>
          </p:cNvPr>
          <p:cNvSpPr/>
          <p:nvPr/>
        </p:nvSpPr>
        <p:spPr>
          <a:xfrm>
            <a:off x="441821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704868A-3B69-A3A5-304E-A1C109B011B1}"/>
              </a:ext>
            </a:extLst>
          </p:cNvPr>
          <p:cNvSpPr/>
          <p:nvPr/>
        </p:nvSpPr>
        <p:spPr>
          <a:xfrm>
            <a:off x="467600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F0B4625-09E1-8248-C7C7-EED6F29F8FD9}"/>
              </a:ext>
            </a:extLst>
          </p:cNvPr>
          <p:cNvSpPr/>
          <p:nvPr/>
        </p:nvSpPr>
        <p:spPr>
          <a:xfrm>
            <a:off x="493380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CC40475-A01C-84A5-64F4-6B8EB4E1BC8B}"/>
              </a:ext>
            </a:extLst>
          </p:cNvPr>
          <p:cNvSpPr/>
          <p:nvPr/>
        </p:nvSpPr>
        <p:spPr>
          <a:xfrm>
            <a:off x="519159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6B1FBEE-4BE3-34CA-834A-E67E3D64909E}"/>
              </a:ext>
            </a:extLst>
          </p:cNvPr>
          <p:cNvSpPr/>
          <p:nvPr/>
        </p:nvSpPr>
        <p:spPr>
          <a:xfrm>
            <a:off x="516539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FEB3765-40FA-340D-1645-057B78B2D7B9}"/>
              </a:ext>
            </a:extLst>
          </p:cNvPr>
          <p:cNvSpPr/>
          <p:nvPr/>
        </p:nvSpPr>
        <p:spPr>
          <a:xfrm>
            <a:off x="390263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73F9A11-A3D3-B201-2538-36BDF2A36E81}"/>
              </a:ext>
            </a:extLst>
          </p:cNvPr>
          <p:cNvSpPr/>
          <p:nvPr/>
        </p:nvSpPr>
        <p:spPr>
          <a:xfrm>
            <a:off x="416042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106FF1-CD4A-4B47-1B9B-92DF23679BD8}"/>
              </a:ext>
            </a:extLst>
          </p:cNvPr>
          <p:cNvSpPr/>
          <p:nvPr/>
        </p:nvSpPr>
        <p:spPr>
          <a:xfrm>
            <a:off x="441821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E9BB1F0-5B27-859C-DD6D-E0E718A621D6}"/>
              </a:ext>
            </a:extLst>
          </p:cNvPr>
          <p:cNvSpPr/>
          <p:nvPr/>
        </p:nvSpPr>
        <p:spPr>
          <a:xfrm>
            <a:off x="467600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8DF075D-CFD2-B980-8345-669D15DD96A3}"/>
              </a:ext>
            </a:extLst>
          </p:cNvPr>
          <p:cNvSpPr/>
          <p:nvPr/>
        </p:nvSpPr>
        <p:spPr>
          <a:xfrm>
            <a:off x="493380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33FD9F3-D73A-B05E-F0D8-54E88F4DB8CB}"/>
              </a:ext>
            </a:extLst>
          </p:cNvPr>
          <p:cNvSpPr/>
          <p:nvPr/>
        </p:nvSpPr>
        <p:spPr>
          <a:xfrm>
            <a:off x="519159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7CD790F6-868A-2741-4AE5-EDCD66A0B38D}"/>
              </a:ext>
            </a:extLst>
          </p:cNvPr>
          <p:cNvSpPr/>
          <p:nvPr/>
        </p:nvSpPr>
        <p:spPr>
          <a:xfrm>
            <a:off x="516539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D8F23F7-CFA5-1837-8C91-BB7FFEEF1EDB}"/>
              </a:ext>
            </a:extLst>
          </p:cNvPr>
          <p:cNvSpPr/>
          <p:nvPr/>
        </p:nvSpPr>
        <p:spPr>
          <a:xfrm>
            <a:off x="390263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178DEF3-C95C-1246-698F-E97FE2ADA70E}"/>
              </a:ext>
            </a:extLst>
          </p:cNvPr>
          <p:cNvSpPr/>
          <p:nvPr/>
        </p:nvSpPr>
        <p:spPr>
          <a:xfrm>
            <a:off x="416042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3074AF6-FDC2-BDAC-F823-DAF32D390414}"/>
              </a:ext>
            </a:extLst>
          </p:cNvPr>
          <p:cNvSpPr/>
          <p:nvPr/>
        </p:nvSpPr>
        <p:spPr>
          <a:xfrm>
            <a:off x="441821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6067DD6-D51C-39B8-AC02-D2D301BC6335}"/>
              </a:ext>
            </a:extLst>
          </p:cNvPr>
          <p:cNvSpPr/>
          <p:nvPr/>
        </p:nvSpPr>
        <p:spPr>
          <a:xfrm>
            <a:off x="467600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025B582-A83E-1ED9-3760-55447F7D6818}"/>
              </a:ext>
            </a:extLst>
          </p:cNvPr>
          <p:cNvSpPr/>
          <p:nvPr/>
        </p:nvSpPr>
        <p:spPr>
          <a:xfrm>
            <a:off x="493380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E7E34B3-A848-C0E9-E314-C5EE0B311512}"/>
              </a:ext>
            </a:extLst>
          </p:cNvPr>
          <p:cNvSpPr/>
          <p:nvPr/>
        </p:nvSpPr>
        <p:spPr>
          <a:xfrm>
            <a:off x="519159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F4CA1F6B-9914-DC68-9E91-8A15B85BC937}"/>
              </a:ext>
            </a:extLst>
          </p:cNvPr>
          <p:cNvSpPr/>
          <p:nvPr/>
        </p:nvSpPr>
        <p:spPr>
          <a:xfrm>
            <a:off x="516539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Arc 193">
            <a:extLst>
              <a:ext uri="{FF2B5EF4-FFF2-40B4-BE49-F238E27FC236}">
                <a16:creationId xmlns:a16="http://schemas.microsoft.com/office/drawing/2014/main" id="{4E7AC21E-9A9E-EAC3-FFF3-BC5580D1CC98}"/>
              </a:ext>
            </a:extLst>
          </p:cNvPr>
          <p:cNvSpPr/>
          <p:nvPr/>
        </p:nvSpPr>
        <p:spPr>
          <a:xfrm>
            <a:off x="532373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6B355D1-2CFE-4616-390F-2FE276991512}"/>
              </a:ext>
            </a:extLst>
          </p:cNvPr>
          <p:cNvSpPr txBox="1"/>
          <p:nvPr/>
        </p:nvSpPr>
        <p:spPr>
          <a:xfrm>
            <a:off x="562996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197" name="Arc 196">
            <a:extLst>
              <a:ext uri="{FF2B5EF4-FFF2-40B4-BE49-F238E27FC236}">
                <a16:creationId xmlns:a16="http://schemas.microsoft.com/office/drawing/2014/main" id="{76BD346C-C07B-23F7-3049-735A0FDE44FF}"/>
              </a:ext>
            </a:extLst>
          </p:cNvPr>
          <p:cNvSpPr/>
          <p:nvPr/>
        </p:nvSpPr>
        <p:spPr>
          <a:xfrm>
            <a:off x="804026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C469E24-A9AE-5AE0-07D9-93FC6C4B1611}"/>
              </a:ext>
            </a:extLst>
          </p:cNvPr>
          <p:cNvSpPr txBox="1"/>
          <p:nvPr/>
        </p:nvSpPr>
        <p:spPr>
          <a:xfrm>
            <a:off x="8346494" y="48328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D7F92B3-FD7B-7C42-FFCF-44F246E4125B}"/>
              </a:ext>
            </a:extLst>
          </p:cNvPr>
          <p:cNvSpPr txBox="1"/>
          <p:nvPr/>
        </p:nvSpPr>
        <p:spPr>
          <a:xfrm>
            <a:off x="6587654" y="35037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44C5DDD-49B5-909C-DEE9-D8A73F7CA23D}"/>
              </a:ext>
            </a:extLst>
          </p:cNvPr>
          <p:cNvSpPr/>
          <p:nvPr/>
        </p:nvSpPr>
        <p:spPr>
          <a:xfrm>
            <a:off x="687695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055408B-DE2B-BB83-7E9B-BC629F06131B}"/>
              </a:ext>
            </a:extLst>
          </p:cNvPr>
          <p:cNvSpPr/>
          <p:nvPr/>
        </p:nvSpPr>
        <p:spPr>
          <a:xfrm>
            <a:off x="713474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A9D061E-F7F0-C311-7006-886D45EDAB32}"/>
              </a:ext>
            </a:extLst>
          </p:cNvPr>
          <p:cNvSpPr/>
          <p:nvPr/>
        </p:nvSpPr>
        <p:spPr>
          <a:xfrm>
            <a:off x="739253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4667CF6-3B3B-319E-10B1-E9EC7B941474}"/>
              </a:ext>
            </a:extLst>
          </p:cNvPr>
          <p:cNvSpPr/>
          <p:nvPr/>
        </p:nvSpPr>
        <p:spPr>
          <a:xfrm>
            <a:off x="765033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208538B-FDEA-6E9F-839F-A6A600464C86}"/>
              </a:ext>
            </a:extLst>
          </p:cNvPr>
          <p:cNvSpPr/>
          <p:nvPr/>
        </p:nvSpPr>
        <p:spPr>
          <a:xfrm>
            <a:off x="790812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B217BA5-DD77-0687-70A5-A70E3884F13D}"/>
              </a:ext>
            </a:extLst>
          </p:cNvPr>
          <p:cNvSpPr/>
          <p:nvPr/>
        </p:nvSpPr>
        <p:spPr>
          <a:xfrm>
            <a:off x="788192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DE60342-F7D0-05EB-452F-D2B1552F2DAA}"/>
              </a:ext>
            </a:extLst>
          </p:cNvPr>
          <p:cNvSpPr/>
          <p:nvPr/>
        </p:nvSpPr>
        <p:spPr>
          <a:xfrm>
            <a:off x="687695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9822AEA-C03F-0FC7-ABCF-3C4382589F1E}"/>
              </a:ext>
            </a:extLst>
          </p:cNvPr>
          <p:cNvSpPr/>
          <p:nvPr/>
        </p:nvSpPr>
        <p:spPr>
          <a:xfrm>
            <a:off x="713474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8A741CB-1D4D-92D5-89D0-9D04B0B58C3E}"/>
              </a:ext>
            </a:extLst>
          </p:cNvPr>
          <p:cNvSpPr/>
          <p:nvPr/>
        </p:nvSpPr>
        <p:spPr>
          <a:xfrm>
            <a:off x="739253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0F5A450-4CEA-1B56-CE01-34CB1FCBAEDA}"/>
              </a:ext>
            </a:extLst>
          </p:cNvPr>
          <p:cNvSpPr/>
          <p:nvPr/>
        </p:nvSpPr>
        <p:spPr>
          <a:xfrm>
            <a:off x="765033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71F879D-9B7D-F9AB-0C2B-D193FD2C1EFD}"/>
              </a:ext>
            </a:extLst>
          </p:cNvPr>
          <p:cNvSpPr/>
          <p:nvPr/>
        </p:nvSpPr>
        <p:spPr>
          <a:xfrm>
            <a:off x="790812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E1DBBEBC-0B8D-DE12-0815-2BDA357E6F26}"/>
              </a:ext>
            </a:extLst>
          </p:cNvPr>
          <p:cNvSpPr/>
          <p:nvPr/>
        </p:nvSpPr>
        <p:spPr>
          <a:xfrm>
            <a:off x="788192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2BB5CDA-B1D3-06E5-8784-6FCB7F89E151}"/>
              </a:ext>
            </a:extLst>
          </p:cNvPr>
          <p:cNvSpPr/>
          <p:nvPr/>
        </p:nvSpPr>
        <p:spPr>
          <a:xfrm>
            <a:off x="687695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E19329D-FB6A-873F-F266-4931C684AB27}"/>
              </a:ext>
            </a:extLst>
          </p:cNvPr>
          <p:cNvSpPr/>
          <p:nvPr/>
        </p:nvSpPr>
        <p:spPr>
          <a:xfrm>
            <a:off x="713474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163715F-858C-6BC0-CB8C-323AD4BF51EE}"/>
              </a:ext>
            </a:extLst>
          </p:cNvPr>
          <p:cNvSpPr/>
          <p:nvPr/>
        </p:nvSpPr>
        <p:spPr>
          <a:xfrm>
            <a:off x="739253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B6FFA8D-4300-67FA-1806-2D75C15E627F}"/>
              </a:ext>
            </a:extLst>
          </p:cNvPr>
          <p:cNvSpPr/>
          <p:nvPr/>
        </p:nvSpPr>
        <p:spPr>
          <a:xfrm>
            <a:off x="765033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9CF37E7-18ED-1A46-A0A6-4EC014A19285}"/>
              </a:ext>
            </a:extLst>
          </p:cNvPr>
          <p:cNvSpPr/>
          <p:nvPr/>
        </p:nvSpPr>
        <p:spPr>
          <a:xfrm>
            <a:off x="790812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5F0C2A83-6B0E-0871-AC1A-E2ECE9A9EDF6}"/>
              </a:ext>
            </a:extLst>
          </p:cNvPr>
          <p:cNvSpPr/>
          <p:nvPr/>
        </p:nvSpPr>
        <p:spPr>
          <a:xfrm>
            <a:off x="788192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Arc 226">
            <a:extLst>
              <a:ext uri="{FF2B5EF4-FFF2-40B4-BE49-F238E27FC236}">
                <a16:creationId xmlns:a16="http://schemas.microsoft.com/office/drawing/2014/main" id="{D13DA681-8693-96EC-7E8E-C16FC9A79874}"/>
              </a:ext>
            </a:extLst>
          </p:cNvPr>
          <p:cNvSpPr/>
          <p:nvPr/>
        </p:nvSpPr>
        <p:spPr>
          <a:xfrm>
            <a:off x="804026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22C17B4-2F19-C953-3028-1963FDCBF8A7}"/>
              </a:ext>
            </a:extLst>
          </p:cNvPr>
          <p:cNvSpPr txBox="1"/>
          <p:nvPr/>
        </p:nvSpPr>
        <p:spPr>
          <a:xfrm>
            <a:off x="834649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300" name="Arc 299">
            <a:extLst>
              <a:ext uri="{FF2B5EF4-FFF2-40B4-BE49-F238E27FC236}">
                <a16:creationId xmlns:a16="http://schemas.microsoft.com/office/drawing/2014/main" id="{B3612BA9-0E8F-F424-6962-DC6CE5E9B818}"/>
              </a:ext>
            </a:extLst>
          </p:cNvPr>
          <p:cNvSpPr/>
          <p:nvPr/>
        </p:nvSpPr>
        <p:spPr>
          <a:xfrm>
            <a:off x="2115078" y="17593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4F39523-ECE5-8236-3816-1E7B68900EC4}"/>
              </a:ext>
            </a:extLst>
          </p:cNvPr>
          <p:cNvSpPr txBox="1"/>
          <p:nvPr/>
        </p:nvSpPr>
        <p:spPr>
          <a:xfrm>
            <a:off x="2421309" y="17503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DA096F96-4752-2F6D-0A94-407DCF646331}"/>
              </a:ext>
            </a:extLst>
          </p:cNvPr>
          <p:cNvSpPr txBox="1"/>
          <p:nvPr/>
        </p:nvSpPr>
        <p:spPr>
          <a:xfrm>
            <a:off x="390865" y="161740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9F8581-59E9-9C55-E863-BC26CE04CA4F}"/>
              </a:ext>
            </a:extLst>
          </p:cNvPr>
          <p:cNvSpPr/>
          <p:nvPr/>
        </p:nvSpPr>
        <p:spPr>
          <a:xfrm>
            <a:off x="69397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F43446C-9047-F693-5F2A-4325D48D0E28}"/>
              </a:ext>
            </a:extLst>
          </p:cNvPr>
          <p:cNvSpPr/>
          <p:nvPr/>
        </p:nvSpPr>
        <p:spPr>
          <a:xfrm>
            <a:off x="951770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5691FBF6-32FA-061D-13EF-B215D451F6A8}"/>
              </a:ext>
            </a:extLst>
          </p:cNvPr>
          <p:cNvSpPr/>
          <p:nvPr/>
        </p:nvSpPr>
        <p:spPr>
          <a:xfrm>
            <a:off x="1209562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DB4620C-96F7-F16F-2ACA-D96E5B722D67}"/>
              </a:ext>
            </a:extLst>
          </p:cNvPr>
          <p:cNvSpPr/>
          <p:nvPr/>
        </p:nvSpPr>
        <p:spPr>
          <a:xfrm>
            <a:off x="1467354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0BCEA67-4ADB-EE51-AAD2-A55DB2920314}"/>
              </a:ext>
            </a:extLst>
          </p:cNvPr>
          <p:cNvSpPr/>
          <p:nvPr/>
        </p:nvSpPr>
        <p:spPr>
          <a:xfrm>
            <a:off x="1725145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849386A8-B523-E5D0-858C-40DA5A150469}"/>
              </a:ext>
            </a:extLst>
          </p:cNvPr>
          <p:cNvSpPr/>
          <p:nvPr/>
        </p:nvSpPr>
        <p:spPr>
          <a:xfrm>
            <a:off x="198293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F3E1679A-1594-759C-D609-6964D7C72CF0}"/>
              </a:ext>
            </a:extLst>
          </p:cNvPr>
          <p:cNvSpPr/>
          <p:nvPr/>
        </p:nvSpPr>
        <p:spPr>
          <a:xfrm>
            <a:off x="1956743" y="17403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CC59E5A0-2B1B-1EF4-95DC-DBB23B162158}"/>
              </a:ext>
            </a:extLst>
          </p:cNvPr>
          <p:cNvSpPr/>
          <p:nvPr/>
        </p:nvSpPr>
        <p:spPr>
          <a:xfrm>
            <a:off x="69397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7941B44-7707-4C96-DE30-C678FF03ECC0}"/>
              </a:ext>
            </a:extLst>
          </p:cNvPr>
          <p:cNvSpPr/>
          <p:nvPr/>
        </p:nvSpPr>
        <p:spPr>
          <a:xfrm>
            <a:off x="951770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0DBD7A93-BAB7-8E70-FB9D-6A17373DF86C}"/>
              </a:ext>
            </a:extLst>
          </p:cNvPr>
          <p:cNvSpPr/>
          <p:nvPr/>
        </p:nvSpPr>
        <p:spPr>
          <a:xfrm>
            <a:off x="1209562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A5893013-8346-A921-A89D-CD52475F386F}"/>
              </a:ext>
            </a:extLst>
          </p:cNvPr>
          <p:cNvSpPr/>
          <p:nvPr/>
        </p:nvSpPr>
        <p:spPr>
          <a:xfrm>
            <a:off x="1467354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506E752A-F968-E82E-DCD8-D9114528A5BC}"/>
              </a:ext>
            </a:extLst>
          </p:cNvPr>
          <p:cNvSpPr/>
          <p:nvPr/>
        </p:nvSpPr>
        <p:spPr>
          <a:xfrm>
            <a:off x="1725145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D857831-AEE4-598E-49EF-11C6847D55C9}"/>
              </a:ext>
            </a:extLst>
          </p:cNvPr>
          <p:cNvSpPr/>
          <p:nvPr/>
        </p:nvSpPr>
        <p:spPr>
          <a:xfrm>
            <a:off x="198293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13EA02E5-9DC9-EF1B-56F4-12F14158EB7B}"/>
              </a:ext>
            </a:extLst>
          </p:cNvPr>
          <p:cNvSpPr/>
          <p:nvPr/>
        </p:nvSpPr>
        <p:spPr>
          <a:xfrm>
            <a:off x="1956743" y="20736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8EDCF4E-6614-F9BA-3254-19BA2A145F0F}"/>
              </a:ext>
            </a:extLst>
          </p:cNvPr>
          <p:cNvSpPr/>
          <p:nvPr/>
        </p:nvSpPr>
        <p:spPr>
          <a:xfrm>
            <a:off x="69397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CCA650B-012E-04D3-5D8A-CA249F4C1A60}"/>
              </a:ext>
            </a:extLst>
          </p:cNvPr>
          <p:cNvSpPr/>
          <p:nvPr/>
        </p:nvSpPr>
        <p:spPr>
          <a:xfrm>
            <a:off x="951770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C38648E-FFB5-7E3F-5F61-F09350E4C820}"/>
              </a:ext>
            </a:extLst>
          </p:cNvPr>
          <p:cNvSpPr/>
          <p:nvPr/>
        </p:nvSpPr>
        <p:spPr>
          <a:xfrm>
            <a:off x="1209562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F2323AC-58A6-D97D-1F68-FF8BE4952694}"/>
              </a:ext>
            </a:extLst>
          </p:cNvPr>
          <p:cNvSpPr/>
          <p:nvPr/>
        </p:nvSpPr>
        <p:spPr>
          <a:xfrm>
            <a:off x="1467354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F0DFBF6-6360-BE36-6019-D67BCE098641}"/>
              </a:ext>
            </a:extLst>
          </p:cNvPr>
          <p:cNvSpPr/>
          <p:nvPr/>
        </p:nvSpPr>
        <p:spPr>
          <a:xfrm>
            <a:off x="1725145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4FFC95F-631F-22DD-C7FF-34824EE04793}"/>
              </a:ext>
            </a:extLst>
          </p:cNvPr>
          <p:cNvSpPr/>
          <p:nvPr/>
        </p:nvSpPr>
        <p:spPr>
          <a:xfrm>
            <a:off x="198293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C1A93837-70F0-9EB5-1F0D-5B459C6083E2}"/>
              </a:ext>
            </a:extLst>
          </p:cNvPr>
          <p:cNvSpPr/>
          <p:nvPr/>
        </p:nvSpPr>
        <p:spPr>
          <a:xfrm>
            <a:off x="1956743" y="24070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0" name="Arc 329">
            <a:extLst>
              <a:ext uri="{FF2B5EF4-FFF2-40B4-BE49-F238E27FC236}">
                <a16:creationId xmlns:a16="http://schemas.microsoft.com/office/drawing/2014/main" id="{AA645647-518E-7C72-4F41-B7BB3F5C73D2}"/>
              </a:ext>
            </a:extLst>
          </p:cNvPr>
          <p:cNvSpPr/>
          <p:nvPr/>
        </p:nvSpPr>
        <p:spPr>
          <a:xfrm>
            <a:off x="2115078" y="21355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CB0CB8E-468C-FFB9-7DF0-78DA2B034EBB}"/>
              </a:ext>
            </a:extLst>
          </p:cNvPr>
          <p:cNvSpPr txBox="1"/>
          <p:nvPr/>
        </p:nvSpPr>
        <p:spPr>
          <a:xfrm>
            <a:off x="2421309" y="21387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268" name="Arc 267">
            <a:extLst>
              <a:ext uri="{FF2B5EF4-FFF2-40B4-BE49-F238E27FC236}">
                <a16:creationId xmlns:a16="http://schemas.microsoft.com/office/drawing/2014/main" id="{F0C0FA61-16CB-CD26-EF30-0C81F5763E34}"/>
              </a:ext>
            </a:extLst>
          </p:cNvPr>
          <p:cNvSpPr/>
          <p:nvPr/>
        </p:nvSpPr>
        <p:spPr>
          <a:xfrm>
            <a:off x="5621390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D297A24-8DB4-6505-1544-763EBEF1980C}"/>
              </a:ext>
            </a:extLst>
          </p:cNvPr>
          <p:cNvSpPr txBox="1"/>
          <p:nvPr/>
        </p:nvSpPr>
        <p:spPr>
          <a:xfrm>
            <a:off x="5927621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3218AE1C-AEAE-53DF-F594-939436EBFE57}"/>
              </a:ext>
            </a:extLst>
          </p:cNvPr>
          <p:cNvSpPr txBox="1"/>
          <p:nvPr/>
        </p:nvSpPr>
        <p:spPr>
          <a:xfrm>
            <a:off x="3902011" y="1623752"/>
            <a:ext cx="322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102394BF-2D69-5165-ECD6-A6247918CD58}"/>
              </a:ext>
            </a:extLst>
          </p:cNvPr>
          <p:cNvSpPr/>
          <p:nvPr/>
        </p:nvSpPr>
        <p:spPr>
          <a:xfrm>
            <a:off x="419852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6644842-616B-B8D9-EC2F-CD4F411765CC}"/>
              </a:ext>
            </a:extLst>
          </p:cNvPr>
          <p:cNvSpPr/>
          <p:nvPr/>
        </p:nvSpPr>
        <p:spPr>
          <a:xfrm>
            <a:off x="445631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FEFC56C-726E-82F7-4495-F34B353CE981}"/>
              </a:ext>
            </a:extLst>
          </p:cNvPr>
          <p:cNvSpPr/>
          <p:nvPr/>
        </p:nvSpPr>
        <p:spPr>
          <a:xfrm>
            <a:off x="471410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60DCEABD-28E5-3304-1E3C-337B014BF07F}"/>
              </a:ext>
            </a:extLst>
          </p:cNvPr>
          <p:cNvSpPr/>
          <p:nvPr/>
        </p:nvSpPr>
        <p:spPr>
          <a:xfrm>
            <a:off x="497190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DB66F51-51C8-411C-E01D-221A420590FE}"/>
              </a:ext>
            </a:extLst>
          </p:cNvPr>
          <p:cNvSpPr/>
          <p:nvPr/>
        </p:nvSpPr>
        <p:spPr>
          <a:xfrm>
            <a:off x="522969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781D7F4-FDC1-4747-9BC6-24AA8DE7349C}"/>
              </a:ext>
            </a:extLst>
          </p:cNvPr>
          <p:cNvSpPr/>
          <p:nvPr/>
        </p:nvSpPr>
        <p:spPr>
          <a:xfrm>
            <a:off x="5487484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519E36B1-C068-ACEB-7215-81F3F1E521F6}"/>
              </a:ext>
            </a:extLst>
          </p:cNvPr>
          <p:cNvSpPr/>
          <p:nvPr/>
        </p:nvSpPr>
        <p:spPr>
          <a:xfrm>
            <a:off x="520349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735E63A5-5514-5E30-5ABE-665F2C4B48E1}"/>
              </a:ext>
            </a:extLst>
          </p:cNvPr>
          <p:cNvSpPr/>
          <p:nvPr/>
        </p:nvSpPr>
        <p:spPr>
          <a:xfrm>
            <a:off x="419852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7D27BF9C-525C-602A-B01D-90814EE3A8BF}"/>
              </a:ext>
            </a:extLst>
          </p:cNvPr>
          <p:cNvSpPr/>
          <p:nvPr/>
        </p:nvSpPr>
        <p:spPr>
          <a:xfrm>
            <a:off x="445631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7D02089-3861-7923-835A-1A5663B5ED71}"/>
              </a:ext>
            </a:extLst>
          </p:cNvPr>
          <p:cNvSpPr/>
          <p:nvPr/>
        </p:nvSpPr>
        <p:spPr>
          <a:xfrm>
            <a:off x="471410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32D6D61-10BA-7FFF-1946-40ACC4D4C75D}"/>
              </a:ext>
            </a:extLst>
          </p:cNvPr>
          <p:cNvSpPr/>
          <p:nvPr/>
        </p:nvSpPr>
        <p:spPr>
          <a:xfrm>
            <a:off x="497190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FE111BD6-869B-CD7F-9592-894CCA8CA593}"/>
              </a:ext>
            </a:extLst>
          </p:cNvPr>
          <p:cNvSpPr/>
          <p:nvPr/>
        </p:nvSpPr>
        <p:spPr>
          <a:xfrm>
            <a:off x="522969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1A69C6E-DEA8-3FA5-525E-F1E3DCA1B920}"/>
              </a:ext>
            </a:extLst>
          </p:cNvPr>
          <p:cNvSpPr/>
          <p:nvPr/>
        </p:nvSpPr>
        <p:spPr>
          <a:xfrm>
            <a:off x="5487484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D76D8F4E-8680-59AC-0B14-AF1F93FC3E8D}"/>
              </a:ext>
            </a:extLst>
          </p:cNvPr>
          <p:cNvSpPr/>
          <p:nvPr/>
        </p:nvSpPr>
        <p:spPr>
          <a:xfrm>
            <a:off x="5203498" y="208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A915785-53B5-C115-D94D-F6FC8BEDAFF6}"/>
              </a:ext>
            </a:extLst>
          </p:cNvPr>
          <p:cNvSpPr/>
          <p:nvPr/>
        </p:nvSpPr>
        <p:spPr>
          <a:xfrm>
            <a:off x="419852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66D8B9E-C935-614C-3C7A-46DA619C9A09}"/>
              </a:ext>
            </a:extLst>
          </p:cNvPr>
          <p:cNvSpPr/>
          <p:nvPr/>
        </p:nvSpPr>
        <p:spPr>
          <a:xfrm>
            <a:off x="445631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87FAC670-C79A-9A8E-C3CB-115CD3A6DB6F}"/>
              </a:ext>
            </a:extLst>
          </p:cNvPr>
          <p:cNvSpPr/>
          <p:nvPr/>
        </p:nvSpPr>
        <p:spPr>
          <a:xfrm>
            <a:off x="471410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C6449CA-8CF5-47BC-C08F-9FE18CFBD9A9}"/>
              </a:ext>
            </a:extLst>
          </p:cNvPr>
          <p:cNvSpPr/>
          <p:nvPr/>
        </p:nvSpPr>
        <p:spPr>
          <a:xfrm>
            <a:off x="497190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29A8C8D-4057-777B-FD05-21BF586AF4E8}"/>
              </a:ext>
            </a:extLst>
          </p:cNvPr>
          <p:cNvSpPr/>
          <p:nvPr/>
        </p:nvSpPr>
        <p:spPr>
          <a:xfrm>
            <a:off x="522969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472F386-0E7A-C198-98DC-B8C5247C66F7}"/>
              </a:ext>
            </a:extLst>
          </p:cNvPr>
          <p:cNvSpPr/>
          <p:nvPr/>
        </p:nvSpPr>
        <p:spPr>
          <a:xfrm>
            <a:off x="5487484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B561C8EE-DAD2-3AEA-CCF0-8D5D63BFCA4F}"/>
              </a:ext>
            </a:extLst>
          </p:cNvPr>
          <p:cNvSpPr/>
          <p:nvPr/>
        </p:nvSpPr>
        <p:spPr>
          <a:xfrm>
            <a:off x="5203498" y="241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8" name="Arc 297">
            <a:extLst>
              <a:ext uri="{FF2B5EF4-FFF2-40B4-BE49-F238E27FC236}">
                <a16:creationId xmlns:a16="http://schemas.microsoft.com/office/drawing/2014/main" id="{E30E8E84-05F6-8968-ED1A-9205936A865D}"/>
              </a:ext>
            </a:extLst>
          </p:cNvPr>
          <p:cNvSpPr/>
          <p:nvPr/>
        </p:nvSpPr>
        <p:spPr>
          <a:xfrm>
            <a:off x="5621390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06A72D03-164E-46D6-60C8-0CFE6A6124AB}"/>
              </a:ext>
            </a:extLst>
          </p:cNvPr>
          <p:cNvSpPr txBox="1"/>
          <p:nvPr/>
        </p:nvSpPr>
        <p:spPr>
          <a:xfrm>
            <a:off x="5927621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236" name="Arc 235">
            <a:extLst>
              <a:ext uri="{FF2B5EF4-FFF2-40B4-BE49-F238E27FC236}">
                <a16:creationId xmlns:a16="http://schemas.microsoft.com/office/drawing/2014/main" id="{2CAACDED-F7B5-5237-109E-80EC2D9DDE40}"/>
              </a:ext>
            </a:extLst>
          </p:cNvPr>
          <p:cNvSpPr/>
          <p:nvPr/>
        </p:nvSpPr>
        <p:spPr>
          <a:xfrm>
            <a:off x="8707013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D78A96-A021-FBAB-A910-CBAD491888E7}"/>
              </a:ext>
            </a:extLst>
          </p:cNvPr>
          <p:cNvSpPr txBox="1"/>
          <p:nvPr/>
        </p:nvSpPr>
        <p:spPr>
          <a:xfrm>
            <a:off x="9013244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0313495-829C-1D05-71CF-75A5F887F708}"/>
              </a:ext>
            </a:extLst>
          </p:cNvPr>
          <p:cNvSpPr txBox="1"/>
          <p:nvPr/>
        </p:nvSpPr>
        <p:spPr>
          <a:xfrm>
            <a:off x="6971579" y="1623752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F615B7B-0D35-40E0-9C14-9B31AD596516}"/>
              </a:ext>
            </a:extLst>
          </p:cNvPr>
          <p:cNvSpPr/>
          <p:nvPr/>
        </p:nvSpPr>
        <p:spPr>
          <a:xfrm>
            <a:off x="728591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3793639-EE98-DB63-9FA9-F35825B00FF9}"/>
              </a:ext>
            </a:extLst>
          </p:cNvPr>
          <p:cNvSpPr/>
          <p:nvPr/>
        </p:nvSpPr>
        <p:spPr>
          <a:xfrm>
            <a:off x="754370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6A18EAE-A597-FF9F-9647-9B4203E42048}"/>
              </a:ext>
            </a:extLst>
          </p:cNvPr>
          <p:cNvSpPr/>
          <p:nvPr/>
        </p:nvSpPr>
        <p:spPr>
          <a:xfrm>
            <a:off x="780149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B4C6E71-44B4-9176-0D7A-7DD07E3F63A6}"/>
              </a:ext>
            </a:extLst>
          </p:cNvPr>
          <p:cNvSpPr/>
          <p:nvPr/>
        </p:nvSpPr>
        <p:spPr>
          <a:xfrm>
            <a:off x="805928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0F12D614-BF87-9E59-8F20-812B56B5E222}"/>
              </a:ext>
            </a:extLst>
          </p:cNvPr>
          <p:cNvSpPr/>
          <p:nvPr/>
        </p:nvSpPr>
        <p:spPr>
          <a:xfrm>
            <a:off x="831708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833984C-E1C7-6E5E-AF2A-C7BD21137E28}"/>
              </a:ext>
            </a:extLst>
          </p:cNvPr>
          <p:cNvSpPr/>
          <p:nvPr/>
        </p:nvSpPr>
        <p:spPr>
          <a:xfrm>
            <a:off x="857487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37D44BC5-498B-265C-39B1-D575E7F833EB}"/>
              </a:ext>
            </a:extLst>
          </p:cNvPr>
          <p:cNvSpPr/>
          <p:nvPr/>
        </p:nvSpPr>
        <p:spPr>
          <a:xfrm>
            <a:off x="854867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DA27EB4-9BDD-B232-B5B4-12593F519886}"/>
              </a:ext>
            </a:extLst>
          </p:cNvPr>
          <p:cNvSpPr/>
          <p:nvPr/>
        </p:nvSpPr>
        <p:spPr>
          <a:xfrm>
            <a:off x="728591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0A0FB626-E171-8AE0-846D-BE365DBD59E7}"/>
              </a:ext>
            </a:extLst>
          </p:cNvPr>
          <p:cNvSpPr/>
          <p:nvPr/>
        </p:nvSpPr>
        <p:spPr>
          <a:xfrm>
            <a:off x="754370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F09C59C-7B08-88A8-CF95-4A3676818E27}"/>
              </a:ext>
            </a:extLst>
          </p:cNvPr>
          <p:cNvSpPr/>
          <p:nvPr/>
        </p:nvSpPr>
        <p:spPr>
          <a:xfrm>
            <a:off x="780149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B84E1FF3-68C6-0343-CE1D-5A5333B0C70F}"/>
              </a:ext>
            </a:extLst>
          </p:cNvPr>
          <p:cNvSpPr/>
          <p:nvPr/>
        </p:nvSpPr>
        <p:spPr>
          <a:xfrm>
            <a:off x="805928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05E5AC7-242D-3BCB-E1A2-70D1E07506D7}"/>
              </a:ext>
            </a:extLst>
          </p:cNvPr>
          <p:cNvSpPr/>
          <p:nvPr/>
        </p:nvSpPr>
        <p:spPr>
          <a:xfrm>
            <a:off x="831708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A0B5BA8-ED0E-8181-9DA3-A16E08A372A0}"/>
              </a:ext>
            </a:extLst>
          </p:cNvPr>
          <p:cNvSpPr/>
          <p:nvPr/>
        </p:nvSpPr>
        <p:spPr>
          <a:xfrm>
            <a:off x="857487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634E3BD-E459-A8CD-64E6-3FDAD06840AF}"/>
              </a:ext>
            </a:extLst>
          </p:cNvPr>
          <p:cNvSpPr/>
          <p:nvPr/>
        </p:nvSpPr>
        <p:spPr>
          <a:xfrm>
            <a:off x="728591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87C2AAD-79AA-5E59-D434-C8EE4A20246F}"/>
              </a:ext>
            </a:extLst>
          </p:cNvPr>
          <p:cNvSpPr/>
          <p:nvPr/>
        </p:nvSpPr>
        <p:spPr>
          <a:xfrm>
            <a:off x="754370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82D3E60-E433-1D7C-1397-BDC3FE3E97A5}"/>
              </a:ext>
            </a:extLst>
          </p:cNvPr>
          <p:cNvSpPr/>
          <p:nvPr/>
        </p:nvSpPr>
        <p:spPr>
          <a:xfrm>
            <a:off x="780149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F1A2A6C-220C-28F8-8826-B29C3FAE1F92}"/>
              </a:ext>
            </a:extLst>
          </p:cNvPr>
          <p:cNvSpPr/>
          <p:nvPr/>
        </p:nvSpPr>
        <p:spPr>
          <a:xfrm>
            <a:off x="805928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EF71E84-F2BE-78E5-8004-C03B2D557551}"/>
              </a:ext>
            </a:extLst>
          </p:cNvPr>
          <p:cNvSpPr/>
          <p:nvPr/>
        </p:nvSpPr>
        <p:spPr>
          <a:xfrm>
            <a:off x="831708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FFE2A65-F444-B79A-9A68-43CFFE177979}"/>
              </a:ext>
            </a:extLst>
          </p:cNvPr>
          <p:cNvSpPr/>
          <p:nvPr/>
        </p:nvSpPr>
        <p:spPr>
          <a:xfrm>
            <a:off x="857487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Arc 265">
            <a:extLst>
              <a:ext uri="{FF2B5EF4-FFF2-40B4-BE49-F238E27FC236}">
                <a16:creationId xmlns:a16="http://schemas.microsoft.com/office/drawing/2014/main" id="{98C8248C-629A-096D-A7BD-FEDA1D813A7E}"/>
              </a:ext>
            </a:extLst>
          </p:cNvPr>
          <p:cNvSpPr/>
          <p:nvPr/>
        </p:nvSpPr>
        <p:spPr>
          <a:xfrm>
            <a:off x="8707013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4768BB5E-BCB6-D05D-6BAF-6C3E95D90807}"/>
              </a:ext>
            </a:extLst>
          </p:cNvPr>
          <p:cNvSpPr txBox="1"/>
          <p:nvPr/>
        </p:nvSpPr>
        <p:spPr>
          <a:xfrm>
            <a:off x="9013244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</a:t>
            </a:r>
          </a:p>
        </p:txBody>
      </p:sp>
      <p:sp>
        <p:nvSpPr>
          <p:cNvPr id="400" name="Arc 399">
            <a:extLst>
              <a:ext uri="{FF2B5EF4-FFF2-40B4-BE49-F238E27FC236}">
                <a16:creationId xmlns:a16="http://schemas.microsoft.com/office/drawing/2014/main" id="{52F62071-19DD-8347-7875-05D7E9CE53BA}"/>
              </a:ext>
            </a:extLst>
          </p:cNvPr>
          <p:cNvSpPr/>
          <p:nvPr/>
        </p:nvSpPr>
        <p:spPr>
          <a:xfrm>
            <a:off x="232383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E4DD983E-9B17-25ED-FF77-A157834F5E8E}"/>
              </a:ext>
            </a:extLst>
          </p:cNvPr>
          <p:cNvSpPr txBox="1"/>
          <p:nvPr/>
        </p:nvSpPr>
        <p:spPr>
          <a:xfrm>
            <a:off x="2630066" y="30300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×1000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FF5E2CC6-C241-5023-7733-F782A38ED859}"/>
              </a:ext>
            </a:extLst>
          </p:cNvPr>
          <p:cNvSpPr txBox="1"/>
          <p:nvPr/>
        </p:nvSpPr>
        <p:spPr>
          <a:xfrm>
            <a:off x="95479" y="2897127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71FC9C5A-1809-DF41-263E-DC3D17CA28E9}"/>
              </a:ext>
            </a:extLst>
          </p:cNvPr>
          <p:cNvSpPr/>
          <p:nvPr/>
        </p:nvSpPr>
        <p:spPr>
          <a:xfrm>
            <a:off x="385386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04780C4D-88B1-04A6-B597-DC6BD1FB1A3D}"/>
              </a:ext>
            </a:extLst>
          </p:cNvPr>
          <p:cNvSpPr/>
          <p:nvPr/>
        </p:nvSpPr>
        <p:spPr>
          <a:xfrm>
            <a:off x="64317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F236E970-0C20-E800-9AA0-708182EC8B81}"/>
              </a:ext>
            </a:extLst>
          </p:cNvPr>
          <p:cNvSpPr/>
          <p:nvPr/>
        </p:nvSpPr>
        <p:spPr>
          <a:xfrm>
            <a:off x="90097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3BF99079-852F-FE94-E9D3-3493FF2C27CA}"/>
              </a:ext>
            </a:extLst>
          </p:cNvPr>
          <p:cNvSpPr/>
          <p:nvPr/>
        </p:nvSpPr>
        <p:spPr>
          <a:xfrm>
            <a:off x="115876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FEDEF549-B403-3554-F607-B39A74B2C57A}"/>
              </a:ext>
            </a:extLst>
          </p:cNvPr>
          <p:cNvSpPr/>
          <p:nvPr/>
        </p:nvSpPr>
        <p:spPr>
          <a:xfrm>
            <a:off x="141655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E099DBD-4530-B169-81BB-E06E2525AA5A}"/>
              </a:ext>
            </a:extLst>
          </p:cNvPr>
          <p:cNvSpPr/>
          <p:nvPr/>
        </p:nvSpPr>
        <p:spPr>
          <a:xfrm>
            <a:off x="167434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273B55DF-844C-1778-9706-CFCE68166016}"/>
              </a:ext>
            </a:extLst>
          </p:cNvPr>
          <p:cNvSpPr/>
          <p:nvPr/>
        </p:nvSpPr>
        <p:spPr>
          <a:xfrm>
            <a:off x="193213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C19AB50F-1DF5-26CD-E821-CD434CD71874}"/>
              </a:ext>
            </a:extLst>
          </p:cNvPr>
          <p:cNvSpPr/>
          <p:nvPr/>
        </p:nvSpPr>
        <p:spPr>
          <a:xfrm>
            <a:off x="218992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FDE7E0EF-265F-5284-40AA-04E09241A098}"/>
              </a:ext>
            </a:extLst>
          </p:cNvPr>
          <p:cNvSpPr/>
          <p:nvPr/>
        </p:nvSpPr>
        <p:spPr>
          <a:xfrm>
            <a:off x="190594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44667F2-653C-33C8-6F3C-C645C3A29E65}"/>
              </a:ext>
            </a:extLst>
          </p:cNvPr>
          <p:cNvSpPr/>
          <p:nvPr/>
        </p:nvSpPr>
        <p:spPr>
          <a:xfrm>
            <a:off x="385386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5E2E1876-6F21-DBB8-7521-080F8E5B0462}"/>
              </a:ext>
            </a:extLst>
          </p:cNvPr>
          <p:cNvSpPr/>
          <p:nvPr/>
        </p:nvSpPr>
        <p:spPr>
          <a:xfrm>
            <a:off x="64317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8481FD4-66B9-B9E6-D7F3-60D264E3C628}"/>
              </a:ext>
            </a:extLst>
          </p:cNvPr>
          <p:cNvSpPr/>
          <p:nvPr/>
        </p:nvSpPr>
        <p:spPr>
          <a:xfrm>
            <a:off x="90097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AA470E-107A-AD53-9E48-5B6FC60E5F4C}"/>
              </a:ext>
            </a:extLst>
          </p:cNvPr>
          <p:cNvSpPr/>
          <p:nvPr/>
        </p:nvSpPr>
        <p:spPr>
          <a:xfrm>
            <a:off x="115876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B63DC9AA-E875-D137-8884-84ED087F5D5B}"/>
              </a:ext>
            </a:extLst>
          </p:cNvPr>
          <p:cNvSpPr/>
          <p:nvPr/>
        </p:nvSpPr>
        <p:spPr>
          <a:xfrm>
            <a:off x="141655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D85A3B72-759B-B33C-AF55-28E1E7A677E2}"/>
              </a:ext>
            </a:extLst>
          </p:cNvPr>
          <p:cNvSpPr/>
          <p:nvPr/>
        </p:nvSpPr>
        <p:spPr>
          <a:xfrm>
            <a:off x="167434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88703CD3-4BAE-DA33-CD51-ABA78BC0AB04}"/>
              </a:ext>
            </a:extLst>
          </p:cNvPr>
          <p:cNvSpPr/>
          <p:nvPr/>
        </p:nvSpPr>
        <p:spPr>
          <a:xfrm>
            <a:off x="193213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B2CCB14F-1803-9CAC-7BDF-824EC872CF72}"/>
              </a:ext>
            </a:extLst>
          </p:cNvPr>
          <p:cNvSpPr/>
          <p:nvPr/>
        </p:nvSpPr>
        <p:spPr>
          <a:xfrm>
            <a:off x="218992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167ECF8-51F3-10F9-D855-8BB2032611FA}"/>
              </a:ext>
            </a:extLst>
          </p:cNvPr>
          <p:cNvSpPr/>
          <p:nvPr/>
        </p:nvSpPr>
        <p:spPr>
          <a:xfrm>
            <a:off x="385386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ED1B80A-5214-8331-E595-3455A2B7BB1B}"/>
              </a:ext>
            </a:extLst>
          </p:cNvPr>
          <p:cNvSpPr/>
          <p:nvPr/>
        </p:nvSpPr>
        <p:spPr>
          <a:xfrm>
            <a:off x="64317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312F066F-2565-2E5A-7756-4B4733CC1E12}"/>
              </a:ext>
            </a:extLst>
          </p:cNvPr>
          <p:cNvSpPr/>
          <p:nvPr/>
        </p:nvSpPr>
        <p:spPr>
          <a:xfrm>
            <a:off x="90097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459A0E0-174A-3739-DC2A-7D4C49274A69}"/>
              </a:ext>
            </a:extLst>
          </p:cNvPr>
          <p:cNvSpPr/>
          <p:nvPr/>
        </p:nvSpPr>
        <p:spPr>
          <a:xfrm>
            <a:off x="115876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EE6F373-91C5-AB68-129B-A75918D675A2}"/>
              </a:ext>
            </a:extLst>
          </p:cNvPr>
          <p:cNvSpPr/>
          <p:nvPr/>
        </p:nvSpPr>
        <p:spPr>
          <a:xfrm>
            <a:off x="141655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11D8ABD7-829A-1282-0A06-F7F6AB6C7C84}"/>
              </a:ext>
            </a:extLst>
          </p:cNvPr>
          <p:cNvSpPr/>
          <p:nvPr/>
        </p:nvSpPr>
        <p:spPr>
          <a:xfrm>
            <a:off x="167434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263E13D-C898-13D3-AAB8-1AE614D6E9FF}"/>
              </a:ext>
            </a:extLst>
          </p:cNvPr>
          <p:cNvSpPr/>
          <p:nvPr/>
        </p:nvSpPr>
        <p:spPr>
          <a:xfrm>
            <a:off x="193213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52786D1-F279-524B-AF0B-31E1493277C7}"/>
              </a:ext>
            </a:extLst>
          </p:cNvPr>
          <p:cNvSpPr/>
          <p:nvPr/>
        </p:nvSpPr>
        <p:spPr>
          <a:xfrm>
            <a:off x="218992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0" name="Arc 429">
            <a:extLst>
              <a:ext uri="{FF2B5EF4-FFF2-40B4-BE49-F238E27FC236}">
                <a16:creationId xmlns:a16="http://schemas.microsoft.com/office/drawing/2014/main" id="{BDD9B3D3-A497-B11B-98CF-F3AB953B6FAC}"/>
              </a:ext>
            </a:extLst>
          </p:cNvPr>
          <p:cNvSpPr/>
          <p:nvPr/>
        </p:nvSpPr>
        <p:spPr>
          <a:xfrm>
            <a:off x="232383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DF09A9B9-99FC-4383-5538-8FC4C36911B5}"/>
              </a:ext>
            </a:extLst>
          </p:cNvPr>
          <p:cNvSpPr txBox="1"/>
          <p:nvPr/>
        </p:nvSpPr>
        <p:spPr>
          <a:xfrm>
            <a:off x="263006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368" name="Arc 367">
            <a:extLst>
              <a:ext uri="{FF2B5EF4-FFF2-40B4-BE49-F238E27FC236}">
                <a16:creationId xmlns:a16="http://schemas.microsoft.com/office/drawing/2014/main" id="{47AD1536-5B42-A217-2D7C-9417B398EF27}"/>
              </a:ext>
            </a:extLst>
          </p:cNvPr>
          <p:cNvSpPr/>
          <p:nvPr/>
        </p:nvSpPr>
        <p:spPr>
          <a:xfrm>
            <a:off x="536421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FCCBEA-A701-9BEB-7AF3-56346BFE25B0}"/>
              </a:ext>
            </a:extLst>
          </p:cNvPr>
          <p:cNvSpPr txBox="1"/>
          <p:nvPr/>
        </p:nvSpPr>
        <p:spPr>
          <a:xfrm>
            <a:off x="567044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370F09A-0220-26F6-5342-FCEC0658B5BE}"/>
              </a:ext>
            </a:extLst>
          </p:cNvPr>
          <p:cNvSpPr txBox="1"/>
          <p:nvPr/>
        </p:nvSpPr>
        <p:spPr>
          <a:xfrm>
            <a:off x="3632813" y="2897127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E994595E-D46A-6D29-B708-B8C6BE960557}"/>
              </a:ext>
            </a:extLst>
          </p:cNvPr>
          <p:cNvSpPr/>
          <p:nvPr/>
        </p:nvSpPr>
        <p:spPr>
          <a:xfrm>
            <a:off x="394135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8883CDE-A33E-D4DD-A9ED-2A200DE6DA1C}"/>
              </a:ext>
            </a:extLst>
          </p:cNvPr>
          <p:cNvSpPr/>
          <p:nvPr/>
        </p:nvSpPr>
        <p:spPr>
          <a:xfrm>
            <a:off x="419914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4236E97-C427-13CE-F91D-8754B7D1A0B5}"/>
              </a:ext>
            </a:extLst>
          </p:cNvPr>
          <p:cNvSpPr/>
          <p:nvPr/>
        </p:nvSpPr>
        <p:spPr>
          <a:xfrm>
            <a:off x="445693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C25D357D-02CB-5913-4DB0-F0E89516692A}"/>
              </a:ext>
            </a:extLst>
          </p:cNvPr>
          <p:cNvSpPr/>
          <p:nvPr/>
        </p:nvSpPr>
        <p:spPr>
          <a:xfrm>
            <a:off x="471472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0E7EDE8-88A6-E5FD-81B2-1B964087D4CF}"/>
              </a:ext>
            </a:extLst>
          </p:cNvPr>
          <p:cNvSpPr/>
          <p:nvPr/>
        </p:nvSpPr>
        <p:spPr>
          <a:xfrm>
            <a:off x="497251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119B89B-D737-1516-31F6-D0C711FBC395}"/>
              </a:ext>
            </a:extLst>
          </p:cNvPr>
          <p:cNvSpPr/>
          <p:nvPr/>
        </p:nvSpPr>
        <p:spPr>
          <a:xfrm>
            <a:off x="523030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344DD623-7799-D0BB-F47E-5DA1120A64A5}"/>
              </a:ext>
            </a:extLst>
          </p:cNvPr>
          <p:cNvSpPr/>
          <p:nvPr/>
        </p:nvSpPr>
        <p:spPr>
          <a:xfrm>
            <a:off x="494632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0B05FDE9-86EB-5555-385F-9BB2BC828032}"/>
              </a:ext>
            </a:extLst>
          </p:cNvPr>
          <p:cNvSpPr/>
          <p:nvPr/>
        </p:nvSpPr>
        <p:spPr>
          <a:xfrm>
            <a:off x="394135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5A86724A-E094-9111-1022-226229DFC3EB}"/>
              </a:ext>
            </a:extLst>
          </p:cNvPr>
          <p:cNvSpPr/>
          <p:nvPr/>
        </p:nvSpPr>
        <p:spPr>
          <a:xfrm>
            <a:off x="419914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FCDD3D6C-E305-956D-FF34-7750EE7FA4D2}"/>
              </a:ext>
            </a:extLst>
          </p:cNvPr>
          <p:cNvSpPr/>
          <p:nvPr/>
        </p:nvSpPr>
        <p:spPr>
          <a:xfrm>
            <a:off x="445693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0875645D-ED32-AFAC-6A52-1866CE0C9BE1}"/>
              </a:ext>
            </a:extLst>
          </p:cNvPr>
          <p:cNvSpPr/>
          <p:nvPr/>
        </p:nvSpPr>
        <p:spPr>
          <a:xfrm>
            <a:off x="471472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9C2F3936-0073-92A3-09AE-B4A9D465DD8B}"/>
              </a:ext>
            </a:extLst>
          </p:cNvPr>
          <p:cNvSpPr/>
          <p:nvPr/>
        </p:nvSpPr>
        <p:spPr>
          <a:xfrm>
            <a:off x="497251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3C13F3E9-C6F8-7AFE-E09F-B33615BE03D7}"/>
              </a:ext>
            </a:extLst>
          </p:cNvPr>
          <p:cNvSpPr/>
          <p:nvPr/>
        </p:nvSpPr>
        <p:spPr>
          <a:xfrm>
            <a:off x="523030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19C1AB6-DC84-3173-60F4-A395628BB26B}"/>
              </a:ext>
            </a:extLst>
          </p:cNvPr>
          <p:cNvSpPr/>
          <p:nvPr/>
        </p:nvSpPr>
        <p:spPr>
          <a:xfrm>
            <a:off x="394135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C12B335C-A196-1BAC-B50F-B918510FA44B}"/>
              </a:ext>
            </a:extLst>
          </p:cNvPr>
          <p:cNvSpPr/>
          <p:nvPr/>
        </p:nvSpPr>
        <p:spPr>
          <a:xfrm>
            <a:off x="419914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23679018-986A-285C-3ED4-364E132FCBEB}"/>
              </a:ext>
            </a:extLst>
          </p:cNvPr>
          <p:cNvSpPr/>
          <p:nvPr/>
        </p:nvSpPr>
        <p:spPr>
          <a:xfrm>
            <a:off x="445693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E94A4553-E2A2-4750-0DA7-7956448B3743}"/>
              </a:ext>
            </a:extLst>
          </p:cNvPr>
          <p:cNvSpPr/>
          <p:nvPr/>
        </p:nvSpPr>
        <p:spPr>
          <a:xfrm>
            <a:off x="471472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17D17E41-3A9B-0FE5-B9AE-259B31D83CC2}"/>
              </a:ext>
            </a:extLst>
          </p:cNvPr>
          <p:cNvSpPr/>
          <p:nvPr/>
        </p:nvSpPr>
        <p:spPr>
          <a:xfrm>
            <a:off x="497251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5A2F0A1-87AC-B03B-BC31-25129850AE77}"/>
              </a:ext>
            </a:extLst>
          </p:cNvPr>
          <p:cNvSpPr/>
          <p:nvPr/>
        </p:nvSpPr>
        <p:spPr>
          <a:xfrm>
            <a:off x="523030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8" name="Arc 397">
            <a:extLst>
              <a:ext uri="{FF2B5EF4-FFF2-40B4-BE49-F238E27FC236}">
                <a16:creationId xmlns:a16="http://schemas.microsoft.com/office/drawing/2014/main" id="{F1424CE0-630B-5321-2840-0C3774C4B37A}"/>
              </a:ext>
            </a:extLst>
          </p:cNvPr>
          <p:cNvSpPr/>
          <p:nvPr/>
        </p:nvSpPr>
        <p:spPr>
          <a:xfrm>
            <a:off x="536421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146D5D0-93BE-27E6-4B8D-4761854096F0}"/>
              </a:ext>
            </a:extLst>
          </p:cNvPr>
          <p:cNvSpPr txBox="1"/>
          <p:nvPr/>
        </p:nvSpPr>
        <p:spPr>
          <a:xfrm>
            <a:off x="5670446" y="341848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×1000</a:t>
            </a:r>
          </a:p>
        </p:txBody>
      </p:sp>
      <p:sp>
        <p:nvSpPr>
          <p:cNvPr id="336" name="Arc 335">
            <a:extLst>
              <a:ext uri="{FF2B5EF4-FFF2-40B4-BE49-F238E27FC236}">
                <a16:creationId xmlns:a16="http://schemas.microsoft.com/office/drawing/2014/main" id="{A330981F-4254-39AE-55E9-57DA18044184}"/>
              </a:ext>
            </a:extLst>
          </p:cNvPr>
          <p:cNvSpPr/>
          <p:nvPr/>
        </p:nvSpPr>
        <p:spPr>
          <a:xfrm>
            <a:off x="884274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8D43CA58-A63D-7FF8-772B-3F08A3FB8210}"/>
              </a:ext>
            </a:extLst>
          </p:cNvPr>
          <p:cNvSpPr txBox="1"/>
          <p:nvPr/>
        </p:nvSpPr>
        <p:spPr>
          <a:xfrm>
            <a:off x="914897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5B408B6E-2437-485F-EE23-FBF6C5AAB9E9}"/>
              </a:ext>
            </a:extLst>
          </p:cNvPr>
          <p:cNvSpPr txBox="1"/>
          <p:nvPr/>
        </p:nvSpPr>
        <p:spPr>
          <a:xfrm>
            <a:off x="7135388" y="2897127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E38FC55-E11A-6B78-2107-EE1F8CA188CE}"/>
              </a:ext>
            </a:extLst>
          </p:cNvPr>
          <p:cNvSpPr/>
          <p:nvPr/>
        </p:nvSpPr>
        <p:spPr>
          <a:xfrm>
            <a:off x="741988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66A071FD-7FDC-3DD9-E888-FF17F9E2E59A}"/>
              </a:ext>
            </a:extLst>
          </p:cNvPr>
          <p:cNvSpPr/>
          <p:nvPr/>
        </p:nvSpPr>
        <p:spPr>
          <a:xfrm>
            <a:off x="767767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73F5903-F0CA-AD77-9679-E5E0927E97FB}"/>
              </a:ext>
            </a:extLst>
          </p:cNvPr>
          <p:cNvSpPr/>
          <p:nvPr/>
        </p:nvSpPr>
        <p:spPr>
          <a:xfrm>
            <a:off x="793546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226F6C46-E9AD-0B35-21DB-F60F9B75CCE1}"/>
              </a:ext>
            </a:extLst>
          </p:cNvPr>
          <p:cNvSpPr/>
          <p:nvPr/>
        </p:nvSpPr>
        <p:spPr>
          <a:xfrm>
            <a:off x="819325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7176FAFA-AB8D-3ED6-C38C-B7120123354C}"/>
              </a:ext>
            </a:extLst>
          </p:cNvPr>
          <p:cNvSpPr/>
          <p:nvPr/>
        </p:nvSpPr>
        <p:spPr>
          <a:xfrm>
            <a:off x="845104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68A2E6C0-2F04-B024-AE79-FFEAA8D381EC}"/>
              </a:ext>
            </a:extLst>
          </p:cNvPr>
          <p:cNvSpPr/>
          <p:nvPr/>
        </p:nvSpPr>
        <p:spPr>
          <a:xfrm>
            <a:off x="870883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E8AEA425-AD4A-ACFA-6DF3-97E806584DE7}"/>
              </a:ext>
            </a:extLst>
          </p:cNvPr>
          <p:cNvSpPr/>
          <p:nvPr/>
        </p:nvSpPr>
        <p:spPr>
          <a:xfrm>
            <a:off x="842485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26F8AF7-73D1-EF04-513F-9D77B2BBC91F}"/>
              </a:ext>
            </a:extLst>
          </p:cNvPr>
          <p:cNvSpPr/>
          <p:nvPr/>
        </p:nvSpPr>
        <p:spPr>
          <a:xfrm>
            <a:off x="741988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0217013D-AC05-D057-E06A-79553151F1C1}"/>
              </a:ext>
            </a:extLst>
          </p:cNvPr>
          <p:cNvSpPr/>
          <p:nvPr/>
        </p:nvSpPr>
        <p:spPr>
          <a:xfrm>
            <a:off x="767767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58661A7E-D612-2F81-9891-484082434EB5}"/>
              </a:ext>
            </a:extLst>
          </p:cNvPr>
          <p:cNvSpPr/>
          <p:nvPr/>
        </p:nvSpPr>
        <p:spPr>
          <a:xfrm>
            <a:off x="793546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B75472CD-49D9-A51C-013B-53E331BE44B2}"/>
              </a:ext>
            </a:extLst>
          </p:cNvPr>
          <p:cNvSpPr/>
          <p:nvPr/>
        </p:nvSpPr>
        <p:spPr>
          <a:xfrm>
            <a:off x="819325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FBC9127C-508B-1DB8-A822-519500C2D3C1}"/>
              </a:ext>
            </a:extLst>
          </p:cNvPr>
          <p:cNvSpPr/>
          <p:nvPr/>
        </p:nvSpPr>
        <p:spPr>
          <a:xfrm>
            <a:off x="845104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55A822-D6FF-1BD5-2793-AC24E0653904}"/>
              </a:ext>
            </a:extLst>
          </p:cNvPr>
          <p:cNvSpPr/>
          <p:nvPr/>
        </p:nvSpPr>
        <p:spPr>
          <a:xfrm>
            <a:off x="870883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2FC0FC-8F89-56A8-42FB-E40660250985}"/>
              </a:ext>
            </a:extLst>
          </p:cNvPr>
          <p:cNvSpPr/>
          <p:nvPr/>
        </p:nvSpPr>
        <p:spPr>
          <a:xfrm>
            <a:off x="741988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190F1E9C-F5FB-0C37-B1FC-C315004592B2}"/>
              </a:ext>
            </a:extLst>
          </p:cNvPr>
          <p:cNvSpPr/>
          <p:nvPr/>
        </p:nvSpPr>
        <p:spPr>
          <a:xfrm>
            <a:off x="767767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70C65A7-7495-F332-9FE1-F12970E926B0}"/>
              </a:ext>
            </a:extLst>
          </p:cNvPr>
          <p:cNvSpPr/>
          <p:nvPr/>
        </p:nvSpPr>
        <p:spPr>
          <a:xfrm>
            <a:off x="793546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EAF5D92-F179-1E94-7457-137219C01A87}"/>
              </a:ext>
            </a:extLst>
          </p:cNvPr>
          <p:cNvSpPr/>
          <p:nvPr/>
        </p:nvSpPr>
        <p:spPr>
          <a:xfrm>
            <a:off x="819325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E2C618F-4B6F-60BD-EF06-A9C6B6B08DDA}"/>
              </a:ext>
            </a:extLst>
          </p:cNvPr>
          <p:cNvSpPr/>
          <p:nvPr/>
        </p:nvSpPr>
        <p:spPr>
          <a:xfrm>
            <a:off x="845104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74F0EE1C-7D6D-3153-477B-2454BCAD4A93}"/>
              </a:ext>
            </a:extLst>
          </p:cNvPr>
          <p:cNvSpPr/>
          <p:nvPr/>
        </p:nvSpPr>
        <p:spPr>
          <a:xfrm>
            <a:off x="870883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6" name="Arc 365">
            <a:extLst>
              <a:ext uri="{FF2B5EF4-FFF2-40B4-BE49-F238E27FC236}">
                <a16:creationId xmlns:a16="http://schemas.microsoft.com/office/drawing/2014/main" id="{0D825A01-C98E-E675-54AD-48CF188C31B4}"/>
              </a:ext>
            </a:extLst>
          </p:cNvPr>
          <p:cNvSpPr/>
          <p:nvPr/>
        </p:nvSpPr>
        <p:spPr>
          <a:xfrm>
            <a:off x="884274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EA86FF0E-53B3-9522-AFD1-0EA50437B331}"/>
              </a:ext>
            </a:extLst>
          </p:cNvPr>
          <p:cNvSpPr txBox="1"/>
          <p:nvPr/>
        </p:nvSpPr>
        <p:spPr>
          <a:xfrm>
            <a:off x="914897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500" name="Arc 499">
            <a:extLst>
              <a:ext uri="{FF2B5EF4-FFF2-40B4-BE49-F238E27FC236}">
                <a16:creationId xmlns:a16="http://schemas.microsoft.com/office/drawing/2014/main" id="{9636DEEC-BDB6-2F21-11C4-B95E12277EB7}"/>
              </a:ext>
            </a:extLst>
          </p:cNvPr>
          <p:cNvSpPr/>
          <p:nvPr/>
        </p:nvSpPr>
        <p:spPr>
          <a:xfrm>
            <a:off x="220001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486699ED-38CA-6E76-4908-47EAA64C7AC6}"/>
              </a:ext>
            </a:extLst>
          </p:cNvPr>
          <p:cNvSpPr txBox="1"/>
          <p:nvPr/>
        </p:nvSpPr>
        <p:spPr>
          <a:xfrm>
            <a:off x="2506241" y="430341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776CD7D1-F931-2998-C7C4-DDC97A76C59A}"/>
              </a:ext>
            </a:extLst>
          </p:cNvPr>
          <p:cNvSpPr txBox="1"/>
          <p:nvPr/>
        </p:nvSpPr>
        <p:spPr>
          <a:xfrm>
            <a:off x="201010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8EAA0D1-1AA3-339D-005D-420CB90151B7}"/>
              </a:ext>
            </a:extLst>
          </p:cNvPr>
          <p:cNvSpPr/>
          <p:nvPr/>
        </p:nvSpPr>
        <p:spPr>
          <a:xfrm>
            <a:off x="51935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CAEC2A49-E027-E8D3-FD8F-8B1363278893}"/>
              </a:ext>
            </a:extLst>
          </p:cNvPr>
          <p:cNvSpPr/>
          <p:nvPr/>
        </p:nvSpPr>
        <p:spPr>
          <a:xfrm>
            <a:off x="77714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AE1D53F-9268-6743-05A2-0434F1190F15}"/>
              </a:ext>
            </a:extLst>
          </p:cNvPr>
          <p:cNvSpPr/>
          <p:nvPr/>
        </p:nvSpPr>
        <p:spPr>
          <a:xfrm>
            <a:off x="103493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05780D4A-EEED-AB48-22AA-A3EFADE3B1F1}"/>
              </a:ext>
            </a:extLst>
          </p:cNvPr>
          <p:cNvSpPr/>
          <p:nvPr/>
        </p:nvSpPr>
        <p:spPr>
          <a:xfrm>
            <a:off x="129272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55439999-AA91-B60D-1BC0-8DF20AB97D25}"/>
              </a:ext>
            </a:extLst>
          </p:cNvPr>
          <p:cNvSpPr/>
          <p:nvPr/>
        </p:nvSpPr>
        <p:spPr>
          <a:xfrm>
            <a:off x="155052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07F7EA0-9857-2CDD-A1CA-0547E95347ED}"/>
              </a:ext>
            </a:extLst>
          </p:cNvPr>
          <p:cNvSpPr/>
          <p:nvPr/>
        </p:nvSpPr>
        <p:spPr>
          <a:xfrm>
            <a:off x="18083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BE7C73A-0EE2-46C7-4427-6E0589468401}"/>
              </a:ext>
            </a:extLst>
          </p:cNvPr>
          <p:cNvSpPr/>
          <p:nvPr/>
        </p:nvSpPr>
        <p:spPr>
          <a:xfrm>
            <a:off x="206610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44917901-6562-0D1C-7B11-17FE0B47337E}"/>
              </a:ext>
            </a:extLst>
          </p:cNvPr>
          <p:cNvSpPr/>
          <p:nvPr/>
        </p:nvSpPr>
        <p:spPr>
          <a:xfrm>
            <a:off x="1527324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DADD542B-2F52-3763-3215-270D3D6E208F}"/>
              </a:ext>
            </a:extLst>
          </p:cNvPr>
          <p:cNvSpPr/>
          <p:nvPr/>
        </p:nvSpPr>
        <p:spPr>
          <a:xfrm>
            <a:off x="51935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BD96EA6-4BAF-931E-C583-C09E7937F173}"/>
              </a:ext>
            </a:extLst>
          </p:cNvPr>
          <p:cNvSpPr/>
          <p:nvPr/>
        </p:nvSpPr>
        <p:spPr>
          <a:xfrm>
            <a:off x="77714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5C729FE-1CEE-FADD-E9DD-DD531F4AC1E7}"/>
              </a:ext>
            </a:extLst>
          </p:cNvPr>
          <p:cNvSpPr/>
          <p:nvPr/>
        </p:nvSpPr>
        <p:spPr>
          <a:xfrm>
            <a:off x="103493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1936D4FD-61E1-91A0-A3C2-B6BBD14239F2}"/>
              </a:ext>
            </a:extLst>
          </p:cNvPr>
          <p:cNvSpPr/>
          <p:nvPr/>
        </p:nvSpPr>
        <p:spPr>
          <a:xfrm>
            <a:off x="129272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770EAD7F-F271-3C0D-9B8A-15AC861C42C1}"/>
              </a:ext>
            </a:extLst>
          </p:cNvPr>
          <p:cNvSpPr/>
          <p:nvPr/>
        </p:nvSpPr>
        <p:spPr>
          <a:xfrm>
            <a:off x="155052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0DBD682-5A2D-5D30-7FBB-A6A54A3B58AF}"/>
              </a:ext>
            </a:extLst>
          </p:cNvPr>
          <p:cNvSpPr/>
          <p:nvPr/>
        </p:nvSpPr>
        <p:spPr>
          <a:xfrm>
            <a:off x="18083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B6989C43-32B9-10EF-6DC9-4E68EA0A87CA}"/>
              </a:ext>
            </a:extLst>
          </p:cNvPr>
          <p:cNvSpPr/>
          <p:nvPr/>
        </p:nvSpPr>
        <p:spPr>
          <a:xfrm>
            <a:off x="206610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99F5407B-D318-3147-70EB-904278E61223}"/>
              </a:ext>
            </a:extLst>
          </p:cNvPr>
          <p:cNvSpPr/>
          <p:nvPr/>
        </p:nvSpPr>
        <p:spPr>
          <a:xfrm>
            <a:off x="51935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541834C9-7796-5EED-60ED-46BDDCC69BC0}"/>
              </a:ext>
            </a:extLst>
          </p:cNvPr>
          <p:cNvSpPr/>
          <p:nvPr/>
        </p:nvSpPr>
        <p:spPr>
          <a:xfrm>
            <a:off x="77714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CB4BEEAC-EAC8-7131-94D1-A6EC15F4CE4A}"/>
              </a:ext>
            </a:extLst>
          </p:cNvPr>
          <p:cNvSpPr/>
          <p:nvPr/>
        </p:nvSpPr>
        <p:spPr>
          <a:xfrm>
            <a:off x="103493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78C1208-EF05-EA0A-05DA-CD579EB14964}"/>
              </a:ext>
            </a:extLst>
          </p:cNvPr>
          <p:cNvSpPr/>
          <p:nvPr/>
        </p:nvSpPr>
        <p:spPr>
          <a:xfrm>
            <a:off x="129272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2CC0765B-61A0-9A75-5A38-F70CE32BCFC8}"/>
              </a:ext>
            </a:extLst>
          </p:cNvPr>
          <p:cNvSpPr/>
          <p:nvPr/>
        </p:nvSpPr>
        <p:spPr>
          <a:xfrm>
            <a:off x="155052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B268DDF2-C4F4-85B1-4139-DCC8E095EAC9}"/>
              </a:ext>
            </a:extLst>
          </p:cNvPr>
          <p:cNvSpPr/>
          <p:nvPr/>
        </p:nvSpPr>
        <p:spPr>
          <a:xfrm>
            <a:off x="18083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4C3AB24B-5136-581B-B14C-038C3A840A7E}"/>
              </a:ext>
            </a:extLst>
          </p:cNvPr>
          <p:cNvSpPr/>
          <p:nvPr/>
        </p:nvSpPr>
        <p:spPr>
          <a:xfrm>
            <a:off x="206610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Arc 529">
            <a:extLst>
              <a:ext uri="{FF2B5EF4-FFF2-40B4-BE49-F238E27FC236}">
                <a16:creationId xmlns:a16="http://schemas.microsoft.com/office/drawing/2014/main" id="{A8D001D4-ED52-A148-74E1-121BC7DEBA9F}"/>
              </a:ext>
            </a:extLst>
          </p:cNvPr>
          <p:cNvSpPr/>
          <p:nvPr/>
        </p:nvSpPr>
        <p:spPr>
          <a:xfrm>
            <a:off x="220001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B4A92E4-E10D-D783-0E3C-1E9CD3F5330F}"/>
              </a:ext>
            </a:extLst>
          </p:cNvPr>
          <p:cNvSpPr txBox="1"/>
          <p:nvPr/>
        </p:nvSpPr>
        <p:spPr>
          <a:xfrm>
            <a:off x="2506241" y="46918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468" name="Arc 467">
            <a:extLst>
              <a:ext uri="{FF2B5EF4-FFF2-40B4-BE49-F238E27FC236}">
                <a16:creationId xmlns:a16="http://schemas.microsoft.com/office/drawing/2014/main" id="{06706852-E137-8FBA-8C4C-849B323CCB77}"/>
              </a:ext>
            </a:extLst>
          </p:cNvPr>
          <p:cNvSpPr/>
          <p:nvPr/>
        </p:nvSpPr>
        <p:spPr>
          <a:xfrm>
            <a:off x="5510265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1C653CE8-A8FD-159F-FB14-E4E32A74D4ED}"/>
              </a:ext>
            </a:extLst>
          </p:cNvPr>
          <p:cNvSpPr txBox="1"/>
          <p:nvPr/>
        </p:nvSpPr>
        <p:spPr>
          <a:xfrm>
            <a:off x="5816496" y="43034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0730B97C-2CEE-3AD9-12DA-985178E3DF17}"/>
              </a:ext>
            </a:extLst>
          </p:cNvPr>
          <p:cNvSpPr txBox="1"/>
          <p:nvPr/>
        </p:nvSpPr>
        <p:spPr>
          <a:xfrm>
            <a:off x="3277901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й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873B635E-79CD-CE34-1AB5-BA2D9C624178}"/>
              </a:ext>
            </a:extLst>
          </p:cNvPr>
          <p:cNvSpPr/>
          <p:nvPr/>
        </p:nvSpPr>
        <p:spPr>
          <a:xfrm>
            <a:off x="3571816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48C8A14-6572-06C5-E86A-DD6FE5378754}"/>
              </a:ext>
            </a:extLst>
          </p:cNvPr>
          <p:cNvSpPr/>
          <p:nvPr/>
        </p:nvSpPr>
        <p:spPr>
          <a:xfrm>
            <a:off x="382960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3B982D8F-5782-2E6E-8AF0-1C4BC2D289D7}"/>
              </a:ext>
            </a:extLst>
          </p:cNvPr>
          <p:cNvSpPr/>
          <p:nvPr/>
        </p:nvSpPr>
        <p:spPr>
          <a:xfrm>
            <a:off x="408740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73316E5-6AC7-941F-B14A-0E46A5B9DE74}"/>
              </a:ext>
            </a:extLst>
          </p:cNvPr>
          <p:cNvSpPr/>
          <p:nvPr/>
        </p:nvSpPr>
        <p:spPr>
          <a:xfrm>
            <a:off x="4345192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30DD5AD7-858F-4EE5-CED7-D88C835693CD}"/>
              </a:ext>
            </a:extLst>
          </p:cNvPr>
          <p:cNvSpPr/>
          <p:nvPr/>
        </p:nvSpPr>
        <p:spPr>
          <a:xfrm>
            <a:off x="460298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B1901F78-A6EF-CA98-FB5A-C9BB0F21DC9E}"/>
              </a:ext>
            </a:extLst>
          </p:cNvPr>
          <p:cNvSpPr/>
          <p:nvPr/>
        </p:nvSpPr>
        <p:spPr>
          <a:xfrm>
            <a:off x="486077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24CD3066-E2CD-34FE-CD76-3A1DDFD4FB55}"/>
              </a:ext>
            </a:extLst>
          </p:cNvPr>
          <p:cNvSpPr/>
          <p:nvPr/>
        </p:nvSpPr>
        <p:spPr>
          <a:xfrm>
            <a:off x="511856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339A8BFC-4C97-0C53-D1DB-8F92CD6AC001}"/>
              </a:ext>
            </a:extLst>
          </p:cNvPr>
          <p:cNvSpPr/>
          <p:nvPr/>
        </p:nvSpPr>
        <p:spPr>
          <a:xfrm>
            <a:off x="537635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9B4715DE-8EEC-4504-30CC-9A7220ADC82C}"/>
              </a:ext>
            </a:extLst>
          </p:cNvPr>
          <p:cNvSpPr/>
          <p:nvPr/>
        </p:nvSpPr>
        <p:spPr>
          <a:xfrm>
            <a:off x="483281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FD821A67-51CA-0F2D-865F-242577716037}"/>
              </a:ext>
            </a:extLst>
          </p:cNvPr>
          <p:cNvSpPr/>
          <p:nvPr/>
        </p:nvSpPr>
        <p:spPr>
          <a:xfrm>
            <a:off x="3571816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436CF46E-696E-1CD1-2DB9-5A4D2A281BAF}"/>
              </a:ext>
            </a:extLst>
          </p:cNvPr>
          <p:cNvSpPr/>
          <p:nvPr/>
        </p:nvSpPr>
        <p:spPr>
          <a:xfrm>
            <a:off x="382960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2579D2AF-330E-8EA7-C408-18EABABD71A1}"/>
              </a:ext>
            </a:extLst>
          </p:cNvPr>
          <p:cNvSpPr/>
          <p:nvPr/>
        </p:nvSpPr>
        <p:spPr>
          <a:xfrm>
            <a:off x="408740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9EACC2D5-0ADD-3B74-B689-560F4735A193}"/>
              </a:ext>
            </a:extLst>
          </p:cNvPr>
          <p:cNvSpPr/>
          <p:nvPr/>
        </p:nvSpPr>
        <p:spPr>
          <a:xfrm>
            <a:off x="4345192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FB3EDB54-EF2F-A2C3-AA90-239EAA3C0ED4}"/>
              </a:ext>
            </a:extLst>
          </p:cNvPr>
          <p:cNvSpPr/>
          <p:nvPr/>
        </p:nvSpPr>
        <p:spPr>
          <a:xfrm>
            <a:off x="460298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E280841B-5F15-F853-635D-B192229E59CC}"/>
              </a:ext>
            </a:extLst>
          </p:cNvPr>
          <p:cNvSpPr/>
          <p:nvPr/>
        </p:nvSpPr>
        <p:spPr>
          <a:xfrm>
            <a:off x="486077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6C4DE171-7717-F432-54B2-0692EA8E9989}"/>
              </a:ext>
            </a:extLst>
          </p:cNvPr>
          <p:cNvSpPr/>
          <p:nvPr/>
        </p:nvSpPr>
        <p:spPr>
          <a:xfrm>
            <a:off x="511856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E49024C5-CFCE-F688-9320-82CA608C0582}"/>
              </a:ext>
            </a:extLst>
          </p:cNvPr>
          <p:cNvSpPr/>
          <p:nvPr/>
        </p:nvSpPr>
        <p:spPr>
          <a:xfrm>
            <a:off x="537635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748D13BE-0C37-0B45-8C7A-B9EEDD2827CB}"/>
              </a:ext>
            </a:extLst>
          </p:cNvPr>
          <p:cNvSpPr/>
          <p:nvPr/>
        </p:nvSpPr>
        <p:spPr>
          <a:xfrm>
            <a:off x="3571816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06D3F800-8B6E-75B4-92CF-786F5E947979}"/>
              </a:ext>
            </a:extLst>
          </p:cNvPr>
          <p:cNvSpPr/>
          <p:nvPr/>
        </p:nvSpPr>
        <p:spPr>
          <a:xfrm>
            <a:off x="382960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379D24-A68E-3B8A-0658-571655ADA673}"/>
              </a:ext>
            </a:extLst>
          </p:cNvPr>
          <p:cNvSpPr/>
          <p:nvPr/>
        </p:nvSpPr>
        <p:spPr>
          <a:xfrm>
            <a:off x="408740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71BC5AA-AE03-BED2-DFC0-898612AD122F}"/>
              </a:ext>
            </a:extLst>
          </p:cNvPr>
          <p:cNvSpPr/>
          <p:nvPr/>
        </p:nvSpPr>
        <p:spPr>
          <a:xfrm>
            <a:off x="4345192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48609E1-6201-2878-5BBA-51E6209BC5E1}"/>
              </a:ext>
            </a:extLst>
          </p:cNvPr>
          <p:cNvSpPr/>
          <p:nvPr/>
        </p:nvSpPr>
        <p:spPr>
          <a:xfrm>
            <a:off x="460298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207E931-E27E-9480-574C-61F106C7E21E}"/>
              </a:ext>
            </a:extLst>
          </p:cNvPr>
          <p:cNvSpPr/>
          <p:nvPr/>
        </p:nvSpPr>
        <p:spPr>
          <a:xfrm>
            <a:off x="486077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D7AB3983-6BAE-2E20-47ED-DE442A001038}"/>
              </a:ext>
            </a:extLst>
          </p:cNvPr>
          <p:cNvSpPr/>
          <p:nvPr/>
        </p:nvSpPr>
        <p:spPr>
          <a:xfrm>
            <a:off x="511856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A1DDCF31-AE16-976E-7893-4D5B2F62AD69}"/>
              </a:ext>
            </a:extLst>
          </p:cNvPr>
          <p:cNvSpPr/>
          <p:nvPr/>
        </p:nvSpPr>
        <p:spPr>
          <a:xfrm>
            <a:off x="537635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8" name="Arc 497">
            <a:extLst>
              <a:ext uri="{FF2B5EF4-FFF2-40B4-BE49-F238E27FC236}">
                <a16:creationId xmlns:a16="http://schemas.microsoft.com/office/drawing/2014/main" id="{5313181F-385B-1932-2500-E38E05A59AF0}"/>
              </a:ext>
            </a:extLst>
          </p:cNvPr>
          <p:cNvSpPr/>
          <p:nvPr/>
        </p:nvSpPr>
        <p:spPr>
          <a:xfrm>
            <a:off x="5510265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F3CAA3BE-C0FB-FB8F-2EE6-99ECE29DAE37}"/>
              </a:ext>
            </a:extLst>
          </p:cNvPr>
          <p:cNvSpPr txBox="1"/>
          <p:nvPr/>
        </p:nvSpPr>
        <p:spPr>
          <a:xfrm>
            <a:off x="5816496" y="469185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×1000</a:t>
            </a:r>
          </a:p>
        </p:txBody>
      </p:sp>
      <p:sp>
        <p:nvSpPr>
          <p:cNvPr id="436" name="Arc 435">
            <a:extLst>
              <a:ext uri="{FF2B5EF4-FFF2-40B4-BE49-F238E27FC236}">
                <a16:creationId xmlns:a16="http://schemas.microsoft.com/office/drawing/2014/main" id="{18C35568-8D0F-13F0-3BA2-D1BDAFFE74A4}"/>
              </a:ext>
            </a:extLst>
          </p:cNvPr>
          <p:cNvSpPr/>
          <p:nvPr/>
        </p:nvSpPr>
        <p:spPr>
          <a:xfrm>
            <a:off x="896657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177C33FC-E980-5679-9F94-F29D8045DD09}"/>
              </a:ext>
            </a:extLst>
          </p:cNvPr>
          <p:cNvSpPr txBox="1"/>
          <p:nvPr/>
        </p:nvSpPr>
        <p:spPr>
          <a:xfrm>
            <a:off x="9272801" y="430341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÷1000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7D075654-2012-9DF9-3406-00920DA45E16}"/>
              </a:ext>
            </a:extLst>
          </p:cNvPr>
          <p:cNvSpPr txBox="1"/>
          <p:nvPr/>
        </p:nvSpPr>
        <p:spPr>
          <a:xfrm>
            <a:off x="6739015" y="41705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CD26262-32D4-A72A-DA4B-D42ABA01D9DE}"/>
              </a:ext>
            </a:extLst>
          </p:cNvPr>
          <p:cNvSpPr/>
          <p:nvPr/>
        </p:nvSpPr>
        <p:spPr>
          <a:xfrm>
            <a:off x="7028121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380D9E84-108E-FF3F-980F-15A814F7FAAD}"/>
              </a:ext>
            </a:extLst>
          </p:cNvPr>
          <p:cNvSpPr/>
          <p:nvPr/>
        </p:nvSpPr>
        <p:spPr>
          <a:xfrm>
            <a:off x="72859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C2853180-6F5B-6079-8211-707214522008}"/>
              </a:ext>
            </a:extLst>
          </p:cNvPr>
          <p:cNvSpPr/>
          <p:nvPr/>
        </p:nvSpPr>
        <p:spPr>
          <a:xfrm>
            <a:off x="754370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F73B226-A098-3C2D-D2FF-404BB505AB11}"/>
              </a:ext>
            </a:extLst>
          </p:cNvPr>
          <p:cNvSpPr/>
          <p:nvPr/>
        </p:nvSpPr>
        <p:spPr>
          <a:xfrm>
            <a:off x="780149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BDA32A0-3855-8120-F5E9-3EA0E72823BE}"/>
              </a:ext>
            </a:extLst>
          </p:cNvPr>
          <p:cNvSpPr/>
          <p:nvPr/>
        </p:nvSpPr>
        <p:spPr>
          <a:xfrm>
            <a:off x="805928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83911A1-CA02-6375-CCAA-7B2BE9E3ECA2}"/>
              </a:ext>
            </a:extLst>
          </p:cNvPr>
          <p:cNvSpPr/>
          <p:nvPr/>
        </p:nvSpPr>
        <p:spPr>
          <a:xfrm>
            <a:off x="831708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14A979DF-9D51-2293-F1F8-6B96D9917597}"/>
              </a:ext>
            </a:extLst>
          </p:cNvPr>
          <p:cNvSpPr/>
          <p:nvPr/>
        </p:nvSpPr>
        <p:spPr>
          <a:xfrm>
            <a:off x="857487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5BFBACC0-2D70-0FFC-4C3C-F8763E9EC926}"/>
              </a:ext>
            </a:extLst>
          </p:cNvPr>
          <p:cNvSpPr/>
          <p:nvPr/>
        </p:nvSpPr>
        <p:spPr>
          <a:xfrm>
            <a:off x="883266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096E71E5-0BCE-8F11-D4BE-7E1FF9D6FBE9}"/>
              </a:ext>
            </a:extLst>
          </p:cNvPr>
          <p:cNvSpPr/>
          <p:nvPr/>
        </p:nvSpPr>
        <p:spPr>
          <a:xfrm>
            <a:off x="803194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B81E00C5-778C-6C6D-E2AD-A917DF6AB040}"/>
              </a:ext>
            </a:extLst>
          </p:cNvPr>
          <p:cNvSpPr/>
          <p:nvPr/>
        </p:nvSpPr>
        <p:spPr>
          <a:xfrm>
            <a:off x="7028121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C8A92262-34A9-B676-AAFE-E0B7C96A2E85}"/>
              </a:ext>
            </a:extLst>
          </p:cNvPr>
          <p:cNvSpPr/>
          <p:nvPr/>
        </p:nvSpPr>
        <p:spPr>
          <a:xfrm>
            <a:off x="72859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C8F6C87-D373-1F54-CB1C-409A1D54CD93}"/>
              </a:ext>
            </a:extLst>
          </p:cNvPr>
          <p:cNvSpPr/>
          <p:nvPr/>
        </p:nvSpPr>
        <p:spPr>
          <a:xfrm>
            <a:off x="754370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54CB6B6-A09E-84D0-A2EF-632CAB99AC99}"/>
              </a:ext>
            </a:extLst>
          </p:cNvPr>
          <p:cNvSpPr/>
          <p:nvPr/>
        </p:nvSpPr>
        <p:spPr>
          <a:xfrm>
            <a:off x="780149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8E0BF14F-9741-F374-6D8D-E55232797342}"/>
              </a:ext>
            </a:extLst>
          </p:cNvPr>
          <p:cNvSpPr/>
          <p:nvPr/>
        </p:nvSpPr>
        <p:spPr>
          <a:xfrm>
            <a:off x="805928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E5CD3EF-FF3A-747D-8AED-B1B2065ECDF5}"/>
              </a:ext>
            </a:extLst>
          </p:cNvPr>
          <p:cNvSpPr/>
          <p:nvPr/>
        </p:nvSpPr>
        <p:spPr>
          <a:xfrm>
            <a:off x="831708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D3B80952-507C-710E-2955-9836DFD02B8C}"/>
              </a:ext>
            </a:extLst>
          </p:cNvPr>
          <p:cNvSpPr/>
          <p:nvPr/>
        </p:nvSpPr>
        <p:spPr>
          <a:xfrm>
            <a:off x="857487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776991D-F25F-D0F9-EC5F-ECF4E9CA9B4D}"/>
              </a:ext>
            </a:extLst>
          </p:cNvPr>
          <p:cNvSpPr/>
          <p:nvPr/>
        </p:nvSpPr>
        <p:spPr>
          <a:xfrm>
            <a:off x="883266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34ABD74B-ABF4-7064-70E0-F1D84B279865}"/>
              </a:ext>
            </a:extLst>
          </p:cNvPr>
          <p:cNvSpPr/>
          <p:nvPr/>
        </p:nvSpPr>
        <p:spPr>
          <a:xfrm>
            <a:off x="7028121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F84EC5F9-90EC-C6BE-982E-23FFA010907E}"/>
              </a:ext>
            </a:extLst>
          </p:cNvPr>
          <p:cNvSpPr/>
          <p:nvPr/>
        </p:nvSpPr>
        <p:spPr>
          <a:xfrm>
            <a:off x="72859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DE5B9C8E-14C5-3B72-A73F-FB08115E6CE0}"/>
              </a:ext>
            </a:extLst>
          </p:cNvPr>
          <p:cNvSpPr/>
          <p:nvPr/>
        </p:nvSpPr>
        <p:spPr>
          <a:xfrm>
            <a:off x="754370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50FCC98D-2C02-014A-D07B-6A4420555F63}"/>
              </a:ext>
            </a:extLst>
          </p:cNvPr>
          <p:cNvSpPr/>
          <p:nvPr/>
        </p:nvSpPr>
        <p:spPr>
          <a:xfrm>
            <a:off x="780149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AE93527E-5B7A-23D2-83A1-E7331E23550A}"/>
              </a:ext>
            </a:extLst>
          </p:cNvPr>
          <p:cNvSpPr/>
          <p:nvPr/>
        </p:nvSpPr>
        <p:spPr>
          <a:xfrm>
            <a:off x="805928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7DE867B-357D-1E1E-33AF-CE661649A33B}"/>
              </a:ext>
            </a:extLst>
          </p:cNvPr>
          <p:cNvSpPr/>
          <p:nvPr/>
        </p:nvSpPr>
        <p:spPr>
          <a:xfrm>
            <a:off x="831708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BDB302C-E19A-B90F-906A-0A6476D8F9EF}"/>
              </a:ext>
            </a:extLst>
          </p:cNvPr>
          <p:cNvSpPr/>
          <p:nvPr/>
        </p:nvSpPr>
        <p:spPr>
          <a:xfrm>
            <a:off x="857487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E5E9A676-BB14-8AC7-15C7-8EE008D06E87}"/>
              </a:ext>
            </a:extLst>
          </p:cNvPr>
          <p:cNvSpPr/>
          <p:nvPr/>
        </p:nvSpPr>
        <p:spPr>
          <a:xfrm>
            <a:off x="883266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6" name="Arc 465">
            <a:extLst>
              <a:ext uri="{FF2B5EF4-FFF2-40B4-BE49-F238E27FC236}">
                <a16:creationId xmlns:a16="http://schemas.microsoft.com/office/drawing/2014/main" id="{A1951DBE-3A08-1232-C132-75C00113E776}"/>
              </a:ext>
            </a:extLst>
          </p:cNvPr>
          <p:cNvSpPr/>
          <p:nvPr/>
        </p:nvSpPr>
        <p:spPr>
          <a:xfrm>
            <a:off x="896657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7AAA7B20-27B9-9DC2-75FC-6AA36BF811BA}"/>
              </a:ext>
            </a:extLst>
          </p:cNvPr>
          <p:cNvSpPr txBox="1"/>
          <p:nvPr/>
        </p:nvSpPr>
        <p:spPr>
          <a:xfrm>
            <a:off x="9272801" y="46918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32" name="Arc 531">
            <a:extLst>
              <a:ext uri="{FF2B5EF4-FFF2-40B4-BE49-F238E27FC236}">
                <a16:creationId xmlns:a16="http://schemas.microsoft.com/office/drawing/2014/main" id="{DCB0AA0B-B156-9400-5BDB-1A1318857C0F}"/>
              </a:ext>
            </a:extLst>
          </p:cNvPr>
          <p:cNvSpPr/>
          <p:nvPr/>
        </p:nvSpPr>
        <p:spPr>
          <a:xfrm>
            <a:off x="225716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2629B52B-31D6-8AAD-88A3-A5247B5EE001}"/>
              </a:ext>
            </a:extLst>
          </p:cNvPr>
          <p:cNvSpPr txBox="1"/>
          <p:nvPr/>
        </p:nvSpPr>
        <p:spPr>
          <a:xfrm>
            <a:off x="2563391" y="557678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6614FB94-5CA9-1B39-1ABD-95AC47595027}"/>
              </a:ext>
            </a:extLst>
          </p:cNvPr>
          <p:cNvSpPr txBox="1"/>
          <p:nvPr/>
        </p:nvSpPr>
        <p:spPr>
          <a:xfrm>
            <a:off x="27201" y="544387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8054AA2E-A597-23C0-1F96-EEEFEFB0C1FA}"/>
              </a:ext>
            </a:extLst>
          </p:cNvPr>
          <p:cNvSpPr/>
          <p:nvPr/>
        </p:nvSpPr>
        <p:spPr>
          <a:xfrm>
            <a:off x="31871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201F451E-9B1C-56D1-911A-B82A066B83E8}"/>
              </a:ext>
            </a:extLst>
          </p:cNvPr>
          <p:cNvSpPr/>
          <p:nvPr/>
        </p:nvSpPr>
        <p:spPr>
          <a:xfrm>
            <a:off x="57650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24E5488-6A97-E386-1607-6956E3B42526}"/>
              </a:ext>
            </a:extLst>
          </p:cNvPr>
          <p:cNvSpPr/>
          <p:nvPr/>
        </p:nvSpPr>
        <p:spPr>
          <a:xfrm>
            <a:off x="83429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4CA3350A-8729-FE63-E2AA-B38DF4B59633}"/>
              </a:ext>
            </a:extLst>
          </p:cNvPr>
          <p:cNvSpPr/>
          <p:nvPr/>
        </p:nvSpPr>
        <p:spPr>
          <a:xfrm>
            <a:off x="109208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F4DEB7E6-B86D-48B0-EFB2-F2159F52D287}"/>
              </a:ext>
            </a:extLst>
          </p:cNvPr>
          <p:cNvSpPr/>
          <p:nvPr/>
        </p:nvSpPr>
        <p:spPr>
          <a:xfrm>
            <a:off x="134987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FBB29C0A-69D3-7705-42D1-32251A9F4E31}"/>
              </a:ext>
            </a:extLst>
          </p:cNvPr>
          <p:cNvSpPr/>
          <p:nvPr/>
        </p:nvSpPr>
        <p:spPr>
          <a:xfrm>
            <a:off x="160767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2ED3573-E883-BAB5-C2A0-3C23A038ECA7}"/>
              </a:ext>
            </a:extLst>
          </p:cNvPr>
          <p:cNvSpPr/>
          <p:nvPr/>
        </p:nvSpPr>
        <p:spPr>
          <a:xfrm>
            <a:off x="186546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8310CBA4-B615-48C0-E853-A34BDDECC52F}"/>
              </a:ext>
            </a:extLst>
          </p:cNvPr>
          <p:cNvSpPr/>
          <p:nvPr/>
        </p:nvSpPr>
        <p:spPr>
          <a:xfrm>
            <a:off x="212325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AA510C52-39CD-3ED6-5B36-04857689E982}"/>
              </a:ext>
            </a:extLst>
          </p:cNvPr>
          <p:cNvSpPr/>
          <p:nvPr/>
        </p:nvSpPr>
        <p:spPr>
          <a:xfrm>
            <a:off x="132491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022A191F-944C-EEF3-272A-338472821731}"/>
              </a:ext>
            </a:extLst>
          </p:cNvPr>
          <p:cNvSpPr/>
          <p:nvPr/>
        </p:nvSpPr>
        <p:spPr>
          <a:xfrm>
            <a:off x="31871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1AE9B2EB-4C82-D571-C9FF-151BD77FD2FA}"/>
              </a:ext>
            </a:extLst>
          </p:cNvPr>
          <p:cNvSpPr/>
          <p:nvPr/>
        </p:nvSpPr>
        <p:spPr>
          <a:xfrm>
            <a:off x="57650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04CFE37A-F600-6D7F-D5D7-560D46DA3FFD}"/>
              </a:ext>
            </a:extLst>
          </p:cNvPr>
          <p:cNvSpPr/>
          <p:nvPr/>
        </p:nvSpPr>
        <p:spPr>
          <a:xfrm>
            <a:off x="83429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93D82848-D204-9688-4829-159BF98DC899}"/>
              </a:ext>
            </a:extLst>
          </p:cNvPr>
          <p:cNvSpPr/>
          <p:nvPr/>
        </p:nvSpPr>
        <p:spPr>
          <a:xfrm>
            <a:off x="109208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9077FA-3C32-D472-2CD5-58EABE72E9F9}"/>
              </a:ext>
            </a:extLst>
          </p:cNvPr>
          <p:cNvSpPr/>
          <p:nvPr/>
        </p:nvSpPr>
        <p:spPr>
          <a:xfrm>
            <a:off x="134987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CC7B7333-A591-F877-DB46-045EA1AC9A98}"/>
              </a:ext>
            </a:extLst>
          </p:cNvPr>
          <p:cNvSpPr/>
          <p:nvPr/>
        </p:nvSpPr>
        <p:spPr>
          <a:xfrm>
            <a:off x="160767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D92B8D30-4533-069E-DCAB-4B32985F99E6}"/>
              </a:ext>
            </a:extLst>
          </p:cNvPr>
          <p:cNvSpPr/>
          <p:nvPr/>
        </p:nvSpPr>
        <p:spPr>
          <a:xfrm>
            <a:off x="186546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F60E4940-CA1F-A378-D21B-C09D5B11A3C6}"/>
              </a:ext>
            </a:extLst>
          </p:cNvPr>
          <p:cNvSpPr/>
          <p:nvPr/>
        </p:nvSpPr>
        <p:spPr>
          <a:xfrm>
            <a:off x="212325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EC8506D2-0D3C-08D1-2051-36C435923C3B}"/>
              </a:ext>
            </a:extLst>
          </p:cNvPr>
          <p:cNvSpPr/>
          <p:nvPr/>
        </p:nvSpPr>
        <p:spPr>
          <a:xfrm>
            <a:off x="31871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F76E7A9F-660D-81CB-7168-3CEEFBDFF599}"/>
              </a:ext>
            </a:extLst>
          </p:cNvPr>
          <p:cNvSpPr/>
          <p:nvPr/>
        </p:nvSpPr>
        <p:spPr>
          <a:xfrm>
            <a:off x="57650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9BEA0BE9-B80A-BC1B-EB90-061E2DF49BFB}"/>
              </a:ext>
            </a:extLst>
          </p:cNvPr>
          <p:cNvSpPr/>
          <p:nvPr/>
        </p:nvSpPr>
        <p:spPr>
          <a:xfrm>
            <a:off x="83429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8D0FE1CD-6C63-C5FA-2C14-EFC0EBDE765D}"/>
              </a:ext>
            </a:extLst>
          </p:cNvPr>
          <p:cNvSpPr/>
          <p:nvPr/>
        </p:nvSpPr>
        <p:spPr>
          <a:xfrm>
            <a:off x="109208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5D530387-B069-417E-A7B4-C8E57393E240}"/>
              </a:ext>
            </a:extLst>
          </p:cNvPr>
          <p:cNvSpPr/>
          <p:nvPr/>
        </p:nvSpPr>
        <p:spPr>
          <a:xfrm>
            <a:off x="134987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C4B6B4EF-2AA5-D8C6-F0A5-DCC153911B0F}"/>
              </a:ext>
            </a:extLst>
          </p:cNvPr>
          <p:cNvSpPr/>
          <p:nvPr/>
        </p:nvSpPr>
        <p:spPr>
          <a:xfrm>
            <a:off x="160767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5644ACD8-561F-7DA2-48DC-C22D36D585DA}"/>
              </a:ext>
            </a:extLst>
          </p:cNvPr>
          <p:cNvSpPr/>
          <p:nvPr/>
        </p:nvSpPr>
        <p:spPr>
          <a:xfrm>
            <a:off x="186546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FAE901A2-93A7-B5AA-8526-C8DBEF015A62}"/>
              </a:ext>
            </a:extLst>
          </p:cNvPr>
          <p:cNvSpPr/>
          <p:nvPr/>
        </p:nvSpPr>
        <p:spPr>
          <a:xfrm>
            <a:off x="212325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2" name="Arc 561">
            <a:extLst>
              <a:ext uri="{FF2B5EF4-FFF2-40B4-BE49-F238E27FC236}">
                <a16:creationId xmlns:a16="http://schemas.microsoft.com/office/drawing/2014/main" id="{BE6A1BE9-66BC-AEB3-6240-7CE4DBF1828D}"/>
              </a:ext>
            </a:extLst>
          </p:cNvPr>
          <p:cNvSpPr/>
          <p:nvPr/>
        </p:nvSpPr>
        <p:spPr>
          <a:xfrm>
            <a:off x="225716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EC124B2B-4E49-6312-4DCB-BB5BF143AC09}"/>
              </a:ext>
            </a:extLst>
          </p:cNvPr>
          <p:cNvSpPr txBox="1"/>
          <p:nvPr/>
        </p:nvSpPr>
        <p:spPr>
          <a:xfrm>
            <a:off x="2563391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÷1000</a:t>
            </a:r>
          </a:p>
        </p:txBody>
      </p:sp>
      <p:sp>
        <p:nvSpPr>
          <p:cNvPr id="564" name="Arc 563">
            <a:extLst>
              <a:ext uri="{FF2B5EF4-FFF2-40B4-BE49-F238E27FC236}">
                <a16:creationId xmlns:a16="http://schemas.microsoft.com/office/drawing/2014/main" id="{B9822196-0994-719C-C3C7-D864FE60653F}"/>
              </a:ext>
            </a:extLst>
          </p:cNvPr>
          <p:cNvSpPr/>
          <p:nvPr/>
        </p:nvSpPr>
        <p:spPr>
          <a:xfrm>
            <a:off x="567219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282CC0EC-74DA-2A6B-1077-CCDDE6C35C40}"/>
              </a:ext>
            </a:extLst>
          </p:cNvPr>
          <p:cNvSpPr txBox="1"/>
          <p:nvPr/>
        </p:nvSpPr>
        <p:spPr>
          <a:xfrm>
            <a:off x="5978421" y="557678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÷1000</a:t>
            </a: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58C785C7-16F9-3168-D7AF-B8118B23CB94}"/>
              </a:ext>
            </a:extLst>
          </p:cNvPr>
          <p:cNvSpPr txBox="1"/>
          <p:nvPr/>
        </p:nvSpPr>
        <p:spPr>
          <a:xfrm>
            <a:off x="3427804" y="544387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2B78720C-C4DD-6B44-B6DC-8677C31156A1}"/>
              </a:ext>
            </a:extLst>
          </p:cNvPr>
          <p:cNvSpPr/>
          <p:nvPr/>
        </p:nvSpPr>
        <p:spPr>
          <a:xfrm>
            <a:off x="373374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EF1ED8DA-0CED-A26C-CA03-FE14BC172B41}"/>
              </a:ext>
            </a:extLst>
          </p:cNvPr>
          <p:cNvSpPr/>
          <p:nvPr/>
        </p:nvSpPr>
        <p:spPr>
          <a:xfrm>
            <a:off x="399153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6A7ACD0F-5B66-C9CB-A9CB-8DBEA5F4525F}"/>
              </a:ext>
            </a:extLst>
          </p:cNvPr>
          <p:cNvSpPr/>
          <p:nvPr/>
        </p:nvSpPr>
        <p:spPr>
          <a:xfrm>
            <a:off x="424932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A5351B00-3B2F-7AA0-9B88-6F84F6BC14C2}"/>
              </a:ext>
            </a:extLst>
          </p:cNvPr>
          <p:cNvSpPr/>
          <p:nvPr/>
        </p:nvSpPr>
        <p:spPr>
          <a:xfrm>
            <a:off x="450711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7536721E-2C66-06AA-FBFD-7AAE380D6669}"/>
              </a:ext>
            </a:extLst>
          </p:cNvPr>
          <p:cNvSpPr/>
          <p:nvPr/>
        </p:nvSpPr>
        <p:spPr>
          <a:xfrm>
            <a:off x="476490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00F991F6-A1C1-CA8B-3448-9AAFDEF58C3F}"/>
              </a:ext>
            </a:extLst>
          </p:cNvPr>
          <p:cNvSpPr/>
          <p:nvPr/>
        </p:nvSpPr>
        <p:spPr>
          <a:xfrm>
            <a:off x="502270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76F6D08E-57A0-22EF-FEF8-EBCAB9849A91}"/>
              </a:ext>
            </a:extLst>
          </p:cNvPr>
          <p:cNvSpPr/>
          <p:nvPr/>
        </p:nvSpPr>
        <p:spPr>
          <a:xfrm>
            <a:off x="528049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9F3184B9-D4C8-19AB-C5AB-DAF61EED0B1E}"/>
              </a:ext>
            </a:extLst>
          </p:cNvPr>
          <p:cNvSpPr/>
          <p:nvPr/>
        </p:nvSpPr>
        <p:spPr>
          <a:xfrm>
            <a:off x="553828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4B363B84-8487-D790-C741-5F60DAF0B8B1}"/>
              </a:ext>
            </a:extLst>
          </p:cNvPr>
          <p:cNvSpPr/>
          <p:nvPr/>
        </p:nvSpPr>
        <p:spPr>
          <a:xfrm>
            <a:off x="4479157" y="5560196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D45AA9-6F23-ACE4-5334-CA2775B71F34}"/>
              </a:ext>
            </a:extLst>
          </p:cNvPr>
          <p:cNvSpPr/>
          <p:nvPr/>
        </p:nvSpPr>
        <p:spPr>
          <a:xfrm>
            <a:off x="373374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BB9A9B12-48EC-5A7E-68EE-1F087CF9FDB1}"/>
              </a:ext>
            </a:extLst>
          </p:cNvPr>
          <p:cNvSpPr/>
          <p:nvPr/>
        </p:nvSpPr>
        <p:spPr>
          <a:xfrm>
            <a:off x="399153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C42E1E0-AA47-C53A-FC83-805E00CF3041}"/>
              </a:ext>
            </a:extLst>
          </p:cNvPr>
          <p:cNvSpPr/>
          <p:nvPr/>
        </p:nvSpPr>
        <p:spPr>
          <a:xfrm>
            <a:off x="424932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6FF17F28-29E2-F841-E352-84FDB43BDA7F}"/>
              </a:ext>
            </a:extLst>
          </p:cNvPr>
          <p:cNvSpPr/>
          <p:nvPr/>
        </p:nvSpPr>
        <p:spPr>
          <a:xfrm>
            <a:off x="450711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BDC22222-2179-93F8-13EA-8743DA6DF444}"/>
              </a:ext>
            </a:extLst>
          </p:cNvPr>
          <p:cNvSpPr/>
          <p:nvPr/>
        </p:nvSpPr>
        <p:spPr>
          <a:xfrm>
            <a:off x="476490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04CA597-8E20-24FC-83B6-48E1BD47FB4B}"/>
              </a:ext>
            </a:extLst>
          </p:cNvPr>
          <p:cNvSpPr/>
          <p:nvPr/>
        </p:nvSpPr>
        <p:spPr>
          <a:xfrm>
            <a:off x="502270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E4B5E81A-4F70-C1F9-1531-548B22E2E23C}"/>
              </a:ext>
            </a:extLst>
          </p:cNvPr>
          <p:cNvSpPr/>
          <p:nvPr/>
        </p:nvSpPr>
        <p:spPr>
          <a:xfrm>
            <a:off x="528049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70B6E3CE-3229-201E-40CB-8E4A4D1BD56F}"/>
              </a:ext>
            </a:extLst>
          </p:cNvPr>
          <p:cNvSpPr/>
          <p:nvPr/>
        </p:nvSpPr>
        <p:spPr>
          <a:xfrm>
            <a:off x="553828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258F9F9E-EC5C-BD7C-E791-66103C815E2F}"/>
              </a:ext>
            </a:extLst>
          </p:cNvPr>
          <p:cNvSpPr/>
          <p:nvPr/>
        </p:nvSpPr>
        <p:spPr>
          <a:xfrm>
            <a:off x="373374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792244D0-1203-2739-2F99-2C19722F7DF8}"/>
              </a:ext>
            </a:extLst>
          </p:cNvPr>
          <p:cNvSpPr/>
          <p:nvPr/>
        </p:nvSpPr>
        <p:spPr>
          <a:xfrm>
            <a:off x="399153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16A5D9BF-E5FC-8897-1A62-284BA8033195}"/>
              </a:ext>
            </a:extLst>
          </p:cNvPr>
          <p:cNvSpPr/>
          <p:nvPr/>
        </p:nvSpPr>
        <p:spPr>
          <a:xfrm>
            <a:off x="424932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1FA925CD-5447-3FF8-AF2F-E0EC7EAE6994}"/>
              </a:ext>
            </a:extLst>
          </p:cNvPr>
          <p:cNvSpPr/>
          <p:nvPr/>
        </p:nvSpPr>
        <p:spPr>
          <a:xfrm>
            <a:off x="450711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E111F8A7-7DAB-F7B9-A8A2-0C03F535C5AF}"/>
              </a:ext>
            </a:extLst>
          </p:cNvPr>
          <p:cNvSpPr/>
          <p:nvPr/>
        </p:nvSpPr>
        <p:spPr>
          <a:xfrm>
            <a:off x="476490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B2F8FCEF-5AA1-0CE5-008A-5927DD0B206D}"/>
              </a:ext>
            </a:extLst>
          </p:cNvPr>
          <p:cNvSpPr/>
          <p:nvPr/>
        </p:nvSpPr>
        <p:spPr>
          <a:xfrm>
            <a:off x="502270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E3D2A3E0-AAE2-B414-EDD0-585DED50EF2C}"/>
              </a:ext>
            </a:extLst>
          </p:cNvPr>
          <p:cNvSpPr/>
          <p:nvPr/>
        </p:nvSpPr>
        <p:spPr>
          <a:xfrm>
            <a:off x="528049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99BC6536-71C9-6E86-BECE-76B14916BB2C}"/>
              </a:ext>
            </a:extLst>
          </p:cNvPr>
          <p:cNvSpPr/>
          <p:nvPr/>
        </p:nvSpPr>
        <p:spPr>
          <a:xfrm>
            <a:off x="553828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4" name="Arc 593">
            <a:extLst>
              <a:ext uri="{FF2B5EF4-FFF2-40B4-BE49-F238E27FC236}">
                <a16:creationId xmlns:a16="http://schemas.microsoft.com/office/drawing/2014/main" id="{2E3937DD-6E43-5CAE-CB3E-49F668FA69A3}"/>
              </a:ext>
            </a:extLst>
          </p:cNvPr>
          <p:cNvSpPr/>
          <p:nvPr/>
        </p:nvSpPr>
        <p:spPr>
          <a:xfrm>
            <a:off x="567219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AA2FDBE1-821E-18B0-18A5-1E81BC7999F5}"/>
              </a:ext>
            </a:extLst>
          </p:cNvPr>
          <p:cNvSpPr txBox="1"/>
          <p:nvPr/>
        </p:nvSpPr>
        <p:spPr>
          <a:xfrm>
            <a:off x="5978421" y="596523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96" name="Arc 595">
            <a:extLst>
              <a:ext uri="{FF2B5EF4-FFF2-40B4-BE49-F238E27FC236}">
                <a16:creationId xmlns:a16="http://schemas.microsoft.com/office/drawing/2014/main" id="{92E71B9C-430A-9440-B042-7613D54A7132}"/>
              </a:ext>
            </a:extLst>
          </p:cNvPr>
          <p:cNvSpPr/>
          <p:nvPr/>
        </p:nvSpPr>
        <p:spPr>
          <a:xfrm>
            <a:off x="8880845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CA97D6F8-8DF4-1FFF-B087-EAE20282D19F}"/>
              </a:ext>
            </a:extLst>
          </p:cNvPr>
          <p:cNvSpPr txBox="1"/>
          <p:nvPr/>
        </p:nvSpPr>
        <p:spPr>
          <a:xfrm>
            <a:off x="9187076" y="5576786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×10000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FEBCF49B-C8C7-2BD7-0E39-B9D57D82DE81}"/>
              </a:ext>
            </a:extLst>
          </p:cNvPr>
          <p:cNvSpPr txBox="1"/>
          <p:nvPr/>
        </p:nvSpPr>
        <p:spPr>
          <a:xfrm>
            <a:off x="6649283" y="5443878"/>
            <a:ext cx="316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94D14DB2-0098-1241-4B2F-BE32D6CDD9A1}"/>
              </a:ext>
            </a:extLst>
          </p:cNvPr>
          <p:cNvSpPr/>
          <p:nvPr/>
        </p:nvSpPr>
        <p:spPr>
          <a:xfrm>
            <a:off x="6942396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114DCDA3-07A7-1E58-1494-BE29407BAFDC}"/>
              </a:ext>
            </a:extLst>
          </p:cNvPr>
          <p:cNvSpPr/>
          <p:nvPr/>
        </p:nvSpPr>
        <p:spPr>
          <a:xfrm>
            <a:off x="720018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165E0B95-3CB6-7092-1A9F-2630152CD231}"/>
              </a:ext>
            </a:extLst>
          </p:cNvPr>
          <p:cNvSpPr/>
          <p:nvPr/>
        </p:nvSpPr>
        <p:spPr>
          <a:xfrm>
            <a:off x="745798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10F2A6D-17B2-BC5F-115B-B926E2C7950C}"/>
              </a:ext>
            </a:extLst>
          </p:cNvPr>
          <p:cNvSpPr/>
          <p:nvPr/>
        </p:nvSpPr>
        <p:spPr>
          <a:xfrm>
            <a:off x="7715772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2B5523CE-B003-CAAB-E445-BE75C0262537}"/>
              </a:ext>
            </a:extLst>
          </p:cNvPr>
          <p:cNvSpPr/>
          <p:nvPr/>
        </p:nvSpPr>
        <p:spPr>
          <a:xfrm>
            <a:off x="797356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088AC3A7-CC41-DDB8-F3A1-B68ADE8E8E74}"/>
              </a:ext>
            </a:extLst>
          </p:cNvPr>
          <p:cNvSpPr/>
          <p:nvPr/>
        </p:nvSpPr>
        <p:spPr>
          <a:xfrm>
            <a:off x="823135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004E8F62-74EE-C7E5-329D-BE75FDEAA59F}"/>
              </a:ext>
            </a:extLst>
          </p:cNvPr>
          <p:cNvSpPr/>
          <p:nvPr/>
        </p:nvSpPr>
        <p:spPr>
          <a:xfrm>
            <a:off x="848914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B57C10CA-24AA-3761-2EB6-FD3F458FA220}"/>
              </a:ext>
            </a:extLst>
          </p:cNvPr>
          <p:cNvSpPr/>
          <p:nvPr/>
        </p:nvSpPr>
        <p:spPr>
          <a:xfrm>
            <a:off x="874693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4D3A883B-4AFE-9EA8-2D37-EB4CC4C48837}"/>
              </a:ext>
            </a:extLst>
          </p:cNvPr>
          <p:cNvSpPr/>
          <p:nvPr/>
        </p:nvSpPr>
        <p:spPr>
          <a:xfrm>
            <a:off x="820577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621CF6D-212F-A318-1C12-545B62A5C2B3}"/>
              </a:ext>
            </a:extLst>
          </p:cNvPr>
          <p:cNvSpPr/>
          <p:nvPr/>
        </p:nvSpPr>
        <p:spPr>
          <a:xfrm>
            <a:off x="6942396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34154D7E-8690-BE5D-3AF9-8FFB0D60CFD0}"/>
              </a:ext>
            </a:extLst>
          </p:cNvPr>
          <p:cNvSpPr/>
          <p:nvPr/>
        </p:nvSpPr>
        <p:spPr>
          <a:xfrm>
            <a:off x="720018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23456E40-74DA-20C3-F2C1-C93980EB9CEB}"/>
              </a:ext>
            </a:extLst>
          </p:cNvPr>
          <p:cNvSpPr/>
          <p:nvPr/>
        </p:nvSpPr>
        <p:spPr>
          <a:xfrm>
            <a:off x="745798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269DC048-F32E-7C59-8978-838608CB8502}"/>
              </a:ext>
            </a:extLst>
          </p:cNvPr>
          <p:cNvSpPr/>
          <p:nvPr/>
        </p:nvSpPr>
        <p:spPr>
          <a:xfrm>
            <a:off x="7715772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8DB00E1E-38E4-B275-1C7C-3341DE61480D}"/>
              </a:ext>
            </a:extLst>
          </p:cNvPr>
          <p:cNvSpPr/>
          <p:nvPr/>
        </p:nvSpPr>
        <p:spPr>
          <a:xfrm>
            <a:off x="797356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24490C70-AF91-7E17-AB94-C3DAD7E97605}"/>
              </a:ext>
            </a:extLst>
          </p:cNvPr>
          <p:cNvSpPr/>
          <p:nvPr/>
        </p:nvSpPr>
        <p:spPr>
          <a:xfrm>
            <a:off x="823135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4B13C6DA-C8D6-E14F-ACC4-E6D90C218DBB}"/>
              </a:ext>
            </a:extLst>
          </p:cNvPr>
          <p:cNvSpPr/>
          <p:nvPr/>
        </p:nvSpPr>
        <p:spPr>
          <a:xfrm>
            <a:off x="848914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27B7FB72-244B-6A0E-DCE6-14D4ABD33A58}"/>
              </a:ext>
            </a:extLst>
          </p:cNvPr>
          <p:cNvSpPr/>
          <p:nvPr/>
        </p:nvSpPr>
        <p:spPr>
          <a:xfrm>
            <a:off x="874693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87C375EB-CF32-21D7-87EF-4E7906BE17E5}"/>
              </a:ext>
            </a:extLst>
          </p:cNvPr>
          <p:cNvSpPr/>
          <p:nvPr/>
        </p:nvSpPr>
        <p:spPr>
          <a:xfrm>
            <a:off x="6942396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E334E1B5-3151-9351-F283-A9A1ED65EE77}"/>
              </a:ext>
            </a:extLst>
          </p:cNvPr>
          <p:cNvSpPr/>
          <p:nvPr/>
        </p:nvSpPr>
        <p:spPr>
          <a:xfrm>
            <a:off x="720018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DC598F9-3489-C959-809C-B31288C7FFF2}"/>
              </a:ext>
            </a:extLst>
          </p:cNvPr>
          <p:cNvSpPr/>
          <p:nvPr/>
        </p:nvSpPr>
        <p:spPr>
          <a:xfrm>
            <a:off x="745798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681EC98F-B941-4143-8CC5-B63202FC6864}"/>
              </a:ext>
            </a:extLst>
          </p:cNvPr>
          <p:cNvSpPr/>
          <p:nvPr/>
        </p:nvSpPr>
        <p:spPr>
          <a:xfrm>
            <a:off x="7715772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6CAA7E9E-F825-6B8E-F2FF-506D8263610C}"/>
              </a:ext>
            </a:extLst>
          </p:cNvPr>
          <p:cNvSpPr/>
          <p:nvPr/>
        </p:nvSpPr>
        <p:spPr>
          <a:xfrm>
            <a:off x="797356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881A5E93-40F4-6C50-C14D-7DFDB9BEEE05}"/>
              </a:ext>
            </a:extLst>
          </p:cNvPr>
          <p:cNvSpPr/>
          <p:nvPr/>
        </p:nvSpPr>
        <p:spPr>
          <a:xfrm>
            <a:off x="823135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902BD2E1-EECB-22DB-3803-6323CF746297}"/>
              </a:ext>
            </a:extLst>
          </p:cNvPr>
          <p:cNvSpPr/>
          <p:nvPr/>
        </p:nvSpPr>
        <p:spPr>
          <a:xfrm>
            <a:off x="848914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D35441A4-40CB-EF59-EB55-E6567EA506CD}"/>
              </a:ext>
            </a:extLst>
          </p:cNvPr>
          <p:cNvSpPr/>
          <p:nvPr/>
        </p:nvSpPr>
        <p:spPr>
          <a:xfrm>
            <a:off x="874693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6" name="Arc 625">
            <a:extLst>
              <a:ext uri="{FF2B5EF4-FFF2-40B4-BE49-F238E27FC236}">
                <a16:creationId xmlns:a16="http://schemas.microsoft.com/office/drawing/2014/main" id="{D16088E4-FF58-4FC9-34D6-DFF4C7549235}"/>
              </a:ext>
            </a:extLst>
          </p:cNvPr>
          <p:cNvSpPr/>
          <p:nvPr/>
        </p:nvSpPr>
        <p:spPr>
          <a:xfrm>
            <a:off x="8880845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0657D18F-7FCD-8F9C-9E3B-9A379C2296BD}"/>
              </a:ext>
            </a:extLst>
          </p:cNvPr>
          <p:cNvSpPr txBox="1"/>
          <p:nvPr/>
        </p:nvSpPr>
        <p:spPr>
          <a:xfrm>
            <a:off x="9187076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/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y-KG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п</a:t>
                </a:r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  4,02 </a:t>
                </a:r>
                <a14:m>
                  <m:oMath xmlns:m="http://schemas.openxmlformats.org/officeDocument/2006/math">
                    <m:r>
                      <a:rPr kumimoji="0" lang="en-GB" sz="1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÷</m:t>
                    </m:r>
                  </m:oMath>
                </a14:m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10 × 1000 = ____________</a:t>
                </a:r>
              </a:p>
            </p:txBody>
          </p:sp>
        </mc:Choice>
        <mc:Fallback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blipFill>
                <a:blip r:embed="rId3"/>
                <a:stretch>
                  <a:fillRect l="-242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/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y-KG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р</a:t>
                </a:r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  108,7 </a:t>
                </a:r>
                <a14:m>
                  <m:oMath xmlns:m="http://schemas.openxmlformats.org/officeDocument/2006/math">
                    <m:r>
                      <a:rPr kumimoji="0" lang="en-GB" sz="1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÷</m:t>
                    </m:r>
                  </m:oMath>
                </a14:m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1000 × 100 = ____________</a:t>
                </a:r>
              </a:p>
            </p:txBody>
          </p:sp>
        </mc:Choice>
        <mc:Fallback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blipFill>
                <a:blip r:embed="rId4"/>
                <a:stretch>
                  <a:fillRect l="-227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1F1B8B01-2347-435B-6958-730EEA052CB7}"/>
              </a:ext>
            </a:extLst>
          </p:cNvPr>
          <p:cNvSpPr/>
          <p:nvPr/>
        </p:nvSpPr>
        <p:spPr>
          <a:xfrm>
            <a:off x="24357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79103-1F01-5DCA-CF9D-A0F1FB395183}"/>
              </a:ext>
            </a:extLst>
          </p:cNvPr>
          <p:cNvSpPr txBox="1"/>
          <p:nvPr/>
        </p:nvSpPr>
        <p:spPr>
          <a:xfrm>
            <a:off x="29832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A9758551-DF10-967C-F3EC-556049B03F79}"/>
              </a:ext>
            </a:extLst>
          </p:cNvPr>
          <p:cNvSpPr/>
          <p:nvPr/>
        </p:nvSpPr>
        <p:spPr>
          <a:xfrm>
            <a:off x="84555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95A07-01BB-B1EA-2DE9-816595E2D53A}"/>
              </a:ext>
            </a:extLst>
          </p:cNvPr>
          <p:cNvSpPr txBox="1"/>
          <p:nvPr/>
        </p:nvSpPr>
        <p:spPr>
          <a:xfrm>
            <a:off x="90030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F767863B-1232-EEF2-3833-9C5962353C77}"/>
              </a:ext>
            </a:extLst>
          </p:cNvPr>
          <p:cNvSpPr/>
          <p:nvPr/>
        </p:nvSpPr>
        <p:spPr>
          <a:xfrm>
            <a:off x="2581803" y="17496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CBE1B-F5CA-78D3-90FC-15646DAF483B}"/>
              </a:ext>
            </a:extLst>
          </p:cNvPr>
          <p:cNvSpPr txBox="1"/>
          <p:nvPr/>
        </p:nvSpPr>
        <p:spPr>
          <a:xfrm>
            <a:off x="3129334" y="19247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×1000</a:t>
            </a:r>
          </a:p>
        </p:txBody>
      </p:sp>
    </p:spTree>
    <p:extLst>
      <p:ext uri="{BB962C8B-B14F-4D97-AF65-F5344CB8AC3E}">
        <p14:creationId xmlns:p14="http://schemas.microsoft.com/office/powerpoint/2010/main" val="138414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66F5C-9D8A-E1EB-5D98-706378E29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6326" y="958087"/>
            <a:ext cx="6687416" cy="4771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5110F2-7DDC-8AB2-5E37-53184AB84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1685" y="1078513"/>
            <a:ext cx="6858000" cy="470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8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6CDD9D-55A2-032D-A9D8-50AEEA316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889499" cy="32973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60D7E8-2F05-CEB9-FFA5-8E9E216E5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53000" cy="3297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FE12E9-87EB-450C-6746-31A34CAB2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0617"/>
            <a:ext cx="4889499" cy="32973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2FF5F0-FBAA-057E-EFD6-8D9B45357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60616"/>
            <a:ext cx="4953000" cy="329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21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10995</TotalTime>
  <Words>907</Words>
  <Application>Microsoft Office PowerPoint</Application>
  <PresentationFormat>A4 Paper (210x297 mm)</PresentationFormat>
  <Paragraphs>553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system-ui</vt:lpstr>
      <vt:lpstr>Cambria Math</vt:lpstr>
      <vt:lpstr>Calibri Light</vt:lpstr>
      <vt:lpstr>Arial</vt:lpstr>
      <vt:lpstr>Calibri</vt:lpstr>
      <vt:lpstr>Cooper Black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571</cp:revision>
  <cp:lastPrinted>2023-07-25T10:48:59Z</cp:lastPrinted>
  <dcterms:created xsi:type="dcterms:W3CDTF">2017-01-17T16:57:04Z</dcterms:created>
  <dcterms:modified xsi:type="dcterms:W3CDTF">2024-08-21T09:28:46Z</dcterms:modified>
</cp:coreProperties>
</file>