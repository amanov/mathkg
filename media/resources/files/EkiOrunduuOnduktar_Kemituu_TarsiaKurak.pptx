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10"/>
  </p:notesMasterIdLst>
  <p:sldIdLst>
    <p:sldId id="947" r:id="rId3"/>
    <p:sldId id="281" r:id="rId4"/>
    <p:sldId id="948" r:id="rId5"/>
    <p:sldId id="939" r:id="rId6"/>
    <p:sldId id="833" r:id="rId7"/>
    <p:sldId id="834" r:id="rId8"/>
    <p:sldId id="946" r:id="rId9"/>
  </p:sldIdLst>
  <p:sldSz cx="9906000" cy="6858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0511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427" cy="513508"/>
          </a:xfrm>
          <a:prstGeom prst="rect">
            <a:avLst/>
          </a:prstGeom>
        </p:spPr>
        <p:txBody>
          <a:bodyPr vert="horz" lIns="94636" tIns="47318" rIns="94636" bIns="47318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1"/>
            <a:ext cx="3078427" cy="513508"/>
          </a:xfrm>
          <a:prstGeom prst="rect">
            <a:avLst/>
          </a:prstGeom>
        </p:spPr>
        <p:txBody>
          <a:bodyPr vert="horz" lIns="94636" tIns="47318" rIns="94636" bIns="47318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22/05/2024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8863" y="1281113"/>
            <a:ext cx="4986337" cy="3452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6" tIns="47318" rIns="94636" bIns="47318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09"/>
            <a:ext cx="5683250" cy="4029878"/>
          </a:xfrm>
          <a:prstGeom prst="rect">
            <a:avLst/>
          </a:prstGeom>
        </p:spPr>
        <p:txBody>
          <a:bodyPr vert="horz" lIns="94636" tIns="47318" rIns="94636" bIns="47318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10"/>
            <a:ext cx="3078427" cy="513507"/>
          </a:xfrm>
          <a:prstGeom prst="rect">
            <a:avLst/>
          </a:prstGeom>
        </p:spPr>
        <p:txBody>
          <a:bodyPr vert="horz" lIns="94636" tIns="47318" rIns="94636" bIns="47318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10"/>
            <a:ext cx="3078427" cy="513507"/>
          </a:xfrm>
          <a:prstGeom prst="rect">
            <a:avLst/>
          </a:prstGeom>
        </p:spPr>
        <p:txBody>
          <a:bodyPr vert="horz" lIns="94636" tIns="47318" rIns="94636" bIns="47318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Puzzle pieces </a:t>
            </a:r>
            <a:r>
              <a:rPr lang="en-GB"/>
              <a:t>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317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5/22/2024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5/22/2024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41970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5110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24402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86095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5/22/2024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10351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770143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5/22/2024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865202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605276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893466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312644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185507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130884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55F08A-1E71-4B2B-BB49-E743F2903911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5/22/2024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B850FF-6169-4056-8077-06FFA93A53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0499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5096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mailto:mathematicskgz@gmail.com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346120"/>
            <a:ext cx="990600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 Сандуу Ондуктар – </a:t>
            </a:r>
            <a:r>
              <a:rPr lang="ky-KG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Кемитүү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– Тарсиа</a:t>
            </a:r>
            <a:r>
              <a:rPr lang="en-US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y-KG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Курак</a:t>
            </a: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үч бурчтуктарды кесип алып, суроолорду жооптордун жанына коюу менен куракты бүтүрүшү керек.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Окуучуларга  тарсиа курактын туура болгондон кийин гана, клей менен жабыштырууну сунуштоо керек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үч бурчтуктарды кесип алуунун ордуна , окуучулар жөн гана тамгаларды  колдонуу менен суроолор менен жоопторду дал келтирип чыгышса болот, (кайсы жана клей жок болгон учурда)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Тарсиа Курак  2 өлчөмдө даярдаоган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1848D04-7DA4-0229-CF7B-6BE161875F6B}"/>
              </a:ext>
            </a:extLst>
          </p:cNvPr>
          <p:cNvSpPr txBox="1">
            <a:spLocks/>
          </p:cNvSpPr>
          <p:nvPr/>
        </p:nvSpPr>
        <p:spPr>
          <a:xfrm>
            <a:off x="121920" y="13747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7419253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0094" y="665334"/>
            <a:ext cx="7641034" cy="1137642"/>
          </a:xfrm>
        </p:spPr>
        <p:txBody>
          <a:bodyPr>
            <a:normAutofit/>
          </a:bodyPr>
          <a:lstStyle/>
          <a:p>
            <a:r>
              <a:rPr lang="en-US" sz="4225" dirty="0">
                <a:solidFill>
                  <a:srgbClr val="00B0F0"/>
                </a:solidFill>
              </a:rPr>
              <a:t> </a:t>
            </a:r>
          </a:p>
        </p:txBody>
      </p:sp>
      <p:grpSp>
        <p:nvGrpSpPr>
          <p:cNvPr id="11" name="Graphic 6" descr="A pair of scissors with two buttons">
            <a:extLst>
              <a:ext uri="{FF2B5EF4-FFF2-40B4-BE49-F238E27FC236}">
                <a16:creationId xmlns:a16="http://schemas.microsoft.com/office/drawing/2014/main" id="{BDA7FF5E-8B68-ECFF-204C-868E2C633832}"/>
              </a:ext>
            </a:extLst>
          </p:cNvPr>
          <p:cNvGrpSpPr/>
          <p:nvPr/>
        </p:nvGrpSpPr>
        <p:grpSpPr>
          <a:xfrm rot="4439340">
            <a:off x="5071202" y="1071953"/>
            <a:ext cx="1525117" cy="1688722"/>
            <a:chOff x="4601240" y="490458"/>
            <a:chExt cx="2156055" cy="2724302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D42B536-F45C-76A6-2C73-0A8B6EC2E501}"/>
                </a:ext>
              </a:extLst>
            </p:cNvPr>
            <p:cNvSpPr/>
            <p:nvPr/>
          </p:nvSpPr>
          <p:spPr>
            <a:xfrm>
              <a:off x="5828069" y="766005"/>
              <a:ext cx="905095" cy="933426"/>
            </a:xfrm>
            <a:custGeom>
              <a:avLst/>
              <a:gdLst>
                <a:gd name="connsiteX0" fmla="*/ 902760 w 905095"/>
                <a:gd name="connsiteY0" fmla="*/ 6025 h 933426"/>
                <a:gd name="connsiteX1" fmla="*/ 902760 w 905095"/>
                <a:gd name="connsiteY1" fmla="*/ 6025 h 933426"/>
                <a:gd name="connsiteX2" fmla="*/ 847924 w 905095"/>
                <a:gd name="connsiteY2" fmla="*/ 13673 h 933426"/>
                <a:gd name="connsiteX3" fmla="*/ 348366 w 905095"/>
                <a:gd name="connsiteY3" fmla="*/ 528052 h 933426"/>
                <a:gd name="connsiteX4" fmla="*/ 2695 w 905095"/>
                <a:gd name="connsiteY4" fmla="*/ 883906 h 933426"/>
                <a:gd name="connsiteX5" fmla="*/ 4857 w 905095"/>
                <a:gd name="connsiteY5" fmla="*/ 898850 h 933426"/>
                <a:gd name="connsiteX6" fmla="*/ 66417 w 905095"/>
                <a:gd name="connsiteY6" fmla="*/ 933426 h 933426"/>
                <a:gd name="connsiteX7" fmla="*/ 903884 w 905095"/>
                <a:gd name="connsiteY7" fmla="*/ 28808 h 933426"/>
                <a:gd name="connsiteX8" fmla="*/ 904131 w 905095"/>
                <a:gd name="connsiteY8" fmla="*/ 6806 h 933426"/>
                <a:gd name="connsiteX9" fmla="*/ 902760 w 905095"/>
                <a:gd name="connsiteY9" fmla="*/ 6025 h 933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05095" h="933426">
                  <a:moveTo>
                    <a:pt x="902760" y="6025"/>
                  </a:moveTo>
                  <a:lnTo>
                    <a:pt x="902760" y="6025"/>
                  </a:lnTo>
                  <a:cubicBezTo>
                    <a:pt x="884891" y="-4281"/>
                    <a:pt x="862297" y="-1129"/>
                    <a:pt x="847924" y="13673"/>
                  </a:cubicBezTo>
                  <a:lnTo>
                    <a:pt x="348366" y="528052"/>
                  </a:lnTo>
                  <a:lnTo>
                    <a:pt x="2695" y="883906"/>
                  </a:lnTo>
                  <a:cubicBezTo>
                    <a:pt x="-1668" y="888392"/>
                    <a:pt x="-582" y="895783"/>
                    <a:pt x="4857" y="898850"/>
                  </a:cubicBezTo>
                  <a:lnTo>
                    <a:pt x="66417" y="933426"/>
                  </a:lnTo>
                  <a:lnTo>
                    <a:pt x="903884" y="28808"/>
                  </a:lnTo>
                  <a:cubicBezTo>
                    <a:pt x="903884" y="28808"/>
                    <a:pt x="906436" y="9111"/>
                    <a:pt x="904131" y="6806"/>
                  </a:cubicBezTo>
                  <a:cubicBezTo>
                    <a:pt x="903741" y="6425"/>
                    <a:pt x="902760" y="6025"/>
                    <a:pt x="902760" y="6025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0845BA1-5F5D-1DE6-1817-27FD820D53AB}"/>
                </a:ext>
              </a:extLst>
            </p:cNvPr>
            <p:cNvSpPr/>
            <p:nvPr/>
          </p:nvSpPr>
          <p:spPr>
            <a:xfrm>
              <a:off x="5265772" y="772839"/>
              <a:ext cx="1491523" cy="1413538"/>
            </a:xfrm>
            <a:custGeom>
              <a:avLst/>
              <a:gdLst>
                <a:gd name="connsiteX0" fmla="*/ 104991 w 1491523"/>
                <a:gd name="connsiteY0" fmla="*/ 1413538 h 1413538"/>
                <a:gd name="connsiteX1" fmla="*/ 127070 w 1491523"/>
                <a:gd name="connsiteY1" fmla="*/ 1401699 h 1413538"/>
                <a:gd name="connsiteX2" fmla="*/ 127947 w 1491523"/>
                <a:gd name="connsiteY2" fmla="*/ 1401251 h 1413538"/>
                <a:gd name="connsiteX3" fmla="*/ 151731 w 1491523"/>
                <a:gd name="connsiteY3" fmla="*/ 1390840 h 1413538"/>
                <a:gd name="connsiteX4" fmla="*/ 360471 w 1491523"/>
                <a:gd name="connsiteY4" fmla="*/ 1309869 h 1413538"/>
                <a:gd name="connsiteX5" fmla="*/ 676348 w 1491523"/>
                <a:gd name="connsiteY5" fmla="*/ 1078278 h 1413538"/>
                <a:gd name="connsiteX6" fmla="*/ 1480506 w 1491523"/>
                <a:gd name="connsiteY6" fmla="*/ 74800 h 1413538"/>
                <a:gd name="connsiteX7" fmla="*/ 1466419 w 1491523"/>
                <a:gd name="connsiteY7" fmla="*/ 0 h 1413538"/>
                <a:gd name="connsiteX8" fmla="*/ 1466419 w 1491523"/>
                <a:gd name="connsiteY8" fmla="*/ 0 h 1413538"/>
                <a:gd name="connsiteX9" fmla="*/ 620875 w 1491523"/>
                <a:gd name="connsiteY9" fmla="*/ 880701 h 1413538"/>
                <a:gd name="connsiteX10" fmla="*/ 582842 w 1491523"/>
                <a:gd name="connsiteY10" fmla="*/ 858774 h 1413538"/>
                <a:gd name="connsiteX11" fmla="*/ 9360 w 1491523"/>
                <a:gd name="connsiteY11" fmla="*/ 1249842 h 1413538"/>
                <a:gd name="connsiteX12" fmla="*/ 14037 w 1491523"/>
                <a:gd name="connsiteY12" fmla="*/ 1362208 h 1413538"/>
                <a:gd name="connsiteX13" fmla="*/ 104991 w 1491523"/>
                <a:gd name="connsiteY13" fmla="*/ 1413538 h 1413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91523" h="1413538">
                  <a:moveTo>
                    <a:pt x="104991" y="1413538"/>
                  </a:moveTo>
                  <a:cubicBezTo>
                    <a:pt x="112183" y="1409338"/>
                    <a:pt x="119517" y="1405366"/>
                    <a:pt x="127070" y="1401699"/>
                  </a:cubicBezTo>
                  <a:cubicBezTo>
                    <a:pt x="127366" y="1401556"/>
                    <a:pt x="127642" y="1401385"/>
                    <a:pt x="127947" y="1401251"/>
                  </a:cubicBezTo>
                  <a:cubicBezTo>
                    <a:pt x="135700" y="1397518"/>
                    <a:pt x="143596" y="1393993"/>
                    <a:pt x="151731" y="1390840"/>
                  </a:cubicBezTo>
                  <a:lnTo>
                    <a:pt x="360471" y="1309869"/>
                  </a:lnTo>
                  <a:cubicBezTo>
                    <a:pt x="484315" y="1261824"/>
                    <a:pt x="593291" y="1181929"/>
                    <a:pt x="676348" y="1078278"/>
                  </a:cubicBezTo>
                  <a:lnTo>
                    <a:pt x="1480506" y="74800"/>
                  </a:lnTo>
                  <a:cubicBezTo>
                    <a:pt x="1499718" y="50825"/>
                    <a:pt x="1493041" y="15354"/>
                    <a:pt x="1466419" y="0"/>
                  </a:cubicBezTo>
                  <a:lnTo>
                    <a:pt x="1466419" y="0"/>
                  </a:lnTo>
                  <a:lnTo>
                    <a:pt x="620875" y="880701"/>
                  </a:lnTo>
                  <a:lnTo>
                    <a:pt x="582842" y="858774"/>
                  </a:lnTo>
                  <a:lnTo>
                    <a:pt x="9360" y="1249842"/>
                  </a:lnTo>
                  <a:cubicBezTo>
                    <a:pt x="9360" y="1249842"/>
                    <a:pt x="-14538" y="1312669"/>
                    <a:pt x="14037" y="1362208"/>
                  </a:cubicBezTo>
                  <a:cubicBezTo>
                    <a:pt x="42612" y="1411738"/>
                    <a:pt x="104991" y="1413538"/>
                    <a:pt x="104991" y="1413538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D160C30-4A15-DEF8-ABD6-5C14F3E872D9}"/>
                </a:ext>
              </a:extLst>
            </p:cNvPr>
            <p:cNvSpPr/>
            <p:nvPr/>
          </p:nvSpPr>
          <p:spPr>
            <a:xfrm>
              <a:off x="4601240" y="2022691"/>
              <a:ext cx="769513" cy="690167"/>
            </a:xfrm>
            <a:custGeom>
              <a:avLst/>
              <a:gdLst>
                <a:gd name="connsiteX0" fmla="*/ 556459 w 769513"/>
                <a:gd name="connsiteY0" fmla="*/ 554908 h 690167"/>
                <a:gd name="connsiteX1" fmla="*/ 605513 w 769513"/>
                <a:gd name="connsiteY1" fmla="*/ 420319 h 690167"/>
                <a:gd name="connsiteX2" fmla="*/ 769514 w 769513"/>
                <a:gd name="connsiteY2" fmla="*/ 163687 h 690167"/>
                <a:gd name="connsiteX3" fmla="*/ 673883 w 769513"/>
                <a:gd name="connsiteY3" fmla="*/ 0 h 690167"/>
                <a:gd name="connsiteX4" fmla="*/ 493384 w 769513"/>
                <a:gd name="connsiteY4" fmla="*/ 123092 h 690167"/>
                <a:gd name="connsiteX5" fmla="*/ 455522 w 769513"/>
                <a:gd name="connsiteY5" fmla="*/ 123692 h 690167"/>
                <a:gd name="connsiteX6" fmla="*/ 455332 w 769513"/>
                <a:gd name="connsiteY6" fmla="*/ 123577 h 690167"/>
                <a:gd name="connsiteX7" fmla="*/ 40623 w 769513"/>
                <a:gd name="connsiteY7" fmla="*/ 235010 h 690167"/>
                <a:gd name="connsiteX8" fmla="*/ 171639 w 769513"/>
                <a:gd name="connsiteY8" fmla="*/ 660092 h 690167"/>
                <a:gd name="connsiteX9" fmla="*/ 556459 w 769513"/>
                <a:gd name="connsiteY9" fmla="*/ 554908 h 690167"/>
                <a:gd name="connsiteX10" fmla="*/ 212711 w 769513"/>
                <a:gd name="connsiteY10" fmla="*/ 544487 h 690167"/>
                <a:gd name="connsiteX11" fmla="*/ 145846 w 769513"/>
                <a:gd name="connsiteY11" fmla="*/ 295656 h 690167"/>
                <a:gd name="connsiteX12" fmla="*/ 394667 w 769513"/>
                <a:gd name="connsiteY12" fmla="*/ 228791 h 690167"/>
                <a:gd name="connsiteX13" fmla="*/ 461533 w 769513"/>
                <a:gd name="connsiteY13" fmla="*/ 477612 h 690167"/>
                <a:gd name="connsiteX14" fmla="*/ 212711 w 769513"/>
                <a:gd name="connsiteY14" fmla="*/ 544487 h 690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69513" h="690167">
                  <a:moveTo>
                    <a:pt x="556459" y="554908"/>
                  </a:moveTo>
                  <a:cubicBezTo>
                    <a:pt x="584367" y="512836"/>
                    <a:pt x="600369" y="466735"/>
                    <a:pt x="605513" y="420319"/>
                  </a:cubicBezTo>
                  <a:cubicBezTo>
                    <a:pt x="617466" y="312458"/>
                    <a:pt x="677960" y="217227"/>
                    <a:pt x="769514" y="163687"/>
                  </a:cubicBezTo>
                  <a:lnTo>
                    <a:pt x="673883" y="0"/>
                  </a:lnTo>
                  <a:lnTo>
                    <a:pt x="493384" y="123092"/>
                  </a:lnTo>
                  <a:cubicBezTo>
                    <a:pt x="481935" y="130550"/>
                    <a:pt x="467362" y="130521"/>
                    <a:pt x="455522" y="123692"/>
                  </a:cubicBezTo>
                  <a:cubicBezTo>
                    <a:pt x="455446" y="123654"/>
                    <a:pt x="455389" y="123616"/>
                    <a:pt x="455332" y="123577"/>
                  </a:cubicBezTo>
                  <a:cubicBezTo>
                    <a:pt x="310047" y="39824"/>
                    <a:pt x="124367" y="89716"/>
                    <a:pt x="40623" y="235010"/>
                  </a:cubicBezTo>
                  <a:cubicBezTo>
                    <a:pt x="-46778" y="386639"/>
                    <a:pt x="11381" y="582254"/>
                    <a:pt x="171639" y="660092"/>
                  </a:cubicBezTo>
                  <a:cubicBezTo>
                    <a:pt x="307199" y="725919"/>
                    <a:pt x="473191" y="680514"/>
                    <a:pt x="556459" y="554908"/>
                  </a:cubicBezTo>
                  <a:close/>
                  <a:moveTo>
                    <a:pt x="212711" y="544487"/>
                  </a:moveTo>
                  <a:cubicBezTo>
                    <a:pt x="125548" y="494233"/>
                    <a:pt x="95611" y="382839"/>
                    <a:pt x="145846" y="295656"/>
                  </a:cubicBezTo>
                  <a:cubicBezTo>
                    <a:pt x="196090" y="208483"/>
                    <a:pt x="307504" y="178546"/>
                    <a:pt x="394667" y="228791"/>
                  </a:cubicBezTo>
                  <a:cubicBezTo>
                    <a:pt x="481840" y="279045"/>
                    <a:pt x="511777" y="390439"/>
                    <a:pt x="461533" y="477612"/>
                  </a:cubicBezTo>
                  <a:cubicBezTo>
                    <a:pt x="411288" y="564795"/>
                    <a:pt x="299884" y="594732"/>
                    <a:pt x="212711" y="544487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C55BAB4-FFC8-8E90-EDFD-D8BDE16A0B52}"/>
                </a:ext>
              </a:extLst>
            </p:cNvPr>
            <p:cNvSpPr/>
            <p:nvPr/>
          </p:nvSpPr>
          <p:spPr>
            <a:xfrm>
              <a:off x="5878618" y="509583"/>
              <a:ext cx="420968" cy="1217794"/>
            </a:xfrm>
            <a:custGeom>
              <a:avLst/>
              <a:gdLst>
                <a:gd name="connsiteX0" fmla="*/ 398402 w 420968"/>
                <a:gd name="connsiteY0" fmla="*/ 871 h 1217794"/>
                <a:gd name="connsiteX1" fmla="*/ 398402 w 420968"/>
                <a:gd name="connsiteY1" fmla="*/ 871 h 1217794"/>
                <a:gd name="connsiteX2" fmla="*/ 419272 w 420968"/>
                <a:gd name="connsiteY2" fmla="*/ 52154 h 1217794"/>
                <a:gd name="connsiteX3" fmla="*/ 224552 w 420968"/>
                <a:gd name="connsiteY3" fmla="*/ 742249 h 1217794"/>
                <a:gd name="connsiteX4" fmla="*/ 96784 w 420968"/>
                <a:gd name="connsiteY4" fmla="*/ 1195077 h 1217794"/>
                <a:gd name="connsiteX5" fmla="*/ 96746 w 420968"/>
                <a:gd name="connsiteY5" fmla="*/ 1195115 h 1217794"/>
                <a:gd name="connsiteX6" fmla="*/ 0 w 420968"/>
                <a:gd name="connsiteY6" fmla="*/ 1217795 h 1217794"/>
                <a:gd name="connsiteX7" fmla="*/ 364636 w 420968"/>
                <a:gd name="connsiteY7" fmla="*/ 18445 h 1217794"/>
                <a:gd name="connsiteX8" fmla="*/ 397021 w 420968"/>
                <a:gd name="connsiteY8" fmla="*/ 80 h 1217794"/>
                <a:gd name="connsiteX9" fmla="*/ 398402 w 420968"/>
                <a:gd name="connsiteY9" fmla="*/ 871 h 121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0968" h="1217794">
                  <a:moveTo>
                    <a:pt x="398402" y="871"/>
                  </a:moveTo>
                  <a:lnTo>
                    <a:pt x="398402" y="871"/>
                  </a:lnTo>
                  <a:cubicBezTo>
                    <a:pt x="416271" y="11167"/>
                    <a:pt x="424872" y="32294"/>
                    <a:pt x="419272" y="52154"/>
                  </a:cubicBezTo>
                  <a:lnTo>
                    <a:pt x="224552" y="742249"/>
                  </a:lnTo>
                  <a:lnTo>
                    <a:pt x="96784" y="1195077"/>
                  </a:lnTo>
                  <a:cubicBezTo>
                    <a:pt x="96774" y="1195096"/>
                    <a:pt x="96764" y="1195106"/>
                    <a:pt x="96746" y="1195115"/>
                  </a:cubicBezTo>
                  <a:lnTo>
                    <a:pt x="0" y="1217795"/>
                  </a:lnTo>
                  <a:lnTo>
                    <a:pt x="364636" y="18445"/>
                  </a:lnTo>
                  <a:cubicBezTo>
                    <a:pt x="364636" y="18445"/>
                    <a:pt x="394440" y="-1415"/>
                    <a:pt x="397021" y="80"/>
                  </a:cubicBezTo>
                  <a:cubicBezTo>
                    <a:pt x="397440" y="318"/>
                    <a:pt x="398402" y="871"/>
                    <a:pt x="398402" y="871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CA2853E-B13B-7F1D-4917-198F3FEF00B1}"/>
                </a:ext>
              </a:extLst>
            </p:cNvPr>
            <p:cNvSpPr/>
            <p:nvPr/>
          </p:nvSpPr>
          <p:spPr>
            <a:xfrm>
              <a:off x="5687472" y="490458"/>
              <a:ext cx="588176" cy="1964611"/>
            </a:xfrm>
            <a:custGeom>
              <a:avLst/>
              <a:gdLst>
                <a:gd name="connsiteX0" fmla="*/ 278956 w 588176"/>
                <a:gd name="connsiteY0" fmla="*/ 1335999 h 1964611"/>
                <a:gd name="connsiteX1" fmla="*/ 287919 w 588176"/>
                <a:gd name="connsiteY1" fmla="*/ 1214232 h 1964611"/>
                <a:gd name="connsiteX2" fmla="*/ 249886 w 588176"/>
                <a:gd name="connsiteY2" fmla="*/ 1192305 h 1964611"/>
                <a:gd name="connsiteX3" fmla="*/ 588176 w 588176"/>
                <a:gd name="connsiteY3" fmla="*/ 19197 h 1964611"/>
                <a:gd name="connsiteX4" fmla="*/ 560049 w 588176"/>
                <a:gd name="connsiteY4" fmla="*/ 2985 h 1964611"/>
                <a:gd name="connsiteX5" fmla="*/ 560049 w 588176"/>
                <a:gd name="connsiteY5" fmla="*/ 2985 h 1964611"/>
                <a:gd name="connsiteX6" fmla="*/ 528150 w 588176"/>
                <a:gd name="connsiteY6" fmla="*/ 14225 h 1964611"/>
                <a:gd name="connsiteX7" fmla="*/ 492812 w 588176"/>
                <a:gd name="connsiteY7" fmla="*/ 105274 h 1964611"/>
                <a:gd name="connsiteX8" fmla="*/ 51118 w 588176"/>
                <a:gd name="connsiteY8" fmla="*/ 1243312 h 1964611"/>
                <a:gd name="connsiteX9" fmla="*/ 9037 w 588176"/>
                <a:gd name="connsiteY9" fmla="*/ 1632732 h 1964611"/>
                <a:gd name="connsiteX10" fmla="*/ 43451 w 588176"/>
                <a:gd name="connsiteY10" fmla="*/ 1852969 h 1964611"/>
                <a:gd name="connsiteX11" fmla="*/ 45861 w 588176"/>
                <a:gd name="connsiteY11" fmla="*/ 1872676 h 1964611"/>
                <a:gd name="connsiteX12" fmla="*/ 46566 w 588176"/>
                <a:gd name="connsiteY12" fmla="*/ 1880858 h 1964611"/>
                <a:gd name="connsiteX13" fmla="*/ 46985 w 588176"/>
                <a:gd name="connsiteY13" fmla="*/ 1889821 h 1964611"/>
                <a:gd name="connsiteX14" fmla="*/ 47289 w 588176"/>
                <a:gd name="connsiteY14" fmla="*/ 1909385 h 1964611"/>
                <a:gd name="connsiteX15" fmla="*/ 140977 w 588176"/>
                <a:gd name="connsiteY15" fmla="*/ 1964611 h 1964611"/>
                <a:gd name="connsiteX16" fmla="*/ 236684 w 588176"/>
                <a:gd name="connsiteY16" fmla="*/ 1910090 h 1964611"/>
                <a:gd name="connsiteX17" fmla="*/ 278956 w 588176"/>
                <a:gd name="connsiteY17" fmla="*/ 1335999 h 196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8176" h="1964611">
                  <a:moveTo>
                    <a:pt x="278956" y="1335999"/>
                  </a:moveTo>
                  <a:lnTo>
                    <a:pt x="287919" y="1214232"/>
                  </a:lnTo>
                  <a:lnTo>
                    <a:pt x="249886" y="1192305"/>
                  </a:lnTo>
                  <a:lnTo>
                    <a:pt x="588176" y="19197"/>
                  </a:lnTo>
                  <a:lnTo>
                    <a:pt x="560049" y="2985"/>
                  </a:lnTo>
                  <a:lnTo>
                    <a:pt x="560049" y="2985"/>
                  </a:lnTo>
                  <a:cubicBezTo>
                    <a:pt x="548219" y="-3835"/>
                    <a:pt x="533093" y="1499"/>
                    <a:pt x="528150" y="14225"/>
                  </a:cubicBezTo>
                  <a:lnTo>
                    <a:pt x="492812" y="105274"/>
                  </a:lnTo>
                  <a:lnTo>
                    <a:pt x="51118" y="1243312"/>
                  </a:lnTo>
                  <a:cubicBezTo>
                    <a:pt x="3055" y="1367146"/>
                    <a:pt x="-11461" y="1501477"/>
                    <a:pt x="9037" y="1632732"/>
                  </a:cubicBezTo>
                  <a:lnTo>
                    <a:pt x="43451" y="1852969"/>
                  </a:lnTo>
                  <a:cubicBezTo>
                    <a:pt x="44470" y="1859503"/>
                    <a:pt x="45242" y="1866094"/>
                    <a:pt x="45861" y="1872676"/>
                  </a:cubicBezTo>
                  <a:cubicBezTo>
                    <a:pt x="46118" y="1875410"/>
                    <a:pt x="46365" y="1878134"/>
                    <a:pt x="46566" y="1880858"/>
                  </a:cubicBezTo>
                  <a:cubicBezTo>
                    <a:pt x="46766" y="1883858"/>
                    <a:pt x="46870" y="1886840"/>
                    <a:pt x="46985" y="1889821"/>
                  </a:cubicBezTo>
                  <a:cubicBezTo>
                    <a:pt x="47280" y="1896365"/>
                    <a:pt x="47385" y="1902880"/>
                    <a:pt x="47289" y="1909385"/>
                  </a:cubicBezTo>
                  <a:cubicBezTo>
                    <a:pt x="47289" y="1909385"/>
                    <a:pt x="66682" y="1964611"/>
                    <a:pt x="140977" y="1964611"/>
                  </a:cubicBezTo>
                  <a:cubicBezTo>
                    <a:pt x="215272" y="1964611"/>
                    <a:pt x="236684" y="1910090"/>
                    <a:pt x="236684" y="1910090"/>
                  </a:cubicBezTo>
                  <a:lnTo>
                    <a:pt x="278956" y="1335999"/>
                  </a:lnTo>
                  <a:close/>
                </a:path>
              </a:pathLst>
            </a:custGeom>
            <a:solidFill>
              <a:srgbClr val="D1D1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CBC08AF-1410-1D5E-F418-C0DB92C046C5}"/>
                </a:ext>
              </a:extLst>
            </p:cNvPr>
            <p:cNvSpPr/>
            <p:nvPr/>
          </p:nvSpPr>
          <p:spPr>
            <a:xfrm>
              <a:off x="5471884" y="2399852"/>
              <a:ext cx="607206" cy="814907"/>
            </a:xfrm>
            <a:custGeom>
              <a:avLst/>
              <a:gdLst>
                <a:gd name="connsiteX0" fmla="*/ 566583 w 607206"/>
                <a:gd name="connsiteY0" fmla="*/ 662854 h 814907"/>
                <a:gd name="connsiteX1" fmla="*/ 455149 w 607206"/>
                <a:gd name="connsiteY1" fmla="*/ 248145 h 814907"/>
                <a:gd name="connsiteX2" fmla="*/ 454950 w 607206"/>
                <a:gd name="connsiteY2" fmla="*/ 248031 h 814907"/>
                <a:gd name="connsiteX3" fmla="*/ 436490 w 607206"/>
                <a:gd name="connsiteY3" fmla="*/ 214970 h 814907"/>
                <a:gd name="connsiteX4" fmla="*/ 452263 w 607206"/>
                <a:gd name="connsiteY4" fmla="*/ 714 h 814907"/>
                <a:gd name="connsiteX5" fmla="*/ 262878 w 607206"/>
                <a:gd name="connsiteY5" fmla="*/ 0 h 814907"/>
                <a:gd name="connsiteX6" fmla="*/ 123089 w 607206"/>
                <a:gd name="connsiteY6" fmla="*/ 266910 h 814907"/>
                <a:gd name="connsiteX7" fmla="*/ 31201 w 607206"/>
                <a:gd name="connsiteY7" fmla="*/ 376819 h 814907"/>
                <a:gd name="connsiteX8" fmla="*/ 133081 w 607206"/>
                <a:gd name="connsiteY8" fmla="*/ 762524 h 814907"/>
                <a:gd name="connsiteX9" fmla="*/ 566583 w 607206"/>
                <a:gd name="connsiteY9" fmla="*/ 662854 h 814907"/>
                <a:gd name="connsiteX10" fmla="*/ 212538 w 607206"/>
                <a:gd name="connsiteY10" fmla="*/ 669065 h 814907"/>
                <a:gd name="connsiteX11" fmla="*/ 145673 w 607206"/>
                <a:gd name="connsiteY11" fmla="*/ 420243 h 814907"/>
                <a:gd name="connsiteX12" fmla="*/ 394494 w 607206"/>
                <a:gd name="connsiteY12" fmla="*/ 353378 h 814907"/>
                <a:gd name="connsiteX13" fmla="*/ 461360 w 607206"/>
                <a:gd name="connsiteY13" fmla="*/ 602199 h 814907"/>
                <a:gd name="connsiteX14" fmla="*/ 212538 w 607206"/>
                <a:gd name="connsiteY14" fmla="*/ 669065 h 814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07206" h="814907">
                  <a:moveTo>
                    <a:pt x="566583" y="662854"/>
                  </a:moveTo>
                  <a:cubicBezTo>
                    <a:pt x="650326" y="517560"/>
                    <a:pt x="600444" y="331889"/>
                    <a:pt x="455149" y="248145"/>
                  </a:cubicBezTo>
                  <a:cubicBezTo>
                    <a:pt x="455083" y="248107"/>
                    <a:pt x="455016" y="248069"/>
                    <a:pt x="454950" y="248031"/>
                  </a:cubicBezTo>
                  <a:cubicBezTo>
                    <a:pt x="443091" y="241211"/>
                    <a:pt x="435785" y="228610"/>
                    <a:pt x="436490" y="214970"/>
                  </a:cubicBezTo>
                  <a:lnTo>
                    <a:pt x="452263" y="714"/>
                  </a:lnTo>
                  <a:lnTo>
                    <a:pt x="262878" y="0"/>
                  </a:lnTo>
                  <a:cubicBezTo>
                    <a:pt x="261268" y="104708"/>
                    <a:pt x="209433" y="203254"/>
                    <a:pt x="123089" y="266910"/>
                  </a:cubicBezTo>
                  <a:cubicBezTo>
                    <a:pt x="85494" y="294627"/>
                    <a:pt x="53633" y="331584"/>
                    <a:pt x="31201" y="376819"/>
                  </a:cubicBezTo>
                  <a:cubicBezTo>
                    <a:pt x="-35750" y="511835"/>
                    <a:pt x="8160" y="678228"/>
                    <a:pt x="133081" y="762524"/>
                  </a:cubicBezTo>
                  <a:cubicBezTo>
                    <a:pt x="280756" y="862213"/>
                    <a:pt x="479181" y="814492"/>
                    <a:pt x="566583" y="662854"/>
                  </a:cubicBezTo>
                  <a:close/>
                  <a:moveTo>
                    <a:pt x="212538" y="669065"/>
                  </a:moveTo>
                  <a:cubicBezTo>
                    <a:pt x="125365" y="618811"/>
                    <a:pt x="95428" y="507416"/>
                    <a:pt x="145673" y="420243"/>
                  </a:cubicBezTo>
                  <a:cubicBezTo>
                    <a:pt x="195917" y="333070"/>
                    <a:pt x="307321" y="303133"/>
                    <a:pt x="394494" y="353378"/>
                  </a:cubicBezTo>
                  <a:cubicBezTo>
                    <a:pt x="481667" y="403622"/>
                    <a:pt x="511604" y="515026"/>
                    <a:pt x="461360" y="602199"/>
                  </a:cubicBezTo>
                  <a:cubicBezTo>
                    <a:pt x="411106" y="689372"/>
                    <a:pt x="299711" y="719309"/>
                    <a:pt x="212538" y="669065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66B0D6D-D264-F59E-CADA-1DD65938CB2E}"/>
                </a:ext>
              </a:extLst>
            </p:cNvPr>
            <p:cNvSpPr/>
            <p:nvPr/>
          </p:nvSpPr>
          <p:spPr>
            <a:xfrm rot="-1252797">
              <a:off x="5783808" y="1729986"/>
              <a:ext cx="117058" cy="117058"/>
            </a:xfrm>
            <a:custGeom>
              <a:avLst/>
              <a:gdLst>
                <a:gd name="connsiteX0" fmla="*/ 117059 w 117058"/>
                <a:gd name="connsiteY0" fmla="*/ 58529 h 117058"/>
                <a:gd name="connsiteX1" fmla="*/ 58529 w 117058"/>
                <a:gd name="connsiteY1" fmla="*/ 117059 h 117058"/>
                <a:gd name="connsiteX2" fmla="*/ 0 w 117058"/>
                <a:gd name="connsiteY2" fmla="*/ 58529 h 117058"/>
                <a:gd name="connsiteX3" fmla="*/ 58529 w 117058"/>
                <a:gd name="connsiteY3" fmla="*/ 0 h 117058"/>
                <a:gd name="connsiteX4" fmla="*/ 117059 w 117058"/>
                <a:gd name="connsiteY4" fmla="*/ 58529 h 117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58" h="117058">
                  <a:moveTo>
                    <a:pt x="117059" y="58529"/>
                  </a:moveTo>
                  <a:cubicBezTo>
                    <a:pt x="117059" y="90854"/>
                    <a:pt x="90854" y="117059"/>
                    <a:pt x="58529" y="117059"/>
                  </a:cubicBezTo>
                  <a:cubicBezTo>
                    <a:pt x="26204" y="117059"/>
                    <a:pt x="0" y="90854"/>
                    <a:pt x="0" y="58529"/>
                  </a:cubicBezTo>
                  <a:cubicBezTo>
                    <a:pt x="0" y="26204"/>
                    <a:pt x="26204" y="0"/>
                    <a:pt x="58529" y="0"/>
                  </a:cubicBezTo>
                  <a:cubicBezTo>
                    <a:pt x="90854" y="0"/>
                    <a:pt x="117059" y="26204"/>
                    <a:pt x="117059" y="58529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E05753BB-C8C3-ADEE-0D11-AAC92C12FEFE}"/>
              </a:ext>
            </a:extLst>
          </p:cNvPr>
          <p:cNvSpPr txBox="1"/>
          <p:nvPr/>
        </p:nvSpPr>
        <p:spPr>
          <a:xfrm>
            <a:off x="339941" y="1128114"/>
            <a:ext cx="35468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1.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Үч бурчтуктарды бөлүп кесип алгыла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Verdana" panose="020B0604030504040204" pitchFamily="34" charset="0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485492-62CD-A336-50E2-5EA83CFD4E71}"/>
              </a:ext>
            </a:extLst>
          </p:cNvPr>
          <p:cNvSpPr txBox="1"/>
          <p:nvPr/>
        </p:nvSpPr>
        <p:spPr>
          <a:xfrm>
            <a:off x="334392" y="2333754"/>
            <a:ext cx="32080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ea typeface="Verdana" panose="020B0604030504040204" pitchFamily="34" charset="0"/>
              </a:rPr>
              <a:t>2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ea typeface="Verdana" panose="020B0604030504040204" pitchFamily="34" charset="0"/>
              </a:rPr>
              <a:t>.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ea typeface="Verdana" panose="020B0604030504040204" pitchFamily="34" charset="0"/>
              </a:rPr>
              <a:t> Көнүгүүлөр топтомун чыгаргыла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"/>
              <a:ea typeface="Verdana" panose="020B0604030504040204" pitchFamily="34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7BBB4FA-6638-9029-5D3A-53FAF9272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403" y="2816004"/>
            <a:ext cx="4388591" cy="338831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11DC26B-F68A-4926-5849-A53E199B731F}"/>
              </a:ext>
            </a:extLst>
          </p:cNvPr>
          <p:cNvSpPr txBox="1"/>
          <p:nvPr/>
        </p:nvSpPr>
        <p:spPr>
          <a:xfrm>
            <a:off x="3594615" y="3700793"/>
            <a:ext cx="1037964" cy="442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Ката</a:t>
            </a:r>
            <a:endParaRPr kumimoji="0" lang="en-US" sz="22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88FD110-FDB7-376D-54A1-5072F9A48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634485" y="1346068"/>
            <a:ext cx="2748666" cy="194409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399FD9B-7881-F397-D303-FA7C17FDE404}"/>
              </a:ext>
            </a:extLst>
          </p:cNvPr>
          <p:cNvSpPr txBox="1"/>
          <p:nvPr/>
        </p:nvSpPr>
        <p:spPr>
          <a:xfrm>
            <a:off x="7147619" y="4798345"/>
            <a:ext cx="153316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Туура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FA7ABC36-B8DD-0160-5830-A03AA2201317}"/>
              </a:ext>
            </a:extLst>
          </p:cNvPr>
          <p:cNvCxnSpPr/>
          <p:nvPr/>
        </p:nvCxnSpPr>
        <p:spPr>
          <a:xfrm rot="16200000" flipH="1">
            <a:off x="3520656" y="4718850"/>
            <a:ext cx="1553446" cy="367565"/>
          </a:xfrm>
          <a:prstGeom prst="curvedConnector3">
            <a:avLst>
              <a:gd name="adj1" fmla="val 52517"/>
            </a:avLst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0B6E60E6-0F67-0FAD-F778-3B8971316EEF}"/>
              </a:ext>
            </a:extLst>
          </p:cNvPr>
          <p:cNvCxnSpPr>
            <a:cxnSpLocks/>
            <a:stCxn id="25" idx="0"/>
          </p:cNvCxnSpPr>
          <p:nvPr/>
        </p:nvCxnSpPr>
        <p:spPr>
          <a:xfrm rot="16200000" flipV="1">
            <a:off x="6573877" y="3458020"/>
            <a:ext cx="320673" cy="2359978"/>
          </a:xfrm>
          <a:prstGeom prst="curvedConnector2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7DFBCB4-34D9-A4FE-A091-17E4DEA32AF3}"/>
              </a:ext>
            </a:extLst>
          </p:cNvPr>
          <p:cNvSpPr txBox="1"/>
          <p:nvPr/>
        </p:nvSpPr>
        <p:spPr>
          <a:xfrm>
            <a:off x="334392" y="3319454"/>
            <a:ext cx="377920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ea typeface="Verdana" panose="020B0604030504040204" pitchFamily="34" charset="0"/>
              </a:rPr>
              <a:t>3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ea typeface="Verdana" panose="020B0604030504040204" pitchFamily="34" charset="0"/>
              </a:rPr>
              <a:t>.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ea typeface="Verdana" panose="020B0604030504040204" pitchFamily="34" charset="0"/>
              </a:rPr>
              <a:t> Ар бир  үч бурчтуктун четиндеги суроо туура жоопко  дал келгидей , бири-бирине карама-каршы тургандай үч бурчтук түзүңүз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683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8F903B-F968-442F-BC72-D2CA66F33A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471"/>
          <a:stretch/>
        </p:blipFill>
        <p:spPr>
          <a:xfrm>
            <a:off x="3558077" y="1114697"/>
            <a:ext cx="6347923" cy="574330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B92090-0D6F-43A1-89C7-FCDBDDBA19A6}"/>
              </a:ext>
            </a:extLst>
          </p:cNvPr>
          <p:cNvSpPr txBox="1"/>
          <p:nvPr/>
        </p:nvSpPr>
        <p:spPr>
          <a:xfrm>
            <a:off x="-23532" y="3113031"/>
            <a:ext cx="501528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Сиз баш катырманы аягына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чыгара аласызбы?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D7B85F5-61FE-DCCA-DCCB-E4F2260467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57" y="180691"/>
            <a:ext cx="6210424" cy="1625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512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1EFB0E83-442B-4D58-85EE-EECDF6EFCA67}"/>
              </a:ext>
            </a:extLst>
          </p:cNvPr>
          <p:cNvGrpSpPr/>
          <p:nvPr/>
        </p:nvGrpSpPr>
        <p:grpSpPr>
          <a:xfrm>
            <a:off x="0" y="0"/>
            <a:ext cx="9906000" cy="6858000"/>
            <a:chOff x="0" y="0"/>
            <a:chExt cx="9906000" cy="685800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668798DE-1DB0-4642-9375-E0F02F3F41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4965319" cy="685800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B9F4F10B-0CD9-40C2-B90C-6309C5C49B3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14768" y="0"/>
              <a:ext cx="4991232" cy="685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48411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C810DB-6C1B-4A87-A1B7-690AE2A0DE41}"/>
              </a:ext>
            </a:extLst>
          </p:cNvPr>
          <p:cNvCxnSpPr>
            <a:cxnSpLocks/>
          </p:cNvCxnSpPr>
          <p:nvPr/>
        </p:nvCxnSpPr>
        <p:spPr>
          <a:xfrm>
            <a:off x="4953000" y="33561"/>
            <a:ext cx="0" cy="682443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2C51D22-7098-4898-B1B2-67598260FEEB}"/>
              </a:ext>
            </a:extLst>
          </p:cNvPr>
          <p:cNvGrpSpPr/>
          <p:nvPr/>
        </p:nvGrpSpPr>
        <p:grpSpPr>
          <a:xfrm rot="16200000">
            <a:off x="-1051169" y="1051169"/>
            <a:ext cx="6832600" cy="4730262"/>
            <a:chOff x="0" y="0"/>
            <a:chExt cx="9906000" cy="6858000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70471E3A-0530-420C-AAC3-8C7A1538CF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4965319" cy="685800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FD096740-DD2C-4FFA-B2C3-82B69A5EF6D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14768" y="0"/>
              <a:ext cx="4991232" cy="6858000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849A6EE-EE97-4E1B-895D-9BF5B258C75B}"/>
              </a:ext>
            </a:extLst>
          </p:cNvPr>
          <p:cNvGrpSpPr/>
          <p:nvPr/>
        </p:nvGrpSpPr>
        <p:grpSpPr>
          <a:xfrm rot="16200000">
            <a:off x="4124569" y="1084730"/>
            <a:ext cx="6832600" cy="4730262"/>
            <a:chOff x="0" y="0"/>
            <a:chExt cx="9906000" cy="6858000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0A895BB3-293B-4389-9C8B-C3514AB3336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4965319" cy="6858000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F8AF6D5C-3984-489E-8EE9-931E209DB79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14768" y="0"/>
              <a:ext cx="4991232" cy="685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EA12F77-2C9A-402F-A4A1-B70D0E1C40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1675" y="0"/>
            <a:ext cx="7934325" cy="68389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1912760-91C3-AE24-2A08-CA7A3D3D49E3}"/>
              </a:ext>
            </a:extLst>
          </p:cNvPr>
          <p:cNvSpPr/>
          <p:nvPr/>
        </p:nvSpPr>
        <p:spPr>
          <a:xfrm>
            <a:off x="310084" y="508615"/>
            <a:ext cx="3845355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y-KG" sz="8000" b="1" cap="none" spc="0" dirty="0">
                <a:ln w="38100">
                  <a:solidFill>
                    <a:schemeClr val="accent2"/>
                  </a:solidFill>
                  <a:prstDash val="solid"/>
                </a:ln>
                <a:solidFill>
                  <a:srgbClr val="92D050"/>
                </a:solidFill>
                <a:effectLst>
                  <a:outerShdw blurRad="50800" dist="647700" dir="9840000" sx="4000" sy="4000" algn="ctr" rotWithShape="0">
                    <a:srgbClr val="000000">
                      <a:alpha val="43137"/>
                    </a:srgbClr>
                  </a:outerShdw>
                  <a:reflection stA="55000" endA="50" endPos="93000" dist="63500" dir="5400000" sy="-100000" algn="bl" rotWithShape="0"/>
                </a:effectLst>
              </a:rPr>
              <a:t>Жообу</a:t>
            </a:r>
            <a:endParaRPr lang="en-US" sz="8000" b="1" cap="none" spc="0" dirty="0">
              <a:ln w="38100">
                <a:solidFill>
                  <a:schemeClr val="accent2"/>
                </a:solidFill>
                <a:prstDash val="solid"/>
              </a:ln>
              <a:solidFill>
                <a:srgbClr val="92D050"/>
              </a:solidFill>
              <a:effectLst>
                <a:outerShdw blurRad="50800" dist="647700" dir="9840000" sx="4000" sy="4000" algn="ctr" rotWithShape="0">
                  <a:srgbClr val="000000">
                    <a:alpha val="43137"/>
                  </a:srgbClr>
                </a:outerShdw>
                <a:reflection stA="55000" endA="50" endPos="93000" dist="635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48732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809080"/>
            <a:ext cx="9240883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2"/>
              </a:rPr>
              <a:t>mathematicskgz@gmail.com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2198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8372</TotalTime>
  <Words>150</Words>
  <Application>Microsoft Office PowerPoint</Application>
  <PresentationFormat>A4 Paper (210x297 mm)</PresentationFormat>
  <Paragraphs>32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Calibri</vt:lpstr>
      <vt:lpstr>Calibri </vt:lpstr>
      <vt:lpstr>Arial</vt:lpstr>
      <vt:lpstr>Calibri Light</vt:lpstr>
      <vt:lpstr>Office Theme</vt:lpstr>
      <vt:lpstr>1_Office Theme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361</cp:revision>
  <cp:lastPrinted>2024-05-18T08:17:33Z</cp:lastPrinted>
  <dcterms:created xsi:type="dcterms:W3CDTF">2017-01-17T16:57:04Z</dcterms:created>
  <dcterms:modified xsi:type="dcterms:W3CDTF">2024-05-22T10:50:21Z</dcterms:modified>
</cp:coreProperties>
</file>