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59" r:id="rId2"/>
    <p:sldId id="960" r:id="rId3"/>
    <p:sldId id="954" r:id="rId4"/>
    <p:sldId id="955" r:id="rId5"/>
    <p:sldId id="962" r:id="rId6"/>
    <p:sldId id="963" r:id="rId7"/>
    <p:sldId id="964" r:id="rId8"/>
    <p:sldId id="965" r:id="rId9"/>
    <p:sldId id="957" r:id="rId10"/>
    <p:sldId id="958" r:id="rId11"/>
    <p:sldId id="961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813FF6B-ECF9-4AC0-BAD9-CCB5496E6809}">
          <p14:sldIdLst>
            <p14:sldId id="959"/>
            <p14:sldId id="960"/>
          </p14:sldIdLst>
        </p14:section>
        <p14:section name="Көрсөтүү үчүн" id="{059544AC-2C27-45B1-9F95-F87DF8854DD6}">
          <p14:sldIdLst>
            <p14:sldId id="954"/>
            <p14:sldId id="955"/>
          </p14:sldIdLst>
        </p14:section>
        <p14:section name="Жооптор" id="{1FEDB314-42DC-4694-9B04-D4A4AAE625F7}">
          <p14:sldIdLst>
            <p14:sldId id="962"/>
            <p14:sldId id="963"/>
            <p14:sldId id="964"/>
          </p14:sldIdLst>
        </p14:section>
        <p14:section name="Таркатма иш кагаздар" id="{A78D9305-6AAE-4715-A210-52F6908F30F7}">
          <p14:sldIdLst>
            <p14:sldId id="965"/>
            <p14:sldId id="957"/>
            <p14:sldId id="958"/>
          </p14:sldIdLst>
        </p14:section>
        <p14:section name="Кайтарым байланыш" id="{99ED8035-81E3-4366-987F-F0DB589457E2}">
          <p14:sldIdLst>
            <p14:sldId id="9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F91C5B6-86E6-4E9B-FDBC-B069CB15C5D5}"/>
              </a:ext>
            </a:extLst>
          </p:cNvPr>
          <p:cNvSpPr txBox="1">
            <a:spLocks/>
          </p:cNvSpPr>
          <p:nvPr/>
        </p:nvSpPr>
        <p:spPr>
          <a:xfrm>
            <a:off x="0" y="1852613"/>
            <a:ext cx="977392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Чечим чыгаруу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Туура же Ката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картанын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же Ката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экенин чечиши керек.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карталарды кесип кереги жок.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Карталар 3 өлчөмдө болот.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30FB01-B004-E113-D659-37B4454A4AD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4957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8872-BBED-DE23-74FB-F723B68E957F}"/>
              </a:ext>
            </a:extLst>
          </p:cNvPr>
          <p:cNvSpPr txBox="1">
            <a:spLocks/>
          </p:cNvSpPr>
          <p:nvPr/>
        </p:nvSpPr>
        <p:spPr>
          <a:xfrm>
            <a:off x="198120" y="178498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A24E4F-5821-C28E-31B2-B19C1753C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41" y="325120"/>
            <a:ext cx="9407718" cy="620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5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10,5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6,25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B7DB6C6-5D84-4057-BE3C-8746A924809B}"/>
              </a:ext>
            </a:extLst>
          </p:cNvPr>
          <p:cNvSpPr txBox="1"/>
          <p:nvPr/>
        </p:nvSpPr>
        <p:spPr>
          <a:xfrm>
            <a:off x="508459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619A45-E781-4CD7-9EC0-9238201AA3ED}"/>
              </a:ext>
            </a:extLst>
          </p:cNvPr>
          <p:cNvCxnSpPr>
            <a:cxnSpLocks/>
          </p:cNvCxnSpPr>
          <p:nvPr/>
        </p:nvCxnSpPr>
        <p:spPr>
          <a:xfrm>
            <a:off x="342595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0F09973-0494-4FD0-B6BF-F5BBC8EED7C1}"/>
              </a:ext>
            </a:extLst>
          </p:cNvPr>
          <p:cNvCxnSpPr>
            <a:cxnSpLocks/>
          </p:cNvCxnSpPr>
          <p:nvPr/>
        </p:nvCxnSpPr>
        <p:spPr>
          <a:xfrm flipV="1">
            <a:off x="387311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B505074-F3E4-4A6D-830B-41E70758C6CC}"/>
              </a:ext>
            </a:extLst>
          </p:cNvPr>
          <p:cNvCxnSpPr>
            <a:cxnSpLocks/>
          </p:cNvCxnSpPr>
          <p:nvPr/>
        </p:nvCxnSpPr>
        <p:spPr>
          <a:xfrm flipV="1">
            <a:off x="482014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442A047A-618E-4E74-8834-E1C7A56608AD}"/>
              </a:ext>
            </a:extLst>
          </p:cNvPr>
          <p:cNvSpPr/>
          <p:nvPr/>
        </p:nvSpPr>
        <p:spPr>
          <a:xfrm>
            <a:off x="374675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4DD4F5D-6052-43A2-8461-CB915277EA49}"/>
              </a:ext>
            </a:extLst>
          </p:cNvPr>
          <p:cNvSpPr txBox="1"/>
          <p:nvPr/>
        </p:nvSpPr>
        <p:spPr>
          <a:xfrm>
            <a:off x="3676868" y="2984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3533C5-28C8-49C6-A18E-E4C9D2604AA8}"/>
              </a:ext>
            </a:extLst>
          </p:cNvPr>
          <p:cNvCxnSpPr>
            <a:cxnSpLocks/>
          </p:cNvCxnSpPr>
          <p:nvPr/>
        </p:nvCxnSpPr>
        <p:spPr>
          <a:xfrm flipV="1">
            <a:off x="434663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74628F1-0E6F-4779-81E0-9A5B883497D5}"/>
              </a:ext>
            </a:extLst>
          </p:cNvPr>
          <p:cNvCxnSpPr>
            <a:cxnSpLocks/>
          </p:cNvCxnSpPr>
          <p:nvPr/>
        </p:nvCxnSpPr>
        <p:spPr>
          <a:xfrm flipV="1">
            <a:off x="5293660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FFE387F-815E-4883-8815-0E939266C15A}"/>
              </a:ext>
            </a:extLst>
          </p:cNvPr>
          <p:cNvCxnSpPr>
            <a:cxnSpLocks/>
          </p:cNvCxnSpPr>
          <p:nvPr/>
        </p:nvCxnSpPr>
        <p:spPr>
          <a:xfrm flipV="1">
            <a:off x="553041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1DE7E0B-1980-429D-A3AF-723ABC0232D9}"/>
              </a:ext>
            </a:extLst>
          </p:cNvPr>
          <p:cNvCxnSpPr>
            <a:cxnSpLocks/>
          </p:cNvCxnSpPr>
          <p:nvPr/>
        </p:nvCxnSpPr>
        <p:spPr>
          <a:xfrm flipV="1">
            <a:off x="600393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2DE8489-66F6-430B-9B07-4ACED8ED46CD}"/>
              </a:ext>
            </a:extLst>
          </p:cNvPr>
          <p:cNvSpPr txBox="1"/>
          <p:nvPr/>
        </p:nvSpPr>
        <p:spPr>
          <a:xfrm>
            <a:off x="578913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524A2CB-DB4B-4B3D-A909-BAFD20929241}"/>
              </a:ext>
            </a:extLst>
          </p:cNvPr>
          <p:cNvCxnSpPr>
            <a:cxnSpLocks/>
          </p:cNvCxnSpPr>
          <p:nvPr/>
        </p:nvCxnSpPr>
        <p:spPr>
          <a:xfrm flipV="1">
            <a:off x="576717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6ECD726-755E-4A3F-8565-4CD160F940BB}"/>
              </a:ext>
            </a:extLst>
          </p:cNvPr>
          <p:cNvCxnSpPr>
            <a:cxnSpLocks/>
          </p:cNvCxnSpPr>
          <p:nvPr/>
        </p:nvCxnSpPr>
        <p:spPr>
          <a:xfrm flipV="1">
            <a:off x="624068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5A7F866-7F3C-4F17-86FC-8B909EDBA948}"/>
              </a:ext>
            </a:extLst>
          </p:cNvPr>
          <p:cNvCxnSpPr>
            <a:cxnSpLocks/>
          </p:cNvCxnSpPr>
          <p:nvPr/>
        </p:nvCxnSpPr>
        <p:spPr>
          <a:xfrm flipV="1">
            <a:off x="363636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E1BA1AE-DAEB-47EE-A8B0-F4BB3666C13F}"/>
              </a:ext>
            </a:extLst>
          </p:cNvPr>
          <p:cNvSpPr txBox="1"/>
          <p:nvPr/>
        </p:nvSpPr>
        <p:spPr>
          <a:xfrm>
            <a:off x="740615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C24BD19-6E30-4F2B-9C23-DA3B12877939}"/>
              </a:ext>
            </a:extLst>
          </p:cNvPr>
          <p:cNvCxnSpPr>
            <a:cxnSpLocks/>
          </p:cNvCxnSpPr>
          <p:nvPr/>
        </p:nvCxnSpPr>
        <p:spPr>
          <a:xfrm>
            <a:off x="671017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A0B3B81-F4C1-43AF-90BB-BEAFB6111D15}"/>
              </a:ext>
            </a:extLst>
          </p:cNvPr>
          <p:cNvCxnSpPr>
            <a:cxnSpLocks/>
          </p:cNvCxnSpPr>
          <p:nvPr/>
        </p:nvCxnSpPr>
        <p:spPr>
          <a:xfrm flipV="1">
            <a:off x="709420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7B582D4-5AFB-479D-9E05-CE695B55C527}"/>
              </a:ext>
            </a:extLst>
          </p:cNvPr>
          <p:cNvCxnSpPr>
            <a:cxnSpLocks/>
          </p:cNvCxnSpPr>
          <p:nvPr/>
        </p:nvCxnSpPr>
        <p:spPr>
          <a:xfrm flipV="1">
            <a:off x="778868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E9594454-9A2D-471F-A569-41EF8811DE2D}"/>
              </a:ext>
            </a:extLst>
          </p:cNvPr>
          <p:cNvSpPr/>
          <p:nvPr/>
        </p:nvSpPr>
        <p:spPr>
          <a:xfrm>
            <a:off x="800252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1E9D29C-8A54-404B-B62B-A69DCDA4CD84}"/>
              </a:ext>
            </a:extLst>
          </p:cNvPr>
          <p:cNvSpPr txBox="1"/>
          <p:nvPr/>
        </p:nvSpPr>
        <p:spPr>
          <a:xfrm>
            <a:off x="7847814" y="29849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13,8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604B6EC-D4DB-47AC-AA56-65ECA69E3DF6}"/>
              </a:ext>
            </a:extLst>
          </p:cNvPr>
          <p:cNvCxnSpPr>
            <a:cxnSpLocks/>
          </p:cNvCxnSpPr>
          <p:nvPr/>
        </p:nvCxnSpPr>
        <p:spPr>
          <a:xfrm flipV="1">
            <a:off x="744144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C76A35D-73A5-4A09-A27C-992E960AFC5E}"/>
              </a:ext>
            </a:extLst>
          </p:cNvPr>
          <p:cNvCxnSpPr>
            <a:cxnSpLocks/>
          </p:cNvCxnSpPr>
          <p:nvPr/>
        </p:nvCxnSpPr>
        <p:spPr>
          <a:xfrm flipV="1">
            <a:off x="813592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4C3004F-1262-46BF-BB79-9797B5765B73}"/>
              </a:ext>
            </a:extLst>
          </p:cNvPr>
          <p:cNvCxnSpPr>
            <a:cxnSpLocks/>
          </p:cNvCxnSpPr>
          <p:nvPr/>
        </p:nvCxnSpPr>
        <p:spPr>
          <a:xfrm flipV="1">
            <a:off x="883041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E73DDF8-BF92-43FE-9CA5-01D661F6ABA0}"/>
              </a:ext>
            </a:extLst>
          </p:cNvPr>
          <p:cNvCxnSpPr>
            <a:cxnSpLocks/>
          </p:cNvCxnSpPr>
          <p:nvPr/>
        </p:nvCxnSpPr>
        <p:spPr>
          <a:xfrm flipV="1">
            <a:off x="93512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7C7A46B-0A16-4DA7-820E-889FD7EA9BB1}"/>
              </a:ext>
            </a:extLst>
          </p:cNvPr>
          <p:cNvSpPr txBox="1"/>
          <p:nvPr/>
        </p:nvSpPr>
        <p:spPr>
          <a:xfrm>
            <a:off x="879395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CD0546C-C582-4ACC-AE2C-5CDE4C49F28C}"/>
              </a:ext>
            </a:extLst>
          </p:cNvPr>
          <p:cNvCxnSpPr>
            <a:cxnSpLocks/>
          </p:cNvCxnSpPr>
          <p:nvPr/>
        </p:nvCxnSpPr>
        <p:spPr>
          <a:xfrm flipV="1">
            <a:off x="917765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B7BA70D-E9C1-4304-BB65-309C2F276EBE}"/>
              </a:ext>
            </a:extLst>
          </p:cNvPr>
          <p:cNvCxnSpPr>
            <a:cxnSpLocks/>
          </p:cNvCxnSpPr>
          <p:nvPr/>
        </p:nvCxnSpPr>
        <p:spPr>
          <a:xfrm flipV="1">
            <a:off x="9524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F1AD7F-7C3D-42D8-B0BD-7F75EEC127F0}"/>
              </a:ext>
            </a:extLst>
          </p:cNvPr>
          <p:cNvCxnSpPr>
            <a:cxnSpLocks/>
          </p:cNvCxnSpPr>
          <p:nvPr/>
        </p:nvCxnSpPr>
        <p:spPr>
          <a:xfrm flipV="1">
            <a:off x="692058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46DF001-429B-4EE0-8142-6291508B8905}"/>
              </a:ext>
            </a:extLst>
          </p:cNvPr>
          <p:cNvSpPr txBox="1"/>
          <p:nvPr/>
        </p:nvSpPr>
        <p:spPr>
          <a:xfrm>
            <a:off x="64654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A73ACB-92B6-418C-BC8C-6B41FBBD6D96}"/>
              </a:ext>
            </a:extLst>
          </p:cNvPr>
          <p:cNvCxnSpPr>
            <a:cxnSpLocks/>
          </p:cNvCxnSpPr>
          <p:nvPr/>
        </p:nvCxnSpPr>
        <p:spPr>
          <a:xfrm>
            <a:off x="152400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DAE74FA-50A4-45F5-9C67-EA255689647F}"/>
              </a:ext>
            </a:extLst>
          </p:cNvPr>
          <p:cNvCxnSpPr>
            <a:cxnSpLocks/>
          </p:cNvCxnSpPr>
          <p:nvPr/>
        </p:nvCxnSpPr>
        <p:spPr>
          <a:xfrm flipV="1">
            <a:off x="57983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97769CE-1D25-4FBE-944C-909C047F027F}"/>
              </a:ext>
            </a:extLst>
          </p:cNvPr>
          <p:cNvCxnSpPr>
            <a:cxnSpLocks/>
          </p:cNvCxnSpPr>
          <p:nvPr/>
        </p:nvCxnSpPr>
        <p:spPr>
          <a:xfrm flipV="1">
            <a:off x="188199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Arrow: Down 176">
            <a:extLst>
              <a:ext uri="{FF2B5EF4-FFF2-40B4-BE49-F238E27FC236}">
                <a16:creationId xmlns:a16="http://schemas.microsoft.com/office/drawing/2014/main" id="{D98F1BC9-8B94-4E75-A2D6-88A6BC39A226}"/>
              </a:ext>
            </a:extLst>
          </p:cNvPr>
          <p:cNvSpPr/>
          <p:nvPr/>
        </p:nvSpPr>
        <p:spPr>
          <a:xfrm>
            <a:off x="443992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0B60503-D7EA-42E4-A378-A15D72E8C58A}"/>
              </a:ext>
            </a:extLst>
          </p:cNvPr>
          <p:cNvSpPr txBox="1"/>
          <p:nvPr/>
        </p:nvSpPr>
        <p:spPr>
          <a:xfrm>
            <a:off x="279123" y="43184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1,75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F974DC-7BCE-4CF5-8988-92E7FC24C50E}"/>
              </a:ext>
            </a:extLst>
          </p:cNvPr>
          <p:cNvCxnSpPr>
            <a:cxnSpLocks/>
          </p:cNvCxnSpPr>
          <p:nvPr/>
        </p:nvCxnSpPr>
        <p:spPr>
          <a:xfrm flipV="1">
            <a:off x="144794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8A095F8-9427-41F1-835A-4677842A8CEF}"/>
              </a:ext>
            </a:extLst>
          </p:cNvPr>
          <p:cNvCxnSpPr>
            <a:cxnSpLocks/>
          </p:cNvCxnSpPr>
          <p:nvPr/>
        </p:nvCxnSpPr>
        <p:spPr>
          <a:xfrm flipV="1">
            <a:off x="209902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99EBAC8-67EF-4270-A7D7-96AFA18D3D87}"/>
              </a:ext>
            </a:extLst>
          </p:cNvPr>
          <p:cNvCxnSpPr>
            <a:cxnSpLocks/>
          </p:cNvCxnSpPr>
          <p:nvPr/>
        </p:nvCxnSpPr>
        <p:spPr>
          <a:xfrm flipV="1">
            <a:off x="23160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A88CCD6-4A9E-4042-87A1-2AD7BC624DF4}"/>
              </a:ext>
            </a:extLst>
          </p:cNvPr>
          <p:cNvCxnSpPr>
            <a:cxnSpLocks/>
          </p:cNvCxnSpPr>
          <p:nvPr/>
        </p:nvCxnSpPr>
        <p:spPr>
          <a:xfrm flipV="1">
            <a:off x="275010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F777D2F-355E-4C40-BB4F-277C6E8C7640}"/>
              </a:ext>
            </a:extLst>
          </p:cNvPr>
          <p:cNvCxnSpPr>
            <a:cxnSpLocks/>
          </p:cNvCxnSpPr>
          <p:nvPr/>
        </p:nvCxnSpPr>
        <p:spPr>
          <a:xfrm flipV="1">
            <a:off x="2533079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0390D6-BE23-4296-B14A-1C0683875604}"/>
              </a:ext>
            </a:extLst>
          </p:cNvPr>
          <p:cNvCxnSpPr>
            <a:cxnSpLocks/>
          </p:cNvCxnSpPr>
          <p:nvPr/>
        </p:nvCxnSpPr>
        <p:spPr>
          <a:xfrm flipV="1">
            <a:off x="296713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C658FD9-896F-4641-8B48-78F6D57952F3}"/>
              </a:ext>
            </a:extLst>
          </p:cNvPr>
          <p:cNvCxnSpPr>
            <a:cxnSpLocks/>
          </p:cNvCxnSpPr>
          <p:nvPr/>
        </p:nvCxnSpPr>
        <p:spPr>
          <a:xfrm flipV="1">
            <a:off x="3628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22E9554E-9C43-482E-9B93-19F7E986FF3E}"/>
              </a:ext>
            </a:extLst>
          </p:cNvPr>
          <p:cNvSpPr txBox="1"/>
          <p:nvPr/>
        </p:nvSpPr>
        <p:spPr>
          <a:xfrm>
            <a:off x="592034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33DC356-C05D-4307-817A-8EBB8EA5921F}"/>
              </a:ext>
            </a:extLst>
          </p:cNvPr>
          <p:cNvCxnSpPr>
            <a:cxnSpLocks/>
          </p:cNvCxnSpPr>
          <p:nvPr/>
        </p:nvCxnSpPr>
        <p:spPr>
          <a:xfrm>
            <a:off x="342595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CDF7840-364E-467C-A47B-A90647A5EF68}"/>
              </a:ext>
            </a:extLst>
          </p:cNvPr>
          <p:cNvCxnSpPr>
            <a:cxnSpLocks/>
          </p:cNvCxnSpPr>
          <p:nvPr/>
        </p:nvCxnSpPr>
        <p:spPr>
          <a:xfrm flipV="1">
            <a:off x="3822384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F9998EF-079F-47FB-A6AB-148095F2BAB6}"/>
              </a:ext>
            </a:extLst>
          </p:cNvPr>
          <p:cNvCxnSpPr>
            <a:cxnSpLocks/>
          </p:cNvCxnSpPr>
          <p:nvPr/>
        </p:nvCxnSpPr>
        <p:spPr>
          <a:xfrm flipV="1">
            <a:off x="493852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Arrow: Down 191">
            <a:extLst>
              <a:ext uri="{FF2B5EF4-FFF2-40B4-BE49-F238E27FC236}">
                <a16:creationId xmlns:a16="http://schemas.microsoft.com/office/drawing/2014/main" id="{BACBBAA8-6C7D-474A-86DC-4F59E5423463}"/>
              </a:ext>
            </a:extLst>
          </p:cNvPr>
          <p:cNvSpPr/>
          <p:nvPr/>
        </p:nvSpPr>
        <p:spPr>
          <a:xfrm>
            <a:off x="498500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CF56D52-7959-4839-B4B0-50335CEF7A1E}"/>
              </a:ext>
            </a:extLst>
          </p:cNvPr>
          <p:cNvSpPr txBox="1"/>
          <p:nvPr/>
        </p:nvSpPr>
        <p:spPr>
          <a:xfrm>
            <a:off x="4878645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6,5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42907F5-84D6-4802-8DCB-AB3D2A613DAE}"/>
              </a:ext>
            </a:extLst>
          </p:cNvPr>
          <p:cNvCxnSpPr>
            <a:cxnSpLocks/>
          </p:cNvCxnSpPr>
          <p:nvPr/>
        </p:nvCxnSpPr>
        <p:spPr>
          <a:xfrm flipV="1">
            <a:off x="438045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6905093-2244-4CA5-88C8-A7A652D0336A}"/>
              </a:ext>
            </a:extLst>
          </p:cNvPr>
          <p:cNvCxnSpPr>
            <a:cxnSpLocks/>
          </p:cNvCxnSpPr>
          <p:nvPr/>
        </p:nvCxnSpPr>
        <p:spPr>
          <a:xfrm flipV="1">
            <a:off x="549659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5775623-8444-4D2A-9C93-A5F492363910}"/>
              </a:ext>
            </a:extLst>
          </p:cNvPr>
          <p:cNvCxnSpPr>
            <a:cxnSpLocks/>
          </p:cNvCxnSpPr>
          <p:nvPr/>
        </p:nvCxnSpPr>
        <p:spPr>
          <a:xfrm flipV="1">
            <a:off x="568261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914DA4-D397-4499-84F2-C7D24DB540B3}"/>
              </a:ext>
            </a:extLst>
          </p:cNvPr>
          <p:cNvCxnSpPr>
            <a:cxnSpLocks/>
          </p:cNvCxnSpPr>
          <p:nvPr/>
        </p:nvCxnSpPr>
        <p:spPr>
          <a:xfrm flipV="1">
            <a:off x="605466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AC73772B-955D-4577-9B4A-CF828C9160BF}"/>
              </a:ext>
            </a:extLst>
          </p:cNvPr>
          <p:cNvSpPr txBox="1"/>
          <p:nvPr/>
        </p:nvSpPr>
        <p:spPr>
          <a:xfrm>
            <a:off x="3592388" y="469034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5,8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371D6DB-F72A-4B22-A612-E0931F8CD19A}"/>
              </a:ext>
            </a:extLst>
          </p:cNvPr>
          <p:cNvCxnSpPr>
            <a:cxnSpLocks/>
          </p:cNvCxnSpPr>
          <p:nvPr/>
        </p:nvCxnSpPr>
        <p:spPr>
          <a:xfrm flipV="1">
            <a:off x="5868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16939DE-6675-463B-96A9-025A9FE771AD}"/>
              </a:ext>
            </a:extLst>
          </p:cNvPr>
          <p:cNvCxnSpPr>
            <a:cxnSpLocks/>
          </p:cNvCxnSpPr>
          <p:nvPr/>
        </p:nvCxnSpPr>
        <p:spPr>
          <a:xfrm flipV="1">
            <a:off x="624068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2EC8C62-3905-4C3F-9A6D-920E7FD9C427}"/>
              </a:ext>
            </a:extLst>
          </p:cNvPr>
          <p:cNvCxnSpPr>
            <a:cxnSpLocks/>
          </p:cNvCxnSpPr>
          <p:nvPr/>
        </p:nvCxnSpPr>
        <p:spPr>
          <a:xfrm flipV="1">
            <a:off x="363636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B8FED9-E490-4656-AA46-5F306B4E7EDA}"/>
              </a:ext>
            </a:extLst>
          </p:cNvPr>
          <p:cNvSpPr txBox="1"/>
          <p:nvPr/>
        </p:nvSpPr>
        <p:spPr>
          <a:xfrm>
            <a:off x="724749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049413A-7F9C-4891-859C-3109CFDDDB2D}"/>
              </a:ext>
            </a:extLst>
          </p:cNvPr>
          <p:cNvCxnSpPr>
            <a:cxnSpLocks/>
          </p:cNvCxnSpPr>
          <p:nvPr/>
        </p:nvCxnSpPr>
        <p:spPr>
          <a:xfrm>
            <a:off x="671017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40D1736-A9A4-48AC-A169-27EEAC9104B0}"/>
              </a:ext>
            </a:extLst>
          </p:cNvPr>
          <p:cNvCxnSpPr>
            <a:cxnSpLocks/>
          </p:cNvCxnSpPr>
          <p:nvPr/>
        </p:nvCxnSpPr>
        <p:spPr>
          <a:xfrm flipV="1">
            <a:off x="715733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C62F060-8DA8-41DC-88CB-4AA95B84659B}"/>
              </a:ext>
            </a:extLst>
          </p:cNvPr>
          <p:cNvCxnSpPr>
            <a:cxnSpLocks/>
          </p:cNvCxnSpPr>
          <p:nvPr/>
        </p:nvCxnSpPr>
        <p:spPr>
          <a:xfrm flipV="1">
            <a:off x="810436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14AC37AE-4D89-4EFF-9CC1-C7DFCDB9CD8A}"/>
              </a:ext>
            </a:extLst>
          </p:cNvPr>
          <p:cNvSpPr/>
          <p:nvPr/>
        </p:nvSpPr>
        <p:spPr>
          <a:xfrm>
            <a:off x="797204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3C98667-89B4-470A-8101-072A25046F88}"/>
              </a:ext>
            </a:extLst>
          </p:cNvPr>
          <p:cNvSpPr txBox="1"/>
          <p:nvPr/>
        </p:nvSpPr>
        <p:spPr>
          <a:xfrm>
            <a:off x="7877114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4,4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EF499E0-7B2E-41D0-9D02-7056189F06EA}"/>
              </a:ext>
            </a:extLst>
          </p:cNvPr>
          <p:cNvCxnSpPr>
            <a:cxnSpLocks/>
          </p:cNvCxnSpPr>
          <p:nvPr/>
        </p:nvCxnSpPr>
        <p:spPr>
          <a:xfrm flipV="1">
            <a:off x="76308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9412B25-38CF-48C8-BF0F-BC2FB2365B5F}"/>
              </a:ext>
            </a:extLst>
          </p:cNvPr>
          <p:cNvCxnSpPr>
            <a:cxnSpLocks/>
          </p:cNvCxnSpPr>
          <p:nvPr/>
        </p:nvCxnSpPr>
        <p:spPr>
          <a:xfrm flipV="1">
            <a:off x="857788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F402A1-3E6A-45DF-AA6D-29D7690380F4}"/>
              </a:ext>
            </a:extLst>
          </p:cNvPr>
          <p:cNvCxnSpPr>
            <a:cxnSpLocks/>
          </p:cNvCxnSpPr>
          <p:nvPr/>
        </p:nvCxnSpPr>
        <p:spPr>
          <a:xfrm flipV="1">
            <a:off x="8814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DFCBBCC-FEED-437D-8A59-80307E7D57D4}"/>
              </a:ext>
            </a:extLst>
          </p:cNvPr>
          <p:cNvCxnSpPr>
            <a:cxnSpLocks/>
          </p:cNvCxnSpPr>
          <p:nvPr/>
        </p:nvCxnSpPr>
        <p:spPr>
          <a:xfrm flipV="1">
            <a:off x="928815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C1BC460-3837-440C-AD45-E5507CAE82A4}"/>
              </a:ext>
            </a:extLst>
          </p:cNvPr>
          <p:cNvSpPr txBox="1"/>
          <p:nvPr/>
        </p:nvSpPr>
        <p:spPr>
          <a:xfrm>
            <a:off x="8423201" y="46903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E6590F9-D5C5-4714-8452-86618B618CD3}"/>
              </a:ext>
            </a:extLst>
          </p:cNvPr>
          <p:cNvCxnSpPr>
            <a:cxnSpLocks/>
          </p:cNvCxnSpPr>
          <p:nvPr/>
        </p:nvCxnSpPr>
        <p:spPr>
          <a:xfrm flipV="1">
            <a:off x="905139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56531EE2-488C-4678-BBF8-89F0A39F35C3}"/>
              </a:ext>
            </a:extLst>
          </p:cNvPr>
          <p:cNvCxnSpPr>
            <a:cxnSpLocks/>
          </p:cNvCxnSpPr>
          <p:nvPr/>
        </p:nvCxnSpPr>
        <p:spPr>
          <a:xfrm flipV="1">
            <a:off x="952490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E95AD15-BBF0-4FAB-91CC-57109A3800B4}"/>
              </a:ext>
            </a:extLst>
          </p:cNvPr>
          <p:cNvCxnSpPr>
            <a:cxnSpLocks/>
          </p:cNvCxnSpPr>
          <p:nvPr/>
        </p:nvCxnSpPr>
        <p:spPr>
          <a:xfrm flipV="1">
            <a:off x="692058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B454C2DF-8251-4F3F-8222-6EDC62A728E6}"/>
              </a:ext>
            </a:extLst>
          </p:cNvPr>
          <p:cNvSpPr txBox="1"/>
          <p:nvPr/>
        </p:nvSpPr>
        <p:spPr>
          <a:xfrm>
            <a:off x="1637144" y="603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C9FF02C-85A7-4277-A982-A01A92E66B59}"/>
              </a:ext>
            </a:extLst>
          </p:cNvPr>
          <p:cNvCxnSpPr>
            <a:cxnSpLocks/>
          </p:cNvCxnSpPr>
          <p:nvPr/>
        </p:nvCxnSpPr>
        <p:spPr>
          <a:xfrm>
            <a:off x="152400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EEBE110-BB25-4EA3-8C53-6BF145C7FD41}"/>
              </a:ext>
            </a:extLst>
          </p:cNvPr>
          <p:cNvCxnSpPr>
            <a:cxnSpLocks/>
          </p:cNvCxnSpPr>
          <p:nvPr/>
        </p:nvCxnSpPr>
        <p:spPr>
          <a:xfrm flipV="1">
            <a:off x="599566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3A26922-31A2-45B9-B0A0-6113F59E96E5}"/>
              </a:ext>
            </a:extLst>
          </p:cNvPr>
          <p:cNvCxnSpPr>
            <a:cxnSpLocks/>
          </p:cNvCxnSpPr>
          <p:nvPr/>
        </p:nvCxnSpPr>
        <p:spPr>
          <a:xfrm flipV="1">
            <a:off x="1546594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F17AF4EA-F1CB-46A1-AB46-AE47ED94C73F}"/>
              </a:ext>
            </a:extLst>
          </p:cNvPr>
          <p:cNvSpPr/>
          <p:nvPr/>
        </p:nvSpPr>
        <p:spPr>
          <a:xfrm>
            <a:off x="949452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BF80840-9EC1-46E8-94B4-174DB09F82F3}"/>
              </a:ext>
            </a:extLst>
          </p:cNvPr>
          <p:cNvSpPr txBox="1"/>
          <p:nvPr/>
        </p:nvSpPr>
        <p:spPr>
          <a:xfrm>
            <a:off x="843092" y="565961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5,6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05AF103-36E3-4FC0-BC34-9584FE86355C}"/>
              </a:ext>
            </a:extLst>
          </p:cNvPr>
          <p:cNvCxnSpPr>
            <a:cxnSpLocks/>
          </p:cNvCxnSpPr>
          <p:nvPr/>
        </p:nvCxnSpPr>
        <p:spPr>
          <a:xfrm flipV="1">
            <a:off x="1073080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069D371-C119-40EA-A236-CB438C9746D1}"/>
              </a:ext>
            </a:extLst>
          </p:cNvPr>
          <p:cNvCxnSpPr>
            <a:cxnSpLocks/>
          </p:cNvCxnSpPr>
          <p:nvPr/>
        </p:nvCxnSpPr>
        <p:spPr>
          <a:xfrm flipV="1">
            <a:off x="2020108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0807A51-5105-4A9F-BF80-18750378C43A}"/>
              </a:ext>
            </a:extLst>
          </p:cNvPr>
          <p:cNvCxnSpPr>
            <a:cxnSpLocks/>
          </p:cNvCxnSpPr>
          <p:nvPr/>
        </p:nvCxnSpPr>
        <p:spPr>
          <a:xfrm flipV="1">
            <a:off x="225686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EDF43BF-FD3E-41AE-9601-DB6EF4FA34DC}"/>
              </a:ext>
            </a:extLst>
          </p:cNvPr>
          <p:cNvCxnSpPr>
            <a:cxnSpLocks/>
          </p:cNvCxnSpPr>
          <p:nvPr/>
        </p:nvCxnSpPr>
        <p:spPr>
          <a:xfrm flipV="1">
            <a:off x="273037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0C8A6652-8814-4C92-8191-3DB0BA475723}"/>
              </a:ext>
            </a:extLst>
          </p:cNvPr>
          <p:cNvSpPr txBox="1"/>
          <p:nvPr/>
        </p:nvSpPr>
        <p:spPr>
          <a:xfrm>
            <a:off x="2017334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7,8</a:t>
            </a: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AA1A9B7-5AC7-4277-AC17-C6EDA020EBF6}"/>
              </a:ext>
            </a:extLst>
          </p:cNvPr>
          <p:cNvCxnSpPr>
            <a:cxnSpLocks/>
          </p:cNvCxnSpPr>
          <p:nvPr/>
        </p:nvCxnSpPr>
        <p:spPr>
          <a:xfrm flipV="1">
            <a:off x="2493622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5FF2FC-4B49-498F-BA69-57A582855CCD}"/>
              </a:ext>
            </a:extLst>
          </p:cNvPr>
          <p:cNvCxnSpPr>
            <a:cxnSpLocks/>
          </p:cNvCxnSpPr>
          <p:nvPr/>
        </p:nvCxnSpPr>
        <p:spPr>
          <a:xfrm flipV="1">
            <a:off x="296713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D9CCEEC-F970-4376-92E0-F11C47E962C9}"/>
              </a:ext>
            </a:extLst>
          </p:cNvPr>
          <p:cNvCxnSpPr>
            <a:cxnSpLocks/>
          </p:cNvCxnSpPr>
          <p:nvPr/>
        </p:nvCxnSpPr>
        <p:spPr>
          <a:xfrm flipV="1">
            <a:off x="3628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CECE8C5-6698-46FA-B147-B8D4FEF5C2F9}"/>
              </a:ext>
            </a:extLst>
          </p:cNvPr>
          <p:cNvSpPr txBox="1"/>
          <p:nvPr/>
        </p:nvSpPr>
        <p:spPr>
          <a:xfrm>
            <a:off x="380098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0,1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343C57E-D9B1-4C2A-AA98-A40F9F8C88BA}"/>
              </a:ext>
            </a:extLst>
          </p:cNvPr>
          <p:cNvCxnSpPr>
            <a:cxnSpLocks/>
          </p:cNvCxnSpPr>
          <p:nvPr/>
        </p:nvCxnSpPr>
        <p:spPr>
          <a:xfrm>
            <a:off x="342595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F058812-7E4E-403F-A99A-67AA6EC7F5CD}"/>
              </a:ext>
            </a:extLst>
          </p:cNvPr>
          <p:cNvCxnSpPr>
            <a:cxnSpLocks/>
          </p:cNvCxnSpPr>
          <p:nvPr/>
        </p:nvCxnSpPr>
        <p:spPr>
          <a:xfrm flipV="1">
            <a:off x="423735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6502562-AE7D-4884-AB05-A9DD26C9488A}"/>
              </a:ext>
            </a:extLst>
          </p:cNvPr>
          <p:cNvCxnSpPr>
            <a:cxnSpLocks/>
          </p:cNvCxnSpPr>
          <p:nvPr/>
        </p:nvCxnSpPr>
        <p:spPr>
          <a:xfrm flipV="1">
            <a:off x="503868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1316DFB7-0DB3-4D1D-B483-74C69575EB74}"/>
              </a:ext>
            </a:extLst>
          </p:cNvPr>
          <p:cNvSpPr/>
          <p:nvPr/>
        </p:nvSpPr>
        <p:spPr>
          <a:xfrm>
            <a:off x="488594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D6FD0B8-894A-4B45-888C-B156988FB701}"/>
              </a:ext>
            </a:extLst>
          </p:cNvPr>
          <p:cNvSpPr txBox="1"/>
          <p:nvPr/>
        </p:nvSpPr>
        <p:spPr>
          <a:xfrm>
            <a:off x="4779584" y="565961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0,4</a:t>
            </a: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892B598-FEEA-47D6-AC88-C7D2E3882352}"/>
              </a:ext>
            </a:extLst>
          </p:cNvPr>
          <p:cNvCxnSpPr>
            <a:cxnSpLocks/>
          </p:cNvCxnSpPr>
          <p:nvPr/>
        </p:nvCxnSpPr>
        <p:spPr>
          <a:xfrm flipV="1">
            <a:off x="543934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9FC282B5-365E-4E3F-9322-B5B75F823676}"/>
              </a:ext>
            </a:extLst>
          </p:cNvPr>
          <p:cNvCxnSpPr>
            <a:cxnSpLocks/>
          </p:cNvCxnSpPr>
          <p:nvPr/>
        </p:nvCxnSpPr>
        <p:spPr>
          <a:xfrm flipV="1">
            <a:off x="563968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314C9C2C-8EBC-43ED-8C19-CFF01578FCD7}"/>
              </a:ext>
            </a:extLst>
          </p:cNvPr>
          <p:cNvCxnSpPr>
            <a:cxnSpLocks/>
          </p:cNvCxnSpPr>
          <p:nvPr/>
        </p:nvCxnSpPr>
        <p:spPr>
          <a:xfrm flipV="1">
            <a:off x="60403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E8F50B8-ED2B-422D-A71A-4A044858E2E4}"/>
              </a:ext>
            </a:extLst>
          </p:cNvPr>
          <p:cNvSpPr txBox="1"/>
          <p:nvPr/>
        </p:nvSpPr>
        <p:spPr>
          <a:xfrm>
            <a:off x="5405948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0,5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F922268-43D3-4980-A1B0-CF2E273CB5F8}"/>
              </a:ext>
            </a:extLst>
          </p:cNvPr>
          <p:cNvCxnSpPr>
            <a:cxnSpLocks/>
          </p:cNvCxnSpPr>
          <p:nvPr/>
        </p:nvCxnSpPr>
        <p:spPr>
          <a:xfrm flipV="1">
            <a:off x="58400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190C9E8-E131-4979-AEF8-607896B0A390}"/>
              </a:ext>
            </a:extLst>
          </p:cNvPr>
          <p:cNvCxnSpPr>
            <a:cxnSpLocks/>
          </p:cNvCxnSpPr>
          <p:nvPr/>
        </p:nvCxnSpPr>
        <p:spPr>
          <a:xfrm flipV="1">
            <a:off x="624068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48F152B-B15B-4FE1-B4C8-1D7C604F0F8F}"/>
              </a:ext>
            </a:extLst>
          </p:cNvPr>
          <p:cNvCxnSpPr>
            <a:cxnSpLocks/>
          </p:cNvCxnSpPr>
          <p:nvPr/>
        </p:nvCxnSpPr>
        <p:spPr>
          <a:xfrm flipV="1">
            <a:off x="363636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B94CF3B5-6895-47B1-B9BD-AC2C408B3031}"/>
              </a:ext>
            </a:extLst>
          </p:cNvPr>
          <p:cNvSpPr txBox="1"/>
          <p:nvPr/>
        </p:nvSpPr>
        <p:spPr>
          <a:xfrm>
            <a:off x="828789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5,3</a:t>
            </a:r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9146AD6-7D18-4A2A-ADBF-7F4C0AC7243C}"/>
              </a:ext>
            </a:extLst>
          </p:cNvPr>
          <p:cNvCxnSpPr>
            <a:cxnSpLocks/>
          </p:cNvCxnSpPr>
          <p:nvPr/>
        </p:nvCxnSpPr>
        <p:spPr>
          <a:xfrm>
            <a:off x="671017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DEC104E-E366-4D5A-AEE3-3E343293C4E7}"/>
              </a:ext>
            </a:extLst>
          </p:cNvPr>
          <p:cNvCxnSpPr>
            <a:cxnSpLocks/>
          </p:cNvCxnSpPr>
          <p:nvPr/>
        </p:nvCxnSpPr>
        <p:spPr>
          <a:xfrm flipV="1">
            <a:off x="71209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268AB4C-6D61-487D-8FAA-8F27845D00BC}"/>
              </a:ext>
            </a:extLst>
          </p:cNvPr>
          <p:cNvCxnSpPr>
            <a:cxnSpLocks/>
          </p:cNvCxnSpPr>
          <p:nvPr/>
        </p:nvCxnSpPr>
        <p:spPr>
          <a:xfrm flipV="1">
            <a:off x="792224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Arrow: Down 251">
            <a:extLst>
              <a:ext uri="{FF2B5EF4-FFF2-40B4-BE49-F238E27FC236}">
                <a16:creationId xmlns:a16="http://schemas.microsoft.com/office/drawing/2014/main" id="{0BEBA6D4-D8E7-4420-ACF5-57EB169F147F}"/>
              </a:ext>
            </a:extLst>
          </p:cNvPr>
          <p:cNvSpPr/>
          <p:nvPr/>
        </p:nvSpPr>
        <p:spPr>
          <a:xfrm>
            <a:off x="738530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3AA09C9-C529-485F-88BE-340482384A2E}"/>
              </a:ext>
            </a:extLst>
          </p:cNvPr>
          <p:cNvSpPr txBox="1"/>
          <p:nvPr/>
        </p:nvSpPr>
        <p:spPr>
          <a:xfrm>
            <a:off x="7220435" y="565961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3,55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5014F00-B4E4-4860-A6AF-9A29069246A8}"/>
              </a:ext>
            </a:extLst>
          </p:cNvPr>
          <p:cNvCxnSpPr>
            <a:cxnSpLocks/>
          </p:cNvCxnSpPr>
          <p:nvPr/>
        </p:nvCxnSpPr>
        <p:spPr>
          <a:xfrm flipV="1">
            <a:off x="752157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0B4BD0D-F4EB-43C9-87BC-1555FDECD825}"/>
              </a:ext>
            </a:extLst>
          </p:cNvPr>
          <p:cNvCxnSpPr>
            <a:cxnSpLocks/>
          </p:cNvCxnSpPr>
          <p:nvPr/>
        </p:nvCxnSpPr>
        <p:spPr>
          <a:xfrm flipV="1">
            <a:off x="832290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3EDB69F-8EF6-45B4-BA33-F20A45179964}"/>
              </a:ext>
            </a:extLst>
          </p:cNvPr>
          <p:cNvCxnSpPr>
            <a:cxnSpLocks/>
          </p:cNvCxnSpPr>
          <p:nvPr/>
        </p:nvCxnSpPr>
        <p:spPr>
          <a:xfrm flipV="1">
            <a:off x="872356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29C6BDFD-BEDD-431E-9EDE-7BCF3507297E}"/>
              </a:ext>
            </a:extLst>
          </p:cNvPr>
          <p:cNvCxnSpPr>
            <a:cxnSpLocks/>
          </p:cNvCxnSpPr>
          <p:nvPr/>
        </p:nvCxnSpPr>
        <p:spPr>
          <a:xfrm flipV="1">
            <a:off x="932456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F375FD1-3762-4677-BAA9-DCB86D724B8F}"/>
              </a:ext>
            </a:extLst>
          </p:cNvPr>
          <p:cNvSpPr txBox="1"/>
          <p:nvPr/>
        </p:nvSpPr>
        <p:spPr>
          <a:xfrm>
            <a:off x="8768641" y="603146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EE5C9A7-AC75-46CE-8EBD-1AE0217C8895}"/>
              </a:ext>
            </a:extLst>
          </p:cNvPr>
          <p:cNvCxnSpPr>
            <a:cxnSpLocks/>
          </p:cNvCxnSpPr>
          <p:nvPr/>
        </p:nvCxnSpPr>
        <p:spPr>
          <a:xfrm flipV="1">
            <a:off x="912423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022882A-EE74-459D-A31F-24DBDC0EA5E9}"/>
              </a:ext>
            </a:extLst>
          </p:cNvPr>
          <p:cNvCxnSpPr>
            <a:cxnSpLocks/>
          </p:cNvCxnSpPr>
          <p:nvPr/>
        </p:nvCxnSpPr>
        <p:spPr>
          <a:xfrm flipV="1">
            <a:off x="952490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4F054E-D665-4AC0-BA3C-441F57179760}"/>
              </a:ext>
            </a:extLst>
          </p:cNvPr>
          <p:cNvCxnSpPr>
            <a:cxnSpLocks/>
          </p:cNvCxnSpPr>
          <p:nvPr/>
        </p:nvCxnSpPr>
        <p:spPr>
          <a:xfrm flipV="1">
            <a:off x="692058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D1C2160-62D9-4183-9A96-C04855B2B207}"/>
              </a:ext>
            </a:extLst>
          </p:cNvPr>
          <p:cNvCxnSpPr>
            <a:cxnSpLocks/>
          </p:cNvCxnSpPr>
          <p:nvPr/>
        </p:nvCxnSpPr>
        <p:spPr>
          <a:xfrm flipV="1">
            <a:off x="41098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4F525E0-ACCC-4B72-BC99-1CC39E1BC126}"/>
              </a:ext>
            </a:extLst>
          </p:cNvPr>
          <p:cNvCxnSpPr>
            <a:cxnSpLocks/>
          </p:cNvCxnSpPr>
          <p:nvPr/>
        </p:nvCxnSpPr>
        <p:spPr>
          <a:xfrm flipV="1">
            <a:off x="458338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B17D4FC-220C-4FBF-B46E-449C131B1A69}"/>
              </a:ext>
            </a:extLst>
          </p:cNvPr>
          <p:cNvCxnSpPr>
            <a:cxnSpLocks/>
          </p:cNvCxnSpPr>
          <p:nvPr/>
        </p:nvCxnSpPr>
        <p:spPr>
          <a:xfrm flipV="1">
            <a:off x="5056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6660649-F885-4C4F-BAD4-4B9E13432909}"/>
              </a:ext>
            </a:extLst>
          </p:cNvPr>
          <p:cNvCxnSpPr>
            <a:cxnSpLocks/>
          </p:cNvCxnSpPr>
          <p:nvPr/>
        </p:nvCxnSpPr>
        <p:spPr>
          <a:xfrm flipV="1">
            <a:off x="726782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E72CB9A-E4DD-41D7-9B2F-4849FC89ECBC}"/>
              </a:ext>
            </a:extLst>
          </p:cNvPr>
          <p:cNvCxnSpPr>
            <a:cxnSpLocks/>
          </p:cNvCxnSpPr>
          <p:nvPr/>
        </p:nvCxnSpPr>
        <p:spPr>
          <a:xfrm flipV="1">
            <a:off x="761506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8C4220-3CB6-4EBC-AD3A-53F374474C9F}"/>
              </a:ext>
            </a:extLst>
          </p:cNvPr>
          <p:cNvCxnSpPr>
            <a:cxnSpLocks/>
          </p:cNvCxnSpPr>
          <p:nvPr/>
        </p:nvCxnSpPr>
        <p:spPr>
          <a:xfrm flipV="1">
            <a:off x="796230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9B157459-2E26-4639-9D04-070B7F3937B4}"/>
              </a:ext>
            </a:extLst>
          </p:cNvPr>
          <p:cNvCxnSpPr>
            <a:cxnSpLocks/>
          </p:cNvCxnSpPr>
          <p:nvPr/>
        </p:nvCxnSpPr>
        <p:spPr>
          <a:xfrm flipV="1">
            <a:off x="830954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1BEB3C1-6F06-4E2D-A1D3-F905EEE09C91}"/>
              </a:ext>
            </a:extLst>
          </p:cNvPr>
          <p:cNvCxnSpPr>
            <a:cxnSpLocks/>
          </p:cNvCxnSpPr>
          <p:nvPr/>
        </p:nvCxnSpPr>
        <p:spPr>
          <a:xfrm flipV="1">
            <a:off x="865679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2BD691A-76A3-4FDE-802B-F5F629A25F06}"/>
              </a:ext>
            </a:extLst>
          </p:cNvPr>
          <p:cNvCxnSpPr>
            <a:cxnSpLocks/>
          </p:cNvCxnSpPr>
          <p:nvPr/>
        </p:nvCxnSpPr>
        <p:spPr>
          <a:xfrm flipV="1">
            <a:off x="9004033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A803C3C-2764-4B4D-9D4B-944A9969BCC2}"/>
              </a:ext>
            </a:extLst>
          </p:cNvPr>
          <p:cNvCxnSpPr>
            <a:cxnSpLocks/>
          </p:cNvCxnSpPr>
          <p:nvPr/>
        </p:nvCxnSpPr>
        <p:spPr>
          <a:xfrm flipV="1">
            <a:off x="8483170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4E51F52-5C29-40BF-B748-604D290DAB48}"/>
              </a:ext>
            </a:extLst>
          </p:cNvPr>
          <p:cNvCxnSpPr>
            <a:cxnSpLocks/>
          </p:cNvCxnSpPr>
          <p:nvPr/>
        </p:nvCxnSpPr>
        <p:spPr>
          <a:xfrm flipV="1">
            <a:off x="796863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CE76CCE-74C8-4998-8C05-DEC2E7278C47}"/>
              </a:ext>
            </a:extLst>
          </p:cNvPr>
          <p:cNvCxnSpPr>
            <a:cxnSpLocks/>
          </p:cNvCxnSpPr>
          <p:nvPr/>
        </p:nvCxnSpPr>
        <p:spPr>
          <a:xfrm flipV="1">
            <a:off x="101389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8B4FCF4-A992-44DD-B044-D1C48E936227}"/>
              </a:ext>
            </a:extLst>
          </p:cNvPr>
          <p:cNvCxnSpPr>
            <a:cxnSpLocks/>
          </p:cNvCxnSpPr>
          <p:nvPr/>
        </p:nvCxnSpPr>
        <p:spPr>
          <a:xfrm flipV="1">
            <a:off x="123091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F6F28717-B98E-45D7-88D8-E51FA14B0028}"/>
              </a:ext>
            </a:extLst>
          </p:cNvPr>
          <p:cNvCxnSpPr>
            <a:cxnSpLocks/>
          </p:cNvCxnSpPr>
          <p:nvPr/>
        </p:nvCxnSpPr>
        <p:spPr>
          <a:xfrm flipV="1">
            <a:off x="166497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CACB87D8-EDF9-4CE3-A00C-3537B16D6397}"/>
              </a:ext>
            </a:extLst>
          </p:cNvPr>
          <p:cNvSpPr txBox="1"/>
          <p:nvPr/>
        </p:nvSpPr>
        <p:spPr>
          <a:xfrm>
            <a:off x="238898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53A0F2D-5B1D-48E5-9FDB-09CE97A4B316}"/>
              </a:ext>
            </a:extLst>
          </p:cNvPr>
          <p:cNvCxnSpPr>
            <a:cxnSpLocks/>
          </p:cNvCxnSpPr>
          <p:nvPr/>
        </p:nvCxnSpPr>
        <p:spPr>
          <a:xfrm flipV="1">
            <a:off x="400840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EC45C0A9-C6C9-45DB-A1B0-D3998C9773C0}"/>
              </a:ext>
            </a:extLst>
          </p:cNvPr>
          <p:cNvCxnSpPr>
            <a:cxnSpLocks/>
          </p:cNvCxnSpPr>
          <p:nvPr/>
        </p:nvCxnSpPr>
        <p:spPr>
          <a:xfrm flipV="1">
            <a:off x="419443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A468E70-B81D-4EE3-8F8C-4AD0A6D0A4FF}"/>
              </a:ext>
            </a:extLst>
          </p:cNvPr>
          <p:cNvCxnSpPr>
            <a:cxnSpLocks/>
          </p:cNvCxnSpPr>
          <p:nvPr/>
        </p:nvCxnSpPr>
        <p:spPr>
          <a:xfrm flipV="1">
            <a:off x="456647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F401E9E3-87FC-41D1-A3AC-48CA164B98B1}"/>
              </a:ext>
            </a:extLst>
          </p:cNvPr>
          <p:cNvCxnSpPr>
            <a:cxnSpLocks/>
          </p:cNvCxnSpPr>
          <p:nvPr/>
        </p:nvCxnSpPr>
        <p:spPr>
          <a:xfrm flipV="1">
            <a:off x="475249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67FCE5ED-3E2B-4A20-BB6E-DDA8C0483D42}"/>
              </a:ext>
            </a:extLst>
          </p:cNvPr>
          <p:cNvCxnSpPr>
            <a:cxnSpLocks/>
          </p:cNvCxnSpPr>
          <p:nvPr/>
        </p:nvCxnSpPr>
        <p:spPr>
          <a:xfrm flipV="1">
            <a:off x="512454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82342FB5-FBBA-494B-BBA9-70D198AFFB7A}"/>
              </a:ext>
            </a:extLst>
          </p:cNvPr>
          <p:cNvCxnSpPr>
            <a:cxnSpLocks/>
          </p:cNvCxnSpPr>
          <p:nvPr/>
        </p:nvCxnSpPr>
        <p:spPr>
          <a:xfrm flipV="1">
            <a:off x="531056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FD90C37-0C3D-47DA-AE80-4DADF173CD99}"/>
              </a:ext>
            </a:extLst>
          </p:cNvPr>
          <p:cNvCxnSpPr>
            <a:cxnSpLocks/>
          </p:cNvCxnSpPr>
          <p:nvPr/>
        </p:nvCxnSpPr>
        <p:spPr>
          <a:xfrm flipV="1">
            <a:off x="7394095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9502F8-DDEF-40D7-BA29-79F6838A17E6}"/>
              </a:ext>
            </a:extLst>
          </p:cNvPr>
          <p:cNvCxnSpPr>
            <a:cxnSpLocks/>
          </p:cNvCxnSpPr>
          <p:nvPr/>
        </p:nvCxnSpPr>
        <p:spPr>
          <a:xfrm flipV="1">
            <a:off x="78676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812474D-3BEE-42A7-BA13-20910A9A52A9}"/>
              </a:ext>
            </a:extLst>
          </p:cNvPr>
          <p:cNvCxnSpPr>
            <a:cxnSpLocks/>
          </p:cNvCxnSpPr>
          <p:nvPr/>
        </p:nvCxnSpPr>
        <p:spPr>
          <a:xfrm flipV="1">
            <a:off x="834112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D516441D-87FF-426F-82A2-6647CF92EBDF}"/>
              </a:ext>
            </a:extLst>
          </p:cNvPr>
          <p:cNvCxnSpPr>
            <a:cxnSpLocks/>
          </p:cNvCxnSpPr>
          <p:nvPr/>
        </p:nvCxnSpPr>
        <p:spPr>
          <a:xfrm flipV="1">
            <a:off x="836323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E3A2732-9D7F-42AF-ACD5-E3802005A43C}"/>
              </a:ext>
            </a:extLst>
          </p:cNvPr>
          <p:cNvCxnSpPr>
            <a:cxnSpLocks/>
          </p:cNvCxnSpPr>
          <p:nvPr/>
        </p:nvCxnSpPr>
        <p:spPr>
          <a:xfrm flipV="1">
            <a:off x="1309837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F9AF9BA7-0B4D-4536-90A2-4C0C6C2F5772}"/>
              </a:ext>
            </a:extLst>
          </p:cNvPr>
          <p:cNvCxnSpPr>
            <a:cxnSpLocks/>
          </p:cNvCxnSpPr>
          <p:nvPr/>
        </p:nvCxnSpPr>
        <p:spPr>
          <a:xfrm flipV="1">
            <a:off x="1783351" y="6314244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49FA82A-6EFB-4144-BAA2-1B3DCC09B184}"/>
              </a:ext>
            </a:extLst>
          </p:cNvPr>
          <p:cNvCxnSpPr>
            <a:cxnSpLocks/>
          </p:cNvCxnSpPr>
          <p:nvPr/>
        </p:nvCxnSpPr>
        <p:spPr>
          <a:xfrm flipV="1">
            <a:off x="483835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1F799E9-9EC8-40CB-A464-592BD4E28FB3}"/>
              </a:ext>
            </a:extLst>
          </p:cNvPr>
          <p:cNvCxnSpPr>
            <a:cxnSpLocks/>
          </p:cNvCxnSpPr>
          <p:nvPr/>
        </p:nvCxnSpPr>
        <p:spPr>
          <a:xfrm flipV="1">
            <a:off x="523901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7BDD512B-D0E3-4964-AE18-7510EDCA7D10}"/>
              </a:ext>
            </a:extLst>
          </p:cNvPr>
          <p:cNvCxnSpPr>
            <a:cxnSpLocks/>
          </p:cNvCxnSpPr>
          <p:nvPr/>
        </p:nvCxnSpPr>
        <p:spPr>
          <a:xfrm flipV="1">
            <a:off x="383669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9E3E970A-3EEA-47BC-807E-0B59012CCA9A}"/>
              </a:ext>
            </a:extLst>
          </p:cNvPr>
          <p:cNvCxnSpPr>
            <a:cxnSpLocks/>
          </p:cNvCxnSpPr>
          <p:nvPr/>
        </p:nvCxnSpPr>
        <p:spPr>
          <a:xfrm flipV="1">
            <a:off x="403702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715FB5AB-7705-4E99-A4B4-803094AE0926}"/>
              </a:ext>
            </a:extLst>
          </p:cNvPr>
          <p:cNvCxnSpPr>
            <a:cxnSpLocks/>
          </p:cNvCxnSpPr>
          <p:nvPr/>
        </p:nvCxnSpPr>
        <p:spPr>
          <a:xfrm flipV="1">
            <a:off x="443768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024768E-D974-4F6C-8ADB-CC1B11BE2541}"/>
              </a:ext>
            </a:extLst>
          </p:cNvPr>
          <p:cNvCxnSpPr>
            <a:cxnSpLocks/>
          </p:cNvCxnSpPr>
          <p:nvPr/>
        </p:nvCxnSpPr>
        <p:spPr>
          <a:xfrm flipV="1">
            <a:off x="463802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9D809D0-3CC2-42FB-A56A-DCF3AC1D2517}"/>
              </a:ext>
            </a:extLst>
          </p:cNvPr>
          <p:cNvCxnSpPr>
            <a:cxnSpLocks/>
          </p:cNvCxnSpPr>
          <p:nvPr/>
        </p:nvCxnSpPr>
        <p:spPr>
          <a:xfrm flipV="1">
            <a:off x="73212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3EB9E3A-3F7B-48F1-9B52-EAD0D8A80277}"/>
              </a:ext>
            </a:extLst>
          </p:cNvPr>
          <p:cNvCxnSpPr>
            <a:cxnSpLocks/>
          </p:cNvCxnSpPr>
          <p:nvPr/>
        </p:nvCxnSpPr>
        <p:spPr>
          <a:xfrm flipV="1">
            <a:off x="77219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158245A-68C8-4015-A9A1-791D48E088B6}"/>
              </a:ext>
            </a:extLst>
          </p:cNvPr>
          <p:cNvCxnSpPr>
            <a:cxnSpLocks/>
          </p:cNvCxnSpPr>
          <p:nvPr/>
        </p:nvCxnSpPr>
        <p:spPr>
          <a:xfrm flipV="1">
            <a:off x="812257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58A6A1D-8680-41C6-8724-FD1094E34437}"/>
              </a:ext>
            </a:extLst>
          </p:cNvPr>
          <p:cNvCxnSpPr>
            <a:cxnSpLocks/>
          </p:cNvCxnSpPr>
          <p:nvPr/>
        </p:nvCxnSpPr>
        <p:spPr>
          <a:xfrm flipV="1">
            <a:off x="8523237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4C231C4-01B4-441C-8B1A-20134730591B}"/>
              </a:ext>
            </a:extLst>
          </p:cNvPr>
          <p:cNvCxnSpPr>
            <a:cxnSpLocks/>
          </p:cNvCxnSpPr>
          <p:nvPr/>
        </p:nvCxnSpPr>
        <p:spPr>
          <a:xfrm flipV="1">
            <a:off x="892390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5108D-AE2B-94A5-6F4F-E450D998094C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71CCE-8FEC-EBE1-102C-3DFA5AAADB72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48AB7-F298-1C08-5363-D8AD5F720628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C06AF-7391-563D-0C1F-F6B7221C1DE6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7348-2C82-1AAD-BB3D-ECBCAF844519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0A908-EB22-C2CE-E9C2-E93BA3A63BFD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D2A3E-577D-0A73-94CA-B965EC8D6FC5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0A3BE4-9120-E057-6FA4-0FA5488ECAD5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354600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63882"/>
              </p:ext>
            </p:extLst>
          </p:nvPr>
        </p:nvGraphicFramePr>
        <p:xfrm>
          <a:off x="35168" y="198120"/>
          <a:ext cx="9803424" cy="3974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10,5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6,25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7BFFAA-04B5-DED3-BCB7-DE7670732C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221690"/>
            <a:ext cx="408033" cy="4080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8E6064-79B8-3BDF-3515-C9B2500D2D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232183"/>
            <a:ext cx="408033" cy="4080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79010AC-8331-ABF7-5B6C-3E42064435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9145" y="221690"/>
            <a:ext cx="408033" cy="4080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4FF6B5-28B7-1816-190C-17388DFAA7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1562810"/>
            <a:ext cx="408033" cy="4080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245002-D7CF-0B79-B015-4EA40C6BFF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1573303"/>
            <a:ext cx="408033" cy="4080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D1FFB5-3395-EB8A-82C5-08E0B1EB23E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1573303"/>
            <a:ext cx="408033" cy="4080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EF4559-4278-29E4-FC1D-187536242D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2883943"/>
            <a:ext cx="408033" cy="40803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A118D87-8347-FD37-3610-3954EC3D03BA}"/>
              </a:ext>
            </a:extLst>
          </p:cNvPr>
          <p:cNvSpPr/>
          <p:nvPr/>
        </p:nvSpPr>
        <p:spPr>
          <a:xfrm>
            <a:off x="4360917" y="5106033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1081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10,5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6,25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B7DB6C6-5D84-4057-BE3C-8746A924809B}"/>
              </a:ext>
            </a:extLst>
          </p:cNvPr>
          <p:cNvSpPr txBox="1"/>
          <p:nvPr/>
        </p:nvSpPr>
        <p:spPr>
          <a:xfrm>
            <a:off x="508459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619A45-E781-4CD7-9EC0-9238201AA3ED}"/>
              </a:ext>
            </a:extLst>
          </p:cNvPr>
          <p:cNvCxnSpPr>
            <a:cxnSpLocks/>
          </p:cNvCxnSpPr>
          <p:nvPr/>
        </p:nvCxnSpPr>
        <p:spPr>
          <a:xfrm>
            <a:off x="342595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0F09973-0494-4FD0-B6BF-F5BBC8EED7C1}"/>
              </a:ext>
            </a:extLst>
          </p:cNvPr>
          <p:cNvCxnSpPr>
            <a:cxnSpLocks/>
          </p:cNvCxnSpPr>
          <p:nvPr/>
        </p:nvCxnSpPr>
        <p:spPr>
          <a:xfrm flipV="1">
            <a:off x="387311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B505074-F3E4-4A6D-830B-41E70758C6CC}"/>
              </a:ext>
            </a:extLst>
          </p:cNvPr>
          <p:cNvCxnSpPr>
            <a:cxnSpLocks/>
          </p:cNvCxnSpPr>
          <p:nvPr/>
        </p:nvCxnSpPr>
        <p:spPr>
          <a:xfrm flipV="1">
            <a:off x="482014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442A047A-618E-4E74-8834-E1C7A56608AD}"/>
              </a:ext>
            </a:extLst>
          </p:cNvPr>
          <p:cNvSpPr/>
          <p:nvPr/>
        </p:nvSpPr>
        <p:spPr>
          <a:xfrm>
            <a:off x="374675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4DD4F5D-6052-43A2-8461-CB915277EA49}"/>
              </a:ext>
            </a:extLst>
          </p:cNvPr>
          <p:cNvSpPr txBox="1"/>
          <p:nvPr/>
        </p:nvSpPr>
        <p:spPr>
          <a:xfrm>
            <a:off x="3676868" y="2984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3533C5-28C8-49C6-A18E-E4C9D2604AA8}"/>
              </a:ext>
            </a:extLst>
          </p:cNvPr>
          <p:cNvCxnSpPr>
            <a:cxnSpLocks/>
          </p:cNvCxnSpPr>
          <p:nvPr/>
        </p:nvCxnSpPr>
        <p:spPr>
          <a:xfrm flipV="1">
            <a:off x="434663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74628F1-0E6F-4779-81E0-9A5B883497D5}"/>
              </a:ext>
            </a:extLst>
          </p:cNvPr>
          <p:cNvCxnSpPr>
            <a:cxnSpLocks/>
          </p:cNvCxnSpPr>
          <p:nvPr/>
        </p:nvCxnSpPr>
        <p:spPr>
          <a:xfrm flipV="1">
            <a:off x="5293660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FFE387F-815E-4883-8815-0E939266C15A}"/>
              </a:ext>
            </a:extLst>
          </p:cNvPr>
          <p:cNvCxnSpPr>
            <a:cxnSpLocks/>
          </p:cNvCxnSpPr>
          <p:nvPr/>
        </p:nvCxnSpPr>
        <p:spPr>
          <a:xfrm flipV="1">
            <a:off x="553041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1DE7E0B-1980-429D-A3AF-723ABC0232D9}"/>
              </a:ext>
            </a:extLst>
          </p:cNvPr>
          <p:cNvCxnSpPr>
            <a:cxnSpLocks/>
          </p:cNvCxnSpPr>
          <p:nvPr/>
        </p:nvCxnSpPr>
        <p:spPr>
          <a:xfrm flipV="1">
            <a:off x="600393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2DE8489-66F6-430B-9B07-4ACED8ED46CD}"/>
              </a:ext>
            </a:extLst>
          </p:cNvPr>
          <p:cNvSpPr txBox="1"/>
          <p:nvPr/>
        </p:nvSpPr>
        <p:spPr>
          <a:xfrm>
            <a:off x="578913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524A2CB-DB4B-4B3D-A909-BAFD20929241}"/>
              </a:ext>
            </a:extLst>
          </p:cNvPr>
          <p:cNvCxnSpPr>
            <a:cxnSpLocks/>
          </p:cNvCxnSpPr>
          <p:nvPr/>
        </p:nvCxnSpPr>
        <p:spPr>
          <a:xfrm flipV="1">
            <a:off x="576717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6ECD726-755E-4A3F-8565-4CD160F940BB}"/>
              </a:ext>
            </a:extLst>
          </p:cNvPr>
          <p:cNvCxnSpPr>
            <a:cxnSpLocks/>
          </p:cNvCxnSpPr>
          <p:nvPr/>
        </p:nvCxnSpPr>
        <p:spPr>
          <a:xfrm flipV="1">
            <a:off x="624068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5A7F866-7F3C-4F17-86FC-8B909EDBA948}"/>
              </a:ext>
            </a:extLst>
          </p:cNvPr>
          <p:cNvCxnSpPr>
            <a:cxnSpLocks/>
          </p:cNvCxnSpPr>
          <p:nvPr/>
        </p:nvCxnSpPr>
        <p:spPr>
          <a:xfrm flipV="1">
            <a:off x="363636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E1BA1AE-DAEB-47EE-A8B0-F4BB3666C13F}"/>
              </a:ext>
            </a:extLst>
          </p:cNvPr>
          <p:cNvSpPr txBox="1"/>
          <p:nvPr/>
        </p:nvSpPr>
        <p:spPr>
          <a:xfrm>
            <a:off x="740615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C24BD19-6E30-4F2B-9C23-DA3B12877939}"/>
              </a:ext>
            </a:extLst>
          </p:cNvPr>
          <p:cNvCxnSpPr>
            <a:cxnSpLocks/>
          </p:cNvCxnSpPr>
          <p:nvPr/>
        </p:nvCxnSpPr>
        <p:spPr>
          <a:xfrm>
            <a:off x="671017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A0B3B81-F4C1-43AF-90BB-BEAFB6111D15}"/>
              </a:ext>
            </a:extLst>
          </p:cNvPr>
          <p:cNvCxnSpPr>
            <a:cxnSpLocks/>
          </p:cNvCxnSpPr>
          <p:nvPr/>
        </p:nvCxnSpPr>
        <p:spPr>
          <a:xfrm flipV="1">
            <a:off x="709420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7B582D4-5AFB-479D-9E05-CE695B55C527}"/>
              </a:ext>
            </a:extLst>
          </p:cNvPr>
          <p:cNvCxnSpPr>
            <a:cxnSpLocks/>
          </p:cNvCxnSpPr>
          <p:nvPr/>
        </p:nvCxnSpPr>
        <p:spPr>
          <a:xfrm flipV="1">
            <a:off x="778868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E9594454-9A2D-471F-A569-41EF8811DE2D}"/>
              </a:ext>
            </a:extLst>
          </p:cNvPr>
          <p:cNvSpPr/>
          <p:nvPr/>
        </p:nvSpPr>
        <p:spPr>
          <a:xfrm>
            <a:off x="800252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1E9D29C-8A54-404B-B62B-A69DCDA4CD84}"/>
              </a:ext>
            </a:extLst>
          </p:cNvPr>
          <p:cNvSpPr txBox="1"/>
          <p:nvPr/>
        </p:nvSpPr>
        <p:spPr>
          <a:xfrm>
            <a:off x="7847814" y="29849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13,8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604B6EC-D4DB-47AC-AA56-65ECA69E3DF6}"/>
              </a:ext>
            </a:extLst>
          </p:cNvPr>
          <p:cNvCxnSpPr>
            <a:cxnSpLocks/>
          </p:cNvCxnSpPr>
          <p:nvPr/>
        </p:nvCxnSpPr>
        <p:spPr>
          <a:xfrm flipV="1">
            <a:off x="744144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C76A35D-73A5-4A09-A27C-992E960AFC5E}"/>
              </a:ext>
            </a:extLst>
          </p:cNvPr>
          <p:cNvCxnSpPr>
            <a:cxnSpLocks/>
          </p:cNvCxnSpPr>
          <p:nvPr/>
        </p:nvCxnSpPr>
        <p:spPr>
          <a:xfrm flipV="1">
            <a:off x="813592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4C3004F-1262-46BF-BB79-9797B5765B73}"/>
              </a:ext>
            </a:extLst>
          </p:cNvPr>
          <p:cNvCxnSpPr>
            <a:cxnSpLocks/>
          </p:cNvCxnSpPr>
          <p:nvPr/>
        </p:nvCxnSpPr>
        <p:spPr>
          <a:xfrm flipV="1">
            <a:off x="883041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E73DDF8-BF92-43FE-9CA5-01D661F6ABA0}"/>
              </a:ext>
            </a:extLst>
          </p:cNvPr>
          <p:cNvCxnSpPr>
            <a:cxnSpLocks/>
          </p:cNvCxnSpPr>
          <p:nvPr/>
        </p:nvCxnSpPr>
        <p:spPr>
          <a:xfrm flipV="1">
            <a:off x="93512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7C7A46B-0A16-4DA7-820E-889FD7EA9BB1}"/>
              </a:ext>
            </a:extLst>
          </p:cNvPr>
          <p:cNvSpPr txBox="1"/>
          <p:nvPr/>
        </p:nvSpPr>
        <p:spPr>
          <a:xfrm>
            <a:off x="879395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CD0546C-C582-4ACC-AE2C-5CDE4C49F28C}"/>
              </a:ext>
            </a:extLst>
          </p:cNvPr>
          <p:cNvCxnSpPr>
            <a:cxnSpLocks/>
          </p:cNvCxnSpPr>
          <p:nvPr/>
        </p:nvCxnSpPr>
        <p:spPr>
          <a:xfrm flipV="1">
            <a:off x="917765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B7BA70D-E9C1-4304-BB65-309C2F276EBE}"/>
              </a:ext>
            </a:extLst>
          </p:cNvPr>
          <p:cNvCxnSpPr>
            <a:cxnSpLocks/>
          </p:cNvCxnSpPr>
          <p:nvPr/>
        </p:nvCxnSpPr>
        <p:spPr>
          <a:xfrm flipV="1">
            <a:off x="9524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F1AD7F-7C3D-42D8-B0BD-7F75EEC127F0}"/>
              </a:ext>
            </a:extLst>
          </p:cNvPr>
          <p:cNvCxnSpPr>
            <a:cxnSpLocks/>
          </p:cNvCxnSpPr>
          <p:nvPr/>
        </p:nvCxnSpPr>
        <p:spPr>
          <a:xfrm flipV="1">
            <a:off x="692058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46DF001-429B-4EE0-8142-6291508B8905}"/>
              </a:ext>
            </a:extLst>
          </p:cNvPr>
          <p:cNvSpPr txBox="1"/>
          <p:nvPr/>
        </p:nvSpPr>
        <p:spPr>
          <a:xfrm>
            <a:off x="64654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A73ACB-92B6-418C-BC8C-6B41FBBD6D96}"/>
              </a:ext>
            </a:extLst>
          </p:cNvPr>
          <p:cNvCxnSpPr>
            <a:cxnSpLocks/>
          </p:cNvCxnSpPr>
          <p:nvPr/>
        </p:nvCxnSpPr>
        <p:spPr>
          <a:xfrm>
            <a:off x="152400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DAE74FA-50A4-45F5-9C67-EA255689647F}"/>
              </a:ext>
            </a:extLst>
          </p:cNvPr>
          <p:cNvCxnSpPr>
            <a:cxnSpLocks/>
          </p:cNvCxnSpPr>
          <p:nvPr/>
        </p:nvCxnSpPr>
        <p:spPr>
          <a:xfrm flipV="1">
            <a:off x="57983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97769CE-1D25-4FBE-944C-909C047F027F}"/>
              </a:ext>
            </a:extLst>
          </p:cNvPr>
          <p:cNvCxnSpPr>
            <a:cxnSpLocks/>
          </p:cNvCxnSpPr>
          <p:nvPr/>
        </p:nvCxnSpPr>
        <p:spPr>
          <a:xfrm flipV="1">
            <a:off x="188199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Arrow: Down 176">
            <a:extLst>
              <a:ext uri="{FF2B5EF4-FFF2-40B4-BE49-F238E27FC236}">
                <a16:creationId xmlns:a16="http://schemas.microsoft.com/office/drawing/2014/main" id="{D98F1BC9-8B94-4E75-A2D6-88A6BC39A226}"/>
              </a:ext>
            </a:extLst>
          </p:cNvPr>
          <p:cNvSpPr/>
          <p:nvPr/>
        </p:nvSpPr>
        <p:spPr>
          <a:xfrm>
            <a:off x="443992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0B60503-D7EA-42E4-A378-A15D72E8C58A}"/>
              </a:ext>
            </a:extLst>
          </p:cNvPr>
          <p:cNvSpPr txBox="1"/>
          <p:nvPr/>
        </p:nvSpPr>
        <p:spPr>
          <a:xfrm>
            <a:off x="279123" y="43184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1,75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F974DC-7BCE-4CF5-8988-92E7FC24C50E}"/>
              </a:ext>
            </a:extLst>
          </p:cNvPr>
          <p:cNvCxnSpPr>
            <a:cxnSpLocks/>
          </p:cNvCxnSpPr>
          <p:nvPr/>
        </p:nvCxnSpPr>
        <p:spPr>
          <a:xfrm flipV="1">
            <a:off x="144794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8A095F8-9427-41F1-835A-4677842A8CEF}"/>
              </a:ext>
            </a:extLst>
          </p:cNvPr>
          <p:cNvCxnSpPr>
            <a:cxnSpLocks/>
          </p:cNvCxnSpPr>
          <p:nvPr/>
        </p:nvCxnSpPr>
        <p:spPr>
          <a:xfrm flipV="1">
            <a:off x="209902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99EBAC8-67EF-4270-A7D7-96AFA18D3D87}"/>
              </a:ext>
            </a:extLst>
          </p:cNvPr>
          <p:cNvCxnSpPr>
            <a:cxnSpLocks/>
          </p:cNvCxnSpPr>
          <p:nvPr/>
        </p:nvCxnSpPr>
        <p:spPr>
          <a:xfrm flipV="1">
            <a:off x="23160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A88CCD6-4A9E-4042-87A1-2AD7BC624DF4}"/>
              </a:ext>
            </a:extLst>
          </p:cNvPr>
          <p:cNvCxnSpPr>
            <a:cxnSpLocks/>
          </p:cNvCxnSpPr>
          <p:nvPr/>
        </p:nvCxnSpPr>
        <p:spPr>
          <a:xfrm flipV="1">
            <a:off x="275010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F777D2F-355E-4C40-BB4F-277C6E8C7640}"/>
              </a:ext>
            </a:extLst>
          </p:cNvPr>
          <p:cNvCxnSpPr>
            <a:cxnSpLocks/>
          </p:cNvCxnSpPr>
          <p:nvPr/>
        </p:nvCxnSpPr>
        <p:spPr>
          <a:xfrm flipV="1">
            <a:off x="2533079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0390D6-BE23-4296-B14A-1C0683875604}"/>
              </a:ext>
            </a:extLst>
          </p:cNvPr>
          <p:cNvCxnSpPr>
            <a:cxnSpLocks/>
          </p:cNvCxnSpPr>
          <p:nvPr/>
        </p:nvCxnSpPr>
        <p:spPr>
          <a:xfrm flipV="1">
            <a:off x="296713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C658FD9-896F-4641-8B48-78F6D57952F3}"/>
              </a:ext>
            </a:extLst>
          </p:cNvPr>
          <p:cNvCxnSpPr>
            <a:cxnSpLocks/>
          </p:cNvCxnSpPr>
          <p:nvPr/>
        </p:nvCxnSpPr>
        <p:spPr>
          <a:xfrm flipV="1">
            <a:off x="3628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22E9554E-9C43-482E-9B93-19F7E986FF3E}"/>
              </a:ext>
            </a:extLst>
          </p:cNvPr>
          <p:cNvSpPr txBox="1"/>
          <p:nvPr/>
        </p:nvSpPr>
        <p:spPr>
          <a:xfrm>
            <a:off x="592034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33DC356-C05D-4307-817A-8EBB8EA5921F}"/>
              </a:ext>
            </a:extLst>
          </p:cNvPr>
          <p:cNvCxnSpPr>
            <a:cxnSpLocks/>
          </p:cNvCxnSpPr>
          <p:nvPr/>
        </p:nvCxnSpPr>
        <p:spPr>
          <a:xfrm>
            <a:off x="342595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CDF7840-364E-467C-A47B-A90647A5EF68}"/>
              </a:ext>
            </a:extLst>
          </p:cNvPr>
          <p:cNvCxnSpPr>
            <a:cxnSpLocks/>
          </p:cNvCxnSpPr>
          <p:nvPr/>
        </p:nvCxnSpPr>
        <p:spPr>
          <a:xfrm flipV="1">
            <a:off x="3822384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F9998EF-079F-47FB-A6AB-148095F2BAB6}"/>
              </a:ext>
            </a:extLst>
          </p:cNvPr>
          <p:cNvCxnSpPr>
            <a:cxnSpLocks/>
          </p:cNvCxnSpPr>
          <p:nvPr/>
        </p:nvCxnSpPr>
        <p:spPr>
          <a:xfrm flipV="1">
            <a:off x="493852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Arrow: Down 191">
            <a:extLst>
              <a:ext uri="{FF2B5EF4-FFF2-40B4-BE49-F238E27FC236}">
                <a16:creationId xmlns:a16="http://schemas.microsoft.com/office/drawing/2014/main" id="{BACBBAA8-6C7D-474A-86DC-4F59E5423463}"/>
              </a:ext>
            </a:extLst>
          </p:cNvPr>
          <p:cNvSpPr/>
          <p:nvPr/>
        </p:nvSpPr>
        <p:spPr>
          <a:xfrm>
            <a:off x="498500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CF56D52-7959-4839-B4B0-50335CEF7A1E}"/>
              </a:ext>
            </a:extLst>
          </p:cNvPr>
          <p:cNvSpPr txBox="1"/>
          <p:nvPr/>
        </p:nvSpPr>
        <p:spPr>
          <a:xfrm>
            <a:off x="4878645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6,5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42907F5-84D6-4802-8DCB-AB3D2A613DAE}"/>
              </a:ext>
            </a:extLst>
          </p:cNvPr>
          <p:cNvCxnSpPr>
            <a:cxnSpLocks/>
          </p:cNvCxnSpPr>
          <p:nvPr/>
        </p:nvCxnSpPr>
        <p:spPr>
          <a:xfrm flipV="1">
            <a:off x="438045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6905093-2244-4CA5-88C8-A7A652D0336A}"/>
              </a:ext>
            </a:extLst>
          </p:cNvPr>
          <p:cNvCxnSpPr>
            <a:cxnSpLocks/>
          </p:cNvCxnSpPr>
          <p:nvPr/>
        </p:nvCxnSpPr>
        <p:spPr>
          <a:xfrm flipV="1">
            <a:off x="549659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5775623-8444-4D2A-9C93-A5F492363910}"/>
              </a:ext>
            </a:extLst>
          </p:cNvPr>
          <p:cNvCxnSpPr>
            <a:cxnSpLocks/>
          </p:cNvCxnSpPr>
          <p:nvPr/>
        </p:nvCxnSpPr>
        <p:spPr>
          <a:xfrm flipV="1">
            <a:off x="568261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914DA4-D397-4499-84F2-C7D24DB540B3}"/>
              </a:ext>
            </a:extLst>
          </p:cNvPr>
          <p:cNvCxnSpPr>
            <a:cxnSpLocks/>
          </p:cNvCxnSpPr>
          <p:nvPr/>
        </p:nvCxnSpPr>
        <p:spPr>
          <a:xfrm flipV="1">
            <a:off x="605466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AC73772B-955D-4577-9B4A-CF828C9160BF}"/>
              </a:ext>
            </a:extLst>
          </p:cNvPr>
          <p:cNvSpPr txBox="1"/>
          <p:nvPr/>
        </p:nvSpPr>
        <p:spPr>
          <a:xfrm>
            <a:off x="3592388" y="469034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5,8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371D6DB-F72A-4B22-A612-E0931F8CD19A}"/>
              </a:ext>
            </a:extLst>
          </p:cNvPr>
          <p:cNvCxnSpPr>
            <a:cxnSpLocks/>
          </p:cNvCxnSpPr>
          <p:nvPr/>
        </p:nvCxnSpPr>
        <p:spPr>
          <a:xfrm flipV="1">
            <a:off x="5868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16939DE-6675-463B-96A9-025A9FE771AD}"/>
              </a:ext>
            </a:extLst>
          </p:cNvPr>
          <p:cNvCxnSpPr>
            <a:cxnSpLocks/>
          </p:cNvCxnSpPr>
          <p:nvPr/>
        </p:nvCxnSpPr>
        <p:spPr>
          <a:xfrm flipV="1">
            <a:off x="624068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2EC8C62-3905-4C3F-9A6D-920E7FD9C427}"/>
              </a:ext>
            </a:extLst>
          </p:cNvPr>
          <p:cNvCxnSpPr>
            <a:cxnSpLocks/>
          </p:cNvCxnSpPr>
          <p:nvPr/>
        </p:nvCxnSpPr>
        <p:spPr>
          <a:xfrm flipV="1">
            <a:off x="363636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B8FED9-E490-4656-AA46-5F306B4E7EDA}"/>
              </a:ext>
            </a:extLst>
          </p:cNvPr>
          <p:cNvSpPr txBox="1"/>
          <p:nvPr/>
        </p:nvSpPr>
        <p:spPr>
          <a:xfrm>
            <a:off x="724749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049413A-7F9C-4891-859C-3109CFDDDB2D}"/>
              </a:ext>
            </a:extLst>
          </p:cNvPr>
          <p:cNvCxnSpPr>
            <a:cxnSpLocks/>
          </p:cNvCxnSpPr>
          <p:nvPr/>
        </p:nvCxnSpPr>
        <p:spPr>
          <a:xfrm>
            <a:off x="671017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40D1736-A9A4-48AC-A169-27EEAC9104B0}"/>
              </a:ext>
            </a:extLst>
          </p:cNvPr>
          <p:cNvCxnSpPr>
            <a:cxnSpLocks/>
          </p:cNvCxnSpPr>
          <p:nvPr/>
        </p:nvCxnSpPr>
        <p:spPr>
          <a:xfrm flipV="1">
            <a:off x="715733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C62F060-8DA8-41DC-88CB-4AA95B84659B}"/>
              </a:ext>
            </a:extLst>
          </p:cNvPr>
          <p:cNvCxnSpPr>
            <a:cxnSpLocks/>
          </p:cNvCxnSpPr>
          <p:nvPr/>
        </p:nvCxnSpPr>
        <p:spPr>
          <a:xfrm flipV="1">
            <a:off x="810436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14AC37AE-4D89-4EFF-9CC1-C7DFCDB9CD8A}"/>
              </a:ext>
            </a:extLst>
          </p:cNvPr>
          <p:cNvSpPr/>
          <p:nvPr/>
        </p:nvSpPr>
        <p:spPr>
          <a:xfrm>
            <a:off x="797204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3C98667-89B4-470A-8101-072A25046F88}"/>
              </a:ext>
            </a:extLst>
          </p:cNvPr>
          <p:cNvSpPr txBox="1"/>
          <p:nvPr/>
        </p:nvSpPr>
        <p:spPr>
          <a:xfrm>
            <a:off x="7877114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4,4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EF499E0-7B2E-41D0-9D02-7056189F06EA}"/>
              </a:ext>
            </a:extLst>
          </p:cNvPr>
          <p:cNvCxnSpPr>
            <a:cxnSpLocks/>
          </p:cNvCxnSpPr>
          <p:nvPr/>
        </p:nvCxnSpPr>
        <p:spPr>
          <a:xfrm flipV="1">
            <a:off x="76308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9412B25-38CF-48C8-BF0F-BC2FB2365B5F}"/>
              </a:ext>
            </a:extLst>
          </p:cNvPr>
          <p:cNvCxnSpPr>
            <a:cxnSpLocks/>
          </p:cNvCxnSpPr>
          <p:nvPr/>
        </p:nvCxnSpPr>
        <p:spPr>
          <a:xfrm flipV="1">
            <a:off x="857788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F402A1-3E6A-45DF-AA6D-29D7690380F4}"/>
              </a:ext>
            </a:extLst>
          </p:cNvPr>
          <p:cNvCxnSpPr>
            <a:cxnSpLocks/>
          </p:cNvCxnSpPr>
          <p:nvPr/>
        </p:nvCxnSpPr>
        <p:spPr>
          <a:xfrm flipV="1">
            <a:off x="8814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DFCBBCC-FEED-437D-8A59-80307E7D57D4}"/>
              </a:ext>
            </a:extLst>
          </p:cNvPr>
          <p:cNvCxnSpPr>
            <a:cxnSpLocks/>
          </p:cNvCxnSpPr>
          <p:nvPr/>
        </p:nvCxnSpPr>
        <p:spPr>
          <a:xfrm flipV="1">
            <a:off x="928815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C1BC460-3837-440C-AD45-E5507CAE82A4}"/>
              </a:ext>
            </a:extLst>
          </p:cNvPr>
          <p:cNvSpPr txBox="1"/>
          <p:nvPr/>
        </p:nvSpPr>
        <p:spPr>
          <a:xfrm>
            <a:off x="8423201" y="46903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E6590F9-D5C5-4714-8452-86618B618CD3}"/>
              </a:ext>
            </a:extLst>
          </p:cNvPr>
          <p:cNvCxnSpPr>
            <a:cxnSpLocks/>
          </p:cNvCxnSpPr>
          <p:nvPr/>
        </p:nvCxnSpPr>
        <p:spPr>
          <a:xfrm flipV="1">
            <a:off x="905139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56531EE2-488C-4678-BBF8-89F0A39F35C3}"/>
              </a:ext>
            </a:extLst>
          </p:cNvPr>
          <p:cNvCxnSpPr>
            <a:cxnSpLocks/>
          </p:cNvCxnSpPr>
          <p:nvPr/>
        </p:nvCxnSpPr>
        <p:spPr>
          <a:xfrm flipV="1">
            <a:off x="952490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E95AD15-BBF0-4FAB-91CC-57109A3800B4}"/>
              </a:ext>
            </a:extLst>
          </p:cNvPr>
          <p:cNvCxnSpPr>
            <a:cxnSpLocks/>
          </p:cNvCxnSpPr>
          <p:nvPr/>
        </p:nvCxnSpPr>
        <p:spPr>
          <a:xfrm flipV="1">
            <a:off x="692058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B454C2DF-8251-4F3F-8222-6EDC62A728E6}"/>
              </a:ext>
            </a:extLst>
          </p:cNvPr>
          <p:cNvSpPr txBox="1"/>
          <p:nvPr/>
        </p:nvSpPr>
        <p:spPr>
          <a:xfrm>
            <a:off x="1637144" y="603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C9FF02C-85A7-4277-A982-A01A92E66B59}"/>
              </a:ext>
            </a:extLst>
          </p:cNvPr>
          <p:cNvCxnSpPr>
            <a:cxnSpLocks/>
          </p:cNvCxnSpPr>
          <p:nvPr/>
        </p:nvCxnSpPr>
        <p:spPr>
          <a:xfrm>
            <a:off x="152400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EEBE110-BB25-4EA3-8C53-6BF145C7FD41}"/>
              </a:ext>
            </a:extLst>
          </p:cNvPr>
          <p:cNvCxnSpPr>
            <a:cxnSpLocks/>
          </p:cNvCxnSpPr>
          <p:nvPr/>
        </p:nvCxnSpPr>
        <p:spPr>
          <a:xfrm flipV="1">
            <a:off x="599566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3A26922-31A2-45B9-B0A0-6113F59E96E5}"/>
              </a:ext>
            </a:extLst>
          </p:cNvPr>
          <p:cNvCxnSpPr>
            <a:cxnSpLocks/>
          </p:cNvCxnSpPr>
          <p:nvPr/>
        </p:nvCxnSpPr>
        <p:spPr>
          <a:xfrm flipV="1">
            <a:off x="1546594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F17AF4EA-F1CB-46A1-AB46-AE47ED94C73F}"/>
              </a:ext>
            </a:extLst>
          </p:cNvPr>
          <p:cNvSpPr/>
          <p:nvPr/>
        </p:nvSpPr>
        <p:spPr>
          <a:xfrm>
            <a:off x="949452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BF80840-9EC1-46E8-94B4-174DB09F82F3}"/>
              </a:ext>
            </a:extLst>
          </p:cNvPr>
          <p:cNvSpPr txBox="1"/>
          <p:nvPr/>
        </p:nvSpPr>
        <p:spPr>
          <a:xfrm>
            <a:off x="843092" y="565961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5,6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05AF103-36E3-4FC0-BC34-9584FE86355C}"/>
              </a:ext>
            </a:extLst>
          </p:cNvPr>
          <p:cNvCxnSpPr>
            <a:cxnSpLocks/>
          </p:cNvCxnSpPr>
          <p:nvPr/>
        </p:nvCxnSpPr>
        <p:spPr>
          <a:xfrm flipV="1">
            <a:off x="1073080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069D371-C119-40EA-A236-CB438C9746D1}"/>
              </a:ext>
            </a:extLst>
          </p:cNvPr>
          <p:cNvCxnSpPr>
            <a:cxnSpLocks/>
          </p:cNvCxnSpPr>
          <p:nvPr/>
        </p:nvCxnSpPr>
        <p:spPr>
          <a:xfrm flipV="1">
            <a:off x="2020108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0807A51-5105-4A9F-BF80-18750378C43A}"/>
              </a:ext>
            </a:extLst>
          </p:cNvPr>
          <p:cNvCxnSpPr>
            <a:cxnSpLocks/>
          </p:cNvCxnSpPr>
          <p:nvPr/>
        </p:nvCxnSpPr>
        <p:spPr>
          <a:xfrm flipV="1">
            <a:off x="225686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EDF43BF-FD3E-41AE-9601-DB6EF4FA34DC}"/>
              </a:ext>
            </a:extLst>
          </p:cNvPr>
          <p:cNvCxnSpPr>
            <a:cxnSpLocks/>
          </p:cNvCxnSpPr>
          <p:nvPr/>
        </p:nvCxnSpPr>
        <p:spPr>
          <a:xfrm flipV="1">
            <a:off x="273037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0C8A6652-8814-4C92-8191-3DB0BA475723}"/>
              </a:ext>
            </a:extLst>
          </p:cNvPr>
          <p:cNvSpPr txBox="1"/>
          <p:nvPr/>
        </p:nvSpPr>
        <p:spPr>
          <a:xfrm>
            <a:off x="2017334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7,8</a:t>
            </a: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AA1A9B7-5AC7-4277-AC17-C6EDA020EBF6}"/>
              </a:ext>
            </a:extLst>
          </p:cNvPr>
          <p:cNvCxnSpPr>
            <a:cxnSpLocks/>
          </p:cNvCxnSpPr>
          <p:nvPr/>
        </p:nvCxnSpPr>
        <p:spPr>
          <a:xfrm flipV="1">
            <a:off x="2493622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5FF2FC-4B49-498F-BA69-57A582855CCD}"/>
              </a:ext>
            </a:extLst>
          </p:cNvPr>
          <p:cNvCxnSpPr>
            <a:cxnSpLocks/>
          </p:cNvCxnSpPr>
          <p:nvPr/>
        </p:nvCxnSpPr>
        <p:spPr>
          <a:xfrm flipV="1">
            <a:off x="296713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D9CCEEC-F970-4376-92E0-F11C47E962C9}"/>
              </a:ext>
            </a:extLst>
          </p:cNvPr>
          <p:cNvCxnSpPr>
            <a:cxnSpLocks/>
          </p:cNvCxnSpPr>
          <p:nvPr/>
        </p:nvCxnSpPr>
        <p:spPr>
          <a:xfrm flipV="1">
            <a:off x="3628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CECE8C5-6698-46FA-B147-B8D4FEF5C2F9}"/>
              </a:ext>
            </a:extLst>
          </p:cNvPr>
          <p:cNvSpPr txBox="1"/>
          <p:nvPr/>
        </p:nvSpPr>
        <p:spPr>
          <a:xfrm>
            <a:off x="380098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0,1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343C57E-D9B1-4C2A-AA98-A40F9F8C88BA}"/>
              </a:ext>
            </a:extLst>
          </p:cNvPr>
          <p:cNvCxnSpPr>
            <a:cxnSpLocks/>
          </p:cNvCxnSpPr>
          <p:nvPr/>
        </p:nvCxnSpPr>
        <p:spPr>
          <a:xfrm>
            <a:off x="342595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F058812-7E4E-403F-A99A-67AA6EC7F5CD}"/>
              </a:ext>
            </a:extLst>
          </p:cNvPr>
          <p:cNvCxnSpPr>
            <a:cxnSpLocks/>
          </p:cNvCxnSpPr>
          <p:nvPr/>
        </p:nvCxnSpPr>
        <p:spPr>
          <a:xfrm flipV="1">
            <a:off x="423735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6502562-AE7D-4884-AB05-A9DD26C9488A}"/>
              </a:ext>
            </a:extLst>
          </p:cNvPr>
          <p:cNvCxnSpPr>
            <a:cxnSpLocks/>
          </p:cNvCxnSpPr>
          <p:nvPr/>
        </p:nvCxnSpPr>
        <p:spPr>
          <a:xfrm flipV="1">
            <a:off x="503868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1316DFB7-0DB3-4D1D-B483-74C69575EB74}"/>
              </a:ext>
            </a:extLst>
          </p:cNvPr>
          <p:cNvSpPr/>
          <p:nvPr/>
        </p:nvSpPr>
        <p:spPr>
          <a:xfrm>
            <a:off x="488594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D6FD0B8-894A-4B45-888C-B156988FB701}"/>
              </a:ext>
            </a:extLst>
          </p:cNvPr>
          <p:cNvSpPr txBox="1"/>
          <p:nvPr/>
        </p:nvSpPr>
        <p:spPr>
          <a:xfrm>
            <a:off x="4779584" y="565961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0,4</a:t>
            </a: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892B598-FEEA-47D6-AC88-C7D2E3882352}"/>
              </a:ext>
            </a:extLst>
          </p:cNvPr>
          <p:cNvCxnSpPr>
            <a:cxnSpLocks/>
          </p:cNvCxnSpPr>
          <p:nvPr/>
        </p:nvCxnSpPr>
        <p:spPr>
          <a:xfrm flipV="1">
            <a:off x="543934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9FC282B5-365E-4E3F-9322-B5B75F823676}"/>
              </a:ext>
            </a:extLst>
          </p:cNvPr>
          <p:cNvCxnSpPr>
            <a:cxnSpLocks/>
          </p:cNvCxnSpPr>
          <p:nvPr/>
        </p:nvCxnSpPr>
        <p:spPr>
          <a:xfrm flipV="1">
            <a:off x="563968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314C9C2C-8EBC-43ED-8C19-CFF01578FCD7}"/>
              </a:ext>
            </a:extLst>
          </p:cNvPr>
          <p:cNvCxnSpPr>
            <a:cxnSpLocks/>
          </p:cNvCxnSpPr>
          <p:nvPr/>
        </p:nvCxnSpPr>
        <p:spPr>
          <a:xfrm flipV="1">
            <a:off x="60403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E8F50B8-ED2B-422D-A71A-4A044858E2E4}"/>
              </a:ext>
            </a:extLst>
          </p:cNvPr>
          <p:cNvSpPr txBox="1"/>
          <p:nvPr/>
        </p:nvSpPr>
        <p:spPr>
          <a:xfrm>
            <a:off x="5405948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0,5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F922268-43D3-4980-A1B0-CF2E273CB5F8}"/>
              </a:ext>
            </a:extLst>
          </p:cNvPr>
          <p:cNvCxnSpPr>
            <a:cxnSpLocks/>
          </p:cNvCxnSpPr>
          <p:nvPr/>
        </p:nvCxnSpPr>
        <p:spPr>
          <a:xfrm flipV="1">
            <a:off x="58400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190C9E8-E131-4979-AEF8-607896B0A390}"/>
              </a:ext>
            </a:extLst>
          </p:cNvPr>
          <p:cNvCxnSpPr>
            <a:cxnSpLocks/>
          </p:cNvCxnSpPr>
          <p:nvPr/>
        </p:nvCxnSpPr>
        <p:spPr>
          <a:xfrm flipV="1">
            <a:off x="624068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48F152B-B15B-4FE1-B4C8-1D7C604F0F8F}"/>
              </a:ext>
            </a:extLst>
          </p:cNvPr>
          <p:cNvCxnSpPr>
            <a:cxnSpLocks/>
          </p:cNvCxnSpPr>
          <p:nvPr/>
        </p:nvCxnSpPr>
        <p:spPr>
          <a:xfrm flipV="1">
            <a:off x="363636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B94CF3B5-6895-47B1-B9BD-AC2C408B3031}"/>
              </a:ext>
            </a:extLst>
          </p:cNvPr>
          <p:cNvSpPr txBox="1"/>
          <p:nvPr/>
        </p:nvSpPr>
        <p:spPr>
          <a:xfrm>
            <a:off x="828789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5,3</a:t>
            </a:r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9146AD6-7D18-4A2A-ADBF-7F4C0AC7243C}"/>
              </a:ext>
            </a:extLst>
          </p:cNvPr>
          <p:cNvCxnSpPr>
            <a:cxnSpLocks/>
          </p:cNvCxnSpPr>
          <p:nvPr/>
        </p:nvCxnSpPr>
        <p:spPr>
          <a:xfrm>
            <a:off x="671017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DEC104E-E366-4D5A-AEE3-3E343293C4E7}"/>
              </a:ext>
            </a:extLst>
          </p:cNvPr>
          <p:cNvCxnSpPr>
            <a:cxnSpLocks/>
          </p:cNvCxnSpPr>
          <p:nvPr/>
        </p:nvCxnSpPr>
        <p:spPr>
          <a:xfrm flipV="1">
            <a:off x="71209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268AB4C-6D61-487D-8FAA-8F27845D00BC}"/>
              </a:ext>
            </a:extLst>
          </p:cNvPr>
          <p:cNvCxnSpPr>
            <a:cxnSpLocks/>
          </p:cNvCxnSpPr>
          <p:nvPr/>
        </p:nvCxnSpPr>
        <p:spPr>
          <a:xfrm flipV="1">
            <a:off x="792224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Arrow: Down 251">
            <a:extLst>
              <a:ext uri="{FF2B5EF4-FFF2-40B4-BE49-F238E27FC236}">
                <a16:creationId xmlns:a16="http://schemas.microsoft.com/office/drawing/2014/main" id="{0BEBA6D4-D8E7-4420-ACF5-57EB169F147F}"/>
              </a:ext>
            </a:extLst>
          </p:cNvPr>
          <p:cNvSpPr/>
          <p:nvPr/>
        </p:nvSpPr>
        <p:spPr>
          <a:xfrm>
            <a:off x="738530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3AA09C9-C529-485F-88BE-340482384A2E}"/>
              </a:ext>
            </a:extLst>
          </p:cNvPr>
          <p:cNvSpPr txBox="1"/>
          <p:nvPr/>
        </p:nvSpPr>
        <p:spPr>
          <a:xfrm>
            <a:off x="7220435" y="565961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3,55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5014F00-B4E4-4860-A6AF-9A29069246A8}"/>
              </a:ext>
            </a:extLst>
          </p:cNvPr>
          <p:cNvCxnSpPr>
            <a:cxnSpLocks/>
          </p:cNvCxnSpPr>
          <p:nvPr/>
        </p:nvCxnSpPr>
        <p:spPr>
          <a:xfrm flipV="1">
            <a:off x="752157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0B4BD0D-F4EB-43C9-87BC-1555FDECD825}"/>
              </a:ext>
            </a:extLst>
          </p:cNvPr>
          <p:cNvCxnSpPr>
            <a:cxnSpLocks/>
          </p:cNvCxnSpPr>
          <p:nvPr/>
        </p:nvCxnSpPr>
        <p:spPr>
          <a:xfrm flipV="1">
            <a:off x="832290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3EDB69F-8EF6-45B4-BA33-F20A45179964}"/>
              </a:ext>
            </a:extLst>
          </p:cNvPr>
          <p:cNvCxnSpPr>
            <a:cxnSpLocks/>
          </p:cNvCxnSpPr>
          <p:nvPr/>
        </p:nvCxnSpPr>
        <p:spPr>
          <a:xfrm flipV="1">
            <a:off x="872356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29C6BDFD-BEDD-431E-9EDE-7BCF3507297E}"/>
              </a:ext>
            </a:extLst>
          </p:cNvPr>
          <p:cNvCxnSpPr>
            <a:cxnSpLocks/>
          </p:cNvCxnSpPr>
          <p:nvPr/>
        </p:nvCxnSpPr>
        <p:spPr>
          <a:xfrm flipV="1">
            <a:off x="932456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F375FD1-3762-4677-BAA9-DCB86D724B8F}"/>
              </a:ext>
            </a:extLst>
          </p:cNvPr>
          <p:cNvSpPr txBox="1"/>
          <p:nvPr/>
        </p:nvSpPr>
        <p:spPr>
          <a:xfrm>
            <a:off x="8768641" y="603146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EE5C9A7-AC75-46CE-8EBD-1AE0217C8895}"/>
              </a:ext>
            </a:extLst>
          </p:cNvPr>
          <p:cNvCxnSpPr>
            <a:cxnSpLocks/>
          </p:cNvCxnSpPr>
          <p:nvPr/>
        </p:nvCxnSpPr>
        <p:spPr>
          <a:xfrm flipV="1">
            <a:off x="912423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022882A-EE74-459D-A31F-24DBDC0EA5E9}"/>
              </a:ext>
            </a:extLst>
          </p:cNvPr>
          <p:cNvCxnSpPr>
            <a:cxnSpLocks/>
          </p:cNvCxnSpPr>
          <p:nvPr/>
        </p:nvCxnSpPr>
        <p:spPr>
          <a:xfrm flipV="1">
            <a:off x="952490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4F054E-D665-4AC0-BA3C-441F57179760}"/>
              </a:ext>
            </a:extLst>
          </p:cNvPr>
          <p:cNvCxnSpPr>
            <a:cxnSpLocks/>
          </p:cNvCxnSpPr>
          <p:nvPr/>
        </p:nvCxnSpPr>
        <p:spPr>
          <a:xfrm flipV="1">
            <a:off x="692058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D1C2160-62D9-4183-9A96-C04855B2B207}"/>
              </a:ext>
            </a:extLst>
          </p:cNvPr>
          <p:cNvCxnSpPr>
            <a:cxnSpLocks/>
          </p:cNvCxnSpPr>
          <p:nvPr/>
        </p:nvCxnSpPr>
        <p:spPr>
          <a:xfrm flipV="1">
            <a:off x="41098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4F525E0-ACCC-4B72-BC99-1CC39E1BC126}"/>
              </a:ext>
            </a:extLst>
          </p:cNvPr>
          <p:cNvCxnSpPr>
            <a:cxnSpLocks/>
          </p:cNvCxnSpPr>
          <p:nvPr/>
        </p:nvCxnSpPr>
        <p:spPr>
          <a:xfrm flipV="1">
            <a:off x="458338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B17D4FC-220C-4FBF-B46E-449C131B1A69}"/>
              </a:ext>
            </a:extLst>
          </p:cNvPr>
          <p:cNvCxnSpPr>
            <a:cxnSpLocks/>
          </p:cNvCxnSpPr>
          <p:nvPr/>
        </p:nvCxnSpPr>
        <p:spPr>
          <a:xfrm flipV="1">
            <a:off x="5056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6660649-F885-4C4F-BAD4-4B9E13432909}"/>
              </a:ext>
            </a:extLst>
          </p:cNvPr>
          <p:cNvCxnSpPr>
            <a:cxnSpLocks/>
          </p:cNvCxnSpPr>
          <p:nvPr/>
        </p:nvCxnSpPr>
        <p:spPr>
          <a:xfrm flipV="1">
            <a:off x="726782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E72CB9A-E4DD-41D7-9B2F-4849FC89ECBC}"/>
              </a:ext>
            </a:extLst>
          </p:cNvPr>
          <p:cNvCxnSpPr>
            <a:cxnSpLocks/>
          </p:cNvCxnSpPr>
          <p:nvPr/>
        </p:nvCxnSpPr>
        <p:spPr>
          <a:xfrm flipV="1">
            <a:off x="761506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8C4220-3CB6-4EBC-AD3A-53F374474C9F}"/>
              </a:ext>
            </a:extLst>
          </p:cNvPr>
          <p:cNvCxnSpPr>
            <a:cxnSpLocks/>
          </p:cNvCxnSpPr>
          <p:nvPr/>
        </p:nvCxnSpPr>
        <p:spPr>
          <a:xfrm flipV="1">
            <a:off x="796230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9B157459-2E26-4639-9D04-070B7F3937B4}"/>
              </a:ext>
            </a:extLst>
          </p:cNvPr>
          <p:cNvCxnSpPr>
            <a:cxnSpLocks/>
          </p:cNvCxnSpPr>
          <p:nvPr/>
        </p:nvCxnSpPr>
        <p:spPr>
          <a:xfrm flipV="1">
            <a:off x="830954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1BEB3C1-6F06-4E2D-A1D3-F905EEE09C91}"/>
              </a:ext>
            </a:extLst>
          </p:cNvPr>
          <p:cNvCxnSpPr>
            <a:cxnSpLocks/>
          </p:cNvCxnSpPr>
          <p:nvPr/>
        </p:nvCxnSpPr>
        <p:spPr>
          <a:xfrm flipV="1">
            <a:off x="865679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2BD691A-76A3-4FDE-802B-F5F629A25F06}"/>
              </a:ext>
            </a:extLst>
          </p:cNvPr>
          <p:cNvCxnSpPr>
            <a:cxnSpLocks/>
          </p:cNvCxnSpPr>
          <p:nvPr/>
        </p:nvCxnSpPr>
        <p:spPr>
          <a:xfrm flipV="1">
            <a:off x="9004033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A803C3C-2764-4B4D-9D4B-944A9969BCC2}"/>
              </a:ext>
            </a:extLst>
          </p:cNvPr>
          <p:cNvCxnSpPr>
            <a:cxnSpLocks/>
          </p:cNvCxnSpPr>
          <p:nvPr/>
        </p:nvCxnSpPr>
        <p:spPr>
          <a:xfrm flipV="1">
            <a:off x="8483170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4E51F52-5C29-40BF-B748-604D290DAB48}"/>
              </a:ext>
            </a:extLst>
          </p:cNvPr>
          <p:cNvCxnSpPr>
            <a:cxnSpLocks/>
          </p:cNvCxnSpPr>
          <p:nvPr/>
        </p:nvCxnSpPr>
        <p:spPr>
          <a:xfrm flipV="1">
            <a:off x="796863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CE76CCE-74C8-4998-8C05-DEC2E7278C47}"/>
              </a:ext>
            </a:extLst>
          </p:cNvPr>
          <p:cNvCxnSpPr>
            <a:cxnSpLocks/>
          </p:cNvCxnSpPr>
          <p:nvPr/>
        </p:nvCxnSpPr>
        <p:spPr>
          <a:xfrm flipV="1">
            <a:off x="101389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8B4FCF4-A992-44DD-B044-D1C48E936227}"/>
              </a:ext>
            </a:extLst>
          </p:cNvPr>
          <p:cNvCxnSpPr>
            <a:cxnSpLocks/>
          </p:cNvCxnSpPr>
          <p:nvPr/>
        </p:nvCxnSpPr>
        <p:spPr>
          <a:xfrm flipV="1">
            <a:off x="123091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F6F28717-B98E-45D7-88D8-E51FA14B0028}"/>
              </a:ext>
            </a:extLst>
          </p:cNvPr>
          <p:cNvCxnSpPr>
            <a:cxnSpLocks/>
          </p:cNvCxnSpPr>
          <p:nvPr/>
        </p:nvCxnSpPr>
        <p:spPr>
          <a:xfrm flipV="1">
            <a:off x="166497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CACB87D8-EDF9-4CE3-A00C-3537B16D6397}"/>
              </a:ext>
            </a:extLst>
          </p:cNvPr>
          <p:cNvSpPr txBox="1"/>
          <p:nvPr/>
        </p:nvSpPr>
        <p:spPr>
          <a:xfrm>
            <a:off x="238898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53A0F2D-5B1D-48E5-9FDB-09CE97A4B316}"/>
              </a:ext>
            </a:extLst>
          </p:cNvPr>
          <p:cNvCxnSpPr>
            <a:cxnSpLocks/>
          </p:cNvCxnSpPr>
          <p:nvPr/>
        </p:nvCxnSpPr>
        <p:spPr>
          <a:xfrm flipV="1">
            <a:off x="400840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EC45C0A9-C6C9-45DB-A1B0-D3998C9773C0}"/>
              </a:ext>
            </a:extLst>
          </p:cNvPr>
          <p:cNvCxnSpPr>
            <a:cxnSpLocks/>
          </p:cNvCxnSpPr>
          <p:nvPr/>
        </p:nvCxnSpPr>
        <p:spPr>
          <a:xfrm flipV="1">
            <a:off x="419443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A468E70-B81D-4EE3-8F8C-4AD0A6D0A4FF}"/>
              </a:ext>
            </a:extLst>
          </p:cNvPr>
          <p:cNvCxnSpPr>
            <a:cxnSpLocks/>
          </p:cNvCxnSpPr>
          <p:nvPr/>
        </p:nvCxnSpPr>
        <p:spPr>
          <a:xfrm flipV="1">
            <a:off x="456647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F401E9E3-87FC-41D1-A3AC-48CA164B98B1}"/>
              </a:ext>
            </a:extLst>
          </p:cNvPr>
          <p:cNvCxnSpPr>
            <a:cxnSpLocks/>
          </p:cNvCxnSpPr>
          <p:nvPr/>
        </p:nvCxnSpPr>
        <p:spPr>
          <a:xfrm flipV="1">
            <a:off x="475249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67FCE5ED-3E2B-4A20-BB6E-DDA8C0483D42}"/>
              </a:ext>
            </a:extLst>
          </p:cNvPr>
          <p:cNvCxnSpPr>
            <a:cxnSpLocks/>
          </p:cNvCxnSpPr>
          <p:nvPr/>
        </p:nvCxnSpPr>
        <p:spPr>
          <a:xfrm flipV="1">
            <a:off x="512454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82342FB5-FBBA-494B-BBA9-70D198AFFB7A}"/>
              </a:ext>
            </a:extLst>
          </p:cNvPr>
          <p:cNvCxnSpPr>
            <a:cxnSpLocks/>
          </p:cNvCxnSpPr>
          <p:nvPr/>
        </p:nvCxnSpPr>
        <p:spPr>
          <a:xfrm flipV="1">
            <a:off x="531056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FD90C37-0C3D-47DA-AE80-4DADF173CD99}"/>
              </a:ext>
            </a:extLst>
          </p:cNvPr>
          <p:cNvCxnSpPr>
            <a:cxnSpLocks/>
          </p:cNvCxnSpPr>
          <p:nvPr/>
        </p:nvCxnSpPr>
        <p:spPr>
          <a:xfrm flipV="1">
            <a:off x="7394095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9502F8-DDEF-40D7-BA29-79F6838A17E6}"/>
              </a:ext>
            </a:extLst>
          </p:cNvPr>
          <p:cNvCxnSpPr>
            <a:cxnSpLocks/>
          </p:cNvCxnSpPr>
          <p:nvPr/>
        </p:nvCxnSpPr>
        <p:spPr>
          <a:xfrm flipV="1">
            <a:off x="78676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812474D-3BEE-42A7-BA13-20910A9A52A9}"/>
              </a:ext>
            </a:extLst>
          </p:cNvPr>
          <p:cNvCxnSpPr>
            <a:cxnSpLocks/>
          </p:cNvCxnSpPr>
          <p:nvPr/>
        </p:nvCxnSpPr>
        <p:spPr>
          <a:xfrm flipV="1">
            <a:off x="834112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D516441D-87FF-426F-82A2-6647CF92EBDF}"/>
              </a:ext>
            </a:extLst>
          </p:cNvPr>
          <p:cNvCxnSpPr>
            <a:cxnSpLocks/>
          </p:cNvCxnSpPr>
          <p:nvPr/>
        </p:nvCxnSpPr>
        <p:spPr>
          <a:xfrm flipV="1">
            <a:off x="836323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E3A2732-9D7F-42AF-ACD5-E3802005A43C}"/>
              </a:ext>
            </a:extLst>
          </p:cNvPr>
          <p:cNvCxnSpPr>
            <a:cxnSpLocks/>
          </p:cNvCxnSpPr>
          <p:nvPr/>
        </p:nvCxnSpPr>
        <p:spPr>
          <a:xfrm flipV="1">
            <a:off x="1309837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F9AF9BA7-0B4D-4536-90A2-4C0C6C2F5772}"/>
              </a:ext>
            </a:extLst>
          </p:cNvPr>
          <p:cNvCxnSpPr>
            <a:cxnSpLocks/>
          </p:cNvCxnSpPr>
          <p:nvPr/>
        </p:nvCxnSpPr>
        <p:spPr>
          <a:xfrm flipV="1">
            <a:off x="1783351" y="6314244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49FA82A-6EFB-4144-BAA2-1B3DCC09B184}"/>
              </a:ext>
            </a:extLst>
          </p:cNvPr>
          <p:cNvCxnSpPr>
            <a:cxnSpLocks/>
          </p:cNvCxnSpPr>
          <p:nvPr/>
        </p:nvCxnSpPr>
        <p:spPr>
          <a:xfrm flipV="1">
            <a:off x="483835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1F799E9-9EC8-40CB-A464-592BD4E28FB3}"/>
              </a:ext>
            </a:extLst>
          </p:cNvPr>
          <p:cNvCxnSpPr>
            <a:cxnSpLocks/>
          </p:cNvCxnSpPr>
          <p:nvPr/>
        </p:nvCxnSpPr>
        <p:spPr>
          <a:xfrm flipV="1">
            <a:off x="523901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7BDD512B-D0E3-4964-AE18-7510EDCA7D10}"/>
              </a:ext>
            </a:extLst>
          </p:cNvPr>
          <p:cNvCxnSpPr>
            <a:cxnSpLocks/>
          </p:cNvCxnSpPr>
          <p:nvPr/>
        </p:nvCxnSpPr>
        <p:spPr>
          <a:xfrm flipV="1">
            <a:off x="383669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9E3E970A-3EEA-47BC-807E-0B59012CCA9A}"/>
              </a:ext>
            </a:extLst>
          </p:cNvPr>
          <p:cNvCxnSpPr>
            <a:cxnSpLocks/>
          </p:cNvCxnSpPr>
          <p:nvPr/>
        </p:nvCxnSpPr>
        <p:spPr>
          <a:xfrm flipV="1">
            <a:off x="403702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715FB5AB-7705-4E99-A4B4-803094AE0926}"/>
              </a:ext>
            </a:extLst>
          </p:cNvPr>
          <p:cNvCxnSpPr>
            <a:cxnSpLocks/>
          </p:cNvCxnSpPr>
          <p:nvPr/>
        </p:nvCxnSpPr>
        <p:spPr>
          <a:xfrm flipV="1">
            <a:off x="443768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024768E-D974-4F6C-8ADB-CC1B11BE2541}"/>
              </a:ext>
            </a:extLst>
          </p:cNvPr>
          <p:cNvCxnSpPr>
            <a:cxnSpLocks/>
          </p:cNvCxnSpPr>
          <p:nvPr/>
        </p:nvCxnSpPr>
        <p:spPr>
          <a:xfrm flipV="1">
            <a:off x="463802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9D809D0-3CC2-42FB-A56A-DCF3AC1D2517}"/>
              </a:ext>
            </a:extLst>
          </p:cNvPr>
          <p:cNvCxnSpPr>
            <a:cxnSpLocks/>
          </p:cNvCxnSpPr>
          <p:nvPr/>
        </p:nvCxnSpPr>
        <p:spPr>
          <a:xfrm flipV="1">
            <a:off x="73212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3EB9E3A-3F7B-48F1-9B52-EAD0D8A80277}"/>
              </a:ext>
            </a:extLst>
          </p:cNvPr>
          <p:cNvCxnSpPr>
            <a:cxnSpLocks/>
          </p:cNvCxnSpPr>
          <p:nvPr/>
        </p:nvCxnSpPr>
        <p:spPr>
          <a:xfrm flipV="1">
            <a:off x="77219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158245A-68C8-4015-A9A1-791D48E088B6}"/>
              </a:ext>
            </a:extLst>
          </p:cNvPr>
          <p:cNvCxnSpPr>
            <a:cxnSpLocks/>
          </p:cNvCxnSpPr>
          <p:nvPr/>
        </p:nvCxnSpPr>
        <p:spPr>
          <a:xfrm flipV="1">
            <a:off x="812257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58A6A1D-8680-41C6-8724-FD1094E34437}"/>
              </a:ext>
            </a:extLst>
          </p:cNvPr>
          <p:cNvCxnSpPr>
            <a:cxnSpLocks/>
          </p:cNvCxnSpPr>
          <p:nvPr/>
        </p:nvCxnSpPr>
        <p:spPr>
          <a:xfrm flipV="1">
            <a:off x="8523237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4C231C4-01B4-441C-8B1A-20134730591B}"/>
              </a:ext>
            </a:extLst>
          </p:cNvPr>
          <p:cNvCxnSpPr>
            <a:cxnSpLocks/>
          </p:cNvCxnSpPr>
          <p:nvPr/>
        </p:nvCxnSpPr>
        <p:spPr>
          <a:xfrm flipV="1">
            <a:off x="892390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5108D-AE2B-94A5-6F4F-E450D998094C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71CCE-8FEC-EBE1-102C-3DFA5AAADB72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48AB7-F298-1C08-5363-D8AD5F720628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C06AF-7391-563D-0C1F-F6B7221C1DE6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7348-2C82-1AAD-BB3D-ECBCAF844519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0A908-EB22-C2CE-E9C2-E93BA3A63BFD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D2A3E-577D-0A73-94CA-B965EC8D6FC5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0A3BE4-9120-E057-6FA4-0FA5488ECAD5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1F9F16-862A-C925-0B3F-F9E13D945C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221690"/>
            <a:ext cx="408033" cy="4080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649D91D-1EAE-2C59-D23B-6EE10D4665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232183"/>
            <a:ext cx="408033" cy="4080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13EFB30-A2D6-4728-9706-5BB8B8FEC0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9145" y="221690"/>
            <a:ext cx="408033" cy="4080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AD09449-1817-EA03-E294-0FD5E5D972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1562810"/>
            <a:ext cx="408033" cy="4080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620A303-40EE-EA6C-EECC-E7A516166B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1573303"/>
            <a:ext cx="408033" cy="4080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1C61AD-3CA7-E48C-B490-17A6EA031A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1573303"/>
            <a:ext cx="408033" cy="4080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F8C9E26-61C8-BA98-5C8E-591431E0C1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2883943"/>
            <a:ext cx="408033" cy="4080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228180-818C-12C7-7FE6-EE07898987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2883943"/>
            <a:ext cx="408033" cy="40803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495FE58-23B6-5F49-0AE5-8CC26C2287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405" y="2881070"/>
            <a:ext cx="408033" cy="4080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3A6A120-9B4C-1E9F-DC33-0217698931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4199330"/>
            <a:ext cx="408033" cy="40803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DF7E797-7F52-9237-3162-C6E590AF29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405" y="4199330"/>
            <a:ext cx="408033" cy="4080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807E68B-18A5-9A36-AA52-D764ACF2E4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4209823"/>
            <a:ext cx="408033" cy="408033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CFC09E25-CB74-10A9-62B7-285CF08B50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5520463"/>
            <a:ext cx="408033" cy="408033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A0511A38-7500-C270-6574-748B433A0C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38500" y="5520463"/>
            <a:ext cx="408033" cy="408033"/>
          </a:xfrm>
          <a:prstGeom prst="rect">
            <a:avLst/>
          </a:prstGeom>
        </p:spPr>
      </p:pic>
      <p:pic>
        <p:nvPicPr>
          <p:cNvPr id="247" name="Picture 246">
            <a:extLst>
              <a:ext uri="{FF2B5EF4-FFF2-40B4-BE49-F238E27FC236}">
                <a16:creationId xmlns:a16="http://schemas.microsoft.com/office/drawing/2014/main" id="{6A76D4AE-1040-8FD1-838B-9532A32B4D3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1525" y="5509970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87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10,5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6,25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B7DB6C6-5D84-4057-BE3C-8746A924809B}"/>
              </a:ext>
            </a:extLst>
          </p:cNvPr>
          <p:cNvSpPr txBox="1"/>
          <p:nvPr/>
        </p:nvSpPr>
        <p:spPr>
          <a:xfrm>
            <a:off x="508459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619A45-E781-4CD7-9EC0-9238201AA3ED}"/>
              </a:ext>
            </a:extLst>
          </p:cNvPr>
          <p:cNvCxnSpPr>
            <a:cxnSpLocks/>
          </p:cNvCxnSpPr>
          <p:nvPr/>
        </p:nvCxnSpPr>
        <p:spPr>
          <a:xfrm>
            <a:off x="342595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0F09973-0494-4FD0-B6BF-F5BBC8EED7C1}"/>
              </a:ext>
            </a:extLst>
          </p:cNvPr>
          <p:cNvCxnSpPr>
            <a:cxnSpLocks/>
          </p:cNvCxnSpPr>
          <p:nvPr/>
        </p:nvCxnSpPr>
        <p:spPr>
          <a:xfrm flipV="1">
            <a:off x="387311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B505074-F3E4-4A6D-830B-41E70758C6CC}"/>
              </a:ext>
            </a:extLst>
          </p:cNvPr>
          <p:cNvCxnSpPr>
            <a:cxnSpLocks/>
          </p:cNvCxnSpPr>
          <p:nvPr/>
        </p:nvCxnSpPr>
        <p:spPr>
          <a:xfrm flipV="1">
            <a:off x="482014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442A047A-618E-4E74-8834-E1C7A56608AD}"/>
              </a:ext>
            </a:extLst>
          </p:cNvPr>
          <p:cNvSpPr/>
          <p:nvPr/>
        </p:nvSpPr>
        <p:spPr>
          <a:xfrm>
            <a:off x="374675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4DD4F5D-6052-43A2-8461-CB915277EA49}"/>
              </a:ext>
            </a:extLst>
          </p:cNvPr>
          <p:cNvSpPr txBox="1"/>
          <p:nvPr/>
        </p:nvSpPr>
        <p:spPr>
          <a:xfrm>
            <a:off x="3676868" y="2984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3533C5-28C8-49C6-A18E-E4C9D2604AA8}"/>
              </a:ext>
            </a:extLst>
          </p:cNvPr>
          <p:cNvCxnSpPr>
            <a:cxnSpLocks/>
          </p:cNvCxnSpPr>
          <p:nvPr/>
        </p:nvCxnSpPr>
        <p:spPr>
          <a:xfrm flipV="1">
            <a:off x="434663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74628F1-0E6F-4779-81E0-9A5B883497D5}"/>
              </a:ext>
            </a:extLst>
          </p:cNvPr>
          <p:cNvCxnSpPr>
            <a:cxnSpLocks/>
          </p:cNvCxnSpPr>
          <p:nvPr/>
        </p:nvCxnSpPr>
        <p:spPr>
          <a:xfrm flipV="1">
            <a:off x="5293660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FFE387F-815E-4883-8815-0E939266C15A}"/>
              </a:ext>
            </a:extLst>
          </p:cNvPr>
          <p:cNvCxnSpPr>
            <a:cxnSpLocks/>
          </p:cNvCxnSpPr>
          <p:nvPr/>
        </p:nvCxnSpPr>
        <p:spPr>
          <a:xfrm flipV="1">
            <a:off x="553041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1DE7E0B-1980-429D-A3AF-723ABC0232D9}"/>
              </a:ext>
            </a:extLst>
          </p:cNvPr>
          <p:cNvCxnSpPr>
            <a:cxnSpLocks/>
          </p:cNvCxnSpPr>
          <p:nvPr/>
        </p:nvCxnSpPr>
        <p:spPr>
          <a:xfrm flipV="1">
            <a:off x="600393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2DE8489-66F6-430B-9B07-4ACED8ED46CD}"/>
              </a:ext>
            </a:extLst>
          </p:cNvPr>
          <p:cNvSpPr txBox="1"/>
          <p:nvPr/>
        </p:nvSpPr>
        <p:spPr>
          <a:xfrm>
            <a:off x="578913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524A2CB-DB4B-4B3D-A909-BAFD20929241}"/>
              </a:ext>
            </a:extLst>
          </p:cNvPr>
          <p:cNvCxnSpPr>
            <a:cxnSpLocks/>
          </p:cNvCxnSpPr>
          <p:nvPr/>
        </p:nvCxnSpPr>
        <p:spPr>
          <a:xfrm flipV="1">
            <a:off x="576717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6ECD726-755E-4A3F-8565-4CD160F940BB}"/>
              </a:ext>
            </a:extLst>
          </p:cNvPr>
          <p:cNvCxnSpPr>
            <a:cxnSpLocks/>
          </p:cNvCxnSpPr>
          <p:nvPr/>
        </p:nvCxnSpPr>
        <p:spPr>
          <a:xfrm flipV="1">
            <a:off x="624068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5A7F866-7F3C-4F17-86FC-8B909EDBA948}"/>
              </a:ext>
            </a:extLst>
          </p:cNvPr>
          <p:cNvCxnSpPr>
            <a:cxnSpLocks/>
          </p:cNvCxnSpPr>
          <p:nvPr/>
        </p:nvCxnSpPr>
        <p:spPr>
          <a:xfrm flipV="1">
            <a:off x="363636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E1BA1AE-DAEB-47EE-A8B0-F4BB3666C13F}"/>
              </a:ext>
            </a:extLst>
          </p:cNvPr>
          <p:cNvSpPr txBox="1"/>
          <p:nvPr/>
        </p:nvSpPr>
        <p:spPr>
          <a:xfrm>
            <a:off x="740615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C24BD19-6E30-4F2B-9C23-DA3B12877939}"/>
              </a:ext>
            </a:extLst>
          </p:cNvPr>
          <p:cNvCxnSpPr>
            <a:cxnSpLocks/>
          </p:cNvCxnSpPr>
          <p:nvPr/>
        </p:nvCxnSpPr>
        <p:spPr>
          <a:xfrm>
            <a:off x="671017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A0B3B81-F4C1-43AF-90BB-BEAFB6111D15}"/>
              </a:ext>
            </a:extLst>
          </p:cNvPr>
          <p:cNvCxnSpPr>
            <a:cxnSpLocks/>
          </p:cNvCxnSpPr>
          <p:nvPr/>
        </p:nvCxnSpPr>
        <p:spPr>
          <a:xfrm flipV="1">
            <a:off x="709420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7B582D4-5AFB-479D-9E05-CE695B55C527}"/>
              </a:ext>
            </a:extLst>
          </p:cNvPr>
          <p:cNvCxnSpPr>
            <a:cxnSpLocks/>
          </p:cNvCxnSpPr>
          <p:nvPr/>
        </p:nvCxnSpPr>
        <p:spPr>
          <a:xfrm flipV="1">
            <a:off x="778868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E9594454-9A2D-471F-A569-41EF8811DE2D}"/>
              </a:ext>
            </a:extLst>
          </p:cNvPr>
          <p:cNvSpPr/>
          <p:nvPr/>
        </p:nvSpPr>
        <p:spPr>
          <a:xfrm>
            <a:off x="800252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1E9D29C-8A54-404B-B62B-A69DCDA4CD84}"/>
              </a:ext>
            </a:extLst>
          </p:cNvPr>
          <p:cNvSpPr txBox="1"/>
          <p:nvPr/>
        </p:nvSpPr>
        <p:spPr>
          <a:xfrm>
            <a:off x="7847814" y="29849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13,8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604B6EC-D4DB-47AC-AA56-65ECA69E3DF6}"/>
              </a:ext>
            </a:extLst>
          </p:cNvPr>
          <p:cNvCxnSpPr>
            <a:cxnSpLocks/>
          </p:cNvCxnSpPr>
          <p:nvPr/>
        </p:nvCxnSpPr>
        <p:spPr>
          <a:xfrm flipV="1">
            <a:off x="744144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C76A35D-73A5-4A09-A27C-992E960AFC5E}"/>
              </a:ext>
            </a:extLst>
          </p:cNvPr>
          <p:cNvCxnSpPr>
            <a:cxnSpLocks/>
          </p:cNvCxnSpPr>
          <p:nvPr/>
        </p:nvCxnSpPr>
        <p:spPr>
          <a:xfrm flipV="1">
            <a:off x="813592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4C3004F-1262-46BF-BB79-9797B5765B73}"/>
              </a:ext>
            </a:extLst>
          </p:cNvPr>
          <p:cNvCxnSpPr>
            <a:cxnSpLocks/>
          </p:cNvCxnSpPr>
          <p:nvPr/>
        </p:nvCxnSpPr>
        <p:spPr>
          <a:xfrm flipV="1">
            <a:off x="883041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E73DDF8-BF92-43FE-9CA5-01D661F6ABA0}"/>
              </a:ext>
            </a:extLst>
          </p:cNvPr>
          <p:cNvCxnSpPr>
            <a:cxnSpLocks/>
          </p:cNvCxnSpPr>
          <p:nvPr/>
        </p:nvCxnSpPr>
        <p:spPr>
          <a:xfrm flipV="1">
            <a:off x="93512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7C7A46B-0A16-4DA7-820E-889FD7EA9BB1}"/>
              </a:ext>
            </a:extLst>
          </p:cNvPr>
          <p:cNvSpPr txBox="1"/>
          <p:nvPr/>
        </p:nvSpPr>
        <p:spPr>
          <a:xfrm>
            <a:off x="879395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CD0546C-C582-4ACC-AE2C-5CDE4C49F28C}"/>
              </a:ext>
            </a:extLst>
          </p:cNvPr>
          <p:cNvCxnSpPr>
            <a:cxnSpLocks/>
          </p:cNvCxnSpPr>
          <p:nvPr/>
        </p:nvCxnSpPr>
        <p:spPr>
          <a:xfrm flipV="1">
            <a:off x="917765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B7BA70D-E9C1-4304-BB65-309C2F276EBE}"/>
              </a:ext>
            </a:extLst>
          </p:cNvPr>
          <p:cNvCxnSpPr>
            <a:cxnSpLocks/>
          </p:cNvCxnSpPr>
          <p:nvPr/>
        </p:nvCxnSpPr>
        <p:spPr>
          <a:xfrm flipV="1">
            <a:off x="9524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F1AD7F-7C3D-42D8-B0BD-7F75EEC127F0}"/>
              </a:ext>
            </a:extLst>
          </p:cNvPr>
          <p:cNvCxnSpPr>
            <a:cxnSpLocks/>
          </p:cNvCxnSpPr>
          <p:nvPr/>
        </p:nvCxnSpPr>
        <p:spPr>
          <a:xfrm flipV="1">
            <a:off x="692058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46DF001-429B-4EE0-8142-6291508B8905}"/>
              </a:ext>
            </a:extLst>
          </p:cNvPr>
          <p:cNvSpPr txBox="1"/>
          <p:nvPr/>
        </p:nvSpPr>
        <p:spPr>
          <a:xfrm>
            <a:off x="64654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A73ACB-92B6-418C-BC8C-6B41FBBD6D96}"/>
              </a:ext>
            </a:extLst>
          </p:cNvPr>
          <p:cNvCxnSpPr>
            <a:cxnSpLocks/>
          </p:cNvCxnSpPr>
          <p:nvPr/>
        </p:nvCxnSpPr>
        <p:spPr>
          <a:xfrm>
            <a:off x="152400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DAE74FA-50A4-45F5-9C67-EA255689647F}"/>
              </a:ext>
            </a:extLst>
          </p:cNvPr>
          <p:cNvCxnSpPr>
            <a:cxnSpLocks/>
          </p:cNvCxnSpPr>
          <p:nvPr/>
        </p:nvCxnSpPr>
        <p:spPr>
          <a:xfrm flipV="1">
            <a:off x="57983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97769CE-1D25-4FBE-944C-909C047F027F}"/>
              </a:ext>
            </a:extLst>
          </p:cNvPr>
          <p:cNvCxnSpPr>
            <a:cxnSpLocks/>
          </p:cNvCxnSpPr>
          <p:nvPr/>
        </p:nvCxnSpPr>
        <p:spPr>
          <a:xfrm flipV="1">
            <a:off x="188199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Arrow: Down 176">
            <a:extLst>
              <a:ext uri="{FF2B5EF4-FFF2-40B4-BE49-F238E27FC236}">
                <a16:creationId xmlns:a16="http://schemas.microsoft.com/office/drawing/2014/main" id="{D98F1BC9-8B94-4E75-A2D6-88A6BC39A226}"/>
              </a:ext>
            </a:extLst>
          </p:cNvPr>
          <p:cNvSpPr/>
          <p:nvPr/>
        </p:nvSpPr>
        <p:spPr>
          <a:xfrm>
            <a:off x="443992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0B60503-D7EA-42E4-A378-A15D72E8C58A}"/>
              </a:ext>
            </a:extLst>
          </p:cNvPr>
          <p:cNvSpPr txBox="1"/>
          <p:nvPr/>
        </p:nvSpPr>
        <p:spPr>
          <a:xfrm>
            <a:off x="279123" y="43184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1,75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F974DC-7BCE-4CF5-8988-92E7FC24C50E}"/>
              </a:ext>
            </a:extLst>
          </p:cNvPr>
          <p:cNvCxnSpPr>
            <a:cxnSpLocks/>
          </p:cNvCxnSpPr>
          <p:nvPr/>
        </p:nvCxnSpPr>
        <p:spPr>
          <a:xfrm flipV="1">
            <a:off x="144794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8A095F8-9427-41F1-835A-4677842A8CEF}"/>
              </a:ext>
            </a:extLst>
          </p:cNvPr>
          <p:cNvCxnSpPr>
            <a:cxnSpLocks/>
          </p:cNvCxnSpPr>
          <p:nvPr/>
        </p:nvCxnSpPr>
        <p:spPr>
          <a:xfrm flipV="1">
            <a:off x="209902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99EBAC8-67EF-4270-A7D7-96AFA18D3D87}"/>
              </a:ext>
            </a:extLst>
          </p:cNvPr>
          <p:cNvCxnSpPr>
            <a:cxnSpLocks/>
          </p:cNvCxnSpPr>
          <p:nvPr/>
        </p:nvCxnSpPr>
        <p:spPr>
          <a:xfrm flipV="1">
            <a:off x="23160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A88CCD6-4A9E-4042-87A1-2AD7BC624DF4}"/>
              </a:ext>
            </a:extLst>
          </p:cNvPr>
          <p:cNvCxnSpPr>
            <a:cxnSpLocks/>
          </p:cNvCxnSpPr>
          <p:nvPr/>
        </p:nvCxnSpPr>
        <p:spPr>
          <a:xfrm flipV="1">
            <a:off x="275010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F777D2F-355E-4C40-BB4F-277C6E8C7640}"/>
              </a:ext>
            </a:extLst>
          </p:cNvPr>
          <p:cNvCxnSpPr>
            <a:cxnSpLocks/>
          </p:cNvCxnSpPr>
          <p:nvPr/>
        </p:nvCxnSpPr>
        <p:spPr>
          <a:xfrm flipV="1">
            <a:off x="2533079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0390D6-BE23-4296-B14A-1C0683875604}"/>
              </a:ext>
            </a:extLst>
          </p:cNvPr>
          <p:cNvCxnSpPr>
            <a:cxnSpLocks/>
          </p:cNvCxnSpPr>
          <p:nvPr/>
        </p:nvCxnSpPr>
        <p:spPr>
          <a:xfrm flipV="1">
            <a:off x="296713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C658FD9-896F-4641-8B48-78F6D57952F3}"/>
              </a:ext>
            </a:extLst>
          </p:cNvPr>
          <p:cNvCxnSpPr>
            <a:cxnSpLocks/>
          </p:cNvCxnSpPr>
          <p:nvPr/>
        </p:nvCxnSpPr>
        <p:spPr>
          <a:xfrm flipV="1">
            <a:off x="3628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22E9554E-9C43-482E-9B93-19F7E986FF3E}"/>
              </a:ext>
            </a:extLst>
          </p:cNvPr>
          <p:cNvSpPr txBox="1"/>
          <p:nvPr/>
        </p:nvSpPr>
        <p:spPr>
          <a:xfrm>
            <a:off x="592034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33DC356-C05D-4307-817A-8EBB8EA5921F}"/>
              </a:ext>
            </a:extLst>
          </p:cNvPr>
          <p:cNvCxnSpPr>
            <a:cxnSpLocks/>
          </p:cNvCxnSpPr>
          <p:nvPr/>
        </p:nvCxnSpPr>
        <p:spPr>
          <a:xfrm>
            <a:off x="342595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CDF7840-364E-467C-A47B-A90647A5EF68}"/>
              </a:ext>
            </a:extLst>
          </p:cNvPr>
          <p:cNvCxnSpPr>
            <a:cxnSpLocks/>
          </p:cNvCxnSpPr>
          <p:nvPr/>
        </p:nvCxnSpPr>
        <p:spPr>
          <a:xfrm flipV="1">
            <a:off x="3822384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F9998EF-079F-47FB-A6AB-148095F2BAB6}"/>
              </a:ext>
            </a:extLst>
          </p:cNvPr>
          <p:cNvCxnSpPr>
            <a:cxnSpLocks/>
          </p:cNvCxnSpPr>
          <p:nvPr/>
        </p:nvCxnSpPr>
        <p:spPr>
          <a:xfrm flipV="1">
            <a:off x="493852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Arrow: Down 191">
            <a:extLst>
              <a:ext uri="{FF2B5EF4-FFF2-40B4-BE49-F238E27FC236}">
                <a16:creationId xmlns:a16="http://schemas.microsoft.com/office/drawing/2014/main" id="{BACBBAA8-6C7D-474A-86DC-4F59E5423463}"/>
              </a:ext>
            </a:extLst>
          </p:cNvPr>
          <p:cNvSpPr/>
          <p:nvPr/>
        </p:nvSpPr>
        <p:spPr>
          <a:xfrm>
            <a:off x="498500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CF56D52-7959-4839-B4B0-50335CEF7A1E}"/>
              </a:ext>
            </a:extLst>
          </p:cNvPr>
          <p:cNvSpPr txBox="1"/>
          <p:nvPr/>
        </p:nvSpPr>
        <p:spPr>
          <a:xfrm>
            <a:off x="4878645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6,5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42907F5-84D6-4802-8DCB-AB3D2A613DAE}"/>
              </a:ext>
            </a:extLst>
          </p:cNvPr>
          <p:cNvCxnSpPr>
            <a:cxnSpLocks/>
          </p:cNvCxnSpPr>
          <p:nvPr/>
        </p:nvCxnSpPr>
        <p:spPr>
          <a:xfrm flipV="1">
            <a:off x="438045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6905093-2244-4CA5-88C8-A7A652D0336A}"/>
              </a:ext>
            </a:extLst>
          </p:cNvPr>
          <p:cNvCxnSpPr>
            <a:cxnSpLocks/>
          </p:cNvCxnSpPr>
          <p:nvPr/>
        </p:nvCxnSpPr>
        <p:spPr>
          <a:xfrm flipV="1">
            <a:off x="549659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5775623-8444-4D2A-9C93-A5F492363910}"/>
              </a:ext>
            </a:extLst>
          </p:cNvPr>
          <p:cNvCxnSpPr>
            <a:cxnSpLocks/>
          </p:cNvCxnSpPr>
          <p:nvPr/>
        </p:nvCxnSpPr>
        <p:spPr>
          <a:xfrm flipV="1">
            <a:off x="568261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914DA4-D397-4499-84F2-C7D24DB540B3}"/>
              </a:ext>
            </a:extLst>
          </p:cNvPr>
          <p:cNvCxnSpPr>
            <a:cxnSpLocks/>
          </p:cNvCxnSpPr>
          <p:nvPr/>
        </p:nvCxnSpPr>
        <p:spPr>
          <a:xfrm flipV="1">
            <a:off x="605466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AC73772B-955D-4577-9B4A-CF828C9160BF}"/>
              </a:ext>
            </a:extLst>
          </p:cNvPr>
          <p:cNvSpPr txBox="1"/>
          <p:nvPr/>
        </p:nvSpPr>
        <p:spPr>
          <a:xfrm>
            <a:off x="3592388" y="469034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5,8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371D6DB-F72A-4B22-A612-E0931F8CD19A}"/>
              </a:ext>
            </a:extLst>
          </p:cNvPr>
          <p:cNvCxnSpPr>
            <a:cxnSpLocks/>
          </p:cNvCxnSpPr>
          <p:nvPr/>
        </p:nvCxnSpPr>
        <p:spPr>
          <a:xfrm flipV="1">
            <a:off x="5868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16939DE-6675-463B-96A9-025A9FE771AD}"/>
              </a:ext>
            </a:extLst>
          </p:cNvPr>
          <p:cNvCxnSpPr>
            <a:cxnSpLocks/>
          </p:cNvCxnSpPr>
          <p:nvPr/>
        </p:nvCxnSpPr>
        <p:spPr>
          <a:xfrm flipV="1">
            <a:off x="624068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2EC8C62-3905-4C3F-9A6D-920E7FD9C427}"/>
              </a:ext>
            </a:extLst>
          </p:cNvPr>
          <p:cNvCxnSpPr>
            <a:cxnSpLocks/>
          </p:cNvCxnSpPr>
          <p:nvPr/>
        </p:nvCxnSpPr>
        <p:spPr>
          <a:xfrm flipV="1">
            <a:off x="363636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B8FED9-E490-4656-AA46-5F306B4E7EDA}"/>
              </a:ext>
            </a:extLst>
          </p:cNvPr>
          <p:cNvSpPr txBox="1"/>
          <p:nvPr/>
        </p:nvSpPr>
        <p:spPr>
          <a:xfrm>
            <a:off x="724749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049413A-7F9C-4891-859C-3109CFDDDB2D}"/>
              </a:ext>
            </a:extLst>
          </p:cNvPr>
          <p:cNvCxnSpPr>
            <a:cxnSpLocks/>
          </p:cNvCxnSpPr>
          <p:nvPr/>
        </p:nvCxnSpPr>
        <p:spPr>
          <a:xfrm>
            <a:off x="671017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40D1736-A9A4-48AC-A169-27EEAC9104B0}"/>
              </a:ext>
            </a:extLst>
          </p:cNvPr>
          <p:cNvCxnSpPr>
            <a:cxnSpLocks/>
          </p:cNvCxnSpPr>
          <p:nvPr/>
        </p:nvCxnSpPr>
        <p:spPr>
          <a:xfrm flipV="1">
            <a:off x="715733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C62F060-8DA8-41DC-88CB-4AA95B84659B}"/>
              </a:ext>
            </a:extLst>
          </p:cNvPr>
          <p:cNvCxnSpPr>
            <a:cxnSpLocks/>
          </p:cNvCxnSpPr>
          <p:nvPr/>
        </p:nvCxnSpPr>
        <p:spPr>
          <a:xfrm flipV="1">
            <a:off x="810436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14AC37AE-4D89-4EFF-9CC1-C7DFCDB9CD8A}"/>
              </a:ext>
            </a:extLst>
          </p:cNvPr>
          <p:cNvSpPr/>
          <p:nvPr/>
        </p:nvSpPr>
        <p:spPr>
          <a:xfrm>
            <a:off x="797204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3C98667-89B4-470A-8101-072A25046F88}"/>
              </a:ext>
            </a:extLst>
          </p:cNvPr>
          <p:cNvSpPr txBox="1"/>
          <p:nvPr/>
        </p:nvSpPr>
        <p:spPr>
          <a:xfrm>
            <a:off x="7877114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4,4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EF499E0-7B2E-41D0-9D02-7056189F06EA}"/>
              </a:ext>
            </a:extLst>
          </p:cNvPr>
          <p:cNvCxnSpPr>
            <a:cxnSpLocks/>
          </p:cNvCxnSpPr>
          <p:nvPr/>
        </p:nvCxnSpPr>
        <p:spPr>
          <a:xfrm flipV="1">
            <a:off x="76308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9412B25-38CF-48C8-BF0F-BC2FB2365B5F}"/>
              </a:ext>
            </a:extLst>
          </p:cNvPr>
          <p:cNvCxnSpPr>
            <a:cxnSpLocks/>
          </p:cNvCxnSpPr>
          <p:nvPr/>
        </p:nvCxnSpPr>
        <p:spPr>
          <a:xfrm flipV="1">
            <a:off x="857788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F402A1-3E6A-45DF-AA6D-29D7690380F4}"/>
              </a:ext>
            </a:extLst>
          </p:cNvPr>
          <p:cNvCxnSpPr>
            <a:cxnSpLocks/>
          </p:cNvCxnSpPr>
          <p:nvPr/>
        </p:nvCxnSpPr>
        <p:spPr>
          <a:xfrm flipV="1">
            <a:off x="8814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DFCBBCC-FEED-437D-8A59-80307E7D57D4}"/>
              </a:ext>
            </a:extLst>
          </p:cNvPr>
          <p:cNvCxnSpPr>
            <a:cxnSpLocks/>
          </p:cNvCxnSpPr>
          <p:nvPr/>
        </p:nvCxnSpPr>
        <p:spPr>
          <a:xfrm flipV="1">
            <a:off x="928815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C1BC460-3837-440C-AD45-E5507CAE82A4}"/>
              </a:ext>
            </a:extLst>
          </p:cNvPr>
          <p:cNvSpPr txBox="1"/>
          <p:nvPr/>
        </p:nvSpPr>
        <p:spPr>
          <a:xfrm>
            <a:off x="8423201" y="46903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E6590F9-D5C5-4714-8452-86618B618CD3}"/>
              </a:ext>
            </a:extLst>
          </p:cNvPr>
          <p:cNvCxnSpPr>
            <a:cxnSpLocks/>
          </p:cNvCxnSpPr>
          <p:nvPr/>
        </p:nvCxnSpPr>
        <p:spPr>
          <a:xfrm flipV="1">
            <a:off x="905139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56531EE2-488C-4678-BBF8-89F0A39F35C3}"/>
              </a:ext>
            </a:extLst>
          </p:cNvPr>
          <p:cNvCxnSpPr>
            <a:cxnSpLocks/>
          </p:cNvCxnSpPr>
          <p:nvPr/>
        </p:nvCxnSpPr>
        <p:spPr>
          <a:xfrm flipV="1">
            <a:off x="952490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E95AD15-BBF0-4FAB-91CC-57109A3800B4}"/>
              </a:ext>
            </a:extLst>
          </p:cNvPr>
          <p:cNvCxnSpPr>
            <a:cxnSpLocks/>
          </p:cNvCxnSpPr>
          <p:nvPr/>
        </p:nvCxnSpPr>
        <p:spPr>
          <a:xfrm flipV="1">
            <a:off x="692058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B454C2DF-8251-4F3F-8222-6EDC62A728E6}"/>
              </a:ext>
            </a:extLst>
          </p:cNvPr>
          <p:cNvSpPr txBox="1"/>
          <p:nvPr/>
        </p:nvSpPr>
        <p:spPr>
          <a:xfrm>
            <a:off x="1637144" y="603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C9FF02C-85A7-4277-A982-A01A92E66B59}"/>
              </a:ext>
            </a:extLst>
          </p:cNvPr>
          <p:cNvCxnSpPr>
            <a:cxnSpLocks/>
          </p:cNvCxnSpPr>
          <p:nvPr/>
        </p:nvCxnSpPr>
        <p:spPr>
          <a:xfrm>
            <a:off x="152400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EEBE110-BB25-4EA3-8C53-6BF145C7FD41}"/>
              </a:ext>
            </a:extLst>
          </p:cNvPr>
          <p:cNvCxnSpPr>
            <a:cxnSpLocks/>
          </p:cNvCxnSpPr>
          <p:nvPr/>
        </p:nvCxnSpPr>
        <p:spPr>
          <a:xfrm flipV="1">
            <a:off x="599566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3A26922-31A2-45B9-B0A0-6113F59E96E5}"/>
              </a:ext>
            </a:extLst>
          </p:cNvPr>
          <p:cNvCxnSpPr>
            <a:cxnSpLocks/>
          </p:cNvCxnSpPr>
          <p:nvPr/>
        </p:nvCxnSpPr>
        <p:spPr>
          <a:xfrm flipV="1">
            <a:off x="1546594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F17AF4EA-F1CB-46A1-AB46-AE47ED94C73F}"/>
              </a:ext>
            </a:extLst>
          </p:cNvPr>
          <p:cNvSpPr/>
          <p:nvPr/>
        </p:nvSpPr>
        <p:spPr>
          <a:xfrm>
            <a:off x="949452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BF80840-9EC1-46E8-94B4-174DB09F82F3}"/>
              </a:ext>
            </a:extLst>
          </p:cNvPr>
          <p:cNvSpPr txBox="1"/>
          <p:nvPr/>
        </p:nvSpPr>
        <p:spPr>
          <a:xfrm>
            <a:off x="843092" y="565961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5,6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05AF103-36E3-4FC0-BC34-9584FE86355C}"/>
              </a:ext>
            </a:extLst>
          </p:cNvPr>
          <p:cNvCxnSpPr>
            <a:cxnSpLocks/>
          </p:cNvCxnSpPr>
          <p:nvPr/>
        </p:nvCxnSpPr>
        <p:spPr>
          <a:xfrm flipV="1">
            <a:off x="1073080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069D371-C119-40EA-A236-CB438C9746D1}"/>
              </a:ext>
            </a:extLst>
          </p:cNvPr>
          <p:cNvCxnSpPr>
            <a:cxnSpLocks/>
          </p:cNvCxnSpPr>
          <p:nvPr/>
        </p:nvCxnSpPr>
        <p:spPr>
          <a:xfrm flipV="1">
            <a:off x="2020108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0807A51-5105-4A9F-BF80-18750378C43A}"/>
              </a:ext>
            </a:extLst>
          </p:cNvPr>
          <p:cNvCxnSpPr>
            <a:cxnSpLocks/>
          </p:cNvCxnSpPr>
          <p:nvPr/>
        </p:nvCxnSpPr>
        <p:spPr>
          <a:xfrm flipV="1">
            <a:off x="225686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EDF43BF-FD3E-41AE-9601-DB6EF4FA34DC}"/>
              </a:ext>
            </a:extLst>
          </p:cNvPr>
          <p:cNvCxnSpPr>
            <a:cxnSpLocks/>
          </p:cNvCxnSpPr>
          <p:nvPr/>
        </p:nvCxnSpPr>
        <p:spPr>
          <a:xfrm flipV="1">
            <a:off x="273037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0C8A6652-8814-4C92-8191-3DB0BA475723}"/>
              </a:ext>
            </a:extLst>
          </p:cNvPr>
          <p:cNvSpPr txBox="1"/>
          <p:nvPr/>
        </p:nvSpPr>
        <p:spPr>
          <a:xfrm>
            <a:off x="2017334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7,8</a:t>
            </a: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AA1A9B7-5AC7-4277-AC17-C6EDA020EBF6}"/>
              </a:ext>
            </a:extLst>
          </p:cNvPr>
          <p:cNvCxnSpPr>
            <a:cxnSpLocks/>
          </p:cNvCxnSpPr>
          <p:nvPr/>
        </p:nvCxnSpPr>
        <p:spPr>
          <a:xfrm flipV="1">
            <a:off x="2493622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5FF2FC-4B49-498F-BA69-57A582855CCD}"/>
              </a:ext>
            </a:extLst>
          </p:cNvPr>
          <p:cNvCxnSpPr>
            <a:cxnSpLocks/>
          </p:cNvCxnSpPr>
          <p:nvPr/>
        </p:nvCxnSpPr>
        <p:spPr>
          <a:xfrm flipV="1">
            <a:off x="296713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D9CCEEC-F970-4376-92E0-F11C47E962C9}"/>
              </a:ext>
            </a:extLst>
          </p:cNvPr>
          <p:cNvCxnSpPr>
            <a:cxnSpLocks/>
          </p:cNvCxnSpPr>
          <p:nvPr/>
        </p:nvCxnSpPr>
        <p:spPr>
          <a:xfrm flipV="1">
            <a:off x="3628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CECE8C5-6698-46FA-B147-B8D4FEF5C2F9}"/>
              </a:ext>
            </a:extLst>
          </p:cNvPr>
          <p:cNvSpPr txBox="1"/>
          <p:nvPr/>
        </p:nvSpPr>
        <p:spPr>
          <a:xfrm>
            <a:off x="380098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0,1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343C57E-D9B1-4C2A-AA98-A40F9F8C88BA}"/>
              </a:ext>
            </a:extLst>
          </p:cNvPr>
          <p:cNvCxnSpPr>
            <a:cxnSpLocks/>
          </p:cNvCxnSpPr>
          <p:nvPr/>
        </p:nvCxnSpPr>
        <p:spPr>
          <a:xfrm>
            <a:off x="342595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F058812-7E4E-403F-A99A-67AA6EC7F5CD}"/>
              </a:ext>
            </a:extLst>
          </p:cNvPr>
          <p:cNvCxnSpPr>
            <a:cxnSpLocks/>
          </p:cNvCxnSpPr>
          <p:nvPr/>
        </p:nvCxnSpPr>
        <p:spPr>
          <a:xfrm flipV="1">
            <a:off x="423735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6502562-AE7D-4884-AB05-A9DD26C9488A}"/>
              </a:ext>
            </a:extLst>
          </p:cNvPr>
          <p:cNvCxnSpPr>
            <a:cxnSpLocks/>
          </p:cNvCxnSpPr>
          <p:nvPr/>
        </p:nvCxnSpPr>
        <p:spPr>
          <a:xfrm flipV="1">
            <a:off x="503868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1316DFB7-0DB3-4D1D-B483-74C69575EB74}"/>
              </a:ext>
            </a:extLst>
          </p:cNvPr>
          <p:cNvSpPr/>
          <p:nvPr/>
        </p:nvSpPr>
        <p:spPr>
          <a:xfrm>
            <a:off x="488594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D6FD0B8-894A-4B45-888C-B156988FB701}"/>
              </a:ext>
            </a:extLst>
          </p:cNvPr>
          <p:cNvSpPr txBox="1"/>
          <p:nvPr/>
        </p:nvSpPr>
        <p:spPr>
          <a:xfrm>
            <a:off x="4779584" y="565961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0,4</a:t>
            </a: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892B598-FEEA-47D6-AC88-C7D2E3882352}"/>
              </a:ext>
            </a:extLst>
          </p:cNvPr>
          <p:cNvCxnSpPr>
            <a:cxnSpLocks/>
          </p:cNvCxnSpPr>
          <p:nvPr/>
        </p:nvCxnSpPr>
        <p:spPr>
          <a:xfrm flipV="1">
            <a:off x="543934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9FC282B5-365E-4E3F-9322-B5B75F823676}"/>
              </a:ext>
            </a:extLst>
          </p:cNvPr>
          <p:cNvCxnSpPr>
            <a:cxnSpLocks/>
          </p:cNvCxnSpPr>
          <p:nvPr/>
        </p:nvCxnSpPr>
        <p:spPr>
          <a:xfrm flipV="1">
            <a:off x="563968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314C9C2C-8EBC-43ED-8C19-CFF01578FCD7}"/>
              </a:ext>
            </a:extLst>
          </p:cNvPr>
          <p:cNvCxnSpPr>
            <a:cxnSpLocks/>
          </p:cNvCxnSpPr>
          <p:nvPr/>
        </p:nvCxnSpPr>
        <p:spPr>
          <a:xfrm flipV="1">
            <a:off x="60403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E8F50B8-ED2B-422D-A71A-4A044858E2E4}"/>
              </a:ext>
            </a:extLst>
          </p:cNvPr>
          <p:cNvSpPr txBox="1"/>
          <p:nvPr/>
        </p:nvSpPr>
        <p:spPr>
          <a:xfrm>
            <a:off x="5405948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0,5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F922268-43D3-4980-A1B0-CF2E273CB5F8}"/>
              </a:ext>
            </a:extLst>
          </p:cNvPr>
          <p:cNvCxnSpPr>
            <a:cxnSpLocks/>
          </p:cNvCxnSpPr>
          <p:nvPr/>
        </p:nvCxnSpPr>
        <p:spPr>
          <a:xfrm flipV="1">
            <a:off x="58400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190C9E8-E131-4979-AEF8-607896B0A390}"/>
              </a:ext>
            </a:extLst>
          </p:cNvPr>
          <p:cNvCxnSpPr>
            <a:cxnSpLocks/>
          </p:cNvCxnSpPr>
          <p:nvPr/>
        </p:nvCxnSpPr>
        <p:spPr>
          <a:xfrm flipV="1">
            <a:off x="624068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48F152B-B15B-4FE1-B4C8-1D7C604F0F8F}"/>
              </a:ext>
            </a:extLst>
          </p:cNvPr>
          <p:cNvCxnSpPr>
            <a:cxnSpLocks/>
          </p:cNvCxnSpPr>
          <p:nvPr/>
        </p:nvCxnSpPr>
        <p:spPr>
          <a:xfrm flipV="1">
            <a:off x="363636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B94CF3B5-6895-47B1-B9BD-AC2C408B3031}"/>
              </a:ext>
            </a:extLst>
          </p:cNvPr>
          <p:cNvSpPr txBox="1"/>
          <p:nvPr/>
        </p:nvSpPr>
        <p:spPr>
          <a:xfrm>
            <a:off x="828789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5,3</a:t>
            </a:r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9146AD6-7D18-4A2A-ADBF-7F4C0AC7243C}"/>
              </a:ext>
            </a:extLst>
          </p:cNvPr>
          <p:cNvCxnSpPr>
            <a:cxnSpLocks/>
          </p:cNvCxnSpPr>
          <p:nvPr/>
        </p:nvCxnSpPr>
        <p:spPr>
          <a:xfrm>
            <a:off x="671017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DEC104E-E366-4D5A-AEE3-3E343293C4E7}"/>
              </a:ext>
            </a:extLst>
          </p:cNvPr>
          <p:cNvCxnSpPr>
            <a:cxnSpLocks/>
          </p:cNvCxnSpPr>
          <p:nvPr/>
        </p:nvCxnSpPr>
        <p:spPr>
          <a:xfrm flipV="1">
            <a:off x="71209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268AB4C-6D61-487D-8FAA-8F27845D00BC}"/>
              </a:ext>
            </a:extLst>
          </p:cNvPr>
          <p:cNvCxnSpPr>
            <a:cxnSpLocks/>
          </p:cNvCxnSpPr>
          <p:nvPr/>
        </p:nvCxnSpPr>
        <p:spPr>
          <a:xfrm flipV="1">
            <a:off x="792224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Arrow: Down 251">
            <a:extLst>
              <a:ext uri="{FF2B5EF4-FFF2-40B4-BE49-F238E27FC236}">
                <a16:creationId xmlns:a16="http://schemas.microsoft.com/office/drawing/2014/main" id="{0BEBA6D4-D8E7-4420-ACF5-57EB169F147F}"/>
              </a:ext>
            </a:extLst>
          </p:cNvPr>
          <p:cNvSpPr/>
          <p:nvPr/>
        </p:nvSpPr>
        <p:spPr>
          <a:xfrm>
            <a:off x="738530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3AA09C9-C529-485F-88BE-340482384A2E}"/>
              </a:ext>
            </a:extLst>
          </p:cNvPr>
          <p:cNvSpPr txBox="1"/>
          <p:nvPr/>
        </p:nvSpPr>
        <p:spPr>
          <a:xfrm>
            <a:off x="7220435" y="565961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3,55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5014F00-B4E4-4860-A6AF-9A29069246A8}"/>
              </a:ext>
            </a:extLst>
          </p:cNvPr>
          <p:cNvCxnSpPr>
            <a:cxnSpLocks/>
          </p:cNvCxnSpPr>
          <p:nvPr/>
        </p:nvCxnSpPr>
        <p:spPr>
          <a:xfrm flipV="1">
            <a:off x="752157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0B4BD0D-F4EB-43C9-87BC-1555FDECD825}"/>
              </a:ext>
            </a:extLst>
          </p:cNvPr>
          <p:cNvCxnSpPr>
            <a:cxnSpLocks/>
          </p:cNvCxnSpPr>
          <p:nvPr/>
        </p:nvCxnSpPr>
        <p:spPr>
          <a:xfrm flipV="1">
            <a:off x="832290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3EDB69F-8EF6-45B4-BA33-F20A45179964}"/>
              </a:ext>
            </a:extLst>
          </p:cNvPr>
          <p:cNvCxnSpPr>
            <a:cxnSpLocks/>
          </p:cNvCxnSpPr>
          <p:nvPr/>
        </p:nvCxnSpPr>
        <p:spPr>
          <a:xfrm flipV="1">
            <a:off x="872356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29C6BDFD-BEDD-431E-9EDE-7BCF3507297E}"/>
              </a:ext>
            </a:extLst>
          </p:cNvPr>
          <p:cNvCxnSpPr>
            <a:cxnSpLocks/>
          </p:cNvCxnSpPr>
          <p:nvPr/>
        </p:nvCxnSpPr>
        <p:spPr>
          <a:xfrm flipV="1">
            <a:off x="932456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F375FD1-3762-4677-BAA9-DCB86D724B8F}"/>
              </a:ext>
            </a:extLst>
          </p:cNvPr>
          <p:cNvSpPr txBox="1"/>
          <p:nvPr/>
        </p:nvSpPr>
        <p:spPr>
          <a:xfrm>
            <a:off x="8768641" y="603146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EE5C9A7-AC75-46CE-8EBD-1AE0217C8895}"/>
              </a:ext>
            </a:extLst>
          </p:cNvPr>
          <p:cNvCxnSpPr>
            <a:cxnSpLocks/>
          </p:cNvCxnSpPr>
          <p:nvPr/>
        </p:nvCxnSpPr>
        <p:spPr>
          <a:xfrm flipV="1">
            <a:off x="912423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022882A-EE74-459D-A31F-24DBDC0EA5E9}"/>
              </a:ext>
            </a:extLst>
          </p:cNvPr>
          <p:cNvCxnSpPr>
            <a:cxnSpLocks/>
          </p:cNvCxnSpPr>
          <p:nvPr/>
        </p:nvCxnSpPr>
        <p:spPr>
          <a:xfrm flipV="1">
            <a:off x="952490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4F054E-D665-4AC0-BA3C-441F57179760}"/>
              </a:ext>
            </a:extLst>
          </p:cNvPr>
          <p:cNvCxnSpPr>
            <a:cxnSpLocks/>
          </p:cNvCxnSpPr>
          <p:nvPr/>
        </p:nvCxnSpPr>
        <p:spPr>
          <a:xfrm flipV="1">
            <a:off x="692058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D1C2160-62D9-4183-9A96-C04855B2B207}"/>
              </a:ext>
            </a:extLst>
          </p:cNvPr>
          <p:cNvCxnSpPr>
            <a:cxnSpLocks/>
          </p:cNvCxnSpPr>
          <p:nvPr/>
        </p:nvCxnSpPr>
        <p:spPr>
          <a:xfrm flipV="1">
            <a:off x="41098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4F525E0-ACCC-4B72-BC99-1CC39E1BC126}"/>
              </a:ext>
            </a:extLst>
          </p:cNvPr>
          <p:cNvCxnSpPr>
            <a:cxnSpLocks/>
          </p:cNvCxnSpPr>
          <p:nvPr/>
        </p:nvCxnSpPr>
        <p:spPr>
          <a:xfrm flipV="1">
            <a:off x="458338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B17D4FC-220C-4FBF-B46E-449C131B1A69}"/>
              </a:ext>
            </a:extLst>
          </p:cNvPr>
          <p:cNvCxnSpPr>
            <a:cxnSpLocks/>
          </p:cNvCxnSpPr>
          <p:nvPr/>
        </p:nvCxnSpPr>
        <p:spPr>
          <a:xfrm flipV="1">
            <a:off x="5056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6660649-F885-4C4F-BAD4-4B9E13432909}"/>
              </a:ext>
            </a:extLst>
          </p:cNvPr>
          <p:cNvCxnSpPr>
            <a:cxnSpLocks/>
          </p:cNvCxnSpPr>
          <p:nvPr/>
        </p:nvCxnSpPr>
        <p:spPr>
          <a:xfrm flipV="1">
            <a:off x="726782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E72CB9A-E4DD-41D7-9B2F-4849FC89ECBC}"/>
              </a:ext>
            </a:extLst>
          </p:cNvPr>
          <p:cNvCxnSpPr>
            <a:cxnSpLocks/>
          </p:cNvCxnSpPr>
          <p:nvPr/>
        </p:nvCxnSpPr>
        <p:spPr>
          <a:xfrm flipV="1">
            <a:off x="761506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8C4220-3CB6-4EBC-AD3A-53F374474C9F}"/>
              </a:ext>
            </a:extLst>
          </p:cNvPr>
          <p:cNvCxnSpPr>
            <a:cxnSpLocks/>
          </p:cNvCxnSpPr>
          <p:nvPr/>
        </p:nvCxnSpPr>
        <p:spPr>
          <a:xfrm flipV="1">
            <a:off x="796230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9B157459-2E26-4639-9D04-070B7F3937B4}"/>
              </a:ext>
            </a:extLst>
          </p:cNvPr>
          <p:cNvCxnSpPr>
            <a:cxnSpLocks/>
          </p:cNvCxnSpPr>
          <p:nvPr/>
        </p:nvCxnSpPr>
        <p:spPr>
          <a:xfrm flipV="1">
            <a:off x="830954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1BEB3C1-6F06-4E2D-A1D3-F905EEE09C91}"/>
              </a:ext>
            </a:extLst>
          </p:cNvPr>
          <p:cNvCxnSpPr>
            <a:cxnSpLocks/>
          </p:cNvCxnSpPr>
          <p:nvPr/>
        </p:nvCxnSpPr>
        <p:spPr>
          <a:xfrm flipV="1">
            <a:off x="865679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2BD691A-76A3-4FDE-802B-F5F629A25F06}"/>
              </a:ext>
            </a:extLst>
          </p:cNvPr>
          <p:cNvCxnSpPr>
            <a:cxnSpLocks/>
          </p:cNvCxnSpPr>
          <p:nvPr/>
        </p:nvCxnSpPr>
        <p:spPr>
          <a:xfrm flipV="1">
            <a:off x="9004033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A803C3C-2764-4B4D-9D4B-944A9969BCC2}"/>
              </a:ext>
            </a:extLst>
          </p:cNvPr>
          <p:cNvCxnSpPr>
            <a:cxnSpLocks/>
          </p:cNvCxnSpPr>
          <p:nvPr/>
        </p:nvCxnSpPr>
        <p:spPr>
          <a:xfrm flipV="1">
            <a:off x="8483170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4E51F52-5C29-40BF-B748-604D290DAB48}"/>
              </a:ext>
            </a:extLst>
          </p:cNvPr>
          <p:cNvCxnSpPr>
            <a:cxnSpLocks/>
          </p:cNvCxnSpPr>
          <p:nvPr/>
        </p:nvCxnSpPr>
        <p:spPr>
          <a:xfrm flipV="1">
            <a:off x="796863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CE76CCE-74C8-4998-8C05-DEC2E7278C47}"/>
              </a:ext>
            </a:extLst>
          </p:cNvPr>
          <p:cNvCxnSpPr>
            <a:cxnSpLocks/>
          </p:cNvCxnSpPr>
          <p:nvPr/>
        </p:nvCxnSpPr>
        <p:spPr>
          <a:xfrm flipV="1">
            <a:off x="101389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8B4FCF4-A992-44DD-B044-D1C48E936227}"/>
              </a:ext>
            </a:extLst>
          </p:cNvPr>
          <p:cNvCxnSpPr>
            <a:cxnSpLocks/>
          </p:cNvCxnSpPr>
          <p:nvPr/>
        </p:nvCxnSpPr>
        <p:spPr>
          <a:xfrm flipV="1">
            <a:off x="123091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F6F28717-B98E-45D7-88D8-E51FA14B0028}"/>
              </a:ext>
            </a:extLst>
          </p:cNvPr>
          <p:cNvCxnSpPr>
            <a:cxnSpLocks/>
          </p:cNvCxnSpPr>
          <p:nvPr/>
        </p:nvCxnSpPr>
        <p:spPr>
          <a:xfrm flipV="1">
            <a:off x="166497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CACB87D8-EDF9-4CE3-A00C-3537B16D6397}"/>
              </a:ext>
            </a:extLst>
          </p:cNvPr>
          <p:cNvSpPr txBox="1"/>
          <p:nvPr/>
        </p:nvSpPr>
        <p:spPr>
          <a:xfrm>
            <a:off x="238898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53A0F2D-5B1D-48E5-9FDB-09CE97A4B316}"/>
              </a:ext>
            </a:extLst>
          </p:cNvPr>
          <p:cNvCxnSpPr>
            <a:cxnSpLocks/>
          </p:cNvCxnSpPr>
          <p:nvPr/>
        </p:nvCxnSpPr>
        <p:spPr>
          <a:xfrm flipV="1">
            <a:off x="400840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EC45C0A9-C6C9-45DB-A1B0-D3998C9773C0}"/>
              </a:ext>
            </a:extLst>
          </p:cNvPr>
          <p:cNvCxnSpPr>
            <a:cxnSpLocks/>
          </p:cNvCxnSpPr>
          <p:nvPr/>
        </p:nvCxnSpPr>
        <p:spPr>
          <a:xfrm flipV="1">
            <a:off x="419443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A468E70-B81D-4EE3-8F8C-4AD0A6D0A4FF}"/>
              </a:ext>
            </a:extLst>
          </p:cNvPr>
          <p:cNvCxnSpPr>
            <a:cxnSpLocks/>
          </p:cNvCxnSpPr>
          <p:nvPr/>
        </p:nvCxnSpPr>
        <p:spPr>
          <a:xfrm flipV="1">
            <a:off x="456647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F401E9E3-87FC-41D1-A3AC-48CA164B98B1}"/>
              </a:ext>
            </a:extLst>
          </p:cNvPr>
          <p:cNvCxnSpPr>
            <a:cxnSpLocks/>
          </p:cNvCxnSpPr>
          <p:nvPr/>
        </p:nvCxnSpPr>
        <p:spPr>
          <a:xfrm flipV="1">
            <a:off x="475249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67FCE5ED-3E2B-4A20-BB6E-DDA8C0483D42}"/>
              </a:ext>
            </a:extLst>
          </p:cNvPr>
          <p:cNvCxnSpPr>
            <a:cxnSpLocks/>
          </p:cNvCxnSpPr>
          <p:nvPr/>
        </p:nvCxnSpPr>
        <p:spPr>
          <a:xfrm flipV="1">
            <a:off x="512454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82342FB5-FBBA-494B-BBA9-70D198AFFB7A}"/>
              </a:ext>
            </a:extLst>
          </p:cNvPr>
          <p:cNvCxnSpPr>
            <a:cxnSpLocks/>
          </p:cNvCxnSpPr>
          <p:nvPr/>
        </p:nvCxnSpPr>
        <p:spPr>
          <a:xfrm flipV="1">
            <a:off x="531056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FD90C37-0C3D-47DA-AE80-4DADF173CD99}"/>
              </a:ext>
            </a:extLst>
          </p:cNvPr>
          <p:cNvCxnSpPr>
            <a:cxnSpLocks/>
          </p:cNvCxnSpPr>
          <p:nvPr/>
        </p:nvCxnSpPr>
        <p:spPr>
          <a:xfrm flipV="1">
            <a:off x="7394095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9502F8-DDEF-40D7-BA29-79F6838A17E6}"/>
              </a:ext>
            </a:extLst>
          </p:cNvPr>
          <p:cNvCxnSpPr>
            <a:cxnSpLocks/>
          </p:cNvCxnSpPr>
          <p:nvPr/>
        </p:nvCxnSpPr>
        <p:spPr>
          <a:xfrm flipV="1">
            <a:off x="78676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812474D-3BEE-42A7-BA13-20910A9A52A9}"/>
              </a:ext>
            </a:extLst>
          </p:cNvPr>
          <p:cNvCxnSpPr>
            <a:cxnSpLocks/>
          </p:cNvCxnSpPr>
          <p:nvPr/>
        </p:nvCxnSpPr>
        <p:spPr>
          <a:xfrm flipV="1">
            <a:off x="834112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D516441D-87FF-426F-82A2-6647CF92EBDF}"/>
              </a:ext>
            </a:extLst>
          </p:cNvPr>
          <p:cNvCxnSpPr>
            <a:cxnSpLocks/>
          </p:cNvCxnSpPr>
          <p:nvPr/>
        </p:nvCxnSpPr>
        <p:spPr>
          <a:xfrm flipV="1">
            <a:off x="836323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E3A2732-9D7F-42AF-ACD5-E3802005A43C}"/>
              </a:ext>
            </a:extLst>
          </p:cNvPr>
          <p:cNvCxnSpPr>
            <a:cxnSpLocks/>
          </p:cNvCxnSpPr>
          <p:nvPr/>
        </p:nvCxnSpPr>
        <p:spPr>
          <a:xfrm flipV="1">
            <a:off x="1309837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F9AF9BA7-0B4D-4536-90A2-4C0C6C2F5772}"/>
              </a:ext>
            </a:extLst>
          </p:cNvPr>
          <p:cNvCxnSpPr>
            <a:cxnSpLocks/>
          </p:cNvCxnSpPr>
          <p:nvPr/>
        </p:nvCxnSpPr>
        <p:spPr>
          <a:xfrm flipV="1">
            <a:off x="1783351" y="6314244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49FA82A-6EFB-4144-BAA2-1B3DCC09B184}"/>
              </a:ext>
            </a:extLst>
          </p:cNvPr>
          <p:cNvCxnSpPr>
            <a:cxnSpLocks/>
          </p:cNvCxnSpPr>
          <p:nvPr/>
        </p:nvCxnSpPr>
        <p:spPr>
          <a:xfrm flipV="1">
            <a:off x="483835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1F799E9-9EC8-40CB-A464-592BD4E28FB3}"/>
              </a:ext>
            </a:extLst>
          </p:cNvPr>
          <p:cNvCxnSpPr>
            <a:cxnSpLocks/>
          </p:cNvCxnSpPr>
          <p:nvPr/>
        </p:nvCxnSpPr>
        <p:spPr>
          <a:xfrm flipV="1">
            <a:off x="523901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7BDD512B-D0E3-4964-AE18-7510EDCA7D10}"/>
              </a:ext>
            </a:extLst>
          </p:cNvPr>
          <p:cNvCxnSpPr>
            <a:cxnSpLocks/>
          </p:cNvCxnSpPr>
          <p:nvPr/>
        </p:nvCxnSpPr>
        <p:spPr>
          <a:xfrm flipV="1">
            <a:off x="383669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9E3E970A-3EEA-47BC-807E-0B59012CCA9A}"/>
              </a:ext>
            </a:extLst>
          </p:cNvPr>
          <p:cNvCxnSpPr>
            <a:cxnSpLocks/>
          </p:cNvCxnSpPr>
          <p:nvPr/>
        </p:nvCxnSpPr>
        <p:spPr>
          <a:xfrm flipV="1">
            <a:off x="403702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715FB5AB-7705-4E99-A4B4-803094AE0926}"/>
              </a:ext>
            </a:extLst>
          </p:cNvPr>
          <p:cNvCxnSpPr>
            <a:cxnSpLocks/>
          </p:cNvCxnSpPr>
          <p:nvPr/>
        </p:nvCxnSpPr>
        <p:spPr>
          <a:xfrm flipV="1">
            <a:off x="443768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024768E-D974-4F6C-8ADB-CC1B11BE2541}"/>
              </a:ext>
            </a:extLst>
          </p:cNvPr>
          <p:cNvCxnSpPr>
            <a:cxnSpLocks/>
          </p:cNvCxnSpPr>
          <p:nvPr/>
        </p:nvCxnSpPr>
        <p:spPr>
          <a:xfrm flipV="1">
            <a:off x="463802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9D809D0-3CC2-42FB-A56A-DCF3AC1D2517}"/>
              </a:ext>
            </a:extLst>
          </p:cNvPr>
          <p:cNvCxnSpPr>
            <a:cxnSpLocks/>
          </p:cNvCxnSpPr>
          <p:nvPr/>
        </p:nvCxnSpPr>
        <p:spPr>
          <a:xfrm flipV="1">
            <a:off x="73212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3EB9E3A-3F7B-48F1-9B52-EAD0D8A80277}"/>
              </a:ext>
            </a:extLst>
          </p:cNvPr>
          <p:cNvCxnSpPr>
            <a:cxnSpLocks/>
          </p:cNvCxnSpPr>
          <p:nvPr/>
        </p:nvCxnSpPr>
        <p:spPr>
          <a:xfrm flipV="1">
            <a:off x="77219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158245A-68C8-4015-A9A1-791D48E088B6}"/>
              </a:ext>
            </a:extLst>
          </p:cNvPr>
          <p:cNvCxnSpPr>
            <a:cxnSpLocks/>
          </p:cNvCxnSpPr>
          <p:nvPr/>
        </p:nvCxnSpPr>
        <p:spPr>
          <a:xfrm flipV="1">
            <a:off x="812257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58A6A1D-8680-41C6-8724-FD1094E34437}"/>
              </a:ext>
            </a:extLst>
          </p:cNvPr>
          <p:cNvCxnSpPr>
            <a:cxnSpLocks/>
          </p:cNvCxnSpPr>
          <p:nvPr/>
        </p:nvCxnSpPr>
        <p:spPr>
          <a:xfrm flipV="1">
            <a:off x="8523237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4C231C4-01B4-441C-8B1A-20134730591B}"/>
              </a:ext>
            </a:extLst>
          </p:cNvPr>
          <p:cNvCxnSpPr>
            <a:cxnSpLocks/>
          </p:cNvCxnSpPr>
          <p:nvPr/>
        </p:nvCxnSpPr>
        <p:spPr>
          <a:xfrm flipV="1">
            <a:off x="892390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5108D-AE2B-94A5-6F4F-E450D998094C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71CCE-8FEC-EBE1-102C-3DFA5AAADB72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48AB7-F298-1C08-5363-D8AD5F720628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C06AF-7391-563D-0C1F-F6B7221C1DE6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7348-2C82-1AAD-BB3D-ECBCAF844519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0A908-EB22-C2CE-E9C2-E93BA3A63BFD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D2A3E-577D-0A73-94CA-B965EC8D6FC5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0A3BE4-9120-E057-6FA4-0FA5488ECAD5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1F9F16-862A-C925-0B3F-F9E13D945C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221690"/>
            <a:ext cx="408033" cy="4080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649D91D-1EAE-2C59-D23B-6EE10D4665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232183"/>
            <a:ext cx="408033" cy="4080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13EFB30-A2D6-4728-9706-5BB8B8FEC0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9145" y="221690"/>
            <a:ext cx="408033" cy="4080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AD09449-1817-EA03-E294-0FD5E5D972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1562810"/>
            <a:ext cx="408033" cy="4080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620A303-40EE-EA6C-EECC-E7A516166B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1573303"/>
            <a:ext cx="408033" cy="4080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1C61AD-3CA7-E48C-B490-17A6EA031A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1573303"/>
            <a:ext cx="408033" cy="4080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F8C9E26-61C8-BA98-5C8E-591431E0C1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2883943"/>
            <a:ext cx="408033" cy="4080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228180-818C-12C7-7FE6-EE07898987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2883943"/>
            <a:ext cx="408033" cy="40803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495FE58-23B6-5F49-0AE5-8CC26C2287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405" y="2881070"/>
            <a:ext cx="408033" cy="4080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3A6A120-9B4C-1E9F-DC33-0217698931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4199330"/>
            <a:ext cx="408033" cy="40803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DF7E797-7F52-9237-3162-C6E590AF29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405" y="4199330"/>
            <a:ext cx="408033" cy="4080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807E68B-18A5-9A36-AA52-D764ACF2E4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4209823"/>
            <a:ext cx="408033" cy="408033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CFC09E25-CB74-10A9-62B7-285CF08B50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5520463"/>
            <a:ext cx="408033" cy="408033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A0511A38-7500-C270-6574-748B433A0C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38500" y="5520463"/>
            <a:ext cx="408033" cy="408033"/>
          </a:xfrm>
          <a:prstGeom prst="rect">
            <a:avLst/>
          </a:prstGeom>
        </p:spPr>
      </p:pic>
      <p:pic>
        <p:nvPicPr>
          <p:cNvPr id="247" name="Picture 246">
            <a:extLst>
              <a:ext uri="{FF2B5EF4-FFF2-40B4-BE49-F238E27FC236}">
                <a16:creationId xmlns:a16="http://schemas.microsoft.com/office/drawing/2014/main" id="{6A76D4AE-1040-8FD1-838B-9532A32B4D3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1525" y="5509970"/>
            <a:ext cx="408033" cy="408033"/>
          </a:xfrm>
          <a:prstGeom prst="rect">
            <a:avLst/>
          </a:prstGeom>
        </p:spPr>
      </p:pic>
      <p:sp>
        <p:nvSpPr>
          <p:cNvPr id="254" name="TextBox 253">
            <a:extLst>
              <a:ext uri="{FF2B5EF4-FFF2-40B4-BE49-F238E27FC236}">
                <a16:creationId xmlns:a16="http://schemas.microsoft.com/office/drawing/2014/main" id="{17E5F549-A4E6-0B0D-CA5E-6D62B1068E3C}"/>
              </a:ext>
            </a:extLst>
          </p:cNvPr>
          <p:cNvSpPr txBox="1"/>
          <p:nvPr/>
        </p:nvSpPr>
        <p:spPr>
          <a:xfrm>
            <a:off x="4604772" y="26820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5,2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F0D181-F728-910E-91E3-34EE0AA1BC18}"/>
              </a:ext>
            </a:extLst>
          </p:cNvPr>
          <p:cNvSpPr txBox="1"/>
          <p:nvPr/>
        </p:nvSpPr>
        <p:spPr>
          <a:xfrm>
            <a:off x="4358337" y="1558528"/>
            <a:ext cx="914033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7,25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F3EB1F-C453-DEF2-B71F-6F9BB0072425}"/>
              </a:ext>
            </a:extLst>
          </p:cNvPr>
          <p:cNvSpPr txBox="1"/>
          <p:nvPr/>
        </p:nvSpPr>
        <p:spPr>
          <a:xfrm>
            <a:off x="7652772" y="145692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6,2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0B2ECA-654D-8AC7-3C51-ABB7971DD396}"/>
              </a:ext>
            </a:extLst>
          </p:cNvPr>
          <p:cNvSpPr txBox="1"/>
          <p:nvPr/>
        </p:nvSpPr>
        <p:spPr>
          <a:xfrm>
            <a:off x="1597412" y="295044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7,5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CC945C-BCAE-41DD-7B93-6ADFB1E8EC1B}"/>
              </a:ext>
            </a:extLst>
          </p:cNvPr>
          <p:cNvSpPr txBox="1"/>
          <p:nvPr/>
        </p:nvSpPr>
        <p:spPr>
          <a:xfrm>
            <a:off x="8374024" y="2772648"/>
            <a:ext cx="112242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13,75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C37893-1C58-2FCA-02D8-73C88E02D3C3}"/>
              </a:ext>
            </a:extLst>
          </p:cNvPr>
          <p:cNvSpPr txBox="1"/>
          <p:nvPr/>
        </p:nvSpPr>
        <p:spPr>
          <a:xfrm>
            <a:off x="8659882" y="414551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4,2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DF5F4C-77FF-0CE3-E4BF-5563EFD82397}"/>
              </a:ext>
            </a:extLst>
          </p:cNvPr>
          <p:cNvSpPr txBox="1"/>
          <p:nvPr/>
        </p:nvSpPr>
        <p:spPr>
          <a:xfrm>
            <a:off x="1353572" y="548028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5,8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09BB71-C288-6BF3-DA0D-10F7659258C7}"/>
              </a:ext>
            </a:extLst>
          </p:cNvPr>
          <p:cNvSpPr txBox="1"/>
          <p:nvPr/>
        </p:nvSpPr>
        <p:spPr>
          <a:xfrm>
            <a:off x="3918917" y="5465048"/>
            <a:ext cx="914033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0,35</a:t>
            </a:r>
          </a:p>
        </p:txBody>
      </p:sp>
    </p:spTree>
    <p:extLst>
      <p:ext uri="{BB962C8B-B14F-4D97-AF65-F5344CB8AC3E}">
        <p14:creationId xmlns:p14="http://schemas.microsoft.com/office/powerpoint/2010/main" val="674853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10,5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6,25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B7DB6C6-5D84-4057-BE3C-8746A924809B}"/>
              </a:ext>
            </a:extLst>
          </p:cNvPr>
          <p:cNvSpPr txBox="1"/>
          <p:nvPr/>
        </p:nvSpPr>
        <p:spPr>
          <a:xfrm>
            <a:off x="508459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619A45-E781-4CD7-9EC0-9238201AA3ED}"/>
              </a:ext>
            </a:extLst>
          </p:cNvPr>
          <p:cNvCxnSpPr>
            <a:cxnSpLocks/>
          </p:cNvCxnSpPr>
          <p:nvPr/>
        </p:nvCxnSpPr>
        <p:spPr>
          <a:xfrm>
            <a:off x="342595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0F09973-0494-4FD0-B6BF-F5BBC8EED7C1}"/>
              </a:ext>
            </a:extLst>
          </p:cNvPr>
          <p:cNvCxnSpPr>
            <a:cxnSpLocks/>
          </p:cNvCxnSpPr>
          <p:nvPr/>
        </p:nvCxnSpPr>
        <p:spPr>
          <a:xfrm flipV="1">
            <a:off x="387311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B505074-F3E4-4A6D-830B-41E70758C6CC}"/>
              </a:ext>
            </a:extLst>
          </p:cNvPr>
          <p:cNvCxnSpPr>
            <a:cxnSpLocks/>
          </p:cNvCxnSpPr>
          <p:nvPr/>
        </p:nvCxnSpPr>
        <p:spPr>
          <a:xfrm flipV="1">
            <a:off x="482014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442A047A-618E-4E74-8834-E1C7A56608AD}"/>
              </a:ext>
            </a:extLst>
          </p:cNvPr>
          <p:cNvSpPr/>
          <p:nvPr/>
        </p:nvSpPr>
        <p:spPr>
          <a:xfrm>
            <a:off x="374675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4DD4F5D-6052-43A2-8461-CB915277EA49}"/>
              </a:ext>
            </a:extLst>
          </p:cNvPr>
          <p:cNvSpPr txBox="1"/>
          <p:nvPr/>
        </p:nvSpPr>
        <p:spPr>
          <a:xfrm>
            <a:off x="3676868" y="2984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3533C5-28C8-49C6-A18E-E4C9D2604AA8}"/>
              </a:ext>
            </a:extLst>
          </p:cNvPr>
          <p:cNvCxnSpPr>
            <a:cxnSpLocks/>
          </p:cNvCxnSpPr>
          <p:nvPr/>
        </p:nvCxnSpPr>
        <p:spPr>
          <a:xfrm flipV="1">
            <a:off x="434663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74628F1-0E6F-4779-81E0-9A5B883497D5}"/>
              </a:ext>
            </a:extLst>
          </p:cNvPr>
          <p:cNvCxnSpPr>
            <a:cxnSpLocks/>
          </p:cNvCxnSpPr>
          <p:nvPr/>
        </p:nvCxnSpPr>
        <p:spPr>
          <a:xfrm flipV="1">
            <a:off x="5293660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FFE387F-815E-4883-8815-0E939266C15A}"/>
              </a:ext>
            </a:extLst>
          </p:cNvPr>
          <p:cNvCxnSpPr>
            <a:cxnSpLocks/>
          </p:cNvCxnSpPr>
          <p:nvPr/>
        </p:nvCxnSpPr>
        <p:spPr>
          <a:xfrm flipV="1">
            <a:off x="553041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1DE7E0B-1980-429D-A3AF-723ABC0232D9}"/>
              </a:ext>
            </a:extLst>
          </p:cNvPr>
          <p:cNvCxnSpPr>
            <a:cxnSpLocks/>
          </p:cNvCxnSpPr>
          <p:nvPr/>
        </p:nvCxnSpPr>
        <p:spPr>
          <a:xfrm flipV="1">
            <a:off x="600393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2DE8489-66F6-430B-9B07-4ACED8ED46CD}"/>
              </a:ext>
            </a:extLst>
          </p:cNvPr>
          <p:cNvSpPr txBox="1"/>
          <p:nvPr/>
        </p:nvSpPr>
        <p:spPr>
          <a:xfrm>
            <a:off x="578913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524A2CB-DB4B-4B3D-A909-BAFD20929241}"/>
              </a:ext>
            </a:extLst>
          </p:cNvPr>
          <p:cNvCxnSpPr>
            <a:cxnSpLocks/>
          </p:cNvCxnSpPr>
          <p:nvPr/>
        </p:nvCxnSpPr>
        <p:spPr>
          <a:xfrm flipV="1">
            <a:off x="576717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6ECD726-755E-4A3F-8565-4CD160F940BB}"/>
              </a:ext>
            </a:extLst>
          </p:cNvPr>
          <p:cNvCxnSpPr>
            <a:cxnSpLocks/>
          </p:cNvCxnSpPr>
          <p:nvPr/>
        </p:nvCxnSpPr>
        <p:spPr>
          <a:xfrm flipV="1">
            <a:off x="624068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5A7F866-7F3C-4F17-86FC-8B909EDBA948}"/>
              </a:ext>
            </a:extLst>
          </p:cNvPr>
          <p:cNvCxnSpPr>
            <a:cxnSpLocks/>
          </p:cNvCxnSpPr>
          <p:nvPr/>
        </p:nvCxnSpPr>
        <p:spPr>
          <a:xfrm flipV="1">
            <a:off x="363636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E1BA1AE-DAEB-47EE-A8B0-F4BB3666C13F}"/>
              </a:ext>
            </a:extLst>
          </p:cNvPr>
          <p:cNvSpPr txBox="1"/>
          <p:nvPr/>
        </p:nvSpPr>
        <p:spPr>
          <a:xfrm>
            <a:off x="740615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C24BD19-6E30-4F2B-9C23-DA3B12877939}"/>
              </a:ext>
            </a:extLst>
          </p:cNvPr>
          <p:cNvCxnSpPr>
            <a:cxnSpLocks/>
          </p:cNvCxnSpPr>
          <p:nvPr/>
        </p:nvCxnSpPr>
        <p:spPr>
          <a:xfrm>
            <a:off x="671017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A0B3B81-F4C1-43AF-90BB-BEAFB6111D15}"/>
              </a:ext>
            </a:extLst>
          </p:cNvPr>
          <p:cNvCxnSpPr>
            <a:cxnSpLocks/>
          </p:cNvCxnSpPr>
          <p:nvPr/>
        </p:nvCxnSpPr>
        <p:spPr>
          <a:xfrm flipV="1">
            <a:off x="709420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7B582D4-5AFB-479D-9E05-CE695B55C527}"/>
              </a:ext>
            </a:extLst>
          </p:cNvPr>
          <p:cNvCxnSpPr>
            <a:cxnSpLocks/>
          </p:cNvCxnSpPr>
          <p:nvPr/>
        </p:nvCxnSpPr>
        <p:spPr>
          <a:xfrm flipV="1">
            <a:off x="778868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E9594454-9A2D-471F-A569-41EF8811DE2D}"/>
              </a:ext>
            </a:extLst>
          </p:cNvPr>
          <p:cNvSpPr/>
          <p:nvPr/>
        </p:nvSpPr>
        <p:spPr>
          <a:xfrm>
            <a:off x="800252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1E9D29C-8A54-404B-B62B-A69DCDA4CD84}"/>
              </a:ext>
            </a:extLst>
          </p:cNvPr>
          <p:cNvSpPr txBox="1"/>
          <p:nvPr/>
        </p:nvSpPr>
        <p:spPr>
          <a:xfrm>
            <a:off x="7847814" y="29849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13,8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604B6EC-D4DB-47AC-AA56-65ECA69E3DF6}"/>
              </a:ext>
            </a:extLst>
          </p:cNvPr>
          <p:cNvCxnSpPr>
            <a:cxnSpLocks/>
          </p:cNvCxnSpPr>
          <p:nvPr/>
        </p:nvCxnSpPr>
        <p:spPr>
          <a:xfrm flipV="1">
            <a:off x="744144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C76A35D-73A5-4A09-A27C-992E960AFC5E}"/>
              </a:ext>
            </a:extLst>
          </p:cNvPr>
          <p:cNvCxnSpPr>
            <a:cxnSpLocks/>
          </p:cNvCxnSpPr>
          <p:nvPr/>
        </p:nvCxnSpPr>
        <p:spPr>
          <a:xfrm flipV="1">
            <a:off x="813592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4C3004F-1262-46BF-BB79-9797B5765B73}"/>
              </a:ext>
            </a:extLst>
          </p:cNvPr>
          <p:cNvCxnSpPr>
            <a:cxnSpLocks/>
          </p:cNvCxnSpPr>
          <p:nvPr/>
        </p:nvCxnSpPr>
        <p:spPr>
          <a:xfrm flipV="1">
            <a:off x="883041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E73DDF8-BF92-43FE-9CA5-01D661F6ABA0}"/>
              </a:ext>
            </a:extLst>
          </p:cNvPr>
          <p:cNvCxnSpPr>
            <a:cxnSpLocks/>
          </p:cNvCxnSpPr>
          <p:nvPr/>
        </p:nvCxnSpPr>
        <p:spPr>
          <a:xfrm flipV="1">
            <a:off x="93512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7C7A46B-0A16-4DA7-820E-889FD7EA9BB1}"/>
              </a:ext>
            </a:extLst>
          </p:cNvPr>
          <p:cNvSpPr txBox="1"/>
          <p:nvPr/>
        </p:nvSpPr>
        <p:spPr>
          <a:xfrm>
            <a:off x="879395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CD0546C-C582-4ACC-AE2C-5CDE4C49F28C}"/>
              </a:ext>
            </a:extLst>
          </p:cNvPr>
          <p:cNvCxnSpPr>
            <a:cxnSpLocks/>
          </p:cNvCxnSpPr>
          <p:nvPr/>
        </p:nvCxnSpPr>
        <p:spPr>
          <a:xfrm flipV="1">
            <a:off x="917765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B7BA70D-E9C1-4304-BB65-309C2F276EBE}"/>
              </a:ext>
            </a:extLst>
          </p:cNvPr>
          <p:cNvCxnSpPr>
            <a:cxnSpLocks/>
          </p:cNvCxnSpPr>
          <p:nvPr/>
        </p:nvCxnSpPr>
        <p:spPr>
          <a:xfrm flipV="1">
            <a:off x="9524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F1AD7F-7C3D-42D8-B0BD-7F75EEC127F0}"/>
              </a:ext>
            </a:extLst>
          </p:cNvPr>
          <p:cNvCxnSpPr>
            <a:cxnSpLocks/>
          </p:cNvCxnSpPr>
          <p:nvPr/>
        </p:nvCxnSpPr>
        <p:spPr>
          <a:xfrm flipV="1">
            <a:off x="692058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46DF001-429B-4EE0-8142-6291508B8905}"/>
              </a:ext>
            </a:extLst>
          </p:cNvPr>
          <p:cNvSpPr txBox="1"/>
          <p:nvPr/>
        </p:nvSpPr>
        <p:spPr>
          <a:xfrm>
            <a:off x="64654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A73ACB-92B6-418C-BC8C-6B41FBBD6D96}"/>
              </a:ext>
            </a:extLst>
          </p:cNvPr>
          <p:cNvCxnSpPr>
            <a:cxnSpLocks/>
          </p:cNvCxnSpPr>
          <p:nvPr/>
        </p:nvCxnSpPr>
        <p:spPr>
          <a:xfrm>
            <a:off x="152400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DAE74FA-50A4-45F5-9C67-EA255689647F}"/>
              </a:ext>
            </a:extLst>
          </p:cNvPr>
          <p:cNvCxnSpPr>
            <a:cxnSpLocks/>
          </p:cNvCxnSpPr>
          <p:nvPr/>
        </p:nvCxnSpPr>
        <p:spPr>
          <a:xfrm flipV="1">
            <a:off x="57983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97769CE-1D25-4FBE-944C-909C047F027F}"/>
              </a:ext>
            </a:extLst>
          </p:cNvPr>
          <p:cNvCxnSpPr>
            <a:cxnSpLocks/>
          </p:cNvCxnSpPr>
          <p:nvPr/>
        </p:nvCxnSpPr>
        <p:spPr>
          <a:xfrm flipV="1">
            <a:off x="188199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Arrow: Down 176">
            <a:extLst>
              <a:ext uri="{FF2B5EF4-FFF2-40B4-BE49-F238E27FC236}">
                <a16:creationId xmlns:a16="http://schemas.microsoft.com/office/drawing/2014/main" id="{D98F1BC9-8B94-4E75-A2D6-88A6BC39A226}"/>
              </a:ext>
            </a:extLst>
          </p:cNvPr>
          <p:cNvSpPr/>
          <p:nvPr/>
        </p:nvSpPr>
        <p:spPr>
          <a:xfrm>
            <a:off x="443992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0B60503-D7EA-42E4-A378-A15D72E8C58A}"/>
              </a:ext>
            </a:extLst>
          </p:cNvPr>
          <p:cNvSpPr txBox="1"/>
          <p:nvPr/>
        </p:nvSpPr>
        <p:spPr>
          <a:xfrm>
            <a:off x="279123" y="43184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1,75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F974DC-7BCE-4CF5-8988-92E7FC24C50E}"/>
              </a:ext>
            </a:extLst>
          </p:cNvPr>
          <p:cNvCxnSpPr>
            <a:cxnSpLocks/>
          </p:cNvCxnSpPr>
          <p:nvPr/>
        </p:nvCxnSpPr>
        <p:spPr>
          <a:xfrm flipV="1">
            <a:off x="144794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8A095F8-9427-41F1-835A-4677842A8CEF}"/>
              </a:ext>
            </a:extLst>
          </p:cNvPr>
          <p:cNvCxnSpPr>
            <a:cxnSpLocks/>
          </p:cNvCxnSpPr>
          <p:nvPr/>
        </p:nvCxnSpPr>
        <p:spPr>
          <a:xfrm flipV="1">
            <a:off x="209902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99EBAC8-67EF-4270-A7D7-96AFA18D3D87}"/>
              </a:ext>
            </a:extLst>
          </p:cNvPr>
          <p:cNvCxnSpPr>
            <a:cxnSpLocks/>
          </p:cNvCxnSpPr>
          <p:nvPr/>
        </p:nvCxnSpPr>
        <p:spPr>
          <a:xfrm flipV="1">
            <a:off x="23160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A88CCD6-4A9E-4042-87A1-2AD7BC624DF4}"/>
              </a:ext>
            </a:extLst>
          </p:cNvPr>
          <p:cNvCxnSpPr>
            <a:cxnSpLocks/>
          </p:cNvCxnSpPr>
          <p:nvPr/>
        </p:nvCxnSpPr>
        <p:spPr>
          <a:xfrm flipV="1">
            <a:off x="275010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F777D2F-355E-4C40-BB4F-277C6E8C7640}"/>
              </a:ext>
            </a:extLst>
          </p:cNvPr>
          <p:cNvCxnSpPr>
            <a:cxnSpLocks/>
          </p:cNvCxnSpPr>
          <p:nvPr/>
        </p:nvCxnSpPr>
        <p:spPr>
          <a:xfrm flipV="1">
            <a:off x="2533079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0390D6-BE23-4296-B14A-1C0683875604}"/>
              </a:ext>
            </a:extLst>
          </p:cNvPr>
          <p:cNvCxnSpPr>
            <a:cxnSpLocks/>
          </p:cNvCxnSpPr>
          <p:nvPr/>
        </p:nvCxnSpPr>
        <p:spPr>
          <a:xfrm flipV="1">
            <a:off x="296713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C658FD9-896F-4641-8B48-78F6D57952F3}"/>
              </a:ext>
            </a:extLst>
          </p:cNvPr>
          <p:cNvCxnSpPr>
            <a:cxnSpLocks/>
          </p:cNvCxnSpPr>
          <p:nvPr/>
        </p:nvCxnSpPr>
        <p:spPr>
          <a:xfrm flipV="1">
            <a:off x="3628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22E9554E-9C43-482E-9B93-19F7E986FF3E}"/>
              </a:ext>
            </a:extLst>
          </p:cNvPr>
          <p:cNvSpPr txBox="1"/>
          <p:nvPr/>
        </p:nvSpPr>
        <p:spPr>
          <a:xfrm>
            <a:off x="592034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33DC356-C05D-4307-817A-8EBB8EA5921F}"/>
              </a:ext>
            </a:extLst>
          </p:cNvPr>
          <p:cNvCxnSpPr>
            <a:cxnSpLocks/>
          </p:cNvCxnSpPr>
          <p:nvPr/>
        </p:nvCxnSpPr>
        <p:spPr>
          <a:xfrm>
            <a:off x="342595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CDF7840-364E-467C-A47B-A90647A5EF68}"/>
              </a:ext>
            </a:extLst>
          </p:cNvPr>
          <p:cNvCxnSpPr>
            <a:cxnSpLocks/>
          </p:cNvCxnSpPr>
          <p:nvPr/>
        </p:nvCxnSpPr>
        <p:spPr>
          <a:xfrm flipV="1">
            <a:off x="3822384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F9998EF-079F-47FB-A6AB-148095F2BAB6}"/>
              </a:ext>
            </a:extLst>
          </p:cNvPr>
          <p:cNvCxnSpPr>
            <a:cxnSpLocks/>
          </p:cNvCxnSpPr>
          <p:nvPr/>
        </p:nvCxnSpPr>
        <p:spPr>
          <a:xfrm flipV="1">
            <a:off x="493852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Arrow: Down 191">
            <a:extLst>
              <a:ext uri="{FF2B5EF4-FFF2-40B4-BE49-F238E27FC236}">
                <a16:creationId xmlns:a16="http://schemas.microsoft.com/office/drawing/2014/main" id="{BACBBAA8-6C7D-474A-86DC-4F59E5423463}"/>
              </a:ext>
            </a:extLst>
          </p:cNvPr>
          <p:cNvSpPr/>
          <p:nvPr/>
        </p:nvSpPr>
        <p:spPr>
          <a:xfrm>
            <a:off x="498500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CF56D52-7959-4839-B4B0-50335CEF7A1E}"/>
              </a:ext>
            </a:extLst>
          </p:cNvPr>
          <p:cNvSpPr txBox="1"/>
          <p:nvPr/>
        </p:nvSpPr>
        <p:spPr>
          <a:xfrm>
            <a:off x="4878645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6,5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42907F5-84D6-4802-8DCB-AB3D2A613DAE}"/>
              </a:ext>
            </a:extLst>
          </p:cNvPr>
          <p:cNvCxnSpPr>
            <a:cxnSpLocks/>
          </p:cNvCxnSpPr>
          <p:nvPr/>
        </p:nvCxnSpPr>
        <p:spPr>
          <a:xfrm flipV="1">
            <a:off x="438045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6905093-2244-4CA5-88C8-A7A652D0336A}"/>
              </a:ext>
            </a:extLst>
          </p:cNvPr>
          <p:cNvCxnSpPr>
            <a:cxnSpLocks/>
          </p:cNvCxnSpPr>
          <p:nvPr/>
        </p:nvCxnSpPr>
        <p:spPr>
          <a:xfrm flipV="1">
            <a:off x="549659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5775623-8444-4D2A-9C93-A5F492363910}"/>
              </a:ext>
            </a:extLst>
          </p:cNvPr>
          <p:cNvCxnSpPr>
            <a:cxnSpLocks/>
          </p:cNvCxnSpPr>
          <p:nvPr/>
        </p:nvCxnSpPr>
        <p:spPr>
          <a:xfrm flipV="1">
            <a:off x="568261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914DA4-D397-4499-84F2-C7D24DB540B3}"/>
              </a:ext>
            </a:extLst>
          </p:cNvPr>
          <p:cNvCxnSpPr>
            <a:cxnSpLocks/>
          </p:cNvCxnSpPr>
          <p:nvPr/>
        </p:nvCxnSpPr>
        <p:spPr>
          <a:xfrm flipV="1">
            <a:off x="605466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AC73772B-955D-4577-9B4A-CF828C9160BF}"/>
              </a:ext>
            </a:extLst>
          </p:cNvPr>
          <p:cNvSpPr txBox="1"/>
          <p:nvPr/>
        </p:nvSpPr>
        <p:spPr>
          <a:xfrm>
            <a:off x="3592388" y="469034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5,8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371D6DB-F72A-4B22-A612-E0931F8CD19A}"/>
              </a:ext>
            </a:extLst>
          </p:cNvPr>
          <p:cNvCxnSpPr>
            <a:cxnSpLocks/>
          </p:cNvCxnSpPr>
          <p:nvPr/>
        </p:nvCxnSpPr>
        <p:spPr>
          <a:xfrm flipV="1">
            <a:off x="5868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16939DE-6675-463B-96A9-025A9FE771AD}"/>
              </a:ext>
            </a:extLst>
          </p:cNvPr>
          <p:cNvCxnSpPr>
            <a:cxnSpLocks/>
          </p:cNvCxnSpPr>
          <p:nvPr/>
        </p:nvCxnSpPr>
        <p:spPr>
          <a:xfrm flipV="1">
            <a:off x="624068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2EC8C62-3905-4C3F-9A6D-920E7FD9C427}"/>
              </a:ext>
            </a:extLst>
          </p:cNvPr>
          <p:cNvCxnSpPr>
            <a:cxnSpLocks/>
          </p:cNvCxnSpPr>
          <p:nvPr/>
        </p:nvCxnSpPr>
        <p:spPr>
          <a:xfrm flipV="1">
            <a:off x="363636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B8FED9-E490-4656-AA46-5F306B4E7EDA}"/>
              </a:ext>
            </a:extLst>
          </p:cNvPr>
          <p:cNvSpPr txBox="1"/>
          <p:nvPr/>
        </p:nvSpPr>
        <p:spPr>
          <a:xfrm>
            <a:off x="724749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049413A-7F9C-4891-859C-3109CFDDDB2D}"/>
              </a:ext>
            </a:extLst>
          </p:cNvPr>
          <p:cNvCxnSpPr>
            <a:cxnSpLocks/>
          </p:cNvCxnSpPr>
          <p:nvPr/>
        </p:nvCxnSpPr>
        <p:spPr>
          <a:xfrm>
            <a:off x="671017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40D1736-A9A4-48AC-A169-27EEAC9104B0}"/>
              </a:ext>
            </a:extLst>
          </p:cNvPr>
          <p:cNvCxnSpPr>
            <a:cxnSpLocks/>
          </p:cNvCxnSpPr>
          <p:nvPr/>
        </p:nvCxnSpPr>
        <p:spPr>
          <a:xfrm flipV="1">
            <a:off x="715733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C62F060-8DA8-41DC-88CB-4AA95B84659B}"/>
              </a:ext>
            </a:extLst>
          </p:cNvPr>
          <p:cNvCxnSpPr>
            <a:cxnSpLocks/>
          </p:cNvCxnSpPr>
          <p:nvPr/>
        </p:nvCxnSpPr>
        <p:spPr>
          <a:xfrm flipV="1">
            <a:off x="810436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14AC37AE-4D89-4EFF-9CC1-C7DFCDB9CD8A}"/>
              </a:ext>
            </a:extLst>
          </p:cNvPr>
          <p:cNvSpPr/>
          <p:nvPr/>
        </p:nvSpPr>
        <p:spPr>
          <a:xfrm>
            <a:off x="797204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3C98667-89B4-470A-8101-072A25046F88}"/>
              </a:ext>
            </a:extLst>
          </p:cNvPr>
          <p:cNvSpPr txBox="1"/>
          <p:nvPr/>
        </p:nvSpPr>
        <p:spPr>
          <a:xfrm>
            <a:off x="7877114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4,4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EF499E0-7B2E-41D0-9D02-7056189F06EA}"/>
              </a:ext>
            </a:extLst>
          </p:cNvPr>
          <p:cNvCxnSpPr>
            <a:cxnSpLocks/>
          </p:cNvCxnSpPr>
          <p:nvPr/>
        </p:nvCxnSpPr>
        <p:spPr>
          <a:xfrm flipV="1">
            <a:off x="76308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9412B25-38CF-48C8-BF0F-BC2FB2365B5F}"/>
              </a:ext>
            </a:extLst>
          </p:cNvPr>
          <p:cNvCxnSpPr>
            <a:cxnSpLocks/>
          </p:cNvCxnSpPr>
          <p:nvPr/>
        </p:nvCxnSpPr>
        <p:spPr>
          <a:xfrm flipV="1">
            <a:off x="857788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F402A1-3E6A-45DF-AA6D-29D7690380F4}"/>
              </a:ext>
            </a:extLst>
          </p:cNvPr>
          <p:cNvCxnSpPr>
            <a:cxnSpLocks/>
          </p:cNvCxnSpPr>
          <p:nvPr/>
        </p:nvCxnSpPr>
        <p:spPr>
          <a:xfrm flipV="1">
            <a:off x="8814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DFCBBCC-FEED-437D-8A59-80307E7D57D4}"/>
              </a:ext>
            </a:extLst>
          </p:cNvPr>
          <p:cNvCxnSpPr>
            <a:cxnSpLocks/>
          </p:cNvCxnSpPr>
          <p:nvPr/>
        </p:nvCxnSpPr>
        <p:spPr>
          <a:xfrm flipV="1">
            <a:off x="928815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C1BC460-3837-440C-AD45-E5507CAE82A4}"/>
              </a:ext>
            </a:extLst>
          </p:cNvPr>
          <p:cNvSpPr txBox="1"/>
          <p:nvPr/>
        </p:nvSpPr>
        <p:spPr>
          <a:xfrm>
            <a:off x="8423201" y="46903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E6590F9-D5C5-4714-8452-86618B618CD3}"/>
              </a:ext>
            </a:extLst>
          </p:cNvPr>
          <p:cNvCxnSpPr>
            <a:cxnSpLocks/>
          </p:cNvCxnSpPr>
          <p:nvPr/>
        </p:nvCxnSpPr>
        <p:spPr>
          <a:xfrm flipV="1">
            <a:off x="905139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56531EE2-488C-4678-BBF8-89F0A39F35C3}"/>
              </a:ext>
            </a:extLst>
          </p:cNvPr>
          <p:cNvCxnSpPr>
            <a:cxnSpLocks/>
          </p:cNvCxnSpPr>
          <p:nvPr/>
        </p:nvCxnSpPr>
        <p:spPr>
          <a:xfrm flipV="1">
            <a:off x="952490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E95AD15-BBF0-4FAB-91CC-57109A3800B4}"/>
              </a:ext>
            </a:extLst>
          </p:cNvPr>
          <p:cNvCxnSpPr>
            <a:cxnSpLocks/>
          </p:cNvCxnSpPr>
          <p:nvPr/>
        </p:nvCxnSpPr>
        <p:spPr>
          <a:xfrm flipV="1">
            <a:off x="692058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B454C2DF-8251-4F3F-8222-6EDC62A728E6}"/>
              </a:ext>
            </a:extLst>
          </p:cNvPr>
          <p:cNvSpPr txBox="1"/>
          <p:nvPr/>
        </p:nvSpPr>
        <p:spPr>
          <a:xfrm>
            <a:off x="1637144" y="603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C9FF02C-85A7-4277-A982-A01A92E66B59}"/>
              </a:ext>
            </a:extLst>
          </p:cNvPr>
          <p:cNvCxnSpPr>
            <a:cxnSpLocks/>
          </p:cNvCxnSpPr>
          <p:nvPr/>
        </p:nvCxnSpPr>
        <p:spPr>
          <a:xfrm>
            <a:off x="152400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EEBE110-BB25-4EA3-8C53-6BF145C7FD41}"/>
              </a:ext>
            </a:extLst>
          </p:cNvPr>
          <p:cNvCxnSpPr>
            <a:cxnSpLocks/>
          </p:cNvCxnSpPr>
          <p:nvPr/>
        </p:nvCxnSpPr>
        <p:spPr>
          <a:xfrm flipV="1">
            <a:off x="599566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3A26922-31A2-45B9-B0A0-6113F59E96E5}"/>
              </a:ext>
            </a:extLst>
          </p:cNvPr>
          <p:cNvCxnSpPr>
            <a:cxnSpLocks/>
          </p:cNvCxnSpPr>
          <p:nvPr/>
        </p:nvCxnSpPr>
        <p:spPr>
          <a:xfrm flipV="1">
            <a:off x="1546594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F17AF4EA-F1CB-46A1-AB46-AE47ED94C73F}"/>
              </a:ext>
            </a:extLst>
          </p:cNvPr>
          <p:cNvSpPr/>
          <p:nvPr/>
        </p:nvSpPr>
        <p:spPr>
          <a:xfrm>
            <a:off x="949452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BF80840-9EC1-46E8-94B4-174DB09F82F3}"/>
              </a:ext>
            </a:extLst>
          </p:cNvPr>
          <p:cNvSpPr txBox="1"/>
          <p:nvPr/>
        </p:nvSpPr>
        <p:spPr>
          <a:xfrm>
            <a:off x="843092" y="565961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5,6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05AF103-36E3-4FC0-BC34-9584FE86355C}"/>
              </a:ext>
            </a:extLst>
          </p:cNvPr>
          <p:cNvCxnSpPr>
            <a:cxnSpLocks/>
          </p:cNvCxnSpPr>
          <p:nvPr/>
        </p:nvCxnSpPr>
        <p:spPr>
          <a:xfrm flipV="1">
            <a:off x="1073080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069D371-C119-40EA-A236-CB438C9746D1}"/>
              </a:ext>
            </a:extLst>
          </p:cNvPr>
          <p:cNvCxnSpPr>
            <a:cxnSpLocks/>
          </p:cNvCxnSpPr>
          <p:nvPr/>
        </p:nvCxnSpPr>
        <p:spPr>
          <a:xfrm flipV="1">
            <a:off x="2020108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0807A51-5105-4A9F-BF80-18750378C43A}"/>
              </a:ext>
            </a:extLst>
          </p:cNvPr>
          <p:cNvCxnSpPr>
            <a:cxnSpLocks/>
          </p:cNvCxnSpPr>
          <p:nvPr/>
        </p:nvCxnSpPr>
        <p:spPr>
          <a:xfrm flipV="1">
            <a:off x="225686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EDF43BF-FD3E-41AE-9601-DB6EF4FA34DC}"/>
              </a:ext>
            </a:extLst>
          </p:cNvPr>
          <p:cNvCxnSpPr>
            <a:cxnSpLocks/>
          </p:cNvCxnSpPr>
          <p:nvPr/>
        </p:nvCxnSpPr>
        <p:spPr>
          <a:xfrm flipV="1">
            <a:off x="273037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0C8A6652-8814-4C92-8191-3DB0BA475723}"/>
              </a:ext>
            </a:extLst>
          </p:cNvPr>
          <p:cNvSpPr txBox="1"/>
          <p:nvPr/>
        </p:nvSpPr>
        <p:spPr>
          <a:xfrm>
            <a:off x="2017334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7,8</a:t>
            </a: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AA1A9B7-5AC7-4277-AC17-C6EDA020EBF6}"/>
              </a:ext>
            </a:extLst>
          </p:cNvPr>
          <p:cNvCxnSpPr>
            <a:cxnSpLocks/>
          </p:cNvCxnSpPr>
          <p:nvPr/>
        </p:nvCxnSpPr>
        <p:spPr>
          <a:xfrm flipV="1">
            <a:off x="2493622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5FF2FC-4B49-498F-BA69-57A582855CCD}"/>
              </a:ext>
            </a:extLst>
          </p:cNvPr>
          <p:cNvCxnSpPr>
            <a:cxnSpLocks/>
          </p:cNvCxnSpPr>
          <p:nvPr/>
        </p:nvCxnSpPr>
        <p:spPr>
          <a:xfrm flipV="1">
            <a:off x="296713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D9CCEEC-F970-4376-92E0-F11C47E962C9}"/>
              </a:ext>
            </a:extLst>
          </p:cNvPr>
          <p:cNvCxnSpPr>
            <a:cxnSpLocks/>
          </p:cNvCxnSpPr>
          <p:nvPr/>
        </p:nvCxnSpPr>
        <p:spPr>
          <a:xfrm flipV="1">
            <a:off x="3628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CECE8C5-6698-46FA-B147-B8D4FEF5C2F9}"/>
              </a:ext>
            </a:extLst>
          </p:cNvPr>
          <p:cNvSpPr txBox="1"/>
          <p:nvPr/>
        </p:nvSpPr>
        <p:spPr>
          <a:xfrm>
            <a:off x="380098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0,1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343C57E-D9B1-4C2A-AA98-A40F9F8C88BA}"/>
              </a:ext>
            </a:extLst>
          </p:cNvPr>
          <p:cNvCxnSpPr>
            <a:cxnSpLocks/>
          </p:cNvCxnSpPr>
          <p:nvPr/>
        </p:nvCxnSpPr>
        <p:spPr>
          <a:xfrm>
            <a:off x="342595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F058812-7E4E-403F-A99A-67AA6EC7F5CD}"/>
              </a:ext>
            </a:extLst>
          </p:cNvPr>
          <p:cNvCxnSpPr>
            <a:cxnSpLocks/>
          </p:cNvCxnSpPr>
          <p:nvPr/>
        </p:nvCxnSpPr>
        <p:spPr>
          <a:xfrm flipV="1">
            <a:off x="423735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6502562-AE7D-4884-AB05-A9DD26C9488A}"/>
              </a:ext>
            </a:extLst>
          </p:cNvPr>
          <p:cNvCxnSpPr>
            <a:cxnSpLocks/>
          </p:cNvCxnSpPr>
          <p:nvPr/>
        </p:nvCxnSpPr>
        <p:spPr>
          <a:xfrm flipV="1">
            <a:off x="503868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1316DFB7-0DB3-4D1D-B483-74C69575EB74}"/>
              </a:ext>
            </a:extLst>
          </p:cNvPr>
          <p:cNvSpPr/>
          <p:nvPr/>
        </p:nvSpPr>
        <p:spPr>
          <a:xfrm>
            <a:off x="488594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D6FD0B8-894A-4B45-888C-B156988FB701}"/>
              </a:ext>
            </a:extLst>
          </p:cNvPr>
          <p:cNvSpPr txBox="1"/>
          <p:nvPr/>
        </p:nvSpPr>
        <p:spPr>
          <a:xfrm>
            <a:off x="4779584" y="565961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0,4</a:t>
            </a: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892B598-FEEA-47D6-AC88-C7D2E3882352}"/>
              </a:ext>
            </a:extLst>
          </p:cNvPr>
          <p:cNvCxnSpPr>
            <a:cxnSpLocks/>
          </p:cNvCxnSpPr>
          <p:nvPr/>
        </p:nvCxnSpPr>
        <p:spPr>
          <a:xfrm flipV="1">
            <a:off x="543934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9FC282B5-365E-4E3F-9322-B5B75F823676}"/>
              </a:ext>
            </a:extLst>
          </p:cNvPr>
          <p:cNvCxnSpPr>
            <a:cxnSpLocks/>
          </p:cNvCxnSpPr>
          <p:nvPr/>
        </p:nvCxnSpPr>
        <p:spPr>
          <a:xfrm flipV="1">
            <a:off x="563968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314C9C2C-8EBC-43ED-8C19-CFF01578FCD7}"/>
              </a:ext>
            </a:extLst>
          </p:cNvPr>
          <p:cNvCxnSpPr>
            <a:cxnSpLocks/>
          </p:cNvCxnSpPr>
          <p:nvPr/>
        </p:nvCxnSpPr>
        <p:spPr>
          <a:xfrm flipV="1">
            <a:off x="60403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E8F50B8-ED2B-422D-A71A-4A044858E2E4}"/>
              </a:ext>
            </a:extLst>
          </p:cNvPr>
          <p:cNvSpPr txBox="1"/>
          <p:nvPr/>
        </p:nvSpPr>
        <p:spPr>
          <a:xfrm>
            <a:off x="5405948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0,5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F922268-43D3-4980-A1B0-CF2E273CB5F8}"/>
              </a:ext>
            </a:extLst>
          </p:cNvPr>
          <p:cNvCxnSpPr>
            <a:cxnSpLocks/>
          </p:cNvCxnSpPr>
          <p:nvPr/>
        </p:nvCxnSpPr>
        <p:spPr>
          <a:xfrm flipV="1">
            <a:off x="58400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190C9E8-E131-4979-AEF8-607896B0A390}"/>
              </a:ext>
            </a:extLst>
          </p:cNvPr>
          <p:cNvCxnSpPr>
            <a:cxnSpLocks/>
          </p:cNvCxnSpPr>
          <p:nvPr/>
        </p:nvCxnSpPr>
        <p:spPr>
          <a:xfrm flipV="1">
            <a:off x="624068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48F152B-B15B-4FE1-B4C8-1D7C604F0F8F}"/>
              </a:ext>
            </a:extLst>
          </p:cNvPr>
          <p:cNvCxnSpPr>
            <a:cxnSpLocks/>
          </p:cNvCxnSpPr>
          <p:nvPr/>
        </p:nvCxnSpPr>
        <p:spPr>
          <a:xfrm flipV="1">
            <a:off x="363636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B94CF3B5-6895-47B1-B9BD-AC2C408B3031}"/>
              </a:ext>
            </a:extLst>
          </p:cNvPr>
          <p:cNvSpPr txBox="1"/>
          <p:nvPr/>
        </p:nvSpPr>
        <p:spPr>
          <a:xfrm>
            <a:off x="828789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5,3</a:t>
            </a:r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9146AD6-7D18-4A2A-ADBF-7F4C0AC7243C}"/>
              </a:ext>
            </a:extLst>
          </p:cNvPr>
          <p:cNvCxnSpPr>
            <a:cxnSpLocks/>
          </p:cNvCxnSpPr>
          <p:nvPr/>
        </p:nvCxnSpPr>
        <p:spPr>
          <a:xfrm>
            <a:off x="671017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DEC104E-E366-4D5A-AEE3-3E343293C4E7}"/>
              </a:ext>
            </a:extLst>
          </p:cNvPr>
          <p:cNvCxnSpPr>
            <a:cxnSpLocks/>
          </p:cNvCxnSpPr>
          <p:nvPr/>
        </p:nvCxnSpPr>
        <p:spPr>
          <a:xfrm flipV="1">
            <a:off x="71209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268AB4C-6D61-487D-8FAA-8F27845D00BC}"/>
              </a:ext>
            </a:extLst>
          </p:cNvPr>
          <p:cNvCxnSpPr>
            <a:cxnSpLocks/>
          </p:cNvCxnSpPr>
          <p:nvPr/>
        </p:nvCxnSpPr>
        <p:spPr>
          <a:xfrm flipV="1">
            <a:off x="792224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Arrow: Down 251">
            <a:extLst>
              <a:ext uri="{FF2B5EF4-FFF2-40B4-BE49-F238E27FC236}">
                <a16:creationId xmlns:a16="http://schemas.microsoft.com/office/drawing/2014/main" id="{0BEBA6D4-D8E7-4420-ACF5-57EB169F147F}"/>
              </a:ext>
            </a:extLst>
          </p:cNvPr>
          <p:cNvSpPr/>
          <p:nvPr/>
        </p:nvSpPr>
        <p:spPr>
          <a:xfrm>
            <a:off x="738530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3AA09C9-C529-485F-88BE-340482384A2E}"/>
              </a:ext>
            </a:extLst>
          </p:cNvPr>
          <p:cNvSpPr txBox="1"/>
          <p:nvPr/>
        </p:nvSpPr>
        <p:spPr>
          <a:xfrm>
            <a:off x="7220435" y="565961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3,55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5014F00-B4E4-4860-A6AF-9A29069246A8}"/>
              </a:ext>
            </a:extLst>
          </p:cNvPr>
          <p:cNvCxnSpPr>
            <a:cxnSpLocks/>
          </p:cNvCxnSpPr>
          <p:nvPr/>
        </p:nvCxnSpPr>
        <p:spPr>
          <a:xfrm flipV="1">
            <a:off x="752157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0B4BD0D-F4EB-43C9-87BC-1555FDECD825}"/>
              </a:ext>
            </a:extLst>
          </p:cNvPr>
          <p:cNvCxnSpPr>
            <a:cxnSpLocks/>
          </p:cNvCxnSpPr>
          <p:nvPr/>
        </p:nvCxnSpPr>
        <p:spPr>
          <a:xfrm flipV="1">
            <a:off x="832290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3EDB69F-8EF6-45B4-BA33-F20A45179964}"/>
              </a:ext>
            </a:extLst>
          </p:cNvPr>
          <p:cNvCxnSpPr>
            <a:cxnSpLocks/>
          </p:cNvCxnSpPr>
          <p:nvPr/>
        </p:nvCxnSpPr>
        <p:spPr>
          <a:xfrm flipV="1">
            <a:off x="872356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29C6BDFD-BEDD-431E-9EDE-7BCF3507297E}"/>
              </a:ext>
            </a:extLst>
          </p:cNvPr>
          <p:cNvCxnSpPr>
            <a:cxnSpLocks/>
          </p:cNvCxnSpPr>
          <p:nvPr/>
        </p:nvCxnSpPr>
        <p:spPr>
          <a:xfrm flipV="1">
            <a:off x="932456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F375FD1-3762-4677-BAA9-DCB86D724B8F}"/>
              </a:ext>
            </a:extLst>
          </p:cNvPr>
          <p:cNvSpPr txBox="1"/>
          <p:nvPr/>
        </p:nvSpPr>
        <p:spPr>
          <a:xfrm>
            <a:off x="8768641" y="603146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EE5C9A7-AC75-46CE-8EBD-1AE0217C8895}"/>
              </a:ext>
            </a:extLst>
          </p:cNvPr>
          <p:cNvCxnSpPr>
            <a:cxnSpLocks/>
          </p:cNvCxnSpPr>
          <p:nvPr/>
        </p:nvCxnSpPr>
        <p:spPr>
          <a:xfrm flipV="1">
            <a:off x="912423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022882A-EE74-459D-A31F-24DBDC0EA5E9}"/>
              </a:ext>
            </a:extLst>
          </p:cNvPr>
          <p:cNvCxnSpPr>
            <a:cxnSpLocks/>
          </p:cNvCxnSpPr>
          <p:nvPr/>
        </p:nvCxnSpPr>
        <p:spPr>
          <a:xfrm flipV="1">
            <a:off x="952490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4F054E-D665-4AC0-BA3C-441F57179760}"/>
              </a:ext>
            </a:extLst>
          </p:cNvPr>
          <p:cNvCxnSpPr>
            <a:cxnSpLocks/>
          </p:cNvCxnSpPr>
          <p:nvPr/>
        </p:nvCxnSpPr>
        <p:spPr>
          <a:xfrm flipV="1">
            <a:off x="692058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D1C2160-62D9-4183-9A96-C04855B2B207}"/>
              </a:ext>
            </a:extLst>
          </p:cNvPr>
          <p:cNvCxnSpPr>
            <a:cxnSpLocks/>
          </p:cNvCxnSpPr>
          <p:nvPr/>
        </p:nvCxnSpPr>
        <p:spPr>
          <a:xfrm flipV="1">
            <a:off x="41098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4F525E0-ACCC-4B72-BC99-1CC39E1BC126}"/>
              </a:ext>
            </a:extLst>
          </p:cNvPr>
          <p:cNvCxnSpPr>
            <a:cxnSpLocks/>
          </p:cNvCxnSpPr>
          <p:nvPr/>
        </p:nvCxnSpPr>
        <p:spPr>
          <a:xfrm flipV="1">
            <a:off x="458338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B17D4FC-220C-4FBF-B46E-449C131B1A69}"/>
              </a:ext>
            </a:extLst>
          </p:cNvPr>
          <p:cNvCxnSpPr>
            <a:cxnSpLocks/>
          </p:cNvCxnSpPr>
          <p:nvPr/>
        </p:nvCxnSpPr>
        <p:spPr>
          <a:xfrm flipV="1">
            <a:off x="5056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6660649-F885-4C4F-BAD4-4B9E13432909}"/>
              </a:ext>
            </a:extLst>
          </p:cNvPr>
          <p:cNvCxnSpPr>
            <a:cxnSpLocks/>
          </p:cNvCxnSpPr>
          <p:nvPr/>
        </p:nvCxnSpPr>
        <p:spPr>
          <a:xfrm flipV="1">
            <a:off x="726782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E72CB9A-E4DD-41D7-9B2F-4849FC89ECBC}"/>
              </a:ext>
            </a:extLst>
          </p:cNvPr>
          <p:cNvCxnSpPr>
            <a:cxnSpLocks/>
          </p:cNvCxnSpPr>
          <p:nvPr/>
        </p:nvCxnSpPr>
        <p:spPr>
          <a:xfrm flipV="1">
            <a:off x="761506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8C4220-3CB6-4EBC-AD3A-53F374474C9F}"/>
              </a:ext>
            </a:extLst>
          </p:cNvPr>
          <p:cNvCxnSpPr>
            <a:cxnSpLocks/>
          </p:cNvCxnSpPr>
          <p:nvPr/>
        </p:nvCxnSpPr>
        <p:spPr>
          <a:xfrm flipV="1">
            <a:off x="796230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9B157459-2E26-4639-9D04-070B7F3937B4}"/>
              </a:ext>
            </a:extLst>
          </p:cNvPr>
          <p:cNvCxnSpPr>
            <a:cxnSpLocks/>
          </p:cNvCxnSpPr>
          <p:nvPr/>
        </p:nvCxnSpPr>
        <p:spPr>
          <a:xfrm flipV="1">
            <a:off x="830954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1BEB3C1-6F06-4E2D-A1D3-F905EEE09C91}"/>
              </a:ext>
            </a:extLst>
          </p:cNvPr>
          <p:cNvCxnSpPr>
            <a:cxnSpLocks/>
          </p:cNvCxnSpPr>
          <p:nvPr/>
        </p:nvCxnSpPr>
        <p:spPr>
          <a:xfrm flipV="1">
            <a:off x="865679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2BD691A-76A3-4FDE-802B-F5F629A25F06}"/>
              </a:ext>
            </a:extLst>
          </p:cNvPr>
          <p:cNvCxnSpPr>
            <a:cxnSpLocks/>
          </p:cNvCxnSpPr>
          <p:nvPr/>
        </p:nvCxnSpPr>
        <p:spPr>
          <a:xfrm flipV="1">
            <a:off x="9004033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A803C3C-2764-4B4D-9D4B-944A9969BCC2}"/>
              </a:ext>
            </a:extLst>
          </p:cNvPr>
          <p:cNvCxnSpPr>
            <a:cxnSpLocks/>
          </p:cNvCxnSpPr>
          <p:nvPr/>
        </p:nvCxnSpPr>
        <p:spPr>
          <a:xfrm flipV="1">
            <a:off x="8483170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4E51F52-5C29-40BF-B748-604D290DAB48}"/>
              </a:ext>
            </a:extLst>
          </p:cNvPr>
          <p:cNvCxnSpPr>
            <a:cxnSpLocks/>
          </p:cNvCxnSpPr>
          <p:nvPr/>
        </p:nvCxnSpPr>
        <p:spPr>
          <a:xfrm flipV="1">
            <a:off x="796863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CE76CCE-74C8-4998-8C05-DEC2E7278C47}"/>
              </a:ext>
            </a:extLst>
          </p:cNvPr>
          <p:cNvCxnSpPr>
            <a:cxnSpLocks/>
          </p:cNvCxnSpPr>
          <p:nvPr/>
        </p:nvCxnSpPr>
        <p:spPr>
          <a:xfrm flipV="1">
            <a:off x="101389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8B4FCF4-A992-44DD-B044-D1C48E936227}"/>
              </a:ext>
            </a:extLst>
          </p:cNvPr>
          <p:cNvCxnSpPr>
            <a:cxnSpLocks/>
          </p:cNvCxnSpPr>
          <p:nvPr/>
        </p:nvCxnSpPr>
        <p:spPr>
          <a:xfrm flipV="1">
            <a:off x="123091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F6F28717-B98E-45D7-88D8-E51FA14B0028}"/>
              </a:ext>
            </a:extLst>
          </p:cNvPr>
          <p:cNvCxnSpPr>
            <a:cxnSpLocks/>
          </p:cNvCxnSpPr>
          <p:nvPr/>
        </p:nvCxnSpPr>
        <p:spPr>
          <a:xfrm flipV="1">
            <a:off x="166497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CACB87D8-EDF9-4CE3-A00C-3537B16D6397}"/>
              </a:ext>
            </a:extLst>
          </p:cNvPr>
          <p:cNvSpPr txBox="1"/>
          <p:nvPr/>
        </p:nvSpPr>
        <p:spPr>
          <a:xfrm>
            <a:off x="238898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53A0F2D-5B1D-48E5-9FDB-09CE97A4B316}"/>
              </a:ext>
            </a:extLst>
          </p:cNvPr>
          <p:cNvCxnSpPr>
            <a:cxnSpLocks/>
          </p:cNvCxnSpPr>
          <p:nvPr/>
        </p:nvCxnSpPr>
        <p:spPr>
          <a:xfrm flipV="1">
            <a:off x="400840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EC45C0A9-C6C9-45DB-A1B0-D3998C9773C0}"/>
              </a:ext>
            </a:extLst>
          </p:cNvPr>
          <p:cNvCxnSpPr>
            <a:cxnSpLocks/>
          </p:cNvCxnSpPr>
          <p:nvPr/>
        </p:nvCxnSpPr>
        <p:spPr>
          <a:xfrm flipV="1">
            <a:off x="419443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A468E70-B81D-4EE3-8F8C-4AD0A6D0A4FF}"/>
              </a:ext>
            </a:extLst>
          </p:cNvPr>
          <p:cNvCxnSpPr>
            <a:cxnSpLocks/>
          </p:cNvCxnSpPr>
          <p:nvPr/>
        </p:nvCxnSpPr>
        <p:spPr>
          <a:xfrm flipV="1">
            <a:off x="456647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F401E9E3-87FC-41D1-A3AC-48CA164B98B1}"/>
              </a:ext>
            </a:extLst>
          </p:cNvPr>
          <p:cNvCxnSpPr>
            <a:cxnSpLocks/>
          </p:cNvCxnSpPr>
          <p:nvPr/>
        </p:nvCxnSpPr>
        <p:spPr>
          <a:xfrm flipV="1">
            <a:off x="475249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67FCE5ED-3E2B-4A20-BB6E-DDA8C0483D42}"/>
              </a:ext>
            </a:extLst>
          </p:cNvPr>
          <p:cNvCxnSpPr>
            <a:cxnSpLocks/>
          </p:cNvCxnSpPr>
          <p:nvPr/>
        </p:nvCxnSpPr>
        <p:spPr>
          <a:xfrm flipV="1">
            <a:off x="512454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82342FB5-FBBA-494B-BBA9-70D198AFFB7A}"/>
              </a:ext>
            </a:extLst>
          </p:cNvPr>
          <p:cNvCxnSpPr>
            <a:cxnSpLocks/>
          </p:cNvCxnSpPr>
          <p:nvPr/>
        </p:nvCxnSpPr>
        <p:spPr>
          <a:xfrm flipV="1">
            <a:off x="531056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FD90C37-0C3D-47DA-AE80-4DADF173CD99}"/>
              </a:ext>
            </a:extLst>
          </p:cNvPr>
          <p:cNvCxnSpPr>
            <a:cxnSpLocks/>
          </p:cNvCxnSpPr>
          <p:nvPr/>
        </p:nvCxnSpPr>
        <p:spPr>
          <a:xfrm flipV="1">
            <a:off x="7394095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9502F8-DDEF-40D7-BA29-79F6838A17E6}"/>
              </a:ext>
            </a:extLst>
          </p:cNvPr>
          <p:cNvCxnSpPr>
            <a:cxnSpLocks/>
          </p:cNvCxnSpPr>
          <p:nvPr/>
        </p:nvCxnSpPr>
        <p:spPr>
          <a:xfrm flipV="1">
            <a:off x="78676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812474D-3BEE-42A7-BA13-20910A9A52A9}"/>
              </a:ext>
            </a:extLst>
          </p:cNvPr>
          <p:cNvCxnSpPr>
            <a:cxnSpLocks/>
          </p:cNvCxnSpPr>
          <p:nvPr/>
        </p:nvCxnSpPr>
        <p:spPr>
          <a:xfrm flipV="1">
            <a:off x="834112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D516441D-87FF-426F-82A2-6647CF92EBDF}"/>
              </a:ext>
            </a:extLst>
          </p:cNvPr>
          <p:cNvCxnSpPr>
            <a:cxnSpLocks/>
          </p:cNvCxnSpPr>
          <p:nvPr/>
        </p:nvCxnSpPr>
        <p:spPr>
          <a:xfrm flipV="1">
            <a:off x="836323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E3A2732-9D7F-42AF-ACD5-E3802005A43C}"/>
              </a:ext>
            </a:extLst>
          </p:cNvPr>
          <p:cNvCxnSpPr>
            <a:cxnSpLocks/>
          </p:cNvCxnSpPr>
          <p:nvPr/>
        </p:nvCxnSpPr>
        <p:spPr>
          <a:xfrm flipV="1">
            <a:off x="1309837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F9AF9BA7-0B4D-4536-90A2-4C0C6C2F5772}"/>
              </a:ext>
            </a:extLst>
          </p:cNvPr>
          <p:cNvCxnSpPr>
            <a:cxnSpLocks/>
          </p:cNvCxnSpPr>
          <p:nvPr/>
        </p:nvCxnSpPr>
        <p:spPr>
          <a:xfrm flipV="1">
            <a:off x="1783351" y="6314244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49FA82A-6EFB-4144-BAA2-1B3DCC09B184}"/>
              </a:ext>
            </a:extLst>
          </p:cNvPr>
          <p:cNvCxnSpPr>
            <a:cxnSpLocks/>
          </p:cNvCxnSpPr>
          <p:nvPr/>
        </p:nvCxnSpPr>
        <p:spPr>
          <a:xfrm flipV="1">
            <a:off x="483835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1F799E9-9EC8-40CB-A464-592BD4E28FB3}"/>
              </a:ext>
            </a:extLst>
          </p:cNvPr>
          <p:cNvCxnSpPr>
            <a:cxnSpLocks/>
          </p:cNvCxnSpPr>
          <p:nvPr/>
        </p:nvCxnSpPr>
        <p:spPr>
          <a:xfrm flipV="1">
            <a:off x="523901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7BDD512B-D0E3-4964-AE18-7510EDCA7D10}"/>
              </a:ext>
            </a:extLst>
          </p:cNvPr>
          <p:cNvCxnSpPr>
            <a:cxnSpLocks/>
          </p:cNvCxnSpPr>
          <p:nvPr/>
        </p:nvCxnSpPr>
        <p:spPr>
          <a:xfrm flipV="1">
            <a:off x="383669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9E3E970A-3EEA-47BC-807E-0B59012CCA9A}"/>
              </a:ext>
            </a:extLst>
          </p:cNvPr>
          <p:cNvCxnSpPr>
            <a:cxnSpLocks/>
          </p:cNvCxnSpPr>
          <p:nvPr/>
        </p:nvCxnSpPr>
        <p:spPr>
          <a:xfrm flipV="1">
            <a:off x="403702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715FB5AB-7705-4E99-A4B4-803094AE0926}"/>
              </a:ext>
            </a:extLst>
          </p:cNvPr>
          <p:cNvCxnSpPr>
            <a:cxnSpLocks/>
          </p:cNvCxnSpPr>
          <p:nvPr/>
        </p:nvCxnSpPr>
        <p:spPr>
          <a:xfrm flipV="1">
            <a:off x="443768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024768E-D974-4F6C-8ADB-CC1B11BE2541}"/>
              </a:ext>
            </a:extLst>
          </p:cNvPr>
          <p:cNvCxnSpPr>
            <a:cxnSpLocks/>
          </p:cNvCxnSpPr>
          <p:nvPr/>
        </p:nvCxnSpPr>
        <p:spPr>
          <a:xfrm flipV="1">
            <a:off x="463802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9D809D0-3CC2-42FB-A56A-DCF3AC1D2517}"/>
              </a:ext>
            </a:extLst>
          </p:cNvPr>
          <p:cNvCxnSpPr>
            <a:cxnSpLocks/>
          </p:cNvCxnSpPr>
          <p:nvPr/>
        </p:nvCxnSpPr>
        <p:spPr>
          <a:xfrm flipV="1">
            <a:off x="73212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3EB9E3A-3F7B-48F1-9B52-EAD0D8A80277}"/>
              </a:ext>
            </a:extLst>
          </p:cNvPr>
          <p:cNvCxnSpPr>
            <a:cxnSpLocks/>
          </p:cNvCxnSpPr>
          <p:nvPr/>
        </p:nvCxnSpPr>
        <p:spPr>
          <a:xfrm flipV="1">
            <a:off x="77219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158245A-68C8-4015-A9A1-791D48E088B6}"/>
              </a:ext>
            </a:extLst>
          </p:cNvPr>
          <p:cNvCxnSpPr>
            <a:cxnSpLocks/>
          </p:cNvCxnSpPr>
          <p:nvPr/>
        </p:nvCxnSpPr>
        <p:spPr>
          <a:xfrm flipV="1">
            <a:off x="812257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58A6A1D-8680-41C6-8724-FD1094E34437}"/>
              </a:ext>
            </a:extLst>
          </p:cNvPr>
          <p:cNvCxnSpPr>
            <a:cxnSpLocks/>
          </p:cNvCxnSpPr>
          <p:nvPr/>
        </p:nvCxnSpPr>
        <p:spPr>
          <a:xfrm flipV="1">
            <a:off x="8523237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4C231C4-01B4-441C-8B1A-20134730591B}"/>
              </a:ext>
            </a:extLst>
          </p:cNvPr>
          <p:cNvCxnSpPr>
            <a:cxnSpLocks/>
          </p:cNvCxnSpPr>
          <p:nvPr/>
        </p:nvCxnSpPr>
        <p:spPr>
          <a:xfrm flipV="1">
            <a:off x="892390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5108D-AE2B-94A5-6F4F-E450D998094C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71CCE-8FEC-EBE1-102C-3DFA5AAADB72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48AB7-F298-1C08-5363-D8AD5F720628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C06AF-7391-563D-0C1F-F6B7221C1DE6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7348-2C82-1AAD-BB3D-ECBCAF844519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0A908-EB22-C2CE-E9C2-E93BA3A63BFD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D2A3E-577D-0A73-94CA-B965EC8D6FC5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0A3BE4-9120-E057-6FA4-0FA5488ECAD5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003224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4FB7EB-ACAE-630E-7FCC-05089EB67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4482" y="1014489"/>
            <a:ext cx="6813377" cy="4808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58F9C8-112C-AB1B-69BD-1C110DEE5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7106" y="1014490"/>
            <a:ext cx="6813377" cy="48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89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3EC2A6-CEDC-4571-121F-4C9651341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10"/>
            <a:ext cx="4901183" cy="3371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81AF86-8847-7D1E-4BAC-FE0934201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19" y="35844"/>
            <a:ext cx="4901183" cy="33718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687CBD-3DE4-1EFD-C5FA-D4F5015D0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3462671"/>
            <a:ext cx="4901183" cy="3371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A94310-DD49-ACE6-99D2-1D5265A6E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17" y="3475005"/>
            <a:ext cx="4901183" cy="337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31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6244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10465</TotalTime>
  <Words>441</Words>
  <Application>Microsoft Office PowerPoint</Application>
  <PresentationFormat>A4 Paper (210x297 mm)</PresentationFormat>
  <Paragraphs>309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505</cp:revision>
  <cp:lastPrinted>2024-09-23T16:40:59Z</cp:lastPrinted>
  <dcterms:created xsi:type="dcterms:W3CDTF">2017-01-17T16:57:04Z</dcterms:created>
  <dcterms:modified xsi:type="dcterms:W3CDTF">2024-09-23T16:41:40Z</dcterms:modified>
</cp:coreProperties>
</file>