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1"/>
  </p:notesMasterIdLst>
  <p:sldIdLst>
    <p:sldId id="945" r:id="rId2"/>
    <p:sldId id="944" r:id="rId3"/>
    <p:sldId id="952" r:id="rId4"/>
    <p:sldId id="950" r:id="rId5"/>
    <p:sldId id="946" r:id="rId6"/>
    <p:sldId id="953" r:id="rId7"/>
    <p:sldId id="948" r:id="rId8"/>
    <p:sldId id="949" r:id="rId9"/>
    <p:sldId id="951" r:id="rId10"/>
  </p:sldIdLst>
  <p:sldSz cx="9906000" cy="6858000" type="A4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FB448B5C-C6CF-422B-AAF2-DB5112525722}">
          <p14:sldIdLst>
            <p14:sldId id="945"/>
          </p14:sldIdLst>
        </p14:section>
        <p14:section name="Көрсөтүү үчүн" id="{059544AC-2C27-45B1-9F95-F87DF8854DD6}">
          <p14:sldIdLst>
            <p14:sldId id="944"/>
          </p14:sldIdLst>
        </p14:section>
        <p14:section name="Жооптор" id="{1FEDB314-42DC-4694-9B04-D4A4AAE625F7}">
          <p14:sldIdLst>
            <p14:sldId id="952"/>
            <p14:sldId id="950"/>
            <p14:sldId id="946"/>
          </p14:sldIdLst>
        </p14:section>
        <p14:section name="Таркатма иш кагаздар" id="{A78D9305-6AAE-4715-A210-52F6908F30F7}">
          <p14:sldIdLst>
            <p14:sldId id="953"/>
            <p14:sldId id="948"/>
            <p14:sldId id="949"/>
          </p14:sldIdLst>
        </p14:section>
        <p14:section name="Кайтарым байланыш" id="{F4F1B14E-D704-495F-A4C5-F3C7778EEB8B}">
          <p14:sldIdLst>
            <p14:sldId id="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169920" cy="481727"/>
          </a:xfrm>
          <a:prstGeom prst="rect">
            <a:avLst/>
          </a:prstGeom>
        </p:spPr>
        <p:txBody>
          <a:bodyPr vert="horz" lIns="92322" tIns="46162" rIns="92322" bIns="46162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9" y="0"/>
            <a:ext cx="3169920" cy="481727"/>
          </a:xfrm>
          <a:prstGeom prst="rect">
            <a:avLst/>
          </a:prstGeom>
        </p:spPr>
        <p:txBody>
          <a:bodyPr vert="horz" lIns="92322" tIns="46162" rIns="92322" bIns="46162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17625" y="1200150"/>
            <a:ext cx="46799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22" tIns="46162" rIns="92322" bIns="46162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1"/>
          </a:xfrm>
          <a:prstGeom prst="rect">
            <a:avLst/>
          </a:prstGeom>
        </p:spPr>
        <p:txBody>
          <a:bodyPr vert="horz" lIns="92322" tIns="46162" rIns="92322" bIns="46162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9"/>
            <a:ext cx="3169920" cy="481726"/>
          </a:xfrm>
          <a:prstGeom prst="rect">
            <a:avLst/>
          </a:prstGeom>
        </p:spPr>
        <p:txBody>
          <a:bodyPr vert="horz" lIns="92322" tIns="46162" rIns="92322" bIns="46162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9" y="9119479"/>
            <a:ext cx="3169920" cy="481726"/>
          </a:xfrm>
          <a:prstGeom prst="rect">
            <a:avLst/>
          </a:prstGeom>
        </p:spPr>
        <p:txBody>
          <a:bodyPr vert="horz" lIns="92322" tIns="46162" rIns="92322" bIns="46162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0F66EF7-ED3B-3D57-4D0F-525F90939091}"/>
              </a:ext>
            </a:extLst>
          </p:cNvPr>
          <p:cNvSpPr txBox="1">
            <a:spLocks/>
          </p:cNvSpPr>
          <p:nvPr/>
        </p:nvSpPr>
        <p:spPr>
          <a:xfrm>
            <a:off x="116840" y="1754505"/>
            <a:ext cx="960628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Кайталануучу ондуктар –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Ирээттөө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 </a:t>
            </a:r>
            <a:r>
              <a:rPr lang="ky-KG" dirty="0">
                <a:solidFill>
                  <a:prstClr val="black"/>
                </a:solidFill>
                <a:latin typeface="Calibri" panose="020F0502020204030204"/>
              </a:rPr>
              <a:t>Карталарды ирээттөө</a:t>
            </a: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Иш барагы 2 өлчөмдө.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0A061C24-690F-D956-1244-FD7EB5DA5C3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</a:t>
            </a:r>
            <a:r>
              <a:rPr kumimoji="0" lang="ky-KG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</a:t>
            </a:r>
            <a:r>
              <a:rPr kumimoji="0" lang="en-US" sz="66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910625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9" y="198120"/>
          <a:ext cx="9829800" cy="659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835722851"/>
                    </a:ext>
                  </a:extLst>
                </a:gridCol>
              </a:tblGrid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0978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548144" y="-61546"/>
            <a:ext cx="6280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Берилген карталарды өсүү тартибинде ирээтте (эң кичине сандан чоңго карай).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D2291-6D6E-4A2E-869F-F2F1AAC859BC}"/>
              </a:ext>
            </a:extLst>
          </p:cNvPr>
          <p:cNvSpPr txBox="1"/>
          <p:nvPr/>
        </p:nvSpPr>
        <p:spPr>
          <a:xfrm>
            <a:off x="249356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7DE54-29E9-45F5-969B-059DF59F6F2F}"/>
              </a:ext>
            </a:extLst>
          </p:cNvPr>
          <p:cNvSpPr txBox="1"/>
          <p:nvPr/>
        </p:nvSpPr>
        <p:spPr>
          <a:xfrm>
            <a:off x="495482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974C8-8E54-4357-83E5-6537C4E8281E}"/>
              </a:ext>
            </a:extLst>
          </p:cNvPr>
          <p:cNvSpPr txBox="1"/>
          <p:nvPr/>
        </p:nvSpPr>
        <p:spPr>
          <a:xfrm>
            <a:off x="7411508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199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8CEC3-3544-4BC6-8E5F-CDE569F54527}"/>
              </a:ext>
            </a:extLst>
          </p:cNvPr>
          <p:cNvSpPr txBox="1"/>
          <p:nvPr/>
        </p:nvSpPr>
        <p:spPr>
          <a:xfrm>
            <a:off x="249356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DFD06-C6EF-4DE9-8DD3-B33854D2FF55}"/>
              </a:ext>
            </a:extLst>
          </p:cNvPr>
          <p:cNvSpPr txBox="1"/>
          <p:nvPr/>
        </p:nvSpPr>
        <p:spPr>
          <a:xfrm>
            <a:off x="495482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7C4645-DD01-455B-AAFD-E8F2CCCA1EFA}"/>
              </a:ext>
            </a:extLst>
          </p:cNvPr>
          <p:cNvSpPr txBox="1"/>
          <p:nvPr/>
        </p:nvSpPr>
        <p:spPr>
          <a:xfrm>
            <a:off x="7411508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63A9-5F06-4979-B236-A9319D22E084}"/>
              </a:ext>
            </a:extLst>
          </p:cNvPr>
          <p:cNvSpPr txBox="1"/>
          <p:nvPr/>
        </p:nvSpPr>
        <p:spPr>
          <a:xfrm>
            <a:off x="-199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171B8-FAA5-4843-A029-7B35EDE50020}"/>
              </a:ext>
            </a:extLst>
          </p:cNvPr>
          <p:cNvSpPr txBox="1"/>
          <p:nvPr/>
        </p:nvSpPr>
        <p:spPr>
          <a:xfrm>
            <a:off x="249356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A29F7D-3E7D-4822-B9A0-F4CE37FDEFB5}"/>
              </a:ext>
            </a:extLst>
          </p:cNvPr>
          <p:cNvSpPr txBox="1"/>
          <p:nvPr/>
        </p:nvSpPr>
        <p:spPr>
          <a:xfrm>
            <a:off x="495482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F78B59-14B8-4B56-8FBA-4A67B8251056}"/>
              </a:ext>
            </a:extLst>
          </p:cNvPr>
          <p:cNvSpPr txBox="1"/>
          <p:nvPr/>
        </p:nvSpPr>
        <p:spPr>
          <a:xfrm>
            <a:off x="7411508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82812-1611-4B9F-BBCA-48EC7A1FF7B5}"/>
              </a:ext>
            </a:extLst>
          </p:cNvPr>
          <p:cNvSpPr txBox="1"/>
          <p:nvPr/>
        </p:nvSpPr>
        <p:spPr>
          <a:xfrm>
            <a:off x="-199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707EF-E6E0-4A67-9FCD-EA4AE959F4D8}"/>
              </a:ext>
            </a:extLst>
          </p:cNvPr>
          <p:cNvSpPr txBox="1"/>
          <p:nvPr/>
        </p:nvSpPr>
        <p:spPr>
          <a:xfrm>
            <a:off x="249356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A9B-3E80-4286-AE18-E347262C9988}"/>
              </a:ext>
            </a:extLst>
          </p:cNvPr>
          <p:cNvSpPr txBox="1"/>
          <p:nvPr/>
        </p:nvSpPr>
        <p:spPr>
          <a:xfrm>
            <a:off x="495482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75F31A-FB63-4DC8-9E6A-52CBB8C98A0F}"/>
              </a:ext>
            </a:extLst>
          </p:cNvPr>
          <p:cNvSpPr txBox="1"/>
          <p:nvPr/>
        </p:nvSpPr>
        <p:spPr>
          <a:xfrm>
            <a:off x="7411508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О</a:t>
            </a:r>
            <a:endParaRPr lang="en-GB" sz="16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D6B31CF-B44C-4CB7-9252-6AA0C59A039A}"/>
              </a:ext>
            </a:extLst>
          </p:cNvPr>
          <p:cNvSpPr txBox="1"/>
          <p:nvPr/>
        </p:nvSpPr>
        <p:spPr>
          <a:xfrm>
            <a:off x="3005125" y="691272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D6675C3-3390-4925-A3BC-F19A0D959EF3}"/>
              </a:ext>
            </a:extLst>
          </p:cNvPr>
          <p:cNvSpPr/>
          <p:nvPr/>
        </p:nvSpPr>
        <p:spPr>
          <a:xfrm>
            <a:off x="38245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6CD6A90-B33D-42FE-B684-CF27709947D7}"/>
              </a:ext>
            </a:extLst>
          </p:cNvPr>
          <p:cNvSpPr txBox="1"/>
          <p:nvPr/>
        </p:nvSpPr>
        <p:spPr>
          <a:xfrm>
            <a:off x="7744461" y="69127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0,462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47DDCA1-73F0-494A-BF7B-E35ADCB0E712}"/>
              </a:ext>
            </a:extLst>
          </p:cNvPr>
          <p:cNvSpPr/>
          <p:nvPr/>
        </p:nvSpPr>
        <p:spPr>
          <a:xfrm>
            <a:off x="880803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B2EF210-EDB6-4968-84D8-194F5AADD677}"/>
              </a:ext>
            </a:extLst>
          </p:cNvPr>
          <p:cNvSpPr txBox="1"/>
          <p:nvPr/>
        </p:nvSpPr>
        <p:spPr>
          <a:xfrm>
            <a:off x="536244" y="4074552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A6025D4-1BBE-46C9-B132-63948148772D}"/>
              </a:ext>
            </a:extLst>
          </p:cNvPr>
          <p:cNvSpPr/>
          <p:nvPr/>
        </p:nvSpPr>
        <p:spPr>
          <a:xfrm>
            <a:off x="134742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73D0119-FC37-478C-9AFE-6FD5346AAB7B}"/>
              </a:ext>
            </a:extLst>
          </p:cNvPr>
          <p:cNvSpPr txBox="1"/>
          <p:nvPr/>
        </p:nvSpPr>
        <p:spPr>
          <a:xfrm>
            <a:off x="3088944" y="4074552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150582C-FB9A-452D-B854-DEF178490F74}"/>
              </a:ext>
            </a:extLst>
          </p:cNvPr>
          <p:cNvSpPr/>
          <p:nvPr/>
        </p:nvSpPr>
        <p:spPr>
          <a:xfrm>
            <a:off x="388488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0049A2-BFB5-4D1C-A5FB-0E5A167F6E79}"/>
              </a:ext>
            </a:extLst>
          </p:cNvPr>
          <p:cNvSpPr txBox="1"/>
          <p:nvPr/>
        </p:nvSpPr>
        <p:spPr>
          <a:xfrm>
            <a:off x="5474005" y="691272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4386D57-C6E4-4770-BA45-B300E45E1220}"/>
              </a:ext>
            </a:extLst>
          </p:cNvPr>
          <p:cNvSpPr/>
          <p:nvPr/>
        </p:nvSpPr>
        <p:spPr>
          <a:xfrm>
            <a:off x="62832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9F20FF7-B0CD-4E59-8AB8-A91829AFBF37}"/>
              </a:ext>
            </a:extLst>
          </p:cNvPr>
          <p:cNvSpPr txBox="1"/>
          <p:nvPr/>
        </p:nvSpPr>
        <p:spPr>
          <a:xfrm>
            <a:off x="589584" y="691272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04E74F69-1B29-4605-B896-C79487C8CE2E}"/>
              </a:ext>
            </a:extLst>
          </p:cNvPr>
          <p:cNvSpPr/>
          <p:nvPr/>
        </p:nvSpPr>
        <p:spPr>
          <a:xfrm>
            <a:off x="138361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9AC44C4-59EF-4EA4-A137-CD4136FA2752}"/>
              </a:ext>
            </a:extLst>
          </p:cNvPr>
          <p:cNvSpPr txBox="1"/>
          <p:nvPr/>
        </p:nvSpPr>
        <p:spPr>
          <a:xfrm>
            <a:off x="2863558" y="233719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0,488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6012792-E786-4509-8EEF-B50BA42E8332}"/>
              </a:ext>
            </a:extLst>
          </p:cNvPr>
          <p:cNvSpPr/>
          <p:nvPr/>
        </p:nvSpPr>
        <p:spPr>
          <a:xfrm>
            <a:off x="3406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A76B64D-8A75-4BE6-95CD-CBF3E0A1272F}"/>
              </a:ext>
            </a:extLst>
          </p:cNvPr>
          <p:cNvSpPr txBox="1"/>
          <p:nvPr/>
        </p:nvSpPr>
        <p:spPr>
          <a:xfrm>
            <a:off x="7835901" y="407455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0,434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D83AF01-FC09-4AD6-AEB4-16E5031E8F1A}"/>
              </a:ext>
            </a:extLst>
          </p:cNvPr>
          <p:cNvSpPr/>
          <p:nvPr/>
        </p:nvSpPr>
        <p:spPr>
          <a:xfrm>
            <a:off x="890201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ED57B94-1E0A-403B-94C1-BDB09F5F6A05}"/>
              </a:ext>
            </a:extLst>
          </p:cNvPr>
          <p:cNvSpPr txBox="1"/>
          <p:nvPr/>
        </p:nvSpPr>
        <p:spPr>
          <a:xfrm>
            <a:off x="5328920" y="23371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0,433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CED374A-6810-4AD6-B78B-1A79AE8F3584}"/>
              </a:ext>
            </a:extLst>
          </p:cNvPr>
          <p:cNvSpPr/>
          <p:nvPr/>
        </p:nvSpPr>
        <p:spPr>
          <a:xfrm>
            <a:off x="638614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25C452-712B-45B2-B8D5-D9329767B385}"/>
              </a:ext>
            </a:extLst>
          </p:cNvPr>
          <p:cNvSpPr txBox="1"/>
          <p:nvPr/>
        </p:nvSpPr>
        <p:spPr>
          <a:xfrm>
            <a:off x="7980984" y="5674166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BA2F7FEB-D84F-478E-B205-14BABAAF755E}"/>
              </a:ext>
            </a:extLst>
          </p:cNvPr>
          <p:cNvSpPr/>
          <p:nvPr/>
        </p:nvSpPr>
        <p:spPr>
          <a:xfrm>
            <a:off x="878263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D8BF2E2-39B6-4416-813D-20B67D48B511}"/>
              </a:ext>
            </a:extLst>
          </p:cNvPr>
          <p:cNvSpPr txBox="1"/>
          <p:nvPr/>
        </p:nvSpPr>
        <p:spPr>
          <a:xfrm>
            <a:off x="2814321" y="5674166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0,443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4E5869AF-FD38-446E-A35C-719AC454E41F}"/>
              </a:ext>
            </a:extLst>
          </p:cNvPr>
          <p:cNvSpPr/>
          <p:nvPr/>
        </p:nvSpPr>
        <p:spPr>
          <a:xfrm>
            <a:off x="389313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98B398B-DC16-43D0-9035-9F9681C9E7E3}"/>
              </a:ext>
            </a:extLst>
          </p:cNvPr>
          <p:cNvSpPr txBox="1"/>
          <p:nvPr/>
        </p:nvSpPr>
        <p:spPr>
          <a:xfrm>
            <a:off x="429261" y="5674166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0,403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053DDD7-D27A-48BC-BE92-37FA19D2A7E6}"/>
              </a:ext>
            </a:extLst>
          </p:cNvPr>
          <p:cNvSpPr/>
          <p:nvPr/>
        </p:nvSpPr>
        <p:spPr>
          <a:xfrm>
            <a:off x="149410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A78CB83-FCA3-40AE-B401-AA69E520C332}"/>
              </a:ext>
            </a:extLst>
          </p:cNvPr>
          <p:cNvSpPr txBox="1"/>
          <p:nvPr/>
        </p:nvSpPr>
        <p:spPr>
          <a:xfrm>
            <a:off x="5443524" y="5674166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F7920A20-148F-4EE0-8508-45B87623B23F}"/>
              </a:ext>
            </a:extLst>
          </p:cNvPr>
          <p:cNvSpPr/>
          <p:nvPr/>
        </p:nvSpPr>
        <p:spPr>
          <a:xfrm>
            <a:off x="6258512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FA91E36-06EE-4ED8-B479-EC35F631A2E0}"/>
              </a:ext>
            </a:extLst>
          </p:cNvPr>
          <p:cNvSpPr txBox="1"/>
          <p:nvPr/>
        </p:nvSpPr>
        <p:spPr>
          <a:xfrm>
            <a:off x="5290821" y="407455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0,426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90D4219-CA3C-45C6-A62A-AF073E85D85B}"/>
              </a:ext>
            </a:extLst>
          </p:cNvPr>
          <p:cNvSpPr/>
          <p:nvPr/>
        </p:nvSpPr>
        <p:spPr>
          <a:xfrm>
            <a:off x="584385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4389BF2-383C-42DD-A5EA-C7B15F51283C}"/>
              </a:ext>
            </a:extLst>
          </p:cNvPr>
          <p:cNvSpPr txBox="1"/>
          <p:nvPr/>
        </p:nvSpPr>
        <p:spPr>
          <a:xfrm>
            <a:off x="363729" y="233719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0,404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365FD4F-53F7-4293-A5AF-348D55CEAB5D}"/>
              </a:ext>
            </a:extLst>
          </p:cNvPr>
          <p:cNvSpPr/>
          <p:nvPr/>
        </p:nvSpPr>
        <p:spPr>
          <a:xfrm>
            <a:off x="8939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F5185372-F774-4BC7-AE29-7919DA8CDC57}"/>
              </a:ext>
            </a:extLst>
          </p:cNvPr>
          <p:cNvSpPr/>
          <p:nvPr/>
        </p:nvSpPr>
        <p:spPr>
          <a:xfrm>
            <a:off x="35654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5365B6C-7262-4AEF-A4AB-802B184DCE30}"/>
              </a:ext>
            </a:extLst>
          </p:cNvPr>
          <p:cNvSpPr/>
          <p:nvPr/>
        </p:nvSpPr>
        <p:spPr>
          <a:xfrm>
            <a:off x="83076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D1D09FF-BFF6-4B60-8D80-5A4F6CD28DAA}"/>
              </a:ext>
            </a:extLst>
          </p:cNvPr>
          <p:cNvSpPr/>
          <p:nvPr/>
        </p:nvSpPr>
        <p:spPr>
          <a:xfrm>
            <a:off x="105786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E106AFC-6992-490E-A079-1810CD1095FF}"/>
              </a:ext>
            </a:extLst>
          </p:cNvPr>
          <p:cNvSpPr/>
          <p:nvPr/>
        </p:nvSpPr>
        <p:spPr>
          <a:xfrm>
            <a:off x="11270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9A0921D-EDC9-42B2-B581-35B318448F83}"/>
              </a:ext>
            </a:extLst>
          </p:cNvPr>
          <p:cNvSpPr/>
          <p:nvPr/>
        </p:nvSpPr>
        <p:spPr>
          <a:xfrm>
            <a:off x="3914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53CA6636-1DDE-40D6-8499-FA9CE75CF608}"/>
              </a:ext>
            </a:extLst>
          </p:cNvPr>
          <p:cNvSpPr/>
          <p:nvPr/>
        </p:nvSpPr>
        <p:spPr>
          <a:xfrm>
            <a:off x="838131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F3C1FBB-1118-40A8-96D1-ECA813075853}"/>
              </a:ext>
            </a:extLst>
          </p:cNvPr>
          <p:cNvSpPr/>
          <p:nvPr/>
        </p:nvSpPr>
        <p:spPr>
          <a:xfrm>
            <a:off x="5854652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B34E780-4AA9-4CD9-823D-94C5C50D2067}"/>
              </a:ext>
            </a:extLst>
          </p:cNvPr>
          <p:cNvSpPr/>
          <p:nvPr/>
        </p:nvSpPr>
        <p:spPr>
          <a:xfrm>
            <a:off x="853498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BC161350-C664-4F81-A425-BE680267EA75}"/>
              </a:ext>
            </a:extLst>
          </p:cNvPr>
          <p:cNvSpPr/>
          <p:nvPr/>
        </p:nvSpPr>
        <p:spPr>
          <a:xfrm>
            <a:off x="336481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742CAB0-416E-4777-9B75-93C1BC82F38B}"/>
              </a:ext>
            </a:extLst>
          </p:cNvPr>
          <p:cNvSpPr/>
          <p:nvPr/>
        </p:nvSpPr>
        <p:spPr>
          <a:xfrm>
            <a:off x="96832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B28E2359-AD32-4B5B-B1E9-0FA1650CEEC8}"/>
              </a:ext>
            </a:extLst>
          </p:cNvPr>
          <p:cNvSpPr/>
          <p:nvPr/>
        </p:nvSpPr>
        <p:spPr>
          <a:xfrm>
            <a:off x="634677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D7A633DB-B5D8-4E59-8B08-9778DFF8C56F}"/>
              </a:ext>
            </a:extLst>
          </p:cNvPr>
          <p:cNvSpPr/>
          <p:nvPr/>
        </p:nvSpPr>
        <p:spPr>
          <a:xfrm>
            <a:off x="14273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6A31B-2A5C-45EF-9692-C032B6AA22FC}"/>
              </a:ext>
            </a:extLst>
          </p:cNvPr>
          <p:cNvSpPr txBox="1"/>
          <p:nvPr/>
        </p:nvSpPr>
        <p:spPr>
          <a:xfrm>
            <a:off x="8069210" y="2337192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E36E52-D092-415D-B9EE-8C1FED0A4217}"/>
              </a:ext>
            </a:extLst>
          </p:cNvPr>
          <p:cNvSpPr/>
          <p:nvPr/>
        </p:nvSpPr>
        <p:spPr>
          <a:xfrm>
            <a:off x="863023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327834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099296"/>
              </p:ext>
            </p:extLst>
          </p:nvPr>
        </p:nvGraphicFramePr>
        <p:xfrm>
          <a:off x="35169" y="198120"/>
          <a:ext cx="9829800" cy="659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835722851"/>
                    </a:ext>
                  </a:extLst>
                </a:gridCol>
              </a:tblGrid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0978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1704436" y="-54920"/>
            <a:ext cx="6280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Берилген карталарды өсүү тартибинде ирээтте (эң кичине сандан чоңго карай).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D2291-6D6E-4A2E-869F-F2F1AAC859BC}"/>
              </a:ext>
            </a:extLst>
          </p:cNvPr>
          <p:cNvSpPr txBox="1"/>
          <p:nvPr/>
        </p:nvSpPr>
        <p:spPr>
          <a:xfrm>
            <a:off x="249356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7DE54-29E9-45F5-969B-059DF59F6F2F}"/>
              </a:ext>
            </a:extLst>
          </p:cNvPr>
          <p:cNvSpPr txBox="1"/>
          <p:nvPr/>
        </p:nvSpPr>
        <p:spPr>
          <a:xfrm>
            <a:off x="495482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974C8-8E54-4357-83E5-6537C4E8281E}"/>
              </a:ext>
            </a:extLst>
          </p:cNvPr>
          <p:cNvSpPr txBox="1"/>
          <p:nvPr/>
        </p:nvSpPr>
        <p:spPr>
          <a:xfrm>
            <a:off x="7411508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199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8CEC3-3544-4BC6-8E5F-CDE569F54527}"/>
              </a:ext>
            </a:extLst>
          </p:cNvPr>
          <p:cNvSpPr txBox="1"/>
          <p:nvPr/>
        </p:nvSpPr>
        <p:spPr>
          <a:xfrm>
            <a:off x="249356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DFD06-C6EF-4DE9-8DD3-B33854D2FF55}"/>
              </a:ext>
            </a:extLst>
          </p:cNvPr>
          <p:cNvSpPr txBox="1"/>
          <p:nvPr/>
        </p:nvSpPr>
        <p:spPr>
          <a:xfrm>
            <a:off x="4946636" y="1914034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7C4645-DD01-455B-AAFD-E8F2CCCA1EFA}"/>
              </a:ext>
            </a:extLst>
          </p:cNvPr>
          <p:cNvSpPr txBox="1"/>
          <p:nvPr/>
        </p:nvSpPr>
        <p:spPr>
          <a:xfrm>
            <a:off x="7521296" y="186602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63A9-5F06-4979-B236-A9319D22E084}"/>
              </a:ext>
            </a:extLst>
          </p:cNvPr>
          <p:cNvSpPr txBox="1"/>
          <p:nvPr/>
        </p:nvSpPr>
        <p:spPr>
          <a:xfrm>
            <a:off x="-199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171B8-FAA5-4843-A029-7B35EDE50020}"/>
              </a:ext>
            </a:extLst>
          </p:cNvPr>
          <p:cNvSpPr txBox="1"/>
          <p:nvPr/>
        </p:nvSpPr>
        <p:spPr>
          <a:xfrm>
            <a:off x="2493560" y="35510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A29F7D-3E7D-4822-B9A0-F4CE37FDEFB5}"/>
              </a:ext>
            </a:extLst>
          </p:cNvPr>
          <p:cNvSpPr txBox="1"/>
          <p:nvPr/>
        </p:nvSpPr>
        <p:spPr>
          <a:xfrm>
            <a:off x="4931489" y="35818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F78B59-14B8-4B56-8FBA-4A67B8251056}"/>
              </a:ext>
            </a:extLst>
          </p:cNvPr>
          <p:cNvSpPr txBox="1"/>
          <p:nvPr/>
        </p:nvSpPr>
        <p:spPr>
          <a:xfrm>
            <a:off x="7521296" y="3572482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82812-1611-4B9F-BBCA-48EC7A1FF7B5}"/>
              </a:ext>
            </a:extLst>
          </p:cNvPr>
          <p:cNvSpPr txBox="1"/>
          <p:nvPr/>
        </p:nvSpPr>
        <p:spPr>
          <a:xfrm>
            <a:off x="-199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707EF-E6E0-4A67-9FCD-EA4AE959F4D8}"/>
              </a:ext>
            </a:extLst>
          </p:cNvPr>
          <p:cNvSpPr txBox="1"/>
          <p:nvPr/>
        </p:nvSpPr>
        <p:spPr>
          <a:xfrm>
            <a:off x="2493560" y="524127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A9B-3E80-4286-AE18-E347262C9988}"/>
              </a:ext>
            </a:extLst>
          </p:cNvPr>
          <p:cNvSpPr txBox="1"/>
          <p:nvPr/>
        </p:nvSpPr>
        <p:spPr>
          <a:xfrm>
            <a:off x="4989110" y="529213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75F31A-FB63-4DC8-9E6A-52CBB8C98A0F}"/>
              </a:ext>
            </a:extLst>
          </p:cNvPr>
          <p:cNvSpPr txBox="1"/>
          <p:nvPr/>
        </p:nvSpPr>
        <p:spPr>
          <a:xfrm>
            <a:off x="7411508" y="5291819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О</a:t>
            </a:r>
            <a:endParaRPr lang="en-GB" sz="16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D6B31CF-B44C-4CB7-9252-6AA0C59A039A}"/>
              </a:ext>
            </a:extLst>
          </p:cNvPr>
          <p:cNvSpPr txBox="1"/>
          <p:nvPr/>
        </p:nvSpPr>
        <p:spPr>
          <a:xfrm>
            <a:off x="3005125" y="69127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  <a:r>
              <a:rPr lang="ky-KG" sz="4000" dirty="0">
                <a:solidFill>
                  <a:srgbClr val="FF0000"/>
                </a:solidFill>
              </a:rPr>
              <a:t>43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D6675C3-3390-4925-A3BC-F19A0D959EF3}"/>
              </a:ext>
            </a:extLst>
          </p:cNvPr>
          <p:cNvSpPr/>
          <p:nvPr/>
        </p:nvSpPr>
        <p:spPr>
          <a:xfrm>
            <a:off x="38245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6CD6A90-B33D-42FE-B684-CF27709947D7}"/>
              </a:ext>
            </a:extLst>
          </p:cNvPr>
          <p:cNvSpPr txBox="1"/>
          <p:nvPr/>
        </p:nvSpPr>
        <p:spPr>
          <a:xfrm>
            <a:off x="7744461" y="69127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0,462 462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47DDCA1-73F0-494A-BF7B-E35ADCB0E712}"/>
              </a:ext>
            </a:extLst>
          </p:cNvPr>
          <p:cNvSpPr/>
          <p:nvPr/>
        </p:nvSpPr>
        <p:spPr>
          <a:xfrm>
            <a:off x="880803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B2EF210-EDB6-4968-84D8-194F5AADD677}"/>
              </a:ext>
            </a:extLst>
          </p:cNvPr>
          <p:cNvSpPr txBox="1"/>
          <p:nvPr/>
        </p:nvSpPr>
        <p:spPr>
          <a:xfrm>
            <a:off x="536244" y="407455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</a:t>
            </a:r>
            <a:r>
              <a:rPr lang="ky-KG" sz="4000" dirty="0">
                <a:solidFill>
                  <a:srgbClr val="FF0000"/>
                </a:solidFill>
              </a:rPr>
              <a:t>46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A6025D4-1BBE-46C9-B132-63948148772D}"/>
              </a:ext>
            </a:extLst>
          </p:cNvPr>
          <p:cNvSpPr/>
          <p:nvPr/>
        </p:nvSpPr>
        <p:spPr>
          <a:xfrm>
            <a:off x="134742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73D0119-FC37-478C-9AFE-6FD5346AAB7B}"/>
              </a:ext>
            </a:extLst>
          </p:cNvPr>
          <p:cNvSpPr txBox="1"/>
          <p:nvPr/>
        </p:nvSpPr>
        <p:spPr>
          <a:xfrm>
            <a:off x="3088944" y="407455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  <a:r>
              <a:rPr lang="ky-KG" sz="4000" dirty="0">
                <a:solidFill>
                  <a:srgbClr val="FF0000"/>
                </a:solidFill>
              </a:rPr>
              <a:t>33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150582C-FB9A-452D-B854-DEF178490F74}"/>
              </a:ext>
            </a:extLst>
          </p:cNvPr>
          <p:cNvSpPr/>
          <p:nvPr/>
        </p:nvSpPr>
        <p:spPr>
          <a:xfrm>
            <a:off x="388488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0049A2-BFB5-4D1C-A5FB-0E5A167F6E79}"/>
              </a:ext>
            </a:extLst>
          </p:cNvPr>
          <p:cNvSpPr txBox="1"/>
          <p:nvPr/>
        </p:nvSpPr>
        <p:spPr>
          <a:xfrm>
            <a:off x="5474005" y="69127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  <a:r>
              <a:rPr lang="ky-KG" sz="4000" dirty="0">
                <a:solidFill>
                  <a:srgbClr val="FF0000"/>
                </a:solidFill>
              </a:rPr>
              <a:t>8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4386D57-C6E4-4770-BA45-B300E45E1220}"/>
              </a:ext>
            </a:extLst>
          </p:cNvPr>
          <p:cNvSpPr/>
          <p:nvPr/>
        </p:nvSpPr>
        <p:spPr>
          <a:xfrm>
            <a:off x="62832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9F20FF7-B0CD-4E59-8AB8-A91829AFBF37}"/>
              </a:ext>
            </a:extLst>
          </p:cNvPr>
          <p:cNvSpPr txBox="1"/>
          <p:nvPr/>
        </p:nvSpPr>
        <p:spPr>
          <a:xfrm>
            <a:off x="589584" y="69127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  <a:r>
              <a:rPr lang="ky-KG" sz="4000" dirty="0">
                <a:solidFill>
                  <a:srgbClr val="FF0000"/>
                </a:solidFill>
              </a:rPr>
              <a:t>48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04E74F69-1B29-4605-B896-C79487C8CE2E}"/>
              </a:ext>
            </a:extLst>
          </p:cNvPr>
          <p:cNvSpPr/>
          <p:nvPr/>
        </p:nvSpPr>
        <p:spPr>
          <a:xfrm>
            <a:off x="138361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9AC44C4-59EF-4EA4-A137-CD4136FA2752}"/>
              </a:ext>
            </a:extLst>
          </p:cNvPr>
          <p:cNvSpPr txBox="1"/>
          <p:nvPr/>
        </p:nvSpPr>
        <p:spPr>
          <a:xfrm>
            <a:off x="2863558" y="233719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0,488 488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6012792-E786-4509-8EEF-B50BA42E8332}"/>
              </a:ext>
            </a:extLst>
          </p:cNvPr>
          <p:cNvSpPr/>
          <p:nvPr/>
        </p:nvSpPr>
        <p:spPr>
          <a:xfrm>
            <a:off x="3406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A76B64D-8A75-4BE6-95CD-CBF3E0A1272F}"/>
              </a:ext>
            </a:extLst>
          </p:cNvPr>
          <p:cNvSpPr txBox="1"/>
          <p:nvPr/>
        </p:nvSpPr>
        <p:spPr>
          <a:xfrm>
            <a:off x="7835901" y="407455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0,434 434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D83AF01-FC09-4AD6-AEB4-16E5031E8F1A}"/>
              </a:ext>
            </a:extLst>
          </p:cNvPr>
          <p:cNvSpPr/>
          <p:nvPr/>
        </p:nvSpPr>
        <p:spPr>
          <a:xfrm>
            <a:off x="890201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ED57B94-1E0A-403B-94C1-BDB09F5F6A05}"/>
              </a:ext>
            </a:extLst>
          </p:cNvPr>
          <p:cNvSpPr txBox="1"/>
          <p:nvPr/>
        </p:nvSpPr>
        <p:spPr>
          <a:xfrm>
            <a:off x="5328920" y="233719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0,433 433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CED374A-6810-4AD6-B78B-1A79AE8F3584}"/>
              </a:ext>
            </a:extLst>
          </p:cNvPr>
          <p:cNvSpPr/>
          <p:nvPr/>
        </p:nvSpPr>
        <p:spPr>
          <a:xfrm>
            <a:off x="638614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25C452-712B-45B2-B8D5-D9329767B385}"/>
              </a:ext>
            </a:extLst>
          </p:cNvPr>
          <p:cNvSpPr txBox="1"/>
          <p:nvPr/>
        </p:nvSpPr>
        <p:spPr>
          <a:xfrm>
            <a:off x="7980984" y="5674166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</a:t>
            </a:r>
            <a:r>
              <a:rPr lang="ky-KG" sz="4000" dirty="0">
                <a:solidFill>
                  <a:srgbClr val="FF0000"/>
                </a:solidFill>
              </a:rPr>
              <a:t>40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BA2F7FEB-D84F-478E-B205-14BABAAF755E}"/>
              </a:ext>
            </a:extLst>
          </p:cNvPr>
          <p:cNvSpPr/>
          <p:nvPr/>
        </p:nvSpPr>
        <p:spPr>
          <a:xfrm>
            <a:off x="878263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D8BF2E2-39B6-4416-813D-20B67D48B511}"/>
              </a:ext>
            </a:extLst>
          </p:cNvPr>
          <p:cNvSpPr txBox="1"/>
          <p:nvPr/>
        </p:nvSpPr>
        <p:spPr>
          <a:xfrm>
            <a:off x="2814321" y="5674166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0,443 443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4E5869AF-FD38-446E-A35C-719AC454E41F}"/>
              </a:ext>
            </a:extLst>
          </p:cNvPr>
          <p:cNvSpPr/>
          <p:nvPr/>
        </p:nvSpPr>
        <p:spPr>
          <a:xfrm>
            <a:off x="389313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98B398B-DC16-43D0-9035-9F9681C9E7E3}"/>
              </a:ext>
            </a:extLst>
          </p:cNvPr>
          <p:cNvSpPr txBox="1"/>
          <p:nvPr/>
        </p:nvSpPr>
        <p:spPr>
          <a:xfrm>
            <a:off x="232406" y="5674166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0,403 403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053DDD7-D27A-48BC-BE92-37FA19D2A7E6}"/>
              </a:ext>
            </a:extLst>
          </p:cNvPr>
          <p:cNvSpPr/>
          <p:nvPr/>
        </p:nvSpPr>
        <p:spPr>
          <a:xfrm>
            <a:off x="1297252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A78CB83-FCA3-40AE-B401-AA69E520C332}"/>
              </a:ext>
            </a:extLst>
          </p:cNvPr>
          <p:cNvSpPr txBox="1"/>
          <p:nvPr/>
        </p:nvSpPr>
        <p:spPr>
          <a:xfrm>
            <a:off x="5443524" y="5674166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</a:t>
            </a:r>
            <a:r>
              <a:rPr lang="ky-KG" sz="4000" dirty="0">
                <a:solidFill>
                  <a:srgbClr val="FF0000"/>
                </a:solidFill>
              </a:rPr>
              <a:t>66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F7920A20-148F-4EE0-8508-45B87623B23F}"/>
              </a:ext>
            </a:extLst>
          </p:cNvPr>
          <p:cNvSpPr/>
          <p:nvPr/>
        </p:nvSpPr>
        <p:spPr>
          <a:xfrm>
            <a:off x="6258512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FA91E36-06EE-4ED8-B479-EC35F631A2E0}"/>
              </a:ext>
            </a:extLst>
          </p:cNvPr>
          <p:cNvSpPr txBox="1"/>
          <p:nvPr/>
        </p:nvSpPr>
        <p:spPr>
          <a:xfrm>
            <a:off x="5290821" y="407455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0,426 426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90D4219-CA3C-45C6-A62A-AF073E85D85B}"/>
              </a:ext>
            </a:extLst>
          </p:cNvPr>
          <p:cNvSpPr/>
          <p:nvPr/>
        </p:nvSpPr>
        <p:spPr>
          <a:xfrm>
            <a:off x="584385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4389BF2-383C-42DD-A5EA-C7B15F51283C}"/>
              </a:ext>
            </a:extLst>
          </p:cNvPr>
          <p:cNvSpPr txBox="1"/>
          <p:nvPr/>
        </p:nvSpPr>
        <p:spPr>
          <a:xfrm>
            <a:off x="363729" y="233719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0,404 404</a:t>
            </a:r>
            <a:r>
              <a:rPr lang="ky-KG" sz="4000" dirty="0">
                <a:solidFill>
                  <a:srgbClr val="FF0000"/>
                </a:solidFill>
              </a:rPr>
              <a:t/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365FD4F-53F7-4293-A5AF-348D55CEAB5D}"/>
              </a:ext>
            </a:extLst>
          </p:cNvPr>
          <p:cNvSpPr/>
          <p:nvPr/>
        </p:nvSpPr>
        <p:spPr>
          <a:xfrm>
            <a:off x="8939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F5185372-F774-4BC7-AE29-7919DA8CDC57}"/>
              </a:ext>
            </a:extLst>
          </p:cNvPr>
          <p:cNvSpPr/>
          <p:nvPr/>
        </p:nvSpPr>
        <p:spPr>
          <a:xfrm>
            <a:off x="35654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5365B6C-7262-4AEF-A4AB-802B184DCE30}"/>
              </a:ext>
            </a:extLst>
          </p:cNvPr>
          <p:cNvSpPr/>
          <p:nvPr/>
        </p:nvSpPr>
        <p:spPr>
          <a:xfrm>
            <a:off x="83076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D1D09FF-BFF6-4B60-8D80-5A4F6CD28DAA}"/>
              </a:ext>
            </a:extLst>
          </p:cNvPr>
          <p:cNvSpPr/>
          <p:nvPr/>
        </p:nvSpPr>
        <p:spPr>
          <a:xfrm>
            <a:off x="105786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E106AFC-6992-490E-A079-1810CD1095FF}"/>
              </a:ext>
            </a:extLst>
          </p:cNvPr>
          <p:cNvSpPr/>
          <p:nvPr/>
        </p:nvSpPr>
        <p:spPr>
          <a:xfrm>
            <a:off x="11270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9A0921D-EDC9-42B2-B581-35B318448F83}"/>
              </a:ext>
            </a:extLst>
          </p:cNvPr>
          <p:cNvSpPr/>
          <p:nvPr/>
        </p:nvSpPr>
        <p:spPr>
          <a:xfrm>
            <a:off x="3914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53CA6636-1DDE-40D6-8499-FA9CE75CF608}"/>
              </a:ext>
            </a:extLst>
          </p:cNvPr>
          <p:cNvSpPr/>
          <p:nvPr/>
        </p:nvSpPr>
        <p:spPr>
          <a:xfrm>
            <a:off x="838131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F3C1FBB-1118-40A8-96D1-ECA813075853}"/>
              </a:ext>
            </a:extLst>
          </p:cNvPr>
          <p:cNvSpPr/>
          <p:nvPr/>
        </p:nvSpPr>
        <p:spPr>
          <a:xfrm>
            <a:off x="5854652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B34E780-4AA9-4CD9-823D-94C5C50D2067}"/>
              </a:ext>
            </a:extLst>
          </p:cNvPr>
          <p:cNvSpPr/>
          <p:nvPr/>
        </p:nvSpPr>
        <p:spPr>
          <a:xfrm>
            <a:off x="853498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BC161350-C664-4F81-A425-BE680267EA75}"/>
              </a:ext>
            </a:extLst>
          </p:cNvPr>
          <p:cNvSpPr/>
          <p:nvPr/>
        </p:nvSpPr>
        <p:spPr>
          <a:xfrm>
            <a:off x="336481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742CAB0-416E-4777-9B75-93C1BC82F38B}"/>
              </a:ext>
            </a:extLst>
          </p:cNvPr>
          <p:cNvSpPr/>
          <p:nvPr/>
        </p:nvSpPr>
        <p:spPr>
          <a:xfrm>
            <a:off x="771472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B28E2359-AD32-4B5B-B1E9-0FA1650CEEC8}"/>
              </a:ext>
            </a:extLst>
          </p:cNvPr>
          <p:cNvSpPr/>
          <p:nvPr/>
        </p:nvSpPr>
        <p:spPr>
          <a:xfrm>
            <a:off x="634677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D7A633DB-B5D8-4E59-8B08-9778DFF8C56F}"/>
              </a:ext>
            </a:extLst>
          </p:cNvPr>
          <p:cNvSpPr/>
          <p:nvPr/>
        </p:nvSpPr>
        <p:spPr>
          <a:xfrm>
            <a:off x="14273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6A31B-2A5C-45EF-9692-C032B6AA22FC}"/>
              </a:ext>
            </a:extLst>
          </p:cNvPr>
          <p:cNvSpPr txBox="1"/>
          <p:nvPr/>
        </p:nvSpPr>
        <p:spPr>
          <a:xfrm>
            <a:off x="8069210" y="23371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</a:t>
            </a:r>
            <a:r>
              <a:rPr lang="ky-KG" sz="4000" dirty="0">
                <a:solidFill>
                  <a:srgbClr val="FF0000"/>
                </a:solidFill>
              </a:rPr>
              <a:t>44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E36E52-D092-415D-B9EE-8C1FED0A4217}"/>
              </a:ext>
            </a:extLst>
          </p:cNvPr>
          <p:cNvSpPr/>
          <p:nvPr/>
        </p:nvSpPr>
        <p:spPr>
          <a:xfrm>
            <a:off x="863023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36455820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987878"/>
              </p:ext>
            </p:extLst>
          </p:nvPr>
        </p:nvGraphicFramePr>
        <p:xfrm>
          <a:off x="35169" y="198120"/>
          <a:ext cx="9829800" cy="3299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835722851"/>
                    </a:ext>
                  </a:extLst>
                </a:gridCol>
              </a:tblGrid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</a:tbl>
          </a:graphicData>
        </a:graphic>
      </p:graphicFrame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548144" y="-61546"/>
            <a:ext cx="6280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Берилген карталарды өсүү тартибинде ирээтте (эң кичине сандан чоңго карай).</a:t>
            </a:r>
            <a:endParaRPr lang="en-GB" sz="1400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D6B31CF-B44C-4CB7-9252-6AA0C59A039A}"/>
              </a:ext>
            </a:extLst>
          </p:cNvPr>
          <p:cNvSpPr txBox="1"/>
          <p:nvPr/>
        </p:nvSpPr>
        <p:spPr>
          <a:xfrm>
            <a:off x="3005125" y="69127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  <a:r>
              <a:rPr lang="en-GB" sz="4000" dirty="0">
                <a:solidFill>
                  <a:srgbClr val="FF0000"/>
                </a:solidFill>
              </a:rPr>
              <a:t>43</a:t>
            </a:r>
            <a:endParaRPr lang="en-GB" sz="4000" dirty="0"/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D6675C3-3390-4925-A3BC-F19A0D959EF3}"/>
              </a:ext>
            </a:extLst>
          </p:cNvPr>
          <p:cNvSpPr/>
          <p:nvPr/>
        </p:nvSpPr>
        <p:spPr>
          <a:xfrm>
            <a:off x="38245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6CD6A90-B33D-42FE-B684-CF27709947D7}"/>
              </a:ext>
            </a:extLst>
          </p:cNvPr>
          <p:cNvSpPr txBox="1"/>
          <p:nvPr/>
        </p:nvSpPr>
        <p:spPr>
          <a:xfrm>
            <a:off x="7744461" y="69127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0,462 462</a:t>
            </a:r>
            <a:r>
              <a:rPr lang="en-GB" sz="4000" dirty="0">
                <a:solidFill>
                  <a:srgbClr val="FF0000"/>
                </a:solidFill>
              </a:rPr>
              <a:t/>
            </a:r>
            <a:endParaRPr lang="en-GB" sz="4000" dirty="0"/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47DDCA1-73F0-494A-BF7B-E35ADCB0E712}"/>
              </a:ext>
            </a:extLst>
          </p:cNvPr>
          <p:cNvSpPr/>
          <p:nvPr/>
        </p:nvSpPr>
        <p:spPr>
          <a:xfrm>
            <a:off x="880803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0049A2-BFB5-4D1C-A5FB-0E5A167F6E79}"/>
              </a:ext>
            </a:extLst>
          </p:cNvPr>
          <p:cNvSpPr txBox="1"/>
          <p:nvPr/>
        </p:nvSpPr>
        <p:spPr>
          <a:xfrm>
            <a:off x="5474005" y="69127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  <a:r>
              <a:rPr lang="en-GB" sz="4000" dirty="0">
                <a:solidFill>
                  <a:srgbClr val="FF0000"/>
                </a:solidFill>
              </a:rPr>
              <a:t>88</a:t>
            </a:r>
            <a:endParaRPr lang="en-GB" sz="4000" dirty="0"/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4386D57-C6E4-4770-BA45-B300E45E1220}"/>
              </a:ext>
            </a:extLst>
          </p:cNvPr>
          <p:cNvSpPr/>
          <p:nvPr/>
        </p:nvSpPr>
        <p:spPr>
          <a:xfrm>
            <a:off x="62832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9F20FF7-B0CD-4E59-8AB8-A91829AFBF37}"/>
              </a:ext>
            </a:extLst>
          </p:cNvPr>
          <p:cNvSpPr txBox="1"/>
          <p:nvPr/>
        </p:nvSpPr>
        <p:spPr>
          <a:xfrm>
            <a:off x="589584" y="69127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  <a:r>
              <a:rPr lang="en-GB" sz="4000" dirty="0">
                <a:solidFill>
                  <a:srgbClr val="FF0000"/>
                </a:solidFill>
              </a:rPr>
              <a:t>48</a:t>
            </a: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04E74F69-1B29-4605-B896-C79487C8CE2E}"/>
              </a:ext>
            </a:extLst>
          </p:cNvPr>
          <p:cNvSpPr/>
          <p:nvPr/>
        </p:nvSpPr>
        <p:spPr>
          <a:xfrm>
            <a:off x="138361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9AC44C4-59EF-4EA4-A137-CD4136FA2752}"/>
              </a:ext>
            </a:extLst>
          </p:cNvPr>
          <p:cNvSpPr txBox="1"/>
          <p:nvPr/>
        </p:nvSpPr>
        <p:spPr>
          <a:xfrm>
            <a:off x="2863558" y="233719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0,488 488</a:t>
            </a:r>
            <a:r>
              <a:rPr lang="en-GB" sz="4000" dirty="0">
                <a:solidFill>
                  <a:srgbClr val="FF0000"/>
                </a:solidFill>
              </a:rPr>
              <a:t/>
            </a:r>
            <a:endParaRPr lang="en-GB" sz="4000" dirty="0"/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6012792-E786-4509-8EEF-B50BA42E8332}"/>
              </a:ext>
            </a:extLst>
          </p:cNvPr>
          <p:cNvSpPr/>
          <p:nvPr/>
        </p:nvSpPr>
        <p:spPr>
          <a:xfrm>
            <a:off x="3406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ED57B94-1E0A-403B-94C1-BDB09F5F6A05}"/>
              </a:ext>
            </a:extLst>
          </p:cNvPr>
          <p:cNvSpPr txBox="1"/>
          <p:nvPr/>
        </p:nvSpPr>
        <p:spPr>
          <a:xfrm>
            <a:off x="5328920" y="233719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0,433 433</a:t>
            </a:r>
            <a:r>
              <a:rPr lang="en-GB" sz="4000" dirty="0">
                <a:solidFill>
                  <a:srgbClr val="FF0000"/>
                </a:solidFill>
              </a:rPr>
              <a:t/>
            </a:r>
            <a:endParaRPr lang="en-GB" sz="4000" dirty="0"/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CED374A-6810-4AD6-B78B-1A79AE8F3584}"/>
              </a:ext>
            </a:extLst>
          </p:cNvPr>
          <p:cNvSpPr/>
          <p:nvPr/>
        </p:nvSpPr>
        <p:spPr>
          <a:xfrm>
            <a:off x="638614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4389BF2-383C-42DD-A5EA-C7B15F51283C}"/>
              </a:ext>
            </a:extLst>
          </p:cNvPr>
          <p:cNvSpPr txBox="1"/>
          <p:nvPr/>
        </p:nvSpPr>
        <p:spPr>
          <a:xfrm>
            <a:off x="363729" y="2337192"/>
            <a:ext cx="213231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0,404 404</a:t>
            </a:r>
            <a:r>
              <a:rPr lang="en-GB" sz="4000" dirty="0">
                <a:solidFill>
                  <a:srgbClr val="FF0000"/>
                </a:solidFill>
              </a:rPr>
              <a:t/>
            </a:r>
            <a:endParaRPr lang="en-GB" sz="4000" dirty="0"/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365FD4F-53F7-4293-A5AF-348D55CEAB5D}"/>
              </a:ext>
            </a:extLst>
          </p:cNvPr>
          <p:cNvSpPr/>
          <p:nvPr/>
        </p:nvSpPr>
        <p:spPr>
          <a:xfrm>
            <a:off x="8939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F5185372-F774-4BC7-AE29-7919DA8CDC57}"/>
              </a:ext>
            </a:extLst>
          </p:cNvPr>
          <p:cNvSpPr/>
          <p:nvPr/>
        </p:nvSpPr>
        <p:spPr>
          <a:xfrm>
            <a:off x="35654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5365B6C-7262-4AEF-A4AB-802B184DCE30}"/>
              </a:ext>
            </a:extLst>
          </p:cNvPr>
          <p:cNvSpPr/>
          <p:nvPr/>
        </p:nvSpPr>
        <p:spPr>
          <a:xfrm>
            <a:off x="83076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E106AFC-6992-490E-A079-1810CD1095FF}"/>
              </a:ext>
            </a:extLst>
          </p:cNvPr>
          <p:cNvSpPr/>
          <p:nvPr/>
        </p:nvSpPr>
        <p:spPr>
          <a:xfrm>
            <a:off x="11270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9A0921D-EDC9-42B2-B581-35B318448F83}"/>
              </a:ext>
            </a:extLst>
          </p:cNvPr>
          <p:cNvSpPr/>
          <p:nvPr/>
        </p:nvSpPr>
        <p:spPr>
          <a:xfrm>
            <a:off x="3914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F3C1FBB-1118-40A8-96D1-ECA813075853}"/>
              </a:ext>
            </a:extLst>
          </p:cNvPr>
          <p:cNvSpPr/>
          <p:nvPr/>
        </p:nvSpPr>
        <p:spPr>
          <a:xfrm>
            <a:off x="5854652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D7A633DB-B5D8-4E59-8B08-9778DFF8C56F}"/>
              </a:ext>
            </a:extLst>
          </p:cNvPr>
          <p:cNvSpPr/>
          <p:nvPr/>
        </p:nvSpPr>
        <p:spPr>
          <a:xfrm>
            <a:off x="14273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6A31B-2A5C-45EF-9692-C032B6AA22FC}"/>
              </a:ext>
            </a:extLst>
          </p:cNvPr>
          <p:cNvSpPr txBox="1"/>
          <p:nvPr/>
        </p:nvSpPr>
        <p:spPr>
          <a:xfrm>
            <a:off x="8069210" y="23371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</a:t>
            </a:r>
            <a:r>
              <a:rPr lang="en-GB" sz="4000" dirty="0">
                <a:solidFill>
                  <a:srgbClr val="FF0000"/>
                </a:solidFill>
              </a:rPr>
              <a:t>44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E36E52-D092-415D-B9EE-8C1FED0A4217}"/>
              </a:ext>
            </a:extLst>
          </p:cNvPr>
          <p:cNvSpPr/>
          <p:nvPr/>
        </p:nvSpPr>
        <p:spPr>
          <a:xfrm>
            <a:off x="863023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152183-22DE-353E-DF85-012846AA1211}"/>
              </a:ext>
            </a:extLst>
          </p:cNvPr>
          <p:cNvSpPr txBox="1"/>
          <p:nvPr/>
        </p:nvSpPr>
        <p:spPr>
          <a:xfrm>
            <a:off x="-199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B765A6-7E14-59B7-2A09-F1D349D1E02C}"/>
              </a:ext>
            </a:extLst>
          </p:cNvPr>
          <p:cNvSpPr txBox="1"/>
          <p:nvPr/>
        </p:nvSpPr>
        <p:spPr>
          <a:xfrm>
            <a:off x="249356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DFC3B5-7723-5A58-4655-0DA06DAABDE0}"/>
              </a:ext>
            </a:extLst>
          </p:cNvPr>
          <p:cNvSpPr txBox="1"/>
          <p:nvPr/>
        </p:nvSpPr>
        <p:spPr>
          <a:xfrm>
            <a:off x="495482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763DED-38AC-CBBC-6E6D-CFFFED2AEBE8}"/>
              </a:ext>
            </a:extLst>
          </p:cNvPr>
          <p:cNvSpPr txBox="1"/>
          <p:nvPr/>
        </p:nvSpPr>
        <p:spPr>
          <a:xfrm>
            <a:off x="7411508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998D09-1C65-DD8B-0FE3-1D080D3BBD31}"/>
              </a:ext>
            </a:extLst>
          </p:cNvPr>
          <p:cNvSpPr txBox="1"/>
          <p:nvPr/>
        </p:nvSpPr>
        <p:spPr>
          <a:xfrm>
            <a:off x="-199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CFA243-7F39-C421-CCD0-0C2797C58FE9}"/>
              </a:ext>
            </a:extLst>
          </p:cNvPr>
          <p:cNvSpPr txBox="1"/>
          <p:nvPr/>
        </p:nvSpPr>
        <p:spPr>
          <a:xfrm>
            <a:off x="249356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81F318F-6110-F633-85BA-D07828FF1039}"/>
              </a:ext>
            </a:extLst>
          </p:cNvPr>
          <p:cNvSpPr txBox="1"/>
          <p:nvPr/>
        </p:nvSpPr>
        <p:spPr>
          <a:xfrm>
            <a:off x="495482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3279102-65DB-3EC5-FD25-60CADD786764}"/>
              </a:ext>
            </a:extLst>
          </p:cNvPr>
          <p:cNvSpPr txBox="1"/>
          <p:nvPr/>
        </p:nvSpPr>
        <p:spPr>
          <a:xfrm>
            <a:off x="7411508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</p:spTree>
    <p:extLst>
      <p:ext uri="{BB962C8B-B14F-4D97-AF65-F5344CB8AC3E}">
        <p14:creationId xmlns:p14="http://schemas.microsoft.com/office/powerpoint/2010/main" val="7838043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>
            <a:extLst>
              <a:ext uri="{FF2B5EF4-FFF2-40B4-BE49-F238E27FC236}">
                <a16:creationId xmlns:a16="http://schemas.microsoft.com/office/drawing/2014/main" id="{5F8653D8-1092-4CF3-92D7-5925BE6678C2}"/>
              </a:ext>
            </a:extLst>
          </p:cNvPr>
          <p:cNvSpPr txBox="1"/>
          <p:nvPr/>
        </p:nvSpPr>
        <p:spPr>
          <a:xfrm>
            <a:off x="640080" y="-111760"/>
            <a:ext cx="22899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rgbClr val="0070C0"/>
                </a:solidFill>
              </a:rPr>
              <a:t>Эң кичинекей</a:t>
            </a:r>
            <a:endParaRPr lang="en-GB" sz="2800" dirty="0">
              <a:solidFill>
                <a:srgbClr val="0070C0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7543D9F-EC5D-490E-97FF-3FCA19ADCA3A}"/>
              </a:ext>
            </a:extLst>
          </p:cNvPr>
          <p:cNvSpPr txBox="1"/>
          <p:nvPr/>
        </p:nvSpPr>
        <p:spPr>
          <a:xfrm>
            <a:off x="8006080" y="3810000"/>
            <a:ext cx="1227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rgbClr val="0070C0"/>
                </a:solidFill>
              </a:rPr>
              <a:t>Эң чоң</a:t>
            </a:r>
            <a:endParaRPr lang="en-GB" sz="2800" dirty="0">
              <a:solidFill>
                <a:srgbClr val="0070C0"/>
              </a:solidFill>
            </a:endParaRP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DE70CB4-8025-4C5C-88F7-60D4DA45D1AD}"/>
              </a:ext>
            </a:extLst>
          </p:cNvPr>
          <p:cNvCxnSpPr>
            <a:cxnSpLocks/>
          </p:cNvCxnSpPr>
          <p:nvPr/>
        </p:nvCxnSpPr>
        <p:spPr>
          <a:xfrm>
            <a:off x="345440" y="335281"/>
            <a:ext cx="0" cy="337311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E304B2B5-A3D5-4CC1-9E81-56536E833547}"/>
              </a:ext>
            </a:extLst>
          </p:cNvPr>
          <p:cNvSpPr txBox="1"/>
          <p:nvPr/>
        </p:nvSpPr>
        <p:spPr>
          <a:xfrm>
            <a:off x="8056880" y="-111760"/>
            <a:ext cx="122751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800" dirty="0">
                <a:solidFill>
                  <a:srgbClr val="0070C0"/>
                </a:solidFill>
              </a:rPr>
              <a:t>Эң чоң</a:t>
            </a:r>
            <a:endParaRPr lang="en-GB" sz="2800" dirty="0">
              <a:solidFill>
                <a:srgbClr val="0070C0"/>
              </a:solidFill>
            </a:endParaRP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73C9D92-0536-4097-B5B7-C6A488A338C6}"/>
              </a:ext>
            </a:extLst>
          </p:cNvPr>
          <p:cNvCxnSpPr>
            <a:cxnSpLocks/>
          </p:cNvCxnSpPr>
          <p:nvPr/>
        </p:nvCxnSpPr>
        <p:spPr>
          <a:xfrm>
            <a:off x="2174240" y="335281"/>
            <a:ext cx="0" cy="581151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5FF8F14F-57EE-4BCA-8486-CA17E7C9BD52}"/>
              </a:ext>
            </a:extLst>
          </p:cNvPr>
          <p:cNvCxnSpPr>
            <a:cxnSpLocks/>
          </p:cNvCxnSpPr>
          <p:nvPr/>
        </p:nvCxnSpPr>
        <p:spPr>
          <a:xfrm>
            <a:off x="3942878" y="335281"/>
            <a:ext cx="0" cy="206247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C2DB26B-47F9-419E-BBC2-26D4930AB902}"/>
              </a:ext>
            </a:extLst>
          </p:cNvPr>
          <p:cNvCxnSpPr>
            <a:cxnSpLocks/>
          </p:cNvCxnSpPr>
          <p:nvPr/>
        </p:nvCxnSpPr>
        <p:spPr>
          <a:xfrm>
            <a:off x="5842000" y="335281"/>
            <a:ext cx="0" cy="333247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5A9AE4E9-8CC3-480D-99BD-93DE52BE237B}"/>
              </a:ext>
            </a:extLst>
          </p:cNvPr>
          <p:cNvCxnSpPr>
            <a:cxnSpLocks/>
          </p:cNvCxnSpPr>
          <p:nvPr/>
        </p:nvCxnSpPr>
        <p:spPr>
          <a:xfrm>
            <a:off x="7701280" y="335281"/>
            <a:ext cx="0" cy="3352799"/>
          </a:xfrm>
          <a:prstGeom prst="straightConnector1">
            <a:avLst/>
          </a:prstGeom>
          <a:ln w="28575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2" name="Table 5">
            <a:extLst>
              <a:ext uri="{FF2B5EF4-FFF2-40B4-BE49-F238E27FC236}">
                <a16:creationId xmlns:a16="http://schemas.microsoft.com/office/drawing/2014/main" id="{A810B502-79E0-4397-BB3D-798975A188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0859500"/>
              </p:ext>
            </p:extLst>
          </p:nvPr>
        </p:nvGraphicFramePr>
        <p:xfrm>
          <a:off x="294640" y="6293972"/>
          <a:ext cx="9316720" cy="48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95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835722851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909255948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437265606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509796713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725961521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589321105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3486082449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962890927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2533267733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166923625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587376443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1166056777"/>
                    </a:ext>
                  </a:extLst>
                </a:gridCol>
                <a:gridCol w="582295">
                  <a:extLst>
                    <a:ext uri="{9D8B030D-6E8A-4147-A177-3AD203B41FA5}">
                      <a16:colId xmlns:a16="http://schemas.microsoft.com/office/drawing/2014/main" val="3816622619"/>
                    </a:ext>
                  </a:extLst>
                </a:gridCol>
              </a:tblGrid>
              <a:tr h="451972"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Л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О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Д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Й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И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Ё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Б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К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М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Ж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Г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З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Н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А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Е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0" dirty="0">
                          <a:solidFill>
                            <a:sysClr val="windowText" lastClr="000000"/>
                          </a:solidFill>
                        </a:rPr>
                        <a:t>В</a:t>
                      </a:r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701000D9-1A79-7BE1-B4E6-453980B317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73" y="367927"/>
            <a:ext cx="1379129" cy="90106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2DA0E68-9151-A893-8A5B-23ECC194F7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235" y="1527223"/>
            <a:ext cx="1383666" cy="9653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940A9C6-5669-A875-50C7-54CBB196B4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7779" y="2750847"/>
            <a:ext cx="1364120" cy="93723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543A602-78CD-1B5C-5D1B-EDCDAD307C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16353" y="335281"/>
            <a:ext cx="1375800" cy="93370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05E6826-577C-F946-EBDB-99FBF513B5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4208" y="1527223"/>
            <a:ext cx="1386329" cy="9651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D86F77-5245-4567-782F-E79EAC4B2B6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24209" y="2757185"/>
            <a:ext cx="1386325" cy="95866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C7A11C8-A7A4-8A77-21C4-6905DC97B5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02340" y="3919787"/>
            <a:ext cx="1406427" cy="9651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1C4FCF7-4C2F-6FDE-1EC1-84485C1B6E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02340" y="5160713"/>
            <a:ext cx="1568620" cy="85752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0F886367-C3E9-D696-DD4D-DBBBCC37FBF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71523" y="335281"/>
            <a:ext cx="1557684" cy="96538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3A7929AD-294A-8B77-59FF-39CE9BE705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92298" y="1527224"/>
            <a:ext cx="1536908" cy="965194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0846F09-83D1-C78A-8031-F4D62425315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11465" y="364603"/>
            <a:ext cx="1394626" cy="955299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E1F802E-39C4-9015-7901-10EBA9E20EA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56687" y="1526606"/>
            <a:ext cx="1394627" cy="965811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7E355F1C-9F6D-31A7-2235-4D5986010C4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54794" y="2769533"/>
            <a:ext cx="1394626" cy="934562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8644B93B-F089-FEE7-4D13-BF76D039A66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957755" y="364603"/>
            <a:ext cx="1385472" cy="955299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EA28B408-A93B-3223-0B4B-E52E342640A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957755" y="1526606"/>
            <a:ext cx="1438990" cy="965811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70E1857-245E-7EBC-2158-93DD8D9CADB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957755" y="2768147"/>
            <a:ext cx="1438987" cy="947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56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9" y="198120"/>
          <a:ext cx="9829800" cy="6598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7450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84576673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  <a:gridCol w="2457450">
                  <a:extLst>
                    <a:ext uri="{9D8B030D-6E8A-4147-A177-3AD203B41FA5}">
                      <a16:colId xmlns:a16="http://schemas.microsoft.com/office/drawing/2014/main" val="1835722851"/>
                    </a:ext>
                  </a:extLst>
                </a:gridCol>
              </a:tblGrid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649582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1950978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А</a:t>
            </a:r>
            <a:endParaRPr lang="en-GB" sz="1600" b="1" dirty="0"/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B88E44BA-8734-41BD-999F-9B56202BB2A6}"/>
              </a:ext>
            </a:extLst>
          </p:cNvPr>
          <p:cNvSpPr txBox="1"/>
          <p:nvPr/>
        </p:nvSpPr>
        <p:spPr>
          <a:xfrm>
            <a:off x="2548144" y="-61546"/>
            <a:ext cx="6280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dirty="0"/>
              <a:t>Берилген карталарды өсүү тартибинде ирээтте (эң кичине сандан чоңго карай).</a:t>
            </a:r>
            <a:endParaRPr lang="en-GB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7D2291-6D6E-4A2E-869F-F2F1AAC859BC}"/>
              </a:ext>
            </a:extLst>
          </p:cNvPr>
          <p:cNvSpPr txBox="1"/>
          <p:nvPr/>
        </p:nvSpPr>
        <p:spPr>
          <a:xfrm>
            <a:off x="249356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Б</a:t>
            </a:r>
            <a:endParaRPr lang="en-GB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F7DE54-29E9-45F5-969B-059DF59F6F2F}"/>
              </a:ext>
            </a:extLst>
          </p:cNvPr>
          <p:cNvSpPr txBox="1"/>
          <p:nvPr/>
        </p:nvSpPr>
        <p:spPr>
          <a:xfrm>
            <a:off x="4954820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В</a:t>
            </a:r>
            <a:endParaRPr lang="en-GB" sz="16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56974C8-8E54-4357-83E5-6537C4E8281E}"/>
              </a:ext>
            </a:extLst>
          </p:cNvPr>
          <p:cNvSpPr txBox="1"/>
          <p:nvPr/>
        </p:nvSpPr>
        <p:spPr>
          <a:xfrm>
            <a:off x="7411508" y="2194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Г</a:t>
            </a:r>
            <a:endParaRPr lang="en-GB" sz="16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7174C5-6FF2-4A58-8AAD-E859D2239FE9}"/>
              </a:ext>
            </a:extLst>
          </p:cNvPr>
          <p:cNvSpPr txBox="1"/>
          <p:nvPr/>
        </p:nvSpPr>
        <p:spPr>
          <a:xfrm>
            <a:off x="-199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Д</a:t>
            </a:r>
            <a:endParaRPr lang="en-GB" sz="1600" b="1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A8CEC3-3544-4BC6-8E5F-CDE569F54527}"/>
              </a:ext>
            </a:extLst>
          </p:cNvPr>
          <p:cNvSpPr txBox="1"/>
          <p:nvPr/>
        </p:nvSpPr>
        <p:spPr>
          <a:xfrm>
            <a:off x="249356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Е</a:t>
            </a:r>
            <a:endParaRPr lang="en-GB" sz="1600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6DFD06-C6EF-4DE9-8DD3-B33854D2FF55}"/>
              </a:ext>
            </a:extLst>
          </p:cNvPr>
          <p:cNvSpPr txBox="1"/>
          <p:nvPr/>
        </p:nvSpPr>
        <p:spPr>
          <a:xfrm>
            <a:off x="4954820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Ё</a:t>
            </a:r>
            <a:endParaRPr lang="en-GB" sz="16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57C4645-DD01-455B-AAFD-E8F2CCCA1EFA}"/>
              </a:ext>
            </a:extLst>
          </p:cNvPr>
          <p:cNvSpPr txBox="1"/>
          <p:nvPr/>
        </p:nvSpPr>
        <p:spPr>
          <a:xfrm>
            <a:off x="7411508" y="1853145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Ж</a:t>
            </a:r>
            <a:endParaRPr lang="en-GB" sz="16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50363A9-5F06-4979-B236-A9319D22E084}"/>
              </a:ext>
            </a:extLst>
          </p:cNvPr>
          <p:cNvSpPr txBox="1"/>
          <p:nvPr/>
        </p:nvSpPr>
        <p:spPr>
          <a:xfrm>
            <a:off x="-199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З</a:t>
            </a:r>
            <a:endParaRPr lang="en-GB" sz="1600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39171B8-FAA5-4843-A029-7B35EDE50020}"/>
              </a:ext>
            </a:extLst>
          </p:cNvPr>
          <p:cNvSpPr txBox="1"/>
          <p:nvPr/>
        </p:nvSpPr>
        <p:spPr>
          <a:xfrm>
            <a:off x="249356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И</a:t>
            </a:r>
            <a:endParaRPr lang="en-GB" sz="1600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A29F7D-3E7D-4822-B9A0-F4CE37FDEFB5}"/>
              </a:ext>
            </a:extLst>
          </p:cNvPr>
          <p:cNvSpPr txBox="1"/>
          <p:nvPr/>
        </p:nvSpPr>
        <p:spPr>
          <a:xfrm>
            <a:off x="4954820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Й</a:t>
            </a:r>
            <a:endParaRPr lang="en-GB" sz="1600" b="1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7F78B59-14B8-4B56-8FBA-4A67B8251056}"/>
              </a:ext>
            </a:extLst>
          </p:cNvPr>
          <p:cNvSpPr txBox="1"/>
          <p:nvPr/>
        </p:nvSpPr>
        <p:spPr>
          <a:xfrm>
            <a:off x="7411508" y="350516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К</a:t>
            </a:r>
            <a:endParaRPr lang="en-GB" sz="1600" b="1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6D82812-1611-4B9F-BBCA-48EC7A1FF7B5}"/>
              </a:ext>
            </a:extLst>
          </p:cNvPr>
          <p:cNvSpPr txBox="1"/>
          <p:nvPr/>
        </p:nvSpPr>
        <p:spPr>
          <a:xfrm>
            <a:off x="-199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Л</a:t>
            </a:r>
            <a:endParaRPr lang="en-GB" sz="160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707EF-E6E0-4A67-9FCD-EA4AE959F4D8}"/>
              </a:ext>
            </a:extLst>
          </p:cNvPr>
          <p:cNvSpPr txBox="1"/>
          <p:nvPr/>
        </p:nvSpPr>
        <p:spPr>
          <a:xfrm>
            <a:off x="249356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М</a:t>
            </a:r>
            <a:endParaRPr lang="en-GB" sz="1600" b="1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4E4BA9B-3E80-4286-AE18-E347262C9988}"/>
              </a:ext>
            </a:extLst>
          </p:cNvPr>
          <p:cNvSpPr txBox="1"/>
          <p:nvPr/>
        </p:nvSpPr>
        <p:spPr>
          <a:xfrm>
            <a:off x="4954820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Н</a:t>
            </a:r>
            <a:endParaRPr lang="en-GB" sz="16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75F31A-FB63-4DC8-9E6A-52CBB8C98A0F}"/>
              </a:ext>
            </a:extLst>
          </p:cNvPr>
          <p:cNvSpPr txBox="1"/>
          <p:nvPr/>
        </p:nvSpPr>
        <p:spPr>
          <a:xfrm>
            <a:off x="7411508" y="5171401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200"/>
              </a:lnSpc>
            </a:pPr>
            <a:r>
              <a:rPr lang="ky-KG" sz="1600" b="1" dirty="0"/>
              <a:t>О</a:t>
            </a:r>
            <a:endParaRPr lang="en-GB" sz="1600" b="1" dirty="0"/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4D6B31CF-B44C-4CB7-9252-6AA0C59A039A}"/>
              </a:ext>
            </a:extLst>
          </p:cNvPr>
          <p:cNvSpPr txBox="1"/>
          <p:nvPr/>
        </p:nvSpPr>
        <p:spPr>
          <a:xfrm>
            <a:off x="3005125" y="691272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</a:p>
        </p:txBody>
      </p:sp>
      <p:sp>
        <p:nvSpPr>
          <p:cNvPr id="153" name="Oval 152">
            <a:extLst>
              <a:ext uri="{FF2B5EF4-FFF2-40B4-BE49-F238E27FC236}">
                <a16:creationId xmlns:a16="http://schemas.microsoft.com/office/drawing/2014/main" id="{8D6675C3-3390-4925-A3BC-F19A0D959EF3}"/>
              </a:ext>
            </a:extLst>
          </p:cNvPr>
          <p:cNvSpPr/>
          <p:nvPr/>
        </p:nvSpPr>
        <p:spPr>
          <a:xfrm>
            <a:off x="38245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4" name="TextBox 153">
            <a:extLst>
              <a:ext uri="{FF2B5EF4-FFF2-40B4-BE49-F238E27FC236}">
                <a16:creationId xmlns:a16="http://schemas.microsoft.com/office/drawing/2014/main" id="{76CD6A90-B33D-42FE-B684-CF27709947D7}"/>
              </a:ext>
            </a:extLst>
          </p:cNvPr>
          <p:cNvSpPr txBox="1"/>
          <p:nvPr/>
        </p:nvSpPr>
        <p:spPr>
          <a:xfrm>
            <a:off x="7744461" y="69127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0,462</a:t>
            </a:r>
          </a:p>
        </p:txBody>
      </p:sp>
      <p:sp>
        <p:nvSpPr>
          <p:cNvPr id="155" name="Oval 154">
            <a:extLst>
              <a:ext uri="{FF2B5EF4-FFF2-40B4-BE49-F238E27FC236}">
                <a16:creationId xmlns:a16="http://schemas.microsoft.com/office/drawing/2014/main" id="{747DDCA1-73F0-494A-BF7B-E35ADCB0E712}"/>
              </a:ext>
            </a:extLst>
          </p:cNvPr>
          <p:cNvSpPr/>
          <p:nvPr/>
        </p:nvSpPr>
        <p:spPr>
          <a:xfrm>
            <a:off x="880803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6" name="TextBox 155">
            <a:extLst>
              <a:ext uri="{FF2B5EF4-FFF2-40B4-BE49-F238E27FC236}">
                <a16:creationId xmlns:a16="http://schemas.microsoft.com/office/drawing/2014/main" id="{CB2EF210-EDB6-4968-84D8-194F5AADD677}"/>
              </a:ext>
            </a:extLst>
          </p:cNvPr>
          <p:cNvSpPr txBox="1"/>
          <p:nvPr/>
        </p:nvSpPr>
        <p:spPr>
          <a:xfrm>
            <a:off x="536244" y="4074552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</a:t>
            </a: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DA6025D4-1BBE-46C9-B132-63948148772D}"/>
              </a:ext>
            </a:extLst>
          </p:cNvPr>
          <p:cNvSpPr/>
          <p:nvPr/>
        </p:nvSpPr>
        <p:spPr>
          <a:xfrm>
            <a:off x="134742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473D0119-FC37-478C-9AFE-6FD5346AAB7B}"/>
              </a:ext>
            </a:extLst>
          </p:cNvPr>
          <p:cNvSpPr txBox="1"/>
          <p:nvPr/>
        </p:nvSpPr>
        <p:spPr>
          <a:xfrm>
            <a:off x="3088944" y="4074552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</a:t>
            </a:r>
          </a:p>
        </p:txBody>
      </p:sp>
      <p:sp>
        <p:nvSpPr>
          <p:cNvPr id="159" name="Oval 158">
            <a:extLst>
              <a:ext uri="{FF2B5EF4-FFF2-40B4-BE49-F238E27FC236}">
                <a16:creationId xmlns:a16="http://schemas.microsoft.com/office/drawing/2014/main" id="{4150582C-FB9A-452D-B854-DEF178490F74}"/>
              </a:ext>
            </a:extLst>
          </p:cNvPr>
          <p:cNvSpPr/>
          <p:nvPr/>
        </p:nvSpPr>
        <p:spPr>
          <a:xfrm>
            <a:off x="388488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C10049A2-BFB5-4D1C-A5FB-0E5A167F6E79}"/>
              </a:ext>
            </a:extLst>
          </p:cNvPr>
          <p:cNvSpPr txBox="1"/>
          <p:nvPr/>
        </p:nvSpPr>
        <p:spPr>
          <a:xfrm>
            <a:off x="5474005" y="691272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</a:p>
        </p:txBody>
      </p:sp>
      <p:sp>
        <p:nvSpPr>
          <p:cNvPr id="161" name="Oval 160">
            <a:extLst>
              <a:ext uri="{FF2B5EF4-FFF2-40B4-BE49-F238E27FC236}">
                <a16:creationId xmlns:a16="http://schemas.microsoft.com/office/drawing/2014/main" id="{F4386D57-C6E4-4770-BA45-B300E45E1220}"/>
              </a:ext>
            </a:extLst>
          </p:cNvPr>
          <p:cNvSpPr/>
          <p:nvPr/>
        </p:nvSpPr>
        <p:spPr>
          <a:xfrm>
            <a:off x="62832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39F20FF7-B0CD-4E59-8AB8-A91829AFBF37}"/>
              </a:ext>
            </a:extLst>
          </p:cNvPr>
          <p:cNvSpPr txBox="1"/>
          <p:nvPr/>
        </p:nvSpPr>
        <p:spPr>
          <a:xfrm>
            <a:off x="589584" y="691272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</a:t>
            </a:r>
            <a:endParaRPr lang="en-GB" sz="4000" dirty="0">
              <a:solidFill>
                <a:srgbClr val="FF0000"/>
              </a:solidFill>
            </a:endParaRPr>
          </a:p>
        </p:txBody>
      </p:sp>
      <p:sp>
        <p:nvSpPr>
          <p:cNvPr id="163" name="Oval 162">
            <a:extLst>
              <a:ext uri="{FF2B5EF4-FFF2-40B4-BE49-F238E27FC236}">
                <a16:creationId xmlns:a16="http://schemas.microsoft.com/office/drawing/2014/main" id="{04E74F69-1B29-4605-B896-C79487C8CE2E}"/>
              </a:ext>
            </a:extLst>
          </p:cNvPr>
          <p:cNvSpPr/>
          <p:nvPr/>
        </p:nvSpPr>
        <p:spPr>
          <a:xfrm>
            <a:off x="138361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39AC44C4-59EF-4EA4-A137-CD4136FA2752}"/>
              </a:ext>
            </a:extLst>
          </p:cNvPr>
          <p:cNvSpPr txBox="1"/>
          <p:nvPr/>
        </p:nvSpPr>
        <p:spPr>
          <a:xfrm>
            <a:off x="2863558" y="233719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0,488</a:t>
            </a:r>
          </a:p>
        </p:txBody>
      </p:sp>
      <p:sp>
        <p:nvSpPr>
          <p:cNvPr id="165" name="Oval 164">
            <a:extLst>
              <a:ext uri="{FF2B5EF4-FFF2-40B4-BE49-F238E27FC236}">
                <a16:creationId xmlns:a16="http://schemas.microsoft.com/office/drawing/2014/main" id="{16012792-E786-4509-8EEF-B50BA42E8332}"/>
              </a:ext>
            </a:extLst>
          </p:cNvPr>
          <p:cNvSpPr/>
          <p:nvPr/>
        </p:nvSpPr>
        <p:spPr>
          <a:xfrm>
            <a:off x="3406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9A76B64D-8A75-4BE6-95CD-CBF3E0A1272F}"/>
              </a:ext>
            </a:extLst>
          </p:cNvPr>
          <p:cNvSpPr txBox="1"/>
          <p:nvPr/>
        </p:nvSpPr>
        <p:spPr>
          <a:xfrm>
            <a:off x="7835901" y="407455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0,434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6D83AF01-FC09-4AD6-AEB4-16E5031E8F1A}"/>
              </a:ext>
            </a:extLst>
          </p:cNvPr>
          <p:cNvSpPr/>
          <p:nvPr/>
        </p:nvSpPr>
        <p:spPr>
          <a:xfrm>
            <a:off x="890201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AED57B94-1E0A-403B-94C1-BDB09F5F6A05}"/>
              </a:ext>
            </a:extLst>
          </p:cNvPr>
          <p:cNvSpPr txBox="1"/>
          <p:nvPr/>
        </p:nvSpPr>
        <p:spPr>
          <a:xfrm>
            <a:off x="5328920" y="2337192"/>
            <a:ext cx="135325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0,433</a:t>
            </a:r>
          </a:p>
        </p:txBody>
      </p:sp>
      <p:sp>
        <p:nvSpPr>
          <p:cNvPr id="169" name="Oval 168">
            <a:extLst>
              <a:ext uri="{FF2B5EF4-FFF2-40B4-BE49-F238E27FC236}">
                <a16:creationId xmlns:a16="http://schemas.microsoft.com/office/drawing/2014/main" id="{4CED374A-6810-4AD6-B78B-1A79AE8F3584}"/>
              </a:ext>
            </a:extLst>
          </p:cNvPr>
          <p:cNvSpPr/>
          <p:nvPr/>
        </p:nvSpPr>
        <p:spPr>
          <a:xfrm>
            <a:off x="638614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E125C452-712B-45B2-B8D5-D9329767B385}"/>
              </a:ext>
            </a:extLst>
          </p:cNvPr>
          <p:cNvSpPr txBox="1"/>
          <p:nvPr/>
        </p:nvSpPr>
        <p:spPr>
          <a:xfrm>
            <a:off x="7980984" y="5674166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</a:t>
            </a:r>
          </a:p>
        </p:txBody>
      </p:sp>
      <p:sp>
        <p:nvSpPr>
          <p:cNvPr id="171" name="Oval 170">
            <a:extLst>
              <a:ext uri="{FF2B5EF4-FFF2-40B4-BE49-F238E27FC236}">
                <a16:creationId xmlns:a16="http://schemas.microsoft.com/office/drawing/2014/main" id="{BA2F7FEB-D84F-478E-B205-14BABAAF755E}"/>
              </a:ext>
            </a:extLst>
          </p:cNvPr>
          <p:cNvSpPr/>
          <p:nvPr/>
        </p:nvSpPr>
        <p:spPr>
          <a:xfrm>
            <a:off x="878263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4D8BF2E2-39B6-4416-813D-20B67D48B511}"/>
              </a:ext>
            </a:extLst>
          </p:cNvPr>
          <p:cNvSpPr txBox="1"/>
          <p:nvPr/>
        </p:nvSpPr>
        <p:spPr>
          <a:xfrm>
            <a:off x="2814321" y="5674166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0,443</a:t>
            </a:r>
          </a:p>
        </p:txBody>
      </p:sp>
      <p:sp>
        <p:nvSpPr>
          <p:cNvPr id="173" name="Oval 172">
            <a:extLst>
              <a:ext uri="{FF2B5EF4-FFF2-40B4-BE49-F238E27FC236}">
                <a16:creationId xmlns:a16="http://schemas.microsoft.com/office/drawing/2014/main" id="{4E5869AF-FD38-446E-A35C-719AC454E41F}"/>
              </a:ext>
            </a:extLst>
          </p:cNvPr>
          <p:cNvSpPr/>
          <p:nvPr/>
        </p:nvSpPr>
        <p:spPr>
          <a:xfrm>
            <a:off x="389313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98B398B-DC16-43D0-9035-9F9681C9E7E3}"/>
              </a:ext>
            </a:extLst>
          </p:cNvPr>
          <p:cNvSpPr txBox="1"/>
          <p:nvPr/>
        </p:nvSpPr>
        <p:spPr>
          <a:xfrm>
            <a:off x="429261" y="5674166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0,403</a:t>
            </a:r>
          </a:p>
        </p:txBody>
      </p:sp>
      <p:sp>
        <p:nvSpPr>
          <p:cNvPr id="175" name="Oval 174">
            <a:extLst>
              <a:ext uri="{FF2B5EF4-FFF2-40B4-BE49-F238E27FC236}">
                <a16:creationId xmlns:a16="http://schemas.microsoft.com/office/drawing/2014/main" id="{8053DDD7-D27A-48BC-BE92-37FA19D2A7E6}"/>
              </a:ext>
            </a:extLst>
          </p:cNvPr>
          <p:cNvSpPr/>
          <p:nvPr/>
        </p:nvSpPr>
        <p:spPr>
          <a:xfrm>
            <a:off x="149410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8A78CB83-FCA3-40AE-B401-AA69E520C332}"/>
              </a:ext>
            </a:extLst>
          </p:cNvPr>
          <p:cNvSpPr txBox="1"/>
          <p:nvPr/>
        </p:nvSpPr>
        <p:spPr>
          <a:xfrm>
            <a:off x="5443524" y="5674166"/>
            <a:ext cx="10935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0,46</a:t>
            </a:r>
          </a:p>
        </p:txBody>
      </p:sp>
      <p:sp>
        <p:nvSpPr>
          <p:cNvPr id="177" name="Oval 176">
            <a:extLst>
              <a:ext uri="{FF2B5EF4-FFF2-40B4-BE49-F238E27FC236}">
                <a16:creationId xmlns:a16="http://schemas.microsoft.com/office/drawing/2014/main" id="{F7920A20-148F-4EE0-8508-45B87623B23F}"/>
              </a:ext>
            </a:extLst>
          </p:cNvPr>
          <p:cNvSpPr/>
          <p:nvPr/>
        </p:nvSpPr>
        <p:spPr>
          <a:xfrm>
            <a:off x="6258512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EFA91E36-06EE-4ED8-B479-EC35F631A2E0}"/>
              </a:ext>
            </a:extLst>
          </p:cNvPr>
          <p:cNvSpPr txBox="1"/>
          <p:nvPr/>
        </p:nvSpPr>
        <p:spPr>
          <a:xfrm>
            <a:off x="5290821" y="407455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0,426</a:t>
            </a:r>
          </a:p>
        </p:txBody>
      </p:sp>
      <p:sp>
        <p:nvSpPr>
          <p:cNvPr id="179" name="Oval 178">
            <a:extLst>
              <a:ext uri="{FF2B5EF4-FFF2-40B4-BE49-F238E27FC236}">
                <a16:creationId xmlns:a16="http://schemas.microsoft.com/office/drawing/2014/main" id="{890D4219-CA3C-45C6-A62A-AF073E85D85B}"/>
              </a:ext>
            </a:extLst>
          </p:cNvPr>
          <p:cNvSpPr/>
          <p:nvPr/>
        </p:nvSpPr>
        <p:spPr>
          <a:xfrm>
            <a:off x="584385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F4389BF2-383C-42DD-A5EA-C7B15F51283C}"/>
              </a:ext>
            </a:extLst>
          </p:cNvPr>
          <p:cNvSpPr txBox="1"/>
          <p:nvPr/>
        </p:nvSpPr>
        <p:spPr>
          <a:xfrm>
            <a:off x="363729" y="2337192"/>
            <a:ext cx="135325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0,404</a:t>
            </a:r>
          </a:p>
        </p:txBody>
      </p:sp>
      <p:sp>
        <p:nvSpPr>
          <p:cNvPr id="181" name="Oval 180">
            <a:extLst>
              <a:ext uri="{FF2B5EF4-FFF2-40B4-BE49-F238E27FC236}">
                <a16:creationId xmlns:a16="http://schemas.microsoft.com/office/drawing/2014/main" id="{6365FD4F-53F7-4293-A5AF-348D55CEAB5D}"/>
              </a:ext>
            </a:extLst>
          </p:cNvPr>
          <p:cNvSpPr/>
          <p:nvPr/>
        </p:nvSpPr>
        <p:spPr>
          <a:xfrm>
            <a:off x="8939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2" name="Oval 181">
            <a:extLst>
              <a:ext uri="{FF2B5EF4-FFF2-40B4-BE49-F238E27FC236}">
                <a16:creationId xmlns:a16="http://schemas.microsoft.com/office/drawing/2014/main" id="{F5185372-F774-4BC7-AE29-7919DA8CDC57}"/>
              </a:ext>
            </a:extLst>
          </p:cNvPr>
          <p:cNvSpPr/>
          <p:nvPr/>
        </p:nvSpPr>
        <p:spPr>
          <a:xfrm>
            <a:off x="35654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3" name="Oval 182">
            <a:extLst>
              <a:ext uri="{FF2B5EF4-FFF2-40B4-BE49-F238E27FC236}">
                <a16:creationId xmlns:a16="http://schemas.microsoft.com/office/drawing/2014/main" id="{85365B6C-7262-4AEF-A4AB-802B184DCE30}"/>
              </a:ext>
            </a:extLst>
          </p:cNvPr>
          <p:cNvSpPr/>
          <p:nvPr/>
        </p:nvSpPr>
        <p:spPr>
          <a:xfrm>
            <a:off x="830765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4" name="Oval 183">
            <a:extLst>
              <a:ext uri="{FF2B5EF4-FFF2-40B4-BE49-F238E27FC236}">
                <a16:creationId xmlns:a16="http://schemas.microsoft.com/office/drawing/2014/main" id="{6D1D09FF-BFF6-4B60-8D80-5A4F6CD28DAA}"/>
              </a:ext>
            </a:extLst>
          </p:cNvPr>
          <p:cNvSpPr/>
          <p:nvPr/>
        </p:nvSpPr>
        <p:spPr>
          <a:xfrm>
            <a:off x="1057862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5" name="Oval 184">
            <a:extLst>
              <a:ext uri="{FF2B5EF4-FFF2-40B4-BE49-F238E27FC236}">
                <a16:creationId xmlns:a16="http://schemas.microsoft.com/office/drawing/2014/main" id="{9E106AFC-6992-490E-A079-1810CD1095FF}"/>
              </a:ext>
            </a:extLst>
          </p:cNvPr>
          <p:cNvSpPr/>
          <p:nvPr/>
        </p:nvSpPr>
        <p:spPr>
          <a:xfrm>
            <a:off x="1127077" y="63055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6" name="Oval 185">
            <a:extLst>
              <a:ext uri="{FF2B5EF4-FFF2-40B4-BE49-F238E27FC236}">
                <a16:creationId xmlns:a16="http://schemas.microsoft.com/office/drawing/2014/main" id="{C9A0921D-EDC9-42B2-B581-35B318448F83}"/>
              </a:ext>
            </a:extLst>
          </p:cNvPr>
          <p:cNvSpPr/>
          <p:nvPr/>
        </p:nvSpPr>
        <p:spPr>
          <a:xfrm>
            <a:off x="3914434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7" name="Oval 186">
            <a:extLst>
              <a:ext uri="{FF2B5EF4-FFF2-40B4-BE49-F238E27FC236}">
                <a16:creationId xmlns:a16="http://schemas.microsoft.com/office/drawing/2014/main" id="{53CA6636-1DDE-40D6-8499-FA9CE75CF608}"/>
              </a:ext>
            </a:extLst>
          </p:cNvPr>
          <p:cNvSpPr/>
          <p:nvPr/>
        </p:nvSpPr>
        <p:spPr>
          <a:xfrm>
            <a:off x="838131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8" name="Oval 187">
            <a:extLst>
              <a:ext uri="{FF2B5EF4-FFF2-40B4-BE49-F238E27FC236}">
                <a16:creationId xmlns:a16="http://schemas.microsoft.com/office/drawing/2014/main" id="{7F3C1FBB-1118-40A8-96D1-ECA813075853}"/>
              </a:ext>
            </a:extLst>
          </p:cNvPr>
          <p:cNvSpPr/>
          <p:nvPr/>
        </p:nvSpPr>
        <p:spPr>
          <a:xfrm>
            <a:off x="5854652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89" name="Oval 188">
            <a:extLst>
              <a:ext uri="{FF2B5EF4-FFF2-40B4-BE49-F238E27FC236}">
                <a16:creationId xmlns:a16="http://schemas.microsoft.com/office/drawing/2014/main" id="{3B34E780-4AA9-4CD9-823D-94C5C50D2067}"/>
              </a:ext>
            </a:extLst>
          </p:cNvPr>
          <p:cNvSpPr/>
          <p:nvPr/>
        </p:nvSpPr>
        <p:spPr>
          <a:xfrm>
            <a:off x="853498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BC161350-C664-4F81-A425-BE680267EA75}"/>
              </a:ext>
            </a:extLst>
          </p:cNvPr>
          <p:cNvSpPr/>
          <p:nvPr/>
        </p:nvSpPr>
        <p:spPr>
          <a:xfrm>
            <a:off x="336481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742CAB0-416E-4777-9B75-93C1BC82F38B}"/>
              </a:ext>
            </a:extLst>
          </p:cNvPr>
          <p:cNvSpPr/>
          <p:nvPr/>
        </p:nvSpPr>
        <p:spPr>
          <a:xfrm>
            <a:off x="968327" y="5613450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B28E2359-AD32-4B5B-B1E9-0FA1650CEEC8}"/>
              </a:ext>
            </a:extLst>
          </p:cNvPr>
          <p:cNvSpPr/>
          <p:nvPr/>
        </p:nvSpPr>
        <p:spPr>
          <a:xfrm>
            <a:off x="6346777" y="401383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D7A633DB-B5D8-4E59-8B08-9778DFF8C56F}"/>
              </a:ext>
            </a:extLst>
          </p:cNvPr>
          <p:cNvSpPr/>
          <p:nvPr/>
        </p:nvSpPr>
        <p:spPr>
          <a:xfrm>
            <a:off x="1427305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06A31B-2A5C-45EF-9692-C032B6AA22FC}"/>
              </a:ext>
            </a:extLst>
          </p:cNvPr>
          <p:cNvSpPr txBox="1"/>
          <p:nvPr/>
        </p:nvSpPr>
        <p:spPr>
          <a:xfrm>
            <a:off x="8069210" y="2337192"/>
            <a:ext cx="83388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0,4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BE36E52-D092-415D-B9EE-8C1FED0A4217}"/>
              </a:ext>
            </a:extLst>
          </p:cNvPr>
          <p:cNvSpPr/>
          <p:nvPr/>
        </p:nvSpPr>
        <p:spPr>
          <a:xfrm>
            <a:off x="8630237" y="2276476"/>
            <a:ext cx="133349" cy="133349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en-GB" sz="1950"/>
          </a:p>
        </p:txBody>
      </p:sp>
    </p:spTree>
    <p:extLst>
      <p:ext uri="{BB962C8B-B14F-4D97-AF65-F5344CB8AC3E}">
        <p14:creationId xmlns:p14="http://schemas.microsoft.com/office/powerpoint/2010/main" val="10721552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654BE8-3280-E8E3-E46D-7C6D685251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03012" y="1026158"/>
            <a:ext cx="6811703" cy="48056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3EE46D6-DA0A-4A97-F599-AB4DBAAAEB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23649" y="952498"/>
            <a:ext cx="6811703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529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BC32FDA-C401-E3E1-76D6-392C6EB330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" y="25762"/>
            <a:ext cx="4856481" cy="33879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1555BC-B767-7550-E86B-7B907C044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5762"/>
            <a:ext cx="4856481" cy="33879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E93899-6F0B-D1E5-3B8A-3D7E336720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19" y="3470002"/>
            <a:ext cx="4856481" cy="338799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E6E26C-0F5E-238A-FD20-EADD4B0FF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470002"/>
            <a:ext cx="4856481" cy="3387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8669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5447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145095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10524</TotalTime>
  <Words>256</Words>
  <Application>Microsoft Office PowerPoint</Application>
  <PresentationFormat>A4 Paper (210x297 mm)</PresentationFormat>
  <Paragraphs>152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504</cp:revision>
  <cp:lastPrinted>2024-10-22T04:32:00Z</cp:lastPrinted>
  <dcterms:created xsi:type="dcterms:W3CDTF">2017-01-17T16:57:04Z</dcterms:created>
  <dcterms:modified xsi:type="dcterms:W3CDTF">2024-10-22T04:33:51Z</dcterms:modified>
</cp:coreProperties>
</file>