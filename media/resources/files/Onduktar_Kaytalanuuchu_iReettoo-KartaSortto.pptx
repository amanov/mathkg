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45" r:id="rId2"/>
    <p:sldId id="944" r:id="rId3"/>
    <p:sldId id="952" r:id="rId4"/>
    <p:sldId id="950" r:id="rId5"/>
    <p:sldId id="946" r:id="rId6"/>
    <p:sldId id="953" r:id="rId7"/>
    <p:sldId id="948" r:id="rId8"/>
    <p:sldId id="949" r:id="rId9"/>
    <p:sldId id="951" r:id="rId10"/>
  </p:sldIdLst>
  <p:sldSz cx="9906000" cy="6858000" type="A4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B448B5C-C6CF-422B-AAF2-DB5112525722}">
          <p14:sldIdLst>
            <p14:sldId id="945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птор" id="{1FEDB314-42DC-4694-9B04-D4A4AAE625F7}">
          <p14:sldIdLst>
            <p14:sldId id="952"/>
            <p14:sldId id="950"/>
            <p14:sldId id="946"/>
          </p14:sldIdLst>
        </p14:section>
        <p14:section name="Таркатма иш кагаздар" id="{A78D9305-6AAE-4715-A210-52F6908F30F7}">
          <p14:sldIdLst>
            <p14:sldId id="953"/>
            <p14:sldId id="948"/>
            <p14:sldId id="949"/>
          </p14:sldIdLst>
        </p14:section>
        <p14:section name="Кайтарым байланыш" id="{F4F1B14E-D704-495F-A4C5-F3C7778EEB8B}">
          <p14:sldIdLst>
            <p14:sldId id="9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169920" cy="481727"/>
          </a:xfrm>
          <a:prstGeom prst="rect">
            <a:avLst/>
          </a:prstGeom>
        </p:spPr>
        <p:txBody>
          <a:bodyPr vert="horz" lIns="92322" tIns="46162" rIns="92322" bIns="46162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0"/>
            <a:ext cx="3169920" cy="481727"/>
          </a:xfrm>
          <a:prstGeom prst="rect">
            <a:avLst/>
          </a:prstGeom>
        </p:spPr>
        <p:txBody>
          <a:bodyPr vert="horz" lIns="92322" tIns="46162" rIns="92322" bIns="46162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17625" y="1200150"/>
            <a:ext cx="46799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22" tIns="46162" rIns="92322" bIns="46162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620581"/>
            <a:ext cx="5852160" cy="3780471"/>
          </a:xfrm>
          <a:prstGeom prst="rect">
            <a:avLst/>
          </a:prstGeom>
        </p:spPr>
        <p:txBody>
          <a:bodyPr vert="horz" lIns="92322" tIns="46162" rIns="92322" bIns="46162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119479"/>
            <a:ext cx="3169920" cy="481726"/>
          </a:xfrm>
          <a:prstGeom prst="rect">
            <a:avLst/>
          </a:prstGeom>
        </p:spPr>
        <p:txBody>
          <a:bodyPr vert="horz" lIns="92322" tIns="46162" rIns="92322" bIns="46162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9"/>
            <a:ext cx="3169920" cy="481726"/>
          </a:xfrm>
          <a:prstGeom prst="rect">
            <a:avLst/>
          </a:prstGeom>
        </p:spPr>
        <p:txBody>
          <a:bodyPr vert="horz" lIns="92322" tIns="46162" rIns="92322" bIns="46162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6062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Кайталануучу ондуктар –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Карталарды ирээттөө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2 өлчөмдө.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5482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411508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5482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</a:t>
            </a: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0,462</a:t>
            </a: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</a:t>
            </a: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0,488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0,434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0,433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0,443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42926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0,403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49410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0,426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0,404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96832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327834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9296"/>
              </p:ext>
            </p:extLst>
          </p:nvPr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1704436" y="-54920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46636" y="1914034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521296" y="186602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510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31489" y="35818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521296" y="357248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24127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89110" y="529213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29181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</a:t>
            </a:r>
            <a:r>
              <a:rPr lang="ky-KG" sz="4000" dirty="0">
                <a:solidFill>
                  <a:srgbClr val="FF0000"/>
                </a:solidFill>
              </a:rPr>
              <a:t>43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0,462</a:t>
            </a:r>
            <a:r>
              <a:rPr lang="ky-KG" sz="4000" dirty="0">
                <a:solidFill>
                  <a:srgbClr val="FF0000"/>
                </a:solidFill>
              </a:rPr>
              <a:t>462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</a:t>
            </a:r>
            <a:r>
              <a:rPr lang="ky-KG" sz="4000" dirty="0">
                <a:solidFill>
                  <a:srgbClr val="FF0000"/>
                </a:solidFill>
              </a:rPr>
              <a:t>46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</a:t>
            </a:r>
            <a:r>
              <a:rPr lang="ky-KG" sz="4000" dirty="0">
                <a:solidFill>
                  <a:srgbClr val="FF0000"/>
                </a:solidFill>
              </a:rPr>
              <a:t>33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  <a:r>
              <a:rPr lang="ky-KG" sz="4000" dirty="0">
                <a:solidFill>
                  <a:srgbClr val="FF0000"/>
                </a:solidFill>
              </a:rPr>
              <a:t>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  <a:r>
              <a:rPr lang="ky-KG" sz="4000" dirty="0">
                <a:solidFill>
                  <a:srgbClr val="FF0000"/>
                </a:solidFill>
              </a:rPr>
              <a:t>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0,488</a:t>
            </a:r>
            <a:r>
              <a:rPr lang="ky-KG" sz="4000" dirty="0">
                <a:solidFill>
                  <a:srgbClr val="FF0000"/>
                </a:solidFill>
              </a:rPr>
              <a:t>488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0,434</a:t>
            </a:r>
            <a:r>
              <a:rPr lang="ky-KG" sz="4000" dirty="0">
                <a:solidFill>
                  <a:srgbClr val="FF0000"/>
                </a:solidFill>
              </a:rPr>
              <a:t>434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0,433</a:t>
            </a:r>
            <a:r>
              <a:rPr lang="ky-KG" sz="4000" dirty="0">
                <a:solidFill>
                  <a:srgbClr val="FF0000"/>
                </a:solidFill>
              </a:rPr>
              <a:t>433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</a:t>
            </a:r>
            <a:r>
              <a:rPr lang="ky-KG" sz="4000" dirty="0">
                <a:solidFill>
                  <a:srgbClr val="FF0000"/>
                </a:solidFill>
              </a:rPr>
              <a:t>40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0,443</a:t>
            </a:r>
            <a:r>
              <a:rPr lang="ky-KG" sz="4000" dirty="0">
                <a:solidFill>
                  <a:srgbClr val="FF0000"/>
                </a:solidFill>
              </a:rPr>
              <a:t>443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232406" y="5674166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0,403</a:t>
            </a:r>
            <a:r>
              <a:rPr lang="ky-KG" sz="4000" dirty="0">
                <a:solidFill>
                  <a:srgbClr val="FF0000"/>
                </a:solidFill>
              </a:rPr>
              <a:t>403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29725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</a:t>
            </a:r>
            <a:r>
              <a:rPr lang="ky-KG" sz="4000" dirty="0">
                <a:solidFill>
                  <a:srgbClr val="FF0000"/>
                </a:solidFill>
              </a:rPr>
              <a:t>66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0,426</a:t>
            </a:r>
            <a:r>
              <a:rPr lang="ky-KG" sz="4000" dirty="0">
                <a:solidFill>
                  <a:srgbClr val="FF0000"/>
                </a:solidFill>
              </a:rPr>
              <a:t>426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0,404</a:t>
            </a:r>
            <a:r>
              <a:rPr lang="ky-KG" sz="4000" dirty="0">
                <a:solidFill>
                  <a:srgbClr val="FF0000"/>
                </a:solidFill>
              </a:rPr>
              <a:t>404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77147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</a:t>
            </a:r>
            <a:r>
              <a:rPr lang="ky-KG" sz="4000" dirty="0">
                <a:solidFill>
                  <a:srgbClr val="FF0000"/>
                </a:solidFill>
              </a:rPr>
              <a:t>44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64558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987878"/>
              </p:ext>
            </p:extLst>
          </p:nvPr>
        </p:nvGraphicFramePr>
        <p:xfrm>
          <a:off x="35169" y="198120"/>
          <a:ext cx="9829800" cy="329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</a:t>
            </a:r>
            <a:r>
              <a:rPr lang="en-GB" sz="4000" dirty="0">
                <a:solidFill>
                  <a:srgbClr val="FF0000"/>
                </a:solidFill>
              </a:rPr>
              <a:t>43</a:t>
            </a:r>
            <a:endParaRPr lang="en-GB" sz="4000" dirty="0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0,462</a:t>
            </a:r>
            <a:r>
              <a:rPr lang="en-GB" sz="4000" dirty="0">
                <a:solidFill>
                  <a:srgbClr val="FF0000"/>
                </a:solidFill>
              </a:rPr>
              <a:t>462</a:t>
            </a:r>
            <a:endParaRPr lang="en-GB" sz="4000" dirty="0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  <a:r>
              <a:rPr lang="en-GB" sz="4000" dirty="0">
                <a:solidFill>
                  <a:srgbClr val="FF0000"/>
                </a:solidFill>
              </a:rPr>
              <a:t>88</a:t>
            </a:r>
            <a:endParaRPr lang="en-GB" sz="4000" dirty="0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  <a:r>
              <a:rPr lang="en-GB" sz="4000" dirty="0">
                <a:solidFill>
                  <a:srgbClr val="FF0000"/>
                </a:solidFill>
              </a:rPr>
              <a:t>48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0,488</a:t>
            </a:r>
            <a:r>
              <a:rPr lang="en-GB" sz="4000" dirty="0">
                <a:solidFill>
                  <a:srgbClr val="FF0000"/>
                </a:solidFill>
              </a:rPr>
              <a:t>488</a:t>
            </a:r>
            <a:endParaRPr lang="en-GB" sz="4000" dirty="0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0,433</a:t>
            </a:r>
            <a:r>
              <a:rPr lang="en-GB" sz="4000" dirty="0">
                <a:solidFill>
                  <a:srgbClr val="FF0000"/>
                </a:solidFill>
              </a:rPr>
              <a:t>433</a:t>
            </a:r>
            <a:endParaRPr lang="en-GB" sz="4000" dirty="0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0,404</a:t>
            </a:r>
            <a:r>
              <a:rPr lang="en-GB" sz="4000" dirty="0">
                <a:solidFill>
                  <a:srgbClr val="FF0000"/>
                </a:solidFill>
              </a:rPr>
              <a:t>404</a:t>
            </a:r>
            <a:endParaRPr lang="en-GB" sz="4000" dirty="0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</a:t>
            </a:r>
            <a:r>
              <a:rPr lang="en-GB" sz="4000" dirty="0">
                <a:solidFill>
                  <a:srgbClr val="FF0000"/>
                </a:solidFill>
              </a:rPr>
              <a:t>44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152183-22DE-353E-DF85-012846AA1211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B765A6-7E14-59B7-2A09-F1D349D1E02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FC3B5-7723-5A58-4655-0DA06DAABDE0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63DED-38AC-CBBC-6E6D-CFFFED2AEBE8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998D09-1C65-DD8B-0FE3-1D080D3BBD31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FA243-7F39-C421-CCD0-0C2797C58FE9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F318F-6110-F633-85BA-D07828FF1039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79102-65DB-3EC5-FD25-60CADD786764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783804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5F8653D8-1092-4CF3-92D7-5925BE6678C2}"/>
              </a:ext>
            </a:extLst>
          </p:cNvPr>
          <p:cNvSpPr txBox="1"/>
          <p:nvPr/>
        </p:nvSpPr>
        <p:spPr>
          <a:xfrm>
            <a:off x="640080" y="-111760"/>
            <a:ext cx="2289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кичинекей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543D9F-EC5D-490E-97FF-3FCA19ADCA3A}"/>
              </a:ext>
            </a:extLst>
          </p:cNvPr>
          <p:cNvSpPr txBox="1"/>
          <p:nvPr/>
        </p:nvSpPr>
        <p:spPr>
          <a:xfrm>
            <a:off x="8006080" y="3810000"/>
            <a:ext cx="1227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чоң</a:t>
            </a:r>
            <a:endParaRPr lang="en-GB" sz="2800" dirty="0">
              <a:solidFill>
                <a:srgbClr val="0070C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DE70CB4-8025-4C5C-88F7-60D4DA45D1AD}"/>
              </a:ext>
            </a:extLst>
          </p:cNvPr>
          <p:cNvCxnSpPr>
            <a:cxnSpLocks/>
          </p:cNvCxnSpPr>
          <p:nvPr/>
        </p:nvCxnSpPr>
        <p:spPr>
          <a:xfrm>
            <a:off x="345440" y="335281"/>
            <a:ext cx="0" cy="337311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304B2B5-A3D5-4CC1-9E81-56536E833547}"/>
              </a:ext>
            </a:extLst>
          </p:cNvPr>
          <p:cNvSpPr txBox="1"/>
          <p:nvPr/>
        </p:nvSpPr>
        <p:spPr>
          <a:xfrm>
            <a:off x="8056880" y="-111760"/>
            <a:ext cx="1227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чоң</a:t>
            </a:r>
            <a:endParaRPr lang="en-GB" sz="2800" dirty="0">
              <a:solidFill>
                <a:srgbClr val="0070C0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73C9D92-0536-4097-B5B7-C6A488A338C6}"/>
              </a:ext>
            </a:extLst>
          </p:cNvPr>
          <p:cNvCxnSpPr>
            <a:cxnSpLocks/>
          </p:cNvCxnSpPr>
          <p:nvPr/>
        </p:nvCxnSpPr>
        <p:spPr>
          <a:xfrm>
            <a:off x="2174240" y="335281"/>
            <a:ext cx="0" cy="581151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FF8F14F-57EE-4BCA-8486-CA17E7C9BD52}"/>
              </a:ext>
            </a:extLst>
          </p:cNvPr>
          <p:cNvCxnSpPr>
            <a:cxnSpLocks/>
          </p:cNvCxnSpPr>
          <p:nvPr/>
        </p:nvCxnSpPr>
        <p:spPr>
          <a:xfrm>
            <a:off x="3942878" y="335281"/>
            <a:ext cx="0" cy="206247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C2DB26B-47F9-419E-BBC2-26D4930AB902}"/>
              </a:ext>
            </a:extLst>
          </p:cNvPr>
          <p:cNvCxnSpPr>
            <a:cxnSpLocks/>
          </p:cNvCxnSpPr>
          <p:nvPr/>
        </p:nvCxnSpPr>
        <p:spPr>
          <a:xfrm>
            <a:off x="5842000" y="335281"/>
            <a:ext cx="0" cy="333247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A9AE4E9-8CC3-480D-99BD-93DE52BE237B}"/>
              </a:ext>
            </a:extLst>
          </p:cNvPr>
          <p:cNvCxnSpPr>
            <a:cxnSpLocks/>
          </p:cNvCxnSpPr>
          <p:nvPr/>
        </p:nvCxnSpPr>
        <p:spPr>
          <a:xfrm>
            <a:off x="7701280" y="335281"/>
            <a:ext cx="0" cy="335279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2" name="Table 5">
            <a:extLst>
              <a:ext uri="{FF2B5EF4-FFF2-40B4-BE49-F238E27FC236}">
                <a16:creationId xmlns:a16="http://schemas.microsoft.com/office/drawing/2014/main" id="{A810B502-79E0-4397-BB3D-798975A18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859500"/>
              </p:ext>
            </p:extLst>
          </p:nvPr>
        </p:nvGraphicFramePr>
        <p:xfrm>
          <a:off x="294640" y="6293972"/>
          <a:ext cx="9316720" cy="48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29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909255948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437265606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50979671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72596152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589321105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3486082449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962890927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53326773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166923625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58737644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166056777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3816622619"/>
                    </a:ext>
                  </a:extLst>
                </a:gridCol>
              </a:tblGrid>
              <a:tr h="451972"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Л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О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Д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Й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И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Ё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Б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К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М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Ж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Г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З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Н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А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Е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В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01000D9-1A79-7BE1-B4E6-453980B31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73" y="367927"/>
            <a:ext cx="1379129" cy="9010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2DA0E68-9151-A893-8A5B-23ECC194F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35" y="1527223"/>
            <a:ext cx="1383666" cy="96538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940A9C6-5669-A875-50C7-54CBB196B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779" y="2750847"/>
            <a:ext cx="1364120" cy="9372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543A602-78CD-1B5C-5D1B-EDCDAD307C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6353" y="335281"/>
            <a:ext cx="1375800" cy="9337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5E6826-577C-F946-EBDB-99FBF513B5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4208" y="1527223"/>
            <a:ext cx="1386329" cy="9651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D86F77-5245-4567-782F-E79EAC4B2B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4209" y="2757185"/>
            <a:ext cx="1386325" cy="9586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C7A11C8-A7A4-8A77-21C4-6905DC97B5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2340" y="3919787"/>
            <a:ext cx="1406427" cy="96519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1C4FCF7-4C2F-6FDE-1EC1-84485C1B6E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2340" y="5160713"/>
            <a:ext cx="1568620" cy="8575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886367-C3E9-D696-DD4D-DBBBCC37FB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1523" y="335281"/>
            <a:ext cx="1557684" cy="9653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A7929AD-294A-8B77-59FF-39CE9BE705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92298" y="1527224"/>
            <a:ext cx="1536908" cy="9651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846F09-83D1-C78A-8031-F4D62425315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1465" y="364603"/>
            <a:ext cx="1394626" cy="9552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E1F802E-39C4-9015-7901-10EBA9E20E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56687" y="1526606"/>
            <a:ext cx="1394627" cy="96581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E355F1C-9F6D-31A7-2235-4D5986010C4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54794" y="2769533"/>
            <a:ext cx="1394626" cy="93456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644B93B-F089-FEE7-4D13-BF76D039A66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57755" y="364603"/>
            <a:ext cx="1385472" cy="95529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EA28B408-A93B-3223-0B4B-E52E342640A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57755" y="1526606"/>
            <a:ext cx="1438990" cy="965811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70E1857-245E-7EBC-2158-93DD8D9CADB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57755" y="2768147"/>
            <a:ext cx="1438987" cy="947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856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5482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411508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5482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</a:t>
            </a: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0,462</a:t>
            </a: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</a:t>
            </a: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0,488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0,434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0,433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0,443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42926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0,403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49410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0,46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0,426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0,404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96832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072155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654BE8-3280-E8E3-E46D-7C6D68525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3012" y="1026158"/>
            <a:ext cx="6811703" cy="4805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EE46D6-DA0A-4A97-F599-AB4DBAAAE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23649" y="952498"/>
            <a:ext cx="6811703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2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BC32FDA-C401-E3E1-76D6-392C6EB33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9" y="25762"/>
            <a:ext cx="4856481" cy="33879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555BC-B767-7550-E86B-7B907C044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5762"/>
            <a:ext cx="4856481" cy="33879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E93899-6F0B-D1E5-3B8A-3D7E33672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9" y="3470002"/>
            <a:ext cx="4856481" cy="3387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E6E26C-0F5E-238A-FD20-EADD4B0FF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470002"/>
            <a:ext cx="4856481" cy="338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866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145095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10524</TotalTime>
  <Words>256</Words>
  <Application>Microsoft Office PowerPoint</Application>
  <PresentationFormat>A4 Paper (210x297 mm)</PresentationFormat>
  <Paragraphs>152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504</cp:revision>
  <cp:lastPrinted>2024-10-22T04:32:00Z</cp:lastPrinted>
  <dcterms:created xsi:type="dcterms:W3CDTF">2017-01-17T16:57:04Z</dcterms:created>
  <dcterms:modified xsi:type="dcterms:W3CDTF">2024-10-22T04:33:51Z</dcterms:modified>
</cp:coreProperties>
</file>