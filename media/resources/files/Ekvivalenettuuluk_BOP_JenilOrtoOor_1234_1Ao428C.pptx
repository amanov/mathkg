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3" r:id="rId4"/>
    <p:sldId id="945" r:id="rId5"/>
    <p:sldId id="948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C45421C-CC1A-45C5-80AC-09006C9FFAD9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ы" id="{A78D9305-6AAE-4715-A210-52F6908F30F7}">
          <p14:sldIdLst>
            <p14:sldId id="945"/>
          </p14:sldIdLst>
        </p14:section>
        <p14:section name="Кайтарым байланыш" id="{6D20A453-9D9B-4935-90E4-C9DDD0D0FDB9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39" Type="http://schemas.openxmlformats.org/officeDocument/2006/relationships/image" Target="../media/image17.png"/><Relationship Id="rId3" Type="http://schemas.openxmlformats.org/officeDocument/2006/relationships/image" Target="../media/image18.png"/><Relationship Id="rId21" Type="http://schemas.openxmlformats.org/officeDocument/2006/relationships/image" Target="../media/image27.png"/><Relationship Id="rId34" Type="http://schemas.openxmlformats.org/officeDocument/2006/relationships/image" Target="../media/image1.png"/><Relationship Id="rId42" Type="http://schemas.openxmlformats.org/officeDocument/2006/relationships/image" Target="../media/image34.png"/><Relationship Id="rId47" Type="http://schemas.openxmlformats.org/officeDocument/2006/relationships/image" Target="../media/image37.png"/><Relationship Id="rId7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29.png"/><Relationship Id="rId33" Type="http://schemas.openxmlformats.org/officeDocument/2006/relationships/image" Target="../media/image33.png"/><Relationship Id="rId38" Type="http://schemas.openxmlformats.org/officeDocument/2006/relationships/image" Target="../media/image5.png"/><Relationship Id="rId46" Type="http://schemas.openxmlformats.org/officeDocument/2006/relationships/image" Target="../media/image13.png"/><Relationship Id="rId29" Type="http://schemas.openxmlformats.org/officeDocument/2006/relationships/image" Target="../media/image31.png"/><Relationship Id="rId41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2.png"/><Relationship Id="rId37" Type="http://schemas.openxmlformats.org/officeDocument/2006/relationships/image" Target="../media/image4.png"/><Relationship Id="rId40" Type="http://schemas.openxmlformats.org/officeDocument/2006/relationships/image" Target="../media/image6.png"/><Relationship Id="rId45" Type="http://schemas.openxmlformats.org/officeDocument/2006/relationships/image" Target="../media/image12.png"/><Relationship Id="rId5" Type="http://schemas.openxmlformats.org/officeDocument/2006/relationships/image" Target="../media/image19.png"/><Relationship Id="rId15" Type="http://schemas.openxmlformats.org/officeDocument/2006/relationships/image" Target="../media/image24.png"/><Relationship Id="rId23" Type="http://schemas.openxmlformats.org/officeDocument/2006/relationships/image" Target="../media/image28.png"/><Relationship Id="rId36" Type="http://schemas.openxmlformats.org/officeDocument/2006/relationships/image" Target="../media/image3.png"/><Relationship Id="rId49" Type="http://schemas.openxmlformats.org/officeDocument/2006/relationships/image" Target="../media/image16.png"/><Relationship Id="rId19" Type="http://schemas.openxmlformats.org/officeDocument/2006/relationships/image" Target="../media/image26.png"/><Relationship Id="rId31" Type="http://schemas.openxmlformats.org/officeDocument/2006/relationships/image" Target="../media/image32.png"/><Relationship Id="rId44" Type="http://schemas.openxmlformats.org/officeDocument/2006/relationships/image" Target="../media/image36.png"/><Relationship Id="rId9" Type="http://schemas.openxmlformats.org/officeDocument/2006/relationships/image" Target="../media/image21.png"/><Relationship Id="rId27" Type="http://schemas.openxmlformats.org/officeDocument/2006/relationships/image" Target="../media/image30.png"/><Relationship Id="rId35" Type="http://schemas.openxmlformats.org/officeDocument/2006/relationships/image" Target="../media/image2.png"/><Relationship Id="rId43" Type="http://schemas.openxmlformats.org/officeDocument/2006/relationships/image" Target="../media/image35.png"/><Relationship Id="rId48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Эквиваленттүүлүк – Бөлчөктөр, Ондуктар жана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Пайыз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1234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E8159C-4EA6-44AA-A704-D0CB0E19589C}"/>
                  </a:ext>
                </a:extLst>
              </p:cNvPr>
              <p:cNvSpPr txBox="1"/>
              <p:nvPr/>
            </p:nvSpPr>
            <p:spPr>
              <a:xfrm>
                <a:off x="568130" y="517270"/>
                <a:ext cx="2226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0.19</m:t>
                    </m:r>
                  </m:oMath>
                </a14:m>
                <a:r>
                  <a:rPr lang="ky-KG" dirty="0"/>
                  <a:t>ди</a:t>
                </a:r>
                <a:r>
                  <a:rPr lang="en-GB" dirty="0"/>
                  <a:t> </a:t>
                </a:r>
                <a:r>
                  <a:rPr lang="ky-KG" dirty="0"/>
                  <a:t>пайызга </a:t>
                </a:r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E8159C-4EA6-44AA-A704-D0CB0E195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517270"/>
                <a:ext cx="2226122" cy="369332"/>
              </a:xfrm>
              <a:prstGeom prst="rect">
                <a:avLst/>
              </a:prstGeom>
              <a:blipFill>
                <a:blip r:embed="rId2"/>
                <a:stretch>
                  <a:fillRect l="-2192" t="-10000" r="-137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486E259-4E99-47FC-AA49-5FF4733224D3}"/>
                  </a:ext>
                </a:extLst>
              </p:cNvPr>
              <p:cNvSpPr txBox="1"/>
              <p:nvPr/>
            </p:nvSpPr>
            <p:spPr>
              <a:xfrm>
                <a:off x="568130" y="2043663"/>
                <a:ext cx="2289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</a:t>
                </a:r>
                <a:endParaRPr lang="en-GB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486E259-4E99-47FC-AA49-5FF473322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2043663"/>
                <a:ext cx="2289409" cy="369332"/>
              </a:xfrm>
              <a:prstGeom prst="rect">
                <a:avLst/>
              </a:prstGeom>
              <a:blipFill>
                <a:blip r:embed="rId3"/>
                <a:stretch>
                  <a:fillRect l="-2128" t="-8197" r="-133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00406E5C-D74C-44ED-A090-B75107C50800}"/>
              </a:ext>
            </a:extLst>
          </p:cNvPr>
          <p:cNvSpPr txBox="1"/>
          <p:nvPr/>
        </p:nvSpPr>
        <p:spPr>
          <a:xfrm>
            <a:off x="568130" y="1284812"/>
            <a:ext cx="214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            </a:t>
            </a:r>
            <a:r>
              <a:rPr lang="ky-KG" dirty="0"/>
              <a:t>ду ондукка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E293D7B-7B7C-44C6-9D2A-3A56AC56E56F}"/>
                  </a:ext>
                </a:extLst>
              </p:cNvPr>
              <p:cNvSpPr txBox="1"/>
              <p:nvPr/>
            </p:nvSpPr>
            <p:spPr>
              <a:xfrm>
                <a:off x="1083518" y="1164010"/>
                <a:ext cx="494046" cy="610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E293D7B-7B7C-44C6-9D2A-3A56AC56E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18" y="1164010"/>
                <a:ext cx="494046" cy="610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8C0EBB3-8C19-46D1-93ED-74B834FE486E}"/>
                  </a:ext>
                </a:extLst>
              </p:cNvPr>
              <p:cNvSpPr txBox="1"/>
              <p:nvPr/>
            </p:nvSpPr>
            <p:spPr>
              <a:xfrm>
                <a:off x="568130" y="2828209"/>
                <a:ext cx="2239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ти бөлчөккө </a:t>
                </a:r>
                <a:endParaRPr lang="en-GB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8C0EBB3-8C19-46D1-93ED-74B834FE4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2828209"/>
                <a:ext cx="2239716" cy="369332"/>
              </a:xfrm>
              <a:prstGeom prst="rect">
                <a:avLst/>
              </a:prstGeom>
              <a:blipFill>
                <a:blip r:embed="rId5"/>
                <a:stretch>
                  <a:fillRect l="-2174" t="-9836" r="-108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9AC86D9-7F2A-446F-B71B-5349DAB32C58}"/>
                  </a:ext>
                </a:extLst>
              </p:cNvPr>
              <p:cNvSpPr txBox="1"/>
              <p:nvPr/>
            </p:nvSpPr>
            <p:spPr>
              <a:xfrm>
                <a:off x="5514202" y="517270"/>
                <a:ext cx="21558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</a:t>
                </a:r>
                <a:endParaRPr lang="en-GB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9AC86D9-7F2A-446F-B71B-5349DAB32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517270"/>
                <a:ext cx="2155847" cy="369332"/>
              </a:xfrm>
              <a:prstGeom prst="rect">
                <a:avLst/>
              </a:prstGeom>
              <a:blipFill>
                <a:blip r:embed="rId6"/>
                <a:stretch>
                  <a:fillRect l="-2550" t="-10000" r="-17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6D5837B-0002-4EE9-8452-A287C2C85F84}"/>
              </a:ext>
            </a:extLst>
          </p:cNvPr>
          <p:cNvSpPr txBox="1"/>
          <p:nvPr/>
        </p:nvSpPr>
        <p:spPr>
          <a:xfrm>
            <a:off x="5514202" y="1287583"/>
            <a:ext cx="212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</a:t>
            </a:r>
            <a:r>
              <a:rPr lang="ky-KG" dirty="0"/>
              <a:t>           ти</a:t>
            </a:r>
            <a:r>
              <a:rPr lang="en-GB" dirty="0"/>
              <a:t> </a:t>
            </a:r>
            <a:r>
              <a:rPr lang="ky-KG" dirty="0"/>
              <a:t>пайызга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1142E0E-4865-42E9-A75E-BA8DFCBB8938}"/>
                  </a:ext>
                </a:extLst>
              </p:cNvPr>
              <p:cNvSpPr txBox="1"/>
              <p:nvPr/>
            </p:nvSpPr>
            <p:spPr>
              <a:xfrm>
                <a:off x="5963089" y="1166781"/>
                <a:ext cx="36580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1142E0E-4865-42E9-A75E-BA8DFCBB8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089" y="1166781"/>
                <a:ext cx="365805" cy="610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07044E2-45ED-4D4D-A71F-9539ADFB0927}"/>
                  </a:ext>
                </a:extLst>
              </p:cNvPr>
              <p:cNvSpPr txBox="1"/>
              <p:nvPr/>
            </p:nvSpPr>
            <p:spPr>
              <a:xfrm>
                <a:off x="5514202" y="2057896"/>
                <a:ext cx="23471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0.14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тү бөлчөккө </a:t>
                </a:r>
                <a:endParaRPr lang="en-GB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07044E2-45ED-4D4D-A71F-9539ADFB0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2057896"/>
                <a:ext cx="2347117" cy="369332"/>
              </a:xfrm>
              <a:prstGeom prst="rect">
                <a:avLst/>
              </a:prstGeom>
              <a:blipFill>
                <a:blip r:embed="rId8"/>
                <a:stretch>
                  <a:fillRect l="-2338" t="-10000" r="-103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63B667-424C-49B0-9787-31AE517F2BE4}"/>
                  </a:ext>
                </a:extLst>
              </p:cNvPr>
              <p:cNvSpPr txBox="1"/>
              <p:nvPr/>
            </p:nvSpPr>
            <p:spPr>
              <a:xfrm>
                <a:off x="5514202" y="2828209"/>
                <a:ext cx="2464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63B667-424C-49B0-9787-31AE517F2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2828209"/>
                <a:ext cx="2464136" cy="369332"/>
              </a:xfrm>
              <a:prstGeom prst="rect">
                <a:avLst/>
              </a:prstGeom>
              <a:blipFill>
                <a:blip r:embed="rId9"/>
                <a:stretch>
                  <a:fillRect l="-2228" t="-9836" r="-99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4EA96B0-BC49-4E38-804E-82C0DD87AF43}"/>
                  </a:ext>
                </a:extLst>
              </p:cNvPr>
              <p:cNvSpPr txBox="1"/>
              <p:nvPr/>
            </p:nvSpPr>
            <p:spPr>
              <a:xfrm>
                <a:off x="568130" y="3950426"/>
                <a:ext cx="2464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4%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4EA96B0-BC49-4E38-804E-82C0DD87A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3950426"/>
                <a:ext cx="2464136" cy="369332"/>
              </a:xfrm>
              <a:prstGeom prst="rect">
                <a:avLst/>
              </a:prstGeom>
              <a:blipFill>
                <a:blip r:embed="rId10"/>
                <a:stretch>
                  <a:fillRect l="-1980" t="-8197" r="-123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C5699839-B901-46DE-9729-CE105B58ABA6}"/>
              </a:ext>
            </a:extLst>
          </p:cNvPr>
          <p:cNvSpPr txBox="1"/>
          <p:nvPr/>
        </p:nvSpPr>
        <p:spPr>
          <a:xfrm>
            <a:off x="568130" y="4720739"/>
            <a:ext cx="24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</a:t>
            </a:r>
            <a:r>
              <a:rPr lang="ky-KG" dirty="0"/>
              <a:t>              ны ондукка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02CD90F-D599-44A9-A0A7-6D910AA6C6C1}"/>
                  </a:ext>
                </a:extLst>
              </p:cNvPr>
              <p:cNvSpPr txBox="1"/>
              <p:nvPr/>
            </p:nvSpPr>
            <p:spPr>
              <a:xfrm>
                <a:off x="1033642" y="4599937"/>
                <a:ext cx="49404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02CD90F-D599-44A9-A0A7-6D910AA6C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642" y="4599937"/>
                <a:ext cx="494046" cy="6127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773B217-73F0-40D3-8040-12DDE560FE7A}"/>
                  </a:ext>
                </a:extLst>
              </p:cNvPr>
              <p:cNvSpPr txBox="1"/>
              <p:nvPr/>
            </p:nvSpPr>
            <p:spPr>
              <a:xfrm>
                <a:off x="568130" y="5491052"/>
                <a:ext cx="2442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3.5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 </a:t>
                </a:r>
                <a:endParaRPr lang="en-GB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773B217-73F0-40D3-8040-12DDE560F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5491052"/>
                <a:ext cx="2442785" cy="369332"/>
              </a:xfrm>
              <a:prstGeom prst="rect">
                <a:avLst/>
              </a:prstGeom>
              <a:blipFill>
                <a:blip r:embed="rId12"/>
                <a:stretch>
                  <a:fillRect l="-199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23AA64E-90A6-43A6-88FA-DD66157B962A}"/>
                  </a:ext>
                </a:extLst>
              </p:cNvPr>
              <p:cNvSpPr txBox="1"/>
              <p:nvPr/>
            </p:nvSpPr>
            <p:spPr>
              <a:xfrm>
                <a:off x="568130" y="6261365"/>
                <a:ext cx="2529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0.002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ни бөлчөккө </a:t>
                </a:r>
                <a:endParaRPr lang="en-GB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23AA64E-90A6-43A6-88FA-DD66157B9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6261365"/>
                <a:ext cx="2529860" cy="369332"/>
              </a:xfrm>
              <a:prstGeom prst="rect">
                <a:avLst/>
              </a:prstGeom>
              <a:blipFill>
                <a:blip r:embed="rId13"/>
                <a:stretch>
                  <a:fillRect l="-1928" t="-8197" r="-12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A657954-39D7-493E-9E74-37E1D8F14C0C}"/>
                  </a:ext>
                </a:extLst>
              </p:cNvPr>
              <p:cNvSpPr txBox="1"/>
              <p:nvPr/>
            </p:nvSpPr>
            <p:spPr>
              <a:xfrm>
                <a:off x="5514202" y="3950426"/>
                <a:ext cx="2592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132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A657954-39D7-493E-9E74-37E1D8F14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3950426"/>
                <a:ext cx="2592376" cy="369332"/>
              </a:xfrm>
              <a:prstGeom prst="rect">
                <a:avLst/>
              </a:prstGeom>
              <a:blipFill>
                <a:blip r:embed="rId14"/>
                <a:stretch>
                  <a:fillRect l="-2118" t="-8197" r="-9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75BB167B-05DA-4D78-A536-E74AB27AE7DB}"/>
              </a:ext>
            </a:extLst>
          </p:cNvPr>
          <p:cNvSpPr txBox="1"/>
          <p:nvPr/>
        </p:nvSpPr>
        <p:spPr>
          <a:xfrm>
            <a:off x="5514202" y="4720739"/>
            <a:ext cx="2008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	</a:t>
            </a:r>
            <a:r>
              <a:rPr lang="ky-KG" dirty="0"/>
              <a:t>      тү ондукка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C92940A-5E10-4947-AFA3-28C178AE7463}"/>
                  </a:ext>
                </a:extLst>
              </p:cNvPr>
              <p:cNvSpPr txBox="1"/>
              <p:nvPr/>
            </p:nvSpPr>
            <p:spPr>
              <a:xfrm>
                <a:off x="5979714" y="4599937"/>
                <a:ext cx="36580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C92940A-5E10-4947-AFA3-28C178AE7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714" y="4599937"/>
                <a:ext cx="365805" cy="61093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19CEB23-4B3A-4909-9C5D-016241ECCDF2}"/>
                  </a:ext>
                </a:extLst>
              </p:cNvPr>
              <p:cNvSpPr txBox="1"/>
              <p:nvPr/>
            </p:nvSpPr>
            <p:spPr>
              <a:xfrm>
                <a:off x="5514202" y="5491052"/>
                <a:ext cx="2621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37.5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19CEB23-4B3A-4909-9C5D-016241ECC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5491052"/>
                <a:ext cx="2621230" cy="369332"/>
              </a:xfrm>
              <a:prstGeom prst="rect">
                <a:avLst/>
              </a:prstGeom>
              <a:blipFill>
                <a:blip r:embed="rId16"/>
                <a:stretch>
                  <a:fillRect l="-2093" t="-10000" r="-162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2A49A1A-2A22-4164-8D72-8BCF69F693FB}"/>
                  </a:ext>
                </a:extLst>
              </p:cNvPr>
              <p:cNvSpPr txBox="1"/>
              <p:nvPr/>
            </p:nvSpPr>
            <p:spPr>
              <a:xfrm>
                <a:off x="5514202" y="6261365"/>
                <a:ext cx="2534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2.108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ди бөлчөккө </a:t>
                </a:r>
                <a:endParaRPr lang="en-GB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2A49A1A-2A22-4164-8D72-8BCF69F69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6261365"/>
                <a:ext cx="2534668" cy="369332"/>
              </a:xfrm>
              <a:prstGeom prst="rect">
                <a:avLst/>
              </a:prstGeom>
              <a:blipFill>
                <a:blip r:embed="rId17"/>
                <a:stretch>
                  <a:fillRect l="-2169" t="-8197" r="-12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EDA764-4D2C-5C46-B7C6-E6A3DBFC1A3B}"/>
              </a:ext>
            </a:extLst>
          </p:cNvPr>
          <p:cNvSpPr txBox="1"/>
          <p:nvPr/>
        </p:nvSpPr>
        <p:spPr>
          <a:xfrm>
            <a:off x="5414982" y="-22929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382E1-4B9E-00B2-C449-B54D76581B32}"/>
              </a:ext>
            </a:extLst>
          </p:cNvPr>
          <p:cNvSpPr txBox="1"/>
          <p:nvPr/>
        </p:nvSpPr>
        <p:spPr>
          <a:xfrm>
            <a:off x="55008" y="3521918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F0050E-EFDA-63E8-7018-83255673B79D}"/>
              </a:ext>
            </a:extLst>
          </p:cNvPr>
          <p:cNvSpPr txBox="1"/>
          <p:nvPr/>
        </p:nvSpPr>
        <p:spPr>
          <a:xfrm>
            <a:off x="5410064" y="3477720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208981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870075-28B5-4DB8-9638-CF29E16A4E61}"/>
                  </a:ext>
                </a:extLst>
              </p:cNvPr>
              <p:cNvSpPr txBox="1"/>
              <p:nvPr/>
            </p:nvSpPr>
            <p:spPr>
              <a:xfrm>
                <a:off x="3502436" y="464358"/>
                <a:ext cx="867545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19%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870075-28B5-4DB8-9638-CF29E16A4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436" y="464358"/>
                <a:ext cx="86754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FD5C51B-6E36-4B59-8BAA-AEBBE8C55D45}"/>
                  </a:ext>
                </a:extLst>
              </p:cNvPr>
              <p:cNvSpPr txBox="1"/>
              <p:nvPr/>
            </p:nvSpPr>
            <p:spPr>
              <a:xfrm>
                <a:off x="3616969" y="1995622"/>
                <a:ext cx="655949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FD5C51B-6E36-4B59-8BAA-AEBBE8C55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969" y="1995622"/>
                <a:ext cx="65594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1C9C71B-9A04-41A8-9180-AD62521BEE52}"/>
                  </a:ext>
                </a:extLst>
              </p:cNvPr>
              <p:cNvSpPr txBox="1"/>
              <p:nvPr/>
            </p:nvSpPr>
            <p:spPr>
              <a:xfrm>
                <a:off x="3616969" y="1236771"/>
                <a:ext cx="655949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1C9C71B-9A04-41A8-9180-AD62521BE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969" y="1236771"/>
                <a:ext cx="65594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3CD274-3D11-4730-8A4C-40866269FF33}"/>
                  </a:ext>
                </a:extLst>
              </p:cNvPr>
              <p:cNvSpPr txBox="1"/>
              <p:nvPr/>
            </p:nvSpPr>
            <p:spPr>
              <a:xfrm>
                <a:off x="3733186" y="2596034"/>
                <a:ext cx="423513" cy="78380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3CD274-3D11-4730-8A4C-40866269F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186" y="2596034"/>
                <a:ext cx="423513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57A5658-D2FF-46F4-AA13-4B600BC2E61D}"/>
                  </a:ext>
                </a:extLst>
              </p:cNvPr>
              <p:cNvSpPr txBox="1"/>
              <p:nvPr/>
            </p:nvSpPr>
            <p:spPr>
              <a:xfrm>
                <a:off x="8478082" y="476289"/>
                <a:ext cx="825867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0.07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57A5658-D2FF-46F4-AA13-4B600BC2E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082" y="476289"/>
                <a:ext cx="825867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26CB367-6CD3-4B73-A6E5-80B546260757}"/>
                  </a:ext>
                </a:extLst>
              </p:cNvPr>
              <p:cNvSpPr txBox="1"/>
              <p:nvPr/>
            </p:nvSpPr>
            <p:spPr>
              <a:xfrm>
                <a:off x="8457243" y="1246602"/>
                <a:ext cx="867545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26CB367-6CD3-4B73-A6E5-80B546260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243" y="1246602"/>
                <a:ext cx="867545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D28DED6-F126-47E8-AD70-0FABEDBB6115}"/>
                  </a:ext>
                </a:extLst>
              </p:cNvPr>
              <p:cNvSpPr txBox="1"/>
              <p:nvPr/>
            </p:nvSpPr>
            <p:spPr>
              <a:xfrm>
                <a:off x="8594300" y="1776078"/>
                <a:ext cx="593432" cy="78374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D28DED6-F126-47E8-AD70-0FABEDBB6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300" y="1776078"/>
                <a:ext cx="593432" cy="78374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F34EE63-17FA-42FF-A873-F6ED5184C3E1}"/>
                  </a:ext>
                </a:extLst>
              </p:cNvPr>
              <p:cNvSpPr txBox="1"/>
              <p:nvPr/>
            </p:nvSpPr>
            <p:spPr>
              <a:xfrm>
                <a:off x="8679258" y="2608273"/>
                <a:ext cx="423513" cy="78380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F34EE63-17FA-42FF-A873-F6ED5184C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258" y="2608273"/>
                <a:ext cx="423513" cy="78380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B52C5FB-0596-49E5-856E-D1E0A0C84E44}"/>
                  </a:ext>
                </a:extLst>
              </p:cNvPr>
              <p:cNvSpPr txBox="1"/>
              <p:nvPr/>
            </p:nvSpPr>
            <p:spPr>
              <a:xfrm>
                <a:off x="3648227" y="3743190"/>
                <a:ext cx="593432" cy="78617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B52C5FB-0596-49E5-856E-D1E0A0C84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227" y="3743190"/>
                <a:ext cx="593432" cy="7861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745A4A2-DB9E-443D-A5C9-608C6B1EA28F}"/>
                  </a:ext>
                </a:extLst>
              </p:cNvPr>
              <p:cNvSpPr txBox="1"/>
              <p:nvPr/>
            </p:nvSpPr>
            <p:spPr>
              <a:xfrm>
                <a:off x="3532010" y="4663132"/>
                <a:ext cx="825867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0.95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745A4A2-DB9E-443D-A5C9-608C6B1EA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010" y="4663132"/>
                <a:ext cx="825867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5F8BBBC-A79C-459D-A03B-A9DE2BADA486}"/>
                  </a:ext>
                </a:extLst>
              </p:cNvPr>
              <p:cNvSpPr txBox="1"/>
              <p:nvPr/>
            </p:nvSpPr>
            <p:spPr>
              <a:xfrm>
                <a:off x="3447051" y="5444885"/>
                <a:ext cx="995785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0.035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5F8BBBC-A79C-459D-A03B-A9DE2BADA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051" y="5444885"/>
                <a:ext cx="995785" cy="4616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5A4A6FD-D763-4128-8AE3-44ACECF8505A}"/>
                  </a:ext>
                </a:extLst>
              </p:cNvPr>
              <p:cNvSpPr txBox="1"/>
              <p:nvPr/>
            </p:nvSpPr>
            <p:spPr>
              <a:xfrm>
                <a:off x="3563268" y="6028729"/>
                <a:ext cx="763351" cy="78617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5A4A6FD-D763-4128-8AE3-44ACECF85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268" y="6028729"/>
                <a:ext cx="763351" cy="7861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AB9F85D-1F8B-4142-ABB0-A0EE5659986A}"/>
                  </a:ext>
                </a:extLst>
              </p:cNvPr>
              <p:cNvSpPr txBox="1"/>
              <p:nvPr/>
            </p:nvSpPr>
            <p:spPr>
              <a:xfrm>
                <a:off x="8594299" y="3743190"/>
                <a:ext cx="593432" cy="78617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AB9F85D-1F8B-4142-ABB0-A0EE56599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299" y="3743190"/>
                <a:ext cx="593432" cy="7861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B975D65-B399-45D9-9363-8E8F8B698C13}"/>
                  </a:ext>
                </a:extLst>
              </p:cNvPr>
              <p:cNvSpPr txBox="1"/>
              <p:nvPr/>
            </p:nvSpPr>
            <p:spPr>
              <a:xfrm>
                <a:off x="8252059" y="4646507"/>
                <a:ext cx="127791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0.666…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B975D65-B399-45D9-9363-8E8F8B698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059" y="4646507"/>
                <a:ext cx="1277914" cy="46166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1B56865-4E5A-4F2A-9FE5-A10E359007FC}"/>
                  </a:ext>
                </a:extLst>
              </p:cNvPr>
              <p:cNvSpPr txBox="1"/>
              <p:nvPr/>
            </p:nvSpPr>
            <p:spPr>
              <a:xfrm>
                <a:off x="8679258" y="5192376"/>
                <a:ext cx="423513" cy="78380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1B56865-4E5A-4F2A-9FE5-A10E35900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258" y="5192376"/>
                <a:ext cx="423513" cy="78380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B74CA9F-1ED5-4982-8210-FBD16B195C12}"/>
                  </a:ext>
                </a:extLst>
              </p:cNvPr>
              <p:cNvSpPr txBox="1"/>
              <p:nvPr/>
            </p:nvSpPr>
            <p:spPr>
              <a:xfrm>
                <a:off x="8398733" y="6028729"/>
                <a:ext cx="984565" cy="78617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B74CA9F-1ED5-4982-8210-FBD16B195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733" y="6028729"/>
                <a:ext cx="984565" cy="78617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C2EBA76-26F6-EB2B-EB86-C237C5443B7F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BF535B-31BE-3C9B-15AB-38CED59B51AA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196E79-B498-2301-6426-63ACCFCBD350}"/>
              </a:ext>
            </a:extLst>
          </p:cNvPr>
          <p:cNvSpPr txBox="1"/>
          <p:nvPr/>
        </p:nvSpPr>
        <p:spPr>
          <a:xfrm>
            <a:off x="11178" y="6707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ABD7CD-5282-187D-5030-366C8B9DA1D5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52083-9D77-330D-9541-66CBAF624C02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A3036-0C6B-6B07-58D2-5DFDD8C3D7F5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1D41F-2A4E-CD76-DFC5-7A8DD056398B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7D1887-94E4-7B2A-BD47-D6B8749CA577}"/>
                  </a:ext>
                </a:extLst>
              </p:cNvPr>
              <p:cNvSpPr txBox="1"/>
              <p:nvPr/>
            </p:nvSpPr>
            <p:spPr>
              <a:xfrm>
                <a:off x="568130" y="517270"/>
                <a:ext cx="2226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0.19</m:t>
                    </m:r>
                  </m:oMath>
                </a14:m>
                <a:r>
                  <a:rPr lang="ky-KG" dirty="0"/>
                  <a:t>ди</a:t>
                </a:r>
                <a:r>
                  <a:rPr lang="en-GB" dirty="0"/>
                  <a:t> </a:t>
                </a:r>
                <a:r>
                  <a:rPr lang="ky-KG" dirty="0"/>
                  <a:t>пайызга </a:t>
                </a:r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7D1887-94E4-7B2A-BD47-D6B8749CA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517270"/>
                <a:ext cx="2226122" cy="369332"/>
              </a:xfrm>
              <a:prstGeom prst="rect">
                <a:avLst/>
              </a:prstGeom>
              <a:blipFill>
                <a:blip r:embed="rId34"/>
                <a:stretch>
                  <a:fillRect l="-2192" t="-10000" r="-137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2B326D-D0E8-60B9-AFEC-5349685C571E}"/>
                  </a:ext>
                </a:extLst>
              </p:cNvPr>
              <p:cNvSpPr txBox="1"/>
              <p:nvPr/>
            </p:nvSpPr>
            <p:spPr>
              <a:xfrm>
                <a:off x="568130" y="2043663"/>
                <a:ext cx="2289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</a:t>
                </a:r>
                <a:endParaRPr lang="en-GB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2B326D-D0E8-60B9-AFEC-5349685C5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2043663"/>
                <a:ext cx="2289409" cy="369332"/>
              </a:xfrm>
              <a:prstGeom prst="rect">
                <a:avLst/>
              </a:prstGeom>
              <a:blipFill>
                <a:blip r:embed="rId35"/>
                <a:stretch>
                  <a:fillRect l="-2128" t="-8197" r="-133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16AE94C-11CB-35A4-D545-D2B2A2E76561}"/>
              </a:ext>
            </a:extLst>
          </p:cNvPr>
          <p:cNvSpPr txBox="1"/>
          <p:nvPr/>
        </p:nvSpPr>
        <p:spPr>
          <a:xfrm>
            <a:off x="568130" y="1284812"/>
            <a:ext cx="214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            </a:t>
            </a:r>
            <a:r>
              <a:rPr lang="ky-KG" dirty="0"/>
              <a:t>ду ондукка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B057EE-EC32-5FE9-DB58-CE17D3387CCE}"/>
                  </a:ext>
                </a:extLst>
              </p:cNvPr>
              <p:cNvSpPr txBox="1"/>
              <p:nvPr/>
            </p:nvSpPr>
            <p:spPr>
              <a:xfrm>
                <a:off x="1083518" y="1164010"/>
                <a:ext cx="494046" cy="610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B057EE-EC32-5FE9-DB58-CE17D3387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18" y="1164010"/>
                <a:ext cx="494046" cy="610873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16F516-CBF9-0AAF-D8DE-22DC8FA5D2CF}"/>
                  </a:ext>
                </a:extLst>
              </p:cNvPr>
              <p:cNvSpPr txBox="1"/>
              <p:nvPr/>
            </p:nvSpPr>
            <p:spPr>
              <a:xfrm>
                <a:off x="568130" y="2828209"/>
                <a:ext cx="2239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ти бөлчөккө </a:t>
                </a:r>
                <a:endParaRPr lang="en-GB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16F516-CBF9-0AAF-D8DE-22DC8FA5D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2828209"/>
                <a:ext cx="2239716" cy="369332"/>
              </a:xfrm>
              <a:prstGeom prst="rect">
                <a:avLst/>
              </a:prstGeom>
              <a:blipFill>
                <a:blip r:embed="rId37"/>
                <a:stretch>
                  <a:fillRect l="-2174" t="-9836" r="-108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7F64A3-84FA-119D-9658-C6F9B1E17543}"/>
                  </a:ext>
                </a:extLst>
              </p:cNvPr>
              <p:cNvSpPr txBox="1"/>
              <p:nvPr/>
            </p:nvSpPr>
            <p:spPr>
              <a:xfrm>
                <a:off x="5514202" y="517270"/>
                <a:ext cx="21558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</a:t>
                </a:r>
                <a:endParaRPr lang="en-GB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7F64A3-84FA-119D-9658-C6F9B1E17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517270"/>
                <a:ext cx="2155847" cy="369332"/>
              </a:xfrm>
              <a:prstGeom prst="rect">
                <a:avLst/>
              </a:prstGeom>
              <a:blipFill>
                <a:blip r:embed="rId38"/>
                <a:stretch>
                  <a:fillRect l="-2550" t="-10000" r="-17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5A36FB0-DF77-DA9A-5C0B-1523F6E06493}"/>
              </a:ext>
            </a:extLst>
          </p:cNvPr>
          <p:cNvSpPr txBox="1"/>
          <p:nvPr/>
        </p:nvSpPr>
        <p:spPr>
          <a:xfrm>
            <a:off x="5514202" y="1287583"/>
            <a:ext cx="212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</a:t>
            </a:r>
            <a:r>
              <a:rPr lang="ky-KG" dirty="0"/>
              <a:t>           ти</a:t>
            </a:r>
            <a:r>
              <a:rPr lang="en-GB" dirty="0"/>
              <a:t> </a:t>
            </a:r>
            <a:r>
              <a:rPr lang="ky-KG" dirty="0"/>
              <a:t>пайызга 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B460B4-F590-7412-013E-086A3046870C}"/>
                  </a:ext>
                </a:extLst>
              </p:cNvPr>
              <p:cNvSpPr txBox="1"/>
              <p:nvPr/>
            </p:nvSpPr>
            <p:spPr>
              <a:xfrm>
                <a:off x="5963089" y="1166781"/>
                <a:ext cx="36580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B460B4-F590-7412-013E-086A30468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089" y="1166781"/>
                <a:ext cx="365805" cy="610936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F4A9B76-839A-327D-F50B-BD9765A4963A}"/>
                  </a:ext>
                </a:extLst>
              </p:cNvPr>
              <p:cNvSpPr txBox="1"/>
              <p:nvPr/>
            </p:nvSpPr>
            <p:spPr>
              <a:xfrm>
                <a:off x="5514202" y="2057896"/>
                <a:ext cx="23471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0.14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тү бөлчөккө </a:t>
                </a:r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F4A9B76-839A-327D-F50B-BD9765A49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2057896"/>
                <a:ext cx="2347117" cy="369332"/>
              </a:xfrm>
              <a:prstGeom prst="rect">
                <a:avLst/>
              </a:prstGeom>
              <a:blipFill>
                <a:blip r:embed="rId40"/>
                <a:stretch>
                  <a:fillRect l="-2338" t="-10000" r="-103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EE4344-3EBF-F9DC-9383-D2357E33773C}"/>
                  </a:ext>
                </a:extLst>
              </p:cNvPr>
              <p:cNvSpPr txBox="1"/>
              <p:nvPr/>
            </p:nvSpPr>
            <p:spPr>
              <a:xfrm>
                <a:off x="5514202" y="2828209"/>
                <a:ext cx="2464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EE4344-3EBF-F9DC-9383-D2357E337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2828209"/>
                <a:ext cx="2464136" cy="369332"/>
              </a:xfrm>
              <a:prstGeom prst="rect">
                <a:avLst/>
              </a:prstGeom>
              <a:blipFill>
                <a:blip r:embed="rId41"/>
                <a:stretch>
                  <a:fillRect l="-2228" t="-9836" r="-99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6893DA-F030-BB0E-FCE8-A983C0E6272A}"/>
                  </a:ext>
                </a:extLst>
              </p:cNvPr>
              <p:cNvSpPr txBox="1"/>
              <p:nvPr/>
            </p:nvSpPr>
            <p:spPr>
              <a:xfrm>
                <a:off x="568130" y="3950426"/>
                <a:ext cx="2521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4%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6893DA-F030-BB0E-FCE8-A983C0E62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3950426"/>
                <a:ext cx="2521844" cy="369332"/>
              </a:xfrm>
              <a:prstGeom prst="rect">
                <a:avLst/>
              </a:prstGeom>
              <a:blipFill>
                <a:blip r:embed="rId42"/>
                <a:stretch>
                  <a:fillRect l="-193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A84E77A-3261-011D-D483-3C0E57B67EC3}"/>
              </a:ext>
            </a:extLst>
          </p:cNvPr>
          <p:cNvSpPr txBox="1"/>
          <p:nvPr/>
        </p:nvSpPr>
        <p:spPr>
          <a:xfrm>
            <a:off x="568130" y="4720739"/>
            <a:ext cx="24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</a:t>
            </a:r>
            <a:r>
              <a:rPr lang="ky-KG" dirty="0"/>
              <a:t>              ны ондукка 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67E375D-432E-2252-D531-C2D9A9133A5B}"/>
                  </a:ext>
                </a:extLst>
              </p:cNvPr>
              <p:cNvSpPr txBox="1"/>
              <p:nvPr/>
            </p:nvSpPr>
            <p:spPr>
              <a:xfrm>
                <a:off x="1033642" y="4599937"/>
                <a:ext cx="49404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67E375D-432E-2252-D531-C2D9A9133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642" y="4599937"/>
                <a:ext cx="494046" cy="6127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803D967-825A-CCC8-6C8F-EF9ED32C93A6}"/>
                  </a:ext>
                </a:extLst>
              </p:cNvPr>
              <p:cNvSpPr txBox="1"/>
              <p:nvPr/>
            </p:nvSpPr>
            <p:spPr>
              <a:xfrm>
                <a:off x="568130" y="5491052"/>
                <a:ext cx="2389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3.5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 </a:t>
                </a:r>
                <a:endParaRPr lang="en-GB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803D967-825A-CCC8-6C8F-EF9ED32C9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5491052"/>
                <a:ext cx="2389885" cy="369332"/>
              </a:xfrm>
              <a:prstGeom prst="rect">
                <a:avLst/>
              </a:prstGeom>
              <a:blipFill>
                <a:blip r:embed="rId44"/>
                <a:stretch>
                  <a:fillRect l="-2041" t="-10000" r="-127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F29AF6-8BD8-0CDE-42EA-B99553C067C8}"/>
                  </a:ext>
                </a:extLst>
              </p:cNvPr>
              <p:cNvSpPr txBox="1"/>
              <p:nvPr/>
            </p:nvSpPr>
            <p:spPr>
              <a:xfrm>
                <a:off x="568130" y="6261365"/>
                <a:ext cx="2529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0.002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ни бөлчөккө </a:t>
                </a:r>
                <a:endParaRPr lang="en-GB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F29AF6-8BD8-0CDE-42EA-B99553C06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6261365"/>
                <a:ext cx="2529860" cy="369332"/>
              </a:xfrm>
              <a:prstGeom prst="rect">
                <a:avLst/>
              </a:prstGeom>
              <a:blipFill>
                <a:blip r:embed="rId45"/>
                <a:stretch>
                  <a:fillRect l="-1928" t="-8197" r="-12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1D634D-FD29-2461-834E-33D19C2DB969}"/>
                  </a:ext>
                </a:extLst>
              </p:cNvPr>
              <p:cNvSpPr txBox="1"/>
              <p:nvPr/>
            </p:nvSpPr>
            <p:spPr>
              <a:xfrm>
                <a:off x="5514202" y="3950426"/>
                <a:ext cx="2592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132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1D634D-FD29-2461-834E-33D19C2DB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3950426"/>
                <a:ext cx="2592376" cy="369332"/>
              </a:xfrm>
              <a:prstGeom prst="rect">
                <a:avLst/>
              </a:prstGeom>
              <a:blipFill>
                <a:blip r:embed="rId46"/>
                <a:stretch>
                  <a:fillRect l="-2118" t="-8197" r="-9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3CCFDBF-EFD4-1BF8-B387-5CC71236C6A8}"/>
              </a:ext>
            </a:extLst>
          </p:cNvPr>
          <p:cNvSpPr txBox="1"/>
          <p:nvPr/>
        </p:nvSpPr>
        <p:spPr>
          <a:xfrm>
            <a:off x="5514202" y="4720739"/>
            <a:ext cx="2008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	</a:t>
            </a:r>
            <a:r>
              <a:rPr lang="ky-KG" dirty="0"/>
              <a:t>      тү ондукка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04F82E-E059-F650-5810-7AD956331A1F}"/>
                  </a:ext>
                </a:extLst>
              </p:cNvPr>
              <p:cNvSpPr txBox="1"/>
              <p:nvPr/>
            </p:nvSpPr>
            <p:spPr>
              <a:xfrm>
                <a:off x="5979714" y="4599937"/>
                <a:ext cx="36580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04F82E-E059-F650-5810-7AD956331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714" y="4599937"/>
                <a:ext cx="365805" cy="610936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C09DC6-2963-3501-C2A7-5DDD412A1E27}"/>
                  </a:ext>
                </a:extLst>
              </p:cNvPr>
              <p:cNvSpPr txBox="1"/>
              <p:nvPr/>
            </p:nvSpPr>
            <p:spPr>
              <a:xfrm>
                <a:off x="5514202" y="5491052"/>
                <a:ext cx="2621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37.5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C09DC6-2963-3501-C2A7-5DDD412A1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5491052"/>
                <a:ext cx="2621230" cy="369332"/>
              </a:xfrm>
              <a:prstGeom prst="rect">
                <a:avLst/>
              </a:prstGeom>
              <a:blipFill>
                <a:blip r:embed="rId48"/>
                <a:stretch>
                  <a:fillRect l="-2093" t="-10000" r="-162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AF94826-3B18-6C69-6024-83F6109EE50A}"/>
                  </a:ext>
                </a:extLst>
              </p:cNvPr>
              <p:cNvSpPr txBox="1"/>
              <p:nvPr/>
            </p:nvSpPr>
            <p:spPr>
              <a:xfrm>
                <a:off x="5514202" y="6261365"/>
                <a:ext cx="2534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2.108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ди бөлчөккө </a:t>
                </a:r>
                <a:endParaRPr lang="en-GB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AF94826-3B18-6C69-6024-83F6109E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6261365"/>
                <a:ext cx="2534668" cy="369332"/>
              </a:xfrm>
              <a:prstGeom prst="rect">
                <a:avLst/>
              </a:prstGeom>
              <a:blipFill>
                <a:blip r:embed="rId49"/>
                <a:stretch>
                  <a:fillRect l="-2169" t="-8197" r="-12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47ABD522-90A2-219D-9B55-3C9EA9DFEE06}"/>
              </a:ext>
            </a:extLst>
          </p:cNvPr>
          <p:cNvSpPr txBox="1"/>
          <p:nvPr/>
        </p:nvSpPr>
        <p:spPr>
          <a:xfrm>
            <a:off x="5414982" y="-22929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ABC706-CB93-D5DD-36A9-F6B0DCA962F2}"/>
              </a:ext>
            </a:extLst>
          </p:cNvPr>
          <p:cNvSpPr txBox="1"/>
          <p:nvPr/>
        </p:nvSpPr>
        <p:spPr>
          <a:xfrm>
            <a:off x="55008" y="3521918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AD6B82-A4EE-3F98-B79E-632CA4C420B5}"/>
              </a:ext>
            </a:extLst>
          </p:cNvPr>
          <p:cNvSpPr txBox="1"/>
          <p:nvPr/>
        </p:nvSpPr>
        <p:spPr>
          <a:xfrm>
            <a:off x="5410064" y="3477720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1" grpId="0" animBg="1"/>
      <p:bldP spid="45" grpId="0" animBg="1"/>
      <p:bldP spid="49" grpId="0" animBg="1"/>
      <p:bldP spid="58" grpId="0" animBg="1"/>
      <p:bldP spid="62" grpId="0" animBg="1"/>
      <p:bldP spid="66" grpId="0" animBg="1"/>
      <p:bldP spid="70" grpId="0" animBg="1"/>
      <p:bldP spid="75" grpId="0" animBg="1"/>
      <p:bldP spid="79" grpId="0" animBg="1"/>
      <p:bldP spid="83" grpId="0" animBg="1"/>
      <p:bldP spid="87" grpId="0" animBg="1"/>
      <p:bldP spid="92" grpId="0" animBg="1"/>
      <p:bldP spid="96" grpId="0" animBg="1"/>
      <p:bldP spid="100" grpId="0" animBg="1"/>
      <p:bldP spid="10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1EAA2E-96D2-023C-60DC-A111E082D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89375" y="1108684"/>
            <a:ext cx="6734866" cy="4650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BFA0C3-BEF7-B1EF-0896-1EACDEDC5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0512" y="1103867"/>
            <a:ext cx="6734866" cy="465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22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765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10559</TotalTime>
  <Words>298</Words>
  <Application>Microsoft Office PowerPoint</Application>
  <PresentationFormat>A4 Paper (210x297 mm)</PresentationFormat>
  <Paragraphs>94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516</cp:revision>
  <cp:lastPrinted>2017-12-31T22:38:51Z</cp:lastPrinted>
  <dcterms:created xsi:type="dcterms:W3CDTF">2017-01-17T16:57:04Z</dcterms:created>
  <dcterms:modified xsi:type="dcterms:W3CDTF">2024-09-02T03:44:31Z</dcterms:modified>
</cp:coreProperties>
</file>