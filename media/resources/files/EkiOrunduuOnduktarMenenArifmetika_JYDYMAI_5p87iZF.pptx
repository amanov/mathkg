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43"/>
  </p:notesMasterIdLst>
  <p:sldIdLst>
    <p:sldId id="989" r:id="rId2"/>
    <p:sldId id="831" r:id="rId3"/>
    <p:sldId id="995" r:id="rId4"/>
    <p:sldId id="996" r:id="rId5"/>
    <p:sldId id="944" r:id="rId6"/>
    <p:sldId id="997" r:id="rId7"/>
    <p:sldId id="950" r:id="rId8"/>
    <p:sldId id="998" r:id="rId9"/>
    <p:sldId id="949" r:id="rId10"/>
    <p:sldId id="999" r:id="rId11"/>
    <p:sldId id="954" r:id="rId12"/>
    <p:sldId id="1000" r:id="rId13"/>
    <p:sldId id="951" r:id="rId14"/>
    <p:sldId id="1001" r:id="rId15"/>
    <p:sldId id="943" r:id="rId16"/>
    <p:sldId id="1002" r:id="rId17"/>
    <p:sldId id="959" r:id="rId18"/>
    <p:sldId id="1003" r:id="rId19"/>
    <p:sldId id="956" r:id="rId20"/>
    <p:sldId id="1004" r:id="rId21"/>
    <p:sldId id="960" r:id="rId22"/>
    <p:sldId id="1005" r:id="rId23"/>
    <p:sldId id="946" r:id="rId24"/>
    <p:sldId id="1006" r:id="rId25"/>
    <p:sldId id="953" r:id="rId26"/>
    <p:sldId id="1007" r:id="rId27"/>
    <p:sldId id="952" r:id="rId28"/>
    <p:sldId id="1008" r:id="rId29"/>
    <p:sldId id="957" r:id="rId30"/>
    <p:sldId id="1009" r:id="rId31"/>
    <p:sldId id="948" r:id="rId32"/>
    <p:sldId id="1010" r:id="rId33"/>
    <p:sldId id="961" r:id="rId34"/>
    <p:sldId id="1011" r:id="rId35"/>
    <p:sldId id="955" r:id="rId36"/>
    <p:sldId id="1012" r:id="rId37"/>
    <p:sldId id="958" r:id="rId38"/>
    <p:sldId id="1013" r:id="rId39"/>
    <p:sldId id="962" r:id="rId40"/>
    <p:sldId id="833" r:id="rId41"/>
    <p:sldId id="993" r:id="rId42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44"/>
    </p:embeddedFont>
    <p:embeddedFont>
      <p:font typeface="Bernard MT Condensed" panose="02050806060905020404" pitchFamily="18" charset="0"/>
      <p:regular r:id="rId45"/>
    </p:embeddedFont>
    <p:embeddedFont>
      <p:font typeface="Cambria Math" panose="02040503050406030204" pitchFamily="18" charset="0"/>
      <p:regular r:id="rId4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2F3697C3-FDEF-4358-A347-3B80C672111F}">
          <p14:sldIdLst>
            <p14:sldId id="989"/>
          </p14:sldIdLst>
        </p14:section>
        <p14:section name="Титулдук слайд" id="{77EA5159-CD7F-4C1E-8C6B-B6A437020374}">
          <p14:sldIdLst>
            <p14:sldId id="831"/>
            <p14:sldId id="995"/>
          </p14:sldIdLst>
        </p14:section>
        <p14:section name="Оюн" id="{267FD0E9-36B9-4F9E-842D-CBFE57676936}">
          <p14:sldIdLst>
            <p14:sldId id="996"/>
            <p14:sldId id="944"/>
            <p14:sldId id="997"/>
            <p14:sldId id="950"/>
            <p14:sldId id="998"/>
            <p14:sldId id="949"/>
            <p14:sldId id="999"/>
            <p14:sldId id="954"/>
            <p14:sldId id="1000"/>
            <p14:sldId id="951"/>
            <p14:sldId id="1001"/>
            <p14:sldId id="943"/>
            <p14:sldId id="1002"/>
            <p14:sldId id="959"/>
            <p14:sldId id="1003"/>
            <p14:sldId id="956"/>
            <p14:sldId id="1004"/>
            <p14:sldId id="960"/>
            <p14:sldId id="1005"/>
            <p14:sldId id="946"/>
            <p14:sldId id="1006"/>
            <p14:sldId id="953"/>
            <p14:sldId id="1007"/>
            <p14:sldId id="952"/>
            <p14:sldId id="1008"/>
            <p14:sldId id="957"/>
            <p14:sldId id="1009"/>
            <p14:sldId id="948"/>
            <p14:sldId id="1010"/>
            <p14:sldId id="961"/>
            <p14:sldId id="1011"/>
            <p14:sldId id="955"/>
            <p14:sldId id="1012"/>
            <p14:sldId id="958"/>
            <p14:sldId id="1013"/>
            <p14:sldId id="962"/>
            <p14:sldId id="833"/>
          </p14:sldIdLst>
        </p14:section>
        <p14:section name="Кайтарым байланыш" id="{A90643DD-829B-4166-9CBD-16FDD7C35951}">
          <p14:sldIdLst>
            <p14:sldId id="9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235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25/08/2024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4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4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19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 орундуу ондуктар – </a:t>
            </a:r>
            <a:r>
              <a:rPr kumimoji="0" lang="ru-RU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аралаш ––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дептерине жазып көрсөтө алышат.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 үчүн каалаган жерди басыңыз. Суроо үчүн «Өттү» дегенди, жооп үчүн дагы бир жолу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7BD33-7F93-409E-A7C6-9D40C1AB01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D2E104-4597-4DDF-B563-3C40DEA17797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A6E8381-F74F-ACA7-E535-4ACA0F07CCFB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10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-335466" y="782122"/>
            <a:ext cx="10576933" cy="2450883"/>
            <a:chOff x="-335466" y="2105561"/>
            <a:chExt cx="10576933" cy="2450883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-335466" y="2105561"/>
              <a:ext cx="10576933" cy="186204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kumimoji="0" lang="ky-KG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Жыдымай</a:t>
              </a:r>
              <a:r>
                <a:rPr kumimoji="0" lang="en-US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!</a:t>
              </a:r>
              <a:endParaRPr lang="en-US" sz="115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3413412" y="2260816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613605" y="654005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297521" y="782122"/>
            <a:ext cx="948538" cy="109639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331176" y="3745523"/>
            <a:ext cx="9243648" cy="2563836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8000" b="1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Ондук арифметика</a:t>
            </a:r>
            <a:endParaRPr lang="en-US" sz="4400" b="1" dirty="0">
              <a:ln w="38100">
                <a:solidFill>
                  <a:schemeClr val="tx1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073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Туура жооп = 1 упай</a:t>
            </a:r>
            <a:endParaRPr kumimoji="0" lang="en-US" sz="66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nard MT Condensed" panose="02050806060905020404" pitchFamily="18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Эң тез!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1911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171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0,84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0.34+0.5=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26597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31896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2589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1,28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2.68−1.4=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2875827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99609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2874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0,018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0.06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694826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05072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1714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0.6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5136775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81910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6798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4,17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6.37−2.2=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1849952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62703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1054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2,32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0.62+1.7=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153469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29753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0101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0.9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3442065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85978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9909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0,032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0.08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9114133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93809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4522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2,2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0.88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2494293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42036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34249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6,52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2.32+4.2=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7685381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82088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567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5,19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7.5−2.31=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9317575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50386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78409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0,045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0.9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1276183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47901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32006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0,075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0.15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8777332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18006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2568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7,75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5.27+2.48=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6090040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16089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01959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0.45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68712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8794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1,34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3.4−2.06=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6323712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75378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3940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0,312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0.78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4746158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17364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2209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53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2.65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2187060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1327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8343</TotalTime>
  <Words>240</Words>
  <Application>Microsoft Office PowerPoint</Application>
  <PresentationFormat>A4 Paper (210x297 mm)</PresentationFormat>
  <Paragraphs>99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Bernard MT Condensed</vt:lpstr>
      <vt:lpstr>Calibri Light</vt:lpstr>
      <vt:lpstr>Cambria Math</vt:lpstr>
      <vt:lpstr>Arial</vt:lpstr>
      <vt:lpstr>Berlin Sans FB Demi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362</cp:revision>
  <cp:lastPrinted>2017-12-31T22:38:51Z</cp:lastPrinted>
  <dcterms:created xsi:type="dcterms:W3CDTF">2017-01-17T16:57:04Z</dcterms:created>
  <dcterms:modified xsi:type="dcterms:W3CDTF">2024-08-25T16:40:21Z</dcterms:modified>
</cp:coreProperties>
</file>