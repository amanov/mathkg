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43"/>
  </p:notesMasterIdLst>
  <p:sldIdLst>
    <p:sldId id="989" r:id="rId2"/>
    <p:sldId id="831" r:id="rId3"/>
    <p:sldId id="995" r:id="rId4"/>
    <p:sldId id="996" r:id="rId5"/>
    <p:sldId id="944" r:id="rId6"/>
    <p:sldId id="997" r:id="rId7"/>
    <p:sldId id="950" r:id="rId8"/>
    <p:sldId id="998" r:id="rId9"/>
    <p:sldId id="949" r:id="rId10"/>
    <p:sldId id="999" r:id="rId11"/>
    <p:sldId id="954" r:id="rId12"/>
    <p:sldId id="1000" r:id="rId13"/>
    <p:sldId id="951" r:id="rId14"/>
    <p:sldId id="1001" r:id="rId15"/>
    <p:sldId id="943" r:id="rId16"/>
    <p:sldId id="1002" r:id="rId17"/>
    <p:sldId id="959" r:id="rId18"/>
    <p:sldId id="1003" r:id="rId19"/>
    <p:sldId id="956" r:id="rId20"/>
    <p:sldId id="1004" r:id="rId21"/>
    <p:sldId id="960" r:id="rId22"/>
    <p:sldId id="1005" r:id="rId23"/>
    <p:sldId id="946" r:id="rId24"/>
    <p:sldId id="1006" r:id="rId25"/>
    <p:sldId id="953" r:id="rId26"/>
    <p:sldId id="1007" r:id="rId27"/>
    <p:sldId id="952" r:id="rId28"/>
    <p:sldId id="1008" r:id="rId29"/>
    <p:sldId id="957" r:id="rId30"/>
    <p:sldId id="1009" r:id="rId31"/>
    <p:sldId id="948" r:id="rId32"/>
    <p:sldId id="1010" r:id="rId33"/>
    <p:sldId id="961" r:id="rId34"/>
    <p:sldId id="1011" r:id="rId35"/>
    <p:sldId id="955" r:id="rId36"/>
    <p:sldId id="1012" r:id="rId37"/>
    <p:sldId id="958" r:id="rId38"/>
    <p:sldId id="1013" r:id="rId39"/>
    <p:sldId id="962" r:id="rId40"/>
    <p:sldId id="833" r:id="rId41"/>
    <p:sldId id="993" r:id="rId42"/>
  </p:sldIdLst>
  <p:sldSz cx="9906000" cy="6858000" type="A4"/>
  <p:notesSz cx="6669088" cy="9926638"/>
  <p:embeddedFontLst>
    <p:embeddedFont>
      <p:font typeface="Berlin Sans FB Demi" panose="020E0802020502020306" pitchFamily="34" charset="0"/>
      <p:bold r:id="rId44"/>
    </p:embeddedFont>
    <p:embeddedFont>
      <p:font typeface="Bernard MT Condensed" panose="02050806060905020404" pitchFamily="18" charset="0"/>
      <p:regular r:id="rId45"/>
    </p:embeddedFont>
    <p:embeddedFont>
      <p:font typeface="Cambria Math" panose="02040503050406030204" pitchFamily="18" charset="0"/>
      <p:regular r:id="rId46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2F3697C3-FDEF-4358-A347-3B80C672111F}">
          <p14:sldIdLst>
            <p14:sldId id="989"/>
          </p14:sldIdLst>
        </p14:section>
        <p14:section name="Титулдук слайд" id="{77EA5159-CD7F-4C1E-8C6B-B6A437020374}">
          <p14:sldIdLst>
            <p14:sldId id="831"/>
            <p14:sldId id="995"/>
          </p14:sldIdLst>
        </p14:section>
        <p14:section name="Оюн" id="{267FD0E9-36B9-4F9E-842D-CBFE57676936}">
          <p14:sldIdLst>
            <p14:sldId id="996"/>
            <p14:sldId id="944"/>
            <p14:sldId id="997"/>
            <p14:sldId id="950"/>
            <p14:sldId id="998"/>
            <p14:sldId id="949"/>
            <p14:sldId id="999"/>
            <p14:sldId id="954"/>
            <p14:sldId id="1000"/>
            <p14:sldId id="951"/>
            <p14:sldId id="1001"/>
            <p14:sldId id="943"/>
            <p14:sldId id="1002"/>
            <p14:sldId id="959"/>
            <p14:sldId id="1003"/>
            <p14:sldId id="956"/>
            <p14:sldId id="1004"/>
            <p14:sldId id="960"/>
            <p14:sldId id="1005"/>
            <p14:sldId id="946"/>
            <p14:sldId id="1006"/>
            <p14:sldId id="953"/>
            <p14:sldId id="1007"/>
            <p14:sldId id="952"/>
            <p14:sldId id="1008"/>
            <p14:sldId id="957"/>
            <p14:sldId id="1009"/>
            <p14:sldId id="948"/>
            <p14:sldId id="1010"/>
            <p14:sldId id="961"/>
            <p14:sldId id="1011"/>
            <p14:sldId id="955"/>
            <p14:sldId id="1012"/>
            <p14:sldId id="958"/>
            <p14:sldId id="1013"/>
            <p14:sldId id="962"/>
            <p14:sldId id="833"/>
          </p14:sldIdLst>
        </p14:section>
        <p14:section name="Кайтарым байланыш" id="{A90643DD-829B-4166-9CBD-16FDD7C35951}">
          <p14:sldIdLst>
            <p14:sldId id="99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CBAD"/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75" d="100"/>
        <a:sy n="75" d="100"/>
      </p:scale>
      <p:origin x="0" y="-2357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48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25/08/2024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8/25/2024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8/25/2024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8/25/2024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8/25/2024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8/25/2024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8/25/2024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8/25/2024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8/25/2024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8/25/2024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8/25/2024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8/25/2024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8/25/2024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2.wav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jp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.png"/><Relationship Id="rId4" Type="http://schemas.openxmlformats.org/officeDocument/2006/relationships/image" Target="../media/image4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2.png"/><Relationship Id="rId4" Type="http://schemas.openxmlformats.org/officeDocument/2006/relationships/image" Target="../media/image4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NULL"/><Relationship Id="rId4" Type="http://schemas.openxmlformats.org/officeDocument/2006/relationships/image" Target="../media/image4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NULL"/><Relationship Id="rId4" Type="http://schemas.openxmlformats.org/officeDocument/2006/relationships/image" Target="../media/image4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3.png"/><Relationship Id="rId4" Type="http://schemas.openxmlformats.org/officeDocument/2006/relationships/image" Target="../media/image4.jp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7.png"/><Relationship Id="rId4" Type="http://schemas.openxmlformats.org/officeDocument/2006/relationships/image" Target="../media/image4.jp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NULL"/><Relationship Id="rId4" Type="http://schemas.openxmlformats.org/officeDocument/2006/relationships/image" Target="../media/image4.jp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NULL"/><Relationship Id="rId4" Type="http://schemas.openxmlformats.org/officeDocument/2006/relationships/image" Target="../media/image4.jp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NULL"/><Relationship Id="rId4" Type="http://schemas.openxmlformats.org/officeDocument/2006/relationships/image" Target="../media/image4.jp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9.png"/><Relationship Id="rId4" Type="http://schemas.openxmlformats.org/officeDocument/2006/relationships/image" Target="../media/image4.jp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5.png"/><Relationship Id="rId4" Type="http://schemas.openxmlformats.org/officeDocument/2006/relationships/image" Target="../media/image4.jp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NULL"/><Relationship Id="rId4" Type="http://schemas.openxmlformats.org/officeDocument/2006/relationships/image" Target="../media/image4.jp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NULL"/><Relationship Id="rId4" Type="http://schemas.openxmlformats.org/officeDocument/2006/relationships/image" Target="../media/image4.jp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0.png"/><Relationship Id="rId4" Type="http://schemas.openxmlformats.org/officeDocument/2006/relationships/image" Target="../media/image4.jp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NULL"/><Relationship Id="rId4" Type="http://schemas.openxmlformats.org/officeDocument/2006/relationships/image" Target="../media/image4.jp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7.png"/><Relationship Id="rId4" Type="http://schemas.openxmlformats.org/officeDocument/2006/relationships/image" Target="../media/image4.jp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NULL"/><Relationship Id="rId4" Type="http://schemas.openxmlformats.org/officeDocument/2006/relationships/image" Target="../media/image4.jp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NULL"/><Relationship Id="rId4" Type="http://schemas.openxmlformats.org/officeDocument/2006/relationships/image" Target="../media/image4.jp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1" y="1904919"/>
            <a:ext cx="9906000" cy="40934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2 орундуу ондуктар – </a:t>
            </a:r>
            <a:r>
              <a:rPr kumimoji="0" lang="ru-RU" sz="2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аралаш –– Жыдымай!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суроолорго эң тез жооп берүү үчүн мелдешет (бирге бир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,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командалары менен, өз орундарында же алдыңкы орунда).</a:t>
            </a: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доскага же өз дептерге жазып корсото алышат.</a:t>
            </a: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Өтө татаал/жеңил суроо слайддарын алдын ала өчүрүп салыңыз.</a:t>
            </a: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Музыканы баштоо үчүн каалаган жерди чыкылдатыңыз, андан кийин суроону көрсөтүү үчүн "Өттү" чыкылдатыңыз, анан жоопту көрсөтүү үчүн кайра басыңыз.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FC7BD33-7F93-409E-A7C6-9D40C1AB016D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924" y="5600147"/>
            <a:ext cx="938974" cy="93897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2D2E104-4597-4DDF-B563-3C40DEA17797}"/>
              </a:ext>
            </a:extLst>
          </p:cNvPr>
          <p:cNvSpPr/>
          <p:nvPr/>
        </p:nvSpPr>
        <p:spPr>
          <a:xfrm>
            <a:off x="3024659" y="5856140"/>
            <a:ext cx="3856681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Бул оюнда үн бар!</a:t>
            </a: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DA6E8381-F74F-ACA7-E535-4ACA0F07CCFB}"/>
              </a:ext>
            </a:extLst>
          </p:cNvPr>
          <p:cNvSpPr txBox="1">
            <a:spLocks/>
          </p:cNvSpPr>
          <p:nvPr/>
        </p:nvSpPr>
        <p:spPr>
          <a:xfrm>
            <a:off x="0" y="221873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22851000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5585FB2B-39FD-4723-8079-C4EA7B000B97}"/>
              </a:ext>
            </a:extLst>
          </p:cNvPr>
          <p:cNvGrpSpPr/>
          <p:nvPr/>
        </p:nvGrpSpPr>
        <p:grpSpPr>
          <a:xfrm>
            <a:off x="-335466" y="782122"/>
            <a:ext cx="10576933" cy="2450883"/>
            <a:chOff x="-335466" y="2105561"/>
            <a:chExt cx="10576933" cy="2450883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BACE1698-B04E-47BD-84A0-931C2125C107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4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FEFA718-BA57-4C22-967C-DA711B22D315}"/>
                </a:ext>
              </a:extLst>
            </p:cNvPr>
            <p:cNvSpPr/>
            <p:nvPr/>
          </p:nvSpPr>
          <p:spPr>
            <a:xfrm>
              <a:off x="-335466" y="2105561"/>
              <a:ext cx="10576933" cy="1862048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kumimoji="0" lang="ky-KG" sz="115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Жыдымай</a:t>
              </a:r>
              <a:r>
                <a:rPr kumimoji="0" lang="en-US" sz="115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!</a:t>
              </a:r>
              <a:endParaRPr lang="en-US" sz="115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F0D5EEEE-4088-4440-8CA7-8122FC719F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4" t="39393" r="77582" b="15981"/>
          <a:stretch/>
        </p:blipFill>
        <p:spPr>
          <a:xfrm>
            <a:off x="3413412" y="2260816"/>
            <a:ext cx="948538" cy="109639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493708B-EB60-4993-AE99-63613F7295D3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4" t="39393" r="77582" b="15981"/>
          <a:stretch/>
        </p:blipFill>
        <p:spPr>
          <a:xfrm>
            <a:off x="613605" y="654005"/>
            <a:ext cx="948538" cy="109639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8425AD7-3E4B-472E-A82B-E616ADCEE837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4" t="39393" r="77582" b="15981"/>
          <a:stretch/>
        </p:blipFill>
        <p:spPr>
          <a:xfrm>
            <a:off x="7297521" y="782122"/>
            <a:ext cx="948538" cy="1096391"/>
          </a:xfrm>
          <a:prstGeom prst="rect">
            <a:avLst/>
          </a:prstGeom>
        </p:spPr>
      </p:pic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562BA6A-7F52-46D5-9A8E-A4E9CA88D29F}"/>
              </a:ext>
            </a:extLst>
          </p:cNvPr>
          <p:cNvSpPr/>
          <p:nvPr/>
        </p:nvSpPr>
        <p:spPr>
          <a:xfrm>
            <a:off x="331176" y="3745523"/>
            <a:ext cx="9243648" cy="2563836"/>
          </a:xfrm>
          <a:prstGeom prst="roundRect">
            <a:avLst/>
          </a:prstGeom>
          <a:blipFill>
            <a:blip r:embed="rId4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8000" b="1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nard MT Condensed" panose="02050806060905020404" pitchFamily="18" charset="0"/>
              </a:rPr>
              <a:t>Ондук арифметика</a:t>
            </a:r>
            <a:endParaRPr lang="en-US" sz="4400" b="1" dirty="0">
              <a:ln w="38100">
                <a:solidFill>
                  <a:schemeClr val="tx1"/>
                </a:solidFill>
              </a:ln>
              <a:solidFill>
                <a:srgbClr val="FF0000"/>
              </a:solidFill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  <a:latin typeface="Berlin Sans FB Demi" panose="020E0802020502020306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70730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ecel="35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44Magnum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44Magnum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44Magnum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562BA6A-7F52-46D5-9A8E-A4E9CA88D29F}"/>
              </a:ext>
            </a:extLst>
          </p:cNvPr>
          <p:cNvSpPr/>
          <p:nvPr/>
        </p:nvSpPr>
        <p:spPr>
          <a:xfrm>
            <a:off x="594574" y="2209772"/>
            <a:ext cx="8716852" cy="2554545"/>
          </a:xfrm>
          <a:prstGeom prst="roundRect">
            <a:avLst/>
          </a:prstGeom>
          <a:blipFill>
            <a:blip r:embed="rId2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20C8FFC-32B9-46EA-B931-685CF455866B}"/>
              </a:ext>
            </a:extLst>
          </p:cNvPr>
          <p:cNvSpPr/>
          <p:nvPr/>
        </p:nvSpPr>
        <p:spPr>
          <a:xfrm>
            <a:off x="349876" y="2151727"/>
            <a:ext cx="9206248" cy="221599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66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nard MT Condensed" panose="02050806060905020404" pitchFamily="18" charset="0"/>
                <a:ea typeface="+mn-ea"/>
                <a:cs typeface="+mn-cs"/>
              </a:rPr>
              <a:t>Туура жооп = 1 упай</a:t>
            </a:r>
            <a:endParaRPr kumimoji="0" lang="en-US" sz="6600" b="1" i="0" u="none" strike="noStrike" kern="1200" cap="none" spc="0" normalizeH="0" baseline="0" noProof="0" dirty="0">
              <a:ln w="38100">
                <a:solidFill>
                  <a:prstClr val="black"/>
                </a:solidFill>
              </a:ln>
              <a:solidFill>
                <a:srgbClr val="FF0000"/>
              </a:solidFill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  <a:uLnTx/>
              <a:uFillTx/>
              <a:latin typeface="Bernard MT Condensed" panose="02050806060905020404" pitchFamily="18" charset="0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72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nard MT Condensed" panose="02050806060905020404" pitchFamily="18" charset="0"/>
                <a:ea typeface="+mn-ea"/>
                <a:cs typeface="+mn-cs"/>
              </a:rPr>
              <a:t>Эң тез! = 1 упай</a:t>
            </a:r>
            <a:endParaRPr kumimoji="0" lang="en-US" sz="7200" b="1" i="0" u="none" strike="noStrike" kern="1200" cap="none" spc="0" normalizeH="0" baseline="0" noProof="0" dirty="0">
              <a:ln w="38100">
                <a:solidFill>
                  <a:prstClr val="black"/>
                </a:solidFill>
              </a:ln>
              <a:solidFill>
                <a:srgbClr val="FF0000"/>
              </a:solidFill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  <a:uLnTx/>
              <a:uFillTx/>
              <a:latin typeface="Berlin Sans FB Demi" panose="020E0802020502020306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519112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61712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0.84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0.34+0.5=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0265974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8318967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52589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1.28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2.68−1.4=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28758274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1996091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12874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0.018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0.06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0.3=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06948264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6050722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517147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0.6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÷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0.15=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75136775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68191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767982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4.17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6.37−2.2=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41849952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8627038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01054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2.32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0.62+1.7=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8153469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829753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00101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0.9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÷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0.45=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13442065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1859788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899090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0.032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0.08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0.4=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79114133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3938099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04522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2.2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0.88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÷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0.4=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12494293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8420362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342491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6.52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2.32+4.2=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27685381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782088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9567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5.19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7.5−2.31=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29317575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3503864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784098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0.045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0.9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0.05=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71276183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4479019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32006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0.075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0.15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0.5=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48777332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5180068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225685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7.75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5.27+2.48=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16090040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5160898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019594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0.45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÷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0.15=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40687122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587941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1.34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3.4−2.06=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56323712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4175378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639403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0.312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0.78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0.4=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14746158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0173648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722096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53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2.65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÷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0.05=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22187060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613277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144062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03678" y="979468"/>
            <a:ext cx="9240883" cy="58785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13817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8343</TotalTime>
  <Words>240</Words>
  <Application>Microsoft Office PowerPoint</Application>
  <PresentationFormat>A4 Paper (210x297 mm)</PresentationFormat>
  <Paragraphs>99</Paragraphs>
  <Slides>41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8" baseType="lpstr">
      <vt:lpstr>Bernard MT Condensed</vt:lpstr>
      <vt:lpstr>Calibri Light</vt:lpstr>
      <vt:lpstr>Cambria Math</vt:lpstr>
      <vt:lpstr>Arial</vt:lpstr>
      <vt:lpstr>Berlin Sans FB Demi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362</cp:revision>
  <cp:lastPrinted>2017-12-31T22:38:51Z</cp:lastPrinted>
  <dcterms:created xsi:type="dcterms:W3CDTF">2017-01-17T16:57:04Z</dcterms:created>
  <dcterms:modified xsi:type="dcterms:W3CDTF">2024-08-25T16:40:21Z</dcterms:modified>
</cp:coreProperties>
</file>