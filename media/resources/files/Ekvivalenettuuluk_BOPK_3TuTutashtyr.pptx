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6"/>
  </p:notesMasterIdLst>
  <p:sldIdLst>
    <p:sldId id="941" r:id="rId2"/>
    <p:sldId id="850" r:id="rId3"/>
    <p:sldId id="939" r:id="rId4"/>
    <p:sldId id="274" r:id="rId5"/>
  </p:sldIdLst>
  <p:sldSz cx="9906000" cy="6858000" type="A4"/>
  <p:notesSz cx="6669088" cy="9926638"/>
  <p:embeddedFontLst>
    <p:embeddedFont>
      <p:font typeface="Cambria Math" panose="02040503050406030204" pitchFamily="18" charset="0"/>
      <p:regular r:id="rId7"/>
    </p:embeddedFont>
    <p:embeddedFont>
      <p:font typeface="Ravie" panose="04040805050809020602" pitchFamily="82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FDBF3D2-AF8E-4A92-84B1-51A754FEF665}">
          <p14:sldIdLst>
            <p14:sldId id="941"/>
          </p14:sldIdLst>
        </p14:section>
        <p14:section name="Суроолор" id="{A762EA83-E639-46EB-896F-C5F39615FAD1}">
          <p14:sldIdLst>
            <p14:sldId id="850"/>
            <p14:sldId id="939"/>
          </p14:sldIdLst>
        </p14:section>
        <p14:section name="Кайтарым байланыш" id="{9919CDD7-72C6-4B90-A07C-4F52C5471EDB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20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Эквивалент – Бөлчөктөр, Ондуктар, Пайыздар жана катыштар–– 3тү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 үчүн квадратты талап кылуу үчүн жооп кутучасынын тиешелүү көлөкө тарабын чыкылдатыңыз/тийиңиз.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8347847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 :4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80%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 :17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70%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35%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 :2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 :1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45%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8347847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30094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r="-19953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r="-10047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r="-472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0000" r="-30094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100000" r="-19953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100000" r="-10047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100000" r="-47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0943" r="-300943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00943" r="-199531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00943" r="-100472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00943" r="-472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99531" r="-300943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99531" r="-199531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99531" r="-100472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99531" r="-472" b="-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6740062"/>
                  </p:ext>
                </p:extLst>
              </p:nvPr>
            </p:nvGraphicFramePr>
            <p:xfrm>
              <a:off x="146447" y="61547"/>
              <a:ext cx="4317999" cy="58996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625303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3900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0.9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75%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60%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 :4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40%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50%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7 :13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 :11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867067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15%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6740062"/>
                  </p:ext>
                </p:extLst>
              </p:nvPr>
            </p:nvGraphicFramePr>
            <p:xfrm>
              <a:off x="146447" y="61547"/>
              <a:ext cx="4317999" cy="58996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625303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390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72727" r="-202966" b="-464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72727" r="-102110" b="-464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72727" r="-2542" b="-4649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187324" r="-202966" b="-4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187324" r="-102110" b="-4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187324" r="-2542" b="-4042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287324" r="-202966" b="-3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287324" r="-102110" b="-3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287324" r="-2542" b="-3042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387324" r="-202966" b="-2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387324" r="-102110" b="-2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387324" r="-2542" b="-2042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483916" r="-202966" b="-102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483916" r="-102110" b="-102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483916" r="-2542" b="-102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867067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4" t="-588028" r="-846" b="-352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7721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3-тү Туташ</a:t>
            </a:r>
            <a:r>
              <a:rPr lang="ky-KG" sz="4800" dirty="0">
                <a:latin typeface="Ravie" panose="04040805050809020602" pitchFamily="82" charset="0"/>
              </a:rPr>
              <a:t>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8" y="964311"/>
            <a:ext cx="43597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64B85DC-15D7-4674-AB83-858538C52B7F}"/>
              </a:ext>
            </a:extLst>
          </p:cNvPr>
          <p:cNvSpPr/>
          <p:nvPr/>
        </p:nvSpPr>
        <p:spPr>
          <a:xfrm>
            <a:off x="-37262" y="5900043"/>
            <a:ext cx="469282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y-KG" sz="1600" dirty="0">
                <a:latin typeface="Arial" panose="020B0604020202020204" pitchFamily="34" charset="0"/>
                <a:cs typeface="Arial" panose="020B0604020202020204" pitchFamily="34" charset="0"/>
              </a:rPr>
              <a:t>Жооптор торчосунан эквиваленттүү</a:t>
            </a:r>
          </a:p>
          <a:p>
            <a:pPr algn="ctr"/>
            <a:r>
              <a:rPr lang="ky-KG" sz="1600" dirty="0">
                <a:latin typeface="Arial" panose="020B0604020202020204" pitchFamily="34" charset="0"/>
                <a:cs typeface="Arial" panose="020B0604020202020204" pitchFamily="34" charset="0"/>
              </a:rPr>
              <a:t> санды тап.</a:t>
            </a:r>
          </a:p>
          <a:p>
            <a:pPr algn="ctr"/>
            <a:r>
              <a:rPr lang="ky-KG" sz="1600" dirty="0">
                <a:latin typeface="Arial" panose="020B0604020202020204" pitchFamily="34" charset="0"/>
                <a:cs typeface="Arial" panose="020B0604020202020204" pitchFamily="34" charset="0"/>
              </a:rPr>
              <a:t>Катыштар үчүн биринчи бөлүккө эквивалентти </a:t>
            </a:r>
          </a:p>
          <a:p>
            <a:pPr algn="ctr"/>
            <a:r>
              <a:rPr lang="ky-KG" sz="1600" dirty="0">
                <a:latin typeface="Arial" panose="020B0604020202020204" pitchFamily="34" charset="0"/>
                <a:cs typeface="Arial" panose="020B0604020202020204" pitchFamily="34" charset="0"/>
              </a:rPr>
              <a:t>тап.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90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3635464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3%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 :3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90%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3:2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0.35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15%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 :1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30%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 :3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3635464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30094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r="-19953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r="-10047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r="-472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0000" r="-30094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100000" r="-19953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100000" r="-10047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100000" r="-47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0943" r="-300943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00943" r="-199531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00943" r="-100472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00943" r="-472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99531" r="-300943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99531" r="-199531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99531" r="-100472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99531" r="-472" b="-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1289800"/>
                  </p:ext>
                </p:extLst>
              </p:nvPr>
            </p:nvGraphicFramePr>
            <p:xfrm>
              <a:off x="146447" y="61547"/>
              <a:ext cx="4317999" cy="58996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625303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3900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0.65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60%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9%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0.45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95%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52%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 : 1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1:4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80%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0.03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867067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 :7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1289800"/>
                  </p:ext>
                </p:extLst>
              </p:nvPr>
            </p:nvGraphicFramePr>
            <p:xfrm>
              <a:off x="146447" y="61547"/>
              <a:ext cx="4317999" cy="58996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625303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390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72727" r="-202966" b="-464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72727" r="-102110" b="-464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72727" r="-2542" b="-4649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187324" r="-202966" b="-4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187324" r="-102110" b="-4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187324" r="-2542" b="-4042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287324" r="-202966" b="-3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287324" r="-102110" b="-3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287324" r="-2542" b="-3042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387324" r="-202966" b="-2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387324" r="-102110" b="-2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387324" r="-2542" b="-2042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483916" r="-202966" b="-102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483916" r="-102110" b="-102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483916" r="-2542" b="-102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867067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4" t="-588028" r="-846" b="-352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799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3-тү Туташ</a:t>
            </a:r>
            <a:r>
              <a:rPr lang="ky-KG" sz="4800" dirty="0">
                <a:latin typeface="Ravie" panose="04040805050809020602" pitchFamily="82" charset="0"/>
              </a:rPr>
              <a:t>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5688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64B85DC-15D7-4674-AB83-858538C52B7F}"/>
              </a:ext>
            </a:extLst>
          </p:cNvPr>
          <p:cNvSpPr/>
          <p:nvPr/>
        </p:nvSpPr>
        <p:spPr>
          <a:xfrm>
            <a:off x="0" y="5897309"/>
            <a:ext cx="4692824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y-KG" sz="1600" dirty="0">
                <a:latin typeface="Arial" panose="020B0604020202020204" pitchFamily="34" charset="0"/>
                <a:cs typeface="Arial" panose="020B0604020202020204" pitchFamily="34" charset="0"/>
              </a:rPr>
              <a:t>Жооптор торчосунан эквиваленттүү</a:t>
            </a:r>
          </a:p>
          <a:p>
            <a:pPr algn="ctr"/>
            <a:r>
              <a:rPr lang="ky-KG" sz="1600" dirty="0">
                <a:latin typeface="Arial" panose="020B0604020202020204" pitchFamily="34" charset="0"/>
                <a:cs typeface="Arial" panose="020B0604020202020204" pitchFamily="34" charset="0"/>
              </a:rPr>
              <a:t> санды тап.</a:t>
            </a:r>
          </a:p>
          <a:p>
            <a:pPr algn="ctr"/>
            <a:r>
              <a:rPr lang="ky-KG" sz="1600" dirty="0">
                <a:latin typeface="Arial" panose="020B0604020202020204" pitchFamily="34" charset="0"/>
                <a:cs typeface="Arial" panose="020B0604020202020204" pitchFamily="34" charset="0"/>
              </a:rPr>
              <a:t>Катыштар үчүн биринчи бөлүккө эквивалентти </a:t>
            </a:r>
          </a:p>
          <a:p>
            <a:pPr algn="ctr"/>
            <a:r>
              <a:rPr lang="ky-KG" sz="1600" dirty="0">
                <a:latin typeface="Arial" panose="020B0604020202020204" pitchFamily="34" charset="0"/>
                <a:cs typeface="Arial" panose="020B0604020202020204" pitchFamily="34" charset="0"/>
              </a:rPr>
              <a:t>тап.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09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8399</TotalTime>
  <Words>255</Words>
  <Application>Microsoft Office PowerPoint</Application>
  <PresentationFormat>A4 Paper (210x297 mm)</PresentationFormat>
  <Paragraphs>103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Calibri Light</vt:lpstr>
      <vt:lpstr>Cambria Math</vt:lpstr>
      <vt:lpstr>Ravie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377</cp:revision>
  <cp:lastPrinted>2017-12-31T22:38:51Z</cp:lastPrinted>
  <dcterms:created xsi:type="dcterms:W3CDTF">2017-01-17T16:57:04Z</dcterms:created>
  <dcterms:modified xsi:type="dcterms:W3CDTF">2024-09-04T09:23:33Z</dcterms:modified>
</cp:coreProperties>
</file>