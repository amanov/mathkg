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9" r:id="rId4"/>
    <p:sldId id="918" r:id="rId5"/>
    <p:sldId id="916" r:id="rId6"/>
    <p:sldId id="917" r:id="rId7"/>
    <p:sldId id="838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244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44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2486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1114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2465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763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469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0795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230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289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7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022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4453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182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5/23/2024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2478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 орундуу ондуктар – Көбөйтүү жана Бөлүү– жооптор торчосу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189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 ×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6,5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÷ 1,2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 ×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1,1 ×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9E559-4B12-A768-7626-BB2E7D5300EC}"/>
              </a:ext>
            </a:extLst>
          </p:cNvPr>
          <p:cNvSpPr txBox="1"/>
          <p:nvPr/>
        </p:nvSpPr>
        <p:spPr>
          <a:xfrm>
            <a:off x="59945" y="7255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11732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48AAE9-EED5-638D-353D-D1E2DDAAFF5D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B2C67FD-AA53-0725-E69F-E567766693C6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 ×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6,5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÷ 1,2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 ×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1,1 ×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639061-EFE6-0790-8E17-846D5713EA10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746EE7BA-013A-C120-2AFE-53D6FC0F818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9B5F5F-4B4A-9842-2282-8F4C94956E45}"/>
              </a:ext>
            </a:extLst>
          </p:cNvPr>
          <p:cNvSpPr/>
          <p:nvPr/>
        </p:nvSpPr>
        <p:spPr>
          <a:xfrm>
            <a:off x="2116170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C867D8-EE62-4259-483F-4A311A24FC8E}"/>
              </a:ext>
            </a:extLst>
          </p:cNvPr>
          <p:cNvSpPr txBox="1"/>
          <p:nvPr/>
        </p:nvSpPr>
        <p:spPr>
          <a:xfrm>
            <a:off x="59945" y="77722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7C4A18A8-F6CC-91A5-43E7-87DCB01442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063471"/>
              </p:ext>
            </p:extLst>
          </p:nvPr>
        </p:nvGraphicFramePr>
        <p:xfrm>
          <a:off x="6668870" y="3522743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0A1F8A67-FF96-0D02-7256-B8BBC87CEA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138301"/>
              </p:ext>
            </p:extLst>
          </p:nvPr>
        </p:nvGraphicFramePr>
        <p:xfrm>
          <a:off x="61545" y="4088422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 ×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6,5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÷ 1,2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 ×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1,1 ×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E4198C6-CAC1-75E8-5B51-A7BD0B4E90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133747"/>
              </p:ext>
            </p:extLst>
          </p:nvPr>
        </p:nvGraphicFramePr>
        <p:xfrm>
          <a:off x="6696583" y="6349285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4" name="Rectangle 23">
            <a:extLst>
              <a:ext uri="{FF2B5EF4-FFF2-40B4-BE49-F238E27FC236}">
                <a16:creationId xmlns:a16="http://schemas.microsoft.com/office/drawing/2014/main" id="{84A2D7B1-CA5F-0BA6-D5D3-457A7A33982A}"/>
              </a:ext>
            </a:extLst>
          </p:cNvPr>
          <p:cNvSpPr/>
          <p:nvPr/>
        </p:nvSpPr>
        <p:spPr>
          <a:xfrm>
            <a:off x="6739812" y="5968807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E72A8F-AD3B-E3FF-05F5-4C893469475D}"/>
              </a:ext>
            </a:extLst>
          </p:cNvPr>
          <p:cNvSpPr/>
          <p:nvPr/>
        </p:nvSpPr>
        <p:spPr>
          <a:xfrm>
            <a:off x="2116170" y="3522743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160B2F9-3746-ED01-C92C-36EAC6CDD81C}"/>
              </a:ext>
            </a:extLst>
          </p:cNvPr>
          <p:cNvSpPr txBox="1"/>
          <p:nvPr/>
        </p:nvSpPr>
        <p:spPr>
          <a:xfrm>
            <a:off x="59945" y="3548949"/>
            <a:ext cx="42275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2024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509EF7-B382-B80D-F2BA-0F8DE064E1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00791" y="1026269"/>
            <a:ext cx="6734590" cy="46820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1A3E0F-F332-755D-0D47-299963578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2202" y="1026268"/>
            <a:ext cx="6734592" cy="468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7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69522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12,4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6,3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1,75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9,12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2,5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uLnTx/>
                          <a:uFillTx/>
                          <a:latin typeface="Bahnschrift" panose="020B0502040204020203" pitchFamily="34" charset="0"/>
                          <a:ea typeface="+mn-ea"/>
                          <a:cs typeface="+mn-cs"/>
                        </a:rPr>
                        <a:t>0,98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00645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 × 3,1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6,5 ÷ 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× 0,9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 ÷ 0,4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 × 2,1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÷ 1,2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0,6 × 0,5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0. 9 ÷ 1,5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3,7 ×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3. 8 × 2,4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2,8 ÷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 1,1 × 1,6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 ÷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 × 0,2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 ÷ 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 × 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÷ 1,4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× 0,7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 ÷ 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8906317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20</a:t>
                      </a:r>
                      <a:endParaRPr lang="en-GB" sz="20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B818E2-9758-4ED1-A46D-9DB50A02CEFD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906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72941" y="20478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b="1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7573B65-2E30-478E-B6D4-76844AB67AF9}"/>
              </a:ext>
            </a:extLst>
          </p:cNvPr>
          <p:cNvSpPr/>
          <p:nvPr/>
        </p:nvSpPr>
        <p:spPr>
          <a:xfrm>
            <a:off x="6868290" y="3408988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997358-1279-1EF2-0D1A-94E48CE349C8}"/>
              </a:ext>
            </a:extLst>
          </p:cNvPr>
          <p:cNvSpPr txBox="1"/>
          <p:nvPr/>
        </p:nvSpPr>
        <p:spPr>
          <a:xfrm>
            <a:off x="0" y="107507"/>
            <a:ext cx="5323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8983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8454</TotalTime>
  <Words>517</Words>
  <Application>Microsoft Office PowerPoint</Application>
  <PresentationFormat>A4 Paper (210x297 mm)</PresentationFormat>
  <Paragraphs>218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2024-05-11T08:01:17Z</cp:lastPrinted>
  <dcterms:created xsi:type="dcterms:W3CDTF">2017-01-17T16:57:04Z</dcterms:created>
  <dcterms:modified xsi:type="dcterms:W3CDTF">2024-05-23T10:48:20Z</dcterms:modified>
</cp:coreProperties>
</file>