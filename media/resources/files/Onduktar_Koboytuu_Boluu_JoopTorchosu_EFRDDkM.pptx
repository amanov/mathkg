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10"/>
  </p:notesMasterIdLst>
  <p:sldIdLst>
    <p:sldId id="257" r:id="rId3"/>
    <p:sldId id="919" r:id="rId4"/>
    <p:sldId id="918" r:id="rId5"/>
    <p:sldId id="916" r:id="rId6"/>
    <p:sldId id="917" r:id="rId7"/>
    <p:sldId id="838" r:id="rId8"/>
    <p:sldId id="274" r:id="rId9"/>
  </p:sldIdLst>
  <p:sldSz cx="9906000" cy="6858000" type="A4"/>
  <p:notesSz cx="7104063" cy="10234613"/>
  <p:embeddedFontLst>
    <p:embeddedFont>
      <p:font typeface="Aharoni" panose="02010803020104030203" pitchFamily="2" charset="-79"/>
      <p:bold r:id="rId11"/>
    </p:embeddedFont>
    <p:embeddedFont>
      <p:font typeface="Bahnschrift" panose="020B0502040204020203" pitchFamily="34" charset="0"/>
      <p:regular r:id="rId12"/>
      <p:bold r:id="rId13"/>
    </p:embeddedFont>
    <p:embeddedFont>
      <p:font typeface="Script MT Bold" panose="03040602040607080904" pitchFamily="66" charset="0"/>
      <p:bold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1.fntdata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23/05/2024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8" tIns="47319" rIns="94638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8" tIns="47319" rIns="94638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5/23/2024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3244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5/23/2024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3949442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5/23/2024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724862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5/23/2024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1114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5/23/2024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2465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5/23/2024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7638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5/23/2024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46919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5/23/2024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0795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5/23/2024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7230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5/23/2024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28968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5/23/2024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474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70225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4453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11182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5/23/2024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2478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037" y="1510665"/>
            <a:ext cx="8543925" cy="4351338"/>
          </a:xfrm>
        </p:spPr>
        <p:txBody>
          <a:bodyPr>
            <a:normAutofit/>
          </a:bodyPr>
          <a:lstStyle/>
          <a:p>
            <a:r>
              <a:rPr lang="ru-RU" sz="2400" dirty="0"/>
              <a:t>1 орундуу ондуктар – Көбөйтүү жана Бөлүү– жооптор торчосу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r>
              <a:rPr lang="ru-RU" sz="2400" dirty="0"/>
              <a:t>Окуучулар жооптор торчосунда жоопторду сызып, калган беш сандардын суммасын чыгарышы керек.</a:t>
            </a:r>
            <a:endParaRPr lang="en-US" sz="2400" dirty="0"/>
          </a:p>
          <a:p>
            <a:endParaRPr lang="ru-RU" sz="2400" dirty="0"/>
          </a:p>
          <a:p>
            <a:r>
              <a:rPr lang="ru-RU" sz="2400" dirty="0"/>
              <a:t>Иш баракчасы ар кандай өлчөмдө/форматтарда берилет.</a:t>
            </a:r>
          </a:p>
          <a:p>
            <a:endParaRPr lang="ru-RU" sz="2400" dirty="0"/>
          </a:p>
          <a:p>
            <a:r>
              <a:rPr lang="ru-RU" sz="2400" dirty="0"/>
              <a:t>Анимацияларды текшерип, </a:t>
            </a:r>
            <a:r>
              <a:rPr lang="ky-KG" sz="2400" dirty="0"/>
              <a:t>сабагы</a:t>
            </a:r>
            <a:r>
              <a:rPr lang="ru-RU" sz="2400" dirty="0"/>
              <a:t>ң</a:t>
            </a:r>
            <a:r>
              <a:rPr lang="ky-KG" sz="2400" dirty="0"/>
              <a:t>ызга </a:t>
            </a:r>
            <a:r>
              <a:rPr lang="ru-RU" sz="2400" b="1" dirty="0">
                <a:solidFill>
                  <a:srgbClr val="FF0000"/>
                </a:solidFill>
              </a:rPr>
              <a:t>КЕРЕГИ ЖОК </a:t>
            </a:r>
            <a:r>
              <a:rPr lang="ru-RU" sz="2400" dirty="0"/>
              <a:t>слайддарды </a:t>
            </a:r>
            <a:r>
              <a:rPr lang="ru-RU" sz="2800" b="1" dirty="0">
                <a:solidFill>
                  <a:srgbClr val="FF0000"/>
                </a:solidFill>
              </a:rPr>
              <a:t>ӨЧҮРҮ</a:t>
            </a:r>
            <a:r>
              <a:rPr lang="ky-KG" sz="2800" b="1" dirty="0">
                <a:solidFill>
                  <a:srgbClr val="FF0000"/>
                </a:solidFill>
              </a:rPr>
              <a:t>П САЛЫ</a:t>
            </a:r>
            <a:r>
              <a:rPr lang="ru-RU" sz="2800" b="1" dirty="0">
                <a:solidFill>
                  <a:srgbClr val="FF0000"/>
                </a:solidFill>
              </a:rPr>
              <a:t>ҢЫЗ.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52400" y="244157"/>
            <a:ext cx="7641034" cy="1137642"/>
          </a:xfrm>
        </p:spPr>
        <p:txBody>
          <a:bodyPr>
            <a:normAutofit/>
          </a:bodyPr>
          <a:lstStyle/>
          <a:p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518F3C0-CB86-4363-8C1E-1F32D139DED0}"/>
              </a:ext>
            </a:extLst>
          </p:cNvPr>
          <p:cNvSpPr txBox="1"/>
          <p:nvPr/>
        </p:nvSpPr>
        <p:spPr>
          <a:xfrm>
            <a:off x="1547067" y="2084252"/>
            <a:ext cx="71797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бир жоопту ТОРЧОдон табыңыз!</a:t>
            </a:r>
            <a:endParaRPr kumimoji="0" lang="en-GB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8152C6-FA9B-CCEA-65A2-D9050ECC73CD}"/>
              </a:ext>
            </a:extLst>
          </p:cNvPr>
          <p:cNvSpPr txBox="1"/>
          <p:nvPr/>
        </p:nvSpPr>
        <p:spPr>
          <a:xfrm>
            <a:off x="1270000" y="412596"/>
            <a:ext cx="73558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haroni" panose="02010803020104030203" pitchFamily="2" charset="-79"/>
              </a:rPr>
              <a:t>Жооп ТОРЧОсу</a:t>
            </a:r>
            <a:endParaRPr kumimoji="0" lang="en-US" sz="8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cript MT Bold" panose="03040602040607080904" pitchFamily="66" charset="0"/>
              <a:ea typeface="+mn-ea"/>
              <a:cs typeface="Aharoni" panose="02010803020104030203" pitchFamily="2" charset="-79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79104F-92BB-7AEB-E9EF-40B6DEB0B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68" y="3151655"/>
            <a:ext cx="8178102" cy="283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1895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6ECEF9F-434E-4379-BE8F-FC57D6668F39}"/>
              </a:ext>
            </a:extLst>
          </p:cNvPr>
          <p:cNvGraphicFramePr>
            <a:graphicFrameLocks noGrp="1"/>
          </p:cNvGraphicFramePr>
          <p:nvPr/>
        </p:nvGraphicFramePr>
        <p:xfrm>
          <a:off x="6668870" y="51516"/>
          <a:ext cx="3177185" cy="2281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5437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1.76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3.72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2.1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12.4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7.4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25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3.6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6.3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1.75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9.12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2.5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0.98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489906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4CACCE-EE06-4252-A99D-23B46901304D}"/>
              </a:ext>
            </a:extLst>
          </p:cNvPr>
          <p:cNvGraphicFramePr>
            <a:graphicFrameLocks noGrp="1"/>
          </p:cNvGraphicFramePr>
          <p:nvPr/>
        </p:nvGraphicFramePr>
        <p:xfrm>
          <a:off x="61545" y="617195"/>
          <a:ext cx="6506680" cy="2745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1336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1.2 × 3.1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6.5 ÷ 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 × 0.9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 ÷ 0.4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 × 2.1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2.4 ÷ 1.2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0.6 × 0.5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 9 ÷ 1.5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3.7 × 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2.8 ÷ 1.6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 8 × 2.4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2.8 ÷ 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1.1 × 1.6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 ÷ 0.2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0.5 × 0.2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7.2 ÷ 9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3.1 × 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2.1 ÷ 1.4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1.4 × 0.7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4.2 ÷ 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AD24C9A-01A7-4E5D-A407-60D51806BBAA}"/>
              </a:ext>
            </a:extLst>
          </p:cNvPr>
          <p:cNvGraphicFramePr>
            <a:graphicFrameLocks noGrp="1"/>
          </p:cNvGraphicFramePr>
          <p:nvPr/>
        </p:nvGraphicFramePr>
        <p:xfrm>
          <a:off x="6696583" y="2878058"/>
          <a:ext cx="312175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1758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bg1"/>
                          </a:solidFill>
                        </a:rPr>
                        <a:t>20</a:t>
                      </a:r>
                      <a:endParaRPr lang="en-GB" sz="2000" b="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3E2957F7-99F0-4B3A-B72D-884CCB8B23AD}"/>
              </a:ext>
            </a:extLst>
          </p:cNvPr>
          <p:cNvSpPr/>
          <p:nvPr/>
        </p:nvSpPr>
        <p:spPr>
          <a:xfrm>
            <a:off x="6739812" y="2497580"/>
            <a:ext cx="30353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Бардыгы:</a:t>
            </a:r>
            <a:endParaRPr lang="en-GB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C9F3885-40A0-4971-85BC-67C02F8382C4}"/>
              </a:ext>
            </a:extLst>
          </p:cNvPr>
          <p:cNvSpPr/>
          <p:nvPr/>
        </p:nvSpPr>
        <p:spPr>
          <a:xfrm>
            <a:off x="2116170" y="51516"/>
            <a:ext cx="462364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Ар бир жоопту сызып, анан калган </a:t>
            </a:r>
            <a:r>
              <a:rPr lang="ky-KG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беш сандын суммасын тап</a:t>
            </a:r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.</a:t>
            </a:r>
            <a:endParaRPr lang="en-GB" sz="1600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89E559-4B12-A768-7626-BB2E7D5300EC}"/>
              </a:ext>
            </a:extLst>
          </p:cNvPr>
          <p:cNvSpPr txBox="1"/>
          <p:nvPr/>
        </p:nvSpPr>
        <p:spPr>
          <a:xfrm>
            <a:off x="59945" y="72552"/>
            <a:ext cx="42275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cs typeface="Aharoni" panose="02010803020104030203" pitchFamily="2" charset="-79"/>
              </a:rPr>
              <a:t>Жооп </a:t>
            </a:r>
            <a:r>
              <a:rPr lang="ru-RU" sz="2400" b="1" dirty="0">
                <a:latin typeface="Bahnschrift" panose="020B0502040204020203" pitchFamily="34" charset="0"/>
                <a:cs typeface="Aharoni" panose="02010803020104030203" pitchFamily="2" charset="-79"/>
              </a:rPr>
              <a:t>ТОРЧОсу</a:t>
            </a:r>
            <a:endParaRPr lang="en-US" sz="2400" b="1" dirty="0">
              <a:latin typeface="Bahnschrift" panose="020B0502040204020203" pitchFamily="34" charset="0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1117321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348AAE9-EED5-638D-353D-D1E2DDAAFF5D}"/>
              </a:ext>
            </a:extLst>
          </p:cNvPr>
          <p:cNvGraphicFramePr>
            <a:graphicFrameLocks noGrp="1"/>
          </p:cNvGraphicFramePr>
          <p:nvPr/>
        </p:nvGraphicFramePr>
        <p:xfrm>
          <a:off x="6668870" y="51516"/>
          <a:ext cx="3177185" cy="2281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5437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1.76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3.72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2.1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12.4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7.4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25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3.6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6.3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1.75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9.12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2.5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0.98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48990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B2C67FD-AA53-0725-E69F-E567766693C6}"/>
              </a:ext>
            </a:extLst>
          </p:cNvPr>
          <p:cNvGraphicFramePr>
            <a:graphicFrameLocks noGrp="1"/>
          </p:cNvGraphicFramePr>
          <p:nvPr/>
        </p:nvGraphicFramePr>
        <p:xfrm>
          <a:off x="61545" y="617195"/>
          <a:ext cx="6506680" cy="2745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1336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1.2 × 3.1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6.5 ÷ 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 × 0.9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 ÷ 0.4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 × 2.1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2.4 ÷ 1.2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0.6 × 0.5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 9 ÷ 1.5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3.7 × 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2.8 ÷ 1.6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 8 × 2.4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2.8 ÷ 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1.1 × 1.6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 ÷ 0.2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0.5 × 0.2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7.2 ÷ 9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3.1 × 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2.1 ÷ 1.4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1.4 × 0.7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4.2 ÷ 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639061-EFE6-0790-8E17-846D5713EA10}"/>
              </a:ext>
            </a:extLst>
          </p:cNvPr>
          <p:cNvGraphicFramePr>
            <a:graphicFrameLocks noGrp="1"/>
          </p:cNvGraphicFramePr>
          <p:nvPr/>
        </p:nvGraphicFramePr>
        <p:xfrm>
          <a:off x="6696583" y="2878058"/>
          <a:ext cx="312175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1758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bg1"/>
                          </a:solidFill>
                        </a:rPr>
                        <a:t>20</a:t>
                      </a:r>
                      <a:endParaRPr lang="en-GB" sz="2000" b="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746EE7BA-013A-C120-2AFE-53D6FC0F818D}"/>
              </a:ext>
            </a:extLst>
          </p:cNvPr>
          <p:cNvSpPr/>
          <p:nvPr/>
        </p:nvSpPr>
        <p:spPr>
          <a:xfrm>
            <a:off x="6739812" y="2497580"/>
            <a:ext cx="30353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Бардыгы:</a:t>
            </a:r>
            <a:endParaRPr lang="en-GB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9B5F5F-4B4A-9842-2282-8F4C94956E45}"/>
              </a:ext>
            </a:extLst>
          </p:cNvPr>
          <p:cNvSpPr/>
          <p:nvPr/>
        </p:nvSpPr>
        <p:spPr>
          <a:xfrm>
            <a:off x="2116170" y="51516"/>
            <a:ext cx="462364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Ар бир жоопту сызып, анан калган </a:t>
            </a:r>
            <a:r>
              <a:rPr lang="ky-KG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беш сандын суммасын тап</a:t>
            </a:r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.</a:t>
            </a:r>
            <a:endParaRPr lang="en-GB" sz="1600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C867D8-EE62-4259-483F-4A311A24FC8E}"/>
              </a:ext>
            </a:extLst>
          </p:cNvPr>
          <p:cNvSpPr txBox="1"/>
          <p:nvPr/>
        </p:nvSpPr>
        <p:spPr>
          <a:xfrm>
            <a:off x="59945" y="77722"/>
            <a:ext cx="42275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cs typeface="Aharoni" panose="02010803020104030203" pitchFamily="2" charset="-79"/>
              </a:rPr>
              <a:t>Жооп </a:t>
            </a:r>
            <a:r>
              <a:rPr lang="ru-RU" sz="2400" b="1" dirty="0">
                <a:latin typeface="Bahnschrift" panose="020B0502040204020203" pitchFamily="34" charset="0"/>
                <a:cs typeface="Aharoni" panose="02010803020104030203" pitchFamily="2" charset="-79"/>
              </a:rPr>
              <a:t>ТОРЧОсу</a:t>
            </a:r>
            <a:endParaRPr lang="en-US" sz="2400" b="1" dirty="0">
              <a:latin typeface="Bahnschrift" panose="020B0502040204020203" pitchFamily="34" charset="0"/>
              <a:cs typeface="Aharoni" panose="02010803020104030203" pitchFamily="2" charset="-79"/>
            </a:endParaRP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7C4A18A8-F6CC-91A5-43E7-87DCB01442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7063471"/>
              </p:ext>
            </p:extLst>
          </p:nvPr>
        </p:nvGraphicFramePr>
        <p:xfrm>
          <a:off x="6668870" y="3522743"/>
          <a:ext cx="3177185" cy="2281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5437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1.76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3.72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2.1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12.4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7.4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25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3.6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6.3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1.75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9.12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2.5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0.98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489906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0A1F8A67-FF96-0D02-7256-B8BBC87CEA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4138301"/>
              </p:ext>
            </p:extLst>
          </p:nvPr>
        </p:nvGraphicFramePr>
        <p:xfrm>
          <a:off x="61545" y="4088422"/>
          <a:ext cx="6506680" cy="2745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1336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1.2 × 3.1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6.5 ÷ 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 × 0.9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 ÷ 0.4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 × 2.1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2.4 ÷ 1.2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0.6 × 0.5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 9 ÷ 1.5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3.7 × 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2.8 ÷ 1.6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 8 × 2.4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2.8 ÷ 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1.1 × 1.6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 ÷ 0.2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0.5 × 0.2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7.2 ÷ 9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3.1 × 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2.1 ÷ 1.4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1.4 × 0.7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4.2 ÷ 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DE4198C6-CAC1-75E8-5B51-A7BD0B4E90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1133747"/>
              </p:ext>
            </p:extLst>
          </p:nvPr>
        </p:nvGraphicFramePr>
        <p:xfrm>
          <a:off x="6696583" y="6349285"/>
          <a:ext cx="312175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1758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bg1"/>
                          </a:solidFill>
                        </a:rPr>
                        <a:t>20</a:t>
                      </a:r>
                      <a:endParaRPr lang="en-GB" sz="2000" b="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</a:tbl>
          </a:graphicData>
        </a:graphic>
      </p:graphicFrame>
      <p:sp>
        <p:nvSpPr>
          <p:cNvPr id="24" name="Rectangle 23">
            <a:extLst>
              <a:ext uri="{FF2B5EF4-FFF2-40B4-BE49-F238E27FC236}">
                <a16:creationId xmlns:a16="http://schemas.microsoft.com/office/drawing/2014/main" id="{84A2D7B1-CA5F-0BA6-D5D3-457A7A33982A}"/>
              </a:ext>
            </a:extLst>
          </p:cNvPr>
          <p:cNvSpPr/>
          <p:nvPr/>
        </p:nvSpPr>
        <p:spPr>
          <a:xfrm>
            <a:off x="6739812" y="5968807"/>
            <a:ext cx="30353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Бардыгы:</a:t>
            </a:r>
            <a:endParaRPr lang="en-GB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0E72A8F-AD3B-E3FF-05F5-4C893469475D}"/>
              </a:ext>
            </a:extLst>
          </p:cNvPr>
          <p:cNvSpPr/>
          <p:nvPr/>
        </p:nvSpPr>
        <p:spPr>
          <a:xfrm>
            <a:off x="2116170" y="3522743"/>
            <a:ext cx="462364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Ар бир жоопту сызып, анан калган </a:t>
            </a:r>
            <a:r>
              <a:rPr lang="ky-KG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беш сандын суммасын тап</a:t>
            </a:r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.</a:t>
            </a:r>
            <a:endParaRPr lang="en-GB" sz="1600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60B2F9-3746-ED01-C92C-36EAC6CDD81C}"/>
              </a:ext>
            </a:extLst>
          </p:cNvPr>
          <p:cNvSpPr txBox="1"/>
          <p:nvPr/>
        </p:nvSpPr>
        <p:spPr>
          <a:xfrm>
            <a:off x="59945" y="3548949"/>
            <a:ext cx="42275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cs typeface="Aharoni" panose="02010803020104030203" pitchFamily="2" charset="-79"/>
              </a:rPr>
              <a:t>Жооп </a:t>
            </a:r>
            <a:r>
              <a:rPr lang="ru-RU" sz="2400" b="1" dirty="0">
                <a:latin typeface="Bahnschrift" panose="020B0502040204020203" pitchFamily="34" charset="0"/>
                <a:cs typeface="Aharoni" panose="02010803020104030203" pitchFamily="2" charset="-79"/>
              </a:rPr>
              <a:t>ТОРЧОсу</a:t>
            </a:r>
            <a:endParaRPr lang="en-US" sz="2400" b="1" dirty="0">
              <a:latin typeface="Bahnschrift" panose="020B0502040204020203" pitchFamily="34" charset="0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2202433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4509EF7-B382-B80D-F2BA-0F8DE064E1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00791" y="1026269"/>
            <a:ext cx="6734590" cy="46820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01A3E0F-F332-755D-0D47-299963578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72202" y="1026268"/>
            <a:ext cx="6734592" cy="4682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4272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6ECEF9F-434E-4379-BE8F-FC57D6668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8695222"/>
              </p:ext>
            </p:extLst>
          </p:nvPr>
        </p:nvGraphicFramePr>
        <p:xfrm>
          <a:off x="6668870" y="51516"/>
          <a:ext cx="3177185" cy="2281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5437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1.76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3.72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2.1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12.4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7.4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25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3.6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6.3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1.75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9.12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2.5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0.98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489906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4CACCE-EE06-4252-A99D-23B4690130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9100645"/>
              </p:ext>
            </p:extLst>
          </p:nvPr>
        </p:nvGraphicFramePr>
        <p:xfrm>
          <a:off x="61545" y="617195"/>
          <a:ext cx="6506680" cy="2745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1336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1.2 × 3.1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6.5 ÷ 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 × 0.9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 ÷ 0.4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 × 2.1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2.4 ÷ 1.2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0.6 × 0.5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 9 ÷ 1.5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3.7 × 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2.8 ÷ 1.6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 8 × 2.4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2.8 ÷ 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1.1 × 1.6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 ÷ 0.2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0.5 × 0.2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7.2 ÷ 9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3.1 × 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2.1 ÷ 1.4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1.4 × 0.7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4.2 ÷ 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AD24C9A-01A7-4E5D-A407-60D51806BB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8906317"/>
              </p:ext>
            </p:extLst>
          </p:nvPr>
        </p:nvGraphicFramePr>
        <p:xfrm>
          <a:off x="6696583" y="2878058"/>
          <a:ext cx="312175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1758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</a:rPr>
                        <a:t>20</a:t>
                      </a:r>
                      <a:endParaRPr lang="en-GB" sz="20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3E2957F7-99F0-4B3A-B72D-884CCB8B23AD}"/>
              </a:ext>
            </a:extLst>
          </p:cNvPr>
          <p:cNvSpPr/>
          <p:nvPr/>
        </p:nvSpPr>
        <p:spPr>
          <a:xfrm>
            <a:off x="6739812" y="2497580"/>
            <a:ext cx="30353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Бардыгы</a:t>
            </a:r>
            <a:endParaRPr lang="en-GB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1B818E2-9758-4ED1-A46D-9DB50A02CEFD}"/>
              </a:ext>
            </a:extLst>
          </p:cNvPr>
          <p:cNvCxnSpPr>
            <a:cxnSpLocks/>
          </p:cNvCxnSpPr>
          <p:nvPr/>
        </p:nvCxnSpPr>
        <p:spPr>
          <a:xfrm>
            <a:off x="0" y="3429000"/>
            <a:ext cx="9906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EC9F3885-40A0-4971-85BC-67C02F8382C4}"/>
              </a:ext>
            </a:extLst>
          </p:cNvPr>
          <p:cNvSpPr/>
          <p:nvPr/>
        </p:nvSpPr>
        <p:spPr>
          <a:xfrm>
            <a:off x="2072941" y="20478"/>
            <a:ext cx="462364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Ар бир жоопту сызып, анан калган </a:t>
            </a:r>
            <a:r>
              <a:rPr lang="ky-KG" sz="1600" b="1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беш</a:t>
            </a:r>
            <a:r>
              <a:rPr lang="ky-KG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 сандын суммасын тап</a:t>
            </a:r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.</a:t>
            </a:r>
            <a:endParaRPr lang="en-GB" sz="1600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573B65-2E30-478E-B6D4-76844AB67AF9}"/>
              </a:ext>
            </a:extLst>
          </p:cNvPr>
          <p:cNvSpPr/>
          <p:nvPr/>
        </p:nvSpPr>
        <p:spPr>
          <a:xfrm>
            <a:off x="6868290" y="3408988"/>
            <a:ext cx="310052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Bahnschrift" panose="020B0502040204020203" pitchFamily="34" charset="0"/>
              </a:rPr>
              <a:t>Жооптор</a:t>
            </a:r>
            <a:endParaRPr lang="en-GB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997358-1279-1EF2-0D1A-94E48CE349C8}"/>
              </a:ext>
            </a:extLst>
          </p:cNvPr>
          <p:cNvSpPr txBox="1"/>
          <p:nvPr/>
        </p:nvSpPr>
        <p:spPr>
          <a:xfrm>
            <a:off x="0" y="107507"/>
            <a:ext cx="5323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cs typeface="Aharoni" panose="02010803020104030203" pitchFamily="2" charset="-79"/>
              </a:rPr>
              <a:t>Жооп </a:t>
            </a:r>
            <a:r>
              <a:rPr lang="ru-RU" sz="2400" b="1" dirty="0">
                <a:latin typeface="Bahnschrift" panose="020B0502040204020203" pitchFamily="34" charset="0"/>
                <a:cs typeface="Aharoni" panose="02010803020104030203" pitchFamily="2" charset="-79"/>
              </a:rPr>
              <a:t>ТОРЧОсу</a:t>
            </a:r>
            <a:endParaRPr lang="en-US" sz="2400" b="1" dirty="0">
              <a:latin typeface="Bahnschrift" panose="020B0502040204020203" pitchFamily="34" charset="0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828983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1551" y="848185"/>
            <a:ext cx="8543925" cy="3535462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ru-RU" sz="2400" dirty="0"/>
              <a:t>Суроолор барбы?</a:t>
            </a:r>
          </a:p>
          <a:p>
            <a:pPr marL="0" indent="0" algn="ctr">
              <a:buNone/>
            </a:pPr>
            <a:r>
              <a:rPr lang="ru-RU" sz="2400" dirty="0"/>
              <a:t>Комментарийлер?</a:t>
            </a:r>
          </a:p>
          <a:p>
            <a:pPr marL="0" indent="0" algn="ctr">
              <a:buNone/>
            </a:pPr>
            <a:r>
              <a:rPr lang="ru-RU" sz="2400" dirty="0"/>
              <a:t>Сунуштар?</a:t>
            </a:r>
          </a:p>
          <a:p>
            <a:pPr marL="0" indent="0" algn="ctr">
              <a:buNone/>
            </a:pPr>
            <a:endParaRPr lang="ru-RU" sz="2400" dirty="0"/>
          </a:p>
          <a:p>
            <a:pPr marL="0" indent="0" algn="ctr">
              <a:buNone/>
            </a:pPr>
            <a:r>
              <a:rPr lang="ru-RU" sz="2400" dirty="0"/>
              <a:t>…же ката таптыңызбы!?</a:t>
            </a:r>
          </a:p>
          <a:p>
            <a:pPr marL="0" indent="0" algn="ctr">
              <a:buNone/>
            </a:pPr>
            <a:endParaRPr lang="ru-RU" sz="2400" dirty="0"/>
          </a:p>
          <a:p>
            <a:pPr marL="0" indent="0" algn="ctr">
              <a:buNone/>
            </a:pPr>
            <a:r>
              <a:rPr lang="ru-RU" sz="2400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sz="2400" dirty="0"/>
          </a:p>
          <a:p>
            <a:pPr marL="0" indent="0" algn="ctr">
              <a:buNone/>
            </a:pPr>
            <a:r>
              <a:rPr lang="ru-RU" sz="24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2400" dirty="0"/>
          </a:p>
          <a:p>
            <a:pPr marL="0" indent="0" algn="ctr">
              <a:buNone/>
            </a:pPr>
            <a:r>
              <a:rPr lang="en-US" sz="2400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8454</TotalTime>
  <Words>517</Words>
  <Application>Microsoft Office PowerPoint</Application>
  <PresentationFormat>A4 Paper (210x297 mm)</PresentationFormat>
  <Paragraphs>218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Script MT Bold</vt:lpstr>
      <vt:lpstr>Aharoni</vt:lpstr>
      <vt:lpstr>Calibri</vt:lpstr>
      <vt:lpstr>Bahnschrift</vt:lpstr>
      <vt:lpstr>Arial</vt:lpstr>
      <vt:lpstr>Calibri Light</vt:lpstr>
      <vt:lpstr>Office Theme</vt:lpstr>
      <vt:lpstr>1_Office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379</cp:revision>
  <cp:lastPrinted>2024-05-11T08:01:17Z</cp:lastPrinted>
  <dcterms:created xsi:type="dcterms:W3CDTF">2017-01-17T16:57:04Z</dcterms:created>
  <dcterms:modified xsi:type="dcterms:W3CDTF">2024-05-23T10:48:20Z</dcterms:modified>
</cp:coreProperties>
</file>