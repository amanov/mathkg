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5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Көбөйтүү &amp; Бөлүү 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728138" y="798295"/>
            <a:ext cx="736611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 менен көбөйтүү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жана бөлүү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3045B9-6421-4FFA-8077-FA7FC7212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026" y="-79132"/>
            <a:ext cx="10191585" cy="70683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783EC2-7292-85C4-86EF-85048C5B0D72}"/>
              </a:ext>
            </a:extLst>
          </p:cNvPr>
          <p:cNvSpPr txBox="1"/>
          <p:nvPr/>
        </p:nvSpPr>
        <p:spPr>
          <a:xfrm>
            <a:off x="834190" y="752426"/>
            <a:ext cx="1720343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 ÷ 0.2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347BF1-1175-F121-5BB9-D7E787DA5F4E}"/>
              </a:ext>
            </a:extLst>
          </p:cNvPr>
          <p:cNvSpPr txBox="1"/>
          <p:nvPr/>
        </p:nvSpPr>
        <p:spPr>
          <a:xfrm>
            <a:off x="3958422" y="3055052"/>
            <a:ext cx="2005677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42 ÷ 1.2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A0CD6E-DB61-E2F3-5751-913125B57D32}"/>
              </a:ext>
            </a:extLst>
          </p:cNvPr>
          <p:cNvSpPr txBox="1"/>
          <p:nvPr/>
        </p:nvSpPr>
        <p:spPr>
          <a:xfrm>
            <a:off x="7027951" y="3055052"/>
            <a:ext cx="2433679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19.2 ÷ 1.6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715E1C-E99C-3E6D-B223-791C8710208F}"/>
              </a:ext>
            </a:extLst>
          </p:cNvPr>
          <p:cNvSpPr txBox="1"/>
          <p:nvPr/>
        </p:nvSpPr>
        <p:spPr>
          <a:xfrm>
            <a:off x="834191" y="5332739"/>
            <a:ext cx="1720343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 ÷ 0.8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B371A0-45E4-8F92-A0EA-FB88AF5A7006}"/>
              </a:ext>
            </a:extLst>
          </p:cNvPr>
          <p:cNvSpPr txBox="1"/>
          <p:nvPr/>
        </p:nvSpPr>
        <p:spPr>
          <a:xfrm>
            <a:off x="3744421" y="5332739"/>
            <a:ext cx="2433679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25.9 ÷ 0.7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92C978-50C8-0787-053A-21B0B984F445}"/>
              </a:ext>
            </a:extLst>
          </p:cNvPr>
          <p:cNvSpPr txBox="1"/>
          <p:nvPr/>
        </p:nvSpPr>
        <p:spPr>
          <a:xfrm>
            <a:off x="886026" y="61546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E7C192-EBF2-76A9-2A2C-4AF11EAF7024}"/>
              </a:ext>
            </a:extLst>
          </p:cNvPr>
          <p:cNvSpPr txBox="1"/>
          <p:nvPr/>
        </p:nvSpPr>
        <p:spPr>
          <a:xfrm>
            <a:off x="3887089" y="752426"/>
            <a:ext cx="2148345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1.3 × 0.5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758075-FE3B-DB51-6A6C-E4918F065A2A}"/>
              </a:ext>
            </a:extLst>
          </p:cNvPr>
          <p:cNvSpPr txBox="1"/>
          <p:nvPr/>
        </p:nvSpPr>
        <p:spPr>
          <a:xfrm>
            <a:off x="7384616" y="752426"/>
            <a:ext cx="1720343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 × 1.9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1730E0-4BB2-B3BB-2046-B68EE5CD973F}"/>
              </a:ext>
            </a:extLst>
          </p:cNvPr>
          <p:cNvSpPr txBox="1"/>
          <p:nvPr/>
        </p:nvSpPr>
        <p:spPr>
          <a:xfrm>
            <a:off x="620189" y="3055052"/>
            <a:ext cx="2148345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0.7 × 0.6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BE0BA0-5CB9-7CC4-E76D-A76F3D8BD1CB}"/>
              </a:ext>
            </a:extLst>
          </p:cNvPr>
          <p:cNvSpPr txBox="1"/>
          <p:nvPr/>
        </p:nvSpPr>
        <p:spPr>
          <a:xfrm>
            <a:off x="7170617" y="5332739"/>
            <a:ext cx="2148345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1.2 × 1.5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B31111-7B77-8927-4859-4DD10E84E6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1517" y="-30696"/>
            <a:ext cx="3338364" cy="23191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B547D8-7AFB-7AFA-8615-2ECF6979E1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13166" y="-22936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78EDD0-9D7A-0398-E808-A43D30B063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92078" y="-46684"/>
            <a:ext cx="3338364" cy="23191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B33DF8-9FDF-A3A1-5F8B-698C4B3D8D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45526" y="-46684"/>
            <a:ext cx="3338364" cy="2319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969B49-130C-F85B-E297-5AD1AED327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1517" y="2280194"/>
            <a:ext cx="3338364" cy="23191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DD06B0-4DC4-6C40-B384-37DCA33EFF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92078" y="2280194"/>
            <a:ext cx="3338364" cy="23191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47F8DF-E2A0-3CD0-A9F3-F47D2D0EA2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60607" y="2280194"/>
            <a:ext cx="3338364" cy="23191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B656836-A841-597F-1C28-1EE133390EB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0" y="4582130"/>
            <a:ext cx="3338364" cy="23191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213A4A-6CCB-C79B-86CD-23A14CA977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3584" y="4582130"/>
            <a:ext cx="3338364" cy="23191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1881AC-D12A-46AD-E6C4-49F4DC934F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60607" y="4582130"/>
            <a:ext cx="3338364" cy="23191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E5B517-3FB3-3E22-A811-6F24171CD6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280070" y="-54406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EDF6877-D834-66EE-3798-099FBF3B246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64453" y="-22936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02AF64F-D7F4-A4BF-942B-0542B58A36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3406" y="2275139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DAD98E5-128D-13C4-2C5E-120A8E4C230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295153" y="2194131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04C261F-732F-1B49-F8FF-F73DB321CE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63845" y="2186891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8C06A96-3E82-64DD-9364-D4EB66B99FA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517" y="4562294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37C5769-1A97-AADE-D55F-62DF39D07A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66733" y="4521503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9445BC3-1D81-F9F5-F9B0-F42DCB689B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50218" y="4538495"/>
            <a:ext cx="3362380" cy="22992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724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8FDAE1-111C-B9DE-B723-6A656A96E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47" y="0"/>
            <a:ext cx="9274306" cy="648424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35DE614-A0BA-BD8A-82CE-BAFF760D1BFC}"/>
              </a:ext>
            </a:extLst>
          </p:cNvPr>
          <p:cNvSpPr/>
          <p:nvPr/>
        </p:nvSpPr>
        <p:spPr>
          <a:xfrm>
            <a:off x="1357745" y="124691"/>
            <a:ext cx="1233055" cy="49876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E0FA3-0002-5863-4CEC-77F08EFA7241}"/>
              </a:ext>
            </a:extLst>
          </p:cNvPr>
          <p:cNvSpPr txBox="1"/>
          <p:nvPr/>
        </p:nvSpPr>
        <p:spPr>
          <a:xfrm>
            <a:off x="1233054" y="75364"/>
            <a:ext cx="1551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Эсептеңиз: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73037C-BF66-0318-48BD-15751B2CB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19" y="119278"/>
            <a:ext cx="4521432" cy="31243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B1DE7C-6DC6-A8FE-2AE8-0F62D93EE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336" y="119278"/>
            <a:ext cx="4521432" cy="3124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6378C1-F520-2256-64BF-1C136E095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19" y="3429000"/>
            <a:ext cx="4521432" cy="31243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8AC38A-EC31-F9C0-5071-1765BFB5A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336" y="3429000"/>
            <a:ext cx="4521432" cy="312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8374</TotalTime>
  <Words>156</Words>
  <Application>Microsoft Office PowerPoint</Application>
  <PresentationFormat>A4 Paper (210x297 mm)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Comic Sans MS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379</cp:revision>
  <cp:lastPrinted>2017-12-31T22:38:51Z</cp:lastPrinted>
  <dcterms:created xsi:type="dcterms:W3CDTF">2017-01-17T16:57:04Z</dcterms:created>
  <dcterms:modified xsi:type="dcterms:W3CDTF">2024-05-13T09:17:20Z</dcterms:modified>
</cp:coreProperties>
</file>