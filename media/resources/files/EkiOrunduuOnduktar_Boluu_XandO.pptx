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ь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Ондуктар – Бөлүү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156941" y="1116653"/>
            <a:ext cx="65085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F1619-6521-BA71-351B-B06496456B22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7D613-9A08-AFB8-4511-2CB415F91577}"/>
              </a:ext>
            </a:extLst>
          </p:cNvPr>
          <p:cNvSpPr txBox="1"/>
          <p:nvPr/>
        </p:nvSpPr>
        <p:spPr>
          <a:xfrm>
            <a:off x="691523" y="752426"/>
            <a:ext cx="2005677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12 ÷ 0.6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0AEAC-3013-BF11-A411-4FBE5CA7199C}"/>
              </a:ext>
            </a:extLst>
          </p:cNvPr>
          <p:cNvSpPr txBox="1"/>
          <p:nvPr/>
        </p:nvSpPr>
        <p:spPr>
          <a:xfrm>
            <a:off x="3601755" y="752426"/>
            <a:ext cx="2719014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4.68 ÷ 0.18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52EE5-BE59-650B-89DA-AF3C7461481E}"/>
              </a:ext>
            </a:extLst>
          </p:cNvPr>
          <p:cNvSpPr txBox="1"/>
          <p:nvPr/>
        </p:nvSpPr>
        <p:spPr>
          <a:xfrm>
            <a:off x="7241949" y="752426"/>
            <a:ext cx="200567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 ÷ 0.05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F7831-2DC4-4CD2-70D3-7464ACFF6A19}"/>
              </a:ext>
            </a:extLst>
          </p:cNvPr>
          <p:cNvSpPr txBox="1"/>
          <p:nvPr/>
        </p:nvSpPr>
        <p:spPr>
          <a:xfrm>
            <a:off x="477523" y="3055052"/>
            <a:ext cx="2433679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57.2 ÷ 1.1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F8633-C57A-0A53-C209-2354BC867EA3}"/>
              </a:ext>
            </a:extLst>
          </p:cNvPr>
          <p:cNvSpPr txBox="1"/>
          <p:nvPr/>
        </p:nvSpPr>
        <p:spPr>
          <a:xfrm>
            <a:off x="3601755" y="3055052"/>
            <a:ext cx="2719014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/>
              <a:t>1.56 </a:t>
            </a:r>
            <a:r>
              <a:rPr lang="en-GB" sz="4400" dirty="0"/>
              <a:t>÷ 0.24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C362B-C0D4-8291-60F5-8ADAEDBC72C4}"/>
              </a:ext>
            </a:extLst>
          </p:cNvPr>
          <p:cNvSpPr txBox="1"/>
          <p:nvPr/>
        </p:nvSpPr>
        <p:spPr>
          <a:xfrm>
            <a:off x="7027950" y="3055052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40.3 ÷ 1.3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8A3CB-6F4A-5CE5-B76D-B831CE1FC3D8}"/>
              </a:ext>
            </a:extLst>
          </p:cNvPr>
          <p:cNvSpPr txBox="1"/>
          <p:nvPr/>
        </p:nvSpPr>
        <p:spPr>
          <a:xfrm>
            <a:off x="477523" y="5332739"/>
            <a:ext cx="2433679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0.6 ÷ 0.12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6BCDD-FCAC-17E3-FB31-9913D3CF2ECC}"/>
              </a:ext>
            </a:extLst>
          </p:cNvPr>
          <p:cNvSpPr txBox="1"/>
          <p:nvPr/>
        </p:nvSpPr>
        <p:spPr>
          <a:xfrm>
            <a:off x="3601754" y="5332739"/>
            <a:ext cx="2719014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3.72 ÷ 0.31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04B9E-6390-FE15-865C-B354B9C1A64C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6.4 ÷ 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5765" y="1903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79007" y="-1301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9F33C-4F4A-4A93-A7A7-ABE556A0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98E580-7BBD-A322-049B-7E895AFD6D86}"/>
              </a:ext>
            </a:extLst>
          </p:cNvPr>
          <p:cNvSpPr/>
          <p:nvPr/>
        </p:nvSpPr>
        <p:spPr>
          <a:xfrm>
            <a:off x="1302327" y="124691"/>
            <a:ext cx="1260764" cy="42949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DFAB0-566A-4771-4CFD-ADA1413FBE76}"/>
              </a:ext>
            </a:extLst>
          </p:cNvPr>
          <p:cNvSpPr txBox="1"/>
          <p:nvPr/>
        </p:nvSpPr>
        <p:spPr>
          <a:xfrm>
            <a:off x="1302327" y="7536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DA82FD-79CC-0D40-49C6-766A04760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0" y="108355"/>
            <a:ext cx="4879460" cy="3280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1C0A1-9A1C-2C5E-BD82-032CBA87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48060"/>
            <a:ext cx="4879460" cy="3280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591BEB-6D9B-5B26-BC85-D3CF7D7D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0" y="3577060"/>
            <a:ext cx="4879460" cy="3280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A2126-C3FD-1831-4E15-415C49898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616765"/>
            <a:ext cx="4879460" cy="328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8380</TotalTime>
  <Words>151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383</cp:revision>
  <cp:lastPrinted>2017-12-31T22:38:51Z</cp:lastPrinted>
  <dcterms:created xsi:type="dcterms:W3CDTF">2017-01-17T16:57:04Z</dcterms:created>
  <dcterms:modified xsi:type="dcterms:W3CDTF">2024-08-26T17:55:30Z</dcterms:modified>
</cp:coreProperties>
</file>