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7 17/35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2 1/4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6 7/8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7 2/9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 4/5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5 2/9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 1/3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8 7/10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2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Жообу: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Бинго: Ыкма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Окуучулар дептерине 3×3 тор тартышат (тактасы жок, өзү тартат).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Мугалим мисалдарды бирден көрсөтөт; окуучулар эсептегич менен чыгарып, 9 жоопту өз тандоосу боюнча торго жазышат.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Жооп тордо болсо белгилешет. Сызык, X же толук тор биринчи толтурган утат.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 үчүн жооптор топтому (16 мисал)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1 1/5 + 6 2/7 = 7 17/35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3 1/2 − 1 1/4 = 2 1/4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2 2/3 × 1 1/2 = 4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5 1/4 ÷ 1 3/4 = 3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4 1/8 + 2 3/4 = 6 7/8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7 1/3 − 3 5/6 = 3 1/2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2 1/6 × 3 1/3 = 7 2/9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9 1/2 ÷ 2 1/2 = 3 4/5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3 5/9 + 1 2/3 = 5 2/9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6 1/10 − 2 3/5 = 3 1/2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1 3/7 × 2 1/3 = 3 1/3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 8 1/4 ÷ 1 3/8 = 6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13) 5 2/5 + 3 3/10 = 8 7/10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14) 4 5/6 − 2 1/3 = 2 1/2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15) 2 1/2 × 1 1/5 = 3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16) 6 3/4 ÷ 1 1/8 = 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1/5 + 6 2/7 =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1/2 − 1 1/4 =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2/3 × 1 1/2 =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1/4 ÷ 1 3/4 =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1/8 + 2 3/4 =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1/3 − 3 5/6 =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1/6 × 3 1/3 =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1/2 ÷ 2 1/2 =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9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5/9 + 1 2/3 =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10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1/10 − 2 3/5 =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3/7 × 2 1/3 =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1/4 ÷ 1 3/8 =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2/5 + 3 3/10 =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5/6 − 2 1/3 =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1/2 × 1 1/5 =</a:t>
            </a:r>
            <a:endParaRPr lang="en-US" sz="4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Мисал 16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3/4 ÷ 1 1/8 =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2026-10-14T07:59:24Z</dcterms:created>
  <dcterms:modified xsi:type="dcterms:W3CDTF">2026-10-14T07:59:24Z</dcterms:modified>
</cp:coreProperties>
</file>