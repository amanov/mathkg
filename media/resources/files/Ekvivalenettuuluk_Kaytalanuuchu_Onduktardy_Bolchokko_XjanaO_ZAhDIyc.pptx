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катмал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ондуктарды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бөлчөккө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айландыруу––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E7979F-C685-CF9A-03AA-6516B053CF61}"/>
              </a:ext>
            </a:extLst>
          </p:cNvPr>
          <p:cNvSpPr txBox="1"/>
          <p:nvPr/>
        </p:nvSpPr>
        <p:spPr>
          <a:xfrm>
            <a:off x="2056618" y="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074373" y="920730"/>
            <a:ext cx="775725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ru-RU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Кайталануучу ондуктарды</a:t>
            </a:r>
            <a:r>
              <a:rPr kumimoji="0" lang="en-US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endParaRPr kumimoji="0" lang="ky-KG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algn="ctr"/>
            <a:r>
              <a:rPr kumimoji="0" lang="ky-KG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бөлчөккө</a:t>
            </a:r>
            <a:r>
              <a:rPr kumimoji="0" lang="ru-RU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cs typeface="Arial" panose="020B0604020202020204" pitchFamily="34" charset="0"/>
              </a:rPr>
              <a:t> айландыруу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938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48BE7CB9-7760-496C-B9DF-E51BFC43A17F}"/>
              </a:ext>
            </a:extLst>
          </p:cNvPr>
          <p:cNvSpPr txBox="1"/>
          <p:nvPr/>
        </p:nvSpPr>
        <p:spPr>
          <a:xfrm>
            <a:off x="987677" y="76493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0,27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E2B81A3-50C4-426B-935E-336B404EA881}"/>
              </a:ext>
            </a:extLst>
          </p:cNvPr>
          <p:cNvSpPr/>
          <p:nvPr/>
        </p:nvSpPr>
        <p:spPr>
          <a:xfrm>
            <a:off x="159712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6ED160-981B-4F46-9395-3768B95737E3}"/>
              </a:ext>
            </a:extLst>
          </p:cNvPr>
          <p:cNvSpPr txBox="1"/>
          <p:nvPr/>
        </p:nvSpPr>
        <p:spPr>
          <a:xfrm>
            <a:off x="4289677" y="76493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0,26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9D928F-B43D-46AD-AA2D-52E7CC7293D8}"/>
              </a:ext>
            </a:extLst>
          </p:cNvPr>
          <p:cNvSpPr/>
          <p:nvPr/>
        </p:nvSpPr>
        <p:spPr>
          <a:xfrm>
            <a:off x="529155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BDA6C1-D885-4375-AD24-533B39437B82}"/>
              </a:ext>
            </a:extLst>
          </p:cNvPr>
          <p:cNvSpPr txBox="1"/>
          <p:nvPr/>
        </p:nvSpPr>
        <p:spPr>
          <a:xfrm>
            <a:off x="7466948" y="764931"/>
            <a:ext cx="157895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0,081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30E91A7-5EF3-40B6-ACCF-30BCD81B634D}"/>
              </a:ext>
            </a:extLst>
          </p:cNvPr>
          <p:cNvSpPr/>
          <p:nvPr/>
        </p:nvSpPr>
        <p:spPr>
          <a:xfrm>
            <a:off x="807666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E39FD0-FF49-4DC7-AE71-E7480BF7CDD5}"/>
              </a:ext>
            </a:extLst>
          </p:cNvPr>
          <p:cNvSpPr txBox="1"/>
          <p:nvPr/>
        </p:nvSpPr>
        <p:spPr>
          <a:xfrm>
            <a:off x="1163205" y="3061091"/>
            <a:ext cx="876842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0,5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2684DC1-E5C7-4E55-A33E-C631E3F2EB73}"/>
              </a:ext>
            </a:extLst>
          </p:cNvPr>
          <p:cNvSpPr/>
          <p:nvPr/>
        </p:nvSpPr>
        <p:spPr>
          <a:xfrm>
            <a:off x="1773653" y="299456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B7AA6D-0D75-48D3-93B9-D33E3EB460CD}"/>
              </a:ext>
            </a:extLst>
          </p:cNvPr>
          <p:cNvSpPr txBox="1"/>
          <p:nvPr/>
        </p:nvSpPr>
        <p:spPr>
          <a:xfrm>
            <a:off x="4114149" y="3061091"/>
            <a:ext cx="157895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0,413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14111E7-B568-4CA8-89D6-E43E2E1C56BB}"/>
              </a:ext>
            </a:extLst>
          </p:cNvPr>
          <p:cNvSpPr/>
          <p:nvPr/>
        </p:nvSpPr>
        <p:spPr>
          <a:xfrm>
            <a:off x="5416013" y="299456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EDCFE6-B6FC-4B1B-961A-F4F78C32B909}"/>
              </a:ext>
            </a:extLst>
          </p:cNvPr>
          <p:cNvSpPr txBox="1"/>
          <p:nvPr/>
        </p:nvSpPr>
        <p:spPr>
          <a:xfrm>
            <a:off x="7818005" y="3061091"/>
            <a:ext cx="876842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1,2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C9CE234-F997-419D-A50E-968617AEACC3}"/>
              </a:ext>
            </a:extLst>
          </p:cNvPr>
          <p:cNvSpPr/>
          <p:nvPr/>
        </p:nvSpPr>
        <p:spPr>
          <a:xfrm>
            <a:off x="8436708" y="299456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9CF3B9-C541-43C1-B4DC-87DDDB225ECB}"/>
              </a:ext>
            </a:extLst>
          </p:cNvPr>
          <p:cNvSpPr txBox="1"/>
          <p:nvPr/>
        </p:nvSpPr>
        <p:spPr>
          <a:xfrm>
            <a:off x="812149" y="5357251"/>
            <a:ext cx="157895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0,195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EBB82B2-60BC-4624-89F9-4340D28348E4}"/>
              </a:ext>
            </a:extLst>
          </p:cNvPr>
          <p:cNvSpPr/>
          <p:nvPr/>
        </p:nvSpPr>
        <p:spPr>
          <a:xfrm>
            <a:off x="1429483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0CD120-3C3C-48AA-94F4-32799AFFA995}"/>
              </a:ext>
            </a:extLst>
          </p:cNvPr>
          <p:cNvSpPr txBox="1"/>
          <p:nvPr/>
        </p:nvSpPr>
        <p:spPr>
          <a:xfrm>
            <a:off x="4289677" y="535725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0,23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29BAFBF-21E4-4F2B-B5CE-4F3594732055}"/>
              </a:ext>
            </a:extLst>
          </p:cNvPr>
          <p:cNvSpPr/>
          <p:nvPr/>
        </p:nvSpPr>
        <p:spPr>
          <a:xfrm>
            <a:off x="5253453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B7B214-0D2B-4232-8721-7BBDA77A44E2}"/>
              </a:ext>
            </a:extLst>
          </p:cNvPr>
          <p:cNvSpPr txBox="1"/>
          <p:nvPr/>
        </p:nvSpPr>
        <p:spPr>
          <a:xfrm>
            <a:off x="7642477" y="5357251"/>
            <a:ext cx="1227900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5400" dirty="0"/>
              <a:t>0,63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00907AB-1474-4BD8-BB95-0DED1D3B2E69}"/>
              </a:ext>
            </a:extLst>
          </p:cNvPr>
          <p:cNvSpPr/>
          <p:nvPr/>
        </p:nvSpPr>
        <p:spPr>
          <a:xfrm>
            <a:off x="8276688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515AA5E-3754-4E9E-AFB0-746D2157D1DB}"/>
              </a:ext>
            </a:extLst>
          </p:cNvPr>
          <p:cNvSpPr/>
          <p:nvPr/>
        </p:nvSpPr>
        <p:spPr>
          <a:xfrm>
            <a:off x="194764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ED06074-47B0-441F-90EA-9A3E9D2B066F}"/>
              </a:ext>
            </a:extLst>
          </p:cNvPr>
          <p:cNvSpPr/>
          <p:nvPr/>
        </p:nvSpPr>
        <p:spPr>
          <a:xfrm>
            <a:off x="8611968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AB8B10E-B757-49E7-8DA5-BEF771196307}"/>
              </a:ext>
            </a:extLst>
          </p:cNvPr>
          <p:cNvSpPr/>
          <p:nvPr/>
        </p:nvSpPr>
        <p:spPr>
          <a:xfrm>
            <a:off x="2115283" y="529072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F721464-7803-442C-BC0C-C7512BF92DFC}"/>
              </a:ext>
            </a:extLst>
          </p:cNvPr>
          <p:cNvSpPr/>
          <p:nvPr/>
        </p:nvSpPr>
        <p:spPr>
          <a:xfrm>
            <a:off x="8777703" y="698403"/>
            <a:ext cx="159287" cy="15928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B550D4-2912-44D5-BC68-6B98136E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0" y="0"/>
            <a:ext cx="9255269" cy="64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1F7CFE-C4CD-47AC-B221-08876648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3F473E-5529-4BA9-A546-2C0325B15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72405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5DCEF5-91D3-407F-A767-3C0761BA1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0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38099B-5669-4B6C-84AA-58C829046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3472405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66140-230E-635B-419F-DA2044B4AAA1}"/>
              </a:ext>
            </a:extLst>
          </p:cNvPr>
          <p:cNvSpPr txBox="1">
            <a:spLocks/>
          </p:cNvSpPr>
          <p:nvPr/>
        </p:nvSpPr>
        <p:spPr>
          <a:xfrm>
            <a:off x="261257" y="715282"/>
            <a:ext cx="8649063" cy="5607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8376</TotalTime>
  <Words>129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2017-12-31T22:38:51Z</cp:lastPrinted>
  <dcterms:created xsi:type="dcterms:W3CDTF">2017-01-17T16:57:04Z</dcterms:created>
  <dcterms:modified xsi:type="dcterms:W3CDTF">2024-08-31T16:30:57Z</dcterms:modified>
</cp:coreProperties>
</file>