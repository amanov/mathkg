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62" r:id="rId2"/>
    <p:sldId id="944" r:id="rId3"/>
    <p:sldId id="941" r:id="rId4"/>
    <p:sldId id="942" r:id="rId5"/>
    <p:sldId id="943" r:id="rId6"/>
    <p:sldId id="963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2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Чектелген жооптор" id="{1FEDB314-42DC-4694-9B04-D4A4AAE625F7}">
          <p14:sldIdLst>
            <p14:sldId id="941"/>
          </p14:sldIdLst>
        </p14:section>
        <p14:section name="Таркатма иш кагаздар" id="{A78D9305-6AAE-4715-A210-52F6908F30F7}">
          <p14:sldIdLst>
            <p14:sldId id="942"/>
            <p14:sldId id="943"/>
          </p14:sldIdLst>
        </p14:section>
        <p14:section name="Кайтарым байланыш" id="{F3D720CF-F566-46A6-9361-125255B68FA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башкатырма-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1 табышмак бар.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83B2C0-FD3A-BE69-3DB0-1884A0025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4" y="81280"/>
            <a:ext cx="9766875" cy="667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2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64676" y="127000"/>
            <a:ext cx="4820831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402080" y="28303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26180" y="307731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356191" y="5710535"/>
            <a:ext cx="22523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 жооп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788189" y="1251372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04F79D-A511-4693-B855-56A6BCC0CC41}"/>
              </a:ext>
            </a:extLst>
          </p:cNvPr>
          <p:cNvCxnSpPr>
            <a:cxnSpLocks/>
          </p:cNvCxnSpPr>
          <p:nvPr/>
        </p:nvCxnSpPr>
        <p:spPr>
          <a:xfrm>
            <a:off x="167054" y="2057401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24B09DD-3688-46B9-999A-3AFD8D10173A}"/>
                  </a:ext>
                </a:extLst>
              </p:cNvPr>
              <p:cNvSpPr txBox="1"/>
              <p:nvPr/>
            </p:nvSpPr>
            <p:spPr>
              <a:xfrm>
                <a:off x="5159788" y="2388219"/>
                <a:ext cx="45027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0.1, 0.289, 0.37, 0.4, 0.56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24B09DD-3688-46B9-999A-3AFD8D101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88" y="2388219"/>
                <a:ext cx="4502707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733BFD9-BE66-4B37-AD9A-50EF09191910}"/>
                  </a:ext>
                </a:extLst>
              </p:cNvPr>
              <p:cNvSpPr txBox="1"/>
              <p:nvPr/>
            </p:nvSpPr>
            <p:spPr>
              <a:xfrm>
                <a:off x="5159788" y="3612716"/>
                <a:ext cx="45027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0.2, 0.319, 0.48, 0.5, 0.67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733BFD9-BE66-4B37-AD9A-50EF09191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88" y="3612716"/>
                <a:ext cx="450270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FBDCC4-CCA5-4AB3-BDDC-B3AFE0969A9D}"/>
                  </a:ext>
                </a:extLst>
              </p:cNvPr>
              <p:cNvSpPr txBox="1"/>
              <p:nvPr/>
            </p:nvSpPr>
            <p:spPr>
              <a:xfrm>
                <a:off x="5159788" y="4837214"/>
                <a:ext cx="45027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0.5, 0.634, 0.72, 0.8, 0.91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FBDCC4-CCA5-4AB3-BDDC-B3AFE0969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88" y="4837214"/>
                <a:ext cx="450270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89619819-5CAB-4527-B022-3B76B2635BCC}"/>
              </a:ext>
            </a:extLst>
          </p:cNvPr>
          <p:cNvSpPr txBox="1"/>
          <p:nvPr/>
        </p:nvSpPr>
        <p:spPr>
          <a:xfrm>
            <a:off x="37757" y="2101362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A06EB0E-1119-4AB3-AA32-94584D6D6157}"/>
              </a:ext>
            </a:extLst>
          </p:cNvPr>
          <p:cNvSpPr txBox="1"/>
          <p:nvPr/>
        </p:nvSpPr>
        <p:spPr>
          <a:xfrm>
            <a:off x="4083336" y="210136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6895B5F6-8343-4EDE-8AE6-8E4FAC762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7" y="1054912"/>
            <a:ext cx="4674377" cy="805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F51CFD-2243-DE1A-B213-A6D9C733A388}"/>
              </a:ext>
            </a:extLst>
          </p:cNvPr>
          <p:cNvSpPr txBox="1"/>
          <p:nvPr/>
        </p:nvSpPr>
        <p:spPr>
          <a:xfrm>
            <a:off x="1402080" y="352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235A8-E183-D740-4468-F5D85D606C91}"/>
              </a:ext>
            </a:extLst>
          </p:cNvPr>
          <p:cNvSpPr txBox="1"/>
          <p:nvPr/>
        </p:nvSpPr>
        <p:spPr>
          <a:xfrm>
            <a:off x="814628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9FE3D-01F4-878D-1B16-0CFBB1BE4E2D}"/>
              </a:ext>
            </a:extLst>
          </p:cNvPr>
          <p:cNvSpPr txBox="1"/>
          <p:nvPr/>
        </p:nvSpPr>
        <p:spPr>
          <a:xfrm>
            <a:off x="834012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AF7D2-6054-DE84-4A29-1FD95D2CAFE7}"/>
              </a:ext>
            </a:extLst>
          </p:cNvPr>
          <p:cNvSpPr txBox="1"/>
          <p:nvPr/>
        </p:nvSpPr>
        <p:spPr>
          <a:xfrm>
            <a:off x="3024420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85A53E0-EBAB-4E88-9258-13F942FC5D12}"/>
              </a:ext>
            </a:extLst>
          </p:cNvPr>
          <p:cNvSpPr/>
          <p:nvPr/>
        </p:nvSpPr>
        <p:spPr>
          <a:xfrm>
            <a:off x="6875328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CDF80-2C71-4ABD-A1D8-4240B081A0DA}"/>
              </a:ext>
            </a:extLst>
          </p:cNvPr>
          <p:cNvSpPr/>
          <p:nvPr/>
        </p:nvSpPr>
        <p:spPr>
          <a:xfrm>
            <a:off x="1875064" y="351595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25D3A4C-91DA-4D63-9077-554AEAF07577}"/>
              </a:ext>
            </a:extLst>
          </p:cNvPr>
          <p:cNvSpPr/>
          <p:nvPr/>
        </p:nvSpPr>
        <p:spPr>
          <a:xfrm>
            <a:off x="6875328" y="351595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7610BB-E144-4E86-9CD9-2F24DD6D1F2B}"/>
              </a:ext>
            </a:extLst>
          </p:cNvPr>
          <p:cNvSpPr/>
          <p:nvPr/>
        </p:nvSpPr>
        <p:spPr>
          <a:xfrm>
            <a:off x="37756" y="127000"/>
            <a:ext cx="4847751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7BF9A-7B8B-61A8-08F8-5E99573FD09D}"/>
              </a:ext>
            </a:extLst>
          </p:cNvPr>
          <p:cNvSpPr/>
          <p:nvPr/>
        </p:nvSpPr>
        <p:spPr>
          <a:xfrm>
            <a:off x="1402080" y="28303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9B38A09-1420-0637-C162-2308ADE42346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26259F-1E7F-6E60-C489-CE27CFEB5F6B}"/>
              </a:ext>
            </a:extLst>
          </p:cNvPr>
          <p:cNvSpPr txBox="1"/>
          <p:nvPr/>
        </p:nvSpPr>
        <p:spPr>
          <a:xfrm>
            <a:off x="1026180" y="307731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BA710D2D-6DF4-1913-1501-DF19733E7247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B8D4F265-2AA3-3286-4A22-C42C216C5A63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789E81-6B17-D7E9-1DB9-685D05DF4DE0}"/>
              </a:ext>
            </a:extLst>
          </p:cNvPr>
          <p:cNvCxnSpPr>
            <a:cxnSpLocks/>
          </p:cNvCxnSpPr>
          <p:nvPr/>
        </p:nvCxnSpPr>
        <p:spPr>
          <a:xfrm>
            <a:off x="167054" y="2057401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565BB1-5B5E-352B-37E6-79810EE7D5F6}"/>
              </a:ext>
            </a:extLst>
          </p:cNvPr>
          <p:cNvSpPr txBox="1"/>
          <p:nvPr/>
        </p:nvSpPr>
        <p:spPr>
          <a:xfrm>
            <a:off x="37757" y="2101362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CE03DD-62B3-18F7-50C3-E8FA17EE4A15}"/>
              </a:ext>
            </a:extLst>
          </p:cNvPr>
          <p:cNvSpPr txBox="1"/>
          <p:nvPr/>
        </p:nvSpPr>
        <p:spPr>
          <a:xfrm>
            <a:off x="4083336" y="210136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7604C4-920A-97FC-1FCE-085AB5575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" y="1054912"/>
            <a:ext cx="4674377" cy="8057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6D61396-062A-C8BE-22E2-D1F66CE50102}"/>
              </a:ext>
            </a:extLst>
          </p:cNvPr>
          <p:cNvSpPr txBox="1"/>
          <p:nvPr/>
        </p:nvSpPr>
        <p:spPr>
          <a:xfrm>
            <a:off x="1402080" y="352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08C716-1E46-7243-11F5-B93C6A0F23E4}"/>
              </a:ext>
            </a:extLst>
          </p:cNvPr>
          <p:cNvSpPr txBox="1"/>
          <p:nvPr/>
        </p:nvSpPr>
        <p:spPr>
          <a:xfrm>
            <a:off x="814628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3BF6BC-D580-E831-4AC0-374D29CFA22B}"/>
              </a:ext>
            </a:extLst>
          </p:cNvPr>
          <p:cNvSpPr txBox="1"/>
          <p:nvPr/>
        </p:nvSpPr>
        <p:spPr>
          <a:xfrm>
            <a:off x="834012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62AAA0-F3A1-6769-9EE9-874BE48F6725}"/>
              </a:ext>
            </a:extLst>
          </p:cNvPr>
          <p:cNvSpPr txBox="1"/>
          <p:nvPr/>
        </p:nvSpPr>
        <p:spPr>
          <a:xfrm>
            <a:off x="3024420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5C5CC95-1262-D0F1-DA7B-D254D61D1909}"/>
              </a:ext>
            </a:extLst>
          </p:cNvPr>
          <p:cNvSpPr/>
          <p:nvPr/>
        </p:nvSpPr>
        <p:spPr>
          <a:xfrm>
            <a:off x="4990355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9CB113-2109-CAC2-31C4-7E73BA07E179}"/>
              </a:ext>
            </a:extLst>
          </p:cNvPr>
          <p:cNvSpPr/>
          <p:nvPr/>
        </p:nvSpPr>
        <p:spPr>
          <a:xfrm>
            <a:off x="6384815" y="28303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9070CF7C-CC16-ACE5-7187-47341A2ACB06}"/>
              </a:ext>
            </a:extLst>
          </p:cNvPr>
          <p:cNvSpPr/>
          <p:nvPr/>
        </p:nvSpPr>
        <p:spPr>
          <a:xfrm>
            <a:off x="5461271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DDF20C7-E047-E925-F9D7-1AC01D3FCC0A}"/>
              </a:ext>
            </a:extLst>
          </p:cNvPr>
          <p:cNvSpPr txBox="1"/>
          <p:nvPr/>
        </p:nvSpPr>
        <p:spPr>
          <a:xfrm>
            <a:off x="6008915" y="307731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FD32A5EB-17C1-A8E3-AC1C-DE2016550C9D}"/>
              </a:ext>
            </a:extLst>
          </p:cNvPr>
          <p:cNvSpPr/>
          <p:nvPr/>
        </p:nvSpPr>
        <p:spPr>
          <a:xfrm>
            <a:off x="546127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B819B363-1552-B4AE-4903-FE2F5447D113}"/>
              </a:ext>
            </a:extLst>
          </p:cNvPr>
          <p:cNvSpPr/>
          <p:nvPr/>
        </p:nvSpPr>
        <p:spPr>
          <a:xfrm>
            <a:off x="512218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31207F6-D458-4431-BA27-08C366A8F540}"/>
              </a:ext>
            </a:extLst>
          </p:cNvPr>
          <p:cNvCxnSpPr>
            <a:cxnSpLocks/>
          </p:cNvCxnSpPr>
          <p:nvPr/>
        </p:nvCxnSpPr>
        <p:spPr>
          <a:xfrm>
            <a:off x="5149789" y="2057401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AE1FE65-5AD4-00B2-6A90-2FE6A038B337}"/>
              </a:ext>
            </a:extLst>
          </p:cNvPr>
          <p:cNvSpPr txBox="1"/>
          <p:nvPr/>
        </p:nvSpPr>
        <p:spPr>
          <a:xfrm>
            <a:off x="5020492" y="2101362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CEA3BC-93DD-5643-19B2-949424661F5C}"/>
              </a:ext>
            </a:extLst>
          </p:cNvPr>
          <p:cNvSpPr txBox="1"/>
          <p:nvPr/>
        </p:nvSpPr>
        <p:spPr>
          <a:xfrm>
            <a:off x="9066071" y="210136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65220105-2F5F-1C04-783B-5F1764ED4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12" y="1054912"/>
            <a:ext cx="4674377" cy="805769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BA2933A-261D-6E05-EA5A-5C0ED0A0407D}"/>
              </a:ext>
            </a:extLst>
          </p:cNvPr>
          <p:cNvSpPr txBox="1"/>
          <p:nvPr/>
        </p:nvSpPr>
        <p:spPr>
          <a:xfrm>
            <a:off x="6384815" y="352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C29D02-BD4A-BF47-995A-83536032B3BD}"/>
              </a:ext>
            </a:extLst>
          </p:cNvPr>
          <p:cNvSpPr txBox="1"/>
          <p:nvPr/>
        </p:nvSpPr>
        <p:spPr>
          <a:xfrm>
            <a:off x="5797363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3D1BC7-056F-5E75-3CD4-35A13BB63968}"/>
              </a:ext>
            </a:extLst>
          </p:cNvPr>
          <p:cNvSpPr txBox="1"/>
          <p:nvPr/>
        </p:nvSpPr>
        <p:spPr>
          <a:xfrm>
            <a:off x="5816747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EB7863-08CE-98A7-78EF-BC118FC25158}"/>
              </a:ext>
            </a:extLst>
          </p:cNvPr>
          <p:cNvSpPr txBox="1"/>
          <p:nvPr/>
        </p:nvSpPr>
        <p:spPr>
          <a:xfrm>
            <a:off x="8007155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0374754-A735-DAC2-6707-E72DE48E205F}"/>
              </a:ext>
            </a:extLst>
          </p:cNvPr>
          <p:cNvSpPr/>
          <p:nvPr/>
        </p:nvSpPr>
        <p:spPr>
          <a:xfrm>
            <a:off x="25452" y="3571441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69949F8-3DFB-AC07-A0CA-34F50A4E49DD}"/>
              </a:ext>
            </a:extLst>
          </p:cNvPr>
          <p:cNvSpPr/>
          <p:nvPr/>
        </p:nvSpPr>
        <p:spPr>
          <a:xfrm>
            <a:off x="1419912" y="3472744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CBDDA056-1839-8514-D185-7D5F6C7BAB6A}"/>
              </a:ext>
            </a:extLst>
          </p:cNvPr>
          <p:cNvSpPr/>
          <p:nvPr/>
        </p:nvSpPr>
        <p:spPr>
          <a:xfrm>
            <a:off x="496368" y="6093623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96FD6A-6AED-FC67-7CC9-99096D8A2423}"/>
              </a:ext>
            </a:extLst>
          </p:cNvPr>
          <p:cNvSpPr txBox="1"/>
          <p:nvPr/>
        </p:nvSpPr>
        <p:spPr>
          <a:xfrm>
            <a:off x="1043211" y="3752172"/>
            <a:ext cx="2842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иреттээлген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08FB5B3A-88C8-B3D1-80DD-E38915804687}"/>
              </a:ext>
            </a:extLst>
          </p:cNvPr>
          <p:cNvSpPr/>
          <p:nvPr/>
        </p:nvSpPr>
        <p:spPr>
          <a:xfrm>
            <a:off x="496368" y="643727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197C23CC-DCFD-FCE7-850A-A8391BD98F75}"/>
              </a:ext>
            </a:extLst>
          </p:cNvPr>
          <p:cNvSpPr/>
          <p:nvPr/>
        </p:nvSpPr>
        <p:spPr>
          <a:xfrm>
            <a:off x="157278" y="643727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8662AE-886F-ED2A-F6F3-86F77EB14E41}"/>
              </a:ext>
            </a:extLst>
          </p:cNvPr>
          <p:cNvCxnSpPr>
            <a:cxnSpLocks/>
          </p:cNvCxnSpPr>
          <p:nvPr/>
        </p:nvCxnSpPr>
        <p:spPr>
          <a:xfrm>
            <a:off x="184886" y="5501842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41EB82E-7493-2B17-CEC1-F9D43654C04B}"/>
              </a:ext>
            </a:extLst>
          </p:cNvPr>
          <p:cNvSpPr txBox="1"/>
          <p:nvPr/>
        </p:nvSpPr>
        <p:spPr>
          <a:xfrm>
            <a:off x="55589" y="5545803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E116F63-111A-3349-1A3C-EFC065A4E0FB}"/>
              </a:ext>
            </a:extLst>
          </p:cNvPr>
          <p:cNvSpPr txBox="1"/>
          <p:nvPr/>
        </p:nvSpPr>
        <p:spPr>
          <a:xfrm>
            <a:off x="4101168" y="5545803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3ADFF646-8A4A-2342-9B94-DA7AA85D7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9" y="4499353"/>
            <a:ext cx="4674377" cy="805769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8E7B3B6A-AAAF-1930-AC40-98FEBC5FCD1E}"/>
              </a:ext>
            </a:extLst>
          </p:cNvPr>
          <p:cNvSpPr txBox="1"/>
          <p:nvPr/>
        </p:nvSpPr>
        <p:spPr>
          <a:xfrm>
            <a:off x="1419912" y="347972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EA1191-CD0A-FFE6-3665-25FC9A4285EF}"/>
              </a:ext>
            </a:extLst>
          </p:cNvPr>
          <p:cNvSpPr txBox="1"/>
          <p:nvPr/>
        </p:nvSpPr>
        <p:spPr>
          <a:xfrm>
            <a:off x="832460" y="6095801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B674F43-345C-2499-B74E-50E8DA173800}"/>
              </a:ext>
            </a:extLst>
          </p:cNvPr>
          <p:cNvSpPr txBox="1"/>
          <p:nvPr/>
        </p:nvSpPr>
        <p:spPr>
          <a:xfrm>
            <a:off x="851844" y="635786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0B054B8-1054-36F6-A3F0-35B3E19B8D2B}"/>
              </a:ext>
            </a:extLst>
          </p:cNvPr>
          <p:cNvSpPr txBox="1"/>
          <p:nvPr/>
        </p:nvSpPr>
        <p:spPr>
          <a:xfrm>
            <a:off x="3042252" y="6072299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F220782F-EA4B-58F5-C0EC-F1C7B73CA6A8}"/>
              </a:ext>
            </a:extLst>
          </p:cNvPr>
          <p:cNvSpPr/>
          <p:nvPr/>
        </p:nvSpPr>
        <p:spPr>
          <a:xfrm>
            <a:off x="5002662" y="355988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30CA06B-A1D1-D0DC-B9FD-BC12EA074613}"/>
              </a:ext>
            </a:extLst>
          </p:cNvPr>
          <p:cNvSpPr/>
          <p:nvPr/>
        </p:nvSpPr>
        <p:spPr>
          <a:xfrm>
            <a:off x="6397122" y="3461190"/>
            <a:ext cx="2316480" cy="1654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760CEE12-7122-4B0F-31F7-C304B39CB1EB}"/>
              </a:ext>
            </a:extLst>
          </p:cNvPr>
          <p:cNvSpPr/>
          <p:nvPr/>
        </p:nvSpPr>
        <p:spPr>
          <a:xfrm>
            <a:off x="5473578" y="60820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1101D76-72EA-3D66-971D-0D6726CE5B18}"/>
              </a:ext>
            </a:extLst>
          </p:cNvPr>
          <p:cNvSpPr txBox="1"/>
          <p:nvPr/>
        </p:nvSpPr>
        <p:spPr>
          <a:xfrm>
            <a:off x="6021222" y="3740618"/>
            <a:ext cx="284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Ондуктардын бул ирээттелген тизмесин </a:t>
            </a:r>
          </a:p>
          <a:p>
            <a:pPr algn="ctr"/>
            <a:r>
              <a:rPr lang="ru-RU" sz="1200" dirty="0"/>
              <a:t>канча жол менен толтурсак болот?</a:t>
            </a:r>
            <a:endParaRPr lang="en-GB" sz="1200" dirty="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9FCA8B16-4B24-F24A-47C1-574EDEAF0B8D}"/>
              </a:ext>
            </a:extLst>
          </p:cNvPr>
          <p:cNvSpPr/>
          <p:nvPr/>
        </p:nvSpPr>
        <p:spPr>
          <a:xfrm>
            <a:off x="5473578" y="642572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7C81EC98-6CBC-D809-28AA-87759A97584E}"/>
              </a:ext>
            </a:extLst>
          </p:cNvPr>
          <p:cNvSpPr/>
          <p:nvPr/>
        </p:nvSpPr>
        <p:spPr>
          <a:xfrm>
            <a:off x="5134488" y="642572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F396BC0-0824-6136-40C3-1050DFDBB8B4}"/>
              </a:ext>
            </a:extLst>
          </p:cNvPr>
          <p:cNvCxnSpPr>
            <a:cxnSpLocks/>
          </p:cNvCxnSpPr>
          <p:nvPr/>
        </p:nvCxnSpPr>
        <p:spPr>
          <a:xfrm>
            <a:off x="5162096" y="5490288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998E3566-C24C-194C-ADE8-447761E0F6DA}"/>
              </a:ext>
            </a:extLst>
          </p:cNvPr>
          <p:cNvSpPr txBox="1"/>
          <p:nvPr/>
        </p:nvSpPr>
        <p:spPr>
          <a:xfrm>
            <a:off x="5032799" y="5534249"/>
            <a:ext cx="843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C782712-24DE-F78B-524A-55459D452167}"/>
              </a:ext>
            </a:extLst>
          </p:cNvPr>
          <p:cNvSpPr txBox="1"/>
          <p:nvPr/>
        </p:nvSpPr>
        <p:spPr>
          <a:xfrm>
            <a:off x="9078378" y="5534249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DF7EC9E1-C168-55F4-A6C6-0548A72C7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719" y="4487799"/>
            <a:ext cx="4674377" cy="805769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22B18884-8FA6-AE6C-5BFD-50EC532893CB}"/>
              </a:ext>
            </a:extLst>
          </p:cNvPr>
          <p:cNvSpPr txBox="1"/>
          <p:nvPr/>
        </p:nvSpPr>
        <p:spPr>
          <a:xfrm>
            <a:off x="6397122" y="34681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7BF47CF-881F-CFDB-F29A-9FCFFCF710D5}"/>
              </a:ext>
            </a:extLst>
          </p:cNvPr>
          <p:cNvSpPr txBox="1"/>
          <p:nvPr/>
        </p:nvSpPr>
        <p:spPr>
          <a:xfrm>
            <a:off x="5809670" y="6084247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054D90F-9B44-9493-02C8-7E38BE0995FD}"/>
              </a:ext>
            </a:extLst>
          </p:cNvPr>
          <p:cNvSpPr txBox="1"/>
          <p:nvPr/>
        </p:nvSpPr>
        <p:spPr>
          <a:xfrm>
            <a:off x="5829054" y="634631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ADC920D-D905-5ADC-9E37-B417BF6F1EE1}"/>
              </a:ext>
            </a:extLst>
          </p:cNvPr>
          <p:cNvSpPr txBox="1"/>
          <p:nvPr/>
        </p:nvSpPr>
        <p:spPr>
          <a:xfrm>
            <a:off x="8019462" y="6060745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5455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640D0-7275-6F78-39C5-02329718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7762" y="982568"/>
            <a:ext cx="6825831" cy="48903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3A543B-A2C1-523F-92C6-3A55A0048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7932" y="967763"/>
            <a:ext cx="6825831" cy="489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8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10412</TotalTime>
  <Words>289</Words>
  <Application>Microsoft Office PowerPoint</Application>
  <PresentationFormat>A4 Paper (210x297 mm)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2024-09-19T15:31:10Z</cp:lastPrinted>
  <dcterms:created xsi:type="dcterms:W3CDTF">2017-01-17T16:57:04Z</dcterms:created>
  <dcterms:modified xsi:type="dcterms:W3CDTF">2024-09-19T15:37:02Z</dcterms:modified>
</cp:coreProperties>
</file>