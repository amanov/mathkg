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8" r:id="rId4"/>
    <p:sldId id="947" r:id="rId5"/>
    <p:sldId id="949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90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25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орундуу ондуктарды -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17691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24255"/>
            <a:ext cx="2955323" cy="601182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30086" y="724253"/>
            <a:ext cx="2955323" cy="6009467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936847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0,1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BCA67-A8F1-6E2D-37F3-21DAB8B8333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E75F0-CD19-3783-A9F1-4859360019CA}"/>
              </a:ext>
            </a:extLst>
          </p:cNvPr>
          <p:cNvSpPr txBox="1"/>
          <p:nvPr/>
        </p:nvSpPr>
        <p:spPr>
          <a:xfrm>
            <a:off x="871926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0,01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EAA79-AD80-423B-B434-2AE811633AC8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DF081-5B40-3B59-065B-0EAE01EC3B7C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× 0,3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F9863-2BBB-699C-DCB0-41AAEC222AEF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8A3A3-B12A-6526-AD64-BCFEF522F27E}"/>
              </a:ext>
            </a:extLst>
          </p:cNvPr>
          <p:cNvSpPr txBox="1"/>
          <p:nvPr/>
        </p:nvSpPr>
        <p:spPr>
          <a:xfrm>
            <a:off x="936847" y="4094109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2,2 ×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3D6A7-CE5E-5560-1460-16C5AE405B39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DF650-A982-F904-072A-8A3A1D73162F}"/>
              </a:ext>
            </a:extLst>
          </p:cNvPr>
          <p:cNvSpPr txBox="1"/>
          <p:nvPr/>
        </p:nvSpPr>
        <p:spPr>
          <a:xfrm>
            <a:off x="871926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0,26 ×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0EE4F-86AE-0FD8-B458-3406F944FE7F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0911EB-BF9D-81BF-A1DC-F96D7F65F24C}"/>
              </a:ext>
            </a:extLst>
          </p:cNvPr>
          <p:cNvSpPr txBox="1"/>
          <p:nvPr/>
        </p:nvSpPr>
        <p:spPr>
          <a:xfrm>
            <a:off x="871926" y="589717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3,12 × 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46C33-581F-84DF-A2FA-E54771EE1A52}"/>
              </a:ext>
            </a:extLst>
          </p:cNvPr>
          <p:cNvSpPr txBox="1"/>
          <p:nvPr/>
        </p:nvSpPr>
        <p:spPr>
          <a:xfrm>
            <a:off x="44640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5F99A6-3C97-71E7-A067-C20DFFCC4C5E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8A87E3-4748-30FD-1FAF-005CE1081CC1}"/>
              </a:ext>
            </a:extLst>
          </p:cNvPr>
          <p:cNvSpPr txBox="1"/>
          <p:nvPr/>
        </p:nvSpPr>
        <p:spPr>
          <a:xfrm>
            <a:off x="4251547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× 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A098F1-2D7F-E393-026D-1BBE275DFBBD}"/>
              </a:ext>
            </a:extLst>
          </p:cNvPr>
          <p:cNvSpPr txBox="1"/>
          <p:nvPr/>
        </p:nvSpPr>
        <p:spPr>
          <a:xfrm>
            <a:off x="34458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3ED5C0-1F68-88A2-D13E-BAFC74818E97}"/>
              </a:ext>
            </a:extLst>
          </p:cNvPr>
          <p:cNvSpPr txBox="1"/>
          <p:nvPr/>
        </p:nvSpPr>
        <p:spPr>
          <a:xfrm>
            <a:off x="4154566" y="229104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× 0,4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F79715-ED3B-4938-48DA-6DE5259D0A9D}"/>
              </a:ext>
            </a:extLst>
          </p:cNvPr>
          <p:cNvSpPr txBox="1"/>
          <p:nvPr/>
        </p:nvSpPr>
        <p:spPr>
          <a:xfrm>
            <a:off x="34458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2784DB-8BD1-7D71-371D-A3DB634BFF9A}"/>
              </a:ext>
            </a:extLst>
          </p:cNvPr>
          <p:cNvSpPr txBox="1"/>
          <p:nvPr/>
        </p:nvSpPr>
        <p:spPr>
          <a:xfrm>
            <a:off x="4154565" y="319257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2,8 × 1,1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B54D78-DFB5-096C-7CDD-C0FE1EDB00C5}"/>
              </a:ext>
            </a:extLst>
          </p:cNvPr>
          <p:cNvSpPr txBox="1"/>
          <p:nvPr/>
        </p:nvSpPr>
        <p:spPr>
          <a:xfrm>
            <a:off x="34458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1EC985-91CE-60D1-638A-3594209503B8}"/>
              </a:ext>
            </a:extLst>
          </p:cNvPr>
          <p:cNvSpPr txBox="1"/>
          <p:nvPr/>
        </p:nvSpPr>
        <p:spPr>
          <a:xfrm>
            <a:off x="41866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3,15 ×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B3C583-1EE4-8A63-C42E-1752E9A96219}"/>
              </a:ext>
            </a:extLst>
          </p:cNvPr>
          <p:cNvSpPr txBox="1"/>
          <p:nvPr/>
        </p:nvSpPr>
        <p:spPr>
          <a:xfrm>
            <a:off x="34458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549E7E-20E4-94AF-8EAA-4A4D09F255B6}"/>
              </a:ext>
            </a:extLst>
          </p:cNvPr>
          <p:cNvSpPr txBox="1"/>
          <p:nvPr/>
        </p:nvSpPr>
        <p:spPr>
          <a:xfrm>
            <a:off x="4089643" y="499564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0,34 × 0,3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2FEDBB-305A-5297-4C84-ED8EE16E2FE9}"/>
              </a:ext>
            </a:extLst>
          </p:cNvPr>
          <p:cNvSpPr txBox="1"/>
          <p:nvPr/>
        </p:nvSpPr>
        <p:spPr>
          <a:xfrm>
            <a:off x="34458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606549-F1FD-520B-BCF9-394E92FA3936}"/>
              </a:ext>
            </a:extLst>
          </p:cNvPr>
          <p:cNvSpPr txBox="1"/>
          <p:nvPr/>
        </p:nvSpPr>
        <p:spPr>
          <a:xfrm>
            <a:off x="4024722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0,12 × 0,12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02EA1-CB42-2F36-FAB6-2FC6348AA636}"/>
              </a:ext>
            </a:extLst>
          </p:cNvPr>
          <p:cNvSpPr txBox="1"/>
          <p:nvPr/>
        </p:nvSpPr>
        <p:spPr>
          <a:xfrm>
            <a:off x="778828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512FB9-670B-89D0-337B-8F5D56A1B82C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36AF60-1B56-A0A9-DCC1-9C6152C6F47D}"/>
              </a:ext>
            </a:extLst>
          </p:cNvPr>
          <p:cNvSpPr txBox="1"/>
          <p:nvPr/>
        </p:nvSpPr>
        <p:spPr>
          <a:xfrm>
            <a:off x="726146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 × 2,5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914DB2-4567-BCF6-6288-56355293C7EB}"/>
              </a:ext>
            </a:extLst>
          </p:cNvPr>
          <p:cNvSpPr txBox="1"/>
          <p:nvPr/>
        </p:nvSpPr>
        <p:spPr>
          <a:xfrm>
            <a:off x="677009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9FB814-2652-81F5-D08F-7DF0FF6518D6}"/>
              </a:ext>
            </a:extLst>
          </p:cNvPr>
          <p:cNvSpPr txBox="1"/>
          <p:nvPr/>
        </p:nvSpPr>
        <p:spPr>
          <a:xfrm>
            <a:off x="7261467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0,27 × 1,8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E1262C-68DA-1EC0-3ED3-861911896729}"/>
              </a:ext>
            </a:extLst>
          </p:cNvPr>
          <p:cNvSpPr txBox="1"/>
          <p:nvPr/>
        </p:nvSpPr>
        <p:spPr>
          <a:xfrm>
            <a:off x="677009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404279-D9A7-5361-16AB-A49820468B78}"/>
              </a:ext>
            </a:extLst>
          </p:cNvPr>
          <p:cNvSpPr txBox="1"/>
          <p:nvPr/>
        </p:nvSpPr>
        <p:spPr>
          <a:xfrm>
            <a:off x="7196547" y="319257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0,45 × 0,21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6D3BEC-68D5-3E68-F799-7F74E338E8E6}"/>
              </a:ext>
            </a:extLst>
          </p:cNvPr>
          <p:cNvSpPr txBox="1"/>
          <p:nvPr/>
        </p:nvSpPr>
        <p:spPr>
          <a:xfrm>
            <a:off x="677009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22858C-9CA4-D2DC-7236-B9ED0335DE3B}"/>
              </a:ext>
            </a:extLst>
          </p:cNvPr>
          <p:cNvSpPr txBox="1"/>
          <p:nvPr/>
        </p:nvSpPr>
        <p:spPr>
          <a:xfrm>
            <a:off x="726146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3,48 × 0,3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779692-3B76-A492-AB4A-C43A1E7B5250}"/>
              </a:ext>
            </a:extLst>
          </p:cNvPr>
          <p:cNvSpPr txBox="1"/>
          <p:nvPr/>
        </p:nvSpPr>
        <p:spPr>
          <a:xfrm>
            <a:off x="677009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2D1503-7F29-7F2C-DEB7-E568C9E0D664}"/>
              </a:ext>
            </a:extLst>
          </p:cNvPr>
          <p:cNvSpPr txBox="1"/>
          <p:nvPr/>
        </p:nvSpPr>
        <p:spPr>
          <a:xfrm>
            <a:off x="7196547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0,32 × 2,18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28DA8B-FA6F-F327-4BA9-6F68EF134F4B}"/>
              </a:ext>
            </a:extLst>
          </p:cNvPr>
          <p:cNvSpPr txBox="1"/>
          <p:nvPr/>
        </p:nvSpPr>
        <p:spPr>
          <a:xfrm>
            <a:off x="677009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A0C360-D8CE-744E-790C-F4117D5A7283}"/>
              </a:ext>
            </a:extLst>
          </p:cNvPr>
          <p:cNvSpPr txBox="1"/>
          <p:nvPr/>
        </p:nvSpPr>
        <p:spPr>
          <a:xfrm>
            <a:off x="726146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4,7 × 3,61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AC2DD-7878-C83E-F9C3-BCE048D55AD7}"/>
              </a:ext>
            </a:extLst>
          </p:cNvPr>
          <p:cNvSpPr txBox="1"/>
          <p:nvPr/>
        </p:nvSpPr>
        <p:spPr>
          <a:xfrm>
            <a:off x="659593" y="139479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1EBCE-BED3-1A49-6AC5-8EB32A3A905E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7A141A-17A5-66EA-42F9-E4BB89FE182C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28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2988343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4459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AF25BF-BFC0-4E60-92E5-4532AF18A5F6}"/>
              </a:ext>
            </a:extLst>
          </p:cNvPr>
          <p:cNvSpPr txBox="1"/>
          <p:nvPr/>
        </p:nvSpPr>
        <p:spPr>
          <a:xfrm>
            <a:off x="2022626" y="1389510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936847" y="138951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× 0,1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BCA67-A8F1-6E2D-37F3-21DAB8B83333}"/>
              </a:ext>
            </a:extLst>
          </p:cNvPr>
          <p:cNvSpPr txBox="1"/>
          <p:nvPr/>
        </p:nvSpPr>
        <p:spPr>
          <a:xfrm>
            <a:off x="1311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05163-538F-26EB-6454-95CBC438522F}"/>
              </a:ext>
            </a:extLst>
          </p:cNvPr>
          <p:cNvSpPr txBox="1"/>
          <p:nvPr/>
        </p:nvSpPr>
        <p:spPr>
          <a:xfrm>
            <a:off x="2022626" y="2291043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0,09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8E75F0-CD19-3783-A9F1-4859360019CA}"/>
              </a:ext>
            </a:extLst>
          </p:cNvPr>
          <p:cNvSpPr txBox="1"/>
          <p:nvPr/>
        </p:nvSpPr>
        <p:spPr>
          <a:xfrm>
            <a:off x="871926" y="229104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× 0,01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EAA79-AD80-423B-B434-2AE811633AC8}"/>
              </a:ext>
            </a:extLst>
          </p:cNvPr>
          <p:cNvSpPr txBox="1"/>
          <p:nvPr/>
        </p:nvSpPr>
        <p:spPr>
          <a:xfrm>
            <a:off x="1311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804921-D9C1-F7F2-8EBB-5E7BB32682B7}"/>
              </a:ext>
            </a:extLst>
          </p:cNvPr>
          <p:cNvSpPr txBox="1"/>
          <p:nvPr/>
        </p:nvSpPr>
        <p:spPr>
          <a:xfrm>
            <a:off x="2022626" y="3192576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2,4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DF081-5B40-3B59-065B-0EAE01EC3B7C}"/>
              </a:ext>
            </a:extLst>
          </p:cNvPr>
          <p:cNvSpPr txBox="1"/>
          <p:nvPr/>
        </p:nvSpPr>
        <p:spPr>
          <a:xfrm>
            <a:off x="936847" y="319257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 × 0,3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F9863-2BBB-699C-DCB0-41AAEC222AEF}"/>
              </a:ext>
            </a:extLst>
          </p:cNvPr>
          <p:cNvSpPr txBox="1"/>
          <p:nvPr/>
        </p:nvSpPr>
        <p:spPr>
          <a:xfrm>
            <a:off x="1311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44A015-90B4-8B3F-D749-E2EFC74AE4FE}"/>
              </a:ext>
            </a:extLst>
          </p:cNvPr>
          <p:cNvSpPr txBox="1"/>
          <p:nvPr/>
        </p:nvSpPr>
        <p:spPr>
          <a:xfrm>
            <a:off x="2022626" y="4094109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8,8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A8A3A3-B12A-6526-AD64-BCFEF522F27E}"/>
              </a:ext>
            </a:extLst>
          </p:cNvPr>
          <p:cNvSpPr txBox="1"/>
          <p:nvPr/>
        </p:nvSpPr>
        <p:spPr>
          <a:xfrm>
            <a:off x="936847" y="4094109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2,2 ×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3D6A7-CE5E-5560-1460-16C5AE405B39}"/>
              </a:ext>
            </a:extLst>
          </p:cNvPr>
          <p:cNvSpPr txBox="1"/>
          <p:nvPr/>
        </p:nvSpPr>
        <p:spPr>
          <a:xfrm>
            <a:off x="1311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99EA50-BE02-F015-475A-CB8F6C68D60C}"/>
              </a:ext>
            </a:extLst>
          </p:cNvPr>
          <p:cNvSpPr txBox="1"/>
          <p:nvPr/>
        </p:nvSpPr>
        <p:spPr>
          <a:xfrm>
            <a:off x="2022626" y="4995642"/>
            <a:ext cx="82426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0,52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DF650-A982-F904-072A-8A3A1D73162F}"/>
              </a:ext>
            </a:extLst>
          </p:cNvPr>
          <p:cNvSpPr txBox="1"/>
          <p:nvPr/>
        </p:nvSpPr>
        <p:spPr>
          <a:xfrm>
            <a:off x="871926" y="499564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0,26 ×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0EE4F-86AE-0FD8-B458-3406F944FE7F}"/>
              </a:ext>
            </a:extLst>
          </p:cNvPr>
          <p:cNvSpPr txBox="1"/>
          <p:nvPr/>
        </p:nvSpPr>
        <p:spPr>
          <a:xfrm>
            <a:off x="1311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C5DC3-8DE7-FBED-962D-3ECA48D5FF87}"/>
              </a:ext>
            </a:extLst>
          </p:cNvPr>
          <p:cNvSpPr txBox="1"/>
          <p:nvPr/>
        </p:nvSpPr>
        <p:spPr>
          <a:xfrm>
            <a:off x="2022626" y="5897173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12,48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0911EB-BF9D-81BF-A1DC-F96D7F65F24C}"/>
              </a:ext>
            </a:extLst>
          </p:cNvPr>
          <p:cNvSpPr txBox="1"/>
          <p:nvPr/>
        </p:nvSpPr>
        <p:spPr>
          <a:xfrm>
            <a:off x="871926" y="5897173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3,12 × 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A46C33-581F-84DF-A2FA-E54771EE1A52}"/>
              </a:ext>
            </a:extLst>
          </p:cNvPr>
          <p:cNvSpPr txBox="1"/>
          <p:nvPr/>
        </p:nvSpPr>
        <p:spPr>
          <a:xfrm>
            <a:off x="44640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5F99A6-3C97-71E7-A067-C20DFFCC4C5E}"/>
              </a:ext>
            </a:extLst>
          </p:cNvPr>
          <p:cNvSpPr txBox="1"/>
          <p:nvPr/>
        </p:nvSpPr>
        <p:spPr>
          <a:xfrm>
            <a:off x="3445866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4D0B04-5A99-6F24-378F-9005FACAF448}"/>
              </a:ext>
            </a:extLst>
          </p:cNvPr>
          <p:cNvSpPr txBox="1"/>
          <p:nvPr/>
        </p:nvSpPr>
        <p:spPr>
          <a:xfrm>
            <a:off x="5320029" y="1389510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16,8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8A87E3-4748-30FD-1FAF-005CE1081CC1}"/>
              </a:ext>
            </a:extLst>
          </p:cNvPr>
          <p:cNvSpPr txBox="1"/>
          <p:nvPr/>
        </p:nvSpPr>
        <p:spPr>
          <a:xfrm>
            <a:off x="4251547" y="1389510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× 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A098F1-2D7F-E393-026D-1BBE275DFBBD}"/>
              </a:ext>
            </a:extLst>
          </p:cNvPr>
          <p:cNvSpPr txBox="1"/>
          <p:nvPr/>
        </p:nvSpPr>
        <p:spPr>
          <a:xfrm>
            <a:off x="3445866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630C93-0DCF-7FEC-906B-DE4AFA67B8ED}"/>
              </a:ext>
            </a:extLst>
          </p:cNvPr>
          <p:cNvSpPr txBox="1"/>
          <p:nvPr/>
        </p:nvSpPr>
        <p:spPr>
          <a:xfrm>
            <a:off x="5320029" y="2291043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1,68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3ED5C0-1F68-88A2-D13E-BAFC74818E97}"/>
              </a:ext>
            </a:extLst>
          </p:cNvPr>
          <p:cNvSpPr txBox="1"/>
          <p:nvPr/>
        </p:nvSpPr>
        <p:spPr>
          <a:xfrm>
            <a:off x="4154566" y="2291043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4,2 × 0,4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F79715-ED3B-4938-48DA-6DE5259D0A9D}"/>
              </a:ext>
            </a:extLst>
          </p:cNvPr>
          <p:cNvSpPr txBox="1"/>
          <p:nvPr/>
        </p:nvSpPr>
        <p:spPr>
          <a:xfrm>
            <a:off x="3445866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FD743B-FEDB-AFCD-C270-B2DB1C6BA35D}"/>
              </a:ext>
            </a:extLst>
          </p:cNvPr>
          <p:cNvSpPr txBox="1"/>
          <p:nvPr/>
        </p:nvSpPr>
        <p:spPr>
          <a:xfrm>
            <a:off x="5320029" y="3192576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3,08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B2784DB-8BD1-7D71-371D-A3DB634BFF9A}"/>
              </a:ext>
            </a:extLst>
          </p:cNvPr>
          <p:cNvSpPr txBox="1"/>
          <p:nvPr/>
        </p:nvSpPr>
        <p:spPr>
          <a:xfrm>
            <a:off x="4154565" y="319257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2,8 × 1,1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B54D78-DFB5-096C-7CDD-C0FE1EDB00C5}"/>
              </a:ext>
            </a:extLst>
          </p:cNvPr>
          <p:cNvSpPr txBox="1"/>
          <p:nvPr/>
        </p:nvSpPr>
        <p:spPr>
          <a:xfrm>
            <a:off x="3445866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014DC91-D323-6D4A-C15B-B59DDD06002D}"/>
              </a:ext>
            </a:extLst>
          </p:cNvPr>
          <p:cNvSpPr txBox="1"/>
          <p:nvPr/>
        </p:nvSpPr>
        <p:spPr>
          <a:xfrm>
            <a:off x="5320029" y="4094109"/>
            <a:ext cx="69442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6,3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51EC985-91CE-60D1-638A-3594209503B8}"/>
              </a:ext>
            </a:extLst>
          </p:cNvPr>
          <p:cNvSpPr txBox="1"/>
          <p:nvPr/>
        </p:nvSpPr>
        <p:spPr>
          <a:xfrm>
            <a:off x="4186626" y="4094109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3,15 ×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0B3C583-1EE4-8A63-C42E-1752E9A96219}"/>
              </a:ext>
            </a:extLst>
          </p:cNvPr>
          <p:cNvSpPr txBox="1"/>
          <p:nvPr/>
        </p:nvSpPr>
        <p:spPr>
          <a:xfrm>
            <a:off x="3445866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3B3BE14-50BA-06B9-5629-36A2EAFDA277}"/>
              </a:ext>
            </a:extLst>
          </p:cNvPr>
          <p:cNvSpPr txBox="1"/>
          <p:nvPr/>
        </p:nvSpPr>
        <p:spPr>
          <a:xfrm>
            <a:off x="5320029" y="4995642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0,102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549E7E-20E4-94AF-8EAA-4A4D09F255B6}"/>
              </a:ext>
            </a:extLst>
          </p:cNvPr>
          <p:cNvSpPr txBox="1"/>
          <p:nvPr/>
        </p:nvSpPr>
        <p:spPr>
          <a:xfrm>
            <a:off x="4089643" y="499564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0,34 × 0,3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2FEDBB-305A-5297-4C84-ED8EE16E2FE9}"/>
              </a:ext>
            </a:extLst>
          </p:cNvPr>
          <p:cNvSpPr txBox="1"/>
          <p:nvPr/>
        </p:nvSpPr>
        <p:spPr>
          <a:xfrm>
            <a:off x="3445866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A72731-2273-A2B2-F4A0-A58D2E6BE273}"/>
              </a:ext>
            </a:extLst>
          </p:cNvPr>
          <p:cNvSpPr txBox="1"/>
          <p:nvPr/>
        </p:nvSpPr>
        <p:spPr>
          <a:xfrm>
            <a:off x="5320029" y="5897173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= 0,0144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606549-F1FD-520B-BCF9-394E92FA3936}"/>
              </a:ext>
            </a:extLst>
          </p:cNvPr>
          <p:cNvSpPr txBox="1"/>
          <p:nvPr/>
        </p:nvSpPr>
        <p:spPr>
          <a:xfrm>
            <a:off x="4024722" y="5897173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0,12 × 0,12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02EA1-CB42-2F36-FAB6-2FC6348AA636}"/>
              </a:ext>
            </a:extLst>
          </p:cNvPr>
          <p:cNvSpPr txBox="1"/>
          <p:nvPr/>
        </p:nvSpPr>
        <p:spPr>
          <a:xfrm>
            <a:off x="7788289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F512FB9-670B-89D0-337B-8F5D56A1B82C}"/>
              </a:ext>
            </a:extLst>
          </p:cNvPr>
          <p:cNvSpPr txBox="1"/>
          <p:nvPr/>
        </p:nvSpPr>
        <p:spPr>
          <a:xfrm>
            <a:off x="6770091" y="143567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BA8074-3B11-DD1E-FF2D-7EE2222C8DF6}"/>
              </a:ext>
            </a:extLst>
          </p:cNvPr>
          <p:cNvSpPr txBox="1"/>
          <p:nvPr/>
        </p:nvSpPr>
        <p:spPr>
          <a:xfrm>
            <a:off x="8568054" y="1389510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0,175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36AF60-1B56-A0A9-DCC1-9C6152C6F47D}"/>
              </a:ext>
            </a:extLst>
          </p:cNvPr>
          <p:cNvSpPr txBox="1"/>
          <p:nvPr/>
        </p:nvSpPr>
        <p:spPr>
          <a:xfrm>
            <a:off x="7261468" y="138951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0,07 × 2,5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914DB2-4567-BCF6-6288-56355293C7EB}"/>
              </a:ext>
            </a:extLst>
          </p:cNvPr>
          <p:cNvSpPr txBox="1"/>
          <p:nvPr/>
        </p:nvSpPr>
        <p:spPr>
          <a:xfrm>
            <a:off x="6770091" y="233721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482EEB-D7F1-26EE-D5B7-604947BC524F}"/>
              </a:ext>
            </a:extLst>
          </p:cNvPr>
          <p:cNvSpPr txBox="1"/>
          <p:nvPr/>
        </p:nvSpPr>
        <p:spPr>
          <a:xfrm>
            <a:off x="8568054" y="2291043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0,486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9FB814-2652-81F5-D08F-7DF0FF6518D6}"/>
              </a:ext>
            </a:extLst>
          </p:cNvPr>
          <p:cNvSpPr txBox="1"/>
          <p:nvPr/>
        </p:nvSpPr>
        <p:spPr>
          <a:xfrm>
            <a:off x="7261467" y="229104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0,27 × 1,8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E1262C-68DA-1EC0-3ED3-861911896729}"/>
              </a:ext>
            </a:extLst>
          </p:cNvPr>
          <p:cNvSpPr txBox="1"/>
          <p:nvPr/>
        </p:nvSpPr>
        <p:spPr>
          <a:xfrm>
            <a:off x="6770091" y="32387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2A71A7-45D5-BB2F-1CAA-3AFB01CF0214}"/>
              </a:ext>
            </a:extLst>
          </p:cNvPr>
          <p:cNvSpPr txBox="1"/>
          <p:nvPr/>
        </p:nvSpPr>
        <p:spPr>
          <a:xfrm>
            <a:off x="8568054" y="3192576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0,0945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A404279-D9A7-5361-16AB-A49820468B78}"/>
              </a:ext>
            </a:extLst>
          </p:cNvPr>
          <p:cNvSpPr txBox="1"/>
          <p:nvPr/>
        </p:nvSpPr>
        <p:spPr>
          <a:xfrm>
            <a:off x="7196547" y="3192576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0,45 × 0,21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6D3BEC-68D5-3E68-F799-7F74E338E8E6}"/>
              </a:ext>
            </a:extLst>
          </p:cNvPr>
          <p:cNvSpPr txBox="1"/>
          <p:nvPr/>
        </p:nvSpPr>
        <p:spPr>
          <a:xfrm>
            <a:off x="6770091" y="4140276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63613B2-803E-82FF-84EA-B4D0B0013632}"/>
              </a:ext>
            </a:extLst>
          </p:cNvPr>
          <p:cNvSpPr txBox="1"/>
          <p:nvPr/>
        </p:nvSpPr>
        <p:spPr>
          <a:xfrm>
            <a:off x="8568054" y="4094109"/>
            <a:ext cx="9541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1,044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22858C-9CA4-D2DC-7236-B9ED0335DE3B}"/>
              </a:ext>
            </a:extLst>
          </p:cNvPr>
          <p:cNvSpPr txBox="1"/>
          <p:nvPr/>
        </p:nvSpPr>
        <p:spPr>
          <a:xfrm>
            <a:off x="7261469" y="4094109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3,48 × 0,3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779692-3B76-A492-AB4A-C43A1E7B5250}"/>
              </a:ext>
            </a:extLst>
          </p:cNvPr>
          <p:cNvSpPr txBox="1"/>
          <p:nvPr/>
        </p:nvSpPr>
        <p:spPr>
          <a:xfrm>
            <a:off x="6770091" y="504180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0B15F39-2D46-2A81-8AD8-814C32A7E38A}"/>
              </a:ext>
            </a:extLst>
          </p:cNvPr>
          <p:cNvSpPr txBox="1"/>
          <p:nvPr/>
        </p:nvSpPr>
        <p:spPr>
          <a:xfrm>
            <a:off x="8568054" y="4995642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0,6976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32D1503-7F29-7F2C-DEB7-E568C9E0D664}"/>
              </a:ext>
            </a:extLst>
          </p:cNvPr>
          <p:cNvSpPr txBox="1"/>
          <p:nvPr/>
        </p:nvSpPr>
        <p:spPr>
          <a:xfrm>
            <a:off x="7196547" y="4995642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0,32 × 2,18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28DA8B-FA6F-F327-4BA9-6F68EF134F4B}"/>
              </a:ext>
            </a:extLst>
          </p:cNvPr>
          <p:cNvSpPr txBox="1"/>
          <p:nvPr/>
        </p:nvSpPr>
        <p:spPr>
          <a:xfrm>
            <a:off x="6770091" y="5943340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09E517-DD7F-2B4B-9444-388A25362D97}"/>
              </a:ext>
            </a:extLst>
          </p:cNvPr>
          <p:cNvSpPr txBox="1"/>
          <p:nvPr/>
        </p:nvSpPr>
        <p:spPr>
          <a:xfrm>
            <a:off x="8568054" y="5897173"/>
            <a:ext cx="108395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16,967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AA0C360-D8CE-744E-790C-F4117D5A7283}"/>
              </a:ext>
            </a:extLst>
          </p:cNvPr>
          <p:cNvSpPr txBox="1"/>
          <p:nvPr/>
        </p:nvSpPr>
        <p:spPr>
          <a:xfrm>
            <a:off x="7261469" y="5897173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4,7 × 3,61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E6BA3-4246-F24E-943E-3F6939A823B7}"/>
              </a:ext>
            </a:extLst>
          </p:cNvPr>
          <p:cNvSpPr txBox="1"/>
          <p:nvPr/>
        </p:nvSpPr>
        <p:spPr>
          <a:xfrm>
            <a:off x="675537" y="139480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2A873-9A3E-269A-895A-2479B78079B9}"/>
              </a:ext>
            </a:extLst>
          </p:cNvPr>
          <p:cNvSpPr txBox="1"/>
          <p:nvPr/>
        </p:nvSpPr>
        <p:spPr>
          <a:xfrm>
            <a:off x="3992599" y="139479"/>
            <a:ext cx="16175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3359D-A3CD-91DF-4077-A3AFCC79E75E}"/>
              </a:ext>
            </a:extLst>
          </p:cNvPr>
          <p:cNvSpPr txBox="1"/>
          <p:nvPr/>
        </p:nvSpPr>
        <p:spPr>
          <a:xfrm>
            <a:off x="7670140" y="12427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9" grpId="0" animBg="1"/>
      <p:bldP spid="14" grpId="0" animBg="1"/>
      <p:bldP spid="18" grpId="0" animBg="1"/>
      <p:bldP spid="23" grpId="0" animBg="1"/>
      <p:bldP spid="27" grpId="0" animBg="1"/>
      <p:bldP spid="31" grpId="0" animBg="1"/>
      <p:bldP spid="39" grpId="0" animBg="1"/>
      <p:bldP spid="42" grpId="0" animBg="1"/>
      <p:bldP spid="45" grpId="0" animBg="1"/>
      <p:bldP spid="51" grpId="0" animBg="1"/>
      <p:bldP spid="54" grpId="0" animBg="1"/>
      <p:bldP spid="58" grpId="0" animBg="1"/>
      <p:bldP spid="61" grpId="0" animBg="1"/>
      <p:bldP spid="64" grpId="0" animBg="1"/>
      <p:bldP spid="67" grpId="0" animBg="1"/>
      <p:bldP spid="70" grpId="0" animBg="1"/>
      <p:bldP spid="7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F370E-FEDD-8F20-AAAB-60ECED423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3" y="109458"/>
            <a:ext cx="4726862" cy="3343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AAC91B-A5CD-6803-1C36-356B0B83C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006" y="109458"/>
            <a:ext cx="4726862" cy="33432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EACBB1-7680-5F7F-CA44-3300EE2E6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3" y="3514725"/>
            <a:ext cx="4726862" cy="3343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7BA2A67-F0CF-26D6-6A48-8825BA5AA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006" y="3514725"/>
            <a:ext cx="4726862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91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10669</TotalTime>
  <Words>287</Words>
  <Application>Microsoft Office PowerPoint</Application>
  <PresentationFormat>A4 Paper (210x297 mm)</PresentationFormat>
  <Paragraphs>120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Arial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545</cp:revision>
  <cp:lastPrinted>2017-12-31T22:38:51Z</cp:lastPrinted>
  <dcterms:created xsi:type="dcterms:W3CDTF">2017-01-17T16:57:04Z</dcterms:created>
  <dcterms:modified xsi:type="dcterms:W3CDTF">2024-05-23T10:24:49Z</dcterms:modified>
</cp:coreProperties>
</file>