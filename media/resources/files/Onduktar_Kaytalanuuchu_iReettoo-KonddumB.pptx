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45" r:id="rId2"/>
    <p:sldId id="960" r:id="rId3"/>
    <p:sldId id="961" r:id="rId4"/>
    <p:sldId id="958" r:id="rId5"/>
    <p:sldId id="962" r:id="rId6"/>
    <p:sldId id="963" r:id="rId7"/>
    <p:sldId id="964" r:id="rId8"/>
    <p:sldId id="959" r:id="rId9"/>
    <p:sldId id="947" r:id="rId10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2"/>
    </p:embeddedFont>
    <p:embeddedFont>
      <p:font typeface="Cooper Black" panose="0208090404030B020404" pitchFamily="18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5"/>
          </p14:sldIdLst>
        </p14:section>
        <p14:section name="Көрсөтүү үчүн" id="{059544AC-2C27-45B1-9F95-F87DF8854DD6}">
          <p14:sldIdLst>
            <p14:sldId id="960"/>
            <p14:sldId id="961"/>
          </p14:sldIdLst>
        </p14:section>
        <p14:section name="Жооптор" id="{1FEDB314-42DC-4694-9B04-D4A4AAE625F7}">
          <p14:sldIdLst>
            <p14:sldId id="958"/>
          </p14:sldIdLst>
        </p14:section>
        <p14:section name="Таркатма иш кагаздар" id="{A78D9305-6AAE-4715-A210-52F6908F30F7}">
          <p14:sldIdLst>
            <p14:sldId id="962"/>
            <p14:sldId id="963"/>
            <p14:sldId id="964"/>
            <p14:sldId id="959"/>
          </p14:sldIdLst>
        </p14:section>
        <p14:section name="Кайтарым байланыш" id="{F4F1B14E-D704-495F-A4C5-F3C7778EEB8B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9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6062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Кайталануучу ондуктар –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Иш барагы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Б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67DFF6-A8F5-E946-406C-D8E84E235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6" y="375920"/>
            <a:ext cx="9641228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575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FBCBD0D-F4EF-FC4C-9BB5-79B4305AE9B4}"/>
              </a:ext>
            </a:extLst>
          </p:cNvPr>
          <p:cNvSpPr txBox="1"/>
          <p:nvPr/>
        </p:nvSpPr>
        <p:spPr>
          <a:xfrm>
            <a:off x="4040840" y="460812"/>
            <a:ext cx="1643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Кайталануучу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ондуктарды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иреттөө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E99A82-9332-88D1-5EE7-B1451D81E0E7}"/>
              </a:ext>
            </a:extLst>
          </p:cNvPr>
          <p:cNvSpPr txBox="1"/>
          <p:nvPr/>
        </p:nvSpPr>
        <p:spPr>
          <a:xfrm>
            <a:off x="80921" y="2246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А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FD5F193-5EA1-41D0-F3D0-8313919834E1}"/>
              </a:ext>
            </a:extLst>
          </p:cNvPr>
          <p:cNvSpPr txBox="1"/>
          <p:nvPr/>
        </p:nvSpPr>
        <p:spPr>
          <a:xfrm>
            <a:off x="529673" y="72502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0.678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5BB2E78-952C-96FC-4831-30E0271252BE}"/>
              </a:ext>
            </a:extLst>
          </p:cNvPr>
          <p:cNvSpPr/>
          <p:nvPr/>
        </p:nvSpPr>
        <p:spPr>
          <a:xfrm>
            <a:off x="116309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C417A7A-45E2-3548-7EBB-C2B31557F581}"/>
              </a:ext>
            </a:extLst>
          </p:cNvPr>
          <p:cNvSpPr/>
          <p:nvPr/>
        </p:nvSpPr>
        <p:spPr>
          <a:xfrm>
            <a:off x="1494078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3B9C728-2247-4769-6071-FAE6FFB9BC14}"/>
              </a:ext>
            </a:extLst>
          </p:cNvPr>
          <p:cNvSpPr/>
          <p:nvPr/>
        </p:nvSpPr>
        <p:spPr>
          <a:xfrm>
            <a:off x="1826211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795555A-8AB8-91CC-A319-E425213D050F}"/>
              </a:ext>
            </a:extLst>
          </p:cNvPr>
          <p:cNvSpPr/>
          <p:nvPr/>
        </p:nvSpPr>
        <p:spPr>
          <a:xfrm>
            <a:off x="215720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D019931-45EB-22EF-0F9F-71D4E0319B7E}"/>
              </a:ext>
            </a:extLst>
          </p:cNvPr>
          <p:cNvSpPr/>
          <p:nvPr/>
        </p:nvSpPr>
        <p:spPr>
          <a:xfrm>
            <a:off x="248856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383257E-DDF0-F450-CD60-2508BBC4B901}"/>
              </a:ext>
            </a:extLst>
          </p:cNvPr>
          <p:cNvSpPr/>
          <p:nvPr/>
        </p:nvSpPr>
        <p:spPr>
          <a:xfrm>
            <a:off x="2819553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8916309-7A91-8519-530C-74397AA85FD7}"/>
              </a:ext>
            </a:extLst>
          </p:cNvPr>
          <p:cNvSpPr/>
          <p:nvPr/>
        </p:nvSpPr>
        <p:spPr>
          <a:xfrm>
            <a:off x="3151685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76299A9-6849-0AB9-DB4E-81A3D9D79DAB}"/>
              </a:ext>
            </a:extLst>
          </p:cNvPr>
          <p:cNvSpPr/>
          <p:nvPr/>
        </p:nvSpPr>
        <p:spPr>
          <a:xfrm>
            <a:off x="348267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08F7EA52-5FF1-119B-4D8A-8E462DD9F3D9}"/>
              </a:ext>
            </a:extLst>
          </p:cNvPr>
          <p:cNvSpPr/>
          <p:nvPr/>
        </p:nvSpPr>
        <p:spPr>
          <a:xfrm>
            <a:off x="1452594" y="16914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0" name="Rectangle: Rounded Corners 399">
            <a:extLst>
              <a:ext uri="{FF2B5EF4-FFF2-40B4-BE49-F238E27FC236}">
                <a16:creationId xmlns:a16="http://schemas.microsoft.com/office/drawing/2014/main" id="{73570664-5A26-320B-C581-014303BFB847}"/>
              </a:ext>
            </a:extLst>
          </p:cNvPr>
          <p:cNvSpPr/>
          <p:nvPr/>
        </p:nvSpPr>
        <p:spPr>
          <a:xfrm>
            <a:off x="1620558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1" name="Rectangle: Rounded Corners 400">
            <a:extLst>
              <a:ext uri="{FF2B5EF4-FFF2-40B4-BE49-F238E27FC236}">
                <a16:creationId xmlns:a16="http://schemas.microsoft.com/office/drawing/2014/main" id="{6F2EF9BC-2E3C-1DD8-D5FD-C724024868A0}"/>
              </a:ext>
            </a:extLst>
          </p:cNvPr>
          <p:cNvSpPr/>
          <p:nvPr/>
        </p:nvSpPr>
        <p:spPr>
          <a:xfrm>
            <a:off x="2543424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/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7" name="TextBox 406">
            <a:extLst>
              <a:ext uri="{FF2B5EF4-FFF2-40B4-BE49-F238E27FC236}">
                <a16:creationId xmlns:a16="http://schemas.microsoft.com/office/drawing/2014/main" id="{E05EDE80-D5C6-4080-AFA0-7C6B7E1B526D}"/>
              </a:ext>
            </a:extLst>
          </p:cNvPr>
          <p:cNvSpPr txBox="1"/>
          <p:nvPr/>
        </p:nvSpPr>
        <p:spPr>
          <a:xfrm>
            <a:off x="529673" y="43683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0.67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84746373-DC3A-191F-87C3-7798D0CA357E}"/>
              </a:ext>
            </a:extLst>
          </p:cNvPr>
          <p:cNvSpPr/>
          <p:nvPr/>
        </p:nvSpPr>
        <p:spPr>
          <a:xfrm>
            <a:off x="116309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B7E647F-29BD-BE63-F478-A792A3AE507C}"/>
              </a:ext>
            </a:extLst>
          </p:cNvPr>
          <p:cNvSpPr/>
          <p:nvPr/>
        </p:nvSpPr>
        <p:spPr>
          <a:xfrm>
            <a:off x="1494078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D0F2B001-C614-7A6C-11BB-6A0B909FDD29}"/>
              </a:ext>
            </a:extLst>
          </p:cNvPr>
          <p:cNvSpPr/>
          <p:nvPr/>
        </p:nvSpPr>
        <p:spPr>
          <a:xfrm>
            <a:off x="1826211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140F7403-FA96-5C39-D85C-C111FCFDD4DA}"/>
              </a:ext>
            </a:extLst>
          </p:cNvPr>
          <p:cNvSpPr/>
          <p:nvPr/>
        </p:nvSpPr>
        <p:spPr>
          <a:xfrm>
            <a:off x="215720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E3CAE0-CB39-DDA6-33A7-204712E5A694}"/>
              </a:ext>
            </a:extLst>
          </p:cNvPr>
          <p:cNvSpPr/>
          <p:nvPr/>
        </p:nvSpPr>
        <p:spPr>
          <a:xfrm>
            <a:off x="248856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51443372-BFCA-A8BC-0DDA-7C8202E7162F}"/>
              </a:ext>
            </a:extLst>
          </p:cNvPr>
          <p:cNvSpPr/>
          <p:nvPr/>
        </p:nvSpPr>
        <p:spPr>
          <a:xfrm>
            <a:off x="2819553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9CCDA4B5-9B50-251E-F375-D6B56E170748}"/>
              </a:ext>
            </a:extLst>
          </p:cNvPr>
          <p:cNvSpPr/>
          <p:nvPr/>
        </p:nvSpPr>
        <p:spPr>
          <a:xfrm>
            <a:off x="3151685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FE886FF2-BEE6-D3A8-BCA1-0AAF44966FDA}"/>
              </a:ext>
            </a:extLst>
          </p:cNvPr>
          <p:cNvSpPr/>
          <p:nvPr/>
        </p:nvSpPr>
        <p:spPr>
          <a:xfrm>
            <a:off x="348267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49A62CD-8D2A-5315-BCBE-15542D07EA77}"/>
              </a:ext>
            </a:extLst>
          </p:cNvPr>
          <p:cNvSpPr/>
          <p:nvPr/>
        </p:nvSpPr>
        <p:spPr>
          <a:xfrm>
            <a:off x="1452594" y="5334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C7477E3D-6AF8-AF0D-38C1-277FB70F3B2F}"/>
              </a:ext>
            </a:extLst>
          </p:cNvPr>
          <p:cNvSpPr/>
          <p:nvPr/>
        </p:nvSpPr>
        <p:spPr>
          <a:xfrm>
            <a:off x="862046" y="4280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12BA78DB-ACFE-FBA8-6B1E-B021CABB6DE5}"/>
              </a:ext>
            </a:extLst>
          </p:cNvPr>
          <p:cNvSpPr txBox="1"/>
          <p:nvPr/>
        </p:nvSpPr>
        <p:spPr>
          <a:xfrm>
            <a:off x="312400" y="1429563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Б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B0EF096D-7693-E8D5-9951-48591A7ABE9E}"/>
              </a:ext>
            </a:extLst>
          </p:cNvPr>
          <p:cNvSpPr txBox="1"/>
          <p:nvPr/>
        </p:nvSpPr>
        <p:spPr>
          <a:xfrm>
            <a:off x="760351" y="147960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0.252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6C2752FC-9B6F-EC4A-820D-B5FC3831E039}"/>
              </a:ext>
            </a:extLst>
          </p:cNvPr>
          <p:cNvSpPr/>
          <p:nvPr/>
        </p:nvSpPr>
        <p:spPr>
          <a:xfrm>
            <a:off x="139376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21493232-DFB1-8AAB-813A-2E18ADBA0C0D}"/>
              </a:ext>
            </a:extLst>
          </p:cNvPr>
          <p:cNvSpPr/>
          <p:nvPr/>
        </p:nvSpPr>
        <p:spPr>
          <a:xfrm>
            <a:off x="1724756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AF332188-216F-D25C-A274-F3D6DE57CAD4}"/>
              </a:ext>
            </a:extLst>
          </p:cNvPr>
          <p:cNvSpPr/>
          <p:nvPr/>
        </p:nvSpPr>
        <p:spPr>
          <a:xfrm>
            <a:off x="2056889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43A81058-2533-54BF-51F7-6EDED65CD5D8}"/>
              </a:ext>
            </a:extLst>
          </p:cNvPr>
          <p:cNvSpPr/>
          <p:nvPr/>
        </p:nvSpPr>
        <p:spPr>
          <a:xfrm>
            <a:off x="238787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DC2B769B-7331-93FA-6B2A-BC4FBC035E21}"/>
              </a:ext>
            </a:extLst>
          </p:cNvPr>
          <p:cNvSpPr/>
          <p:nvPr/>
        </p:nvSpPr>
        <p:spPr>
          <a:xfrm>
            <a:off x="271569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B09C9C0-CD8F-C805-E593-94F5D8F84EE6}"/>
              </a:ext>
            </a:extLst>
          </p:cNvPr>
          <p:cNvSpPr/>
          <p:nvPr/>
        </p:nvSpPr>
        <p:spPr>
          <a:xfrm>
            <a:off x="3046681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1AC97436-46EA-4769-AB69-1CF08CC58DBB}"/>
              </a:ext>
            </a:extLst>
          </p:cNvPr>
          <p:cNvSpPr/>
          <p:nvPr/>
        </p:nvSpPr>
        <p:spPr>
          <a:xfrm>
            <a:off x="3378813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FF3EC38-BBB5-C11B-0C46-DA5330204074}"/>
              </a:ext>
            </a:extLst>
          </p:cNvPr>
          <p:cNvSpPr/>
          <p:nvPr/>
        </p:nvSpPr>
        <p:spPr>
          <a:xfrm>
            <a:off x="370980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A2701054-E275-84DD-2EA5-C6FCD4CC55CD}"/>
              </a:ext>
            </a:extLst>
          </p:cNvPr>
          <p:cNvSpPr/>
          <p:nvPr/>
        </p:nvSpPr>
        <p:spPr>
          <a:xfrm>
            <a:off x="1683272" y="157624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AD3BE01D-9E7E-D92F-1E4F-96C83874679C}"/>
              </a:ext>
            </a:extLst>
          </p:cNvPr>
          <p:cNvSpPr txBox="1"/>
          <p:nvPr/>
        </p:nvSpPr>
        <p:spPr>
          <a:xfrm>
            <a:off x="760351" y="1843934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7F63D6AC-03CA-58BB-7853-BE153ECF8928}"/>
              </a:ext>
            </a:extLst>
          </p:cNvPr>
          <p:cNvSpPr/>
          <p:nvPr/>
        </p:nvSpPr>
        <p:spPr>
          <a:xfrm>
            <a:off x="139376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FAED4FAA-E2DD-0C9B-CF2E-9B07D5304A1D}"/>
              </a:ext>
            </a:extLst>
          </p:cNvPr>
          <p:cNvSpPr/>
          <p:nvPr/>
        </p:nvSpPr>
        <p:spPr>
          <a:xfrm>
            <a:off x="1724756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6A663E26-4B12-48BE-B16D-CFE1063A8C0C}"/>
              </a:ext>
            </a:extLst>
          </p:cNvPr>
          <p:cNvSpPr/>
          <p:nvPr/>
        </p:nvSpPr>
        <p:spPr>
          <a:xfrm>
            <a:off x="2056889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59FFFA6D-018E-C63F-EDFE-B80425552E2E}"/>
              </a:ext>
            </a:extLst>
          </p:cNvPr>
          <p:cNvSpPr/>
          <p:nvPr/>
        </p:nvSpPr>
        <p:spPr>
          <a:xfrm>
            <a:off x="238787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0D7B3F6F-D3A9-D8BA-49AC-DDA6CE913538}"/>
              </a:ext>
            </a:extLst>
          </p:cNvPr>
          <p:cNvSpPr/>
          <p:nvPr/>
        </p:nvSpPr>
        <p:spPr>
          <a:xfrm>
            <a:off x="271569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6BA4BCC4-AE17-A2CF-3C3C-10491B9E8361}"/>
              </a:ext>
            </a:extLst>
          </p:cNvPr>
          <p:cNvSpPr/>
          <p:nvPr/>
        </p:nvSpPr>
        <p:spPr>
          <a:xfrm>
            <a:off x="3046681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BEC96CC1-D1B8-D035-8B85-2FA1253BB3A9}"/>
              </a:ext>
            </a:extLst>
          </p:cNvPr>
          <p:cNvSpPr/>
          <p:nvPr/>
        </p:nvSpPr>
        <p:spPr>
          <a:xfrm>
            <a:off x="3378813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936D83DA-A9B9-934B-3194-E10FE61B4773}"/>
              </a:ext>
            </a:extLst>
          </p:cNvPr>
          <p:cNvSpPr/>
          <p:nvPr/>
        </p:nvSpPr>
        <p:spPr>
          <a:xfrm>
            <a:off x="370980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9481AF5E-8A3F-6DBF-2AB4-7AC4983743FF}"/>
              </a:ext>
            </a:extLst>
          </p:cNvPr>
          <p:cNvSpPr/>
          <p:nvPr/>
        </p:nvSpPr>
        <p:spPr>
          <a:xfrm>
            <a:off x="1683272" y="194057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F5588F37-9BE9-55D6-1988-2FC7EAAA3C08}"/>
              </a:ext>
            </a:extLst>
          </p:cNvPr>
          <p:cNvSpPr/>
          <p:nvPr/>
        </p:nvSpPr>
        <p:spPr>
          <a:xfrm>
            <a:off x="997473" y="183516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3" name="Rectangle: Rounded Corners 562">
            <a:extLst>
              <a:ext uri="{FF2B5EF4-FFF2-40B4-BE49-F238E27FC236}">
                <a16:creationId xmlns:a16="http://schemas.microsoft.com/office/drawing/2014/main" id="{3B689DA0-9C7A-1BC6-264E-4C6742C652E7}"/>
              </a:ext>
            </a:extLst>
          </p:cNvPr>
          <p:cNvSpPr/>
          <p:nvPr/>
        </p:nvSpPr>
        <p:spPr>
          <a:xfrm>
            <a:off x="1851236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4" name="Rectangle: Rounded Corners 563">
            <a:extLst>
              <a:ext uri="{FF2B5EF4-FFF2-40B4-BE49-F238E27FC236}">
                <a16:creationId xmlns:a16="http://schemas.microsoft.com/office/drawing/2014/main" id="{805A02B2-AB13-894F-526D-12A962911417}"/>
              </a:ext>
            </a:extLst>
          </p:cNvPr>
          <p:cNvSpPr/>
          <p:nvPr/>
        </p:nvSpPr>
        <p:spPr>
          <a:xfrm>
            <a:off x="2774102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/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1" name="TextBox 570">
            <a:extLst>
              <a:ext uri="{FF2B5EF4-FFF2-40B4-BE49-F238E27FC236}">
                <a16:creationId xmlns:a16="http://schemas.microsoft.com/office/drawing/2014/main" id="{85272EE9-2978-ECB0-84EF-9A24435F4B32}"/>
              </a:ext>
            </a:extLst>
          </p:cNvPr>
          <p:cNvSpPr txBox="1"/>
          <p:nvPr/>
        </p:nvSpPr>
        <p:spPr>
          <a:xfrm>
            <a:off x="542276" y="2833490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В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3B5CC251-E031-FE5C-EFAA-8EF703CEAC01}"/>
              </a:ext>
            </a:extLst>
          </p:cNvPr>
          <p:cNvSpPr txBox="1"/>
          <p:nvPr/>
        </p:nvSpPr>
        <p:spPr>
          <a:xfrm>
            <a:off x="991029" y="288353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</a:t>
            </a: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C4808C73-035E-2882-5075-911D6E68DC45}"/>
              </a:ext>
            </a:extLst>
          </p:cNvPr>
          <p:cNvSpPr/>
          <p:nvPr/>
        </p:nvSpPr>
        <p:spPr>
          <a:xfrm>
            <a:off x="162444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FCEE315-34BC-1052-6F5B-4DF20A38F2EE}"/>
              </a:ext>
            </a:extLst>
          </p:cNvPr>
          <p:cNvSpPr/>
          <p:nvPr/>
        </p:nvSpPr>
        <p:spPr>
          <a:xfrm>
            <a:off x="195543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19D8BBA0-731B-BF0F-01C5-3DF635C5EAD1}"/>
              </a:ext>
            </a:extLst>
          </p:cNvPr>
          <p:cNvSpPr/>
          <p:nvPr/>
        </p:nvSpPr>
        <p:spPr>
          <a:xfrm>
            <a:off x="2287567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48C9FDEC-D2AC-2578-B6ED-BC5BA9AB334C}"/>
              </a:ext>
            </a:extLst>
          </p:cNvPr>
          <p:cNvSpPr/>
          <p:nvPr/>
        </p:nvSpPr>
        <p:spPr>
          <a:xfrm>
            <a:off x="261855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32FC90A-9B8A-7471-A8D7-50231CFFAEC8}"/>
              </a:ext>
            </a:extLst>
          </p:cNvPr>
          <p:cNvSpPr/>
          <p:nvPr/>
        </p:nvSpPr>
        <p:spPr>
          <a:xfrm>
            <a:off x="295468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BD440B4A-516B-3210-62BB-9C4AB3232904}"/>
              </a:ext>
            </a:extLst>
          </p:cNvPr>
          <p:cNvSpPr/>
          <p:nvPr/>
        </p:nvSpPr>
        <p:spPr>
          <a:xfrm>
            <a:off x="3285672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BFDA963F-EAA1-19AA-E63C-ADDAB60D884B}"/>
              </a:ext>
            </a:extLst>
          </p:cNvPr>
          <p:cNvSpPr/>
          <p:nvPr/>
        </p:nvSpPr>
        <p:spPr>
          <a:xfrm>
            <a:off x="361780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69A43B85-ED27-3B84-C296-EF79CEB1AA46}"/>
              </a:ext>
            </a:extLst>
          </p:cNvPr>
          <p:cNvSpPr/>
          <p:nvPr/>
        </p:nvSpPr>
        <p:spPr>
          <a:xfrm>
            <a:off x="394879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8F17AAF5-F45D-62BB-CE44-C266788EDAF7}"/>
              </a:ext>
            </a:extLst>
          </p:cNvPr>
          <p:cNvSpPr/>
          <p:nvPr/>
        </p:nvSpPr>
        <p:spPr>
          <a:xfrm>
            <a:off x="1913950" y="298016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Oval 575">
            <a:extLst>
              <a:ext uri="{FF2B5EF4-FFF2-40B4-BE49-F238E27FC236}">
                <a16:creationId xmlns:a16="http://schemas.microsoft.com/office/drawing/2014/main" id="{009984D5-047B-FBFF-C599-B44C247064B1}"/>
              </a:ext>
            </a:extLst>
          </p:cNvPr>
          <p:cNvSpPr/>
          <p:nvPr/>
        </p:nvSpPr>
        <p:spPr>
          <a:xfrm>
            <a:off x="122815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0" name="Oval 659">
            <a:extLst>
              <a:ext uri="{FF2B5EF4-FFF2-40B4-BE49-F238E27FC236}">
                <a16:creationId xmlns:a16="http://schemas.microsoft.com/office/drawing/2014/main" id="{326EBB16-EDF6-86A1-6802-2949FD04D3F5}"/>
              </a:ext>
            </a:extLst>
          </p:cNvPr>
          <p:cNvSpPr/>
          <p:nvPr/>
        </p:nvSpPr>
        <p:spPr>
          <a:xfrm>
            <a:off x="132340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B70A436D-A001-F8CC-1896-3A433CEE1DD5}"/>
              </a:ext>
            </a:extLst>
          </p:cNvPr>
          <p:cNvSpPr txBox="1"/>
          <p:nvPr/>
        </p:nvSpPr>
        <p:spPr>
          <a:xfrm>
            <a:off x="991029" y="32478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0.566</a:t>
            </a: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E041BA54-AA28-AF93-23F5-93BE2938E9F4}"/>
              </a:ext>
            </a:extLst>
          </p:cNvPr>
          <p:cNvSpPr/>
          <p:nvPr/>
        </p:nvSpPr>
        <p:spPr>
          <a:xfrm>
            <a:off x="162444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767C51AD-150D-8DD7-AF7B-3F9760387FC8}"/>
              </a:ext>
            </a:extLst>
          </p:cNvPr>
          <p:cNvSpPr/>
          <p:nvPr/>
        </p:nvSpPr>
        <p:spPr>
          <a:xfrm>
            <a:off x="195543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E9DEDF9D-A1FD-C093-5D5C-CECC00B402FA}"/>
              </a:ext>
            </a:extLst>
          </p:cNvPr>
          <p:cNvSpPr/>
          <p:nvPr/>
        </p:nvSpPr>
        <p:spPr>
          <a:xfrm>
            <a:off x="2287567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9CA41B0C-A714-80FA-DB0F-3CA4A523ED71}"/>
              </a:ext>
            </a:extLst>
          </p:cNvPr>
          <p:cNvSpPr/>
          <p:nvPr/>
        </p:nvSpPr>
        <p:spPr>
          <a:xfrm>
            <a:off x="261855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0E4FC79F-C859-ADE5-B071-FE3F4162C5BE}"/>
              </a:ext>
            </a:extLst>
          </p:cNvPr>
          <p:cNvSpPr/>
          <p:nvPr/>
        </p:nvSpPr>
        <p:spPr>
          <a:xfrm>
            <a:off x="295468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1E869C69-CD0C-750F-9EAB-5438716AD2A6}"/>
              </a:ext>
            </a:extLst>
          </p:cNvPr>
          <p:cNvSpPr/>
          <p:nvPr/>
        </p:nvSpPr>
        <p:spPr>
          <a:xfrm>
            <a:off x="3285672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1B65C42D-6C10-A312-91D5-B7DB17F57D29}"/>
              </a:ext>
            </a:extLst>
          </p:cNvPr>
          <p:cNvSpPr/>
          <p:nvPr/>
        </p:nvSpPr>
        <p:spPr>
          <a:xfrm>
            <a:off x="361780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B7D8F215-1A2C-C5C3-BE8A-4A35F65E58A9}"/>
              </a:ext>
            </a:extLst>
          </p:cNvPr>
          <p:cNvSpPr/>
          <p:nvPr/>
        </p:nvSpPr>
        <p:spPr>
          <a:xfrm>
            <a:off x="394879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B11B8146-8CA1-7BA1-C255-C2DF392D84BC}"/>
              </a:ext>
            </a:extLst>
          </p:cNvPr>
          <p:cNvSpPr/>
          <p:nvPr/>
        </p:nvSpPr>
        <p:spPr>
          <a:xfrm>
            <a:off x="1913950" y="33444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0" name="Rectangle: Rounded Corners 599">
            <a:extLst>
              <a:ext uri="{FF2B5EF4-FFF2-40B4-BE49-F238E27FC236}">
                <a16:creationId xmlns:a16="http://schemas.microsoft.com/office/drawing/2014/main" id="{009C0AAF-239F-D08C-0739-DDD8BA84E62E}"/>
              </a:ext>
            </a:extLst>
          </p:cNvPr>
          <p:cNvSpPr/>
          <p:nvPr/>
        </p:nvSpPr>
        <p:spPr>
          <a:xfrm>
            <a:off x="2081914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1" name="Rectangle: Rounded Corners 600">
            <a:extLst>
              <a:ext uri="{FF2B5EF4-FFF2-40B4-BE49-F238E27FC236}">
                <a16:creationId xmlns:a16="http://schemas.microsoft.com/office/drawing/2014/main" id="{9B26633C-9F60-7BB3-3B18-21C5B1F7A0D7}"/>
              </a:ext>
            </a:extLst>
          </p:cNvPr>
          <p:cNvSpPr/>
          <p:nvPr/>
        </p:nvSpPr>
        <p:spPr>
          <a:xfrm>
            <a:off x="3004780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/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8" name="TextBox 607">
            <a:extLst>
              <a:ext uri="{FF2B5EF4-FFF2-40B4-BE49-F238E27FC236}">
                <a16:creationId xmlns:a16="http://schemas.microsoft.com/office/drawing/2014/main" id="{C12ED7D1-6EFC-3A8D-B770-3E3A7CFF218E}"/>
              </a:ext>
            </a:extLst>
          </p:cNvPr>
          <p:cNvSpPr txBox="1"/>
          <p:nvPr/>
        </p:nvSpPr>
        <p:spPr>
          <a:xfrm>
            <a:off x="783374" y="4237417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Г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10" name="TextBox 609">
            <a:extLst>
              <a:ext uri="{FF2B5EF4-FFF2-40B4-BE49-F238E27FC236}">
                <a16:creationId xmlns:a16="http://schemas.microsoft.com/office/drawing/2014/main" id="{94EE3F88-4978-683A-0781-459E12EB39D3}"/>
              </a:ext>
            </a:extLst>
          </p:cNvPr>
          <p:cNvSpPr txBox="1"/>
          <p:nvPr/>
        </p:nvSpPr>
        <p:spPr>
          <a:xfrm>
            <a:off x="1221707" y="428745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0.78</a:t>
            </a: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F53ED321-C491-BEEA-0EE5-F34360FCAD30}"/>
              </a:ext>
            </a:extLst>
          </p:cNvPr>
          <p:cNvSpPr/>
          <p:nvPr/>
        </p:nvSpPr>
        <p:spPr>
          <a:xfrm>
            <a:off x="185512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8904150F-C093-FC51-20F2-763CDE810565}"/>
              </a:ext>
            </a:extLst>
          </p:cNvPr>
          <p:cNvSpPr/>
          <p:nvPr/>
        </p:nvSpPr>
        <p:spPr>
          <a:xfrm>
            <a:off x="2186112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DDB2823E-0B62-9999-EEFD-A219D15FA74B}"/>
              </a:ext>
            </a:extLst>
          </p:cNvPr>
          <p:cNvSpPr/>
          <p:nvPr/>
        </p:nvSpPr>
        <p:spPr>
          <a:xfrm>
            <a:off x="2518245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4EBC4CF7-1417-5F3C-58C9-CDA9C5677BC5}"/>
              </a:ext>
            </a:extLst>
          </p:cNvPr>
          <p:cNvSpPr/>
          <p:nvPr/>
        </p:nvSpPr>
        <p:spPr>
          <a:xfrm>
            <a:off x="284923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B6E29C8B-531A-6C58-431B-0E0EF9D7BF35}"/>
              </a:ext>
            </a:extLst>
          </p:cNvPr>
          <p:cNvSpPr/>
          <p:nvPr/>
        </p:nvSpPr>
        <p:spPr>
          <a:xfrm>
            <a:off x="318059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45FC6D10-06DC-0C68-33F2-84F5FEC094B1}"/>
              </a:ext>
            </a:extLst>
          </p:cNvPr>
          <p:cNvSpPr/>
          <p:nvPr/>
        </p:nvSpPr>
        <p:spPr>
          <a:xfrm>
            <a:off x="3511587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4EB47E4E-C6BB-E898-D01D-0E120AC4B72F}"/>
              </a:ext>
            </a:extLst>
          </p:cNvPr>
          <p:cNvSpPr/>
          <p:nvPr/>
        </p:nvSpPr>
        <p:spPr>
          <a:xfrm>
            <a:off x="3843719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3966FD7C-1892-6538-458C-2F1F39851A80}"/>
              </a:ext>
            </a:extLst>
          </p:cNvPr>
          <p:cNvSpPr/>
          <p:nvPr/>
        </p:nvSpPr>
        <p:spPr>
          <a:xfrm>
            <a:off x="417470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2" name="Oval 611">
            <a:extLst>
              <a:ext uri="{FF2B5EF4-FFF2-40B4-BE49-F238E27FC236}">
                <a16:creationId xmlns:a16="http://schemas.microsoft.com/office/drawing/2014/main" id="{50681641-5B96-E6FA-1426-7C21D9E29839}"/>
              </a:ext>
            </a:extLst>
          </p:cNvPr>
          <p:cNvSpPr/>
          <p:nvPr/>
        </p:nvSpPr>
        <p:spPr>
          <a:xfrm>
            <a:off x="2144628" y="438409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52020F26-D669-BE1E-8D90-86C29DBDB0E3}"/>
              </a:ext>
            </a:extLst>
          </p:cNvPr>
          <p:cNvSpPr/>
          <p:nvPr/>
        </p:nvSpPr>
        <p:spPr>
          <a:xfrm>
            <a:off x="1554079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1" name="Oval 660">
            <a:extLst>
              <a:ext uri="{FF2B5EF4-FFF2-40B4-BE49-F238E27FC236}">
                <a16:creationId xmlns:a16="http://schemas.microsoft.com/office/drawing/2014/main" id="{9EB1BA0B-E05D-1D53-727A-5339F7D6B71D}"/>
              </a:ext>
            </a:extLst>
          </p:cNvPr>
          <p:cNvSpPr/>
          <p:nvPr/>
        </p:nvSpPr>
        <p:spPr>
          <a:xfrm>
            <a:off x="1454067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82D48B04-F032-C7EB-9972-1F3E3CA3E967}"/>
              </a:ext>
            </a:extLst>
          </p:cNvPr>
          <p:cNvSpPr txBox="1"/>
          <p:nvPr/>
        </p:nvSpPr>
        <p:spPr>
          <a:xfrm>
            <a:off x="1221707" y="465178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0.78</a:t>
            </a: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83796A48-68AA-7737-B937-34EE326EBD6A}"/>
              </a:ext>
            </a:extLst>
          </p:cNvPr>
          <p:cNvSpPr/>
          <p:nvPr/>
        </p:nvSpPr>
        <p:spPr>
          <a:xfrm>
            <a:off x="185512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B02C92B1-6243-29EF-AEE9-5A00D62D0919}"/>
              </a:ext>
            </a:extLst>
          </p:cNvPr>
          <p:cNvSpPr/>
          <p:nvPr/>
        </p:nvSpPr>
        <p:spPr>
          <a:xfrm>
            <a:off x="2186112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AFD0F2B2-195F-82AF-B105-8D086971F46C}"/>
              </a:ext>
            </a:extLst>
          </p:cNvPr>
          <p:cNvSpPr/>
          <p:nvPr/>
        </p:nvSpPr>
        <p:spPr>
          <a:xfrm>
            <a:off x="2518245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5E76F27B-7EF3-742A-78AF-1EEA56D47E61}"/>
              </a:ext>
            </a:extLst>
          </p:cNvPr>
          <p:cNvSpPr/>
          <p:nvPr/>
        </p:nvSpPr>
        <p:spPr>
          <a:xfrm>
            <a:off x="284923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8CAC61A2-5F6E-0F69-E65A-A67C51B3B559}"/>
              </a:ext>
            </a:extLst>
          </p:cNvPr>
          <p:cNvSpPr/>
          <p:nvPr/>
        </p:nvSpPr>
        <p:spPr>
          <a:xfrm>
            <a:off x="318059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368799F8-2C8F-6011-0450-AAE44A179177}"/>
              </a:ext>
            </a:extLst>
          </p:cNvPr>
          <p:cNvSpPr/>
          <p:nvPr/>
        </p:nvSpPr>
        <p:spPr>
          <a:xfrm>
            <a:off x="3511587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DA138CA7-E862-06F4-73AE-13D0FA70EA02}"/>
              </a:ext>
            </a:extLst>
          </p:cNvPr>
          <p:cNvSpPr/>
          <p:nvPr/>
        </p:nvSpPr>
        <p:spPr>
          <a:xfrm>
            <a:off x="3843719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6E19A68A-F6F2-8818-15C8-271444E7324D}"/>
              </a:ext>
            </a:extLst>
          </p:cNvPr>
          <p:cNvSpPr/>
          <p:nvPr/>
        </p:nvSpPr>
        <p:spPr>
          <a:xfrm>
            <a:off x="417470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25" name="Oval 624">
            <a:extLst>
              <a:ext uri="{FF2B5EF4-FFF2-40B4-BE49-F238E27FC236}">
                <a16:creationId xmlns:a16="http://schemas.microsoft.com/office/drawing/2014/main" id="{ECA03ADD-2776-5493-C653-E715B88D441A}"/>
              </a:ext>
            </a:extLst>
          </p:cNvPr>
          <p:cNvSpPr/>
          <p:nvPr/>
        </p:nvSpPr>
        <p:spPr>
          <a:xfrm>
            <a:off x="2144628" y="474842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A09044F0-8BB3-CAB9-994B-CF23794A1C4F}"/>
              </a:ext>
            </a:extLst>
          </p:cNvPr>
          <p:cNvSpPr/>
          <p:nvPr/>
        </p:nvSpPr>
        <p:spPr>
          <a:xfrm>
            <a:off x="1549317" y="464301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37" name="Rectangle: Rounded Corners 636">
            <a:extLst>
              <a:ext uri="{FF2B5EF4-FFF2-40B4-BE49-F238E27FC236}">
                <a16:creationId xmlns:a16="http://schemas.microsoft.com/office/drawing/2014/main" id="{F87AB085-DFC0-C556-8C30-946A8C283A9E}"/>
              </a:ext>
            </a:extLst>
          </p:cNvPr>
          <p:cNvSpPr/>
          <p:nvPr/>
        </p:nvSpPr>
        <p:spPr>
          <a:xfrm>
            <a:off x="2312592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38" name="Rectangle: Rounded Corners 637">
            <a:extLst>
              <a:ext uri="{FF2B5EF4-FFF2-40B4-BE49-F238E27FC236}">
                <a16:creationId xmlns:a16="http://schemas.microsoft.com/office/drawing/2014/main" id="{4F6AEAC7-0E54-7017-3168-8EE1D6FAA078}"/>
              </a:ext>
            </a:extLst>
          </p:cNvPr>
          <p:cNvSpPr/>
          <p:nvPr/>
        </p:nvSpPr>
        <p:spPr>
          <a:xfrm>
            <a:off x="3235458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/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2" name="TextBox 661">
            <a:extLst>
              <a:ext uri="{FF2B5EF4-FFF2-40B4-BE49-F238E27FC236}">
                <a16:creationId xmlns:a16="http://schemas.microsoft.com/office/drawing/2014/main" id="{F0620ABB-A8DB-40DD-FB36-F8FEA2B33C7E}"/>
              </a:ext>
            </a:extLst>
          </p:cNvPr>
          <p:cNvSpPr txBox="1"/>
          <p:nvPr/>
        </p:nvSpPr>
        <p:spPr>
          <a:xfrm>
            <a:off x="1000427" y="5641346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Д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E3B55947-3F80-F681-DBBB-046C2874D161}"/>
              </a:ext>
            </a:extLst>
          </p:cNvPr>
          <p:cNvSpPr txBox="1"/>
          <p:nvPr/>
        </p:nvSpPr>
        <p:spPr>
          <a:xfrm>
            <a:off x="1452386" y="5691387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0.102</a:t>
            </a:r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2B0752E3-71A2-471B-C784-DDC9FB3FFA35}"/>
              </a:ext>
            </a:extLst>
          </p:cNvPr>
          <p:cNvSpPr/>
          <p:nvPr/>
        </p:nvSpPr>
        <p:spPr>
          <a:xfrm>
            <a:off x="208580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4BEC4015-E891-A6AA-A7A0-BAA99699F62A}"/>
              </a:ext>
            </a:extLst>
          </p:cNvPr>
          <p:cNvSpPr/>
          <p:nvPr/>
        </p:nvSpPr>
        <p:spPr>
          <a:xfrm>
            <a:off x="241679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2BFD245C-F8CD-BC73-4A7E-73CCA3672C50}"/>
              </a:ext>
            </a:extLst>
          </p:cNvPr>
          <p:cNvSpPr/>
          <p:nvPr/>
        </p:nvSpPr>
        <p:spPr>
          <a:xfrm>
            <a:off x="2748924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218BB12F-A952-57B4-21FE-B6FB98AC4F32}"/>
              </a:ext>
            </a:extLst>
          </p:cNvPr>
          <p:cNvSpPr/>
          <p:nvPr/>
        </p:nvSpPr>
        <p:spPr>
          <a:xfrm>
            <a:off x="307991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73FADC12-5578-CABC-4FD4-96E009A91FC1}"/>
              </a:ext>
            </a:extLst>
          </p:cNvPr>
          <p:cNvSpPr/>
          <p:nvPr/>
        </p:nvSpPr>
        <p:spPr>
          <a:xfrm>
            <a:off x="341604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41B4AF6D-01CB-9C02-1D9C-072B33A10202}"/>
              </a:ext>
            </a:extLst>
          </p:cNvPr>
          <p:cNvSpPr/>
          <p:nvPr/>
        </p:nvSpPr>
        <p:spPr>
          <a:xfrm>
            <a:off x="3747029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63843B68-A41E-7C5A-BFCF-E9705AC7AE8A}"/>
              </a:ext>
            </a:extLst>
          </p:cNvPr>
          <p:cNvSpPr/>
          <p:nvPr/>
        </p:nvSpPr>
        <p:spPr>
          <a:xfrm>
            <a:off x="407916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DAC150FD-BB97-2E4F-082B-50F182CC441D}"/>
              </a:ext>
            </a:extLst>
          </p:cNvPr>
          <p:cNvSpPr/>
          <p:nvPr/>
        </p:nvSpPr>
        <p:spPr>
          <a:xfrm>
            <a:off x="441015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66" name="Oval 665">
            <a:extLst>
              <a:ext uri="{FF2B5EF4-FFF2-40B4-BE49-F238E27FC236}">
                <a16:creationId xmlns:a16="http://schemas.microsoft.com/office/drawing/2014/main" id="{040E183F-3880-DAB6-22FA-D3E963DA2E72}"/>
              </a:ext>
            </a:extLst>
          </p:cNvPr>
          <p:cNvSpPr/>
          <p:nvPr/>
        </p:nvSpPr>
        <p:spPr>
          <a:xfrm>
            <a:off x="2375307" y="578802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C869BF30-9F76-218A-5F24-0011FDB4A10E}"/>
              </a:ext>
            </a:extLst>
          </p:cNvPr>
          <p:cNvSpPr/>
          <p:nvPr/>
        </p:nvSpPr>
        <p:spPr>
          <a:xfrm>
            <a:off x="1875245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8" name="Oval 667">
            <a:extLst>
              <a:ext uri="{FF2B5EF4-FFF2-40B4-BE49-F238E27FC236}">
                <a16:creationId xmlns:a16="http://schemas.microsoft.com/office/drawing/2014/main" id="{77C4BBD6-1240-C28B-6F46-6C1B125FE3EF}"/>
              </a:ext>
            </a:extLst>
          </p:cNvPr>
          <p:cNvSpPr/>
          <p:nvPr/>
        </p:nvSpPr>
        <p:spPr>
          <a:xfrm>
            <a:off x="1684746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3872316E-05DD-23DD-5F4F-0DCC4E87E4E9}"/>
              </a:ext>
            </a:extLst>
          </p:cNvPr>
          <p:cNvSpPr txBox="1"/>
          <p:nvPr/>
        </p:nvSpPr>
        <p:spPr>
          <a:xfrm>
            <a:off x="1452386" y="6055717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0.12</a:t>
            </a:r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72D65C3E-8FBF-A130-ABAC-64E207C551A8}"/>
              </a:ext>
            </a:extLst>
          </p:cNvPr>
          <p:cNvSpPr/>
          <p:nvPr/>
        </p:nvSpPr>
        <p:spPr>
          <a:xfrm>
            <a:off x="208580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EC3AC2CC-DB47-8B6E-5A18-D698323B5E2F}"/>
              </a:ext>
            </a:extLst>
          </p:cNvPr>
          <p:cNvSpPr/>
          <p:nvPr/>
        </p:nvSpPr>
        <p:spPr>
          <a:xfrm>
            <a:off x="241679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62705B82-0A9E-C145-8062-EB2CF01BB6DB}"/>
              </a:ext>
            </a:extLst>
          </p:cNvPr>
          <p:cNvSpPr/>
          <p:nvPr/>
        </p:nvSpPr>
        <p:spPr>
          <a:xfrm>
            <a:off x="2748924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E84268DD-5875-DA96-BEDB-2A49B87C9673}"/>
              </a:ext>
            </a:extLst>
          </p:cNvPr>
          <p:cNvSpPr/>
          <p:nvPr/>
        </p:nvSpPr>
        <p:spPr>
          <a:xfrm>
            <a:off x="307991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B0D51E1B-6AF4-D91D-9596-A760E89F1BE9}"/>
              </a:ext>
            </a:extLst>
          </p:cNvPr>
          <p:cNvSpPr/>
          <p:nvPr/>
        </p:nvSpPr>
        <p:spPr>
          <a:xfrm>
            <a:off x="341604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B5617C74-BC31-3745-6B3F-4F2DA2D74288}"/>
              </a:ext>
            </a:extLst>
          </p:cNvPr>
          <p:cNvSpPr/>
          <p:nvPr/>
        </p:nvSpPr>
        <p:spPr>
          <a:xfrm>
            <a:off x="3747029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498468D7-AF05-D24D-662C-8E84A9D36723}"/>
              </a:ext>
            </a:extLst>
          </p:cNvPr>
          <p:cNvSpPr/>
          <p:nvPr/>
        </p:nvSpPr>
        <p:spPr>
          <a:xfrm>
            <a:off x="407916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D0E7B0C9-3473-6EA2-19FE-AD5E6673B3DE}"/>
              </a:ext>
            </a:extLst>
          </p:cNvPr>
          <p:cNvSpPr/>
          <p:nvPr/>
        </p:nvSpPr>
        <p:spPr>
          <a:xfrm>
            <a:off x="441015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0" name="Oval 679">
            <a:extLst>
              <a:ext uri="{FF2B5EF4-FFF2-40B4-BE49-F238E27FC236}">
                <a16:creationId xmlns:a16="http://schemas.microsoft.com/office/drawing/2014/main" id="{82B56CA0-BB51-3444-28E4-F6452C5676B1}"/>
              </a:ext>
            </a:extLst>
          </p:cNvPr>
          <p:cNvSpPr/>
          <p:nvPr/>
        </p:nvSpPr>
        <p:spPr>
          <a:xfrm>
            <a:off x="2375307" y="615235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81" name="Oval 680">
            <a:extLst>
              <a:ext uri="{FF2B5EF4-FFF2-40B4-BE49-F238E27FC236}">
                <a16:creationId xmlns:a16="http://schemas.microsoft.com/office/drawing/2014/main" id="{789EF1E7-1EA3-8BC4-AE08-635460810126}"/>
              </a:ext>
            </a:extLst>
          </p:cNvPr>
          <p:cNvSpPr/>
          <p:nvPr/>
        </p:nvSpPr>
        <p:spPr>
          <a:xfrm>
            <a:off x="1779996" y="604694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2" name="Rectangle: Rounded Corners 691">
            <a:extLst>
              <a:ext uri="{FF2B5EF4-FFF2-40B4-BE49-F238E27FC236}">
                <a16:creationId xmlns:a16="http://schemas.microsoft.com/office/drawing/2014/main" id="{72E701A6-D732-3C52-02A8-A9AC70C9E897}"/>
              </a:ext>
            </a:extLst>
          </p:cNvPr>
          <p:cNvSpPr/>
          <p:nvPr/>
        </p:nvSpPr>
        <p:spPr>
          <a:xfrm>
            <a:off x="2543271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93" name="Rectangle: Rounded Corners 692">
            <a:extLst>
              <a:ext uri="{FF2B5EF4-FFF2-40B4-BE49-F238E27FC236}">
                <a16:creationId xmlns:a16="http://schemas.microsoft.com/office/drawing/2014/main" id="{077C4AA9-0FE1-D44E-C814-D631305C6009}"/>
              </a:ext>
            </a:extLst>
          </p:cNvPr>
          <p:cNvSpPr/>
          <p:nvPr/>
        </p:nvSpPr>
        <p:spPr>
          <a:xfrm>
            <a:off x="3466137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/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" name="TextBox 716">
            <a:extLst>
              <a:ext uri="{FF2B5EF4-FFF2-40B4-BE49-F238E27FC236}">
                <a16:creationId xmlns:a16="http://schemas.microsoft.com/office/drawing/2014/main" id="{06ACD411-3A92-73C4-00E3-D10381060B9D}"/>
              </a:ext>
            </a:extLst>
          </p:cNvPr>
          <p:cNvSpPr txBox="1"/>
          <p:nvPr/>
        </p:nvSpPr>
        <p:spPr>
          <a:xfrm>
            <a:off x="6036310" y="88617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0.565</a:t>
            </a: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00965FF6-6A33-6746-287A-856F6FCFE9A3}"/>
              </a:ext>
            </a:extLst>
          </p:cNvPr>
          <p:cNvSpPr/>
          <p:nvPr/>
        </p:nvSpPr>
        <p:spPr>
          <a:xfrm>
            <a:off x="666972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BA792473-BC0D-AB54-076D-8858FC1EF1B9}"/>
              </a:ext>
            </a:extLst>
          </p:cNvPr>
          <p:cNvSpPr/>
          <p:nvPr/>
        </p:nvSpPr>
        <p:spPr>
          <a:xfrm>
            <a:off x="7000715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9427060A-3A95-6340-2F41-E5C6339B739C}"/>
              </a:ext>
            </a:extLst>
          </p:cNvPr>
          <p:cNvSpPr/>
          <p:nvPr/>
        </p:nvSpPr>
        <p:spPr>
          <a:xfrm>
            <a:off x="7332848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BF0AD192-1EAA-90FF-4F9B-081228954B1B}"/>
              </a:ext>
            </a:extLst>
          </p:cNvPr>
          <p:cNvSpPr/>
          <p:nvPr/>
        </p:nvSpPr>
        <p:spPr>
          <a:xfrm>
            <a:off x="766383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11E6842D-DAD8-2305-4173-966BC109127D}"/>
              </a:ext>
            </a:extLst>
          </p:cNvPr>
          <p:cNvSpPr/>
          <p:nvPr/>
        </p:nvSpPr>
        <p:spPr>
          <a:xfrm>
            <a:off x="799520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39454945-6F2E-C618-F1C1-BDA103220845}"/>
              </a:ext>
            </a:extLst>
          </p:cNvPr>
          <p:cNvSpPr/>
          <p:nvPr/>
        </p:nvSpPr>
        <p:spPr>
          <a:xfrm>
            <a:off x="8326190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B3177DFB-31E4-3EB0-350D-5C3054A2D325}"/>
              </a:ext>
            </a:extLst>
          </p:cNvPr>
          <p:cNvSpPr/>
          <p:nvPr/>
        </p:nvSpPr>
        <p:spPr>
          <a:xfrm>
            <a:off x="8658322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052E1E08-937C-B535-C788-105AD614FC31}"/>
              </a:ext>
            </a:extLst>
          </p:cNvPr>
          <p:cNvSpPr/>
          <p:nvPr/>
        </p:nvSpPr>
        <p:spPr>
          <a:xfrm>
            <a:off x="898931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19" name="Oval 718">
            <a:extLst>
              <a:ext uri="{FF2B5EF4-FFF2-40B4-BE49-F238E27FC236}">
                <a16:creationId xmlns:a16="http://schemas.microsoft.com/office/drawing/2014/main" id="{7A1D8124-186E-BD01-5CD2-C82E0D814108}"/>
              </a:ext>
            </a:extLst>
          </p:cNvPr>
          <p:cNvSpPr/>
          <p:nvPr/>
        </p:nvSpPr>
        <p:spPr>
          <a:xfrm>
            <a:off x="6959231" y="98281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8CA83A37-B449-1E19-55A0-60606695ED3D}"/>
              </a:ext>
            </a:extLst>
          </p:cNvPr>
          <p:cNvSpPr/>
          <p:nvPr/>
        </p:nvSpPr>
        <p:spPr>
          <a:xfrm>
            <a:off x="627819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2" name="Oval 951">
            <a:extLst>
              <a:ext uri="{FF2B5EF4-FFF2-40B4-BE49-F238E27FC236}">
                <a16:creationId xmlns:a16="http://schemas.microsoft.com/office/drawing/2014/main" id="{32BE30A9-8920-2E2B-D27B-8AA62B7735AD}"/>
              </a:ext>
            </a:extLst>
          </p:cNvPr>
          <p:cNvSpPr/>
          <p:nvPr/>
        </p:nvSpPr>
        <p:spPr>
          <a:xfrm>
            <a:off x="644964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1" name="Rectangle: Rounded Corners 710">
            <a:extLst>
              <a:ext uri="{FF2B5EF4-FFF2-40B4-BE49-F238E27FC236}">
                <a16:creationId xmlns:a16="http://schemas.microsoft.com/office/drawing/2014/main" id="{EBE16CDA-A8DD-71DC-AB89-6F7BCEA6BAFA}"/>
              </a:ext>
            </a:extLst>
          </p:cNvPr>
          <p:cNvSpPr/>
          <p:nvPr/>
        </p:nvSpPr>
        <p:spPr>
          <a:xfrm>
            <a:off x="6655707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/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0" name="TextBox 769">
            <a:extLst>
              <a:ext uri="{FF2B5EF4-FFF2-40B4-BE49-F238E27FC236}">
                <a16:creationId xmlns:a16="http://schemas.microsoft.com/office/drawing/2014/main" id="{92307ABF-3A70-1148-B464-90972F9F58C0}"/>
              </a:ext>
            </a:extLst>
          </p:cNvPr>
          <p:cNvSpPr txBox="1"/>
          <p:nvPr/>
        </p:nvSpPr>
        <p:spPr>
          <a:xfrm>
            <a:off x="5594771" y="105091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Е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772" name="TextBox 771">
            <a:extLst>
              <a:ext uri="{FF2B5EF4-FFF2-40B4-BE49-F238E27FC236}">
                <a16:creationId xmlns:a16="http://schemas.microsoft.com/office/drawing/2014/main" id="{928974AC-D53E-A1C0-3E39-2883FAC1C877}"/>
              </a:ext>
            </a:extLst>
          </p:cNvPr>
          <p:cNvSpPr txBox="1"/>
          <p:nvPr/>
        </p:nvSpPr>
        <p:spPr>
          <a:xfrm>
            <a:off x="6036310" y="155132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</a:t>
            </a: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BB953D4A-FBDC-01CD-0581-C94D7C0175E1}"/>
              </a:ext>
            </a:extLst>
          </p:cNvPr>
          <p:cNvSpPr/>
          <p:nvPr/>
        </p:nvSpPr>
        <p:spPr>
          <a:xfrm>
            <a:off x="666972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E8CF6D30-1735-B2FF-AB28-F36A9A986BEA}"/>
              </a:ext>
            </a:extLst>
          </p:cNvPr>
          <p:cNvSpPr/>
          <p:nvPr/>
        </p:nvSpPr>
        <p:spPr>
          <a:xfrm>
            <a:off x="7000715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A93AA3D6-0B2E-D130-37D3-E37DF171D67E}"/>
              </a:ext>
            </a:extLst>
          </p:cNvPr>
          <p:cNvSpPr/>
          <p:nvPr/>
        </p:nvSpPr>
        <p:spPr>
          <a:xfrm>
            <a:off x="7332848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0" name="Rectangle 779">
            <a:extLst>
              <a:ext uri="{FF2B5EF4-FFF2-40B4-BE49-F238E27FC236}">
                <a16:creationId xmlns:a16="http://schemas.microsoft.com/office/drawing/2014/main" id="{18BB0725-0CD0-7161-5789-21744835F6C6}"/>
              </a:ext>
            </a:extLst>
          </p:cNvPr>
          <p:cNvSpPr/>
          <p:nvPr/>
        </p:nvSpPr>
        <p:spPr>
          <a:xfrm>
            <a:off x="766383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2E77A8AD-BFC3-F889-D4FA-B3CC15391244}"/>
              </a:ext>
            </a:extLst>
          </p:cNvPr>
          <p:cNvSpPr/>
          <p:nvPr/>
        </p:nvSpPr>
        <p:spPr>
          <a:xfrm>
            <a:off x="799520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FE313957-69BD-5FE1-4867-E3DD3A640EC8}"/>
              </a:ext>
            </a:extLst>
          </p:cNvPr>
          <p:cNvSpPr/>
          <p:nvPr/>
        </p:nvSpPr>
        <p:spPr>
          <a:xfrm>
            <a:off x="8326190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5965ACCC-A0AA-097D-5FED-F8519650E007}"/>
              </a:ext>
            </a:extLst>
          </p:cNvPr>
          <p:cNvSpPr/>
          <p:nvPr/>
        </p:nvSpPr>
        <p:spPr>
          <a:xfrm>
            <a:off x="8658322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0FD524F0-B9E2-F3B0-DB79-D07D01CCE69E}"/>
              </a:ext>
            </a:extLst>
          </p:cNvPr>
          <p:cNvSpPr/>
          <p:nvPr/>
        </p:nvSpPr>
        <p:spPr>
          <a:xfrm>
            <a:off x="898931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4" name="Oval 773">
            <a:extLst>
              <a:ext uri="{FF2B5EF4-FFF2-40B4-BE49-F238E27FC236}">
                <a16:creationId xmlns:a16="http://schemas.microsoft.com/office/drawing/2014/main" id="{D23BA631-0DC4-AE89-1791-74330EC7AFCA}"/>
              </a:ext>
            </a:extLst>
          </p:cNvPr>
          <p:cNvSpPr/>
          <p:nvPr/>
        </p:nvSpPr>
        <p:spPr>
          <a:xfrm>
            <a:off x="6959231" y="2517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76" name="Oval 775">
            <a:extLst>
              <a:ext uri="{FF2B5EF4-FFF2-40B4-BE49-F238E27FC236}">
                <a16:creationId xmlns:a16="http://schemas.microsoft.com/office/drawing/2014/main" id="{95346F91-3919-0BD1-C356-D4504B0005B4}"/>
              </a:ext>
            </a:extLst>
          </p:cNvPr>
          <p:cNvSpPr/>
          <p:nvPr/>
        </p:nvSpPr>
        <p:spPr>
          <a:xfrm>
            <a:off x="6268670" y="1463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86" name="TextBox 785">
            <a:extLst>
              <a:ext uri="{FF2B5EF4-FFF2-40B4-BE49-F238E27FC236}">
                <a16:creationId xmlns:a16="http://schemas.microsoft.com/office/drawing/2014/main" id="{F7724752-CA21-54CE-C49A-A45BCA1FDC89}"/>
              </a:ext>
            </a:extLst>
          </p:cNvPr>
          <p:cNvSpPr txBox="1"/>
          <p:nvPr/>
        </p:nvSpPr>
        <p:spPr>
          <a:xfrm>
            <a:off x="6036310" y="51946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</a:t>
            </a: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542CEE91-37A3-9290-13AF-DD37DA4C6BF0}"/>
              </a:ext>
            </a:extLst>
          </p:cNvPr>
          <p:cNvSpPr/>
          <p:nvPr/>
        </p:nvSpPr>
        <p:spPr>
          <a:xfrm>
            <a:off x="666972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F9B79DCF-BF25-FAD8-93EE-016FE6AB7376}"/>
              </a:ext>
            </a:extLst>
          </p:cNvPr>
          <p:cNvSpPr/>
          <p:nvPr/>
        </p:nvSpPr>
        <p:spPr>
          <a:xfrm>
            <a:off x="7000715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DDB4E256-EDE9-CFD4-7217-DE0FD4BD3E0A}"/>
              </a:ext>
            </a:extLst>
          </p:cNvPr>
          <p:cNvSpPr/>
          <p:nvPr/>
        </p:nvSpPr>
        <p:spPr>
          <a:xfrm>
            <a:off x="7332848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411FC53E-CE82-A45B-C326-D7BC50FE9ECC}"/>
              </a:ext>
            </a:extLst>
          </p:cNvPr>
          <p:cNvSpPr/>
          <p:nvPr/>
        </p:nvSpPr>
        <p:spPr>
          <a:xfrm>
            <a:off x="766383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83BABAB4-1EB8-9802-028D-16C75172DA5B}"/>
              </a:ext>
            </a:extLst>
          </p:cNvPr>
          <p:cNvSpPr/>
          <p:nvPr/>
        </p:nvSpPr>
        <p:spPr>
          <a:xfrm>
            <a:off x="799520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90763239-5E1D-8858-90C6-B67EC5E817F9}"/>
              </a:ext>
            </a:extLst>
          </p:cNvPr>
          <p:cNvSpPr/>
          <p:nvPr/>
        </p:nvSpPr>
        <p:spPr>
          <a:xfrm>
            <a:off x="8326190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DDBE5655-D30A-7477-F65C-ABFE43734619}"/>
              </a:ext>
            </a:extLst>
          </p:cNvPr>
          <p:cNvSpPr/>
          <p:nvPr/>
        </p:nvSpPr>
        <p:spPr>
          <a:xfrm>
            <a:off x="8658322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3553E47B-3932-02A9-EF7F-C930A4A3C29B}"/>
              </a:ext>
            </a:extLst>
          </p:cNvPr>
          <p:cNvSpPr/>
          <p:nvPr/>
        </p:nvSpPr>
        <p:spPr>
          <a:xfrm>
            <a:off x="898931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8" name="Oval 787">
            <a:extLst>
              <a:ext uri="{FF2B5EF4-FFF2-40B4-BE49-F238E27FC236}">
                <a16:creationId xmlns:a16="http://schemas.microsoft.com/office/drawing/2014/main" id="{7ACE2C41-50D9-FAFB-C58C-C8E5F0454ED3}"/>
              </a:ext>
            </a:extLst>
          </p:cNvPr>
          <p:cNvSpPr/>
          <p:nvPr/>
        </p:nvSpPr>
        <p:spPr>
          <a:xfrm>
            <a:off x="6959231" y="61610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89" name="Oval 788">
            <a:extLst>
              <a:ext uri="{FF2B5EF4-FFF2-40B4-BE49-F238E27FC236}">
                <a16:creationId xmlns:a16="http://schemas.microsoft.com/office/drawing/2014/main" id="{BBDB5E75-973F-50CC-D0AA-F0598F62670C}"/>
              </a:ext>
            </a:extLst>
          </p:cNvPr>
          <p:cNvSpPr/>
          <p:nvPr/>
        </p:nvSpPr>
        <p:spPr>
          <a:xfrm>
            <a:off x="6363920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3" name="Oval 952">
            <a:extLst>
              <a:ext uri="{FF2B5EF4-FFF2-40B4-BE49-F238E27FC236}">
                <a16:creationId xmlns:a16="http://schemas.microsoft.com/office/drawing/2014/main" id="{29D08EC1-F18F-ACB9-1896-ABB18690C2BB}"/>
              </a:ext>
            </a:extLst>
          </p:cNvPr>
          <p:cNvSpPr/>
          <p:nvPr/>
        </p:nvSpPr>
        <p:spPr>
          <a:xfrm>
            <a:off x="6278195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1" name="Rectangle: Rounded Corners 800">
            <a:extLst>
              <a:ext uri="{FF2B5EF4-FFF2-40B4-BE49-F238E27FC236}">
                <a16:creationId xmlns:a16="http://schemas.microsoft.com/office/drawing/2014/main" id="{A595BA5A-7B46-31D1-0130-8D2F8321DF71}"/>
              </a:ext>
            </a:extLst>
          </p:cNvPr>
          <p:cNvSpPr/>
          <p:nvPr/>
        </p:nvSpPr>
        <p:spPr>
          <a:xfrm>
            <a:off x="7579632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02" name="Rectangle: Rounded Corners 801">
            <a:extLst>
              <a:ext uri="{FF2B5EF4-FFF2-40B4-BE49-F238E27FC236}">
                <a16:creationId xmlns:a16="http://schemas.microsoft.com/office/drawing/2014/main" id="{E9AF8A4F-70B5-F2BE-2F20-8B185343C1EE}"/>
              </a:ext>
            </a:extLst>
          </p:cNvPr>
          <p:cNvSpPr/>
          <p:nvPr/>
        </p:nvSpPr>
        <p:spPr>
          <a:xfrm>
            <a:off x="8502498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/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2" name="TextBox 841">
            <a:extLst>
              <a:ext uri="{FF2B5EF4-FFF2-40B4-BE49-F238E27FC236}">
                <a16:creationId xmlns:a16="http://schemas.microsoft.com/office/drawing/2014/main" id="{058B05B0-39AE-B4EC-661B-B7E7B0CFA5CB}"/>
              </a:ext>
            </a:extLst>
          </p:cNvPr>
          <p:cNvSpPr txBox="1"/>
          <p:nvPr/>
        </p:nvSpPr>
        <p:spPr>
          <a:xfrm>
            <a:off x="5254913" y="261522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7EF374E8-CF9A-AE62-76EA-F43EC6EF29E8}"/>
              </a:ext>
            </a:extLst>
          </p:cNvPr>
          <p:cNvSpPr/>
          <p:nvPr/>
        </p:nvSpPr>
        <p:spPr>
          <a:xfrm>
            <a:off x="588833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F86C7802-3B68-A8EF-E410-8C19224F6985}"/>
              </a:ext>
            </a:extLst>
          </p:cNvPr>
          <p:cNvSpPr/>
          <p:nvPr/>
        </p:nvSpPr>
        <p:spPr>
          <a:xfrm>
            <a:off x="6219318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7E81A773-DA49-582C-F225-29ACD9516307}"/>
              </a:ext>
            </a:extLst>
          </p:cNvPr>
          <p:cNvSpPr/>
          <p:nvPr/>
        </p:nvSpPr>
        <p:spPr>
          <a:xfrm>
            <a:off x="6551451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8CE325EC-83B2-0D3D-A0B1-A86DFC8806B9}"/>
              </a:ext>
            </a:extLst>
          </p:cNvPr>
          <p:cNvSpPr/>
          <p:nvPr/>
        </p:nvSpPr>
        <p:spPr>
          <a:xfrm>
            <a:off x="688244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742CD5A0-6D09-2F32-012E-984FBEA0B566}"/>
              </a:ext>
            </a:extLst>
          </p:cNvPr>
          <p:cNvSpPr/>
          <p:nvPr/>
        </p:nvSpPr>
        <p:spPr>
          <a:xfrm>
            <a:off x="721380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19582E52-2A19-B8F3-281F-EB80E4CC2CD4}"/>
              </a:ext>
            </a:extLst>
          </p:cNvPr>
          <p:cNvSpPr/>
          <p:nvPr/>
        </p:nvSpPr>
        <p:spPr>
          <a:xfrm>
            <a:off x="7544793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E0160987-8A23-C941-0C20-B6EE5EDDBF72}"/>
              </a:ext>
            </a:extLst>
          </p:cNvPr>
          <p:cNvSpPr/>
          <p:nvPr/>
        </p:nvSpPr>
        <p:spPr>
          <a:xfrm>
            <a:off x="7876925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AB7CCC4-AE86-70F8-59F2-4BCC772B0F1C}"/>
              </a:ext>
            </a:extLst>
          </p:cNvPr>
          <p:cNvSpPr/>
          <p:nvPr/>
        </p:nvSpPr>
        <p:spPr>
          <a:xfrm>
            <a:off x="820791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4" name="Oval 843">
            <a:extLst>
              <a:ext uri="{FF2B5EF4-FFF2-40B4-BE49-F238E27FC236}">
                <a16:creationId xmlns:a16="http://schemas.microsoft.com/office/drawing/2014/main" id="{619D077F-466D-A4B9-0E2E-A89A03E9CF78}"/>
              </a:ext>
            </a:extLst>
          </p:cNvPr>
          <p:cNvSpPr/>
          <p:nvPr/>
        </p:nvSpPr>
        <p:spPr>
          <a:xfrm>
            <a:off x="6177834" y="271185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45" name="Oval 844">
            <a:extLst>
              <a:ext uri="{FF2B5EF4-FFF2-40B4-BE49-F238E27FC236}">
                <a16:creationId xmlns:a16="http://schemas.microsoft.com/office/drawing/2014/main" id="{394DC69E-AA79-BCF7-96F3-AF0C42A4A8C4}"/>
              </a:ext>
            </a:extLst>
          </p:cNvPr>
          <p:cNvSpPr/>
          <p:nvPr/>
        </p:nvSpPr>
        <p:spPr>
          <a:xfrm>
            <a:off x="5668248" y="260644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7" name="Rectangle: Rounded Corners 806">
            <a:extLst>
              <a:ext uri="{FF2B5EF4-FFF2-40B4-BE49-F238E27FC236}">
                <a16:creationId xmlns:a16="http://schemas.microsoft.com/office/drawing/2014/main" id="{8D472BF1-2659-F07D-867D-6EAB70EA337B}"/>
              </a:ext>
            </a:extLst>
          </p:cNvPr>
          <p:cNvSpPr/>
          <p:nvPr/>
        </p:nvSpPr>
        <p:spPr>
          <a:xfrm>
            <a:off x="5874310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/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1" name="TextBox 810">
            <a:extLst>
              <a:ext uri="{FF2B5EF4-FFF2-40B4-BE49-F238E27FC236}">
                <a16:creationId xmlns:a16="http://schemas.microsoft.com/office/drawing/2014/main" id="{0D3BDF83-A0BB-2161-F5A0-37EFB0719406}"/>
              </a:ext>
            </a:extLst>
          </p:cNvPr>
          <p:cNvSpPr txBox="1"/>
          <p:nvPr/>
        </p:nvSpPr>
        <p:spPr>
          <a:xfrm>
            <a:off x="4813375" y="1834138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Ё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29" name="TextBox 828">
            <a:extLst>
              <a:ext uri="{FF2B5EF4-FFF2-40B4-BE49-F238E27FC236}">
                <a16:creationId xmlns:a16="http://schemas.microsoft.com/office/drawing/2014/main" id="{D7411E0C-FBC6-7C39-26AD-D78E31CEF4C4}"/>
              </a:ext>
            </a:extLst>
          </p:cNvPr>
          <p:cNvSpPr txBox="1"/>
          <p:nvPr/>
        </p:nvSpPr>
        <p:spPr>
          <a:xfrm>
            <a:off x="5254913" y="188417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EFC45BF6-FB92-E0DB-E471-1C78ED4A17E9}"/>
              </a:ext>
            </a:extLst>
          </p:cNvPr>
          <p:cNvSpPr/>
          <p:nvPr/>
        </p:nvSpPr>
        <p:spPr>
          <a:xfrm>
            <a:off x="588833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A1B0512B-4243-1DEF-D36C-1C18125F83FE}"/>
              </a:ext>
            </a:extLst>
          </p:cNvPr>
          <p:cNvSpPr/>
          <p:nvPr/>
        </p:nvSpPr>
        <p:spPr>
          <a:xfrm>
            <a:off x="6219318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08D3D5FF-FAC0-6C85-9E01-83212CD050B2}"/>
              </a:ext>
            </a:extLst>
          </p:cNvPr>
          <p:cNvSpPr/>
          <p:nvPr/>
        </p:nvSpPr>
        <p:spPr>
          <a:xfrm>
            <a:off x="6551451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2ED91426-116B-231D-2141-37D0B7A6C9E6}"/>
              </a:ext>
            </a:extLst>
          </p:cNvPr>
          <p:cNvSpPr/>
          <p:nvPr/>
        </p:nvSpPr>
        <p:spPr>
          <a:xfrm>
            <a:off x="688244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8A39D210-189C-8B3B-5E31-25A25FD462C7}"/>
              </a:ext>
            </a:extLst>
          </p:cNvPr>
          <p:cNvSpPr/>
          <p:nvPr/>
        </p:nvSpPr>
        <p:spPr>
          <a:xfrm>
            <a:off x="721380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A639D860-637A-756C-9818-D85795446D75}"/>
              </a:ext>
            </a:extLst>
          </p:cNvPr>
          <p:cNvSpPr/>
          <p:nvPr/>
        </p:nvSpPr>
        <p:spPr>
          <a:xfrm>
            <a:off x="7544793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04B76A30-6A42-11C6-08D1-734E3C6B9452}"/>
              </a:ext>
            </a:extLst>
          </p:cNvPr>
          <p:cNvSpPr/>
          <p:nvPr/>
        </p:nvSpPr>
        <p:spPr>
          <a:xfrm>
            <a:off x="7876925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29E1E806-8D1D-8473-D156-08F61C9FDEB6}"/>
              </a:ext>
            </a:extLst>
          </p:cNvPr>
          <p:cNvSpPr/>
          <p:nvPr/>
        </p:nvSpPr>
        <p:spPr>
          <a:xfrm>
            <a:off x="820791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1" name="Oval 830">
            <a:extLst>
              <a:ext uri="{FF2B5EF4-FFF2-40B4-BE49-F238E27FC236}">
                <a16:creationId xmlns:a16="http://schemas.microsoft.com/office/drawing/2014/main" id="{77580DB1-13CC-DEB2-315C-4EB14384077E}"/>
              </a:ext>
            </a:extLst>
          </p:cNvPr>
          <p:cNvSpPr/>
          <p:nvPr/>
        </p:nvSpPr>
        <p:spPr>
          <a:xfrm>
            <a:off x="6177834" y="198081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32" name="Oval 831">
            <a:extLst>
              <a:ext uri="{FF2B5EF4-FFF2-40B4-BE49-F238E27FC236}">
                <a16:creationId xmlns:a16="http://schemas.microsoft.com/office/drawing/2014/main" id="{9B903DBA-1591-EE8D-1A4D-93D0B0E0872C}"/>
              </a:ext>
            </a:extLst>
          </p:cNvPr>
          <p:cNvSpPr/>
          <p:nvPr/>
        </p:nvSpPr>
        <p:spPr>
          <a:xfrm>
            <a:off x="5677772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3" name="Oval 832">
            <a:extLst>
              <a:ext uri="{FF2B5EF4-FFF2-40B4-BE49-F238E27FC236}">
                <a16:creationId xmlns:a16="http://schemas.microsoft.com/office/drawing/2014/main" id="{780D81EB-C666-2B2B-17BA-4CB362684DDE}"/>
              </a:ext>
            </a:extLst>
          </p:cNvPr>
          <p:cNvSpPr/>
          <p:nvPr/>
        </p:nvSpPr>
        <p:spPr>
          <a:xfrm>
            <a:off x="5487273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7" name="TextBox 816">
            <a:extLst>
              <a:ext uri="{FF2B5EF4-FFF2-40B4-BE49-F238E27FC236}">
                <a16:creationId xmlns:a16="http://schemas.microsoft.com/office/drawing/2014/main" id="{C737F129-1C1D-5E84-C60D-AC364AB85068}"/>
              </a:ext>
            </a:extLst>
          </p:cNvPr>
          <p:cNvSpPr txBox="1"/>
          <p:nvPr/>
        </p:nvSpPr>
        <p:spPr>
          <a:xfrm>
            <a:off x="5254913" y="224850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C76D1B95-3F3C-3EB6-BA12-852BFC316625}"/>
              </a:ext>
            </a:extLst>
          </p:cNvPr>
          <p:cNvSpPr/>
          <p:nvPr/>
        </p:nvSpPr>
        <p:spPr>
          <a:xfrm>
            <a:off x="588833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6D26D4D5-7210-35CD-0100-50BEDE4D1C34}"/>
              </a:ext>
            </a:extLst>
          </p:cNvPr>
          <p:cNvSpPr/>
          <p:nvPr/>
        </p:nvSpPr>
        <p:spPr>
          <a:xfrm>
            <a:off x="6219318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E9826667-275E-630B-7746-F5DCE4DFF606}"/>
              </a:ext>
            </a:extLst>
          </p:cNvPr>
          <p:cNvSpPr/>
          <p:nvPr/>
        </p:nvSpPr>
        <p:spPr>
          <a:xfrm>
            <a:off x="6551451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1BD7DC18-82CC-AA74-A087-628F6443B497}"/>
              </a:ext>
            </a:extLst>
          </p:cNvPr>
          <p:cNvSpPr/>
          <p:nvPr/>
        </p:nvSpPr>
        <p:spPr>
          <a:xfrm>
            <a:off x="688244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BD6514A9-5C7D-4CF6-6C58-4FC9006E6946}"/>
              </a:ext>
            </a:extLst>
          </p:cNvPr>
          <p:cNvSpPr/>
          <p:nvPr/>
        </p:nvSpPr>
        <p:spPr>
          <a:xfrm>
            <a:off x="721380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F68A5B17-4296-3E49-5D28-10027335C725}"/>
              </a:ext>
            </a:extLst>
          </p:cNvPr>
          <p:cNvSpPr/>
          <p:nvPr/>
        </p:nvSpPr>
        <p:spPr>
          <a:xfrm>
            <a:off x="7544793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F425FC8D-ABED-FCDF-BBB3-EE74C88846F0}"/>
              </a:ext>
            </a:extLst>
          </p:cNvPr>
          <p:cNvSpPr/>
          <p:nvPr/>
        </p:nvSpPr>
        <p:spPr>
          <a:xfrm>
            <a:off x="7876925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7BC58D4B-3C7A-D5B7-2BCB-5CCBBA9C6F47}"/>
              </a:ext>
            </a:extLst>
          </p:cNvPr>
          <p:cNvSpPr/>
          <p:nvPr/>
        </p:nvSpPr>
        <p:spPr>
          <a:xfrm>
            <a:off x="820791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19" name="Oval 818">
            <a:extLst>
              <a:ext uri="{FF2B5EF4-FFF2-40B4-BE49-F238E27FC236}">
                <a16:creationId xmlns:a16="http://schemas.microsoft.com/office/drawing/2014/main" id="{48E991DB-765C-95DA-D347-F2EC4BDB206E}"/>
              </a:ext>
            </a:extLst>
          </p:cNvPr>
          <p:cNvSpPr/>
          <p:nvPr/>
        </p:nvSpPr>
        <p:spPr>
          <a:xfrm>
            <a:off x="6177834" y="234514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20" name="Oval 819">
            <a:extLst>
              <a:ext uri="{FF2B5EF4-FFF2-40B4-BE49-F238E27FC236}">
                <a16:creationId xmlns:a16="http://schemas.microsoft.com/office/drawing/2014/main" id="{EE9A26DE-207A-4B4F-0BFE-D99388596576}"/>
              </a:ext>
            </a:extLst>
          </p:cNvPr>
          <p:cNvSpPr/>
          <p:nvPr/>
        </p:nvSpPr>
        <p:spPr>
          <a:xfrm>
            <a:off x="5582523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3" name="Oval 1152">
            <a:extLst>
              <a:ext uri="{FF2B5EF4-FFF2-40B4-BE49-F238E27FC236}">
                <a16:creationId xmlns:a16="http://schemas.microsoft.com/office/drawing/2014/main" id="{9BDDF08B-A715-C81C-3E4A-7BF9D0157E17}"/>
              </a:ext>
            </a:extLst>
          </p:cNvPr>
          <p:cNvSpPr/>
          <p:nvPr/>
        </p:nvSpPr>
        <p:spPr>
          <a:xfrm>
            <a:off x="5670629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4" name="Rectangle: Rounded Corners 813">
            <a:extLst>
              <a:ext uri="{FF2B5EF4-FFF2-40B4-BE49-F238E27FC236}">
                <a16:creationId xmlns:a16="http://schemas.microsoft.com/office/drawing/2014/main" id="{1A700CB6-433A-C076-C044-262F97E4B0AD}"/>
              </a:ext>
            </a:extLst>
          </p:cNvPr>
          <p:cNvSpPr/>
          <p:nvPr/>
        </p:nvSpPr>
        <p:spPr>
          <a:xfrm>
            <a:off x="6798235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15" name="Rectangle: Rounded Corners 814">
            <a:extLst>
              <a:ext uri="{FF2B5EF4-FFF2-40B4-BE49-F238E27FC236}">
                <a16:creationId xmlns:a16="http://schemas.microsoft.com/office/drawing/2014/main" id="{D93E3938-BA83-FE60-B2EA-F4D4D82C5938}"/>
              </a:ext>
            </a:extLst>
          </p:cNvPr>
          <p:cNvSpPr/>
          <p:nvPr/>
        </p:nvSpPr>
        <p:spPr>
          <a:xfrm>
            <a:off x="7721101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/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2" name="TextBox 1091">
            <a:extLst>
              <a:ext uri="{FF2B5EF4-FFF2-40B4-BE49-F238E27FC236}">
                <a16:creationId xmlns:a16="http://schemas.microsoft.com/office/drawing/2014/main" id="{B20198AC-CC5E-6950-93AF-0DF51688A526}"/>
              </a:ext>
            </a:extLst>
          </p:cNvPr>
          <p:cNvSpPr txBox="1"/>
          <p:nvPr/>
        </p:nvSpPr>
        <p:spPr>
          <a:xfrm>
            <a:off x="6036310" y="434011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</a:t>
            </a:r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7D515F1A-B358-E66C-39E6-378FF1757E51}"/>
              </a:ext>
            </a:extLst>
          </p:cNvPr>
          <p:cNvSpPr/>
          <p:nvPr/>
        </p:nvSpPr>
        <p:spPr>
          <a:xfrm>
            <a:off x="666972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3A7DF625-B76D-B372-50A1-E31990B63F71}"/>
              </a:ext>
            </a:extLst>
          </p:cNvPr>
          <p:cNvSpPr/>
          <p:nvPr/>
        </p:nvSpPr>
        <p:spPr>
          <a:xfrm>
            <a:off x="7000715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B0FCEF06-3A11-D614-D55E-352E4059DF7F}"/>
              </a:ext>
            </a:extLst>
          </p:cNvPr>
          <p:cNvSpPr/>
          <p:nvPr/>
        </p:nvSpPr>
        <p:spPr>
          <a:xfrm>
            <a:off x="7332848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DBF00822-AF29-C8A7-AE68-F074EF0327C7}"/>
              </a:ext>
            </a:extLst>
          </p:cNvPr>
          <p:cNvSpPr/>
          <p:nvPr/>
        </p:nvSpPr>
        <p:spPr>
          <a:xfrm>
            <a:off x="766383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A213080-1630-F436-D06B-2DAAE552456E}"/>
              </a:ext>
            </a:extLst>
          </p:cNvPr>
          <p:cNvSpPr/>
          <p:nvPr/>
        </p:nvSpPr>
        <p:spPr>
          <a:xfrm>
            <a:off x="799520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CF8D0FD8-0885-6F73-5462-43E3C4B14066}"/>
              </a:ext>
            </a:extLst>
          </p:cNvPr>
          <p:cNvSpPr/>
          <p:nvPr/>
        </p:nvSpPr>
        <p:spPr>
          <a:xfrm>
            <a:off x="8326190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79AA4EEF-F7ED-35B7-5A4F-E478C6474187}"/>
              </a:ext>
            </a:extLst>
          </p:cNvPr>
          <p:cNvSpPr/>
          <p:nvPr/>
        </p:nvSpPr>
        <p:spPr>
          <a:xfrm>
            <a:off x="8658322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73107A98-FE00-05D7-67E7-D247AE8722EB}"/>
              </a:ext>
            </a:extLst>
          </p:cNvPr>
          <p:cNvSpPr/>
          <p:nvPr/>
        </p:nvSpPr>
        <p:spPr>
          <a:xfrm>
            <a:off x="898931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3D97929B-88A8-BFDD-DB1A-C4CE750BA243}"/>
              </a:ext>
            </a:extLst>
          </p:cNvPr>
          <p:cNvSpPr/>
          <p:nvPr/>
        </p:nvSpPr>
        <p:spPr>
          <a:xfrm>
            <a:off x="6959231" y="443675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BA1A90DF-CC34-3833-7D68-CCDA69BF6408}"/>
              </a:ext>
            </a:extLst>
          </p:cNvPr>
          <p:cNvSpPr/>
          <p:nvPr/>
        </p:nvSpPr>
        <p:spPr>
          <a:xfrm>
            <a:off x="6363920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7" name="Oval 1156">
            <a:extLst>
              <a:ext uri="{FF2B5EF4-FFF2-40B4-BE49-F238E27FC236}">
                <a16:creationId xmlns:a16="http://schemas.microsoft.com/office/drawing/2014/main" id="{6D8681DB-E667-C60C-C3B0-E0A58067ED47}"/>
              </a:ext>
            </a:extLst>
          </p:cNvPr>
          <p:cNvSpPr/>
          <p:nvPr/>
        </p:nvSpPr>
        <p:spPr>
          <a:xfrm>
            <a:off x="6266289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488E45D2-C2A8-6C38-9119-CA781BD60C38}"/>
              </a:ext>
            </a:extLst>
          </p:cNvPr>
          <p:cNvSpPr/>
          <p:nvPr/>
        </p:nvSpPr>
        <p:spPr>
          <a:xfrm>
            <a:off x="6655707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/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1" name="TextBox 1060">
            <a:extLst>
              <a:ext uri="{FF2B5EF4-FFF2-40B4-BE49-F238E27FC236}">
                <a16:creationId xmlns:a16="http://schemas.microsoft.com/office/drawing/2014/main" id="{B2760E7F-4350-DDFD-3461-679D162C2366}"/>
              </a:ext>
            </a:extLst>
          </p:cNvPr>
          <p:cNvSpPr txBox="1"/>
          <p:nvPr/>
        </p:nvSpPr>
        <p:spPr>
          <a:xfrm>
            <a:off x="5559506" y="3559029"/>
            <a:ext cx="373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FEC1918F-8506-0B7C-407D-CCEEA448368F}"/>
              </a:ext>
            </a:extLst>
          </p:cNvPr>
          <p:cNvSpPr txBox="1"/>
          <p:nvPr/>
        </p:nvSpPr>
        <p:spPr>
          <a:xfrm>
            <a:off x="6036310" y="360907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0.131</a:t>
            </a:r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25529C9E-4458-1625-F34A-99DBA6CA4ED1}"/>
              </a:ext>
            </a:extLst>
          </p:cNvPr>
          <p:cNvSpPr/>
          <p:nvPr/>
        </p:nvSpPr>
        <p:spPr>
          <a:xfrm>
            <a:off x="666972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104D5A61-8824-E775-135F-7D2E2F17C654}"/>
              </a:ext>
            </a:extLst>
          </p:cNvPr>
          <p:cNvSpPr/>
          <p:nvPr/>
        </p:nvSpPr>
        <p:spPr>
          <a:xfrm>
            <a:off x="7000715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497A85F3-6604-2823-2B78-FC38C982F903}"/>
              </a:ext>
            </a:extLst>
          </p:cNvPr>
          <p:cNvSpPr/>
          <p:nvPr/>
        </p:nvSpPr>
        <p:spPr>
          <a:xfrm>
            <a:off x="7332848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4F5FEB6E-72D1-DC80-E00F-3B28CED35718}"/>
              </a:ext>
            </a:extLst>
          </p:cNvPr>
          <p:cNvSpPr/>
          <p:nvPr/>
        </p:nvSpPr>
        <p:spPr>
          <a:xfrm>
            <a:off x="766383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1EDA3CCE-E14B-C122-338D-BD5F656CB10A}"/>
              </a:ext>
            </a:extLst>
          </p:cNvPr>
          <p:cNvSpPr/>
          <p:nvPr/>
        </p:nvSpPr>
        <p:spPr>
          <a:xfrm>
            <a:off x="799520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DAE1C31-6D37-4541-6EA2-0C9C1B000E6C}"/>
              </a:ext>
            </a:extLst>
          </p:cNvPr>
          <p:cNvSpPr/>
          <p:nvPr/>
        </p:nvSpPr>
        <p:spPr>
          <a:xfrm>
            <a:off x="8326190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CE99292F-B6EE-5AB6-FCB8-04598250AFDA}"/>
              </a:ext>
            </a:extLst>
          </p:cNvPr>
          <p:cNvSpPr/>
          <p:nvPr/>
        </p:nvSpPr>
        <p:spPr>
          <a:xfrm>
            <a:off x="8658322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2CB53CE5-6D31-8922-F83D-147C01BA2309}"/>
              </a:ext>
            </a:extLst>
          </p:cNvPr>
          <p:cNvSpPr/>
          <p:nvPr/>
        </p:nvSpPr>
        <p:spPr>
          <a:xfrm>
            <a:off x="898931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D9DC528C-6949-77F3-4F57-5A85EAB09AC6}"/>
              </a:ext>
            </a:extLst>
          </p:cNvPr>
          <p:cNvSpPr/>
          <p:nvPr/>
        </p:nvSpPr>
        <p:spPr>
          <a:xfrm>
            <a:off x="6959231" y="370570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E2D103AB-C188-DC99-4E1A-F7DAC1CD4ABB}"/>
              </a:ext>
            </a:extLst>
          </p:cNvPr>
          <p:cNvSpPr/>
          <p:nvPr/>
        </p:nvSpPr>
        <p:spPr>
          <a:xfrm>
            <a:off x="6459169" y="360029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0FBF79FE-6172-C0FD-40E5-12254F896E13}"/>
              </a:ext>
            </a:extLst>
          </p:cNvPr>
          <p:cNvSpPr txBox="1"/>
          <p:nvPr/>
        </p:nvSpPr>
        <p:spPr>
          <a:xfrm>
            <a:off x="6036310" y="397340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0.131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72780612-D856-B3C7-5C8A-5480CAE71C28}"/>
              </a:ext>
            </a:extLst>
          </p:cNvPr>
          <p:cNvSpPr/>
          <p:nvPr/>
        </p:nvSpPr>
        <p:spPr>
          <a:xfrm>
            <a:off x="666972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5BC193B1-F7DB-C4EF-19D1-71F10B435405}"/>
              </a:ext>
            </a:extLst>
          </p:cNvPr>
          <p:cNvSpPr/>
          <p:nvPr/>
        </p:nvSpPr>
        <p:spPr>
          <a:xfrm>
            <a:off x="7000715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CF5D06B9-8C26-957E-5C20-BD65EF3DD390}"/>
              </a:ext>
            </a:extLst>
          </p:cNvPr>
          <p:cNvSpPr/>
          <p:nvPr/>
        </p:nvSpPr>
        <p:spPr>
          <a:xfrm>
            <a:off x="7332848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4FDB77EF-D103-3198-9387-D3175078355B}"/>
              </a:ext>
            </a:extLst>
          </p:cNvPr>
          <p:cNvSpPr/>
          <p:nvPr/>
        </p:nvSpPr>
        <p:spPr>
          <a:xfrm>
            <a:off x="766383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97C97081-D165-DC30-F92B-A49776610A31}"/>
              </a:ext>
            </a:extLst>
          </p:cNvPr>
          <p:cNvSpPr/>
          <p:nvPr/>
        </p:nvSpPr>
        <p:spPr>
          <a:xfrm>
            <a:off x="799520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DFE73219-7A90-4874-9B94-7DD0CF6E57FB}"/>
              </a:ext>
            </a:extLst>
          </p:cNvPr>
          <p:cNvSpPr/>
          <p:nvPr/>
        </p:nvSpPr>
        <p:spPr>
          <a:xfrm>
            <a:off x="8326190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AA1C8216-B653-4333-E859-F971B97BF473}"/>
              </a:ext>
            </a:extLst>
          </p:cNvPr>
          <p:cNvSpPr/>
          <p:nvPr/>
        </p:nvSpPr>
        <p:spPr>
          <a:xfrm>
            <a:off x="8658322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8F04FCE-020F-6BC4-E88D-4A6A5674E7E4}"/>
              </a:ext>
            </a:extLst>
          </p:cNvPr>
          <p:cNvSpPr/>
          <p:nvPr/>
        </p:nvSpPr>
        <p:spPr>
          <a:xfrm>
            <a:off x="898931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2F2028A4-F7B8-0D03-1D59-C8417A4BFF6B}"/>
              </a:ext>
            </a:extLst>
          </p:cNvPr>
          <p:cNvSpPr/>
          <p:nvPr/>
        </p:nvSpPr>
        <p:spPr>
          <a:xfrm>
            <a:off x="6959231" y="407003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70" name="Oval 1069">
            <a:extLst>
              <a:ext uri="{FF2B5EF4-FFF2-40B4-BE49-F238E27FC236}">
                <a16:creationId xmlns:a16="http://schemas.microsoft.com/office/drawing/2014/main" id="{263472B0-31AB-6F1E-52AF-780BD3F5463D}"/>
              </a:ext>
            </a:extLst>
          </p:cNvPr>
          <p:cNvSpPr/>
          <p:nvPr/>
        </p:nvSpPr>
        <p:spPr>
          <a:xfrm>
            <a:off x="6280576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6" name="Oval 1155">
            <a:extLst>
              <a:ext uri="{FF2B5EF4-FFF2-40B4-BE49-F238E27FC236}">
                <a16:creationId xmlns:a16="http://schemas.microsoft.com/office/drawing/2014/main" id="{12CA8BA3-10FF-DEDD-05C7-84FE5FBE60A2}"/>
              </a:ext>
            </a:extLst>
          </p:cNvPr>
          <p:cNvSpPr/>
          <p:nvPr/>
        </p:nvSpPr>
        <p:spPr>
          <a:xfrm>
            <a:off x="6447263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4" name="Rectangle: Rounded Corners 1063">
            <a:extLst>
              <a:ext uri="{FF2B5EF4-FFF2-40B4-BE49-F238E27FC236}">
                <a16:creationId xmlns:a16="http://schemas.microsoft.com/office/drawing/2014/main" id="{5A23F4C8-8482-5CF8-9954-70EBDEB6F299}"/>
              </a:ext>
            </a:extLst>
          </p:cNvPr>
          <p:cNvSpPr/>
          <p:nvPr/>
        </p:nvSpPr>
        <p:spPr>
          <a:xfrm>
            <a:off x="7579632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BC35A627-F60F-2F1D-5451-CF012FEDD1E4}"/>
              </a:ext>
            </a:extLst>
          </p:cNvPr>
          <p:cNvSpPr/>
          <p:nvPr/>
        </p:nvSpPr>
        <p:spPr>
          <a:xfrm>
            <a:off x="8502498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/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1" name="TextBox 1140">
            <a:extLst>
              <a:ext uri="{FF2B5EF4-FFF2-40B4-BE49-F238E27FC236}">
                <a16:creationId xmlns:a16="http://schemas.microsoft.com/office/drawing/2014/main" id="{9653D118-1A33-A0E8-160B-FFE1C38C6418}"/>
              </a:ext>
            </a:extLst>
          </p:cNvPr>
          <p:cNvSpPr txBox="1"/>
          <p:nvPr/>
        </p:nvSpPr>
        <p:spPr>
          <a:xfrm>
            <a:off x="6360506" y="6065003"/>
            <a:ext cx="686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9.7987</a:t>
            </a:r>
          </a:p>
        </p:txBody>
      </p:sp>
      <p:sp>
        <p:nvSpPr>
          <p:cNvPr id="1145" name="Rectangle 1144">
            <a:extLst>
              <a:ext uri="{FF2B5EF4-FFF2-40B4-BE49-F238E27FC236}">
                <a16:creationId xmlns:a16="http://schemas.microsoft.com/office/drawing/2014/main" id="{4F8DF167-8FFF-D7AE-6C02-BEA7AD0C51E1}"/>
              </a:ext>
            </a:extLst>
          </p:cNvPr>
          <p:cNvSpPr/>
          <p:nvPr/>
        </p:nvSpPr>
        <p:spPr>
          <a:xfrm>
            <a:off x="699392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6" name="Rectangle 1145">
            <a:extLst>
              <a:ext uri="{FF2B5EF4-FFF2-40B4-BE49-F238E27FC236}">
                <a16:creationId xmlns:a16="http://schemas.microsoft.com/office/drawing/2014/main" id="{CFF10914-6537-171B-3E0C-59C40847E3D6}"/>
              </a:ext>
            </a:extLst>
          </p:cNvPr>
          <p:cNvSpPr/>
          <p:nvPr/>
        </p:nvSpPr>
        <p:spPr>
          <a:xfrm>
            <a:off x="732491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98E1F3EA-DECD-505F-9A13-17D277848852}"/>
              </a:ext>
            </a:extLst>
          </p:cNvPr>
          <p:cNvSpPr/>
          <p:nvPr/>
        </p:nvSpPr>
        <p:spPr>
          <a:xfrm>
            <a:off x="7657044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861CE640-7EF3-650C-3641-CC277F471055}"/>
              </a:ext>
            </a:extLst>
          </p:cNvPr>
          <p:cNvSpPr/>
          <p:nvPr/>
        </p:nvSpPr>
        <p:spPr>
          <a:xfrm>
            <a:off x="798803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9" name="Rectangle 1148">
            <a:extLst>
              <a:ext uri="{FF2B5EF4-FFF2-40B4-BE49-F238E27FC236}">
                <a16:creationId xmlns:a16="http://schemas.microsoft.com/office/drawing/2014/main" id="{9B2D19D7-07B4-4B59-EC83-7E2B4A9D2701}"/>
              </a:ext>
            </a:extLst>
          </p:cNvPr>
          <p:cNvSpPr/>
          <p:nvPr/>
        </p:nvSpPr>
        <p:spPr>
          <a:xfrm>
            <a:off x="832416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0" name="Rectangle 1149">
            <a:extLst>
              <a:ext uri="{FF2B5EF4-FFF2-40B4-BE49-F238E27FC236}">
                <a16:creationId xmlns:a16="http://schemas.microsoft.com/office/drawing/2014/main" id="{F4F0D5E6-3FB7-4B16-2662-1E2AF9B7B865}"/>
              </a:ext>
            </a:extLst>
          </p:cNvPr>
          <p:cNvSpPr/>
          <p:nvPr/>
        </p:nvSpPr>
        <p:spPr>
          <a:xfrm>
            <a:off x="8655149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A4064F31-78B3-22C6-7186-7CBB0A00DD71}"/>
              </a:ext>
            </a:extLst>
          </p:cNvPr>
          <p:cNvSpPr/>
          <p:nvPr/>
        </p:nvSpPr>
        <p:spPr>
          <a:xfrm>
            <a:off x="898728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2" name="Rectangle 1151">
            <a:extLst>
              <a:ext uri="{FF2B5EF4-FFF2-40B4-BE49-F238E27FC236}">
                <a16:creationId xmlns:a16="http://schemas.microsoft.com/office/drawing/2014/main" id="{EF0A30F0-8F0C-A29F-8FCC-F4E6A5645FDC}"/>
              </a:ext>
            </a:extLst>
          </p:cNvPr>
          <p:cNvSpPr/>
          <p:nvPr/>
        </p:nvSpPr>
        <p:spPr>
          <a:xfrm>
            <a:off x="931827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3" name="Oval 1142">
            <a:extLst>
              <a:ext uri="{FF2B5EF4-FFF2-40B4-BE49-F238E27FC236}">
                <a16:creationId xmlns:a16="http://schemas.microsoft.com/office/drawing/2014/main" id="{34184AF0-0659-57D5-6AEF-429799D9CE96}"/>
              </a:ext>
            </a:extLst>
          </p:cNvPr>
          <p:cNvSpPr/>
          <p:nvPr/>
        </p:nvSpPr>
        <p:spPr>
          <a:xfrm>
            <a:off x="7283427" y="6161641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44" name="Oval 1143">
            <a:extLst>
              <a:ext uri="{FF2B5EF4-FFF2-40B4-BE49-F238E27FC236}">
                <a16:creationId xmlns:a16="http://schemas.microsoft.com/office/drawing/2014/main" id="{11865FE9-EC09-45D0-150D-DABC549B4079}"/>
              </a:ext>
            </a:extLst>
          </p:cNvPr>
          <p:cNvSpPr/>
          <p:nvPr/>
        </p:nvSpPr>
        <p:spPr>
          <a:xfrm>
            <a:off x="6609535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2E42FD7C-B14A-04F3-C8F9-3D7B1B93E689}"/>
              </a:ext>
            </a:extLst>
          </p:cNvPr>
          <p:cNvSpPr/>
          <p:nvPr/>
        </p:nvSpPr>
        <p:spPr>
          <a:xfrm>
            <a:off x="6866710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06" name="Rectangle: Rounded Corners 1105">
            <a:extLst>
              <a:ext uri="{FF2B5EF4-FFF2-40B4-BE49-F238E27FC236}">
                <a16:creationId xmlns:a16="http://schemas.microsoft.com/office/drawing/2014/main" id="{09DD592D-0655-3371-705C-AE4D9440C066}"/>
              </a:ext>
            </a:extLst>
          </p:cNvPr>
          <p:cNvSpPr/>
          <p:nvPr/>
        </p:nvSpPr>
        <p:spPr>
          <a:xfrm>
            <a:off x="6979903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/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0" name="TextBox 1109">
            <a:extLst>
              <a:ext uri="{FF2B5EF4-FFF2-40B4-BE49-F238E27FC236}">
                <a16:creationId xmlns:a16="http://schemas.microsoft.com/office/drawing/2014/main" id="{AB443EE5-90D3-1081-37E0-CA7065B04C1C}"/>
              </a:ext>
            </a:extLst>
          </p:cNvPr>
          <p:cNvSpPr txBox="1"/>
          <p:nvPr/>
        </p:nvSpPr>
        <p:spPr>
          <a:xfrm>
            <a:off x="5922173" y="528392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З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25E50143-98CE-0F7C-5BDF-8763BB5F12D0}"/>
              </a:ext>
            </a:extLst>
          </p:cNvPr>
          <p:cNvSpPr txBox="1"/>
          <p:nvPr/>
        </p:nvSpPr>
        <p:spPr>
          <a:xfrm>
            <a:off x="6360506" y="53339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</a:t>
            </a: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4F16E780-D205-7423-9F92-E9CCBA9F98CB}"/>
              </a:ext>
            </a:extLst>
          </p:cNvPr>
          <p:cNvSpPr/>
          <p:nvPr/>
        </p:nvSpPr>
        <p:spPr>
          <a:xfrm>
            <a:off x="699392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97F4743D-D404-EFD3-0784-F8B043D5F833}"/>
              </a:ext>
            </a:extLst>
          </p:cNvPr>
          <p:cNvSpPr/>
          <p:nvPr/>
        </p:nvSpPr>
        <p:spPr>
          <a:xfrm>
            <a:off x="732491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00F28022-ACBC-0B11-DEFE-2F3F4D77DDBE}"/>
              </a:ext>
            </a:extLst>
          </p:cNvPr>
          <p:cNvSpPr/>
          <p:nvPr/>
        </p:nvSpPr>
        <p:spPr>
          <a:xfrm>
            <a:off x="7657044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A532BA4C-CC6D-F741-3CFC-DE1FEA9D6DE3}"/>
              </a:ext>
            </a:extLst>
          </p:cNvPr>
          <p:cNvSpPr/>
          <p:nvPr/>
        </p:nvSpPr>
        <p:spPr>
          <a:xfrm>
            <a:off x="798803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A64A3FAC-277A-2504-A83B-145D25E7DBE5}"/>
              </a:ext>
            </a:extLst>
          </p:cNvPr>
          <p:cNvSpPr/>
          <p:nvPr/>
        </p:nvSpPr>
        <p:spPr>
          <a:xfrm>
            <a:off x="832416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843CF521-8EF5-7002-4542-33A6BF11B808}"/>
              </a:ext>
            </a:extLst>
          </p:cNvPr>
          <p:cNvSpPr/>
          <p:nvPr/>
        </p:nvSpPr>
        <p:spPr>
          <a:xfrm>
            <a:off x="8655149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CA6CF30A-59C6-8771-F716-8A418043EF88}"/>
              </a:ext>
            </a:extLst>
          </p:cNvPr>
          <p:cNvSpPr/>
          <p:nvPr/>
        </p:nvSpPr>
        <p:spPr>
          <a:xfrm>
            <a:off x="898728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9CD327C9-DF2A-3D53-262B-99A1DC0DD9D2}"/>
              </a:ext>
            </a:extLst>
          </p:cNvPr>
          <p:cNvSpPr/>
          <p:nvPr/>
        </p:nvSpPr>
        <p:spPr>
          <a:xfrm>
            <a:off x="931827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0" name="Oval 1129">
            <a:extLst>
              <a:ext uri="{FF2B5EF4-FFF2-40B4-BE49-F238E27FC236}">
                <a16:creationId xmlns:a16="http://schemas.microsoft.com/office/drawing/2014/main" id="{639DAE77-56AD-0551-FAED-02CB513EEDBB}"/>
              </a:ext>
            </a:extLst>
          </p:cNvPr>
          <p:cNvSpPr/>
          <p:nvPr/>
        </p:nvSpPr>
        <p:spPr>
          <a:xfrm>
            <a:off x="7283427" y="54305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31" name="Oval 1130">
            <a:extLst>
              <a:ext uri="{FF2B5EF4-FFF2-40B4-BE49-F238E27FC236}">
                <a16:creationId xmlns:a16="http://schemas.microsoft.com/office/drawing/2014/main" id="{236A08B3-F182-B480-5A4F-A49998040D3A}"/>
              </a:ext>
            </a:extLst>
          </p:cNvPr>
          <p:cNvSpPr/>
          <p:nvPr/>
        </p:nvSpPr>
        <p:spPr>
          <a:xfrm>
            <a:off x="668097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2" name="Oval 1161">
            <a:extLst>
              <a:ext uri="{FF2B5EF4-FFF2-40B4-BE49-F238E27FC236}">
                <a16:creationId xmlns:a16="http://schemas.microsoft.com/office/drawing/2014/main" id="{1FD3ABA0-2F51-B7E3-8EBD-D3875FA9B682}"/>
              </a:ext>
            </a:extLst>
          </p:cNvPr>
          <p:cNvSpPr/>
          <p:nvPr/>
        </p:nvSpPr>
        <p:spPr>
          <a:xfrm>
            <a:off x="677622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9923F3D0-DCDD-B305-BDCB-FE49E672D30F}"/>
              </a:ext>
            </a:extLst>
          </p:cNvPr>
          <p:cNvSpPr txBox="1"/>
          <p:nvPr/>
        </p:nvSpPr>
        <p:spPr>
          <a:xfrm>
            <a:off x="6360506" y="569829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</a:t>
            </a:r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FF6A8266-CE53-1E3D-F22C-3A69C9CD032F}"/>
              </a:ext>
            </a:extLst>
          </p:cNvPr>
          <p:cNvSpPr/>
          <p:nvPr/>
        </p:nvSpPr>
        <p:spPr>
          <a:xfrm>
            <a:off x="699392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6ACDE4C1-488A-6DF5-AB88-44A1B58E60B1}"/>
              </a:ext>
            </a:extLst>
          </p:cNvPr>
          <p:cNvSpPr/>
          <p:nvPr/>
        </p:nvSpPr>
        <p:spPr>
          <a:xfrm>
            <a:off x="732491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90CF1DE-90DB-A9FE-D390-CFC4007719EC}"/>
              </a:ext>
            </a:extLst>
          </p:cNvPr>
          <p:cNvSpPr/>
          <p:nvPr/>
        </p:nvSpPr>
        <p:spPr>
          <a:xfrm>
            <a:off x="7657044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4CFDA345-1BBA-4D22-E678-EA0037C33EBB}"/>
              </a:ext>
            </a:extLst>
          </p:cNvPr>
          <p:cNvSpPr/>
          <p:nvPr/>
        </p:nvSpPr>
        <p:spPr>
          <a:xfrm>
            <a:off x="798803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A4D32B3F-77F6-68F0-C91B-8DAD74202E96}"/>
              </a:ext>
            </a:extLst>
          </p:cNvPr>
          <p:cNvSpPr/>
          <p:nvPr/>
        </p:nvSpPr>
        <p:spPr>
          <a:xfrm>
            <a:off x="832416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DF914E43-EC7F-4960-4B2E-C1841F94C0BD}"/>
              </a:ext>
            </a:extLst>
          </p:cNvPr>
          <p:cNvSpPr/>
          <p:nvPr/>
        </p:nvSpPr>
        <p:spPr>
          <a:xfrm>
            <a:off x="8655149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6DD98F53-2477-7932-A187-515DB1D00E17}"/>
              </a:ext>
            </a:extLst>
          </p:cNvPr>
          <p:cNvSpPr/>
          <p:nvPr/>
        </p:nvSpPr>
        <p:spPr>
          <a:xfrm>
            <a:off x="898728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3877F4DB-47E5-9B0F-3D13-6506A4482B6B}"/>
              </a:ext>
            </a:extLst>
          </p:cNvPr>
          <p:cNvSpPr/>
          <p:nvPr/>
        </p:nvSpPr>
        <p:spPr>
          <a:xfrm>
            <a:off x="931827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18" name="Oval 1117">
            <a:extLst>
              <a:ext uri="{FF2B5EF4-FFF2-40B4-BE49-F238E27FC236}">
                <a16:creationId xmlns:a16="http://schemas.microsoft.com/office/drawing/2014/main" id="{82009A84-D486-36A0-07FC-70F1602D1E79}"/>
              </a:ext>
            </a:extLst>
          </p:cNvPr>
          <p:cNvSpPr/>
          <p:nvPr/>
        </p:nvSpPr>
        <p:spPr>
          <a:xfrm>
            <a:off x="7283427" y="579492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19" name="Oval 1118">
            <a:extLst>
              <a:ext uri="{FF2B5EF4-FFF2-40B4-BE49-F238E27FC236}">
                <a16:creationId xmlns:a16="http://schemas.microsoft.com/office/drawing/2014/main" id="{EBEA92A8-A329-C855-9FFA-D7943F5082CC}"/>
              </a:ext>
            </a:extLst>
          </p:cNvPr>
          <p:cNvSpPr/>
          <p:nvPr/>
        </p:nvSpPr>
        <p:spPr>
          <a:xfrm>
            <a:off x="6597629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0" name="Oval 1159">
            <a:extLst>
              <a:ext uri="{FF2B5EF4-FFF2-40B4-BE49-F238E27FC236}">
                <a16:creationId xmlns:a16="http://schemas.microsoft.com/office/drawing/2014/main" id="{964B91E6-6974-1442-AC69-416F92214B9B}"/>
              </a:ext>
            </a:extLst>
          </p:cNvPr>
          <p:cNvSpPr/>
          <p:nvPr/>
        </p:nvSpPr>
        <p:spPr>
          <a:xfrm>
            <a:off x="6769078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3" name="Rectangle: Rounded Corners 1112">
            <a:extLst>
              <a:ext uri="{FF2B5EF4-FFF2-40B4-BE49-F238E27FC236}">
                <a16:creationId xmlns:a16="http://schemas.microsoft.com/office/drawing/2014/main" id="{BBE04179-6D83-E733-AB3A-23C62DAD2876}"/>
              </a:ext>
            </a:extLst>
          </p:cNvPr>
          <p:cNvSpPr/>
          <p:nvPr/>
        </p:nvSpPr>
        <p:spPr>
          <a:xfrm>
            <a:off x="7903828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14" name="Rectangle: Rounded Corners 1113">
            <a:extLst>
              <a:ext uri="{FF2B5EF4-FFF2-40B4-BE49-F238E27FC236}">
                <a16:creationId xmlns:a16="http://schemas.microsoft.com/office/drawing/2014/main" id="{87B52FC7-89C8-2E1C-5152-6624FF5D83FB}"/>
              </a:ext>
            </a:extLst>
          </p:cNvPr>
          <p:cNvSpPr/>
          <p:nvPr/>
        </p:nvSpPr>
        <p:spPr>
          <a:xfrm>
            <a:off x="8826694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/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81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EFD5F193-5EA1-41D0-F3D0-8313919834E1}"/>
              </a:ext>
            </a:extLst>
          </p:cNvPr>
          <p:cNvSpPr txBox="1"/>
          <p:nvPr/>
        </p:nvSpPr>
        <p:spPr>
          <a:xfrm>
            <a:off x="529673" y="72502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0.678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5BB2E78-952C-96FC-4831-30E0271252BE}"/>
              </a:ext>
            </a:extLst>
          </p:cNvPr>
          <p:cNvSpPr/>
          <p:nvPr/>
        </p:nvSpPr>
        <p:spPr>
          <a:xfrm>
            <a:off x="116309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C417A7A-45E2-3548-7EBB-C2B31557F581}"/>
              </a:ext>
            </a:extLst>
          </p:cNvPr>
          <p:cNvSpPr/>
          <p:nvPr/>
        </p:nvSpPr>
        <p:spPr>
          <a:xfrm>
            <a:off x="1494078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3B9C728-2247-4769-6071-FAE6FFB9BC14}"/>
              </a:ext>
            </a:extLst>
          </p:cNvPr>
          <p:cNvSpPr/>
          <p:nvPr/>
        </p:nvSpPr>
        <p:spPr>
          <a:xfrm>
            <a:off x="1826211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795555A-8AB8-91CC-A319-E425213D050F}"/>
              </a:ext>
            </a:extLst>
          </p:cNvPr>
          <p:cNvSpPr/>
          <p:nvPr/>
        </p:nvSpPr>
        <p:spPr>
          <a:xfrm>
            <a:off x="215720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D019931-45EB-22EF-0F9F-71D4E0319B7E}"/>
              </a:ext>
            </a:extLst>
          </p:cNvPr>
          <p:cNvSpPr/>
          <p:nvPr/>
        </p:nvSpPr>
        <p:spPr>
          <a:xfrm>
            <a:off x="248856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383257E-DDF0-F450-CD60-2508BBC4B901}"/>
              </a:ext>
            </a:extLst>
          </p:cNvPr>
          <p:cNvSpPr/>
          <p:nvPr/>
        </p:nvSpPr>
        <p:spPr>
          <a:xfrm>
            <a:off x="2819553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8916309-7A91-8519-530C-74397AA85FD7}"/>
              </a:ext>
            </a:extLst>
          </p:cNvPr>
          <p:cNvSpPr/>
          <p:nvPr/>
        </p:nvSpPr>
        <p:spPr>
          <a:xfrm>
            <a:off x="3151685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76299A9-6849-0AB9-DB4E-81A3D9D79DAB}"/>
              </a:ext>
            </a:extLst>
          </p:cNvPr>
          <p:cNvSpPr/>
          <p:nvPr/>
        </p:nvSpPr>
        <p:spPr>
          <a:xfrm>
            <a:off x="348267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08F7EA52-5FF1-119B-4D8A-8E462DD9F3D9}"/>
              </a:ext>
            </a:extLst>
          </p:cNvPr>
          <p:cNvSpPr/>
          <p:nvPr/>
        </p:nvSpPr>
        <p:spPr>
          <a:xfrm>
            <a:off x="1452594" y="16914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0" name="Rectangle: Rounded Corners 399">
            <a:extLst>
              <a:ext uri="{FF2B5EF4-FFF2-40B4-BE49-F238E27FC236}">
                <a16:creationId xmlns:a16="http://schemas.microsoft.com/office/drawing/2014/main" id="{73570664-5A26-320B-C581-014303BFB847}"/>
              </a:ext>
            </a:extLst>
          </p:cNvPr>
          <p:cNvSpPr/>
          <p:nvPr/>
        </p:nvSpPr>
        <p:spPr>
          <a:xfrm>
            <a:off x="1620558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0.67</a:t>
            </a:r>
          </a:p>
        </p:txBody>
      </p:sp>
      <p:sp>
        <p:nvSpPr>
          <p:cNvPr id="401" name="Rectangle: Rounded Corners 400">
            <a:extLst>
              <a:ext uri="{FF2B5EF4-FFF2-40B4-BE49-F238E27FC236}">
                <a16:creationId xmlns:a16="http://schemas.microsoft.com/office/drawing/2014/main" id="{6F2EF9BC-2E3C-1DD8-D5FD-C724024868A0}"/>
              </a:ext>
            </a:extLst>
          </p:cNvPr>
          <p:cNvSpPr/>
          <p:nvPr/>
        </p:nvSpPr>
        <p:spPr>
          <a:xfrm>
            <a:off x="2543424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0.678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/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7" name="TextBox 406">
            <a:extLst>
              <a:ext uri="{FF2B5EF4-FFF2-40B4-BE49-F238E27FC236}">
                <a16:creationId xmlns:a16="http://schemas.microsoft.com/office/drawing/2014/main" id="{E05EDE80-D5C6-4080-AFA0-7C6B7E1B526D}"/>
              </a:ext>
            </a:extLst>
          </p:cNvPr>
          <p:cNvSpPr txBox="1"/>
          <p:nvPr/>
        </p:nvSpPr>
        <p:spPr>
          <a:xfrm>
            <a:off x="529673" y="43683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0.67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84746373-DC3A-191F-87C3-7798D0CA357E}"/>
              </a:ext>
            </a:extLst>
          </p:cNvPr>
          <p:cNvSpPr/>
          <p:nvPr/>
        </p:nvSpPr>
        <p:spPr>
          <a:xfrm>
            <a:off x="116309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B7E647F-29BD-BE63-F478-A792A3AE507C}"/>
              </a:ext>
            </a:extLst>
          </p:cNvPr>
          <p:cNvSpPr/>
          <p:nvPr/>
        </p:nvSpPr>
        <p:spPr>
          <a:xfrm>
            <a:off x="1494078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D0F2B001-C614-7A6C-11BB-6A0B909FDD29}"/>
              </a:ext>
            </a:extLst>
          </p:cNvPr>
          <p:cNvSpPr/>
          <p:nvPr/>
        </p:nvSpPr>
        <p:spPr>
          <a:xfrm>
            <a:off x="1826211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140F7403-FA96-5C39-D85C-C111FCFDD4DA}"/>
              </a:ext>
            </a:extLst>
          </p:cNvPr>
          <p:cNvSpPr/>
          <p:nvPr/>
        </p:nvSpPr>
        <p:spPr>
          <a:xfrm>
            <a:off x="215720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E3CAE0-CB39-DDA6-33A7-204712E5A694}"/>
              </a:ext>
            </a:extLst>
          </p:cNvPr>
          <p:cNvSpPr/>
          <p:nvPr/>
        </p:nvSpPr>
        <p:spPr>
          <a:xfrm>
            <a:off x="248856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51443372-BFCA-A8BC-0DDA-7C8202E7162F}"/>
              </a:ext>
            </a:extLst>
          </p:cNvPr>
          <p:cNvSpPr/>
          <p:nvPr/>
        </p:nvSpPr>
        <p:spPr>
          <a:xfrm>
            <a:off x="2819553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9CCDA4B5-9B50-251E-F375-D6B56E170748}"/>
              </a:ext>
            </a:extLst>
          </p:cNvPr>
          <p:cNvSpPr/>
          <p:nvPr/>
        </p:nvSpPr>
        <p:spPr>
          <a:xfrm>
            <a:off x="3151685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FE886FF2-BEE6-D3A8-BCA1-0AAF44966FDA}"/>
              </a:ext>
            </a:extLst>
          </p:cNvPr>
          <p:cNvSpPr/>
          <p:nvPr/>
        </p:nvSpPr>
        <p:spPr>
          <a:xfrm>
            <a:off x="348267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49A62CD-8D2A-5315-BCBE-15542D07EA77}"/>
              </a:ext>
            </a:extLst>
          </p:cNvPr>
          <p:cNvSpPr/>
          <p:nvPr/>
        </p:nvSpPr>
        <p:spPr>
          <a:xfrm>
            <a:off x="1452594" y="5334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C7477E3D-6AF8-AF0D-38C1-277FB70F3B2F}"/>
              </a:ext>
            </a:extLst>
          </p:cNvPr>
          <p:cNvSpPr/>
          <p:nvPr/>
        </p:nvSpPr>
        <p:spPr>
          <a:xfrm>
            <a:off x="862046" y="4280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50" name="Oval 549">
            <a:extLst>
              <a:ext uri="{FF2B5EF4-FFF2-40B4-BE49-F238E27FC236}">
                <a16:creationId xmlns:a16="http://schemas.microsoft.com/office/drawing/2014/main" id="{3E95CC70-171B-4ACC-0B4E-65A78E6E9C84}"/>
              </a:ext>
            </a:extLst>
          </p:cNvPr>
          <p:cNvSpPr/>
          <p:nvPr/>
        </p:nvSpPr>
        <p:spPr>
          <a:xfrm>
            <a:off x="2029896" y="88764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B0EF096D-7693-E8D5-9951-48591A7ABE9E}"/>
              </a:ext>
            </a:extLst>
          </p:cNvPr>
          <p:cNvSpPr txBox="1"/>
          <p:nvPr/>
        </p:nvSpPr>
        <p:spPr>
          <a:xfrm>
            <a:off x="760351" y="147960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0.252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6C2752FC-9B6F-EC4A-820D-B5FC3831E039}"/>
              </a:ext>
            </a:extLst>
          </p:cNvPr>
          <p:cNvSpPr/>
          <p:nvPr/>
        </p:nvSpPr>
        <p:spPr>
          <a:xfrm>
            <a:off x="139376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21493232-DFB1-8AAB-813A-2E18ADBA0C0D}"/>
              </a:ext>
            </a:extLst>
          </p:cNvPr>
          <p:cNvSpPr/>
          <p:nvPr/>
        </p:nvSpPr>
        <p:spPr>
          <a:xfrm>
            <a:off x="1724756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AF332188-216F-D25C-A274-F3D6DE57CAD4}"/>
              </a:ext>
            </a:extLst>
          </p:cNvPr>
          <p:cNvSpPr/>
          <p:nvPr/>
        </p:nvSpPr>
        <p:spPr>
          <a:xfrm>
            <a:off x="2056889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43A81058-2533-54BF-51F7-6EDED65CD5D8}"/>
              </a:ext>
            </a:extLst>
          </p:cNvPr>
          <p:cNvSpPr/>
          <p:nvPr/>
        </p:nvSpPr>
        <p:spPr>
          <a:xfrm>
            <a:off x="238787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DC2B769B-7331-93FA-6B2A-BC4FBC035E21}"/>
              </a:ext>
            </a:extLst>
          </p:cNvPr>
          <p:cNvSpPr/>
          <p:nvPr/>
        </p:nvSpPr>
        <p:spPr>
          <a:xfrm>
            <a:off x="271569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B09C9C0-CD8F-C805-E593-94F5D8F84EE6}"/>
              </a:ext>
            </a:extLst>
          </p:cNvPr>
          <p:cNvSpPr/>
          <p:nvPr/>
        </p:nvSpPr>
        <p:spPr>
          <a:xfrm>
            <a:off x="3046681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1AC97436-46EA-4769-AB69-1CF08CC58DBB}"/>
              </a:ext>
            </a:extLst>
          </p:cNvPr>
          <p:cNvSpPr/>
          <p:nvPr/>
        </p:nvSpPr>
        <p:spPr>
          <a:xfrm>
            <a:off x="3378813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FF3EC38-BBB5-C11B-0C46-DA5330204074}"/>
              </a:ext>
            </a:extLst>
          </p:cNvPr>
          <p:cNvSpPr/>
          <p:nvPr/>
        </p:nvSpPr>
        <p:spPr>
          <a:xfrm>
            <a:off x="370980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A2701054-E275-84DD-2EA5-C6FCD4CC55CD}"/>
              </a:ext>
            </a:extLst>
          </p:cNvPr>
          <p:cNvSpPr/>
          <p:nvPr/>
        </p:nvSpPr>
        <p:spPr>
          <a:xfrm>
            <a:off x="1683272" y="157624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AD3BE01D-9E7E-D92F-1E4F-96C83874679C}"/>
              </a:ext>
            </a:extLst>
          </p:cNvPr>
          <p:cNvSpPr txBox="1"/>
          <p:nvPr/>
        </p:nvSpPr>
        <p:spPr>
          <a:xfrm>
            <a:off x="760351" y="1843934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7F63D6AC-03CA-58BB-7853-BE153ECF8928}"/>
              </a:ext>
            </a:extLst>
          </p:cNvPr>
          <p:cNvSpPr/>
          <p:nvPr/>
        </p:nvSpPr>
        <p:spPr>
          <a:xfrm>
            <a:off x="139376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FAED4FAA-E2DD-0C9B-CF2E-9B07D5304A1D}"/>
              </a:ext>
            </a:extLst>
          </p:cNvPr>
          <p:cNvSpPr/>
          <p:nvPr/>
        </p:nvSpPr>
        <p:spPr>
          <a:xfrm>
            <a:off x="1724756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6A663E26-4B12-48BE-B16D-CFE1063A8C0C}"/>
              </a:ext>
            </a:extLst>
          </p:cNvPr>
          <p:cNvSpPr/>
          <p:nvPr/>
        </p:nvSpPr>
        <p:spPr>
          <a:xfrm>
            <a:off x="2056889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59FFFA6D-018E-C63F-EDFE-B80425552E2E}"/>
              </a:ext>
            </a:extLst>
          </p:cNvPr>
          <p:cNvSpPr/>
          <p:nvPr/>
        </p:nvSpPr>
        <p:spPr>
          <a:xfrm>
            <a:off x="238787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0D7B3F6F-D3A9-D8BA-49AC-DDA6CE913538}"/>
              </a:ext>
            </a:extLst>
          </p:cNvPr>
          <p:cNvSpPr/>
          <p:nvPr/>
        </p:nvSpPr>
        <p:spPr>
          <a:xfrm>
            <a:off x="271569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6BA4BCC4-AE17-A2CF-3C3C-10491B9E8361}"/>
              </a:ext>
            </a:extLst>
          </p:cNvPr>
          <p:cNvSpPr/>
          <p:nvPr/>
        </p:nvSpPr>
        <p:spPr>
          <a:xfrm>
            <a:off x="3046681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BEC96CC1-D1B8-D035-8B85-2FA1253BB3A9}"/>
              </a:ext>
            </a:extLst>
          </p:cNvPr>
          <p:cNvSpPr/>
          <p:nvPr/>
        </p:nvSpPr>
        <p:spPr>
          <a:xfrm>
            <a:off x="3378813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936D83DA-A9B9-934B-3194-E10FE61B4773}"/>
              </a:ext>
            </a:extLst>
          </p:cNvPr>
          <p:cNvSpPr/>
          <p:nvPr/>
        </p:nvSpPr>
        <p:spPr>
          <a:xfrm>
            <a:off x="370980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9481AF5E-8A3F-6DBF-2AB4-7AC4983743FF}"/>
              </a:ext>
            </a:extLst>
          </p:cNvPr>
          <p:cNvSpPr/>
          <p:nvPr/>
        </p:nvSpPr>
        <p:spPr>
          <a:xfrm>
            <a:off x="1683272" y="194057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F5588F37-9BE9-55D6-1988-2FC7EAAA3C08}"/>
              </a:ext>
            </a:extLst>
          </p:cNvPr>
          <p:cNvSpPr/>
          <p:nvPr/>
        </p:nvSpPr>
        <p:spPr>
          <a:xfrm>
            <a:off x="997473" y="183516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3" name="Rectangle: Rounded Corners 562">
            <a:extLst>
              <a:ext uri="{FF2B5EF4-FFF2-40B4-BE49-F238E27FC236}">
                <a16:creationId xmlns:a16="http://schemas.microsoft.com/office/drawing/2014/main" id="{3B689DA0-9C7A-1BC6-264E-4C6742C652E7}"/>
              </a:ext>
            </a:extLst>
          </p:cNvPr>
          <p:cNvSpPr/>
          <p:nvPr/>
        </p:nvSpPr>
        <p:spPr>
          <a:xfrm>
            <a:off x="1851236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0.2</a:t>
            </a:r>
          </a:p>
        </p:txBody>
      </p:sp>
      <p:sp>
        <p:nvSpPr>
          <p:cNvPr id="564" name="Rectangle: Rounded Corners 563">
            <a:extLst>
              <a:ext uri="{FF2B5EF4-FFF2-40B4-BE49-F238E27FC236}">
                <a16:creationId xmlns:a16="http://schemas.microsoft.com/office/drawing/2014/main" id="{805A02B2-AB13-894F-526D-12A962911417}"/>
              </a:ext>
            </a:extLst>
          </p:cNvPr>
          <p:cNvSpPr/>
          <p:nvPr/>
        </p:nvSpPr>
        <p:spPr>
          <a:xfrm>
            <a:off x="2774102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0.252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/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0" name="Oval 569">
            <a:extLst>
              <a:ext uri="{FF2B5EF4-FFF2-40B4-BE49-F238E27FC236}">
                <a16:creationId xmlns:a16="http://schemas.microsoft.com/office/drawing/2014/main" id="{6B37E9C6-007A-3F5F-7116-EB05F6224368}"/>
              </a:ext>
            </a:extLst>
          </p:cNvPr>
          <p:cNvSpPr/>
          <p:nvPr/>
        </p:nvSpPr>
        <p:spPr>
          <a:xfrm>
            <a:off x="2205805" y="229156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3B5CC251-E031-FE5C-EFAA-8EF703CEAC01}"/>
              </a:ext>
            </a:extLst>
          </p:cNvPr>
          <p:cNvSpPr txBox="1"/>
          <p:nvPr/>
        </p:nvSpPr>
        <p:spPr>
          <a:xfrm>
            <a:off x="991029" y="288353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</a:t>
            </a: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C4808C73-035E-2882-5075-911D6E68DC45}"/>
              </a:ext>
            </a:extLst>
          </p:cNvPr>
          <p:cNvSpPr/>
          <p:nvPr/>
        </p:nvSpPr>
        <p:spPr>
          <a:xfrm>
            <a:off x="162444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FCEE315-34BC-1052-6F5B-4DF20A38F2EE}"/>
              </a:ext>
            </a:extLst>
          </p:cNvPr>
          <p:cNvSpPr/>
          <p:nvPr/>
        </p:nvSpPr>
        <p:spPr>
          <a:xfrm>
            <a:off x="195543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19D8BBA0-731B-BF0F-01C5-3DF635C5EAD1}"/>
              </a:ext>
            </a:extLst>
          </p:cNvPr>
          <p:cNvSpPr/>
          <p:nvPr/>
        </p:nvSpPr>
        <p:spPr>
          <a:xfrm>
            <a:off x="2287567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48C9FDEC-D2AC-2578-B6ED-BC5BA9AB334C}"/>
              </a:ext>
            </a:extLst>
          </p:cNvPr>
          <p:cNvSpPr/>
          <p:nvPr/>
        </p:nvSpPr>
        <p:spPr>
          <a:xfrm>
            <a:off x="261855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32FC90A-9B8A-7471-A8D7-50231CFFAEC8}"/>
              </a:ext>
            </a:extLst>
          </p:cNvPr>
          <p:cNvSpPr/>
          <p:nvPr/>
        </p:nvSpPr>
        <p:spPr>
          <a:xfrm>
            <a:off x="295468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BD440B4A-516B-3210-62BB-9C4AB3232904}"/>
              </a:ext>
            </a:extLst>
          </p:cNvPr>
          <p:cNvSpPr/>
          <p:nvPr/>
        </p:nvSpPr>
        <p:spPr>
          <a:xfrm>
            <a:off x="3285672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BFDA963F-EAA1-19AA-E63C-ADDAB60D884B}"/>
              </a:ext>
            </a:extLst>
          </p:cNvPr>
          <p:cNvSpPr/>
          <p:nvPr/>
        </p:nvSpPr>
        <p:spPr>
          <a:xfrm>
            <a:off x="361780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69A43B85-ED27-3B84-C296-EF79CEB1AA46}"/>
              </a:ext>
            </a:extLst>
          </p:cNvPr>
          <p:cNvSpPr/>
          <p:nvPr/>
        </p:nvSpPr>
        <p:spPr>
          <a:xfrm>
            <a:off x="394879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8F17AAF5-F45D-62BB-CE44-C266788EDAF7}"/>
              </a:ext>
            </a:extLst>
          </p:cNvPr>
          <p:cNvSpPr/>
          <p:nvPr/>
        </p:nvSpPr>
        <p:spPr>
          <a:xfrm>
            <a:off x="1913950" y="298016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Oval 575">
            <a:extLst>
              <a:ext uri="{FF2B5EF4-FFF2-40B4-BE49-F238E27FC236}">
                <a16:creationId xmlns:a16="http://schemas.microsoft.com/office/drawing/2014/main" id="{009984D5-047B-FBFF-C599-B44C247064B1}"/>
              </a:ext>
            </a:extLst>
          </p:cNvPr>
          <p:cNvSpPr/>
          <p:nvPr/>
        </p:nvSpPr>
        <p:spPr>
          <a:xfrm>
            <a:off x="122815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0" name="Oval 659">
            <a:extLst>
              <a:ext uri="{FF2B5EF4-FFF2-40B4-BE49-F238E27FC236}">
                <a16:creationId xmlns:a16="http://schemas.microsoft.com/office/drawing/2014/main" id="{326EBB16-EDF6-86A1-6802-2949FD04D3F5}"/>
              </a:ext>
            </a:extLst>
          </p:cNvPr>
          <p:cNvSpPr/>
          <p:nvPr/>
        </p:nvSpPr>
        <p:spPr>
          <a:xfrm>
            <a:off x="132340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B70A436D-A001-F8CC-1896-3A433CEE1DD5}"/>
              </a:ext>
            </a:extLst>
          </p:cNvPr>
          <p:cNvSpPr txBox="1"/>
          <p:nvPr/>
        </p:nvSpPr>
        <p:spPr>
          <a:xfrm>
            <a:off x="991029" y="32478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0.566</a:t>
            </a: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E041BA54-AA28-AF93-23F5-93BE2938E9F4}"/>
              </a:ext>
            </a:extLst>
          </p:cNvPr>
          <p:cNvSpPr/>
          <p:nvPr/>
        </p:nvSpPr>
        <p:spPr>
          <a:xfrm>
            <a:off x="162444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767C51AD-150D-8DD7-AF7B-3F9760387FC8}"/>
              </a:ext>
            </a:extLst>
          </p:cNvPr>
          <p:cNvSpPr/>
          <p:nvPr/>
        </p:nvSpPr>
        <p:spPr>
          <a:xfrm>
            <a:off x="195543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E9DEDF9D-A1FD-C093-5D5C-CECC00B402FA}"/>
              </a:ext>
            </a:extLst>
          </p:cNvPr>
          <p:cNvSpPr/>
          <p:nvPr/>
        </p:nvSpPr>
        <p:spPr>
          <a:xfrm>
            <a:off x="2287567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9CA41B0C-A714-80FA-DB0F-3CA4A523ED71}"/>
              </a:ext>
            </a:extLst>
          </p:cNvPr>
          <p:cNvSpPr/>
          <p:nvPr/>
        </p:nvSpPr>
        <p:spPr>
          <a:xfrm>
            <a:off x="261855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0E4FC79F-C859-ADE5-B071-FE3F4162C5BE}"/>
              </a:ext>
            </a:extLst>
          </p:cNvPr>
          <p:cNvSpPr/>
          <p:nvPr/>
        </p:nvSpPr>
        <p:spPr>
          <a:xfrm>
            <a:off x="295468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1E869C69-CD0C-750F-9EAB-5438716AD2A6}"/>
              </a:ext>
            </a:extLst>
          </p:cNvPr>
          <p:cNvSpPr/>
          <p:nvPr/>
        </p:nvSpPr>
        <p:spPr>
          <a:xfrm>
            <a:off x="3285672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1B65C42D-6C10-A312-91D5-B7DB17F57D29}"/>
              </a:ext>
            </a:extLst>
          </p:cNvPr>
          <p:cNvSpPr/>
          <p:nvPr/>
        </p:nvSpPr>
        <p:spPr>
          <a:xfrm>
            <a:off x="361780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B7D8F215-1A2C-C5C3-BE8A-4A35F65E58A9}"/>
              </a:ext>
            </a:extLst>
          </p:cNvPr>
          <p:cNvSpPr/>
          <p:nvPr/>
        </p:nvSpPr>
        <p:spPr>
          <a:xfrm>
            <a:off x="394879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B11B8146-8CA1-7BA1-C255-C2DF392D84BC}"/>
              </a:ext>
            </a:extLst>
          </p:cNvPr>
          <p:cNvSpPr/>
          <p:nvPr/>
        </p:nvSpPr>
        <p:spPr>
          <a:xfrm>
            <a:off x="1913950" y="33444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0" name="Rectangle: Rounded Corners 599">
            <a:extLst>
              <a:ext uri="{FF2B5EF4-FFF2-40B4-BE49-F238E27FC236}">
                <a16:creationId xmlns:a16="http://schemas.microsoft.com/office/drawing/2014/main" id="{009C0AAF-239F-D08C-0739-DDD8BA84E62E}"/>
              </a:ext>
            </a:extLst>
          </p:cNvPr>
          <p:cNvSpPr/>
          <p:nvPr/>
        </p:nvSpPr>
        <p:spPr>
          <a:xfrm>
            <a:off x="2081914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0.56</a:t>
            </a:r>
          </a:p>
        </p:txBody>
      </p:sp>
      <p:sp>
        <p:nvSpPr>
          <p:cNvPr id="601" name="Rectangle: Rounded Corners 600">
            <a:extLst>
              <a:ext uri="{FF2B5EF4-FFF2-40B4-BE49-F238E27FC236}">
                <a16:creationId xmlns:a16="http://schemas.microsoft.com/office/drawing/2014/main" id="{9B26633C-9F60-7BB3-3B18-21C5B1F7A0D7}"/>
              </a:ext>
            </a:extLst>
          </p:cNvPr>
          <p:cNvSpPr/>
          <p:nvPr/>
        </p:nvSpPr>
        <p:spPr>
          <a:xfrm>
            <a:off x="3004780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0.566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/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7" name="Oval 606">
            <a:extLst>
              <a:ext uri="{FF2B5EF4-FFF2-40B4-BE49-F238E27FC236}">
                <a16:creationId xmlns:a16="http://schemas.microsoft.com/office/drawing/2014/main" id="{CE56C7BC-F12F-FC3D-EAAE-EBC5D396FB5B}"/>
              </a:ext>
            </a:extLst>
          </p:cNvPr>
          <p:cNvSpPr/>
          <p:nvPr/>
        </p:nvSpPr>
        <p:spPr>
          <a:xfrm>
            <a:off x="2491252" y="369549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45" name="Oval 644">
            <a:extLst>
              <a:ext uri="{FF2B5EF4-FFF2-40B4-BE49-F238E27FC236}">
                <a16:creationId xmlns:a16="http://schemas.microsoft.com/office/drawing/2014/main" id="{CEC0E8C3-4223-E9B1-7687-21992BA75503}"/>
              </a:ext>
            </a:extLst>
          </p:cNvPr>
          <p:cNvSpPr/>
          <p:nvPr/>
        </p:nvSpPr>
        <p:spPr>
          <a:xfrm>
            <a:off x="2388858" y="369549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10" name="TextBox 609">
            <a:extLst>
              <a:ext uri="{FF2B5EF4-FFF2-40B4-BE49-F238E27FC236}">
                <a16:creationId xmlns:a16="http://schemas.microsoft.com/office/drawing/2014/main" id="{94EE3F88-4978-683A-0781-459E12EB39D3}"/>
              </a:ext>
            </a:extLst>
          </p:cNvPr>
          <p:cNvSpPr txBox="1"/>
          <p:nvPr/>
        </p:nvSpPr>
        <p:spPr>
          <a:xfrm>
            <a:off x="1221707" y="428745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0.78</a:t>
            </a: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F53ED321-C491-BEEA-0EE5-F34360FCAD30}"/>
              </a:ext>
            </a:extLst>
          </p:cNvPr>
          <p:cNvSpPr/>
          <p:nvPr/>
        </p:nvSpPr>
        <p:spPr>
          <a:xfrm>
            <a:off x="185512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8904150F-C093-FC51-20F2-763CDE810565}"/>
              </a:ext>
            </a:extLst>
          </p:cNvPr>
          <p:cNvSpPr/>
          <p:nvPr/>
        </p:nvSpPr>
        <p:spPr>
          <a:xfrm>
            <a:off x="2186112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DDB2823E-0B62-9999-EEFD-A219D15FA74B}"/>
              </a:ext>
            </a:extLst>
          </p:cNvPr>
          <p:cNvSpPr/>
          <p:nvPr/>
        </p:nvSpPr>
        <p:spPr>
          <a:xfrm>
            <a:off x="2518245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4EBC4CF7-1417-5F3C-58C9-CDA9C5677BC5}"/>
              </a:ext>
            </a:extLst>
          </p:cNvPr>
          <p:cNvSpPr/>
          <p:nvPr/>
        </p:nvSpPr>
        <p:spPr>
          <a:xfrm>
            <a:off x="284923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B6E29C8B-531A-6C58-431B-0E0EF9D7BF35}"/>
              </a:ext>
            </a:extLst>
          </p:cNvPr>
          <p:cNvSpPr/>
          <p:nvPr/>
        </p:nvSpPr>
        <p:spPr>
          <a:xfrm>
            <a:off x="318059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45FC6D10-06DC-0C68-33F2-84F5FEC094B1}"/>
              </a:ext>
            </a:extLst>
          </p:cNvPr>
          <p:cNvSpPr/>
          <p:nvPr/>
        </p:nvSpPr>
        <p:spPr>
          <a:xfrm>
            <a:off x="3511587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4EB47E4E-C6BB-E898-D01D-0E120AC4B72F}"/>
              </a:ext>
            </a:extLst>
          </p:cNvPr>
          <p:cNvSpPr/>
          <p:nvPr/>
        </p:nvSpPr>
        <p:spPr>
          <a:xfrm>
            <a:off x="3843719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3966FD7C-1892-6538-458C-2F1F39851A80}"/>
              </a:ext>
            </a:extLst>
          </p:cNvPr>
          <p:cNvSpPr/>
          <p:nvPr/>
        </p:nvSpPr>
        <p:spPr>
          <a:xfrm>
            <a:off x="417470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2" name="Oval 611">
            <a:extLst>
              <a:ext uri="{FF2B5EF4-FFF2-40B4-BE49-F238E27FC236}">
                <a16:creationId xmlns:a16="http://schemas.microsoft.com/office/drawing/2014/main" id="{50681641-5B96-E6FA-1426-7C21D9E29839}"/>
              </a:ext>
            </a:extLst>
          </p:cNvPr>
          <p:cNvSpPr/>
          <p:nvPr/>
        </p:nvSpPr>
        <p:spPr>
          <a:xfrm>
            <a:off x="2144628" y="438409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52020F26-D669-BE1E-8D90-86C29DBDB0E3}"/>
              </a:ext>
            </a:extLst>
          </p:cNvPr>
          <p:cNvSpPr/>
          <p:nvPr/>
        </p:nvSpPr>
        <p:spPr>
          <a:xfrm>
            <a:off x="1554079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1" name="Oval 660">
            <a:extLst>
              <a:ext uri="{FF2B5EF4-FFF2-40B4-BE49-F238E27FC236}">
                <a16:creationId xmlns:a16="http://schemas.microsoft.com/office/drawing/2014/main" id="{9EB1BA0B-E05D-1D53-727A-5339F7D6B71D}"/>
              </a:ext>
            </a:extLst>
          </p:cNvPr>
          <p:cNvSpPr/>
          <p:nvPr/>
        </p:nvSpPr>
        <p:spPr>
          <a:xfrm>
            <a:off x="1454067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82D48B04-F032-C7EB-9972-1F3E3CA3E967}"/>
              </a:ext>
            </a:extLst>
          </p:cNvPr>
          <p:cNvSpPr txBox="1"/>
          <p:nvPr/>
        </p:nvSpPr>
        <p:spPr>
          <a:xfrm>
            <a:off x="1221707" y="465178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0.78</a:t>
            </a: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83796A48-68AA-7737-B937-34EE326EBD6A}"/>
              </a:ext>
            </a:extLst>
          </p:cNvPr>
          <p:cNvSpPr/>
          <p:nvPr/>
        </p:nvSpPr>
        <p:spPr>
          <a:xfrm>
            <a:off x="185512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B02C92B1-6243-29EF-AEE9-5A00D62D0919}"/>
              </a:ext>
            </a:extLst>
          </p:cNvPr>
          <p:cNvSpPr/>
          <p:nvPr/>
        </p:nvSpPr>
        <p:spPr>
          <a:xfrm>
            <a:off x="2186112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AFD0F2B2-195F-82AF-B105-8D086971F46C}"/>
              </a:ext>
            </a:extLst>
          </p:cNvPr>
          <p:cNvSpPr/>
          <p:nvPr/>
        </p:nvSpPr>
        <p:spPr>
          <a:xfrm>
            <a:off x="2518245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5E76F27B-7EF3-742A-78AF-1EEA56D47E61}"/>
              </a:ext>
            </a:extLst>
          </p:cNvPr>
          <p:cNvSpPr/>
          <p:nvPr/>
        </p:nvSpPr>
        <p:spPr>
          <a:xfrm>
            <a:off x="284923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8CAC61A2-5F6E-0F69-E65A-A67C51B3B559}"/>
              </a:ext>
            </a:extLst>
          </p:cNvPr>
          <p:cNvSpPr/>
          <p:nvPr/>
        </p:nvSpPr>
        <p:spPr>
          <a:xfrm>
            <a:off x="318059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368799F8-2C8F-6011-0450-AAE44A179177}"/>
              </a:ext>
            </a:extLst>
          </p:cNvPr>
          <p:cNvSpPr/>
          <p:nvPr/>
        </p:nvSpPr>
        <p:spPr>
          <a:xfrm>
            <a:off x="3511587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DA138CA7-E862-06F4-73AE-13D0FA70EA02}"/>
              </a:ext>
            </a:extLst>
          </p:cNvPr>
          <p:cNvSpPr/>
          <p:nvPr/>
        </p:nvSpPr>
        <p:spPr>
          <a:xfrm>
            <a:off x="3843719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6E19A68A-F6F2-8818-15C8-271444E7324D}"/>
              </a:ext>
            </a:extLst>
          </p:cNvPr>
          <p:cNvSpPr/>
          <p:nvPr/>
        </p:nvSpPr>
        <p:spPr>
          <a:xfrm>
            <a:off x="417470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25" name="Oval 624">
            <a:extLst>
              <a:ext uri="{FF2B5EF4-FFF2-40B4-BE49-F238E27FC236}">
                <a16:creationId xmlns:a16="http://schemas.microsoft.com/office/drawing/2014/main" id="{ECA03ADD-2776-5493-C653-E715B88D441A}"/>
              </a:ext>
            </a:extLst>
          </p:cNvPr>
          <p:cNvSpPr/>
          <p:nvPr/>
        </p:nvSpPr>
        <p:spPr>
          <a:xfrm>
            <a:off x="2144628" y="474842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A09044F0-8BB3-CAB9-994B-CF23794A1C4F}"/>
              </a:ext>
            </a:extLst>
          </p:cNvPr>
          <p:cNvSpPr/>
          <p:nvPr/>
        </p:nvSpPr>
        <p:spPr>
          <a:xfrm>
            <a:off x="1549317" y="464301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37" name="Rectangle: Rounded Corners 636">
            <a:extLst>
              <a:ext uri="{FF2B5EF4-FFF2-40B4-BE49-F238E27FC236}">
                <a16:creationId xmlns:a16="http://schemas.microsoft.com/office/drawing/2014/main" id="{F87AB085-DFC0-C556-8C30-946A8C283A9E}"/>
              </a:ext>
            </a:extLst>
          </p:cNvPr>
          <p:cNvSpPr/>
          <p:nvPr/>
        </p:nvSpPr>
        <p:spPr>
          <a:xfrm>
            <a:off x="2312592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0.78</a:t>
            </a:r>
          </a:p>
        </p:txBody>
      </p:sp>
      <p:sp>
        <p:nvSpPr>
          <p:cNvPr id="638" name="Rectangle: Rounded Corners 637">
            <a:extLst>
              <a:ext uri="{FF2B5EF4-FFF2-40B4-BE49-F238E27FC236}">
                <a16:creationId xmlns:a16="http://schemas.microsoft.com/office/drawing/2014/main" id="{4F6AEAC7-0E54-7017-3168-8EE1D6FAA078}"/>
              </a:ext>
            </a:extLst>
          </p:cNvPr>
          <p:cNvSpPr/>
          <p:nvPr/>
        </p:nvSpPr>
        <p:spPr>
          <a:xfrm>
            <a:off x="3235458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0.78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/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3" name="Oval 642">
            <a:extLst>
              <a:ext uri="{FF2B5EF4-FFF2-40B4-BE49-F238E27FC236}">
                <a16:creationId xmlns:a16="http://schemas.microsoft.com/office/drawing/2014/main" id="{AF4C0E2D-7201-FD90-DB2D-9190A8E4CDE6}"/>
              </a:ext>
            </a:extLst>
          </p:cNvPr>
          <p:cNvSpPr/>
          <p:nvPr/>
        </p:nvSpPr>
        <p:spPr>
          <a:xfrm>
            <a:off x="3637673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44" name="Oval 643">
            <a:extLst>
              <a:ext uri="{FF2B5EF4-FFF2-40B4-BE49-F238E27FC236}">
                <a16:creationId xmlns:a16="http://schemas.microsoft.com/office/drawing/2014/main" id="{A3C23636-167D-656A-F65D-C40EDA362EB2}"/>
              </a:ext>
            </a:extLst>
          </p:cNvPr>
          <p:cNvSpPr/>
          <p:nvPr/>
        </p:nvSpPr>
        <p:spPr>
          <a:xfrm>
            <a:off x="2721930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0" name="Oval 699">
            <a:extLst>
              <a:ext uri="{FF2B5EF4-FFF2-40B4-BE49-F238E27FC236}">
                <a16:creationId xmlns:a16="http://schemas.microsoft.com/office/drawing/2014/main" id="{EBF5374C-90C6-6E3B-139D-99877AB84B3E}"/>
              </a:ext>
            </a:extLst>
          </p:cNvPr>
          <p:cNvSpPr/>
          <p:nvPr/>
        </p:nvSpPr>
        <p:spPr>
          <a:xfrm>
            <a:off x="2629061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E3B55947-3F80-F681-DBBB-046C2874D161}"/>
              </a:ext>
            </a:extLst>
          </p:cNvPr>
          <p:cNvSpPr txBox="1"/>
          <p:nvPr/>
        </p:nvSpPr>
        <p:spPr>
          <a:xfrm>
            <a:off x="1452386" y="5691387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0.102</a:t>
            </a:r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2B0752E3-71A2-471B-C784-DDC9FB3FFA35}"/>
              </a:ext>
            </a:extLst>
          </p:cNvPr>
          <p:cNvSpPr/>
          <p:nvPr/>
        </p:nvSpPr>
        <p:spPr>
          <a:xfrm>
            <a:off x="208580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4BEC4015-E891-A6AA-A7A0-BAA99699F62A}"/>
              </a:ext>
            </a:extLst>
          </p:cNvPr>
          <p:cNvSpPr/>
          <p:nvPr/>
        </p:nvSpPr>
        <p:spPr>
          <a:xfrm>
            <a:off x="241679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2BFD245C-F8CD-BC73-4A7E-73CCA3672C50}"/>
              </a:ext>
            </a:extLst>
          </p:cNvPr>
          <p:cNvSpPr/>
          <p:nvPr/>
        </p:nvSpPr>
        <p:spPr>
          <a:xfrm>
            <a:off x="2748924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218BB12F-A952-57B4-21FE-B6FB98AC4F32}"/>
              </a:ext>
            </a:extLst>
          </p:cNvPr>
          <p:cNvSpPr/>
          <p:nvPr/>
        </p:nvSpPr>
        <p:spPr>
          <a:xfrm>
            <a:off x="307991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73FADC12-5578-CABC-4FD4-96E009A91FC1}"/>
              </a:ext>
            </a:extLst>
          </p:cNvPr>
          <p:cNvSpPr/>
          <p:nvPr/>
        </p:nvSpPr>
        <p:spPr>
          <a:xfrm>
            <a:off x="341604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41B4AF6D-01CB-9C02-1D9C-072B33A10202}"/>
              </a:ext>
            </a:extLst>
          </p:cNvPr>
          <p:cNvSpPr/>
          <p:nvPr/>
        </p:nvSpPr>
        <p:spPr>
          <a:xfrm>
            <a:off x="3747029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63843B68-A41E-7C5A-BFCF-E9705AC7AE8A}"/>
              </a:ext>
            </a:extLst>
          </p:cNvPr>
          <p:cNvSpPr/>
          <p:nvPr/>
        </p:nvSpPr>
        <p:spPr>
          <a:xfrm>
            <a:off x="407916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DAC150FD-BB97-2E4F-082B-50F182CC441D}"/>
              </a:ext>
            </a:extLst>
          </p:cNvPr>
          <p:cNvSpPr/>
          <p:nvPr/>
        </p:nvSpPr>
        <p:spPr>
          <a:xfrm>
            <a:off x="441015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666" name="Oval 665">
            <a:extLst>
              <a:ext uri="{FF2B5EF4-FFF2-40B4-BE49-F238E27FC236}">
                <a16:creationId xmlns:a16="http://schemas.microsoft.com/office/drawing/2014/main" id="{040E183F-3880-DAB6-22FA-D3E963DA2E72}"/>
              </a:ext>
            </a:extLst>
          </p:cNvPr>
          <p:cNvSpPr/>
          <p:nvPr/>
        </p:nvSpPr>
        <p:spPr>
          <a:xfrm>
            <a:off x="2375307" y="578802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C869BF30-9F76-218A-5F24-0011FDB4A10E}"/>
              </a:ext>
            </a:extLst>
          </p:cNvPr>
          <p:cNvSpPr/>
          <p:nvPr/>
        </p:nvSpPr>
        <p:spPr>
          <a:xfrm>
            <a:off x="1875245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8" name="Oval 667">
            <a:extLst>
              <a:ext uri="{FF2B5EF4-FFF2-40B4-BE49-F238E27FC236}">
                <a16:creationId xmlns:a16="http://schemas.microsoft.com/office/drawing/2014/main" id="{77C4BBD6-1240-C28B-6F46-6C1B125FE3EF}"/>
              </a:ext>
            </a:extLst>
          </p:cNvPr>
          <p:cNvSpPr/>
          <p:nvPr/>
        </p:nvSpPr>
        <p:spPr>
          <a:xfrm>
            <a:off x="1684746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3872316E-05DD-23DD-5F4F-0DCC4E87E4E9}"/>
              </a:ext>
            </a:extLst>
          </p:cNvPr>
          <p:cNvSpPr txBox="1"/>
          <p:nvPr/>
        </p:nvSpPr>
        <p:spPr>
          <a:xfrm>
            <a:off x="1452386" y="6055717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0.12</a:t>
            </a:r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72D65C3E-8FBF-A130-ABAC-64E207C551A8}"/>
              </a:ext>
            </a:extLst>
          </p:cNvPr>
          <p:cNvSpPr/>
          <p:nvPr/>
        </p:nvSpPr>
        <p:spPr>
          <a:xfrm>
            <a:off x="208580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EC3AC2CC-DB47-8B6E-5A18-D698323B5E2F}"/>
              </a:ext>
            </a:extLst>
          </p:cNvPr>
          <p:cNvSpPr/>
          <p:nvPr/>
        </p:nvSpPr>
        <p:spPr>
          <a:xfrm>
            <a:off x="241679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62705B82-0A9E-C145-8062-EB2CF01BB6DB}"/>
              </a:ext>
            </a:extLst>
          </p:cNvPr>
          <p:cNvSpPr/>
          <p:nvPr/>
        </p:nvSpPr>
        <p:spPr>
          <a:xfrm>
            <a:off x="2748924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E84268DD-5875-DA96-BEDB-2A49B87C9673}"/>
              </a:ext>
            </a:extLst>
          </p:cNvPr>
          <p:cNvSpPr/>
          <p:nvPr/>
        </p:nvSpPr>
        <p:spPr>
          <a:xfrm>
            <a:off x="307991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B0D51E1B-6AF4-D91D-9596-A760E89F1BE9}"/>
              </a:ext>
            </a:extLst>
          </p:cNvPr>
          <p:cNvSpPr/>
          <p:nvPr/>
        </p:nvSpPr>
        <p:spPr>
          <a:xfrm>
            <a:off x="341604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B5617C74-BC31-3745-6B3F-4F2DA2D74288}"/>
              </a:ext>
            </a:extLst>
          </p:cNvPr>
          <p:cNvSpPr/>
          <p:nvPr/>
        </p:nvSpPr>
        <p:spPr>
          <a:xfrm>
            <a:off x="3747029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498468D7-AF05-D24D-662C-8E84A9D36723}"/>
              </a:ext>
            </a:extLst>
          </p:cNvPr>
          <p:cNvSpPr/>
          <p:nvPr/>
        </p:nvSpPr>
        <p:spPr>
          <a:xfrm>
            <a:off x="407916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D0E7B0C9-3473-6EA2-19FE-AD5E6673B3DE}"/>
              </a:ext>
            </a:extLst>
          </p:cNvPr>
          <p:cNvSpPr/>
          <p:nvPr/>
        </p:nvSpPr>
        <p:spPr>
          <a:xfrm>
            <a:off x="441015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0" name="Oval 679">
            <a:extLst>
              <a:ext uri="{FF2B5EF4-FFF2-40B4-BE49-F238E27FC236}">
                <a16:creationId xmlns:a16="http://schemas.microsoft.com/office/drawing/2014/main" id="{82B56CA0-BB51-3444-28E4-F6452C5676B1}"/>
              </a:ext>
            </a:extLst>
          </p:cNvPr>
          <p:cNvSpPr/>
          <p:nvPr/>
        </p:nvSpPr>
        <p:spPr>
          <a:xfrm>
            <a:off x="2375307" y="615235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81" name="Oval 680">
            <a:extLst>
              <a:ext uri="{FF2B5EF4-FFF2-40B4-BE49-F238E27FC236}">
                <a16:creationId xmlns:a16="http://schemas.microsoft.com/office/drawing/2014/main" id="{789EF1E7-1EA3-8BC4-AE08-635460810126}"/>
              </a:ext>
            </a:extLst>
          </p:cNvPr>
          <p:cNvSpPr/>
          <p:nvPr/>
        </p:nvSpPr>
        <p:spPr>
          <a:xfrm>
            <a:off x="1779996" y="604694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2" name="Rectangle: Rounded Corners 691">
            <a:extLst>
              <a:ext uri="{FF2B5EF4-FFF2-40B4-BE49-F238E27FC236}">
                <a16:creationId xmlns:a16="http://schemas.microsoft.com/office/drawing/2014/main" id="{72E701A6-D732-3C52-02A8-A9AC70C9E897}"/>
              </a:ext>
            </a:extLst>
          </p:cNvPr>
          <p:cNvSpPr/>
          <p:nvPr/>
        </p:nvSpPr>
        <p:spPr>
          <a:xfrm>
            <a:off x="2543271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0.102</a:t>
            </a:r>
          </a:p>
        </p:txBody>
      </p:sp>
      <p:sp>
        <p:nvSpPr>
          <p:cNvPr id="693" name="Rectangle: Rounded Corners 692">
            <a:extLst>
              <a:ext uri="{FF2B5EF4-FFF2-40B4-BE49-F238E27FC236}">
                <a16:creationId xmlns:a16="http://schemas.microsoft.com/office/drawing/2014/main" id="{077C4AA9-0FE1-D44E-C814-D631305C6009}"/>
              </a:ext>
            </a:extLst>
          </p:cNvPr>
          <p:cNvSpPr/>
          <p:nvPr/>
        </p:nvSpPr>
        <p:spPr>
          <a:xfrm>
            <a:off x="3466137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/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8" name="Oval 697">
            <a:extLst>
              <a:ext uri="{FF2B5EF4-FFF2-40B4-BE49-F238E27FC236}">
                <a16:creationId xmlns:a16="http://schemas.microsoft.com/office/drawing/2014/main" id="{9EDF0F8C-19DB-ECAC-8CF7-A2AD5D152D00}"/>
              </a:ext>
            </a:extLst>
          </p:cNvPr>
          <p:cNvSpPr/>
          <p:nvPr/>
        </p:nvSpPr>
        <p:spPr>
          <a:xfrm>
            <a:off x="3865971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9" name="Oval 698">
            <a:extLst>
              <a:ext uri="{FF2B5EF4-FFF2-40B4-BE49-F238E27FC236}">
                <a16:creationId xmlns:a16="http://schemas.microsoft.com/office/drawing/2014/main" id="{1D162640-432C-D4B0-F97E-1C62A2F68324}"/>
              </a:ext>
            </a:extLst>
          </p:cNvPr>
          <p:cNvSpPr/>
          <p:nvPr/>
        </p:nvSpPr>
        <p:spPr>
          <a:xfrm>
            <a:off x="2990709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1" name="Oval 700">
            <a:extLst>
              <a:ext uri="{FF2B5EF4-FFF2-40B4-BE49-F238E27FC236}">
                <a16:creationId xmlns:a16="http://schemas.microsoft.com/office/drawing/2014/main" id="{056BE323-F1C2-A656-4B0E-8E1D3F875AE6}"/>
              </a:ext>
            </a:extLst>
          </p:cNvPr>
          <p:cNvSpPr/>
          <p:nvPr/>
        </p:nvSpPr>
        <p:spPr>
          <a:xfrm>
            <a:off x="2809734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7" name="TextBox 716">
            <a:extLst>
              <a:ext uri="{FF2B5EF4-FFF2-40B4-BE49-F238E27FC236}">
                <a16:creationId xmlns:a16="http://schemas.microsoft.com/office/drawing/2014/main" id="{06ACD411-3A92-73C4-00E3-D10381060B9D}"/>
              </a:ext>
            </a:extLst>
          </p:cNvPr>
          <p:cNvSpPr txBox="1"/>
          <p:nvPr/>
        </p:nvSpPr>
        <p:spPr>
          <a:xfrm>
            <a:off x="6036310" y="88617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0.565</a:t>
            </a: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00965FF6-6A33-6746-287A-856F6FCFE9A3}"/>
              </a:ext>
            </a:extLst>
          </p:cNvPr>
          <p:cNvSpPr/>
          <p:nvPr/>
        </p:nvSpPr>
        <p:spPr>
          <a:xfrm>
            <a:off x="666972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BA792473-BC0D-AB54-076D-8858FC1EF1B9}"/>
              </a:ext>
            </a:extLst>
          </p:cNvPr>
          <p:cNvSpPr/>
          <p:nvPr/>
        </p:nvSpPr>
        <p:spPr>
          <a:xfrm>
            <a:off x="7000715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9427060A-3A95-6340-2F41-E5C6339B739C}"/>
              </a:ext>
            </a:extLst>
          </p:cNvPr>
          <p:cNvSpPr/>
          <p:nvPr/>
        </p:nvSpPr>
        <p:spPr>
          <a:xfrm>
            <a:off x="7332848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BF0AD192-1EAA-90FF-4F9B-081228954B1B}"/>
              </a:ext>
            </a:extLst>
          </p:cNvPr>
          <p:cNvSpPr/>
          <p:nvPr/>
        </p:nvSpPr>
        <p:spPr>
          <a:xfrm>
            <a:off x="766383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11E6842D-DAD8-2305-4173-966BC109127D}"/>
              </a:ext>
            </a:extLst>
          </p:cNvPr>
          <p:cNvSpPr/>
          <p:nvPr/>
        </p:nvSpPr>
        <p:spPr>
          <a:xfrm>
            <a:off x="799520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39454945-6F2E-C618-F1C1-BDA103220845}"/>
              </a:ext>
            </a:extLst>
          </p:cNvPr>
          <p:cNvSpPr/>
          <p:nvPr/>
        </p:nvSpPr>
        <p:spPr>
          <a:xfrm>
            <a:off x="8326190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B3177DFB-31E4-3EB0-350D-5C3054A2D325}"/>
              </a:ext>
            </a:extLst>
          </p:cNvPr>
          <p:cNvSpPr/>
          <p:nvPr/>
        </p:nvSpPr>
        <p:spPr>
          <a:xfrm>
            <a:off x="8658322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052E1E08-937C-B535-C788-105AD614FC31}"/>
              </a:ext>
            </a:extLst>
          </p:cNvPr>
          <p:cNvSpPr/>
          <p:nvPr/>
        </p:nvSpPr>
        <p:spPr>
          <a:xfrm>
            <a:off x="898931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19" name="Oval 718">
            <a:extLst>
              <a:ext uri="{FF2B5EF4-FFF2-40B4-BE49-F238E27FC236}">
                <a16:creationId xmlns:a16="http://schemas.microsoft.com/office/drawing/2014/main" id="{7A1D8124-186E-BD01-5CD2-C82E0D814108}"/>
              </a:ext>
            </a:extLst>
          </p:cNvPr>
          <p:cNvSpPr/>
          <p:nvPr/>
        </p:nvSpPr>
        <p:spPr>
          <a:xfrm>
            <a:off x="6959231" y="98281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8CA83A37-B449-1E19-55A0-60606695ED3D}"/>
              </a:ext>
            </a:extLst>
          </p:cNvPr>
          <p:cNvSpPr/>
          <p:nvPr/>
        </p:nvSpPr>
        <p:spPr>
          <a:xfrm>
            <a:off x="627819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2" name="Oval 951">
            <a:extLst>
              <a:ext uri="{FF2B5EF4-FFF2-40B4-BE49-F238E27FC236}">
                <a16:creationId xmlns:a16="http://schemas.microsoft.com/office/drawing/2014/main" id="{32BE30A9-8920-2E2B-D27B-8AA62B7735AD}"/>
              </a:ext>
            </a:extLst>
          </p:cNvPr>
          <p:cNvSpPr/>
          <p:nvPr/>
        </p:nvSpPr>
        <p:spPr>
          <a:xfrm>
            <a:off x="644964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1" name="Rectangle: Rounded Corners 710">
            <a:extLst>
              <a:ext uri="{FF2B5EF4-FFF2-40B4-BE49-F238E27FC236}">
                <a16:creationId xmlns:a16="http://schemas.microsoft.com/office/drawing/2014/main" id="{EBE16CDA-A8DD-71DC-AB89-6F7BCEA6BAFA}"/>
              </a:ext>
            </a:extLst>
          </p:cNvPr>
          <p:cNvSpPr/>
          <p:nvPr/>
        </p:nvSpPr>
        <p:spPr>
          <a:xfrm>
            <a:off x="6655707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/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2" name="TextBox 771">
            <a:extLst>
              <a:ext uri="{FF2B5EF4-FFF2-40B4-BE49-F238E27FC236}">
                <a16:creationId xmlns:a16="http://schemas.microsoft.com/office/drawing/2014/main" id="{928974AC-D53E-A1C0-3E39-2883FAC1C877}"/>
              </a:ext>
            </a:extLst>
          </p:cNvPr>
          <p:cNvSpPr txBox="1"/>
          <p:nvPr/>
        </p:nvSpPr>
        <p:spPr>
          <a:xfrm>
            <a:off x="6036310" y="155132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</a:t>
            </a: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BB953D4A-FBDC-01CD-0581-C94D7C0175E1}"/>
              </a:ext>
            </a:extLst>
          </p:cNvPr>
          <p:cNvSpPr/>
          <p:nvPr/>
        </p:nvSpPr>
        <p:spPr>
          <a:xfrm>
            <a:off x="666972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E8CF6D30-1735-B2FF-AB28-F36A9A986BEA}"/>
              </a:ext>
            </a:extLst>
          </p:cNvPr>
          <p:cNvSpPr/>
          <p:nvPr/>
        </p:nvSpPr>
        <p:spPr>
          <a:xfrm>
            <a:off x="7000715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A93AA3D6-0B2E-D130-37D3-E37DF171D67E}"/>
              </a:ext>
            </a:extLst>
          </p:cNvPr>
          <p:cNvSpPr/>
          <p:nvPr/>
        </p:nvSpPr>
        <p:spPr>
          <a:xfrm>
            <a:off x="7332848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0" name="Rectangle 779">
            <a:extLst>
              <a:ext uri="{FF2B5EF4-FFF2-40B4-BE49-F238E27FC236}">
                <a16:creationId xmlns:a16="http://schemas.microsoft.com/office/drawing/2014/main" id="{18BB0725-0CD0-7161-5789-21744835F6C6}"/>
              </a:ext>
            </a:extLst>
          </p:cNvPr>
          <p:cNvSpPr/>
          <p:nvPr/>
        </p:nvSpPr>
        <p:spPr>
          <a:xfrm>
            <a:off x="766383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2E77A8AD-BFC3-F889-D4FA-B3CC15391244}"/>
              </a:ext>
            </a:extLst>
          </p:cNvPr>
          <p:cNvSpPr/>
          <p:nvPr/>
        </p:nvSpPr>
        <p:spPr>
          <a:xfrm>
            <a:off x="799520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FE313957-69BD-5FE1-4867-E3DD3A640EC8}"/>
              </a:ext>
            </a:extLst>
          </p:cNvPr>
          <p:cNvSpPr/>
          <p:nvPr/>
        </p:nvSpPr>
        <p:spPr>
          <a:xfrm>
            <a:off x="8326190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5965ACCC-A0AA-097D-5FED-F8519650E007}"/>
              </a:ext>
            </a:extLst>
          </p:cNvPr>
          <p:cNvSpPr/>
          <p:nvPr/>
        </p:nvSpPr>
        <p:spPr>
          <a:xfrm>
            <a:off x="8658322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0FD524F0-B9E2-F3B0-DB79-D07D01CCE69E}"/>
              </a:ext>
            </a:extLst>
          </p:cNvPr>
          <p:cNvSpPr/>
          <p:nvPr/>
        </p:nvSpPr>
        <p:spPr>
          <a:xfrm>
            <a:off x="898931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4" name="Oval 773">
            <a:extLst>
              <a:ext uri="{FF2B5EF4-FFF2-40B4-BE49-F238E27FC236}">
                <a16:creationId xmlns:a16="http://schemas.microsoft.com/office/drawing/2014/main" id="{D23BA631-0DC4-AE89-1791-74330EC7AFCA}"/>
              </a:ext>
            </a:extLst>
          </p:cNvPr>
          <p:cNvSpPr/>
          <p:nvPr/>
        </p:nvSpPr>
        <p:spPr>
          <a:xfrm>
            <a:off x="6959231" y="2517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76" name="Oval 775">
            <a:extLst>
              <a:ext uri="{FF2B5EF4-FFF2-40B4-BE49-F238E27FC236}">
                <a16:creationId xmlns:a16="http://schemas.microsoft.com/office/drawing/2014/main" id="{95346F91-3919-0BD1-C356-D4504B0005B4}"/>
              </a:ext>
            </a:extLst>
          </p:cNvPr>
          <p:cNvSpPr/>
          <p:nvPr/>
        </p:nvSpPr>
        <p:spPr>
          <a:xfrm>
            <a:off x="6268670" y="1463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86" name="TextBox 785">
            <a:extLst>
              <a:ext uri="{FF2B5EF4-FFF2-40B4-BE49-F238E27FC236}">
                <a16:creationId xmlns:a16="http://schemas.microsoft.com/office/drawing/2014/main" id="{F7724752-CA21-54CE-C49A-A45BCA1FDC89}"/>
              </a:ext>
            </a:extLst>
          </p:cNvPr>
          <p:cNvSpPr txBox="1"/>
          <p:nvPr/>
        </p:nvSpPr>
        <p:spPr>
          <a:xfrm>
            <a:off x="6036310" y="51946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</a:t>
            </a: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542CEE91-37A3-9290-13AF-DD37DA4C6BF0}"/>
              </a:ext>
            </a:extLst>
          </p:cNvPr>
          <p:cNvSpPr/>
          <p:nvPr/>
        </p:nvSpPr>
        <p:spPr>
          <a:xfrm>
            <a:off x="666972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F9B79DCF-BF25-FAD8-93EE-016FE6AB7376}"/>
              </a:ext>
            </a:extLst>
          </p:cNvPr>
          <p:cNvSpPr/>
          <p:nvPr/>
        </p:nvSpPr>
        <p:spPr>
          <a:xfrm>
            <a:off x="7000715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DDB4E256-EDE9-CFD4-7217-DE0FD4BD3E0A}"/>
              </a:ext>
            </a:extLst>
          </p:cNvPr>
          <p:cNvSpPr/>
          <p:nvPr/>
        </p:nvSpPr>
        <p:spPr>
          <a:xfrm>
            <a:off x="7332848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411FC53E-CE82-A45B-C326-D7BC50FE9ECC}"/>
              </a:ext>
            </a:extLst>
          </p:cNvPr>
          <p:cNvSpPr/>
          <p:nvPr/>
        </p:nvSpPr>
        <p:spPr>
          <a:xfrm>
            <a:off x="766383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83BABAB4-1EB8-9802-028D-16C75172DA5B}"/>
              </a:ext>
            </a:extLst>
          </p:cNvPr>
          <p:cNvSpPr/>
          <p:nvPr/>
        </p:nvSpPr>
        <p:spPr>
          <a:xfrm>
            <a:off x="799520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90763239-5E1D-8858-90C6-B67EC5E817F9}"/>
              </a:ext>
            </a:extLst>
          </p:cNvPr>
          <p:cNvSpPr/>
          <p:nvPr/>
        </p:nvSpPr>
        <p:spPr>
          <a:xfrm>
            <a:off x="8326190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DDBE5655-D30A-7477-F65C-ABFE43734619}"/>
              </a:ext>
            </a:extLst>
          </p:cNvPr>
          <p:cNvSpPr/>
          <p:nvPr/>
        </p:nvSpPr>
        <p:spPr>
          <a:xfrm>
            <a:off x="8658322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3553E47B-3932-02A9-EF7F-C930A4A3C29B}"/>
              </a:ext>
            </a:extLst>
          </p:cNvPr>
          <p:cNvSpPr/>
          <p:nvPr/>
        </p:nvSpPr>
        <p:spPr>
          <a:xfrm>
            <a:off x="898931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8" name="Oval 787">
            <a:extLst>
              <a:ext uri="{FF2B5EF4-FFF2-40B4-BE49-F238E27FC236}">
                <a16:creationId xmlns:a16="http://schemas.microsoft.com/office/drawing/2014/main" id="{7ACE2C41-50D9-FAFB-C58C-C8E5F0454ED3}"/>
              </a:ext>
            </a:extLst>
          </p:cNvPr>
          <p:cNvSpPr/>
          <p:nvPr/>
        </p:nvSpPr>
        <p:spPr>
          <a:xfrm>
            <a:off x="6959231" y="61610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89" name="Oval 788">
            <a:extLst>
              <a:ext uri="{FF2B5EF4-FFF2-40B4-BE49-F238E27FC236}">
                <a16:creationId xmlns:a16="http://schemas.microsoft.com/office/drawing/2014/main" id="{BBDB5E75-973F-50CC-D0AA-F0598F62670C}"/>
              </a:ext>
            </a:extLst>
          </p:cNvPr>
          <p:cNvSpPr/>
          <p:nvPr/>
        </p:nvSpPr>
        <p:spPr>
          <a:xfrm>
            <a:off x="6363920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3" name="Oval 952">
            <a:extLst>
              <a:ext uri="{FF2B5EF4-FFF2-40B4-BE49-F238E27FC236}">
                <a16:creationId xmlns:a16="http://schemas.microsoft.com/office/drawing/2014/main" id="{29D08EC1-F18F-ACB9-1896-ABB18690C2BB}"/>
              </a:ext>
            </a:extLst>
          </p:cNvPr>
          <p:cNvSpPr/>
          <p:nvPr/>
        </p:nvSpPr>
        <p:spPr>
          <a:xfrm>
            <a:off x="6278195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1" name="Rectangle: Rounded Corners 800">
            <a:extLst>
              <a:ext uri="{FF2B5EF4-FFF2-40B4-BE49-F238E27FC236}">
                <a16:creationId xmlns:a16="http://schemas.microsoft.com/office/drawing/2014/main" id="{A595BA5A-7B46-31D1-0130-8D2F8321DF71}"/>
              </a:ext>
            </a:extLst>
          </p:cNvPr>
          <p:cNvSpPr/>
          <p:nvPr/>
        </p:nvSpPr>
        <p:spPr>
          <a:xfrm>
            <a:off x="7579632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02" name="Rectangle: Rounded Corners 801">
            <a:extLst>
              <a:ext uri="{FF2B5EF4-FFF2-40B4-BE49-F238E27FC236}">
                <a16:creationId xmlns:a16="http://schemas.microsoft.com/office/drawing/2014/main" id="{E9AF8A4F-70B5-F2BE-2F20-8B185343C1EE}"/>
              </a:ext>
            </a:extLst>
          </p:cNvPr>
          <p:cNvSpPr/>
          <p:nvPr/>
        </p:nvSpPr>
        <p:spPr>
          <a:xfrm>
            <a:off x="8502498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/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2" name="TextBox 841">
            <a:extLst>
              <a:ext uri="{FF2B5EF4-FFF2-40B4-BE49-F238E27FC236}">
                <a16:creationId xmlns:a16="http://schemas.microsoft.com/office/drawing/2014/main" id="{058B05B0-39AE-B4EC-661B-B7E7B0CFA5CB}"/>
              </a:ext>
            </a:extLst>
          </p:cNvPr>
          <p:cNvSpPr txBox="1"/>
          <p:nvPr/>
        </p:nvSpPr>
        <p:spPr>
          <a:xfrm>
            <a:off x="5254913" y="261522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7EF374E8-CF9A-AE62-76EA-F43EC6EF29E8}"/>
              </a:ext>
            </a:extLst>
          </p:cNvPr>
          <p:cNvSpPr/>
          <p:nvPr/>
        </p:nvSpPr>
        <p:spPr>
          <a:xfrm>
            <a:off x="588833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F86C7802-3B68-A8EF-E410-8C19224F6985}"/>
              </a:ext>
            </a:extLst>
          </p:cNvPr>
          <p:cNvSpPr/>
          <p:nvPr/>
        </p:nvSpPr>
        <p:spPr>
          <a:xfrm>
            <a:off x="6219318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7E81A773-DA49-582C-F225-29ACD9516307}"/>
              </a:ext>
            </a:extLst>
          </p:cNvPr>
          <p:cNvSpPr/>
          <p:nvPr/>
        </p:nvSpPr>
        <p:spPr>
          <a:xfrm>
            <a:off x="6551451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8CE325EC-83B2-0D3D-A0B1-A86DFC8806B9}"/>
              </a:ext>
            </a:extLst>
          </p:cNvPr>
          <p:cNvSpPr/>
          <p:nvPr/>
        </p:nvSpPr>
        <p:spPr>
          <a:xfrm>
            <a:off x="688244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742CD5A0-6D09-2F32-012E-984FBEA0B566}"/>
              </a:ext>
            </a:extLst>
          </p:cNvPr>
          <p:cNvSpPr/>
          <p:nvPr/>
        </p:nvSpPr>
        <p:spPr>
          <a:xfrm>
            <a:off x="721380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19582E52-2A19-B8F3-281F-EB80E4CC2CD4}"/>
              </a:ext>
            </a:extLst>
          </p:cNvPr>
          <p:cNvSpPr/>
          <p:nvPr/>
        </p:nvSpPr>
        <p:spPr>
          <a:xfrm>
            <a:off x="7544793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E0160987-8A23-C941-0C20-B6EE5EDDBF72}"/>
              </a:ext>
            </a:extLst>
          </p:cNvPr>
          <p:cNvSpPr/>
          <p:nvPr/>
        </p:nvSpPr>
        <p:spPr>
          <a:xfrm>
            <a:off x="7876925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AB7CCC4-AE86-70F8-59F2-4BCC772B0F1C}"/>
              </a:ext>
            </a:extLst>
          </p:cNvPr>
          <p:cNvSpPr/>
          <p:nvPr/>
        </p:nvSpPr>
        <p:spPr>
          <a:xfrm>
            <a:off x="820791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4" name="Oval 843">
            <a:extLst>
              <a:ext uri="{FF2B5EF4-FFF2-40B4-BE49-F238E27FC236}">
                <a16:creationId xmlns:a16="http://schemas.microsoft.com/office/drawing/2014/main" id="{619D077F-466D-A4B9-0E2E-A89A03E9CF78}"/>
              </a:ext>
            </a:extLst>
          </p:cNvPr>
          <p:cNvSpPr/>
          <p:nvPr/>
        </p:nvSpPr>
        <p:spPr>
          <a:xfrm>
            <a:off x="6177834" y="271185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45" name="Oval 844">
            <a:extLst>
              <a:ext uri="{FF2B5EF4-FFF2-40B4-BE49-F238E27FC236}">
                <a16:creationId xmlns:a16="http://schemas.microsoft.com/office/drawing/2014/main" id="{394DC69E-AA79-BCF7-96F3-AF0C42A4A8C4}"/>
              </a:ext>
            </a:extLst>
          </p:cNvPr>
          <p:cNvSpPr/>
          <p:nvPr/>
        </p:nvSpPr>
        <p:spPr>
          <a:xfrm>
            <a:off x="5668248" y="260644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7" name="Rectangle: Rounded Corners 806">
            <a:extLst>
              <a:ext uri="{FF2B5EF4-FFF2-40B4-BE49-F238E27FC236}">
                <a16:creationId xmlns:a16="http://schemas.microsoft.com/office/drawing/2014/main" id="{8D472BF1-2659-F07D-867D-6EAB70EA337B}"/>
              </a:ext>
            </a:extLst>
          </p:cNvPr>
          <p:cNvSpPr/>
          <p:nvPr/>
        </p:nvSpPr>
        <p:spPr>
          <a:xfrm>
            <a:off x="5874310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/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9" name="TextBox 828">
            <a:extLst>
              <a:ext uri="{FF2B5EF4-FFF2-40B4-BE49-F238E27FC236}">
                <a16:creationId xmlns:a16="http://schemas.microsoft.com/office/drawing/2014/main" id="{D7411E0C-FBC6-7C39-26AD-D78E31CEF4C4}"/>
              </a:ext>
            </a:extLst>
          </p:cNvPr>
          <p:cNvSpPr txBox="1"/>
          <p:nvPr/>
        </p:nvSpPr>
        <p:spPr>
          <a:xfrm>
            <a:off x="5254913" y="188417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EFC45BF6-FB92-E0DB-E471-1C78ED4A17E9}"/>
              </a:ext>
            </a:extLst>
          </p:cNvPr>
          <p:cNvSpPr/>
          <p:nvPr/>
        </p:nvSpPr>
        <p:spPr>
          <a:xfrm>
            <a:off x="588833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A1B0512B-4243-1DEF-D36C-1C18125F83FE}"/>
              </a:ext>
            </a:extLst>
          </p:cNvPr>
          <p:cNvSpPr/>
          <p:nvPr/>
        </p:nvSpPr>
        <p:spPr>
          <a:xfrm>
            <a:off x="6219318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08D3D5FF-FAC0-6C85-9E01-83212CD050B2}"/>
              </a:ext>
            </a:extLst>
          </p:cNvPr>
          <p:cNvSpPr/>
          <p:nvPr/>
        </p:nvSpPr>
        <p:spPr>
          <a:xfrm>
            <a:off x="6551451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2ED91426-116B-231D-2141-37D0B7A6C9E6}"/>
              </a:ext>
            </a:extLst>
          </p:cNvPr>
          <p:cNvSpPr/>
          <p:nvPr/>
        </p:nvSpPr>
        <p:spPr>
          <a:xfrm>
            <a:off x="688244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8A39D210-189C-8B3B-5E31-25A25FD462C7}"/>
              </a:ext>
            </a:extLst>
          </p:cNvPr>
          <p:cNvSpPr/>
          <p:nvPr/>
        </p:nvSpPr>
        <p:spPr>
          <a:xfrm>
            <a:off x="721380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A639D860-637A-756C-9818-D85795446D75}"/>
              </a:ext>
            </a:extLst>
          </p:cNvPr>
          <p:cNvSpPr/>
          <p:nvPr/>
        </p:nvSpPr>
        <p:spPr>
          <a:xfrm>
            <a:off x="7544793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04B76A30-6A42-11C6-08D1-734E3C6B9452}"/>
              </a:ext>
            </a:extLst>
          </p:cNvPr>
          <p:cNvSpPr/>
          <p:nvPr/>
        </p:nvSpPr>
        <p:spPr>
          <a:xfrm>
            <a:off x="7876925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29E1E806-8D1D-8473-D156-08F61C9FDEB6}"/>
              </a:ext>
            </a:extLst>
          </p:cNvPr>
          <p:cNvSpPr/>
          <p:nvPr/>
        </p:nvSpPr>
        <p:spPr>
          <a:xfrm>
            <a:off x="820791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1" name="Oval 830">
            <a:extLst>
              <a:ext uri="{FF2B5EF4-FFF2-40B4-BE49-F238E27FC236}">
                <a16:creationId xmlns:a16="http://schemas.microsoft.com/office/drawing/2014/main" id="{77580DB1-13CC-DEB2-315C-4EB14384077E}"/>
              </a:ext>
            </a:extLst>
          </p:cNvPr>
          <p:cNvSpPr/>
          <p:nvPr/>
        </p:nvSpPr>
        <p:spPr>
          <a:xfrm>
            <a:off x="6177834" y="198081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32" name="Oval 831">
            <a:extLst>
              <a:ext uri="{FF2B5EF4-FFF2-40B4-BE49-F238E27FC236}">
                <a16:creationId xmlns:a16="http://schemas.microsoft.com/office/drawing/2014/main" id="{9B903DBA-1591-EE8D-1A4D-93D0B0E0872C}"/>
              </a:ext>
            </a:extLst>
          </p:cNvPr>
          <p:cNvSpPr/>
          <p:nvPr/>
        </p:nvSpPr>
        <p:spPr>
          <a:xfrm>
            <a:off x="5677772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3" name="Oval 832">
            <a:extLst>
              <a:ext uri="{FF2B5EF4-FFF2-40B4-BE49-F238E27FC236}">
                <a16:creationId xmlns:a16="http://schemas.microsoft.com/office/drawing/2014/main" id="{780D81EB-C666-2B2B-17BA-4CB362684DDE}"/>
              </a:ext>
            </a:extLst>
          </p:cNvPr>
          <p:cNvSpPr/>
          <p:nvPr/>
        </p:nvSpPr>
        <p:spPr>
          <a:xfrm>
            <a:off x="5487273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7" name="TextBox 816">
            <a:extLst>
              <a:ext uri="{FF2B5EF4-FFF2-40B4-BE49-F238E27FC236}">
                <a16:creationId xmlns:a16="http://schemas.microsoft.com/office/drawing/2014/main" id="{C737F129-1C1D-5E84-C60D-AC364AB85068}"/>
              </a:ext>
            </a:extLst>
          </p:cNvPr>
          <p:cNvSpPr txBox="1"/>
          <p:nvPr/>
        </p:nvSpPr>
        <p:spPr>
          <a:xfrm>
            <a:off x="5254913" y="224850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C76D1B95-3F3C-3EB6-BA12-852BFC316625}"/>
              </a:ext>
            </a:extLst>
          </p:cNvPr>
          <p:cNvSpPr/>
          <p:nvPr/>
        </p:nvSpPr>
        <p:spPr>
          <a:xfrm>
            <a:off x="588833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6D26D4D5-7210-35CD-0100-50BEDE4D1C34}"/>
              </a:ext>
            </a:extLst>
          </p:cNvPr>
          <p:cNvSpPr/>
          <p:nvPr/>
        </p:nvSpPr>
        <p:spPr>
          <a:xfrm>
            <a:off x="6219318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E9826667-275E-630B-7746-F5DCE4DFF606}"/>
              </a:ext>
            </a:extLst>
          </p:cNvPr>
          <p:cNvSpPr/>
          <p:nvPr/>
        </p:nvSpPr>
        <p:spPr>
          <a:xfrm>
            <a:off x="6551451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1BD7DC18-82CC-AA74-A087-628F6443B497}"/>
              </a:ext>
            </a:extLst>
          </p:cNvPr>
          <p:cNvSpPr/>
          <p:nvPr/>
        </p:nvSpPr>
        <p:spPr>
          <a:xfrm>
            <a:off x="688244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BD6514A9-5C7D-4CF6-6C58-4FC9006E6946}"/>
              </a:ext>
            </a:extLst>
          </p:cNvPr>
          <p:cNvSpPr/>
          <p:nvPr/>
        </p:nvSpPr>
        <p:spPr>
          <a:xfrm>
            <a:off x="721380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F68A5B17-4296-3E49-5D28-10027335C725}"/>
              </a:ext>
            </a:extLst>
          </p:cNvPr>
          <p:cNvSpPr/>
          <p:nvPr/>
        </p:nvSpPr>
        <p:spPr>
          <a:xfrm>
            <a:off x="7544793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F425FC8D-ABED-FCDF-BBB3-EE74C88846F0}"/>
              </a:ext>
            </a:extLst>
          </p:cNvPr>
          <p:cNvSpPr/>
          <p:nvPr/>
        </p:nvSpPr>
        <p:spPr>
          <a:xfrm>
            <a:off x="7876925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7BC58D4B-3C7A-D5B7-2BCB-5CCBBA9C6F47}"/>
              </a:ext>
            </a:extLst>
          </p:cNvPr>
          <p:cNvSpPr/>
          <p:nvPr/>
        </p:nvSpPr>
        <p:spPr>
          <a:xfrm>
            <a:off x="820791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19" name="Oval 818">
            <a:extLst>
              <a:ext uri="{FF2B5EF4-FFF2-40B4-BE49-F238E27FC236}">
                <a16:creationId xmlns:a16="http://schemas.microsoft.com/office/drawing/2014/main" id="{48E991DB-765C-95DA-D347-F2EC4BDB206E}"/>
              </a:ext>
            </a:extLst>
          </p:cNvPr>
          <p:cNvSpPr/>
          <p:nvPr/>
        </p:nvSpPr>
        <p:spPr>
          <a:xfrm>
            <a:off x="6177834" y="234514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20" name="Oval 819">
            <a:extLst>
              <a:ext uri="{FF2B5EF4-FFF2-40B4-BE49-F238E27FC236}">
                <a16:creationId xmlns:a16="http://schemas.microsoft.com/office/drawing/2014/main" id="{EE9A26DE-207A-4B4F-0BFE-D99388596576}"/>
              </a:ext>
            </a:extLst>
          </p:cNvPr>
          <p:cNvSpPr/>
          <p:nvPr/>
        </p:nvSpPr>
        <p:spPr>
          <a:xfrm>
            <a:off x="5582523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3" name="Oval 1152">
            <a:extLst>
              <a:ext uri="{FF2B5EF4-FFF2-40B4-BE49-F238E27FC236}">
                <a16:creationId xmlns:a16="http://schemas.microsoft.com/office/drawing/2014/main" id="{9BDDF08B-A715-C81C-3E4A-7BF9D0157E17}"/>
              </a:ext>
            </a:extLst>
          </p:cNvPr>
          <p:cNvSpPr/>
          <p:nvPr/>
        </p:nvSpPr>
        <p:spPr>
          <a:xfrm>
            <a:off x="5670629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4" name="Rectangle: Rounded Corners 813">
            <a:extLst>
              <a:ext uri="{FF2B5EF4-FFF2-40B4-BE49-F238E27FC236}">
                <a16:creationId xmlns:a16="http://schemas.microsoft.com/office/drawing/2014/main" id="{1A700CB6-433A-C076-C044-262F97E4B0AD}"/>
              </a:ext>
            </a:extLst>
          </p:cNvPr>
          <p:cNvSpPr/>
          <p:nvPr/>
        </p:nvSpPr>
        <p:spPr>
          <a:xfrm>
            <a:off x="6798235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15" name="Rectangle: Rounded Corners 814">
            <a:extLst>
              <a:ext uri="{FF2B5EF4-FFF2-40B4-BE49-F238E27FC236}">
                <a16:creationId xmlns:a16="http://schemas.microsoft.com/office/drawing/2014/main" id="{D93E3938-BA83-FE60-B2EA-F4D4D82C5938}"/>
              </a:ext>
            </a:extLst>
          </p:cNvPr>
          <p:cNvSpPr/>
          <p:nvPr/>
        </p:nvSpPr>
        <p:spPr>
          <a:xfrm>
            <a:off x="7721101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/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2" name="TextBox 1091">
            <a:extLst>
              <a:ext uri="{FF2B5EF4-FFF2-40B4-BE49-F238E27FC236}">
                <a16:creationId xmlns:a16="http://schemas.microsoft.com/office/drawing/2014/main" id="{B20198AC-CC5E-6950-93AF-0DF51688A526}"/>
              </a:ext>
            </a:extLst>
          </p:cNvPr>
          <p:cNvSpPr txBox="1"/>
          <p:nvPr/>
        </p:nvSpPr>
        <p:spPr>
          <a:xfrm>
            <a:off x="6036310" y="434011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</a:t>
            </a:r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7D515F1A-B358-E66C-39E6-378FF1757E51}"/>
              </a:ext>
            </a:extLst>
          </p:cNvPr>
          <p:cNvSpPr/>
          <p:nvPr/>
        </p:nvSpPr>
        <p:spPr>
          <a:xfrm>
            <a:off x="666972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3A7DF625-B76D-B372-50A1-E31990B63F71}"/>
              </a:ext>
            </a:extLst>
          </p:cNvPr>
          <p:cNvSpPr/>
          <p:nvPr/>
        </p:nvSpPr>
        <p:spPr>
          <a:xfrm>
            <a:off x="7000715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B0FCEF06-3A11-D614-D55E-352E4059DF7F}"/>
              </a:ext>
            </a:extLst>
          </p:cNvPr>
          <p:cNvSpPr/>
          <p:nvPr/>
        </p:nvSpPr>
        <p:spPr>
          <a:xfrm>
            <a:off x="7332848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DBF00822-AF29-C8A7-AE68-F074EF0327C7}"/>
              </a:ext>
            </a:extLst>
          </p:cNvPr>
          <p:cNvSpPr/>
          <p:nvPr/>
        </p:nvSpPr>
        <p:spPr>
          <a:xfrm>
            <a:off x="766383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A213080-1630-F436-D06B-2DAAE552456E}"/>
              </a:ext>
            </a:extLst>
          </p:cNvPr>
          <p:cNvSpPr/>
          <p:nvPr/>
        </p:nvSpPr>
        <p:spPr>
          <a:xfrm>
            <a:off x="799520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CF8D0FD8-0885-6F73-5462-43E3C4B14066}"/>
              </a:ext>
            </a:extLst>
          </p:cNvPr>
          <p:cNvSpPr/>
          <p:nvPr/>
        </p:nvSpPr>
        <p:spPr>
          <a:xfrm>
            <a:off x="8326190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79AA4EEF-F7ED-35B7-5A4F-E478C6474187}"/>
              </a:ext>
            </a:extLst>
          </p:cNvPr>
          <p:cNvSpPr/>
          <p:nvPr/>
        </p:nvSpPr>
        <p:spPr>
          <a:xfrm>
            <a:off x="8658322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73107A98-FE00-05D7-67E7-D247AE8722EB}"/>
              </a:ext>
            </a:extLst>
          </p:cNvPr>
          <p:cNvSpPr/>
          <p:nvPr/>
        </p:nvSpPr>
        <p:spPr>
          <a:xfrm>
            <a:off x="898931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3D97929B-88A8-BFDD-DB1A-C4CE750BA243}"/>
              </a:ext>
            </a:extLst>
          </p:cNvPr>
          <p:cNvSpPr/>
          <p:nvPr/>
        </p:nvSpPr>
        <p:spPr>
          <a:xfrm>
            <a:off x="6959231" y="443675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BA1A90DF-CC34-3833-7D68-CCDA69BF6408}"/>
              </a:ext>
            </a:extLst>
          </p:cNvPr>
          <p:cNvSpPr/>
          <p:nvPr/>
        </p:nvSpPr>
        <p:spPr>
          <a:xfrm>
            <a:off x="6363920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7" name="Oval 1156">
            <a:extLst>
              <a:ext uri="{FF2B5EF4-FFF2-40B4-BE49-F238E27FC236}">
                <a16:creationId xmlns:a16="http://schemas.microsoft.com/office/drawing/2014/main" id="{6D8681DB-E667-C60C-C3B0-E0A58067ED47}"/>
              </a:ext>
            </a:extLst>
          </p:cNvPr>
          <p:cNvSpPr/>
          <p:nvPr/>
        </p:nvSpPr>
        <p:spPr>
          <a:xfrm>
            <a:off x="6266289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488E45D2-C2A8-6C38-9119-CA781BD60C38}"/>
              </a:ext>
            </a:extLst>
          </p:cNvPr>
          <p:cNvSpPr/>
          <p:nvPr/>
        </p:nvSpPr>
        <p:spPr>
          <a:xfrm>
            <a:off x="6655707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/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9" name="TextBox 1078">
            <a:extLst>
              <a:ext uri="{FF2B5EF4-FFF2-40B4-BE49-F238E27FC236}">
                <a16:creationId xmlns:a16="http://schemas.microsoft.com/office/drawing/2014/main" id="{FEC1918F-8506-0B7C-407D-CCEEA448368F}"/>
              </a:ext>
            </a:extLst>
          </p:cNvPr>
          <p:cNvSpPr txBox="1"/>
          <p:nvPr/>
        </p:nvSpPr>
        <p:spPr>
          <a:xfrm>
            <a:off x="6036310" y="360907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0.131</a:t>
            </a:r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25529C9E-4458-1625-F34A-99DBA6CA4ED1}"/>
              </a:ext>
            </a:extLst>
          </p:cNvPr>
          <p:cNvSpPr/>
          <p:nvPr/>
        </p:nvSpPr>
        <p:spPr>
          <a:xfrm>
            <a:off x="666972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104D5A61-8824-E775-135F-7D2E2F17C654}"/>
              </a:ext>
            </a:extLst>
          </p:cNvPr>
          <p:cNvSpPr/>
          <p:nvPr/>
        </p:nvSpPr>
        <p:spPr>
          <a:xfrm>
            <a:off x="7000715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497A85F3-6604-2823-2B78-FC38C982F903}"/>
              </a:ext>
            </a:extLst>
          </p:cNvPr>
          <p:cNvSpPr/>
          <p:nvPr/>
        </p:nvSpPr>
        <p:spPr>
          <a:xfrm>
            <a:off x="7332848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4F5FEB6E-72D1-DC80-E00F-3B28CED35718}"/>
              </a:ext>
            </a:extLst>
          </p:cNvPr>
          <p:cNvSpPr/>
          <p:nvPr/>
        </p:nvSpPr>
        <p:spPr>
          <a:xfrm>
            <a:off x="766383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1EDA3CCE-E14B-C122-338D-BD5F656CB10A}"/>
              </a:ext>
            </a:extLst>
          </p:cNvPr>
          <p:cNvSpPr/>
          <p:nvPr/>
        </p:nvSpPr>
        <p:spPr>
          <a:xfrm>
            <a:off x="799520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DAE1C31-6D37-4541-6EA2-0C9C1B000E6C}"/>
              </a:ext>
            </a:extLst>
          </p:cNvPr>
          <p:cNvSpPr/>
          <p:nvPr/>
        </p:nvSpPr>
        <p:spPr>
          <a:xfrm>
            <a:off x="8326190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CE99292F-B6EE-5AB6-FCB8-04598250AFDA}"/>
              </a:ext>
            </a:extLst>
          </p:cNvPr>
          <p:cNvSpPr/>
          <p:nvPr/>
        </p:nvSpPr>
        <p:spPr>
          <a:xfrm>
            <a:off x="8658322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2CB53CE5-6D31-8922-F83D-147C01BA2309}"/>
              </a:ext>
            </a:extLst>
          </p:cNvPr>
          <p:cNvSpPr/>
          <p:nvPr/>
        </p:nvSpPr>
        <p:spPr>
          <a:xfrm>
            <a:off x="898931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D9DC528C-6949-77F3-4F57-5A85EAB09AC6}"/>
              </a:ext>
            </a:extLst>
          </p:cNvPr>
          <p:cNvSpPr/>
          <p:nvPr/>
        </p:nvSpPr>
        <p:spPr>
          <a:xfrm>
            <a:off x="6959231" y="370570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E2D103AB-C188-DC99-4E1A-F7DAC1CD4ABB}"/>
              </a:ext>
            </a:extLst>
          </p:cNvPr>
          <p:cNvSpPr/>
          <p:nvPr/>
        </p:nvSpPr>
        <p:spPr>
          <a:xfrm>
            <a:off x="6459169" y="360029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0FBF79FE-6172-C0FD-40E5-12254F896E13}"/>
              </a:ext>
            </a:extLst>
          </p:cNvPr>
          <p:cNvSpPr txBox="1"/>
          <p:nvPr/>
        </p:nvSpPr>
        <p:spPr>
          <a:xfrm>
            <a:off x="6036310" y="397340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0.131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72780612-D856-B3C7-5C8A-5480CAE71C28}"/>
              </a:ext>
            </a:extLst>
          </p:cNvPr>
          <p:cNvSpPr/>
          <p:nvPr/>
        </p:nvSpPr>
        <p:spPr>
          <a:xfrm>
            <a:off x="666972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5BC193B1-F7DB-C4EF-19D1-71F10B435405}"/>
              </a:ext>
            </a:extLst>
          </p:cNvPr>
          <p:cNvSpPr/>
          <p:nvPr/>
        </p:nvSpPr>
        <p:spPr>
          <a:xfrm>
            <a:off x="7000715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CF5D06B9-8C26-957E-5C20-BD65EF3DD390}"/>
              </a:ext>
            </a:extLst>
          </p:cNvPr>
          <p:cNvSpPr/>
          <p:nvPr/>
        </p:nvSpPr>
        <p:spPr>
          <a:xfrm>
            <a:off x="7332848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4FDB77EF-D103-3198-9387-D3175078355B}"/>
              </a:ext>
            </a:extLst>
          </p:cNvPr>
          <p:cNvSpPr/>
          <p:nvPr/>
        </p:nvSpPr>
        <p:spPr>
          <a:xfrm>
            <a:off x="766383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97C97081-D165-DC30-F92B-A49776610A31}"/>
              </a:ext>
            </a:extLst>
          </p:cNvPr>
          <p:cNvSpPr/>
          <p:nvPr/>
        </p:nvSpPr>
        <p:spPr>
          <a:xfrm>
            <a:off x="799520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DFE73219-7A90-4874-9B94-7DD0CF6E57FB}"/>
              </a:ext>
            </a:extLst>
          </p:cNvPr>
          <p:cNvSpPr/>
          <p:nvPr/>
        </p:nvSpPr>
        <p:spPr>
          <a:xfrm>
            <a:off x="8326190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AA1C8216-B653-4333-E859-F971B97BF473}"/>
              </a:ext>
            </a:extLst>
          </p:cNvPr>
          <p:cNvSpPr/>
          <p:nvPr/>
        </p:nvSpPr>
        <p:spPr>
          <a:xfrm>
            <a:off x="8658322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8F04FCE-020F-6BC4-E88D-4A6A5674E7E4}"/>
              </a:ext>
            </a:extLst>
          </p:cNvPr>
          <p:cNvSpPr/>
          <p:nvPr/>
        </p:nvSpPr>
        <p:spPr>
          <a:xfrm>
            <a:off x="898931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2F2028A4-F7B8-0D03-1D59-C8417A4BFF6B}"/>
              </a:ext>
            </a:extLst>
          </p:cNvPr>
          <p:cNvSpPr/>
          <p:nvPr/>
        </p:nvSpPr>
        <p:spPr>
          <a:xfrm>
            <a:off x="6959231" y="407003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70" name="Oval 1069">
            <a:extLst>
              <a:ext uri="{FF2B5EF4-FFF2-40B4-BE49-F238E27FC236}">
                <a16:creationId xmlns:a16="http://schemas.microsoft.com/office/drawing/2014/main" id="{263472B0-31AB-6F1E-52AF-780BD3F5463D}"/>
              </a:ext>
            </a:extLst>
          </p:cNvPr>
          <p:cNvSpPr/>
          <p:nvPr/>
        </p:nvSpPr>
        <p:spPr>
          <a:xfrm>
            <a:off x="6280576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6" name="Oval 1155">
            <a:extLst>
              <a:ext uri="{FF2B5EF4-FFF2-40B4-BE49-F238E27FC236}">
                <a16:creationId xmlns:a16="http://schemas.microsoft.com/office/drawing/2014/main" id="{12CA8BA3-10FF-DEDD-05C7-84FE5FBE60A2}"/>
              </a:ext>
            </a:extLst>
          </p:cNvPr>
          <p:cNvSpPr/>
          <p:nvPr/>
        </p:nvSpPr>
        <p:spPr>
          <a:xfrm>
            <a:off x="6447263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4" name="Rectangle: Rounded Corners 1063">
            <a:extLst>
              <a:ext uri="{FF2B5EF4-FFF2-40B4-BE49-F238E27FC236}">
                <a16:creationId xmlns:a16="http://schemas.microsoft.com/office/drawing/2014/main" id="{5A23F4C8-8482-5CF8-9954-70EBDEB6F299}"/>
              </a:ext>
            </a:extLst>
          </p:cNvPr>
          <p:cNvSpPr/>
          <p:nvPr/>
        </p:nvSpPr>
        <p:spPr>
          <a:xfrm>
            <a:off x="7579632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BC35A627-F60F-2F1D-5451-CF012FEDD1E4}"/>
              </a:ext>
            </a:extLst>
          </p:cNvPr>
          <p:cNvSpPr/>
          <p:nvPr/>
        </p:nvSpPr>
        <p:spPr>
          <a:xfrm>
            <a:off x="8502498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/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1" name="TextBox 1140">
            <a:extLst>
              <a:ext uri="{FF2B5EF4-FFF2-40B4-BE49-F238E27FC236}">
                <a16:creationId xmlns:a16="http://schemas.microsoft.com/office/drawing/2014/main" id="{9653D118-1A33-A0E8-160B-FFE1C38C6418}"/>
              </a:ext>
            </a:extLst>
          </p:cNvPr>
          <p:cNvSpPr txBox="1"/>
          <p:nvPr/>
        </p:nvSpPr>
        <p:spPr>
          <a:xfrm>
            <a:off x="6360506" y="6065003"/>
            <a:ext cx="686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9.7987</a:t>
            </a:r>
          </a:p>
        </p:txBody>
      </p:sp>
      <p:sp>
        <p:nvSpPr>
          <p:cNvPr id="1145" name="Rectangle 1144">
            <a:extLst>
              <a:ext uri="{FF2B5EF4-FFF2-40B4-BE49-F238E27FC236}">
                <a16:creationId xmlns:a16="http://schemas.microsoft.com/office/drawing/2014/main" id="{4F8DF167-8FFF-D7AE-6C02-BEA7AD0C51E1}"/>
              </a:ext>
            </a:extLst>
          </p:cNvPr>
          <p:cNvSpPr/>
          <p:nvPr/>
        </p:nvSpPr>
        <p:spPr>
          <a:xfrm>
            <a:off x="699392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6" name="Rectangle 1145">
            <a:extLst>
              <a:ext uri="{FF2B5EF4-FFF2-40B4-BE49-F238E27FC236}">
                <a16:creationId xmlns:a16="http://schemas.microsoft.com/office/drawing/2014/main" id="{CFF10914-6537-171B-3E0C-59C40847E3D6}"/>
              </a:ext>
            </a:extLst>
          </p:cNvPr>
          <p:cNvSpPr/>
          <p:nvPr/>
        </p:nvSpPr>
        <p:spPr>
          <a:xfrm>
            <a:off x="732491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98E1F3EA-DECD-505F-9A13-17D277848852}"/>
              </a:ext>
            </a:extLst>
          </p:cNvPr>
          <p:cNvSpPr/>
          <p:nvPr/>
        </p:nvSpPr>
        <p:spPr>
          <a:xfrm>
            <a:off x="7657044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861CE640-7EF3-650C-3641-CC277F471055}"/>
              </a:ext>
            </a:extLst>
          </p:cNvPr>
          <p:cNvSpPr/>
          <p:nvPr/>
        </p:nvSpPr>
        <p:spPr>
          <a:xfrm>
            <a:off x="798803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9" name="Rectangle 1148">
            <a:extLst>
              <a:ext uri="{FF2B5EF4-FFF2-40B4-BE49-F238E27FC236}">
                <a16:creationId xmlns:a16="http://schemas.microsoft.com/office/drawing/2014/main" id="{9B2D19D7-07B4-4B59-EC83-7E2B4A9D2701}"/>
              </a:ext>
            </a:extLst>
          </p:cNvPr>
          <p:cNvSpPr/>
          <p:nvPr/>
        </p:nvSpPr>
        <p:spPr>
          <a:xfrm>
            <a:off x="832416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0" name="Rectangle 1149">
            <a:extLst>
              <a:ext uri="{FF2B5EF4-FFF2-40B4-BE49-F238E27FC236}">
                <a16:creationId xmlns:a16="http://schemas.microsoft.com/office/drawing/2014/main" id="{F4F0D5E6-3FB7-4B16-2662-1E2AF9B7B865}"/>
              </a:ext>
            </a:extLst>
          </p:cNvPr>
          <p:cNvSpPr/>
          <p:nvPr/>
        </p:nvSpPr>
        <p:spPr>
          <a:xfrm>
            <a:off x="8655149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A4064F31-78B3-22C6-7186-7CBB0A00DD71}"/>
              </a:ext>
            </a:extLst>
          </p:cNvPr>
          <p:cNvSpPr/>
          <p:nvPr/>
        </p:nvSpPr>
        <p:spPr>
          <a:xfrm>
            <a:off x="898728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2" name="Rectangle 1151">
            <a:extLst>
              <a:ext uri="{FF2B5EF4-FFF2-40B4-BE49-F238E27FC236}">
                <a16:creationId xmlns:a16="http://schemas.microsoft.com/office/drawing/2014/main" id="{EF0A30F0-8F0C-A29F-8FCC-F4E6A5645FDC}"/>
              </a:ext>
            </a:extLst>
          </p:cNvPr>
          <p:cNvSpPr/>
          <p:nvPr/>
        </p:nvSpPr>
        <p:spPr>
          <a:xfrm>
            <a:off x="931827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3" name="Oval 1142">
            <a:extLst>
              <a:ext uri="{FF2B5EF4-FFF2-40B4-BE49-F238E27FC236}">
                <a16:creationId xmlns:a16="http://schemas.microsoft.com/office/drawing/2014/main" id="{34184AF0-0659-57D5-6AEF-429799D9CE96}"/>
              </a:ext>
            </a:extLst>
          </p:cNvPr>
          <p:cNvSpPr/>
          <p:nvPr/>
        </p:nvSpPr>
        <p:spPr>
          <a:xfrm>
            <a:off x="7283427" y="6161641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44" name="Oval 1143">
            <a:extLst>
              <a:ext uri="{FF2B5EF4-FFF2-40B4-BE49-F238E27FC236}">
                <a16:creationId xmlns:a16="http://schemas.microsoft.com/office/drawing/2014/main" id="{11865FE9-EC09-45D0-150D-DABC549B4079}"/>
              </a:ext>
            </a:extLst>
          </p:cNvPr>
          <p:cNvSpPr/>
          <p:nvPr/>
        </p:nvSpPr>
        <p:spPr>
          <a:xfrm>
            <a:off x="6609535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2E42FD7C-B14A-04F3-C8F9-3D7B1B93E689}"/>
              </a:ext>
            </a:extLst>
          </p:cNvPr>
          <p:cNvSpPr/>
          <p:nvPr/>
        </p:nvSpPr>
        <p:spPr>
          <a:xfrm>
            <a:off x="6866710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06" name="Rectangle: Rounded Corners 1105">
            <a:extLst>
              <a:ext uri="{FF2B5EF4-FFF2-40B4-BE49-F238E27FC236}">
                <a16:creationId xmlns:a16="http://schemas.microsoft.com/office/drawing/2014/main" id="{09DD592D-0655-3371-705C-AE4D9440C066}"/>
              </a:ext>
            </a:extLst>
          </p:cNvPr>
          <p:cNvSpPr/>
          <p:nvPr/>
        </p:nvSpPr>
        <p:spPr>
          <a:xfrm>
            <a:off x="6979903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/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8" name="TextBox 1127">
            <a:extLst>
              <a:ext uri="{FF2B5EF4-FFF2-40B4-BE49-F238E27FC236}">
                <a16:creationId xmlns:a16="http://schemas.microsoft.com/office/drawing/2014/main" id="{25E50143-98CE-0F7C-5BDF-8763BB5F12D0}"/>
              </a:ext>
            </a:extLst>
          </p:cNvPr>
          <p:cNvSpPr txBox="1"/>
          <p:nvPr/>
        </p:nvSpPr>
        <p:spPr>
          <a:xfrm>
            <a:off x="6360506" y="53339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</a:t>
            </a: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4F16E780-D205-7423-9F92-E9CCBA9F98CB}"/>
              </a:ext>
            </a:extLst>
          </p:cNvPr>
          <p:cNvSpPr/>
          <p:nvPr/>
        </p:nvSpPr>
        <p:spPr>
          <a:xfrm>
            <a:off x="699392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97F4743D-D404-EFD3-0784-F8B043D5F833}"/>
              </a:ext>
            </a:extLst>
          </p:cNvPr>
          <p:cNvSpPr/>
          <p:nvPr/>
        </p:nvSpPr>
        <p:spPr>
          <a:xfrm>
            <a:off x="732491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00F28022-ACBC-0B11-DEFE-2F3F4D77DDBE}"/>
              </a:ext>
            </a:extLst>
          </p:cNvPr>
          <p:cNvSpPr/>
          <p:nvPr/>
        </p:nvSpPr>
        <p:spPr>
          <a:xfrm>
            <a:off x="7657044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A532BA4C-CC6D-F741-3CFC-DE1FEA9D6DE3}"/>
              </a:ext>
            </a:extLst>
          </p:cNvPr>
          <p:cNvSpPr/>
          <p:nvPr/>
        </p:nvSpPr>
        <p:spPr>
          <a:xfrm>
            <a:off x="798803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A64A3FAC-277A-2504-A83B-145D25E7DBE5}"/>
              </a:ext>
            </a:extLst>
          </p:cNvPr>
          <p:cNvSpPr/>
          <p:nvPr/>
        </p:nvSpPr>
        <p:spPr>
          <a:xfrm>
            <a:off x="832416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843CF521-8EF5-7002-4542-33A6BF11B808}"/>
              </a:ext>
            </a:extLst>
          </p:cNvPr>
          <p:cNvSpPr/>
          <p:nvPr/>
        </p:nvSpPr>
        <p:spPr>
          <a:xfrm>
            <a:off x="8655149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CA6CF30A-59C6-8771-F716-8A418043EF88}"/>
              </a:ext>
            </a:extLst>
          </p:cNvPr>
          <p:cNvSpPr/>
          <p:nvPr/>
        </p:nvSpPr>
        <p:spPr>
          <a:xfrm>
            <a:off x="898728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9CD327C9-DF2A-3D53-262B-99A1DC0DD9D2}"/>
              </a:ext>
            </a:extLst>
          </p:cNvPr>
          <p:cNvSpPr/>
          <p:nvPr/>
        </p:nvSpPr>
        <p:spPr>
          <a:xfrm>
            <a:off x="931827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0" name="Oval 1129">
            <a:extLst>
              <a:ext uri="{FF2B5EF4-FFF2-40B4-BE49-F238E27FC236}">
                <a16:creationId xmlns:a16="http://schemas.microsoft.com/office/drawing/2014/main" id="{639DAE77-56AD-0551-FAED-02CB513EEDBB}"/>
              </a:ext>
            </a:extLst>
          </p:cNvPr>
          <p:cNvSpPr/>
          <p:nvPr/>
        </p:nvSpPr>
        <p:spPr>
          <a:xfrm>
            <a:off x="7283427" y="54305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31" name="Oval 1130">
            <a:extLst>
              <a:ext uri="{FF2B5EF4-FFF2-40B4-BE49-F238E27FC236}">
                <a16:creationId xmlns:a16="http://schemas.microsoft.com/office/drawing/2014/main" id="{236A08B3-F182-B480-5A4F-A49998040D3A}"/>
              </a:ext>
            </a:extLst>
          </p:cNvPr>
          <p:cNvSpPr/>
          <p:nvPr/>
        </p:nvSpPr>
        <p:spPr>
          <a:xfrm>
            <a:off x="668097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2" name="Oval 1161">
            <a:extLst>
              <a:ext uri="{FF2B5EF4-FFF2-40B4-BE49-F238E27FC236}">
                <a16:creationId xmlns:a16="http://schemas.microsoft.com/office/drawing/2014/main" id="{1FD3ABA0-2F51-B7E3-8EBD-D3875FA9B682}"/>
              </a:ext>
            </a:extLst>
          </p:cNvPr>
          <p:cNvSpPr/>
          <p:nvPr/>
        </p:nvSpPr>
        <p:spPr>
          <a:xfrm>
            <a:off x="677622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9923F3D0-DCDD-B305-BDCB-FE49E672D30F}"/>
              </a:ext>
            </a:extLst>
          </p:cNvPr>
          <p:cNvSpPr txBox="1"/>
          <p:nvPr/>
        </p:nvSpPr>
        <p:spPr>
          <a:xfrm>
            <a:off x="6360506" y="569829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</a:t>
            </a:r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FF6A8266-CE53-1E3D-F22C-3A69C9CD032F}"/>
              </a:ext>
            </a:extLst>
          </p:cNvPr>
          <p:cNvSpPr/>
          <p:nvPr/>
        </p:nvSpPr>
        <p:spPr>
          <a:xfrm>
            <a:off x="699392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6ACDE4C1-488A-6DF5-AB88-44A1B58E60B1}"/>
              </a:ext>
            </a:extLst>
          </p:cNvPr>
          <p:cNvSpPr/>
          <p:nvPr/>
        </p:nvSpPr>
        <p:spPr>
          <a:xfrm>
            <a:off x="732491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90CF1DE-90DB-A9FE-D390-CFC4007719EC}"/>
              </a:ext>
            </a:extLst>
          </p:cNvPr>
          <p:cNvSpPr/>
          <p:nvPr/>
        </p:nvSpPr>
        <p:spPr>
          <a:xfrm>
            <a:off x="7657044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4CFDA345-1BBA-4D22-E678-EA0037C33EBB}"/>
              </a:ext>
            </a:extLst>
          </p:cNvPr>
          <p:cNvSpPr/>
          <p:nvPr/>
        </p:nvSpPr>
        <p:spPr>
          <a:xfrm>
            <a:off x="798803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A4D32B3F-77F6-68F0-C91B-8DAD74202E96}"/>
              </a:ext>
            </a:extLst>
          </p:cNvPr>
          <p:cNvSpPr/>
          <p:nvPr/>
        </p:nvSpPr>
        <p:spPr>
          <a:xfrm>
            <a:off x="832416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DF914E43-EC7F-4960-4B2E-C1841F94C0BD}"/>
              </a:ext>
            </a:extLst>
          </p:cNvPr>
          <p:cNvSpPr/>
          <p:nvPr/>
        </p:nvSpPr>
        <p:spPr>
          <a:xfrm>
            <a:off x="8655149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6DD98F53-2477-7932-A187-515DB1D00E17}"/>
              </a:ext>
            </a:extLst>
          </p:cNvPr>
          <p:cNvSpPr/>
          <p:nvPr/>
        </p:nvSpPr>
        <p:spPr>
          <a:xfrm>
            <a:off x="898728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3877F4DB-47E5-9B0F-3D13-6506A4482B6B}"/>
              </a:ext>
            </a:extLst>
          </p:cNvPr>
          <p:cNvSpPr/>
          <p:nvPr/>
        </p:nvSpPr>
        <p:spPr>
          <a:xfrm>
            <a:off x="931827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18" name="Oval 1117">
            <a:extLst>
              <a:ext uri="{FF2B5EF4-FFF2-40B4-BE49-F238E27FC236}">
                <a16:creationId xmlns:a16="http://schemas.microsoft.com/office/drawing/2014/main" id="{82009A84-D486-36A0-07FC-70F1602D1E79}"/>
              </a:ext>
            </a:extLst>
          </p:cNvPr>
          <p:cNvSpPr/>
          <p:nvPr/>
        </p:nvSpPr>
        <p:spPr>
          <a:xfrm>
            <a:off x="7283427" y="579492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19" name="Oval 1118">
            <a:extLst>
              <a:ext uri="{FF2B5EF4-FFF2-40B4-BE49-F238E27FC236}">
                <a16:creationId xmlns:a16="http://schemas.microsoft.com/office/drawing/2014/main" id="{EBEA92A8-A329-C855-9FFA-D7943F5082CC}"/>
              </a:ext>
            </a:extLst>
          </p:cNvPr>
          <p:cNvSpPr/>
          <p:nvPr/>
        </p:nvSpPr>
        <p:spPr>
          <a:xfrm>
            <a:off x="6597629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0" name="Oval 1159">
            <a:extLst>
              <a:ext uri="{FF2B5EF4-FFF2-40B4-BE49-F238E27FC236}">
                <a16:creationId xmlns:a16="http://schemas.microsoft.com/office/drawing/2014/main" id="{964B91E6-6974-1442-AC69-416F92214B9B}"/>
              </a:ext>
            </a:extLst>
          </p:cNvPr>
          <p:cNvSpPr/>
          <p:nvPr/>
        </p:nvSpPr>
        <p:spPr>
          <a:xfrm>
            <a:off x="6769078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3" name="Rectangle: Rounded Corners 1112">
            <a:extLst>
              <a:ext uri="{FF2B5EF4-FFF2-40B4-BE49-F238E27FC236}">
                <a16:creationId xmlns:a16="http://schemas.microsoft.com/office/drawing/2014/main" id="{BBE04179-6D83-E733-AB3A-23C62DAD2876}"/>
              </a:ext>
            </a:extLst>
          </p:cNvPr>
          <p:cNvSpPr/>
          <p:nvPr/>
        </p:nvSpPr>
        <p:spPr>
          <a:xfrm>
            <a:off x="7903828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14" name="Rectangle: Rounded Corners 1113">
            <a:extLst>
              <a:ext uri="{FF2B5EF4-FFF2-40B4-BE49-F238E27FC236}">
                <a16:creationId xmlns:a16="http://schemas.microsoft.com/office/drawing/2014/main" id="{87B52FC7-89C8-2E1C-5152-6624FF5D83FB}"/>
              </a:ext>
            </a:extLst>
          </p:cNvPr>
          <p:cNvSpPr/>
          <p:nvPr/>
        </p:nvSpPr>
        <p:spPr>
          <a:xfrm>
            <a:off x="8826694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/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8574F35-BCAD-FEB6-903C-41A65369757B}"/>
              </a:ext>
            </a:extLst>
          </p:cNvPr>
          <p:cNvSpPr txBox="1"/>
          <p:nvPr/>
        </p:nvSpPr>
        <p:spPr>
          <a:xfrm>
            <a:off x="80921" y="2246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А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0F7384-D746-B68C-F1F7-AF4DA62371E4}"/>
              </a:ext>
            </a:extLst>
          </p:cNvPr>
          <p:cNvSpPr txBox="1"/>
          <p:nvPr/>
        </p:nvSpPr>
        <p:spPr>
          <a:xfrm>
            <a:off x="312400" y="1429563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Б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F7144-350F-2647-4035-7101D6D0B775}"/>
              </a:ext>
            </a:extLst>
          </p:cNvPr>
          <p:cNvSpPr txBox="1"/>
          <p:nvPr/>
        </p:nvSpPr>
        <p:spPr>
          <a:xfrm>
            <a:off x="542276" y="2833490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В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301320-2EB0-1B56-FBBE-71392A3B83BD}"/>
              </a:ext>
            </a:extLst>
          </p:cNvPr>
          <p:cNvSpPr txBox="1"/>
          <p:nvPr/>
        </p:nvSpPr>
        <p:spPr>
          <a:xfrm>
            <a:off x="783374" y="4237417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Г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0F1FFC-1BAA-FD28-4CFF-94FEAAFF825D}"/>
              </a:ext>
            </a:extLst>
          </p:cNvPr>
          <p:cNvSpPr txBox="1"/>
          <p:nvPr/>
        </p:nvSpPr>
        <p:spPr>
          <a:xfrm>
            <a:off x="1000427" y="5641346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Д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7679DA-2D47-8648-0D09-89146BBF0FB0}"/>
              </a:ext>
            </a:extLst>
          </p:cNvPr>
          <p:cNvSpPr txBox="1"/>
          <p:nvPr/>
        </p:nvSpPr>
        <p:spPr>
          <a:xfrm>
            <a:off x="5594771" y="105091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Е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345D81-71E3-1C5C-CE2F-52E1BEBDF093}"/>
              </a:ext>
            </a:extLst>
          </p:cNvPr>
          <p:cNvSpPr txBox="1"/>
          <p:nvPr/>
        </p:nvSpPr>
        <p:spPr>
          <a:xfrm>
            <a:off x="4813375" y="1834138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Ё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2571BF-6C7B-5135-0562-E529EBDCE4CD}"/>
              </a:ext>
            </a:extLst>
          </p:cNvPr>
          <p:cNvSpPr txBox="1"/>
          <p:nvPr/>
        </p:nvSpPr>
        <p:spPr>
          <a:xfrm>
            <a:off x="5559506" y="3559029"/>
            <a:ext cx="373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E1740B-14D7-01EC-DD21-DEBCABD3680B}"/>
              </a:ext>
            </a:extLst>
          </p:cNvPr>
          <p:cNvSpPr txBox="1"/>
          <p:nvPr/>
        </p:nvSpPr>
        <p:spPr>
          <a:xfrm>
            <a:off x="5922173" y="528392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З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E0A98-C816-A502-D210-73B9120CC0A4}"/>
              </a:ext>
            </a:extLst>
          </p:cNvPr>
          <p:cNvSpPr txBox="1"/>
          <p:nvPr/>
        </p:nvSpPr>
        <p:spPr>
          <a:xfrm>
            <a:off x="4151865" y="673350"/>
            <a:ext cx="1643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Кайталануучу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ондуктарды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иреттөө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183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EFD5F193-5EA1-41D0-F3D0-8313919834E1}"/>
              </a:ext>
            </a:extLst>
          </p:cNvPr>
          <p:cNvSpPr txBox="1"/>
          <p:nvPr/>
        </p:nvSpPr>
        <p:spPr>
          <a:xfrm>
            <a:off x="529673" y="72502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0.678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5BB2E78-952C-96FC-4831-30E0271252BE}"/>
              </a:ext>
            </a:extLst>
          </p:cNvPr>
          <p:cNvSpPr/>
          <p:nvPr/>
        </p:nvSpPr>
        <p:spPr>
          <a:xfrm>
            <a:off x="116309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C417A7A-45E2-3548-7EBB-C2B31557F581}"/>
              </a:ext>
            </a:extLst>
          </p:cNvPr>
          <p:cNvSpPr/>
          <p:nvPr/>
        </p:nvSpPr>
        <p:spPr>
          <a:xfrm>
            <a:off x="1494078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3B9C728-2247-4769-6071-FAE6FFB9BC14}"/>
              </a:ext>
            </a:extLst>
          </p:cNvPr>
          <p:cNvSpPr/>
          <p:nvPr/>
        </p:nvSpPr>
        <p:spPr>
          <a:xfrm>
            <a:off x="1826211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795555A-8AB8-91CC-A319-E425213D050F}"/>
              </a:ext>
            </a:extLst>
          </p:cNvPr>
          <p:cNvSpPr/>
          <p:nvPr/>
        </p:nvSpPr>
        <p:spPr>
          <a:xfrm>
            <a:off x="215720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D019931-45EB-22EF-0F9F-71D4E0319B7E}"/>
              </a:ext>
            </a:extLst>
          </p:cNvPr>
          <p:cNvSpPr/>
          <p:nvPr/>
        </p:nvSpPr>
        <p:spPr>
          <a:xfrm>
            <a:off x="248856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383257E-DDF0-F450-CD60-2508BBC4B901}"/>
              </a:ext>
            </a:extLst>
          </p:cNvPr>
          <p:cNvSpPr/>
          <p:nvPr/>
        </p:nvSpPr>
        <p:spPr>
          <a:xfrm>
            <a:off x="2819553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8916309-7A91-8519-530C-74397AA85FD7}"/>
              </a:ext>
            </a:extLst>
          </p:cNvPr>
          <p:cNvSpPr/>
          <p:nvPr/>
        </p:nvSpPr>
        <p:spPr>
          <a:xfrm>
            <a:off x="3151685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76299A9-6849-0AB9-DB4E-81A3D9D79DAB}"/>
              </a:ext>
            </a:extLst>
          </p:cNvPr>
          <p:cNvSpPr/>
          <p:nvPr/>
        </p:nvSpPr>
        <p:spPr>
          <a:xfrm>
            <a:off x="348267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08F7EA52-5FF1-119B-4D8A-8E462DD9F3D9}"/>
              </a:ext>
            </a:extLst>
          </p:cNvPr>
          <p:cNvSpPr/>
          <p:nvPr/>
        </p:nvSpPr>
        <p:spPr>
          <a:xfrm>
            <a:off x="1452594" y="16914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0" name="Rectangle: Rounded Corners 399">
            <a:extLst>
              <a:ext uri="{FF2B5EF4-FFF2-40B4-BE49-F238E27FC236}">
                <a16:creationId xmlns:a16="http://schemas.microsoft.com/office/drawing/2014/main" id="{73570664-5A26-320B-C581-014303BFB847}"/>
              </a:ext>
            </a:extLst>
          </p:cNvPr>
          <p:cNvSpPr/>
          <p:nvPr/>
        </p:nvSpPr>
        <p:spPr>
          <a:xfrm>
            <a:off x="1620558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1" name="Rectangle: Rounded Corners 400">
            <a:extLst>
              <a:ext uri="{FF2B5EF4-FFF2-40B4-BE49-F238E27FC236}">
                <a16:creationId xmlns:a16="http://schemas.microsoft.com/office/drawing/2014/main" id="{6F2EF9BC-2E3C-1DD8-D5FD-C724024868A0}"/>
              </a:ext>
            </a:extLst>
          </p:cNvPr>
          <p:cNvSpPr/>
          <p:nvPr/>
        </p:nvSpPr>
        <p:spPr>
          <a:xfrm>
            <a:off x="2543424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/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7" name="TextBox 406">
            <a:extLst>
              <a:ext uri="{FF2B5EF4-FFF2-40B4-BE49-F238E27FC236}">
                <a16:creationId xmlns:a16="http://schemas.microsoft.com/office/drawing/2014/main" id="{E05EDE80-D5C6-4080-AFA0-7C6B7E1B526D}"/>
              </a:ext>
            </a:extLst>
          </p:cNvPr>
          <p:cNvSpPr txBox="1"/>
          <p:nvPr/>
        </p:nvSpPr>
        <p:spPr>
          <a:xfrm>
            <a:off x="529673" y="43683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0.67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84746373-DC3A-191F-87C3-7798D0CA357E}"/>
              </a:ext>
            </a:extLst>
          </p:cNvPr>
          <p:cNvSpPr/>
          <p:nvPr/>
        </p:nvSpPr>
        <p:spPr>
          <a:xfrm>
            <a:off x="116309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B7E647F-29BD-BE63-F478-A792A3AE507C}"/>
              </a:ext>
            </a:extLst>
          </p:cNvPr>
          <p:cNvSpPr/>
          <p:nvPr/>
        </p:nvSpPr>
        <p:spPr>
          <a:xfrm>
            <a:off x="1494078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D0F2B001-C614-7A6C-11BB-6A0B909FDD29}"/>
              </a:ext>
            </a:extLst>
          </p:cNvPr>
          <p:cNvSpPr/>
          <p:nvPr/>
        </p:nvSpPr>
        <p:spPr>
          <a:xfrm>
            <a:off x="1826211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140F7403-FA96-5C39-D85C-C111FCFDD4DA}"/>
              </a:ext>
            </a:extLst>
          </p:cNvPr>
          <p:cNvSpPr/>
          <p:nvPr/>
        </p:nvSpPr>
        <p:spPr>
          <a:xfrm>
            <a:off x="215720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E3CAE0-CB39-DDA6-33A7-204712E5A694}"/>
              </a:ext>
            </a:extLst>
          </p:cNvPr>
          <p:cNvSpPr/>
          <p:nvPr/>
        </p:nvSpPr>
        <p:spPr>
          <a:xfrm>
            <a:off x="248856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51443372-BFCA-A8BC-0DDA-7C8202E7162F}"/>
              </a:ext>
            </a:extLst>
          </p:cNvPr>
          <p:cNvSpPr/>
          <p:nvPr/>
        </p:nvSpPr>
        <p:spPr>
          <a:xfrm>
            <a:off x="2819553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9CCDA4B5-9B50-251E-F375-D6B56E170748}"/>
              </a:ext>
            </a:extLst>
          </p:cNvPr>
          <p:cNvSpPr/>
          <p:nvPr/>
        </p:nvSpPr>
        <p:spPr>
          <a:xfrm>
            <a:off x="3151685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FE886FF2-BEE6-D3A8-BCA1-0AAF44966FDA}"/>
              </a:ext>
            </a:extLst>
          </p:cNvPr>
          <p:cNvSpPr/>
          <p:nvPr/>
        </p:nvSpPr>
        <p:spPr>
          <a:xfrm>
            <a:off x="348267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49A62CD-8D2A-5315-BCBE-15542D07EA77}"/>
              </a:ext>
            </a:extLst>
          </p:cNvPr>
          <p:cNvSpPr/>
          <p:nvPr/>
        </p:nvSpPr>
        <p:spPr>
          <a:xfrm>
            <a:off x="1452594" y="5334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C7477E3D-6AF8-AF0D-38C1-277FB70F3B2F}"/>
              </a:ext>
            </a:extLst>
          </p:cNvPr>
          <p:cNvSpPr/>
          <p:nvPr/>
        </p:nvSpPr>
        <p:spPr>
          <a:xfrm>
            <a:off x="862046" y="4280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B0EF096D-7693-E8D5-9951-48591A7ABE9E}"/>
              </a:ext>
            </a:extLst>
          </p:cNvPr>
          <p:cNvSpPr txBox="1"/>
          <p:nvPr/>
        </p:nvSpPr>
        <p:spPr>
          <a:xfrm>
            <a:off x="760351" y="147960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0.252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6C2752FC-9B6F-EC4A-820D-B5FC3831E039}"/>
              </a:ext>
            </a:extLst>
          </p:cNvPr>
          <p:cNvSpPr/>
          <p:nvPr/>
        </p:nvSpPr>
        <p:spPr>
          <a:xfrm>
            <a:off x="139376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21493232-DFB1-8AAB-813A-2E18ADBA0C0D}"/>
              </a:ext>
            </a:extLst>
          </p:cNvPr>
          <p:cNvSpPr/>
          <p:nvPr/>
        </p:nvSpPr>
        <p:spPr>
          <a:xfrm>
            <a:off x="1724756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AF332188-216F-D25C-A274-F3D6DE57CAD4}"/>
              </a:ext>
            </a:extLst>
          </p:cNvPr>
          <p:cNvSpPr/>
          <p:nvPr/>
        </p:nvSpPr>
        <p:spPr>
          <a:xfrm>
            <a:off x="2056889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43A81058-2533-54BF-51F7-6EDED65CD5D8}"/>
              </a:ext>
            </a:extLst>
          </p:cNvPr>
          <p:cNvSpPr/>
          <p:nvPr/>
        </p:nvSpPr>
        <p:spPr>
          <a:xfrm>
            <a:off x="238787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DC2B769B-7331-93FA-6B2A-BC4FBC035E21}"/>
              </a:ext>
            </a:extLst>
          </p:cNvPr>
          <p:cNvSpPr/>
          <p:nvPr/>
        </p:nvSpPr>
        <p:spPr>
          <a:xfrm>
            <a:off x="271569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B09C9C0-CD8F-C805-E593-94F5D8F84EE6}"/>
              </a:ext>
            </a:extLst>
          </p:cNvPr>
          <p:cNvSpPr/>
          <p:nvPr/>
        </p:nvSpPr>
        <p:spPr>
          <a:xfrm>
            <a:off x="3046681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1AC97436-46EA-4769-AB69-1CF08CC58DBB}"/>
              </a:ext>
            </a:extLst>
          </p:cNvPr>
          <p:cNvSpPr/>
          <p:nvPr/>
        </p:nvSpPr>
        <p:spPr>
          <a:xfrm>
            <a:off x="3378813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FF3EC38-BBB5-C11B-0C46-DA5330204074}"/>
              </a:ext>
            </a:extLst>
          </p:cNvPr>
          <p:cNvSpPr/>
          <p:nvPr/>
        </p:nvSpPr>
        <p:spPr>
          <a:xfrm>
            <a:off x="370980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A2701054-E275-84DD-2EA5-C6FCD4CC55CD}"/>
              </a:ext>
            </a:extLst>
          </p:cNvPr>
          <p:cNvSpPr/>
          <p:nvPr/>
        </p:nvSpPr>
        <p:spPr>
          <a:xfrm>
            <a:off x="1683272" y="157624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AD3BE01D-9E7E-D92F-1E4F-96C83874679C}"/>
              </a:ext>
            </a:extLst>
          </p:cNvPr>
          <p:cNvSpPr txBox="1"/>
          <p:nvPr/>
        </p:nvSpPr>
        <p:spPr>
          <a:xfrm>
            <a:off x="760351" y="1843934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7F63D6AC-03CA-58BB-7853-BE153ECF8928}"/>
              </a:ext>
            </a:extLst>
          </p:cNvPr>
          <p:cNvSpPr/>
          <p:nvPr/>
        </p:nvSpPr>
        <p:spPr>
          <a:xfrm>
            <a:off x="139376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FAED4FAA-E2DD-0C9B-CF2E-9B07D5304A1D}"/>
              </a:ext>
            </a:extLst>
          </p:cNvPr>
          <p:cNvSpPr/>
          <p:nvPr/>
        </p:nvSpPr>
        <p:spPr>
          <a:xfrm>
            <a:off x="1724756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6A663E26-4B12-48BE-B16D-CFE1063A8C0C}"/>
              </a:ext>
            </a:extLst>
          </p:cNvPr>
          <p:cNvSpPr/>
          <p:nvPr/>
        </p:nvSpPr>
        <p:spPr>
          <a:xfrm>
            <a:off x="2056889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59FFFA6D-018E-C63F-EDFE-B80425552E2E}"/>
              </a:ext>
            </a:extLst>
          </p:cNvPr>
          <p:cNvSpPr/>
          <p:nvPr/>
        </p:nvSpPr>
        <p:spPr>
          <a:xfrm>
            <a:off x="238787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0D7B3F6F-D3A9-D8BA-49AC-DDA6CE913538}"/>
              </a:ext>
            </a:extLst>
          </p:cNvPr>
          <p:cNvSpPr/>
          <p:nvPr/>
        </p:nvSpPr>
        <p:spPr>
          <a:xfrm>
            <a:off x="271569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6BA4BCC4-AE17-A2CF-3C3C-10491B9E8361}"/>
              </a:ext>
            </a:extLst>
          </p:cNvPr>
          <p:cNvSpPr/>
          <p:nvPr/>
        </p:nvSpPr>
        <p:spPr>
          <a:xfrm>
            <a:off x="3046681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BEC96CC1-D1B8-D035-8B85-2FA1253BB3A9}"/>
              </a:ext>
            </a:extLst>
          </p:cNvPr>
          <p:cNvSpPr/>
          <p:nvPr/>
        </p:nvSpPr>
        <p:spPr>
          <a:xfrm>
            <a:off x="3378813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936D83DA-A9B9-934B-3194-E10FE61B4773}"/>
              </a:ext>
            </a:extLst>
          </p:cNvPr>
          <p:cNvSpPr/>
          <p:nvPr/>
        </p:nvSpPr>
        <p:spPr>
          <a:xfrm>
            <a:off x="370980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9481AF5E-8A3F-6DBF-2AB4-7AC4983743FF}"/>
              </a:ext>
            </a:extLst>
          </p:cNvPr>
          <p:cNvSpPr/>
          <p:nvPr/>
        </p:nvSpPr>
        <p:spPr>
          <a:xfrm>
            <a:off x="1683272" y="194057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F5588F37-9BE9-55D6-1988-2FC7EAAA3C08}"/>
              </a:ext>
            </a:extLst>
          </p:cNvPr>
          <p:cNvSpPr/>
          <p:nvPr/>
        </p:nvSpPr>
        <p:spPr>
          <a:xfrm>
            <a:off x="997473" y="183516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3" name="Rectangle: Rounded Corners 562">
            <a:extLst>
              <a:ext uri="{FF2B5EF4-FFF2-40B4-BE49-F238E27FC236}">
                <a16:creationId xmlns:a16="http://schemas.microsoft.com/office/drawing/2014/main" id="{3B689DA0-9C7A-1BC6-264E-4C6742C652E7}"/>
              </a:ext>
            </a:extLst>
          </p:cNvPr>
          <p:cNvSpPr/>
          <p:nvPr/>
        </p:nvSpPr>
        <p:spPr>
          <a:xfrm>
            <a:off x="1851236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4" name="Rectangle: Rounded Corners 563">
            <a:extLst>
              <a:ext uri="{FF2B5EF4-FFF2-40B4-BE49-F238E27FC236}">
                <a16:creationId xmlns:a16="http://schemas.microsoft.com/office/drawing/2014/main" id="{805A02B2-AB13-894F-526D-12A962911417}"/>
              </a:ext>
            </a:extLst>
          </p:cNvPr>
          <p:cNvSpPr/>
          <p:nvPr/>
        </p:nvSpPr>
        <p:spPr>
          <a:xfrm>
            <a:off x="2774102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/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3" name="TextBox 572">
            <a:extLst>
              <a:ext uri="{FF2B5EF4-FFF2-40B4-BE49-F238E27FC236}">
                <a16:creationId xmlns:a16="http://schemas.microsoft.com/office/drawing/2014/main" id="{3B5CC251-E031-FE5C-EFAA-8EF703CEAC01}"/>
              </a:ext>
            </a:extLst>
          </p:cNvPr>
          <p:cNvSpPr txBox="1"/>
          <p:nvPr/>
        </p:nvSpPr>
        <p:spPr>
          <a:xfrm>
            <a:off x="991029" y="288353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</a:t>
            </a: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C4808C73-035E-2882-5075-911D6E68DC45}"/>
              </a:ext>
            </a:extLst>
          </p:cNvPr>
          <p:cNvSpPr/>
          <p:nvPr/>
        </p:nvSpPr>
        <p:spPr>
          <a:xfrm>
            <a:off x="162444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FCEE315-34BC-1052-6F5B-4DF20A38F2EE}"/>
              </a:ext>
            </a:extLst>
          </p:cNvPr>
          <p:cNvSpPr/>
          <p:nvPr/>
        </p:nvSpPr>
        <p:spPr>
          <a:xfrm>
            <a:off x="195543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19D8BBA0-731B-BF0F-01C5-3DF635C5EAD1}"/>
              </a:ext>
            </a:extLst>
          </p:cNvPr>
          <p:cNvSpPr/>
          <p:nvPr/>
        </p:nvSpPr>
        <p:spPr>
          <a:xfrm>
            <a:off x="2287567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48C9FDEC-D2AC-2578-B6ED-BC5BA9AB334C}"/>
              </a:ext>
            </a:extLst>
          </p:cNvPr>
          <p:cNvSpPr/>
          <p:nvPr/>
        </p:nvSpPr>
        <p:spPr>
          <a:xfrm>
            <a:off x="261855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32FC90A-9B8A-7471-A8D7-50231CFFAEC8}"/>
              </a:ext>
            </a:extLst>
          </p:cNvPr>
          <p:cNvSpPr/>
          <p:nvPr/>
        </p:nvSpPr>
        <p:spPr>
          <a:xfrm>
            <a:off x="295468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BD440B4A-516B-3210-62BB-9C4AB3232904}"/>
              </a:ext>
            </a:extLst>
          </p:cNvPr>
          <p:cNvSpPr/>
          <p:nvPr/>
        </p:nvSpPr>
        <p:spPr>
          <a:xfrm>
            <a:off x="3285672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BFDA963F-EAA1-19AA-E63C-ADDAB60D884B}"/>
              </a:ext>
            </a:extLst>
          </p:cNvPr>
          <p:cNvSpPr/>
          <p:nvPr/>
        </p:nvSpPr>
        <p:spPr>
          <a:xfrm>
            <a:off x="361780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69A43B85-ED27-3B84-C296-EF79CEB1AA46}"/>
              </a:ext>
            </a:extLst>
          </p:cNvPr>
          <p:cNvSpPr/>
          <p:nvPr/>
        </p:nvSpPr>
        <p:spPr>
          <a:xfrm>
            <a:off x="394879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8F17AAF5-F45D-62BB-CE44-C266788EDAF7}"/>
              </a:ext>
            </a:extLst>
          </p:cNvPr>
          <p:cNvSpPr/>
          <p:nvPr/>
        </p:nvSpPr>
        <p:spPr>
          <a:xfrm>
            <a:off x="1913950" y="298016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Oval 575">
            <a:extLst>
              <a:ext uri="{FF2B5EF4-FFF2-40B4-BE49-F238E27FC236}">
                <a16:creationId xmlns:a16="http://schemas.microsoft.com/office/drawing/2014/main" id="{009984D5-047B-FBFF-C599-B44C247064B1}"/>
              </a:ext>
            </a:extLst>
          </p:cNvPr>
          <p:cNvSpPr/>
          <p:nvPr/>
        </p:nvSpPr>
        <p:spPr>
          <a:xfrm>
            <a:off x="122815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0" name="Oval 659">
            <a:extLst>
              <a:ext uri="{FF2B5EF4-FFF2-40B4-BE49-F238E27FC236}">
                <a16:creationId xmlns:a16="http://schemas.microsoft.com/office/drawing/2014/main" id="{326EBB16-EDF6-86A1-6802-2949FD04D3F5}"/>
              </a:ext>
            </a:extLst>
          </p:cNvPr>
          <p:cNvSpPr/>
          <p:nvPr/>
        </p:nvSpPr>
        <p:spPr>
          <a:xfrm>
            <a:off x="132340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B70A436D-A001-F8CC-1896-3A433CEE1DD5}"/>
              </a:ext>
            </a:extLst>
          </p:cNvPr>
          <p:cNvSpPr txBox="1"/>
          <p:nvPr/>
        </p:nvSpPr>
        <p:spPr>
          <a:xfrm>
            <a:off x="991029" y="32478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0.566</a:t>
            </a: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E041BA54-AA28-AF93-23F5-93BE2938E9F4}"/>
              </a:ext>
            </a:extLst>
          </p:cNvPr>
          <p:cNvSpPr/>
          <p:nvPr/>
        </p:nvSpPr>
        <p:spPr>
          <a:xfrm>
            <a:off x="162444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767C51AD-150D-8DD7-AF7B-3F9760387FC8}"/>
              </a:ext>
            </a:extLst>
          </p:cNvPr>
          <p:cNvSpPr/>
          <p:nvPr/>
        </p:nvSpPr>
        <p:spPr>
          <a:xfrm>
            <a:off x="195543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E9DEDF9D-A1FD-C093-5D5C-CECC00B402FA}"/>
              </a:ext>
            </a:extLst>
          </p:cNvPr>
          <p:cNvSpPr/>
          <p:nvPr/>
        </p:nvSpPr>
        <p:spPr>
          <a:xfrm>
            <a:off x="2287567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9CA41B0C-A714-80FA-DB0F-3CA4A523ED71}"/>
              </a:ext>
            </a:extLst>
          </p:cNvPr>
          <p:cNvSpPr/>
          <p:nvPr/>
        </p:nvSpPr>
        <p:spPr>
          <a:xfrm>
            <a:off x="261855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0E4FC79F-C859-ADE5-B071-FE3F4162C5BE}"/>
              </a:ext>
            </a:extLst>
          </p:cNvPr>
          <p:cNvSpPr/>
          <p:nvPr/>
        </p:nvSpPr>
        <p:spPr>
          <a:xfrm>
            <a:off x="295468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1E869C69-CD0C-750F-9EAB-5438716AD2A6}"/>
              </a:ext>
            </a:extLst>
          </p:cNvPr>
          <p:cNvSpPr/>
          <p:nvPr/>
        </p:nvSpPr>
        <p:spPr>
          <a:xfrm>
            <a:off x="3285672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1B65C42D-6C10-A312-91D5-B7DB17F57D29}"/>
              </a:ext>
            </a:extLst>
          </p:cNvPr>
          <p:cNvSpPr/>
          <p:nvPr/>
        </p:nvSpPr>
        <p:spPr>
          <a:xfrm>
            <a:off x="361780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B7D8F215-1A2C-C5C3-BE8A-4A35F65E58A9}"/>
              </a:ext>
            </a:extLst>
          </p:cNvPr>
          <p:cNvSpPr/>
          <p:nvPr/>
        </p:nvSpPr>
        <p:spPr>
          <a:xfrm>
            <a:off x="394879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B11B8146-8CA1-7BA1-C255-C2DF392D84BC}"/>
              </a:ext>
            </a:extLst>
          </p:cNvPr>
          <p:cNvSpPr/>
          <p:nvPr/>
        </p:nvSpPr>
        <p:spPr>
          <a:xfrm>
            <a:off x="1913950" y="33444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0" name="Rectangle: Rounded Corners 599">
            <a:extLst>
              <a:ext uri="{FF2B5EF4-FFF2-40B4-BE49-F238E27FC236}">
                <a16:creationId xmlns:a16="http://schemas.microsoft.com/office/drawing/2014/main" id="{009C0AAF-239F-D08C-0739-DDD8BA84E62E}"/>
              </a:ext>
            </a:extLst>
          </p:cNvPr>
          <p:cNvSpPr/>
          <p:nvPr/>
        </p:nvSpPr>
        <p:spPr>
          <a:xfrm>
            <a:off x="2081914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1" name="Rectangle: Rounded Corners 600">
            <a:extLst>
              <a:ext uri="{FF2B5EF4-FFF2-40B4-BE49-F238E27FC236}">
                <a16:creationId xmlns:a16="http://schemas.microsoft.com/office/drawing/2014/main" id="{9B26633C-9F60-7BB3-3B18-21C5B1F7A0D7}"/>
              </a:ext>
            </a:extLst>
          </p:cNvPr>
          <p:cNvSpPr/>
          <p:nvPr/>
        </p:nvSpPr>
        <p:spPr>
          <a:xfrm>
            <a:off x="3004780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/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0" name="TextBox 609">
            <a:extLst>
              <a:ext uri="{FF2B5EF4-FFF2-40B4-BE49-F238E27FC236}">
                <a16:creationId xmlns:a16="http://schemas.microsoft.com/office/drawing/2014/main" id="{94EE3F88-4978-683A-0781-459E12EB39D3}"/>
              </a:ext>
            </a:extLst>
          </p:cNvPr>
          <p:cNvSpPr txBox="1"/>
          <p:nvPr/>
        </p:nvSpPr>
        <p:spPr>
          <a:xfrm>
            <a:off x="1221707" y="428745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0.78</a:t>
            </a: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F53ED321-C491-BEEA-0EE5-F34360FCAD30}"/>
              </a:ext>
            </a:extLst>
          </p:cNvPr>
          <p:cNvSpPr/>
          <p:nvPr/>
        </p:nvSpPr>
        <p:spPr>
          <a:xfrm>
            <a:off x="185512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8904150F-C093-FC51-20F2-763CDE810565}"/>
              </a:ext>
            </a:extLst>
          </p:cNvPr>
          <p:cNvSpPr/>
          <p:nvPr/>
        </p:nvSpPr>
        <p:spPr>
          <a:xfrm>
            <a:off x="2186112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DDB2823E-0B62-9999-EEFD-A219D15FA74B}"/>
              </a:ext>
            </a:extLst>
          </p:cNvPr>
          <p:cNvSpPr/>
          <p:nvPr/>
        </p:nvSpPr>
        <p:spPr>
          <a:xfrm>
            <a:off x="2518245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4EBC4CF7-1417-5F3C-58C9-CDA9C5677BC5}"/>
              </a:ext>
            </a:extLst>
          </p:cNvPr>
          <p:cNvSpPr/>
          <p:nvPr/>
        </p:nvSpPr>
        <p:spPr>
          <a:xfrm>
            <a:off x="284923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B6E29C8B-531A-6C58-431B-0E0EF9D7BF35}"/>
              </a:ext>
            </a:extLst>
          </p:cNvPr>
          <p:cNvSpPr/>
          <p:nvPr/>
        </p:nvSpPr>
        <p:spPr>
          <a:xfrm>
            <a:off x="318059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45FC6D10-06DC-0C68-33F2-84F5FEC094B1}"/>
              </a:ext>
            </a:extLst>
          </p:cNvPr>
          <p:cNvSpPr/>
          <p:nvPr/>
        </p:nvSpPr>
        <p:spPr>
          <a:xfrm>
            <a:off x="3511587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4EB47E4E-C6BB-E898-D01D-0E120AC4B72F}"/>
              </a:ext>
            </a:extLst>
          </p:cNvPr>
          <p:cNvSpPr/>
          <p:nvPr/>
        </p:nvSpPr>
        <p:spPr>
          <a:xfrm>
            <a:off x="3843719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3966FD7C-1892-6538-458C-2F1F39851A80}"/>
              </a:ext>
            </a:extLst>
          </p:cNvPr>
          <p:cNvSpPr/>
          <p:nvPr/>
        </p:nvSpPr>
        <p:spPr>
          <a:xfrm>
            <a:off x="417470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2" name="Oval 611">
            <a:extLst>
              <a:ext uri="{FF2B5EF4-FFF2-40B4-BE49-F238E27FC236}">
                <a16:creationId xmlns:a16="http://schemas.microsoft.com/office/drawing/2014/main" id="{50681641-5B96-E6FA-1426-7C21D9E29839}"/>
              </a:ext>
            </a:extLst>
          </p:cNvPr>
          <p:cNvSpPr/>
          <p:nvPr/>
        </p:nvSpPr>
        <p:spPr>
          <a:xfrm>
            <a:off x="2144628" y="438409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52020F26-D669-BE1E-8D90-86C29DBDB0E3}"/>
              </a:ext>
            </a:extLst>
          </p:cNvPr>
          <p:cNvSpPr/>
          <p:nvPr/>
        </p:nvSpPr>
        <p:spPr>
          <a:xfrm>
            <a:off x="1554079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1" name="Oval 660">
            <a:extLst>
              <a:ext uri="{FF2B5EF4-FFF2-40B4-BE49-F238E27FC236}">
                <a16:creationId xmlns:a16="http://schemas.microsoft.com/office/drawing/2014/main" id="{9EB1BA0B-E05D-1D53-727A-5339F7D6B71D}"/>
              </a:ext>
            </a:extLst>
          </p:cNvPr>
          <p:cNvSpPr/>
          <p:nvPr/>
        </p:nvSpPr>
        <p:spPr>
          <a:xfrm>
            <a:off x="1454067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82D48B04-F032-C7EB-9972-1F3E3CA3E967}"/>
              </a:ext>
            </a:extLst>
          </p:cNvPr>
          <p:cNvSpPr txBox="1"/>
          <p:nvPr/>
        </p:nvSpPr>
        <p:spPr>
          <a:xfrm>
            <a:off x="1221707" y="465178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0.78</a:t>
            </a: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83796A48-68AA-7737-B937-34EE326EBD6A}"/>
              </a:ext>
            </a:extLst>
          </p:cNvPr>
          <p:cNvSpPr/>
          <p:nvPr/>
        </p:nvSpPr>
        <p:spPr>
          <a:xfrm>
            <a:off x="185512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B02C92B1-6243-29EF-AEE9-5A00D62D0919}"/>
              </a:ext>
            </a:extLst>
          </p:cNvPr>
          <p:cNvSpPr/>
          <p:nvPr/>
        </p:nvSpPr>
        <p:spPr>
          <a:xfrm>
            <a:off x="2186112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AFD0F2B2-195F-82AF-B105-8D086971F46C}"/>
              </a:ext>
            </a:extLst>
          </p:cNvPr>
          <p:cNvSpPr/>
          <p:nvPr/>
        </p:nvSpPr>
        <p:spPr>
          <a:xfrm>
            <a:off x="2518245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5E76F27B-7EF3-742A-78AF-1EEA56D47E61}"/>
              </a:ext>
            </a:extLst>
          </p:cNvPr>
          <p:cNvSpPr/>
          <p:nvPr/>
        </p:nvSpPr>
        <p:spPr>
          <a:xfrm>
            <a:off x="284923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8CAC61A2-5F6E-0F69-E65A-A67C51B3B559}"/>
              </a:ext>
            </a:extLst>
          </p:cNvPr>
          <p:cNvSpPr/>
          <p:nvPr/>
        </p:nvSpPr>
        <p:spPr>
          <a:xfrm>
            <a:off x="318059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368799F8-2C8F-6011-0450-AAE44A179177}"/>
              </a:ext>
            </a:extLst>
          </p:cNvPr>
          <p:cNvSpPr/>
          <p:nvPr/>
        </p:nvSpPr>
        <p:spPr>
          <a:xfrm>
            <a:off x="3511587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DA138CA7-E862-06F4-73AE-13D0FA70EA02}"/>
              </a:ext>
            </a:extLst>
          </p:cNvPr>
          <p:cNvSpPr/>
          <p:nvPr/>
        </p:nvSpPr>
        <p:spPr>
          <a:xfrm>
            <a:off x="3843719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6E19A68A-F6F2-8818-15C8-271444E7324D}"/>
              </a:ext>
            </a:extLst>
          </p:cNvPr>
          <p:cNvSpPr/>
          <p:nvPr/>
        </p:nvSpPr>
        <p:spPr>
          <a:xfrm>
            <a:off x="417470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25" name="Oval 624">
            <a:extLst>
              <a:ext uri="{FF2B5EF4-FFF2-40B4-BE49-F238E27FC236}">
                <a16:creationId xmlns:a16="http://schemas.microsoft.com/office/drawing/2014/main" id="{ECA03ADD-2776-5493-C653-E715B88D441A}"/>
              </a:ext>
            </a:extLst>
          </p:cNvPr>
          <p:cNvSpPr/>
          <p:nvPr/>
        </p:nvSpPr>
        <p:spPr>
          <a:xfrm>
            <a:off x="2144628" y="474842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A09044F0-8BB3-CAB9-994B-CF23794A1C4F}"/>
              </a:ext>
            </a:extLst>
          </p:cNvPr>
          <p:cNvSpPr/>
          <p:nvPr/>
        </p:nvSpPr>
        <p:spPr>
          <a:xfrm>
            <a:off x="1549317" y="464301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37" name="Rectangle: Rounded Corners 636">
            <a:extLst>
              <a:ext uri="{FF2B5EF4-FFF2-40B4-BE49-F238E27FC236}">
                <a16:creationId xmlns:a16="http://schemas.microsoft.com/office/drawing/2014/main" id="{F87AB085-DFC0-C556-8C30-946A8C283A9E}"/>
              </a:ext>
            </a:extLst>
          </p:cNvPr>
          <p:cNvSpPr/>
          <p:nvPr/>
        </p:nvSpPr>
        <p:spPr>
          <a:xfrm>
            <a:off x="2312592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38" name="Rectangle: Rounded Corners 637">
            <a:extLst>
              <a:ext uri="{FF2B5EF4-FFF2-40B4-BE49-F238E27FC236}">
                <a16:creationId xmlns:a16="http://schemas.microsoft.com/office/drawing/2014/main" id="{4F6AEAC7-0E54-7017-3168-8EE1D6FAA078}"/>
              </a:ext>
            </a:extLst>
          </p:cNvPr>
          <p:cNvSpPr/>
          <p:nvPr/>
        </p:nvSpPr>
        <p:spPr>
          <a:xfrm>
            <a:off x="3235458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/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4" name="TextBox 663">
            <a:extLst>
              <a:ext uri="{FF2B5EF4-FFF2-40B4-BE49-F238E27FC236}">
                <a16:creationId xmlns:a16="http://schemas.microsoft.com/office/drawing/2014/main" id="{E3B55947-3F80-F681-DBBB-046C2874D161}"/>
              </a:ext>
            </a:extLst>
          </p:cNvPr>
          <p:cNvSpPr txBox="1"/>
          <p:nvPr/>
        </p:nvSpPr>
        <p:spPr>
          <a:xfrm>
            <a:off x="1452386" y="5691387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0.102</a:t>
            </a:r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2B0752E3-71A2-471B-C784-DDC9FB3FFA35}"/>
              </a:ext>
            </a:extLst>
          </p:cNvPr>
          <p:cNvSpPr/>
          <p:nvPr/>
        </p:nvSpPr>
        <p:spPr>
          <a:xfrm>
            <a:off x="208580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4BEC4015-E891-A6AA-A7A0-BAA99699F62A}"/>
              </a:ext>
            </a:extLst>
          </p:cNvPr>
          <p:cNvSpPr/>
          <p:nvPr/>
        </p:nvSpPr>
        <p:spPr>
          <a:xfrm>
            <a:off x="241679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2BFD245C-F8CD-BC73-4A7E-73CCA3672C50}"/>
              </a:ext>
            </a:extLst>
          </p:cNvPr>
          <p:cNvSpPr/>
          <p:nvPr/>
        </p:nvSpPr>
        <p:spPr>
          <a:xfrm>
            <a:off x="2748924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218BB12F-A952-57B4-21FE-B6FB98AC4F32}"/>
              </a:ext>
            </a:extLst>
          </p:cNvPr>
          <p:cNvSpPr/>
          <p:nvPr/>
        </p:nvSpPr>
        <p:spPr>
          <a:xfrm>
            <a:off x="307991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73FADC12-5578-CABC-4FD4-96E009A91FC1}"/>
              </a:ext>
            </a:extLst>
          </p:cNvPr>
          <p:cNvSpPr/>
          <p:nvPr/>
        </p:nvSpPr>
        <p:spPr>
          <a:xfrm>
            <a:off x="341604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41B4AF6D-01CB-9C02-1D9C-072B33A10202}"/>
              </a:ext>
            </a:extLst>
          </p:cNvPr>
          <p:cNvSpPr/>
          <p:nvPr/>
        </p:nvSpPr>
        <p:spPr>
          <a:xfrm>
            <a:off x="3747029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63843B68-A41E-7C5A-BFCF-E9705AC7AE8A}"/>
              </a:ext>
            </a:extLst>
          </p:cNvPr>
          <p:cNvSpPr/>
          <p:nvPr/>
        </p:nvSpPr>
        <p:spPr>
          <a:xfrm>
            <a:off x="407916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DAC150FD-BB97-2E4F-082B-50F182CC441D}"/>
              </a:ext>
            </a:extLst>
          </p:cNvPr>
          <p:cNvSpPr/>
          <p:nvPr/>
        </p:nvSpPr>
        <p:spPr>
          <a:xfrm>
            <a:off x="441015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66" name="Oval 665">
            <a:extLst>
              <a:ext uri="{FF2B5EF4-FFF2-40B4-BE49-F238E27FC236}">
                <a16:creationId xmlns:a16="http://schemas.microsoft.com/office/drawing/2014/main" id="{040E183F-3880-DAB6-22FA-D3E963DA2E72}"/>
              </a:ext>
            </a:extLst>
          </p:cNvPr>
          <p:cNvSpPr/>
          <p:nvPr/>
        </p:nvSpPr>
        <p:spPr>
          <a:xfrm>
            <a:off x="2375307" y="578802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C869BF30-9F76-218A-5F24-0011FDB4A10E}"/>
              </a:ext>
            </a:extLst>
          </p:cNvPr>
          <p:cNvSpPr/>
          <p:nvPr/>
        </p:nvSpPr>
        <p:spPr>
          <a:xfrm>
            <a:off x="1875245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8" name="Oval 667">
            <a:extLst>
              <a:ext uri="{FF2B5EF4-FFF2-40B4-BE49-F238E27FC236}">
                <a16:creationId xmlns:a16="http://schemas.microsoft.com/office/drawing/2014/main" id="{77C4BBD6-1240-C28B-6F46-6C1B125FE3EF}"/>
              </a:ext>
            </a:extLst>
          </p:cNvPr>
          <p:cNvSpPr/>
          <p:nvPr/>
        </p:nvSpPr>
        <p:spPr>
          <a:xfrm>
            <a:off x="1684746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3872316E-05DD-23DD-5F4F-0DCC4E87E4E9}"/>
              </a:ext>
            </a:extLst>
          </p:cNvPr>
          <p:cNvSpPr txBox="1"/>
          <p:nvPr/>
        </p:nvSpPr>
        <p:spPr>
          <a:xfrm>
            <a:off x="1452386" y="6055717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0.12</a:t>
            </a:r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72D65C3E-8FBF-A130-ABAC-64E207C551A8}"/>
              </a:ext>
            </a:extLst>
          </p:cNvPr>
          <p:cNvSpPr/>
          <p:nvPr/>
        </p:nvSpPr>
        <p:spPr>
          <a:xfrm>
            <a:off x="208580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EC3AC2CC-DB47-8B6E-5A18-D698323B5E2F}"/>
              </a:ext>
            </a:extLst>
          </p:cNvPr>
          <p:cNvSpPr/>
          <p:nvPr/>
        </p:nvSpPr>
        <p:spPr>
          <a:xfrm>
            <a:off x="241679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62705B82-0A9E-C145-8062-EB2CF01BB6DB}"/>
              </a:ext>
            </a:extLst>
          </p:cNvPr>
          <p:cNvSpPr/>
          <p:nvPr/>
        </p:nvSpPr>
        <p:spPr>
          <a:xfrm>
            <a:off x="2748924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E84268DD-5875-DA96-BEDB-2A49B87C9673}"/>
              </a:ext>
            </a:extLst>
          </p:cNvPr>
          <p:cNvSpPr/>
          <p:nvPr/>
        </p:nvSpPr>
        <p:spPr>
          <a:xfrm>
            <a:off x="307991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B0D51E1B-6AF4-D91D-9596-A760E89F1BE9}"/>
              </a:ext>
            </a:extLst>
          </p:cNvPr>
          <p:cNvSpPr/>
          <p:nvPr/>
        </p:nvSpPr>
        <p:spPr>
          <a:xfrm>
            <a:off x="341604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B5617C74-BC31-3745-6B3F-4F2DA2D74288}"/>
              </a:ext>
            </a:extLst>
          </p:cNvPr>
          <p:cNvSpPr/>
          <p:nvPr/>
        </p:nvSpPr>
        <p:spPr>
          <a:xfrm>
            <a:off x="3747029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498468D7-AF05-D24D-662C-8E84A9D36723}"/>
              </a:ext>
            </a:extLst>
          </p:cNvPr>
          <p:cNvSpPr/>
          <p:nvPr/>
        </p:nvSpPr>
        <p:spPr>
          <a:xfrm>
            <a:off x="407916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D0E7B0C9-3473-6EA2-19FE-AD5E6673B3DE}"/>
              </a:ext>
            </a:extLst>
          </p:cNvPr>
          <p:cNvSpPr/>
          <p:nvPr/>
        </p:nvSpPr>
        <p:spPr>
          <a:xfrm>
            <a:off x="441015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0" name="Oval 679">
            <a:extLst>
              <a:ext uri="{FF2B5EF4-FFF2-40B4-BE49-F238E27FC236}">
                <a16:creationId xmlns:a16="http://schemas.microsoft.com/office/drawing/2014/main" id="{82B56CA0-BB51-3444-28E4-F6452C5676B1}"/>
              </a:ext>
            </a:extLst>
          </p:cNvPr>
          <p:cNvSpPr/>
          <p:nvPr/>
        </p:nvSpPr>
        <p:spPr>
          <a:xfrm>
            <a:off x="2375307" y="615235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81" name="Oval 680">
            <a:extLst>
              <a:ext uri="{FF2B5EF4-FFF2-40B4-BE49-F238E27FC236}">
                <a16:creationId xmlns:a16="http://schemas.microsoft.com/office/drawing/2014/main" id="{789EF1E7-1EA3-8BC4-AE08-635460810126}"/>
              </a:ext>
            </a:extLst>
          </p:cNvPr>
          <p:cNvSpPr/>
          <p:nvPr/>
        </p:nvSpPr>
        <p:spPr>
          <a:xfrm>
            <a:off x="1779996" y="604694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2" name="Rectangle: Rounded Corners 691">
            <a:extLst>
              <a:ext uri="{FF2B5EF4-FFF2-40B4-BE49-F238E27FC236}">
                <a16:creationId xmlns:a16="http://schemas.microsoft.com/office/drawing/2014/main" id="{72E701A6-D732-3C52-02A8-A9AC70C9E897}"/>
              </a:ext>
            </a:extLst>
          </p:cNvPr>
          <p:cNvSpPr/>
          <p:nvPr/>
        </p:nvSpPr>
        <p:spPr>
          <a:xfrm>
            <a:off x="2543271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93" name="Rectangle: Rounded Corners 692">
            <a:extLst>
              <a:ext uri="{FF2B5EF4-FFF2-40B4-BE49-F238E27FC236}">
                <a16:creationId xmlns:a16="http://schemas.microsoft.com/office/drawing/2014/main" id="{077C4AA9-0FE1-D44E-C814-D631305C6009}"/>
              </a:ext>
            </a:extLst>
          </p:cNvPr>
          <p:cNvSpPr/>
          <p:nvPr/>
        </p:nvSpPr>
        <p:spPr>
          <a:xfrm>
            <a:off x="3466137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/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" name="TextBox 716">
            <a:extLst>
              <a:ext uri="{FF2B5EF4-FFF2-40B4-BE49-F238E27FC236}">
                <a16:creationId xmlns:a16="http://schemas.microsoft.com/office/drawing/2014/main" id="{06ACD411-3A92-73C4-00E3-D10381060B9D}"/>
              </a:ext>
            </a:extLst>
          </p:cNvPr>
          <p:cNvSpPr txBox="1"/>
          <p:nvPr/>
        </p:nvSpPr>
        <p:spPr>
          <a:xfrm>
            <a:off x="6036310" y="88617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0.565</a:t>
            </a: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00965FF6-6A33-6746-287A-856F6FCFE9A3}"/>
              </a:ext>
            </a:extLst>
          </p:cNvPr>
          <p:cNvSpPr/>
          <p:nvPr/>
        </p:nvSpPr>
        <p:spPr>
          <a:xfrm>
            <a:off x="666972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BA792473-BC0D-AB54-076D-8858FC1EF1B9}"/>
              </a:ext>
            </a:extLst>
          </p:cNvPr>
          <p:cNvSpPr/>
          <p:nvPr/>
        </p:nvSpPr>
        <p:spPr>
          <a:xfrm>
            <a:off x="7000715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9427060A-3A95-6340-2F41-E5C6339B739C}"/>
              </a:ext>
            </a:extLst>
          </p:cNvPr>
          <p:cNvSpPr/>
          <p:nvPr/>
        </p:nvSpPr>
        <p:spPr>
          <a:xfrm>
            <a:off x="7332848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BF0AD192-1EAA-90FF-4F9B-081228954B1B}"/>
              </a:ext>
            </a:extLst>
          </p:cNvPr>
          <p:cNvSpPr/>
          <p:nvPr/>
        </p:nvSpPr>
        <p:spPr>
          <a:xfrm>
            <a:off x="766383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11E6842D-DAD8-2305-4173-966BC109127D}"/>
              </a:ext>
            </a:extLst>
          </p:cNvPr>
          <p:cNvSpPr/>
          <p:nvPr/>
        </p:nvSpPr>
        <p:spPr>
          <a:xfrm>
            <a:off x="799520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39454945-6F2E-C618-F1C1-BDA103220845}"/>
              </a:ext>
            </a:extLst>
          </p:cNvPr>
          <p:cNvSpPr/>
          <p:nvPr/>
        </p:nvSpPr>
        <p:spPr>
          <a:xfrm>
            <a:off x="8326190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B3177DFB-31E4-3EB0-350D-5C3054A2D325}"/>
              </a:ext>
            </a:extLst>
          </p:cNvPr>
          <p:cNvSpPr/>
          <p:nvPr/>
        </p:nvSpPr>
        <p:spPr>
          <a:xfrm>
            <a:off x="8658322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052E1E08-937C-B535-C788-105AD614FC31}"/>
              </a:ext>
            </a:extLst>
          </p:cNvPr>
          <p:cNvSpPr/>
          <p:nvPr/>
        </p:nvSpPr>
        <p:spPr>
          <a:xfrm>
            <a:off x="898931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19" name="Oval 718">
            <a:extLst>
              <a:ext uri="{FF2B5EF4-FFF2-40B4-BE49-F238E27FC236}">
                <a16:creationId xmlns:a16="http://schemas.microsoft.com/office/drawing/2014/main" id="{7A1D8124-186E-BD01-5CD2-C82E0D814108}"/>
              </a:ext>
            </a:extLst>
          </p:cNvPr>
          <p:cNvSpPr/>
          <p:nvPr/>
        </p:nvSpPr>
        <p:spPr>
          <a:xfrm>
            <a:off x="6959231" y="98281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8CA83A37-B449-1E19-55A0-60606695ED3D}"/>
              </a:ext>
            </a:extLst>
          </p:cNvPr>
          <p:cNvSpPr/>
          <p:nvPr/>
        </p:nvSpPr>
        <p:spPr>
          <a:xfrm>
            <a:off x="627819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2" name="Oval 951">
            <a:extLst>
              <a:ext uri="{FF2B5EF4-FFF2-40B4-BE49-F238E27FC236}">
                <a16:creationId xmlns:a16="http://schemas.microsoft.com/office/drawing/2014/main" id="{32BE30A9-8920-2E2B-D27B-8AA62B7735AD}"/>
              </a:ext>
            </a:extLst>
          </p:cNvPr>
          <p:cNvSpPr/>
          <p:nvPr/>
        </p:nvSpPr>
        <p:spPr>
          <a:xfrm>
            <a:off x="644964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1" name="Rectangle: Rounded Corners 710">
            <a:extLst>
              <a:ext uri="{FF2B5EF4-FFF2-40B4-BE49-F238E27FC236}">
                <a16:creationId xmlns:a16="http://schemas.microsoft.com/office/drawing/2014/main" id="{EBE16CDA-A8DD-71DC-AB89-6F7BCEA6BAFA}"/>
              </a:ext>
            </a:extLst>
          </p:cNvPr>
          <p:cNvSpPr/>
          <p:nvPr/>
        </p:nvSpPr>
        <p:spPr>
          <a:xfrm>
            <a:off x="6655707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/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2" name="TextBox 771">
            <a:extLst>
              <a:ext uri="{FF2B5EF4-FFF2-40B4-BE49-F238E27FC236}">
                <a16:creationId xmlns:a16="http://schemas.microsoft.com/office/drawing/2014/main" id="{928974AC-D53E-A1C0-3E39-2883FAC1C877}"/>
              </a:ext>
            </a:extLst>
          </p:cNvPr>
          <p:cNvSpPr txBox="1"/>
          <p:nvPr/>
        </p:nvSpPr>
        <p:spPr>
          <a:xfrm>
            <a:off x="6036310" y="155132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</a:t>
            </a: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BB953D4A-FBDC-01CD-0581-C94D7C0175E1}"/>
              </a:ext>
            </a:extLst>
          </p:cNvPr>
          <p:cNvSpPr/>
          <p:nvPr/>
        </p:nvSpPr>
        <p:spPr>
          <a:xfrm>
            <a:off x="666972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E8CF6D30-1735-B2FF-AB28-F36A9A986BEA}"/>
              </a:ext>
            </a:extLst>
          </p:cNvPr>
          <p:cNvSpPr/>
          <p:nvPr/>
        </p:nvSpPr>
        <p:spPr>
          <a:xfrm>
            <a:off x="7000715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A93AA3D6-0B2E-D130-37D3-E37DF171D67E}"/>
              </a:ext>
            </a:extLst>
          </p:cNvPr>
          <p:cNvSpPr/>
          <p:nvPr/>
        </p:nvSpPr>
        <p:spPr>
          <a:xfrm>
            <a:off x="7332848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0" name="Rectangle 779">
            <a:extLst>
              <a:ext uri="{FF2B5EF4-FFF2-40B4-BE49-F238E27FC236}">
                <a16:creationId xmlns:a16="http://schemas.microsoft.com/office/drawing/2014/main" id="{18BB0725-0CD0-7161-5789-21744835F6C6}"/>
              </a:ext>
            </a:extLst>
          </p:cNvPr>
          <p:cNvSpPr/>
          <p:nvPr/>
        </p:nvSpPr>
        <p:spPr>
          <a:xfrm>
            <a:off x="766383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2E77A8AD-BFC3-F889-D4FA-B3CC15391244}"/>
              </a:ext>
            </a:extLst>
          </p:cNvPr>
          <p:cNvSpPr/>
          <p:nvPr/>
        </p:nvSpPr>
        <p:spPr>
          <a:xfrm>
            <a:off x="799520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FE313957-69BD-5FE1-4867-E3DD3A640EC8}"/>
              </a:ext>
            </a:extLst>
          </p:cNvPr>
          <p:cNvSpPr/>
          <p:nvPr/>
        </p:nvSpPr>
        <p:spPr>
          <a:xfrm>
            <a:off x="8326190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5965ACCC-A0AA-097D-5FED-F8519650E007}"/>
              </a:ext>
            </a:extLst>
          </p:cNvPr>
          <p:cNvSpPr/>
          <p:nvPr/>
        </p:nvSpPr>
        <p:spPr>
          <a:xfrm>
            <a:off x="8658322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0FD524F0-B9E2-F3B0-DB79-D07D01CCE69E}"/>
              </a:ext>
            </a:extLst>
          </p:cNvPr>
          <p:cNvSpPr/>
          <p:nvPr/>
        </p:nvSpPr>
        <p:spPr>
          <a:xfrm>
            <a:off x="898931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4" name="Oval 773">
            <a:extLst>
              <a:ext uri="{FF2B5EF4-FFF2-40B4-BE49-F238E27FC236}">
                <a16:creationId xmlns:a16="http://schemas.microsoft.com/office/drawing/2014/main" id="{D23BA631-0DC4-AE89-1791-74330EC7AFCA}"/>
              </a:ext>
            </a:extLst>
          </p:cNvPr>
          <p:cNvSpPr/>
          <p:nvPr/>
        </p:nvSpPr>
        <p:spPr>
          <a:xfrm>
            <a:off x="6959231" y="2517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76" name="Oval 775">
            <a:extLst>
              <a:ext uri="{FF2B5EF4-FFF2-40B4-BE49-F238E27FC236}">
                <a16:creationId xmlns:a16="http://schemas.microsoft.com/office/drawing/2014/main" id="{95346F91-3919-0BD1-C356-D4504B0005B4}"/>
              </a:ext>
            </a:extLst>
          </p:cNvPr>
          <p:cNvSpPr/>
          <p:nvPr/>
        </p:nvSpPr>
        <p:spPr>
          <a:xfrm>
            <a:off x="6268670" y="1463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86" name="TextBox 785">
            <a:extLst>
              <a:ext uri="{FF2B5EF4-FFF2-40B4-BE49-F238E27FC236}">
                <a16:creationId xmlns:a16="http://schemas.microsoft.com/office/drawing/2014/main" id="{F7724752-CA21-54CE-C49A-A45BCA1FDC89}"/>
              </a:ext>
            </a:extLst>
          </p:cNvPr>
          <p:cNvSpPr txBox="1"/>
          <p:nvPr/>
        </p:nvSpPr>
        <p:spPr>
          <a:xfrm>
            <a:off x="6036310" y="51946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</a:t>
            </a: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542CEE91-37A3-9290-13AF-DD37DA4C6BF0}"/>
              </a:ext>
            </a:extLst>
          </p:cNvPr>
          <p:cNvSpPr/>
          <p:nvPr/>
        </p:nvSpPr>
        <p:spPr>
          <a:xfrm>
            <a:off x="666972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F9B79DCF-BF25-FAD8-93EE-016FE6AB7376}"/>
              </a:ext>
            </a:extLst>
          </p:cNvPr>
          <p:cNvSpPr/>
          <p:nvPr/>
        </p:nvSpPr>
        <p:spPr>
          <a:xfrm>
            <a:off x="7000715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DDB4E256-EDE9-CFD4-7217-DE0FD4BD3E0A}"/>
              </a:ext>
            </a:extLst>
          </p:cNvPr>
          <p:cNvSpPr/>
          <p:nvPr/>
        </p:nvSpPr>
        <p:spPr>
          <a:xfrm>
            <a:off x="7332848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411FC53E-CE82-A45B-C326-D7BC50FE9ECC}"/>
              </a:ext>
            </a:extLst>
          </p:cNvPr>
          <p:cNvSpPr/>
          <p:nvPr/>
        </p:nvSpPr>
        <p:spPr>
          <a:xfrm>
            <a:off x="766383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83BABAB4-1EB8-9802-028D-16C75172DA5B}"/>
              </a:ext>
            </a:extLst>
          </p:cNvPr>
          <p:cNvSpPr/>
          <p:nvPr/>
        </p:nvSpPr>
        <p:spPr>
          <a:xfrm>
            <a:off x="799520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90763239-5E1D-8858-90C6-B67EC5E817F9}"/>
              </a:ext>
            </a:extLst>
          </p:cNvPr>
          <p:cNvSpPr/>
          <p:nvPr/>
        </p:nvSpPr>
        <p:spPr>
          <a:xfrm>
            <a:off x="8326190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DDBE5655-D30A-7477-F65C-ABFE43734619}"/>
              </a:ext>
            </a:extLst>
          </p:cNvPr>
          <p:cNvSpPr/>
          <p:nvPr/>
        </p:nvSpPr>
        <p:spPr>
          <a:xfrm>
            <a:off x="8658322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3553E47B-3932-02A9-EF7F-C930A4A3C29B}"/>
              </a:ext>
            </a:extLst>
          </p:cNvPr>
          <p:cNvSpPr/>
          <p:nvPr/>
        </p:nvSpPr>
        <p:spPr>
          <a:xfrm>
            <a:off x="898931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8" name="Oval 787">
            <a:extLst>
              <a:ext uri="{FF2B5EF4-FFF2-40B4-BE49-F238E27FC236}">
                <a16:creationId xmlns:a16="http://schemas.microsoft.com/office/drawing/2014/main" id="{7ACE2C41-50D9-FAFB-C58C-C8E5F0454ED3}"/>
              </a:ext>
            </a:extLst>
          </p:cNvPr>
          <p:cNvSpPr/>
          <p:nvPr/>
        </p:nvSpPr>
        <p:spPr>
          <a:xfrm>
            <a:off x="6959231" y="61610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89" name="Oval 788">
            <a:extLst>
              <a:ext uri="{FF2B5EF4-FFF2-40B4-BE49-F238E27FC236}">
                <a16:creationId xmlns:a16="http://schemas.microsoft.com/office/drawing/2014/main" id="{BBDB5E75-973F-50CC-D0AA-F0598F62670C}"/>
              </a:ext>
            </a:extLst>
          </p:cNvPr>
          <p:cNvSpPr/>
          <p:nvPr/>
        </p:nvSpPr>
        <p:spPr>
          <a:xfrm>
            <a:off x="6363920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3" name="Oval 952">
            <a:extLst>
              <a:ext uri="{FF2B5EF4-FFF2-40B4-BE49-F238E27FC236}">
                <a16:creationId xmlns:a16="http://schemas.microsoft.com/office/drawing/2014/main" id="{29D08EC1-F18F-ACB9-1896-ABB18690C2BB}"/>
              </a:ext>
            </a:extLst>
          </p:cNvPr>
          <p:cNvSpPr/>
          <p:nvPr/>
        </p:nvSpPr>
        <p:spPr>
          <a:xfrm>
            <a:off x="6278195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1" name="Rectangle: Rounded Corners 800">
            <a:extLst>
              <a:ext uri="{FF2B5EF4-FFF2-40B4-BE49-F238E27FC236}">
                <a16:creationId xmlns:a16="http://schemas.microsoft.com/office/drawing/2014/main" id="{A595BA5A-7B46-31D1-0130-8D2F8321DF71}"/>
              </a:ext>
            </a:extLst>
          </p:cNvPr>
          <p:cNvSpPr/>
          <p:nvPr/>
        </p:nvSpPr>
        <p:spPr>
          <a:xfrm>
            <a:off x="7579632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02" name="Rectangle: Rounded Corners 801">
            <a:extLst>
              <a:ext uri="{FF2B5EF4-FFF2-40B4-BE49-F238E27FC236}">
                <a16:creationId xmlns:a16="http://schemas.microsoft.com/office/drawing/2014/main" id="{E9AF8A4F-70B5-F2BE-2F20-8B185343C1EE}"/>
              </a:ext>
            </a:extLst>
          </p:cNvPr>
          <p:cNvSpPr/>
          <p:nvPr/>
        </p:nvSpPr>
        <p:spPr>
          <a:xfrm>
            <a:off x="8502498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/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2" name="TextBox 841">
            <a:extLst>
              <a:ext uri="{FF2B5EF4-FFF2-40B4-BE49-F238E27FC236}">
                <a16:creationId xmlns:a16="http://schemas.microsoft.com/office/drawing/2014/main" id="{058B05B0-39AE-B4EC-661B-B7E7B0CFA5CB}"/>
              </a:ext>
            </a:extLst>
          </p:cNvPr>
          <p:cNvSpPr txBox="1"/>
          <p:nvPr/>
        </p:nvSpPr>
        <p:spPr>
          <a:xfrm>
            <a:off x="5254913" y="261522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7EF374E8-CF9A-AE62-76EA-F43EC6EF29E8}"/>
              </a:ext>
            </a:extLst>
          </p:cNvPr>
          <p:cNvSpPr/>
          <p:nvPr/>
        </p:nvSpPr>
        <p:spPr>
          <a:xfrm>
            <a:off x="588833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F86C7802-3B68-A8EF-E410-8C19224F6985}"/>
              </a:ext>
            </a:extLst>
          </p:cNvPr>
          <p:cNvSpPr/>
          <p:nvPr/>
        </p:nvSpPr>
        <p:spPr>
          <a:xfrm>
            <a:off x="6219318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7E81A773-DA49-582C-F225-29ACD9516307}"/>
              </a:ext>
            </a:extLst>
          </p:cNvPr>
          <p:cNvSpPr/>
          <p:nvPr/>
        </p:nvSpPr>
        <p:spPr>
          <a:xfrm>
            <a:off x="6551451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8CE325EC-83B2-0D3D-A0B1-A86DFC8806B9}"/>
              </a:ext>
            </a:extLst>
          </p:cNvPr>
          <p:cNvSpPr/>
          <p:nvPr/>
        </p:nvSpPr>
        <p:spPr>
          <a:xfrm>
            <a:off x="688244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742CD5A0-6D09-2F32-012E-984FBEA0B566}"/>
              </a:ext>
            </a:extLst>
          </p:cNvPr>
          <p:cNvSpPr/>
          <p:nvPr/>
        </p:nvSpPr>
        <p:spPr>
          <a:xfrm>
            <a:off x="721380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19582E52-2A19-B8F3-281F-EB80E4CC2CD4}"/>
              </a:ext>
            </a:extLst>
          </p:cNvPr>
          <p:cNvSpPr/>
          <p:nvPr/>
        </p:nvSpPr>
        <p:spPr>
          <a:xfrm>
            <a:off x="7544793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E0160987-8A23-C941-0C20-B6EE5EDDBF72}"/>
              </a:ext>
            </a:extLst>
          </p:cNvPr>
          <p:cNvSpPr/>
          <p:nvPr/>
        </p:nvSpPr>
        <p:spPr>
          <a:xfrm>
            <a:off x="7876925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AB7CCC4-AE86-70F8-59F2-4BCC772B0F1C}"/>
              </a:ext>
            </a:extLst>
          </p:cNvPr>
          <p:cNvSpPr/>
          <p:nvPr/>
        </p:nvSpPr>
        <p:spPr>
          <a:xfrm>
            <a:off x="820791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4" name="Oval 843">
            <a:extLst>
              <a:ext uri="{FF2B5EF4-FFF2-40B4-BE49-F238E27FC236}">
                <a16:creationId xmlns:a16="http://schemas.microsoft.com/office/drawing/2014/main" id="{619D077F-466D-A4B9-0E2E-A89A03E9CF78}"/>
              </a:ext>
            </a:extLst>
          </p:cNvPr>
          <p:cNvSpPr/>
          <p:nvPr/>
        </p:nvSpPr>
        <p:spPr>
          <a:xfrm>
            <a:off x="6177834" y="271185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45" name="Oval 844">
            <a:extLst>
              <a:ext uri="{FF2B5EF4-FFF2-40B4-BE49-F238E27FC236}">
                <a16:creationId xmlns:a16="http://schemas.microsoft.com/office/drawing/2014/main" id="{394DC69E-AA79-BCF7-96F3-AF0C42A4A8C4}"/>
              </a:ext>
            </a:extLst>
          </p:cNvPr>
          <p:cNvSpPr/>
          <p:nvPr/>
        </p:nvSpPr>
        <p:spPr>
          <a:xfrm>
            <a:off x="5668248" y="260644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7" name="Rectangle: Rounded Corners 806">
            <a:extLst>
              <a:ext uri="{FF2B5EF4-FFF2-40B4-BE49-F238E27FC236}">
                <a16:creationId xmlns:a16="http://schemas.microsoft.com/office/drawing/2014/main" id="{8D472BF1-2659-F07D-867D-6EAB70EA337B}"/>
              </a:ext>
            </a:extLst>
          </p:cNvPr>
          <p:cNvSpPr/>
          <p:nvPr/>
        </p:nvSpPr>
        <p:spPr>
          <a:xfrm>
            <a:off x="5874310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/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9" name="TextBox 828">
            <a:extLst>
              <a:ext uri="{FF2B5EF4-FFF2-40B4-BE49-F238E27FC236}">
                <a16:creationId xmlns:a16="http://schemas.microsoft.com/office/drawing/2014/main" id="{D7411E0C-FBC6-7C39-26AD-D78E31CEF4C4}"/>
              </a:ext>
            </a:extLst>
          </p:cNvPr>
          <p:cNvSpPr txBox="1"/>
          <p:nvPr/>
        </p:nvSpPr>
        <p:spPr>
          <a:xfrm>
            <a:off x="5254913" y="188417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EFC45BF6-FB92-E0DB-E471-1C78ED4A17E9}"/>
              </a:ext>
            </a:extLst>
          </p:cNvPr>
          <p:cNvSpPr/>
          <p:nvPr/>
        </p:nvSpPr>
        <p:spPr>
          <a:xfrm>
            <a:off x="588833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A1B0512B-4243-1DEF-D36C-1C18125F83FE}"/>
              </a:ext>
            </a:extLst>
          </p:cNvPr>
          <p:cNvSpPr/>
          <p:nvPr/>
        </p:nvSpPr>
        <p:spPr>
          <a:xfrm>
            <a:off x="6219318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08D3D5FF-FAC0-6C85-9E01-83212CD050B2}"/>
              </a:ext>
            </a:extLst>
          </p:cNvPr>
          <p:cNvSpPr/>
          <p:nvPr/>
        </p:nvSpPr>
        <p:spPr>
          <a:xfrm>
            <a:off x="6551451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2ED91426-116B-231D-2141-37D0B7A6C9E6}"/>
              </a:ext>
            </a:extLst>
          </p:cNvPr>
          <p:cNvSpPr/>
          <p:nvPr/>
        </p:nvSpPr>
        <p:spPr>
          <a:xfrm>
            <a:off x="688244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8A39D210-189C-8B3B-5E31-25A25FD462C7}"/>
              </a:ext>
            </a:extLst>
          </p:cNvPr>
          <p:cNvSpPr/>
          <p:nvPr/>
        </p:nvSpPr>
        <p:spPr>
          <a:xfrm>
            <a:off x="721380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A639D860-637A-756C-9818-D85795446D75}"/>
              </a:ext>
            </a:extLst>
          </p:cNvPr>
          <p:cNvSpPr/>
          <p:nvPr/>
        </p:nvSpPr>
        <p:spPr>
          <a:xfrm>
            <a:off x="7544793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04B76A30-6A42-11C6-08D1-734E3C6B9452}"/>
              </a:ext>
            </a:extLst>
          </p:cNvPr>
          <p:cNvSpPr/>
          <p:nvPr/>
        </p:nvSpPr>
        <p:spPr>
          <a:xfrm>
            <a:off x="7876925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29E1E806-8D1D-8473-D156-08F61C9FDEB6}"/>
              </a:ext>
            </a:extLst>
          </p:cNvPr>
          <p:cNvSpPr/>
          <p:nvPr/>
        </p:nvSpPr>
        <p:spPr>
          <a:xfrm>
            <a:off x="820791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1" name="Oval 830">
            <a:extLst>
              <a:ext uri="{FF2B5EF4-FFF2-40B4-BE49-F238E27FC236}">
                <a16:creationId xmlns:a16="http://schemas.microsoft.com/office/drawing/2014/main" id="{77580DB1-13CC-DEB2-315C-4EB14384077E}"/>
              </a:ext>
            </a:extLst>
          </p:cNvPr>
          <p:cNvSpPr/>
          <p:nvPr/>
        </p:nvSpPr>
        <p:spPr>
          <a:xfrm>
            <a:off x="6177834" y="198081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32" name="Oval 831">
            <a:extLst>
              <a:ext uri="{FF2B5EF4-FFF2-40B4-BE49-F238E27FC236}">
                <a16:creationId xmlns:a16="http://schemas.microsoft.com/office/drawing/2014/main" id="{9B903DBA-1591-EE8D-1A4D-93D0B0E0872C}"/>
              </a:ext>
            </a:extLst>
          </p:cNvPr>
          <p:cNvSpPr/>
          <p:nvPr/>
        </p:nvSpPr>
        <p:spPr>
          <a:xfrm>
            <a:off x="5677772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3" name="Oval 832">
            <a:extLst>
              <a:ext uri="{FF2B5EF4-FFF2-40B4-BE49-F238E27FC236}">
                <a16:creationId xmlns:a16="http://schemas.microsoft.com/office/drawing/2014/main" id="{780D81EB-C666-2B2B-17BA-4CB362684DDE}"/>
              </a:ext>
            </a:extLst>
          </p:cNvPr>
          <p:cNvSpPr/>
          <p:nvPr/>
        </p:nvSpPr>
        <p:spPr>
          <a:xfrm>
            <a:off x="5487273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7" name="TextBox 816">
            <a:extLst>
              <a:ext uri="{FF2B5EF4-FFF2-40B4-BE49-F238E27FC236}">
                <a16:creationId xmlns:a16="http://schemas.microsoft.com/office/drawing/2014/main" id="{C737F129-1C1D-5E84-C60D-AC364AB85068}"/>
              </a:ext>
            </a:extLst>
          </p:cNvPr>
          <p:cNvSpPr txBox="1"/>
          <p:nvPr/>
        </p:nvSpPr>
        <p:spPr>
          <a:xfrm>
            <a:off x="5254913" y="224850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C76D1B95-3F3C-3EB6-BA12-852BFC316625}"/>
              </a:ext>
            </a:extLst>
          </p:cNvPr>
          <p:cNvSpPr/>
          <p:nvPr/>
        </p:nvSpPr>
        <p:spPr>
          <a:xfrm>
            <a:off x="588833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6D26D4D5-7210-35CD-0100-50BEDE4D1C34}"/>
              </a:ext>
            </a:extLst>
          </p:cNvPr>
          <p:cNvSpPr/>
          <p:nvPr/>
        </p:nvSpPr>
        <p:spPr>
          <a:xfrm>
            <a:off x="6219318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E9826667-275E-630B-7746-F5DCE4DFF606}"/>
              </a:ext>
            </a:extLst>
          </p:cNvPr>
          <p:cNvSpPr/>
          <p:nvPr/>
        </p:nvSpPr>
        <p:spPr>
          <a:xfrm>
            <a:off x="6551451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1BD7DC18-82CC-AA74-A087-628F6443B497}"/>
              </a:ext>
            </a:extLst>
          </p:cNvPr>
          <p:cNvSpPr/>
          <p:nvPr/>
        </p:nvSpPr>
        <p:spPr>
          <a:xfrm>
            <a:off x="688244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BD6514A9-5C7D-4CF6-6C58-4FC9006E6946}"/>
              </a:ext>
            </a:extLst>
          </p:cNvPr>
          <p:cNvSpPr/>
          <p:nvPr/>
        </p:nvSpPr>
        <p:spPr>
          <a:xfrm>
            <a:off x="721380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F68A5B17-4296-3E49-5D28-10027335C725}"/>
              </a:ext>
            </a:extLst>
          </p:cNvPr>
          <p:cNvSpPr/>
          <p:nvPr/>
        </p:nvSpPr>
        <p:spPr>
          <a:xfrm>
            <a:off x="7544793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F425FC8D-ABED-FCDF-BBB3-EE74C88846F0}"/>
              </a:ext>
            </a:extLst>
          </p:cNvPr>
          <p:cNvSpPr/>
          <p:nvPr/>
        </p:nvSpPr>
        <p:spPr>
          <a:xfrm>
            <a:off x="7876925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7BC58D4B-3C7A-D5B7-2BCB-5CCBBA9C6F47}"/>
              </a:ext>
            </a:extLst>
          </p:cNvPr>
          <p:cNvSpPr/>
          <p:nvPr/>
        </p:nvSpPr>
        <p:spPr>
          <a:xfrm>
            <a:off x="820791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19" name="Oval 818">
            <a:extLst>
              <a:ext uri="{FF2B5EF4-FFF2-40B4-BE49-F238E27FC236}">
                <a16:creationId xmlns:a16="http://schemas.microsoft.com/office/drawing/2014/main" id="{48E991DB-765C-95DA-D347-F2EC4BDB206E}"/>
              </a:ext>
            </a:extLst>
          </p:cNvPr>
          <p:cNvSpPr/>
          <p:nvPr/>
        </p:nvSpPr>
        <p:spPr>
          <a:xfrm>
            <a:off x="6177834" y="234514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20" name="Oval 819">
            <a:extLst>
              <a:ext uri="{FF2B5EF4-FFF2-40B4-BE49-F238E27FC236}">
                <a16:creationId xmlns:a16="http://schemas.microsoft.com/office/drawing/2014/main" id="{EE9A26DE-207A-4B4F-0BFE-D99388596576}"/>
              </a:ext>
            </a:extLst>
          </p:cNvPr>
          <p:cNvSpPr/>
          <p:nvPr/>
        </p:nvSpPr>
        <p:spPr>
          <a:xfrm>
            <a:off x="5582523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3" name="Oval 1152">
            <a:extLst>
              <a:ext uri="{FF2B5EF4-FFF2-40B4-BE49-F238E27FC236}">
                <a16:creationId xmlns:a16="http://schemas.microsoft.com/office/drawing/2014/main" id="{9BDDF08B-A715-C81C-3E4A-7BF9D0157E17}"/>
              </a:ext>
            </a:extLst>
          </p:cNvPr>
          <p:cNvSpPr/>
          <p:nvPr/>
        </p:nvSpPr>
        <p:spPr>
          <a:xfrm>
            <a:off x="5670629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4" name="Rectangle: Rounded Corners 813">
            <a:extLst>
              <a:ext uri="{FF2B5EF4-FFF2-40B4-BE49-F238E27FC236}">
                <a16:creationId xmlns:a16="http://schemas.microsoft.com/office/drawing/2014/main" id="{1A700CB6-433A-C076-C044-262F97E4B0AD}"/>
              </a:ext>
            </a:extLst>
          </p:cNvPr>
          <p:cNvSpPr/>
          <p:nvPr/>
        </p:nvSpPr>
        <p:spPr>
          <a:xfrm>
            <a:off x="6798235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15" name="Rectangle: Rounded Corners 814">
            <a:extLst>
              <a:ext uri="{FF2B5EF4-FFF2-40B4-BE49-F238E27FC236}">
                <a16:creationId xmlns:a16="http://schemas.microsoft.com/office/drawing/2014/main" id="{D93E3938-BA83-FE60-B2EA-F4D4D82C5938}"/>
              </a:ext>
            </a:extLst>
          </p:cNvPr>
          <p:cNvSpPr/>
          <p:nvPr/>
        </p:nvSpPr>
        <p:spPr>
          <a:xfrm>
            <a:off x="7721101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/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2" name="TextBox 1091">
            <a:extLst>
              <a:ext uri="{FF2B5EF4-FFF2-40B4-BE49-F238E27FC236}">
                <a16:creationId xmlns:a16="http://schemas.microsoft.com/office/drawing/2014/main" id="{B20198AC-CC5E-6950-93AF-0DF51688A526}"/>
              </a:ext>
            </a:extLst>
          </p:cNvPr>
          <p:cNvSpPr txBox="1"/>
          <p:nvPr/>
        </p:nvSpPr>
        <p:spPr>
          <a:xfrm>
            <a:off x="6036310" y="434011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</a:t>
            </a:r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7D515F1A-B358-E66C-39E6-378FF1757E51}"/>
              </a:ext>
            </a:extLst>
          </p:cNvPr>
          <p:cNvSpPr/>
          <p:nvPr/>
        </p:nvSpPr>
        <p:spPr>
          <a:xfrm>
            <a:off x="666972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3A7DF625-B76D-B372-50A1-E31990B63F71}"/>
              </a:ext>
            </a:extLst>
          </p:cNvPr>
          <p:cNvSpPr/>
          <p:nvPr/>
        </p:nvSpPr>
        <p:spPr>
          <a:xfrm>
            <a:off x="7000715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B0FCEF06-3A11-D614-D55E-352E4059DF7F}"/>
              </a:ext>
            </a:extLst>
          </p:cNvPr>
          <p:cNvSpPr/>
          <p:nvPr/>
        </p:nvSpPr>
        <p:spPr>
          <a:xfrm>
            <a:off x="7332848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DBF00822-AF29-C8A7-AE68-F074EF0327C7}"/>
              </a:ext>
            </a:extLst>
          </p:cNvPr>
          <p:cNvSpPr/>
          <p:nvPr/>
        </p:nvSpPr>
        <p:spPr>
          <a:xfrm>
            <a:off x="766383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A213080-1630-F436-D06B-2DAAE552456E}"/>
              </a:ext>
            </a:extLst>
          </p:cNvPr>
          <p:cNvSpPr/>
          <p:nvPr/>
        </p:nvSpPr>
        <p:spPr>
          <a:xfrm>
            <a:off x="799520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CF8D0FD8-0885-6F73-5462-43E3C4B14066}"/>
              </a:ext>
            </a:extLst>
          </p:cNvPr>
          <p:cNvSpPr/>
          <p:nvPr/>
        </p:nvSpPr>
        <p:spPr>
          <a:xfrm>
            <a:off x="8326190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79AA4EEF-F7ED-35B7-5A4F-E478C6474187}"/>
              </a:ext>
            </a:extLst>
          </p:cNvPr>
          <p:cNvSpPr/>
          <p:nvPr/>
        </p:nvSpPr>
        <p:spPr>
          <a:xfrm>
            <a:off x="8658322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73107A98-FE00-05D7-67E7-D247AE8722EB}"/>
              </a:ext>
            </a:extLst>
          </p:cNvPr>
          <p:cNvSpPr/>
          <p:nvPr/>
        </p:nvSpPr>
        <p:spPr>
          <a:xfrm>
            <a:off x="898931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3D97929B-88A8-BFDD-DB1A-C4CE750BA243}"/>
              </a:ext>
            </a:extLst>
          </p:cNvPr>
          <p:cNvSpPr/>
          <p:nvPr/>
        </p:nvSpPr>
        <p:spPr>
          <a:xfrm>
            <a:off x="6959231" y="443675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BA1A90DF-CC34-3833-7D68-CCDA69BF6408}"/>
              </a:ext>
            </a:extLst>
          </p:cNvPr>
          <p:cNvSpPr/>
          <p:nvPr/>
        </p:nvSpPr>
        <p:spPr>
          <a:xfrm>
            <a:off x="6363920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7" name="Oval 1156">
            <a:extLst>
              <a:ext uri="{FF2B5EF4-FFF2-40B4-BE49-F238E27FC236}">
                <a16:creationId xmlns:a16="http://schemas.microsoft.com/office/drawing/2014/main" id="{6D8681DB-E667-C60C-C3B0-E0A58067ED47}"/>
              </a:ext>
            </a:extLst>
          </p:cNvPr>
          <p:cNvSpPr/>
          <p:nvPr/>
        </p:nvSpPr>
        <p:spPr>
          <a:xfrm>
            <a:off x="6266289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488E45D2-C2A8-6C38-9119-CA781BD60C38}"/>
              </a:ext>
            </a:extLst>
          </p:cNvPr>
          <p:cNvSpPr/>
          <p:nvPr/>
        </p:nvSpPr>
        <p:spPr>
          <a:xfrm>
            <a:off x="6655707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/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9" name="TextBox 1078">
            <a:extLst>
              <a:ext uri="{FF2B5EF4-FFF2-40B4-BE49-F238E27FC236}">
                <a16:creationId xmlns:a16="http://schemas.microsoft.com/office/drawing/2014/main" id="{FEC1918F-8506-0B7C-407D-CCEEA448368F}"/>
              </a:ext>
            </a:extLst>
          </p:cNvPr>
          <p:cNvSpPr txBox="1"/>
          <p:nvPr/>
        </p:nvSpPr>
        <p:spPr>
          <a:xfrm>
            <a:off x="6036310" y="360907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0.131</a:t>
            </a:r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25529C9E-4458-1625-F34A-99DBA6CA4ED1}"/>
              </a:ext>
            </a:extLst>
          </p:cNvPr>
          <p:cNvSpPr/>
          <p:nvPr/>
        </p:nvSpPr>
        <p:spPr>
          <a:xfrm>
            <a:off x="666972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104D5A61-8824-E775-135F-7D2E2F17C654}"/>
              </a:ext>
            </a:extLst>
          </p:cNvPr>
          <p:cNvSpPr/>
          <p:nvPr/>
        </p:nvSpPr>
        <p:spPr>
          <a:xfrm>
            <a:off x="7000715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497A85F3-6604-2823-2B78-FC38C982F903}"/>
              </a:ext>
            </a:extLst>
          </p:cNvPr>
          <p:cNvSpPr/>
          <p:nvPr/>
        </p:nvSpPr>
        <p:spPr>
          <a:xfrm>
            <a:off x="7332848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4F5FEB6E-72D1-DC80-E00F-3B28CED35718}"/>
              </a:ext>
            </a:extLst>
          </p:cNvPr>
          <p:cNvSpPr/>
          <p:nvPr/>
        </p:nvSpPr>
        <p:spPr>
          <a:xfrm>
            <a:off x="766383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1EDA3CCE-E14B-C122-338D-BD5F656CB10A}"/>
              </a:ext>
            </a:extLst>
          </p:cNvPr>
          <p:cNvSpPr/>
          <p:nvPr/>
        </p:nvSpPr>
        <p:spPr>
          <a:xfrm>
            <a:off x="799520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DAE1C31-6D37-4541-6EA2-0C9C1B000E6C}"/>
              </a:ext>
            </a:extLst>
          </p:cNvPr>
          <p:cNvSpPr/>
          <p:nvPr/>
        </p:nvSpPr>
        <p:spPr>
          <a:xfrm>
            <a:off x="8326190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CE99292F-B6EE-5AB6-FCB8-04598250AFDA}"/>
              </a:ext>
            </a:extLst>
          </p:cNvPr>
          <p:cNvSpPr/>
          <p:nvPr/>
        </p:nvSpPr>
        <p:spPr>
          <a:xfrm>
            <a:off x="8658322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2CB53CE5-6D31-8922-F83D-147C01BA2309}"/>
              </a:ext>
            </a:extLst>
          </p:cNvPr>
          <p:cNvSpPr/>
          <p:nvPr/>
        </p:nvSpPr>
        <p:spPr>
          <a:xfrm>
            <a:off x="898931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D9DC528C-6949-77F3-4F57-5A85EAB09AC6}"/>
              </a:ext>
            </a:extLst>
          </p:cNvPr>
          <p:cNvSpPr/>
          <p:nvPr/>
        </p:nvSpPr>
        <p:spPr>
          <a:xfrm>
            <a:off x="6959231" y="370570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E2D103AB-C188-DC99-4E1A-F7DAC1CD4ABB}"/>
              </a:ext>
            </a:extLst>
          </p:cNvPr>
          <p:cNvSpPr/>
          <p:nvPr/>
        </p:nvSpPr>
        <p:spPr>
          <a:xfrm>
            <a:off x="6459169" y="360029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0FBF79FE-6172-C0FD-40E5-12254F896E13}"/>
              </a:ext>
            </a:extLst>
          </p:cNvPr>
          <p:cNvSpPr txBox="1"/>
          <p:nvPr/>
        </p:nvSpPr>
        <p:spPr>
          <a:xfrm>
            <a:off x="6036310" y="397340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0.131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72780612-D856-B3C7-5C8A-5480CAE71C28}"/>
              </a:ext>
            </a:extLst>
          </p:cNvPr>
          <p:cNvSpPr/>
          <p:nvPr/>
        </p:nvSpPr>
        <p:spPr>
          <a:xfrm>
            <a:off x="666972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5BC193B1-F7DB-C4EF-19D1-71F10B435405}"/>
              </a:ext>
            </a:extLst>
          </p:cNvPr>
          <p:cNvSpPr/>
          <p:nvPr/>
        </p:nvSpPr>
        <p:spPr>
          <a:xfrm>
            <a:off x="7000715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CF5D06B9-8C26-957E-5C20-BD65EF3DD390}"/>
              </a:ext>
            </a:extLst>
          </p:cNvPr>
          <p:cNvSpPr/>
          <p:nvPr/>
        </p:nvSpPr>
        <p:spPr>
          <a:xfrm>
            <a:off x="7332848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4FDB77EF-D103-3198-9387-D3175078355B}"/>
              </a:ext>
            </a:extLst>
          </p:cNvPr>
          <p:cNvSpPr/>
          <p:nvPr/>
        </p:nvSpPr>
        <p:spPr>
          <a:xfrm>
            <a:off x="766383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97C97081-D165-DC30-F92B-A49776610A31}"/>
              </a:ext>
            </a:extLst>
          </p:cNvPr>
          <p:cNvSpPr/>
          <p:nvPr/>
        </p:nvSpPr>
        <p:spPr>
          <a:xfrm>
            <a:off x="799520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DFE73219-7A90-4874-9B94-7DD0CF6E57FB}"/>
              </a:ext>
            </a:extLst>
          </p:cNvPr>
          <p:cNvSpPr/>
          <p:nvPr/>
        </p:nvSpPr>
        <p:spPr>
          <a:xfrm>
            <a:off x="8326190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AA1C8216-B653-4333-E859-F971B97BF473}"/>
              </a:ext>
            </a:extLst>
          </p:cNvPr>
          <p:cNvSpPr/>
          <p:nvPr/>
        </p:nvSpPr>
        <p:spPr>
          <a:xfrm>
            <a:off x="8658322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8F04FCE-020F-6BC4-E88D-4A6A5674E7E4}"/>
              </a:ext>
            </a:extLst>
          </p:cNvPr>
          <p:cNvSpPr/>
          <p:nvPr/>
        </p:nvSpPr>
        <p:spPr>
          <a:xfrm>
            <a:off x="898931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2F2028A4-F7B8-0D03-1D59-C8417A4BFF6B}"/>
              </a:ext>
            </a:extLst>
          </p:cNvPr>
          <p:cNvSpPr/>
          <p:nvPr/>
        </p:nvSpPr>
        <p:spPr>
          <a:xfrm>
            <a:off x="6959231" y="407003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70" name="Oval 1069">
            <a:extLst>
              <a:ext uri="{FF2B5EF4-FFF2-40B4-BE49-F238E27FC236}">
                <a16:creationId xmlns:a16="http://schemas.microsoft.com/office/drawing/2014/main" id="{263472B0-31AB-6F1E-52AF-780BD3F5463D}"/>
              </a:ext>
            </a:extLst>
          </p:cNvPr>
          <p:cNvSpPr/>
          <p:nvPr/>
        </p:nvSpPr>
        <p:spPr>
          <a:xfrm>
            <a:off x="6280576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6" name="Oval 1155">
            <a:extLst>
              <a:ext uri="{FF2B5EF4-FFF2-40B4-BE49-F238E27FC236}">
                <a16:creationId xmlns:a16="http://schemas.microsoft.com/office/drawing/2014/main" id="{12CA8BA3-10FF-DEDD-05C7-84FE5FBE60A2}"/>
              </a:ext>
            </a:extLst>
          </p:cNvPr>
          <p:cNvSpPr/>
          <p:nvPr/>
        </p:nvSpPr>
        <p:spPr>
          <a:xfrm>
            <a:off x="6447263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4" name="Rectangle: Rounded Corners 1063">
            <a:extLst>
              <a:ext uri="{FF2B5EF4-FFF2-40B4-BE49-F238E27FC236}">
                <a16:creationId xmlns:a16="http://schemas.microsoft.com/office/drawing/2014/main" id="{5A23F4C8-8482-5CF8-9954-70EBDEB6F299}"/>
              </a:ext>
            </a:extLst>
          </p:cNvPr>
          <p:cNvSpPr/>
          <p:nvPr/>
        </p:nvSpPr>
        <p:spPr>
          <a:xfrm>
            <a:off x="7579632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BC35A627-F60F-2F1D-5451-CF012FEDD1E4}"/>
              </a:ext>
            </a:extLst>
          </p:cNvPr>
          <p:cNvSpPr/>
          <p:nvPr/>
        </p:nvSpPr>
        <p:spPr>
          <a:xfrm>
            <a:off x="8502498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/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1" name="TextBox 1140">
            <a:extLst>
              <a:ext uri="{FF2B5EF4-FFF2-40B4-BE49-F238E27FC236}">
                <a16:creationId xmlns:a16="http://schemas.microsoft.com/office/drawing/2014/main" id="{9653D118-1A33-A0E8-160B-FFE1C38C6418}"/>
              </a:ext>
            </a:extLst>
          </p:cNvPr>
          <p:cNvSpPr txBox="1"/>
          <p:nvPr/>
        </p:nvSpPr>
        <p:spPr>
          <a:xfrm>
            <a:off x="6360506" y="6065003"/>
            <a:ext cx="686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9.7987</a:t>
            </a:r>
          </a:p>
        </p:txBody>
      </p:sp>
      <p:sp>
        <p:nvSpPr>
          <p:cNvPr id="1145" name="Rectangle 1144">
            <a:extLst>
              <a:ext uri="{FF2B5EF4-FFF2-40B4-BE49-F238E27FC236}">
                <a16:creationId xmlns:a16="http://schemas.microsoft.com/office/drawing/2014/main" id="{4F8DF167-8FFF-D7AE-6C02-BEA7AD0C51E1}"/>
              </a:ext>
            </a:extLst>
          </p:cNvPr>
          <p:cNvSpPr/>
          <p:nvPr/>
        </p:nvSpPr>
        <p:spPr>
          <a:xfrm>
            <a:off x="699392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6" name="Rectangle 1145">
            <a:extLst>
              <a:ext uri="{FF2B5EF4-FFF2-40B4-BE49-F238E27FC236}">
                <a16:creationId xmlns:a16="http://schemas.microsoft.com/office/drawing/2014/main" id="{CFF10914-6537-171B-3E0C-59C40847E3D6}"/>
              </a:ext>
            </a:extLst>
          </p:cNvPr>
          <p:cNvSpPr/>
          <p:nvPr/>
        </p:nvSpPr>
        <p:spPr>
          <a:xfrm>
            <a:off x="732491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98E1F3EA-DECD-505F-9A13-17D277848852}"/>
              </a:ext>
            </a:extLst>
          </p:cNvPr>
          <p:cNvSpPr/>
          <p:nvPr/>
        </p:nvSpPr>
        <p:spPr>
          <a:xfrm>
            <a:off x="7657044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861CE640-7EF3-650C-3641-CC277F471055}"/>
              </a:ext>
            </a:extLst>
          </p:cNvPr>
          <p:cNvSpPr/>
          <p:nvPr/>
        </p:nvSpPr>
        <p:spPr>
          <a:xfrm>
            <a:off x="798803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9" name="Rectangle 1148">
            <a:extLst>
              <a:ext uri="{FF2B5EF4-FFF2-40B4-BE49-F238E27FC236}">
                <a16:creationId xmlns:a16="http://schemas.microsoft.com/office/drawing/2014/main" id="{9B2D19D7-07B4-4B59-EC83-7E2B4A9D2701}"/>
              </a:ext>
            </a:extLst>
          </p:cNvPr>
          <p:cNvSpPr/>
          <p:nvPr/>
        </p:nvSpPr>
        <p:spPr>
          <a:xfrm>
            <a:off x="832416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0" name="Rectangle 1149">
            <a:extLst>
              <a:ext uri="{FF2B5EF4-FFF2-40B4-BE49-F238E27FC236}">
                <a16:creationId xmlns:a16="http://schemas.microsoft.com/office/drawing/2014/main" id="{F4F0D5E6-3FB7-4B16-2662-1E2AF9B7B865}"/>
              </a:ext>
            </a:extLst>
          </p:cNvPr>
          <p:cNvSpPr/>
          <p:nvPr/>
        </p:nvSpPr>
        <p:spPr>
          <a:xfrm>
            <a:off x="8655149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A4064F31-78B3-22C6-7186-7CBB0A00DD71}"/>
              </a:ext>
            </a:extLst>
          </p:cNvPr>
          <p:cNvSpPr/>
          <p:nvPr/>
        </p:nvSpPr>
        <p:spPr>
          <a:xfrm>
            <a:off x="898728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2" name="Rectangle 1151">
            <a:extLst>
              <a:ext uri="{FF2B5EF4-FFF2-40B4-BE49-F238E27FC236}">
                <a16:creationId xmlns:a16="http://schemas.microsoft.com/office/drawing/2014/main" id="{EF0A30F0-8F0C-A29F-8FCC-F4E6A5645FDC}"/>
              </a:ext>
            </a:extLst>
          </p:cNvPr>
          <p:cNvSpPr/>
          <p:nvPr/>
        </p:nvSpPr>
        <p:spPr>
          <a:xfrm>
            <a:off x="931827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3" name="Oval 1142">
            <a:extLst>
              <a:ext uri="{FF2B5EF4-FFF2-40B4-BE49-F238E27FC236}">
                <a16:creationId xmlns:a16="http://schemas.microsoft.com/office/drawing/2014/main" id="{34184AF0-0659-57D5-6AEF-429799D9CE96}"/>
              </a:ext>
            </a:extLst>
          </p:cNvPr>
          <p:cNvSpPr/>
          <p:nvPr/>
        </p:nvSpPr>
        <p:spPr>
          <a:xfrm>
            <a:off x="7283427" y="6161641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44" name="Oval 1143">
            <a:extLst>
              <a:ext uri="{FF2B5EF4-FFF2-40B4-BE49-F238E27FC236}">
                <a16:creationId xmlns:a16="http://schemas.microsoft.com/office/drawing/2014/main" id="{11865FE9-EC09-45D0-150D-DABC549B4079}"/>
              </a:ext>
            </a:extLst>
          </p:cNvPr>
          <p:cNvSpPr/>
          <p:nvPr/>
        </p:nvSpPr>
        <p:spPr>
          <a:xfrm>
            <a:off x="6609535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2E42FD7C-B14A-04F3-C8F9-3D7B1B93E689}"/>
              </a:ext>
            </a:extLst>
          </p:cNvPr>
          <p:cNvSpPr/>
          <p:nvPr/>
        </p:nvSpPr>
        <p:spPr>
          <a:xfrm>
            <a:off x="6866710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06" name="Rectangle: Rounded Corners 1105">
            <a:extLst>
              <a:ext uri="{FF2B5EF4-FFF2-40B4-BE49-F238E27FC236}">
                <a16:creationId xmlns:a16="http://schemas.microsoft.com/office/drawing/2014/main" id="{09DD592D-0655-3371-705C-AE4D9440C066}"/>
              </a:ext>
            </a:extLst>
          </p:cNvPr>
          <p:cNvSpPr/>
          <p:nvPr/>
        </p:nvSpPr>
        <p:spPr>
          <a:xfrm>
            <a:off x="6979903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/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8" name="TextBox 1127">
            <a:extLst>
              <a:ext uri="{FF2B5EF4-FFF2-40B4-BE49-F238E27FC236}">
                <a16:creationId xmlns:a16="http://schemas.microsoft.com/office/drawing/2014/main" id="{25E50143-98CE-0F7C-5BDF-8763BB5F12D0}"/>
              </a:ext>
            </a:extLst>
          </p:cNvPr>
          <p:cNvSpPr txBox="1"/>
          <p:nvPr/>
        </p:nvSpPr>
        <p:spPr>
          <a:xfrm>
            <a:off x="6360506" y="53339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</a:t>
            </a: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4F16E780-D205-7423-9F92-E9CCBA9F98CB}"/>
              </a:ext>
            </a:extLst>
          </p:cNvPr>
          <p:cNvSpPr/>
          <p:nvPr/>
        </p:nvSpPr>
        <p:spPr>
          <a:xfrm>
            <a:off x="699392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97F4743D-D404-EFD3-0784-F8B043D5F833}"/>
              </a:ext>
            </a:extLst>
          </p:cNvPr>
          <p:cNvSpPr/>
          <p:nvPr/>
        </p:nvSpPr>
        <p:spPr>
          <a:xfrm>
            <a:off x="732491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00F28022-ACBC-0B11-DEFE-2F3F4D77DDBE}"/>
              </a:ext>
            </a:extLst>
          </p:cNvPr>
          <p:cNvSpPr/>
          <p:nvPr/>
        </p:nvSpPr>
        <p:spPr>
          <a:xfrm>
            <a:off x="7657044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A532BA4C-CC6D-F741-3CFC-DE1FEA9D6DE3}"/>
              </a:ext>
            </a:extLst>
          </p:cNvPr>
          <p:cNvSpPr/>
          <p:nvPr/>
        </p:nvSpPr>
        <p:spPr>
          <a:xfrm>
            <a:off x="798803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A64A3FAC-277A-2504-A83B-145D25E7DBE5}"/>
              </a:ext>
            </a:extLst>
          </p:cNvPr>
          <p:cNvSpPr/>
          <p:nvPr/>
        </p:nvSpPr>
        <p:spPr>
          <a:xfrm>
            <a:off x="832416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843CF521-8EF5-7002-4542-33A6BF11B808}"/>
              </a:ext>
            </a:extLst>
          </p:cNvPr>
          <p:cNvSpPr/>
          <p:nvPr/>
        </p:nvSpPr>
        <p:spPr>
          <a:xfrm>
            <a:off x="8655149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CA6CF30A-59C6-8771-F716-8A418043EF88}"/>
              </a:ext>
            </a:extLst>
          </p:cNvPr>
          <p:cNvSpPr/>
          <p:nvPr/>
        </p:nvSpPr>
        <p:spPr>
          <a:xfrm>
            <a:off x="898728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9CD327C9-DF2A-3D53-262B-99A1DC0DD9D2}"/>
              </a:ext>
            </a:extLst>
          </p:cNvPr>
          <p:cNvSpPr/>
          <p:nvPr/>
        </p:nvSpPr>
        <p:spPr>
          <a:xfrm>
            <a:off x="931827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0" name="Oval 1129">
            <a:extLst>
              <a:ext uri="{FF2B5EF4-FFF2-40B4-BE49-F238E27FC236}">
                <a16:creationId xmlns:a16="http://schemas.microsoft.com/office/drawing/2014/main" id="{639DAE77-56AD-0551-FAED-02CB513EEDBB}"/>
              </a:ext>
            </a:extLst>
          </p:cNvPr>
          <p:cNvSpPr/>
          <p:nvPr/>
        </p:nvSpPr>
        <p:spPr>
          <a:xfrm>
            <a:off x="7283427" y="54305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31" name="Oval 1130">
            <a:extLst>
              <a:ext uri="{FF2B5EF4-FFF2-40B4-BE49-F238E27FC236}">
                <a16:creationId xmlns:a16="http://schemas.microsoft.com/office/drawing/2014/main" id="{236A08B3-F182-B480-5A4F-A49998040D3A}"/>
              </a:ext>
            </a:extLst>
          </p:cNvPr>
          <p:cNvSpPr/>
          <p:nvPr/>
        </p:nvSpPr>
        <p:spPr>
          <a:xfrm>
            <a:off x="668097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2" name="Oval 1161">
            <a:extLst>
              <a:ext uri="{FF2B5EF4-FFF2-40B4-BE49-F238E27FC236}">
                <a16:creationId xmlns:a16="http://schemas.microsoft.com/office/drawing/2014/main" id="{1FD3ABA0-2F51-B7E3-8EBD-D3875FA9B682}"/>
              </a:ext>
            </a:extLst>
          </p:cNvPr>
          <p:cNvSpPr/>
          <p:nvPr/>
        </p:nvSpPr>
        <p:spPr>
          <a:xfrm>
            <a:off x="677622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9923F3D0-DCDD-B305-BDCB-FE49E672D30F}"/>
              </a:ext>
            </a:extLst>
          </p:cNvPr>
          <p:cNvSpPr txBox="1"/>
          <p:nvPr/>
        </p:nvSpPr>
        <p:spPr>
          <a:xfrm>
            <a:off x="6360506" y="569829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</a:t>
            </a:r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FF6A8266-CE53-1E3D-F22C-3A69C9CD032F}"/>
              </a:ext>
            </a:extLst>
          </p:cNvPr>
          <p:cNvSpPr/>
          <p:nvPr/>
        </p:nvSpPr>
        <p:spPr>
          <a:xfrm>
            <a:off x="699392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6ACDE4C1-488A-6DF5-AB88-44A1B58E60B1}"/>
              </a:ext>
            </a:extLst>
          </p:cNvPr>
          <p:cNvSpPr/>
          <p:nvPr/>
        </p:nvSpPr>
        <p:spPr>
          <a:xfrm>
            <a:off x="732491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90CF1DE-90DB-A9FE-D390-CFC4007719EC}"/>
              </a:ext>
            </a:extLst>
          </p:cNvPr>
          <p:cNvSpPr/>
          <p:nvPr/>
        </p:nvSpPr>
        <p:spPr>
          <a:xfrm>
            <a:off x="7657044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4CFDA345-1BBA-4D22-E678-EA0037C33EBB}"/>
              </a:ext>
            </a:extLst>
          </p:cNvPr>
          <p:cNvSpPr/>
          <p:nvPr/>
        </p:nvSpPr>
        <p:spPr>
          <a:xfrm>
            <a:off x="798803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A4D32B3F-77F6-68F0-C91B-8DAD74202E96}"/>
              </a:ext>
            </a:extLst>
          </p:cNvPr>
          <p:cNvSpPr/>
          <p:nvPr/>
        </p:nvSpPr>
        <p:spPr>
          <a:xfrm>
            <a:off x="832416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DF914E43-EC7F-4960-4B2E-C1841F94C0BD}"/>
              </a:ext>
            </a:extLst>
          </p:cNvPr>
          <p:cNvSpPr/>
          <p:nvPr/>
        </p:nvSpPr>
        <p:spPr>
          <a:xfrm>
            <a:off x="8655149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6DD98F53-2477-7932-A187-515DB1D00E17}"/>
              </a:ext>
            </a:extLst>
          </p:cNvPr>
          <p:cNvSpPr/>
          <p:nvPr/>
        </p:nvSpPr>
        <p:spPr>
          <a:xfrm>
            <a:off x="898728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3877F4DB-47E5-9B0F-3D13-6506A4482B6B}"/>
              </a:ext>
            </a:extLst>
          </p:cNvPr>
          <p:cNvSpPr/>
          <p:nvPr/>
        </p:nvSpPr>
        <p:spPr>
          <a:xfrm>
            <a:off x="931827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18" name="Oval 1117">
            <a:extLst>
              <a:ext uri="{FF2B5EF4-FFF2-40B4-BE49-F238E27FC236}">
                <a16:creationId xmlns:a16="http://schemas.microsoft.com/office/drawing/2014/main" id="{82009A84-D486-36A0-07FC-70F1602D1E79}"/>
              </a:ext>
            </a:extLst>
          </p:cNvPr>
          <p:cNvSpPr/>
          <p:nvPr/>
        </p:nvSpPr>
        <p:spPr>
          <a:xfrm>
            <a:off x="7283427" y="579492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19" name="Oval 1118">
            <a:extLst>
              <a:ext uri="{FF2B5EF4-FFF2-40B4-BE49-F238E27FC236}">
                <a16:creationId xmlns:a16="http://schemas.microsoft.com/office/drawing/2014/main" id="{EBEA92A8-A329-C855-9FFA-D7943F5082CC}"/>
              </a:ext>
            </a:extLst>
          </p:cNvPr>
          <p:cNvSpPr/>
          <p:nvPr/>
        </p:nvSpPr>
        <p:spPr>
          <a:xfrm>
            <a:off x="6597629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0" name="Oval 1159">
            <a:extLst>
              <a:ext uri="{FF2B5EF4-FFF2-40B4-BE49-F238E27FC236}">
                <a16:creationId xmlns:a16="http://schemas.microsoft.com/office/drawing/2014/main" id="{964B91E6-6974-1442-AC69-416F92214B9B}"/>
              </a:ext>
            </a:extLst>
          </p:cNvPr>
          <p:cNvSpPr/>
          <p:nvPr/>
        </p:nvSpPr>
        <p:spPr>
          <a:xfrm>
            <a:off x="6769078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3" name="Rectangle: Rounded Corners 1112">
            <a:extLst>
              <a:ext uri="{FF2B5EF4-FFF2-40B4-BE49-F238E27FC236}">
                <a16:creationId xmlns:a16="http://schemas.microsoft.com/office/drawing/2014/main" id="{BBE04179-6D83-E733-AB3A-23C62DAD2876}"/>
              </a:ext>
            </a:extLst>
          </p:cNvPr>
          <p:cNvSpPr/>
          <p:nvPr/>
        </p:nvSpPr>
        <p:spPr>
          <a:xfrm>
            <a:off x="7903828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14" name="Rectangle: Rounded Corners 1113">
            <a:extLst>
              <a:ext uri="{FF2B5EF4-FFF2-40B4-BE49-F238E27FC236}">
                <a16:creationId xmlns:a16="http://schemas.microsoft.com/office/drawing/2014/main" id="{87B52FC7-89C8-2E1C-5152-6624FF5D83FB}"/>
              </a:ext>
            </a:extLst>
          </p:cNvPr>
          <p:cNvSpPr/>
          <p:nvPr/>
        </p:nvSpPr>
        <p:spPr>
          <a:xfrm>
            <a:off x="8826694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/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AD4F78D-AC38-9530-B4E9-0FE1443F8F93}"/>
              </a:ext>
            </a:extLst>
          </p:cNvPr>
          <p:cNvSpPr txBox="1"/>
          <p:nvPr/>
        </p:nvSpPr>
        <p:spPr>
          <a:xfrm>
            <a:off x="80921" y="2246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А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ACF4DE-E8D7-F556-5C88-B7C578C73D03}"/>
              </a:ext>
            </a:extLst>
          </p:cNvPr>
          <p:cNvSpPr txBox="1"/>
          <p:nvPr/>
        </p:nvSpPr>
        <p:spPr>
          <a:xfrm>
            <a:off x="312400" y="1429563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Б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539380-5AE3-9A9F-7550-110BE88D99FA}"/>
              </a:ext>
            </a:extLst>
          </p:cNvPr>
          <p:cNvSpPr txBox="1"/>
          <p:nvPr/>
        </p:nvSpPr>
        <p:spPr>
          <a:xfrm>
            <a:off x="542276" y="2833490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В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2F896-C9AE-D394-100C-418B12B99E51}"/>
              </a:ext>
            </a:extLst>
          </p:cNvPr>
          <p:cNvSpPr txBox="1"/>
          <p:nvPr/>
        </p:nvSpPr>
        <p:spPr>
          <a:xfrm>
            <a:off x="783374" y="4237417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Г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2316CD-A526-20D3-B589-DA6F2A5129BF}"/>
              </a:ext>
            </a:extLst>
          </p:cNvPr>
          <p:cNvSpPr txBox="1"/>
          <p:nvPr/>
        </p:nvSpPr>
        <p:spPr>
          <a:xfrm>
            <a:off x="1000427" y="5641346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Д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610C18-84E3-3959-E009-A9FB649C2F87}"/>
              </a:ext>
            </a:extLst>
          </p:cNvPr>
          <p:cNvSpPr txBox="1"/>
          <p:nvPr/>
        </p:nvSpPr>
        <p:spPr>
          <a:xfrm>
            <a:off x="5594771" y="105091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Е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CEE5FF-4EE9-2727-ED84-56229550430A}"/>
              </a:ext>
            </a:extLst>
          </p:cNvPr>
          <p:cNvSpPr txBox="1"/>
          <p:nvPr/>
        </p:nvSpPr>
        <p:spPr>
          <a:xfrm>
            <a:off x="4813375" y="1834138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Ё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FDE6E5-CD0B-13A4-79D1-2726D3BCD678}"/>
              </a:ext>
            </a:extLst>
          </p:cNvPr>
          <p:cNvSpPr txBox="1"/>
          <p:nvPr/>
        </p:nvSpPr>
        <p:spPr>
          <a:xfrm>
            <a:off x="5559506" y="3559029"/>
            <a:ext cx="373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57A4C2-0DEC-06DD-85E8-7F85B0132CCB}"/>
              </a:ext>
            </a:extLst>
          </p:cNvPr>
          <p:cNvSpPr txBox="1"/>
          <p:nvPr/>
        </p:nvSpPr>
        <p:spPr>
          <a:xfrm>
            <a:off x="5922173" y="528392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З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F7421E-7778-609C-5B3E-5D0BDB5FD25A}"/>
              </a:ext>
            </a:extLst>
          </p:cNvPr>
          <p:cNvSpPr txBox="1"/>
          <p:nvPr/>
        </p:nvSpPr>
        <p:spPr>
          <a:xfrm>
            <a:off x="4151865" y="673350"/>
            <a:ext cx="1643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Кайталануучу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ондуктарды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иреттөө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111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C48301-A4FF-903E-B28D-2EC5067FA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57261" y="1014416"/>
            <a:ext cx="6840094" cy="48470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B03496-33DD-B391-95BE-CCEC0A17A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2417" y="996511"/>
            <a:ext cx="6840094" cy="484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76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48E61F-9508-827A-4A5B-C390AAE49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4953000" cy="3302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8C16CC-B76F-2516-6870-A99142FF5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319" y="9525"/>
            <a:ext cx="4953000" cy="3302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ED0AE3-7CD6-E61B-880C-AAC2DD44A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5841"/>
            <a:ext cx="4953000" cy="3312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DCA460-5B96-D3A4-6B8E-E94263898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319" y="3545841"/>
            <a:ext cx="4953000" cy="331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952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EFD5F193-5EA1-41D0-F3D0-8313919834E1}"/>
              </a:ext>
            </a:extLst>
          </p:cNvPr>
          <p:cNvSpPr txBox="1"/>
          <p:nvPr/>
        </p:nvSpPr>
        <p:spPr>
          <a:xfrm>
            <a:off x="529673" y="72502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0.678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5BB2E78-952C-96FC-4831-30E0271252BE}"/>
              </a:ext>
            </a:extLst>
          </p:cNvPr>
          <p:cNvSpPr/>
          <p:nvPr/>
        </p:nvSpPr>
        <p:spPr>
          <a:xfrm>
            <a:off x="116309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C417A7A-45E2-3548-7EBB-C2B31557F581}"/>
              </a:ext>
            </a:extLst>
          </p:cNvPr>
          <p:cNvSpPr/>
          <p:nvPr/>
        </p:nvSpPr>
        <p:spPr>
          <a:xfrm>
            <a:off x="1494078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3B9C728-2247-4769-6071-FAE6FFB9BC14}"/>
              </a:ext>
            </a:extLst>
          </p:cNvPr>
          <p:cNvSpPr/>
          <p:nvPr/>
        </p:nvSpPr>
        <p:spPr>
          <a:xfrm>
            <a:off x="1826211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795555A-8AB8-91CC-A319-E425213D050F}"/>
              </a:ext>
            </a:extLst>
          </p:cNvPr>
          <p:cNvSpPr/>
          <p:nvPr/>
        </p:nvSpPr>
        <p:spPr>
          <a:xfrm>
            <a:off x="215720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D019931-45EB-22EF-0F9F-71D4E0319B7E}"/>
              </a:ext>
            </a:extLst>
          </p:cNvPr>
          <p:cNvSpPr/>
          <p:nvPr/>
        </p:nvSpPr>
        <p:spPr>
          <a:xfrm>
            <a:off x="248856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383257E-DDF0-F450-CD60-2508BBC4B901}"/>
              </a:ext>
            </a:extLst>
          </p:cNvPr>
          <p:cNvSpPr/>
          <p:nvPr/>
        </p:nvSpPr>
        <p:spPr>
          <a:xfrm>
            <a:off x="2819553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8916309-7A91-8519-530C-74397AA85FD7}"/>
              </a:ext>
            </a:extLst>
          </p:cNvPr>
          <p:cNvSpPr/>
          <p:nvPr/>
        </p:nvSpPr>
        <p:spPr>
          <a:xfrm>
            <a:off x="3151685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76299A9-6849-0AB9-DB4E-81A3D9D79DAB}"/>
              </a:ext>
            </a:extLst>
          </p:cNvPr>
          <p:cNvSpPr/>
          <p:nvPr/>
        </p:nvSpPr>
        <p:spPr>
          <a:xfrm>
            <a:off x="348267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08F7EA52-5FF1-119B-4D8A-8E462DD9F3D9}"/>
              </a:ext>
            </a:extLst>
          </p:cNvPr>
          <p:cNvSpPr/>
          <p:nvPr/>
        </p:nvSpPr>
        <p:spPr>
          <a:xfrm>
            <a:off x="1452594" y="16914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0" name="Rectangle: Rounded Corners 399">
            <a:extLst>
              <a:ext uri="{FF2B5EF4-FFF2-40B4-BE49-F238E27FC236}">
                <a16:creationId xmlns:a16="http://schemas.microsoft.com/office/drawing/2014/main" id="{73570664-5A26-320B-C581-014303BFB847}"/>
              </a:ext>
            </a:extLst>
          </p:cNvPr>
          <p:cNvSpPr/>
          <p:nvPr/>
        </p:nvSpPr>
        <p:spPr>
          <a:xfrm>
            <a:off x="1620558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0.67</a:t>
            </a:r>
          </a:p>
        </p:txBody>
      </p:sp>
      <p:sp>
        <p:nvSpPr>
          <p:cNvPr id="401" name="Rectangle: Rounded Corners 400">
            <a:extLst>
              <a:ext uri="{FF2B5EF4-FFF2-40B4-BE49-F238E27FC236}">
                <a16:creationId xmlns:a16="http://schemas.microsoft.com/office/drawing/2014/main" id="{6F2EF9BC-2E3C-1DD8-D5FD-C724024868A0}"/>
              </a:ext>
            </a:extLst>
          </p:cNvPr>
          <p:cNvSpPr/>
          <p:nvPr/>
        </p:nvSpPr>
        <p:spPr>
          <a:xfrm>
            <a:off x="2543424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0.678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/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7" name="TextBox 406">
            <a:extLst>
              <a:ext uri="{FF2B5EF4-FFF2-40B4-BE49-F238E27FC236}">
                <a16:creationId xmlns:a16="http://schemas.microsoft.com/office/drawing/2014/main" id="{E05EDE80-D5C6-4080-AFA0-7C6B7E1B526D}"/>
              </a:ext>
            </a:extLst>
          </p:cNvPr>
          <p:cNvSpPr txBox="1"/>
          <p:nvPr/>
        </p:nvSpPr>
        <p:spPr>
          <a:xfrm>
            <a:off x="529673" y="43683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0.67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84746373-DC3A-191F-87C3-7798D0CA357E}"/>
              </a:ext>
            </a:extLst>
          </p:cNvPr>
          <p:cNvSpPr/>
          <p:nvPr/>
        </p:nvSpPr>
        <p:spPr>
          <a:xfrm>
            <a:off x="116309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B7E647F-29BD-BE63-F478-A792A3AE507C}"/>
              </a:ext>
            </a:extLst>
          </p:cNvPr>
          <p:cNvSpPr/>
          <p:nvPr/>
        </p:nvSpPr>
        <p:spPr>
          <a:xfrm>
            <a:off x="1494078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D0F2B001-C614-7A6C-11BB-6A0B909FDD29}"/>
              </a:ext>
            </a:extLst>
          </p:cNvPr>
          <p:cNvSpPr/>
          <p:nvPr/>
        </p:nvSpPr>
        <p:spPr>
          <a:xfrm>
            <a:off x="1826211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140F7403-FA96-5C39-D85C-C111FCFDD4DA}"/>
              </a:ext>
            </a:extLst>
          </p:cNvPr>
          <p:cNvSpPr/>
          <p:nvPr/>
        </p:nvSpPr>
        <p:spPr>
          <a:xfrm>
            <a:off x="215720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E3CAE0-CB39-DDA6-33A7-204712E5A694}"/>
              </a:ext>
            </a:extLst>
          </p:cNvPr>
          <p:cNvSpPr/>
          <p:nvPr/>
        </p:nvSpPr>
        <p:spPr>
          <a:xfrm>
            <a:off x="248856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51443372-BFCA-A8BC-0DDA-7C8202E7162F}"/>
              </a:ext>
            </a:extLst>
          </p:cNvPr>
          <p:cNvSpPr/>
          <p:nvPr/>
        </p:nvSpPr>
        <p:spPr>
          <a:xfrm>
            <a:off x="2819553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9CCDA4B5-9B50-251E-F375-D6B56E170748}"/>
              </a:ext>
            </a:extLst>
          </p:cNvPr>
          <p:cNvSpPr/>
          <p:nvPr/>
        </p:nvSpPr>
        <p:spPr>
          <a:xfrm>
            <a:off x="3151685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FE886FF2-BEE6-D3A8-BCA1-0AAF44966FDA}"/>
              </a:ext>
            </a:extLst>
          </p:cNvPr>
          <p:cNvSpPr/>
          <p:nvPr/>
        </p:nvSpPr>
        <p:spPr>
          <a:xfrm>
            <a:off x="348267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49A62CD-8D2A-5315-BCBE-15542D07EA77}"/>
              </a:ext>
            </a:extLst>
          </p:cNvPr>
          <p:cNvSpPr/>
          <p:nvPr/>
        </p:nvSpPr>
        <p:spPr>
          <a:xfrm>
            <a:off x="1452594" y="5334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C7477E3D-6AF8-AF0D-38C1-277FB70F3B2F}"/>
              </a:ext>
            </a:extLst>
          </p:cNvPr>
          <p:cNvSpPr/>
          <p:nvPr/>
        </p:nvSpPr>
        <p:spPr>
          <a:xfrm>
            <a:off x="862046" y="4280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50" name="Oval 549">
            <a:extLst>
              <a:ext uri="{FF2B5EF4-FFF2-40B4-BE49-F238E27FC236}">
                <a16:creationId xmlns:a16="http://schemas.microsoft.com/office/drawing/2014/main" id="{3E95CC70-171B-4ACC-0B4E-65A78E6E9C84}"/>
              </a:ext>
            </a:extLst>
          </p:cNvPr>
          <p:cNvSpPr/>
          <p:nvPr/>
        </p:nvSpPr>
        <p:spPr>
          <a:xfrm>
            <a:off x="2029896" y="88764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B0EF096D-7693-E8D5-9951-48591A7ABE9E}"/>
              </a:ext>
            </a:extLst>
          </p:cNvPr>
          <p:cNvSpPr txBox="1"/>
          <p:nvPr/>
        </p:nvSpPr>
        <p:spPr>
          <a:xfrm>
            <a:off x="760351" y="147960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0.252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6C2752FC-9B6F-EC4A-820D-B5FC3831E039}"/>
              </a:ext>
            </a:extLst>
          </p:cNvPr>
          <p:cNvSpPr/>
          <p:nvPr/>
        </p:nvSpPr>
        <p:spPr>
          <a:xfrm>
            <a:off x="139376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21493232-DFB1-8AAB-813A-2E18ADBA0C0D}"/>
              </a:ext>
            </a:extLst>
          </p:cNvPr>
          <p:cNvSpPr/>
          <p:nvPr/>
        </p:nvSpPr>
        <p:spPr>
          <a:xfrm>
            <a:off x="1724756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AF332188-216F-D25C-A274-F3D6DE57CAD4}"/>
              </a:ext>
            </a:extLst>
          </p:cNvPr>
          <p:cNvSpPr/>
          <p:nvPr/>
        </p:nvSpPr>
        <p:spPr>
          <a:xfrm>
            <a:off x="2056889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43A81058-2533-54BF-51F7-6EDED65CD5D8}"/>
              </a:ext>
            </a:extLst>
          </p:cNvPr>
          <p:cNvSpPr/>
          <p:nvPr/>
        </p:nvSpPr>
        <p:spPr>
          <a:xfrm>
            <a:off x="238787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DC2B769B-7331-93FA-6B2A-BC4FBC035E21}"/>
              </a:ext>
            </a:extLst>
          </p:cNvPr>
          <p:cNvSpPr/>
          <p:nvPr/>
        </p:nvSpPr>
        <p:spPr>
          <a:xfrm>
            <a:off x="271569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B09C9C0-CD8F-C805-E593-94F5D8F84EE6}"/>
              </a:ext>
            </a:extLst>
          </p:cNvPr>
          <p:cNvSpPr/>
          <p:nvPr/>
        </p:nvSpPr>
        <p:spPr>
          <a:xfrm>
            <a:off x="3046681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1AC97436-46EA-4769-AB69-1CF08CC58DBB}"/>
              </a:ext>
            </a:extLst>
          </p:cNvPr>
          <p:cNvSpPr/>
          <p:nvPr/>
        </p:nvSpPr>
        <p:spPr>
          <a:xfrm>
            <a:off x="3378813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FF3EC38-BBB5-C11B-0C46-DA5330204074}"/>
              </a:ext>
            </a:extLst>
          </p:cNvPr>
          <p:cNvSpPr/>
          <p:nvPr/>
        </p:nvSpPr>
        <p:spPr>
          <a:xfrm>
            <a:off x="370980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A2701054-E275-84DD-2EA5-C6FCD4CC55CD}"/>
              </a:ext>
            </a:extLst>
          </p:cNvPr>
          <p:cNvSpPr/>
          <p:nvPr/>
        </p:nvSpPr>
        <p:spPr>
          <a:xfrm>
            <a:off x="1683272" y="157624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AD3BE01D-9E7E-D92F-1E4F-96C83874679C}"/>
              </a:ext>
            </a:extLst>
          </p:cNvPr>
          <p:cNvSpPr txBox="1"/>
          <p:nvPr/>
        </p:nvSpPr>
        <p:spPr>
          <a:xfrm>
            <a:off x="760351" y="1843934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7F63D6AC-03CA-58BB-7853-BE153ECF8928}"/>
              </a:ext>
            </a:extLst>
          </p:cNvPr>
          <p:cNvSpPr/>
          <p:nvPr/>
        </p:nvSpPr>
        <p:spPr>
          <a:xfrm>
            <a:off x="139376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FAED4FAA-E2DD-0C9B-CF2E-9B07D5304A1D}"/>
              </a:ext>
            </a:extLst>
          </p:cNvPr>
          <p:cNvSpPr/>
          <p:nvPr/>
        </p:nvSpPr>
        <p:spPr>
          <a:xfrm>
            <a:off x="1724756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6A663E26-4B12-48BE-B16D-CFE1063A8C0C}"/>
              </a:ext>
            </a:extLst>
          </p:cNvPr>
          <p:cNvSpPr/>
          <p:nvPr/>
        </p:nvSpPr>
        <p:spPr>
          <a:xfrm>
            <a:off x="2056889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59FFFA6D-018E-C63F-EDFE-B80425552E2E}"/>
              </a:ext>
            </a:extLst>
          </p:cNvPr>
          <p:cNvSpPr/>
          <p:nvPr/>
        </p:nvSpPr>
        <p:spPr>
          <a:xfrm>
            <a:off x="238787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0D7B3F6F-D3A9-D8BA-49AC-DDA6CE913538}"/>
              </a:ext>
            </a:extLst>
          </p:cNvPr>
          <p:cNvSpPr/>
          <p:nvPr/>
        </p:nvSpPr>
        <p:spPr>
          <a:xfrm>
            <a:off x="271569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6BA4BCC4-AE17-A2CF-3C3C-10491B9E8361}"/>
              </a:ext>
            </a:extLst>
          </p:cNvPr>
          <p:cNvSpPr/>
          <p:nvPr/>
        </p:nvSpPr>
        <p:spPr>
          <a:xfrm>
            <a:off x="3046681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BEC96CC1-D1B8-D035-8B85-2FA1253BB3A9}"/>
              </a:ext>
            </a:extLst>
          </p:cNvPr>
          <p:cNvSpPr/>
          <p:nvPr/>
        </p:nvSpPr>
        <p:spPr>
          <a:xfrm>
            <a:off x="3378813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936D83DA-A9B9-934B-3194-E10FE61B4773}"/>
              </a:ext>
            </a:extLst>
          </p:cNvPr>
          <p:cNvSpPr/>
          <p:nvPr/>
        </p:nvSpPr>
        <p:spPr>
          <a:xfrm>
            <a:off x="370980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9481AF5E-8A3F-6DBF-2AB4-7AC4983743FF}"/>
              </a:ext>
            </a:extLst>
          </p:cNvPr>
          <p:cNvSpPr/>
          <p:nvPr/>
        </p:nvSpPr>
        <p:spPr>
          <a:xfrm>
            <a:off x="1683272" y="194057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F5588F37-9BE9-55D6-1988-2FC7EAAA3C08}"/>
              </a:ext>
            </a:extLst>
          </p:cNvPr>
          <p:cNvSpPr/>
          <p:nvPr/>
        </p:nvSpPr>
        <p:spPr>
          <a:xfrm>
            <a:off x="997473" y="183516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3" name="Rectangle: Rounded Corners 562">
            <a:extLst>
              <a:ext uri="{FF2B5EF4-FFF2-40B4-BE49-F238E27FC236}">
                <a16:creationId xmlns:a16="http://schemas.microsoft.com/office/drawing/2014/main" id="{3B689DA0-9C7A-1BC6-264E-4C6742C652E7}"/>
              </a:ext>
            </a:extLst>
          </p:cNvPr>
          <p:cNvSpPr/>
          <p:nvPr/>
        </p:nvSpPr>
        <p:spPr>
          <a:xfrm>
            <a:off x="1851236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0.2</a:t>
            </a:r>
          </a:p>
        </p:txBody>
      </p:sp>
      <p:sp>
        <p:nvSpPr>
          <p:cNvPr id="564" name="Rectangle: Rounded Corners 563">
            <a:extLst>
              <a:ext uri="{FF2B5EF4-FFF2-40B4-BE49-F238E27FC236}">
                <a16:creationId xmlns:a16="http://schemas.microsoft.com/office/drawing/2014/main" id="{805A02B2-AB13-894F-526D-12A962911417}"/>
              </a:ext>
            </a:extLst>
          </p:cNvPr>
          <p:cNvSpPr/>
          <p:nvPr/>
        </p:nvSpPr>
        <p:spPr>
          <a:xfrm>
            <a:off x="2774102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0.252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/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0" name="Oval 569">
            <a:extLst>
              <a:ext uri="{FF2B5EF4-FFF2-40B4-BE49-F238E27FC236}">
                <a16:creationId xmlns:a16="http://schemas.microsoft.com/office/drawing/2014/main" id="{6B37E9C6-007A-3F5F-7116-EB05F6224368}"/>
              </a:ext>
            </a:extLst>
          </p:cNvPr>
          <p:cNvSpPr/>
          <p:nvPr/>
        </p:nvSpPr>
        <p:spPr>
          <a:xfrm>
            <a:off x="2205805" y="229156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3B5CC251-E031-FE5C-EFAA-8EF703CEAC01}"/>
              </a:ext>
            </a:extLst>
          </p:cNvPr>
          <p:cNvSpPr txBox="1"/>
          <p:nvPr/>
        </p:nvSpPr>
        <p:spPr>
          <a:xfrm>
            <a:off x="991029" y="288353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</a:t>
            </a: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C4808C73-035E-2882-5075-911D6E68DC45}"/>
              </a:ext>
            </a:extLst>
          </p:cNvPr>
          <p:cNvSpPr/>
          <p:nvPr/>
        </p:nvSpPr>
        <p:spPr>
          <a:xfrm>
            <a:off x="162444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FCEE315-34BC-1052-6F5B-4DF20A38F2EE}"/>
              </a:ext>
            </a:extLst>
          </p:cNvPr>
          <p:cNvSpPr/>
          <p:nvPr/>
        </p:nvSpPr>
        <p:spPr>
          <a:xfrm>
            <a:off x="195543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19D8BBA0-731B-BF0F-01C5-3DF635C5EAD1}"/>
              </a:ext>
            </a:extLst>
          </p:cNvPr>
          <p:cNvSpPr/>
          <p:nvPr/>
        </p:nvSpPr>
        <p:spPr>
          <a:xfrm>
            <a:off x="2287567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48C9FDEC-D2AC-2578-B6ED-BC5BA9AB334C}"/>
              </a:ext>
            </a:extLst>
          </p:cNvPr>
          <p:cNvSpPr/>
          <p:nvPr/>
        </p:nvSpPr>
        <p:spPr>
          <a:xfrm>
            <a:off x="261855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32FC90A-9B8A-7471-A8D7-50231CFFAEC8}"/>
              </a:ext>
            </a:extLst>
          </p:cNvPr>
          <p:cNvSpPr/>
          <p:nvPr/>
        </p:nvSpPr>
        <p:spPr>
          <a:xfrm>
            <a:off x="295468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BD440B4A-516B-3210-62BB-9C4AB3232904}"/>
              </a:ext>
            </a:extLst>
          </p:cNvPr>
          <p:cNvSpPr/>
          <p:nvPr/>
        </p:nvSpPr>
        <p:spPr>
          <a:xfrm>
            <a:off x="3285672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BFDA963F-EAA1-19AA-E63C-ADDAB60D884B}"/>
              </a:ext>
            </a:extLst>
          </p:cNvPr>
          <p:cNvSpPr/>
          <p:nvPr/>
        </p:nvSpPr>
        <p:spPr>
          <a:xfrm>
            <a:off x="361780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69A43B85-ED27-3B84-C296-EF79CEB1AA46}"/>
              </a:ext>
            </a:extLst>
          </p:cNvPr>
          <p:cNvSpPr/>
          <p:nvPr/>
        </p:nvSpPr>
        <p:spPr>
          <a:xfrm>
            <a:off x="394879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8F17AAF5-F45D-62BB-CE44-C266788EDAF7}"/>
              </a:ext>
            </a:extLst>
          </p:cNvPr>
          <p:cNvSpPr/>
          <p:nvPr/>
        </p:nvSpPr>
        <p:spPr>
          <a:xfrm>
            <a:off x="1913950" y="298016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Oval 575">
            <a:extLst>
              <a:ext uri="{FF2B5EF4-FFF2-40B4-BE49-F238E27FC236}">
                <a16:creationId xmlns:a16="http://schemas.microsoft.com/office/drawing/2014/main" id="{009984D5-047B-FBFF-C599-B44C247064B1}"/>
              </a:ext>
            </a:extLst>
          </p:cNvPr>
          <p:cNvSpPr/>
          <p:nvPr/>
        </p:nvSpPr>
        <p:spPr>
          <a:xfrm>
            <a:off x="122815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0" name="Oval 659">
            <a:extLst>
              <a:ext uri="{FF2B5EF4-FFF2-40B4-BE49-F238E27FC236}">
                <a16:creationId xmlns:a16="http://schemas.microsoft.com/office/drawing/2014/main" id="{326EBB16-EDF6-86A1-6802-2949FD04D3F5}"/>
              </a:ext>
            </a:extLst>
          </p:cNvPr>
          <p:cNvSpPr/>
          <p:nvPr/>
        </p:nvSpPr>
        <p:spPr>
          <a:xfrm>
            <a:off x="132340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B70A436D-A001-F8CC-1896-3A433CEE1DD5}"/>
              </a:ext>
            </a:extLst>
          </p:cNvPr>
          <p:cNvSpPr txBox="1"/>
          <p:nvPr/>
        </p:nvSpPr>
        <p:spPr>
          <a:xfrm>
            <a:off x="991029" y="32478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0.566</a:t>
            </a: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E041BA54-AA28-AF93-23F5-93BE2938E9F4}"/>
              </a:ext>
            </a:extLst>
          </p:cNvPr>
          <p:cNvSpPr/>
          <p:nvPr/>
        </p:nvSpPr>
        <p:spPr>
          <a:xfrm>
            <a:off x="162444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767C51AD-150D-8DD7-AF7B-3F9760387FC8}"/>
              </a:ext>
            </a:extLst>
          </p:cNvPr>
          <p:cNvSpPr/>
          <p:nvPr/>
        </p:nvSpPr>
        <p:spPr>
          <a:xfrm>
            <a:off x="195543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E9DEDF9D-A1FD-C093-5D5C-CECC00B402FA}"/>
              </a:ext>
            </a:extLst>
          </p:cNvPr>
          <p:cNvSpPr/>
          <p:nvPr/>
        </p:nvSpPr>
        <p:spPr>
          <a:xfrm>
            <a:off x="2287567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9CA41B0C-A714-80FA-DB0F-3CA4A523ED71}"/>
              </a:ext>
            </a:extLst>
          </p:cNvPr>
          <p:cNvSpPr/>
          <p:nvPr/>
        </p:nvSpPr>
        <p:spPr>
          <a:xfrm>
            <a:off x="261855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0E4FC79F-C859-ADE5-B071-FE3F4162C5BE}"/>
              </a:ext>
            </a:extLst>
          </p:cNvPr>
          <p:cNvSpPr/>
          <p:nvPr/>
        </p:nvSpPr>
        <p:spPr>
          <a:xfrm>
            <a:off x="295468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1E869C69-CD0C-750F-9EAB-5438716AD2A6}"/>
              </a:ext>
            </a:extLst>
          </p:cNvPr>
          <p:cNvSpPr/>
          <p:nvPr/>
        </p:nvSpPr>
        <p:spPr>
          <a:xfrm>
            <a:off x="3285672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1B65C42D-6C10-A312-91D5-B7DB17F57D29}"/>
              </a:ext>
            </a:extLst>
          </p:cNvPr>
          <p:cNvSpPr/>
          <p:nvPr/>
        </p:nvSpPr>
        <p:spPr>
          <a:xfrm>
            <a:off x="361780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B7D8F215-1A2C-C5C3-BE8A-4A35F65E58A9}"/>
              </a:ext>
            </a:extLst>
          </p:cNvPr>
          <p:cNvSpPr/>
          <p:nvPr/>
        </p:nvSpPr>
        <p:spPr>
          <a:xfrm>
            <a:off x="394879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B11B8146-8CA1-7BA1-C255-C2DF392D84BC}"/>
              </a:ext>
            </a:extLst>
          </p:cNvPr>
          <p:cNvSpPr/>
          <p:nvPr/>
        </p:nvSpPr>
        <p:spPr>
          <a:xfrm>
            <a:off x="1913950" y="33444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0" name="Rectangle: Rounded Corners 599">
            <a:extLst>
              <a:ext uri="{FF2B5EF4-FFF2-40B4-BE49-F238E27FC236}">
                <a16:creationId xmlns:a16="http://schemas.microsoft.com/office/drawing/2014/main" id="{009C0AAF-239F-D08C-0739-DDD8BA84E62E}"/>
              </a:ext>
            </a:extLst>
          </p:cNvPr>
          <p:cNvSpPr/>
          <p:nvPr/>
        </p:nvSpPr>
        <p:spPr>
          <a:xfrm>
            <a:off x="2081914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0.56</a:t>
            </a:r>
          </a:p>
        </p:txBody>
      </p:sp>
      <p:sp>
        <p:nvSpPr>
          <p:cNvPr id="601" name="Rectangle: Rounded Corners 600">
            <a:extLst>
              <a:ext uri="{FF2B5EF4-FFF2-40B4-BE49-F238E27FC236}">
                <a16:creationId xmlns:a16="http://schemas.microsoft.com/office/drawing/2014/main" id="{9B26633C-9F60-7BB3-3B18-21C5B1F7A0D7}"/>
              </a:ext>
            </a:extLst>
          </p:cNvPr>
          <p:cNvSpPr/>
          <p:nvPr/>
        </p:nvSpPr>
        <p:spPr>
          <a:xfrm>
            <a:off x="3004780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0.566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/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7" name="Oval 606">
            <a:extLst>
              <a:ext uri="{FF2B5EF4-FFF2-40B4-BE49-F238E27FC236}">
                <a16:creationId xmlns:a16="http://schemas.microsoft.com/office/drawing/2014/main" id="{CE56C7BC-F12F-FC3D-EAAE-EBC5D396FB5B}"/>
              </a:ext>
            </a:extLst>
          </p:cNvPr>
          <p:cNvSpPr/>
          <p:nvPr/>
        </p:nvSpPr>
        <p:spPr>
          <a:xfrm>
            <a:off x="2491252" y="369549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45" name="Oval 644">
            <a:extLst>
              <a:ext uri="{FF2B5EF4-FFF2-40B4-BE49-F238E27FC236}">
                <a16:creationId xmlns:a16="http://schemas.microsoft.com/office/drawing/2014/main" id="{CEC0E8C3-4223-E9B1-7687-21992BA75503}"/>
              </a:ext>
            </a:extLst>
          </p:cNvPr>
          <p:cNvSpPr/>
          <p:nvPr/>
        </p:nvSpPr>
        <p:spPr>
          <a:xfrm>
            <a:off x="2388858" y="369549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10" name="TextBox 609">
            <a:extLst>
              <a:ext uri="{FF2B5EF4-FFF2-40B4-BE49-F238E27FC236}">
                <a16:creationId xmlns:a16="http://schemas.microsoft.com/office/drawing/2014/main" id="{94EE3F88-4978-683A-0781-459E12EB39D3}"/>
              </a:ext>
            </a:extLst>
          </p:cNvPr>
          <p:cNvSpPr txBox="1"/>
          <p:nvPr/>
        </p:nvSpPr>
        <p:spPr>
          <a:xfrm>
            <a:off x="1221707" y="428745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0.78</a:t>
            </a: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F53ED321-C491-BEEA-0EE5-F34360FCAD30}"/>
              </a:ext>
            </a:extLst>
          </p:cNvPr>
          <p:cNvSpPr/>
          <p:nvPr/>
        </p:nvSpPr>
        <p:spPr>
          <a:xfrm>
            <a:off x="185512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8904150F-C093-FC51-20F2-763CDE810565}"/>
              </a:ext>
            </a:extLst>
          </p:cNvPr>
          <p:cNvSpPr/>
          <p:nvPr/>
        </p:nvSpPr>
        <p:spPr>
          <a:xfrm>
            <a:off x="2186112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DDB2823E-0B62-9999-EEFD-A219D15FA74B}"/>
              </a:ext>
            </a:extLst>
          </p:cNvPr>
          <p:cNvSpPr/>
          <p:nvPr/>
        </p:nvSpPr>
        <p:spPr>
          <a:xfrm>
            <a:off x="2518245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4EBC4CF7-1417-5F3C-58C9-CDA9C5677BC5}"/>
              </a:ext>
            </a:extLst>
          </p:cNvPr>
          <p:cNvSpPr/>
          <p:nvPr/>
        </p:nvSpPr>
        <p:spPr>
          <a:xfrm>
            <a:off x="284923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B6E29C8B-531A-6C58-431B-0E0EF9D7BF35}"/>
              </a:ext>
            </a:extLst>
          </p:cNvPr>
          <p:cNvSpPr/>
          <p:nvPr/>
        </p:nvSpPr>
        <p:spPr>
          <a:xfrm>
            <a:off x="318059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45FC6D10-06DC-0C68-33F2-84F5FEC094B1}"/>
              </a:ext>
            </a:extLst>
          </p:cNvPr>
          <p:cNvSpPr/>
          <p:nvPr/>
        </p:nvSpPr>
        <p:spPr>
          <a:xfrm>
            <a:off x="3511587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4EB47E4E-C6BB-E898-D01D-0E120AC4B72F}"/>
              </a:ext>
            </a:extLst>
          </p:cNvPr>
          <p:cNvSpPr/>
          <p:nvPr/>
        </p:nvSpPr>
        <p:spPr>
          <a:xfrm>
            <a:off x="3843719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3966FD7C-1892-6538-458C-2F1F39851A80}"/>
              </a:ext>
            </a:extLst>
          </p:cNvPr>
          <p:cNvSpPr/>
          <p:nvPr/>
        </p:nvSpPr>
        <p:spPr>
          <a:xfrm>
            <a:off x="417470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2" name="Oval 611">
            <a:extLst>
              <a:ext uri="{FF2B5EF4-FFF2-40B4-BE49-F238E27FC236}">
                <a16:creationId xmlns:a16="http://schemas.microsoft.com/office/drawing/2014/main" id="{50681641-5B96-E6FA-1426-7C21D9E29839}"/>
              </a:ext>
            </a:extLst>
          </p:cNvPr>
          <p:cNvSpPr/>
          <p:nvPr/>
        </p:nvSpPr>
        <p:spPr>
          <a:xfrm>
            <a:off x="2144628" y="438409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52020F26-D669-BE1E-8D90-86C29DBDB0E3}"/>
              </a:ext>
            </a:extLst>
          </p:cNvPr>
          <p:cNvSpPr/>
          <p:nvPr/>
        </p:nvSpPr>
        <p:spPr>
          <a:xfrm>
            <a:off x="1554079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1" name="Oval 660">
            <a:extLst>
              <a:ext uri="{FF2B5EF4-FFF2-40B4-BE49-F238E27FC236}">
                <a16:creationId xmlns:a16="http://schemas.microsoft.com/office/drawing/2014/main" id="{9EB1BA0B-E05D-1D53-727A-5339F7D6B71D}"/>
              </a:ext>
            </a:extLst>
          </p:cNvPr>
          <p:cNvSpPr/>
          <p:nvPr/>
        </p:nvSpPr>
        <p:spPr>
          <a:xfrm>
            <a:off x="1454067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82D48B04-F032-C7EB-9972-1F3E3CA3E967}"/>
              </a:ext>
            </a:extLst>
          </p:cNvPr>
          <p:cNvSpPr txBox="1"/>
          <p:nvPr/>
        </p:nvSpPr>
        <p:spPr>
          <a:xfrm>
            <a:off x="1221707" y="465178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0.78</a:t>
            </a: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83796A48-68AA-7737-B937-34EE326EBD6A}"/>
              </a:ext>
            </a:extLst>
          </p:cNvPr>
          <p:cNvSpPr/>
          <p:nvPr/>
        </p:nvSpPr>
        <p:spPr>
          <a:xfrm>
            <a:off x="185512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B02C92B1-6243-29EF-AEE9-5A00D62D0919}"/>
              </a:ext>
            </a:extLst>
          </p:cNvPr>
          <p:cNvSpPr/>
          <p:nvPr/>
        </p:nvSpPr>
        <p:spPr>
          <a:xfrm>
            <a:off x="2186112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AFD0F2B2-195F-82AF-B105-8D086971F46C}"/>
              </a:ext>
            </a:extLst>
          </p:cNvPr>
          <p:cNvSpPr/>
          <p:nvPr/>
        </p:nvSpPr>
        <p:spPr>
          <a:xfrm>
            <a:off x="2518245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5E76F27B-7EF3-742A-78AF-1EEA56D47E61}"/>
              </a:ext>
            </a:extLst>
          </p:cNvPr>
          <p:cNvSpPr/>
          <p:nvPr/>
        </p:nvSpPr>
        <p:spPr>
          <a:xfrm>
            <a:off x="284923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8CAC61A2-5F6E-0F69-E65A-A67C51B3B559}"/>
              </a:ext>
            </a:extLst>
          </p:cNvPr>
          <p:cNvSpPr/>
          <p:nvPr/>
        </p:nvSpPr>
        <p:spPr>
          <a:xfrm>
            <a:off x="318059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368799F8-2C8F-6011-0450-AAE44A179177}"/>
              </a:ext>
            </a:extLst>
          </p:cNvPr>
          <p:cNvSpPr/>
          <p:nvPr/>
        </p:nvSpPr>
        <p:spPr>
          <a:xfrm>
            <a:off x="3511587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DA138CA7-E862-06F4-73AE-13D0FA70EA02}"/>
              </a:ext>
            </a:extLst>
          </p:cNvPr>
          <p:cNvSpPr/>
          <p:nvPr/>
        </p:nvSpPr>
        <p:spPr>
          <a:xfrm>
            <a:off x="3843719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6E19A68A-F6F2-8818-15C8-271444E7324D}"/>
              </a:ext>
            </a:extLst>
          </p:cNvPr>
          <p:cNvSpPr/>
          <p:nvPr/>
        </p:nvSpPr>
        <p:spPr>
          <a:xfrm>
            <a:off x="417470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25" name="Oval 624">
            <a:extLst>
              <a:ext uri="{FF2B5EF4-FFF2-40B4-BE49-F238E27FC236}">
                <a16:creationId xmlns:a16="http://schemas.microsoft.com/office/drawing/2014/main" id="{ECA03ADD-2776-5493-C653-E715B88D441A}"/>
              </a:ext>
            </a:extLst>
          </p:cNvPr>
          <p:cNvSpPr/>
          <p:nvPr/>
        </p:nvSpPr>
        <p:spPr>
          <a:xfrm>
            <a:off x="2144628" y="474842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A09044F0-8BB3-CAB9-994B-CF23794A1C4F}"/>
              </a:ext>
            </a:extLst>
          </p:cNvPr>
          <p:cNvSpPr/>
          <p:nvPr/>
        </p:nvSpPr>
        <p:spPr>
          <a:xfrm>
            <a:off x="1549317" y="464301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37" name="Rectangle: Rounded Corners 636">
            <a:extLst>
              <a:ext uri="{FF2B5EF4-FFF2-40B4-BE49-F238E27FC236}">
                <a16:creationId xmlns:a16="http://schemas.microsoft.com/office/drawing/2014/main" id="{F87AB085-DFC0-C556-8C30-946A8C283A9E}"/>
              </a:ext>
            </a:extLst>
          </p:cNvPr>
          <p:cNvSpPr/>
          <p:nvPr/>
        </p:nvSpPr>
        <p:spPr>
          <a:xfrm>
            <a:off x="2312592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0.78</a:t>
            </a:r>
          </a:p>
        </p:txBody>
      </p:sp>
      <p:sp>
        <p:nvSpPr>
          <p:cNvPr id="638" name="Rectangle: Rounded Corners 637">
            <a:extLst>
              <a:ext uri="{FF2B5EF4-FFF2-40B4-BE49-F238E27FC236}">
                <a16:creationId xmlns:a16="http://schemas.microsoft.com/office/drawing/2014/main" id="{4F6AEAC7-0E54-7017-3168-8EE1D6FAA078}"/>
              </a:ext>
            </a:extLst>
          </p:cNvPr>
          <p:cNvSpPr/>
          <p:nvPr/>
        </p:nvSpPr>
        <p:spPr>
          <a:xfrm>
            <a:off x="3235458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0.78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/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3" name="Oval 642">
            <a:extLst>
              <a:ext uri="{FF2B5EF4-FFF2-40B4-BE49-F238E27FC236}">
                <a16:creationId xmlns:a16="http://schemas.microsoft.com/office/drawing/2014/main" id="{AF4C0E2D-7201-FD90-DB2D-9190A8E4CDE6}"/>
              </a:ext>
            </a:extLst>
          </p:cNvPr>
          <p:cNvSpPr/>
          <p:nvPr/>
        </p:nvSpPr>
        <p:spPr>
          <a:xfrm>
            <a:off x="3637673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44" name="Oval 643">
            <a:extLst>
              <a:ext uri="{FF2B5EF4-FFF2-40B4-BE49-F238E27FC236}">
                <a16:creationId xmlns:a16="http://schemas.microsoft.com/office/drawing/2014/main" id="{A3C23636-167D-656A-F65D-C40EDA362EB2}"/>
              </a:ext>
            </a:extLst>
          </p:cNvPr>
          <p:cNvSpPr/>
          <p:nvPr/>
        </p:nvSpPr>
        <p:spPr>
          <a:xfrm>
            <a:off x="2721930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0" name="Oval 699">
            <a:extLst>
              <a:ext uri="{FF2B5EF4-FFF2-40B4-BE49-F238E27FC236}">
                <a16:creationId xmlns:a16="http://schemas.microsoft.com/office/drawing/2014/main" id="{EBF5374C-90C6-6E3B-139D-99877AB84B3E}"/>
              </a:ext>
            </a:extLst>
          </p:cNvPr>
          <p:cNvSpPr/>
          <p:nvPr/>
        </p:nvSpPr>
        <p:spPr>
          <a:xfrm>
            <a:off x="2629061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E3B55947-3F80-F681-DBBB-046C2874D161}"/>
              </a:ext>
            </a:extLst>
          </p:cNvPr>
          <p:cNvSpPr txBox="1"/>
          <p:nvPr/>
        </p:nvSpPr>
        <p:spPr>
          <a:xfrm>
            <a:off x="1452386" y="5691387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0.102</a:t>
            </a:r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2B0752E3-71A2-471B-C784-DDC9FB3FFA35}"/>
              </a:ext>
            </a:extLst>
          </p:cNvPr>
          <p:cNvSpPr/>
          <p:nvPr/>
        </p:nvSpPr>
        <p:spPr>
          <a:xfrm>
            <a:off x="208580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4BEC4015-E891-A6AA-A7A0-BAA99699F62A}"/>
              </a:ext>
            </a:extLst>
          </p:cNvPr>
          <p:cNvSpPr/>
          <p:nvPr/>
        </p:nvSpPr>
        <p:spPr>
          <a:xfrm>
            <a:off x="241679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2BFD245C-F8CD-BC73-4A7E-73CCA3672C50}"/>
              </a:ext>
            </a:extLst>
          </p:cNvPr>
          <p:cNvSpPr/>
          <p:nvPr/>
        </p:nvSpPr>
        <p:spPr>
          <a:xfrm>
            <a:off x="2748924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218BB12F-A952-57B4-21FE-B6FB98AC4F32}"/>
              </a:ext>
            </a:extLst>
          </p:cNvPr>
          <p:cNvSpPr/>
          <p:nvPr/>
        </p:nvSpPr>
        <p:spPr>
          <a:xfrm>
            <a:off x="307991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73FADC12-5578-CABC-4FD4-96E009A91FC1}"/>
              </a:ext>
            </a:extLst>
          </p:cNvPr>
          <p:cNvSpPr/>
          <p:nvPr/>
        </p:nvSpPr>
        <p:spPr>
          <a:xfrm>
            <a:off x="341604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41B4AF6D-01CB-9C02-1D9C-072B33A10202}"/>
              </a:ext>
            </a:extLst>
          </p:cNvPr>
          <p:cNvSpPr/>
          <p:nvPr/>
        </p:nvSpPr>
        <p:spPr>
          <a:xfrm>
            <a:off x="3747029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63843B68-A41E-7C5A-BFCF-E9705AC7AE8A}"/>
              </a:ext>
            </a:extLst>
          </p:cNvPr>
          <p:cNvSpPr/>
          <p:nvPr/>
        </p:nvSpPr>
        <p:spPr>
          <a:xfrm>
            <a:off x="407916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DAC150FD-BB97-2E4F-082B-50F182CC441D}"/>
              </a:ext>
            </a:extLst>
          </p:cNvPr>
          <p:cNvSpPr/>
          <p:nvPr/>
        </p:nvSpPr>
        <p:spPr>
          <a:xfrm>
            <a:off x="441015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666" name="Oval 665">
            <a:extLst>
              <a:ext uri="{FF2B5EF4-FFF2-40B4-BE49-F238E27FC236}">
                <a16:creationId xmlns:a16="http://schemas.microsoft.com/office/drawing/2014/main" id="{040E183F-3880-DAB6-22FA-D3E963DA2E72}"/>
              </a:ext>
            </a:extLst>
          </p:cNvPr>
          <p:cNvSpPr/>
          <p:nvPr/>
        </p:nvSpPr>
        <p:spPr>
          <a:xfrm>
            <a:off x="2375307" y="578802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C869BF30-9F76-218A-5F24-0011FDB4A10E}"/>
              </a:ext>
            </a:extLst>
          </p:cNvPr>
          <p:cNvSpPr/>
          <p:nvPr/>
        </p:nvSpPr>
        <p:spPr>
          <a:xfrm>
            <a:off x="1875245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8" name="Oval 667">
            <a:extLst>
              <a:ext uri="{FF2B5EF4-FFF2-40B4-BE49-F238E27FC236}">
                <a16:creationId xmlns:a16="http://schemas.microsoft.com/office/drawing/2014/main" id="{77C4BBD6-1240-C28B-6F46-6C1B125FE3EF}"/>
              </a:ext>
            </a:extLst>
          </p:cNvPr>
          <p:cNvSpPr/>
          <p:nvPr/>
        </p:nvSpPr>
        <p:spPr>
          <a:xfrm>
            <a:off x="1684746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3872316E-05DD-23DD-5F4F-0DCC4E87E4E9}"/>
              </a:ext>
            </a:extLst>
          </p:cNvPr>
          <p:cNvSpPr txBox="1"/>
          <p:nvPr/>
        </p:nvSpPr>
        <p:spPr>
          <a:xfrm>
            <a:off x="1452386" y="6055717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0.12</a:t>
            </a:r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72D65C3E-8FBF-A130-ABAC-64E207C551A8}"/>
              </a:ext>
            </a:extLst>
          </p:cNvPr>
          <p:cNvSpPr/>
          <p:nvPr/>
        </p:nvSpPr>
        <p:spPr>
          <a:xfrm>
            <a:off x="208580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EC3AC2CC-DB47-8B6E-5A18-D698323B5E2F}"/>
              </a:ext>
            </a:extLst>
          </p:cNvPr>
          <p:cNvSpPr/>
          <p:nvPr/>
        </p:nvSpPr>
        <p:spPr>
          <a:xfrm>
            <a:off x="241679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62705B82-0A9E-C145-8062-EB2CF01BB6DB}"/>
              </a:ext>
            </a:extLst>
          </p:cNvPr>
          <p:cNvSpPr/>
          <p:nvPr/>
        </p:nvSpPr>
        <p:spPr>
          <a:xfrm>
            <a:off x="2748924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E84268DD-5875-DA96-BEDB-2A49B87C9673}"/>
              </a:ext>
            </a:extLst>
          </p:cNvPr>
          <p:cNvSpPr/>
          <p:nvPr/>
        </p:nvSpPr>
        <p:spPr>
          <a:xfrm>
            <a:off x="307991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B0D51E1B-6AF4-D91D-9596-A760E89F1BE9}"/>
              </a:ext>
            </a:extLst>
          </p:cNvPr>
          <p:cNvSpPr/>
          <p:nvPr/>
        </p:nvSpPr>
        <p:spPr>
          <a:xfrm>
            <a:off x="341604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B5617C74-BC31-3745-6B3F-4F2DA2D74288}"/>
              </a:ext>
            </a:extLst>
          </p:cNvPr>
          <p:cNvSpPr/>
          <p:nvPr/>
        </p:nvSpPr>
        <p:spPr>
          <a:xfrm>
            <a:off x="3747029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498468D7-AF05-D24D-662C-8E84A9D36723}"/>
              </a:ext>
            </a:extLst>
          </p:cNvPr>
          <p:cNvSpPr/>
          <p:nvPr/>
        </p:nvSpPr>
        <p:spPr>
          <a:xfrm>
            <a:off x="407916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D0E7B0C9-3473-6EA2-19FE-AD5E6673B3DE}"/>
              </a:ext>
            </a:extLst>
          </p:cNvPr>
          <p:cNvSpPr/>
          <p:nvPr/>
        </p:nvSpPr>
        <p:spPr>
          <a:xfrm>
            <a:off x="441015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0" name="Oval 679">
            <a:extLst>
              <a:ext uri="{FF2B5EF4-FFF2-40B4-BE49-F238E27FC236}">
                <a16:creationId xmlns:a16="http://schemas.microsoft.com/office/drawing/2014/main" id="{82B56CA0-BB51-3444-28E4-F6452C5676B1}"/>
              </a:ext>
            </a:extLst>
          </p:cNvPr>
          <p:cNvSpPr/>
          <p:nvPr/>
        </p:nvSpPr>
        <p:spPr>
          <a:xfrm>
            <a:off x="2375307" y="615235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81" name="Oval 680">
            <a:extLst>
              <a:ext uri="{FF2B5EF4-FFF2-40B4-BE49-F238E27FC236}">
                <a16:creationId xmlns:a16="http://schemas.microsoft.com/office/drawing/2014/main" id="{789EF1E7-1EA3-8BC4-AE08-635460810126}"/>
              </a:ext>
            </a:extLst>
          </p:cNvPr>
          <p:cNvSpPr/>
          <p:nvPr/>
        </p:nvSpPr>
        <p:spPr>
          <a:xfrm>
            <a:off x="1779996" y="604694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2" name="Rectangle: Rounded Corners 691">
            <a:extLst>
              <a:ext uri="{FF2B5EF4-FFF2-40B4-BE49-F238E27FC236}">
                <a16:creationId xmlns:a16="http://schemas.microsoft.com/office/drawing/2014/main" id="{72E701A6-D732-3C52-02A8-A9AC70C9E897}"/>
              </a:ext>
            </a:extLst>
          </p:cNvPr>
          <p:cNvSpPr/>
          <p:nvPr/>
        </p:nvSpPr>
        <p:spPr>
          <a:xfrm>
            <a:off x="2543271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0.102</a:t>
            </a:r>
          </a:p>
        </p:txBody>
      </p:sp>
      <p:sp>
        <p:nvSpPr>
          <p:cNvPr id="693" name="Rectangle: Rounded Corners 692">
            <a:extLst>
              <a:ext uri="{FF2B5EF4-FFF2-40B4-BE49-F238E27FC236}">
                <a16:creationId xmlns:a16="http://schemas.microsoft.com/office/drawing/2014/main" id="{077C4AA9-0FE1-D44E-C814-D631305C6009}"/>
              </a:ext>
            </a:extLst>
          </p:cNvPr>
          <p:cNvSpPr/>
          <p:nvPr/>
        </p:nvSpPr>
        <p:spPr>
          <a:xfrm>
            <a:off x="3466137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/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8" name="Oval 697">
            <a:extLst>
              <a:ext uri="{FF2B5EF4-FFF2-40B4-BE49-F238E27FC236}">
                <a16:creationId xmlns:a16="http://schemas.microsoft.com/office/drawing/2014/main" id="{9EDF0F8C-19DB-ECAC-8CF7-A2AD5D152D00}"/>
              </a:ext>
            </a:extLst>
          </p:cNvPr>
          <p:cNvSpPr/>
          <p:nvPr/>
        </p:nvSpPr>
        <p:spPr>
          <a:xfrm>
            <a:off x="3865971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9" name="Oval 698">
            <a:extLst>
              <a:ext uri="{FF2B5EF4-FFF2-40B4-BE49-F238E27FC236}">
                <a16:creationId xmlns:a16="http://schemas.microsoft.com/office/drawing/2014/main" id="{1D162640-432C-D4B0-F97E-1C62A2F68324}"/>
              </a:ext>
            </a:extLst>
          </p:cNvPr>
          <p:cNvSpPr/>
          <p:nvPr/>
        </p:nvSpPr>
        <p:spPr>
          <a:xfrm>
            <a:off x="2990709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1" name="Oval 700">
            <a:extLst>
              <a:ext uri="{FF2B5EF4-FFF2-40B4-BE49-F238E27FC236}">
                <a16:creationId xmlns:a16="http://schemas.microsoft.com/office/drawing/2014/main" id="{056BE323-F1C2-A656-4B0E-8E1D3F875AE6}"/>
              </a:ext>
            </a:extLst>
          </p:cNvPr>
          <p:cNvSpPr/>
          <p:nvPr/>
        </p:nvSpPr>
        <p:spPr>
          <a:xfrm>
            <a:off x="2809734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7" name="TextBox 716">
            <a:extLst>
              <a:ext uri="{FF2B5EF4-FFF2-40B4-BE49-F238E27FC236}">
                <a16:creationId xmlns:a16="http://schemas.microsoft.com/office/drawing/2014/main" id="{06ACD411-3A92-73C4-00E3-D10381060B9D}"/>
              </a:ext>
            </a:extLst>
          </p:cNvPr>
          <p:cNvSpPr txBox="1"/>
          <p:nvPr/>
        </p:nvSpPr>
        <p:spPr>
          <a:xfrm>
            <a:off x="6036310" y="88617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0.565</a:t>
            </a: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00965FF6-6A33-6746-287A-856F6FCFE9A3}"/>
              </a:ext>
            </a:extLst>
          </p:cNvPr>
          <p:cNvSpPr/>
          <p:nvPr/>
        </p:nvSpPr>
        <p:spPr>
          <a:xfrm>
            <a:off x="666972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BA792473-BC0D-AB54-076D-8858FC1EF1B9}"/>
              </a:ext>
            </a:extLst>
          </p:cNvPr>
          <p:cNvSpPr/>
          <p:nvPr/>
        </p:nvSpPr>
        <p:spPr>
          <a:xfrm>
            <a:off x="7000715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9427060A-3A95-6340-2F41-E5C6339B739C}"/>
              </a:ext>
            </a:extLst>
          </p:cNvPr>
          <p:cNvSpPr/>
          <p:nvPr/>
        </p:nvSpPr>
        <p:spPr>
          <a:xfrm>
            <a:off x="7332848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BF0AD192-1EAA-90FF-4F9B-081228954B1B}"/>
              </a:ext>
            </a:extLst>
          </p:cNvPr>
          <p:cNvSpPr/>
          <p:nvPr/>
        </p:nvSpPr>
        <p:spPr>
          <a:xfrm>
            <a:off x="766383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11E6842D-DAD8-2305-4173-966BC109127D}"/>
              </a:ext>
            </a:extLst>
          </p:cNvPr>
          <p:cNvSpPr/>
          <p:nvPr/>
        </p:nvSpPr>
        <p:spPr>
          <a:xfrm>
            <a:off x="799520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39454945-6F2E-C618-F1C1-BDA103220845}"/>
              </a:ext>
            </a:extLst>
          </p:cNvPr>
          <p:cNvSpPr/>
          <p:nvPr/>
        </p:nvSpPr>
        <p:spPr>
          <a:xfrm>
            <a:off x="8326190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B3177DFB-31E4-3EB0-350D-5C3054A2D325}"/>
              </a:ext>
            </a:extLst>
          </p:cNvPr>
          <p:cNvSpPr/>
          <p:nvPr/>
        </p:nvSpPr>
        <p:spPr>
          <a:xfrm>
            <a:off x="8658322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052E1E08-937C-B535-C788-105AD614FC31}"/>
              </a:ext>
            </a:extLst>
          </p:cNvPr>
          <p:cNvSpPr/>
          <p:nvPr/>
        </p:nvSpPr>
        <p:spPr>
          <a:xfrm>
            <a:off x="898931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19" name="Oval 718">
            <a:extLst>
              <a:ext uri="{FF2B5EF4-FFF2-40B4-BE49-F238E27FC236}">
                <a16:creationId xmlns:a16="http://schemas.microsoft.com/office/drawing/2014/main" id="{7A1D8124-186E-BD01-5CD2-C82E0D814108}"/>
              </a:ext>
            </a:extLst>
          </p:cNvPr>
          <p:cNvSpPr/>
          <p:nvPr/>
        </p:nvSpPr>
        <p:spPr>
          <a:xfrm>
            <a:off x="6959231" y="98281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8CA83A37-B449-1E19-55A0-60606695ED3D}"/>
              </a:ext>
            </a:extLst>
          </p:cNvPr>
          <p:cNvSpPr/>
          <p:nvPr/>
        </p:nvSpPr>
        <p:spPr>
          <a:xfrm>
            <a:off x="627819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2" name="Oval 951">
            <a:extLst>
              <a:ext uri="{FF2B5EF4-FFF2-40B4-BE49-F238E27FC236}">
                <a16:creationId xmlns:a16="http://schemas.microsoft.com/office/drawing/2014/main" id="{32BE30A9-8920-2E2B-D27B-8AA62B7735AD}"/>
              </a:ext>
            </a:extLst>
          </p:cNvPr>
          <p:cNvSpPr/>
          <p:nvPr/>
        </p:nvSpPr>
        <p:spPr>
          <a:xfrm>
            <a:off x="644964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1" name="Rectangle: Rounded Corners 710">
            <a:extLst>
              <a:ext uri="{FF2B5EF4-FFF2-40B4-BE49-F238E27FC236}">
                <a16:creationId xmlns:a16="http://schemas.microsoft.com/office/drawing/2014/main" id="{EBE16CDA-A8DD-71DC-AB89-6F7BCEA6BAFA}"/>
              </a:ext>
            </a:extLst>
          </p:cNvPr>
          <p:cNvSpPr/>
          <p:nvPr/>
        </p:nvSpPr>
        <p:spPr>
          <a:xfrm>
            <a:off x="6655707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/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5" name="Oval 714">
            <a:extLst>
              <a:ext uri="{FF2B5EF4-FFF2-40B4-BE49-F238E27FC236}">
                <a16:creationId xmlns:a16="http://schemas.microsoft.com/office/drawing/2014/main" id="{BE8058F1-C4F1-4FE7-49E8-6E1931E388A9}"/>
              </a:ext>
            </a:extLst>
          </p:cNvPr>
          <p:cNvSpPr/>
          <p:nvPr/>
        </p:nvSpPr>
        <p:spPr>
          <a:xfrm>
            <a:off x="8817645" y="13338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2" name="TextBox 771">
            <a:extLst>
              <a:ext uri="{FF2B5EF4-FFF2-40B4-BE49-F238E27FC236}">
                <a16:creationId xmlns:a16="http://schemas.microsoft.com/office/drawing/2014/main" id="{928974AC-D53E-A1C0-3E39-2883FAC1C877}"/>
              </a:ext>
            </a:extLst>
          </p:cNvPr>
          <p:cNvSpPr txBox="1"/>
          <p:nvPr/>
        </p:nvSpPr>
        <p:spPr>
          <a:xfrm>
            <a:off x="6036310" y="155132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</a:t>
            </a: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BB953D4A-FBDC-01CD-0581-C94D7C0175E1}"/>
              </a:ext>
            </a:extLst>
          </p:cNvPr>
          <p:cNvSpPr/>
          <p:nvPr/>
        </p:nvSpPr>
        <p:spPr>
          <a:xfrm>
            <a:off x="666972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E8CF6D30-1735-B2FF-AB28-F36A9A986BEA}"/>
              </a:ext>
            </a:extLst>
          </p:cNvPr>
          <p:cNvSpPr/>
          <p:nvPr/>
        </p:nvSpPr>
        <p:spPr>
          <a:xfrm>
            <a:off x="7000715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A93AA3D6-0B2E-D130-37D3-E37DF171D67E}"/>
              </a:ext>
            </a:extLst>
          </p:cNvPr>
          <p:cNvSpPr/>
          <p:nvPr/>
        </p:nvSpPr>
        <p:spPr>
          <a:xfrm>
            <a:off x="7332848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0" name="Rectangle 779">
            <a:extLst>
              <a:ext uri="{FF2B5EF4-FFF2-40B4-BE49-F238E27FC236}">
                <a16:creationId xmlns:a16="http://schemas.microsoft.com/office/drawing/2014/main" id="{18BB0725-0CD0-7161-5789-21744835F6C6}"/>
              </a:ext>
            </a:extLst>
          </p:cNvPr>
          <p:cNvSpPr/>
          <p:nvPr/>
        </p:nvSpPr>
        <p:spPr>
          <a:xfrm>
            <a:off x="766383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2E77A8AD-BFC3-F889-D4FA-B3CC15391244}"/>
              </a:ext>
            </a:extLst>
          </p:cNvPr>
          <p:cNvSpPr/>
          <p:nvPr/>
        </p:nvSpPr>
        <p:spPr>
          <a:xfrm>
            <a:off x="799520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FE313957-69BD-5FE1-4867-E3DD3A640EC8}"/>
              </a:ext>
            </a:extLst>
          </p:cNvPr>
          <p:cNvSpPr/>
          <p:nvPr/>
        </p:nvSpPr>
        <p:spPr>
          <a:xfrm>
            <a:off x="8326190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5965ACCC-A0AA-097D-5FED-F8519650E007}"/>
              </a:ext>
            </a:extLst>
          </p:cNvPr>
          <p:cNvSpPr/>
          <p:nvPr/>
        </p:nvSpPr>
        <p:spPr>
          <a:xfrm>
            <a:off x="8658322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0FD524F0-B9E2-F3B0-DB79-D07D01CCE69E}"/>
              </a:ext>
            </a:extLst>
          </p:cNvPr>
          <p:cNvSpPr/>
          <p:nvPr/>
        </p:nvSpPr>
        <p:spPr>
          <a:xfrm>
            <a:off x="898931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74" name="Oval 773">
            <a:extLst>
              <a:ext uri="{FF2B5EF4-FFF2-40B4-BE49-F238E27FC236}">
                <a16:creationId xmlns:a16="http://schemas.microsoft.com/office/drawing/2014/main" id="{D23BA631-0DC4-AE89-1791-74330EC7AFCA}"/>
              </a:ext>
            </a:extLst>
          </p:cNvPr>
          <p:cNvSpPr/>
          <p:nvPr/>
        </p:nvSpPr>
        <p:spPr>
          <a:xfrm>
            <a:off x="6959231" y="2517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76" name="Oval 775">
            <a:extLst>
              <a:ext uri="{FF2B5EF4-FFF2-40B4-BE49-F238E27FC236}">
                <a16:creationId xmlns:a16="http://schemas.microsoft.com/office/drawing/2014/main" id="{95346F91-3919-0BD1-C356-D4504B0005B4}"/>
              </a:ext>
            </a:extLst>
          </p:cNvPr>
          <p:cNvSpPr/>
          <p:nvPr/>
        </p:nvSpPr>
        <p:spPr>
          <a:xfrm>
            <a:off x="6268670" y="1463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86" name="TextBox 785">
            <a:extLst>
              <a:ext uri="{FF2B5EF4-FFF2-40B4-BE49-F238E27FC236}">
                <a16:creationId xmlns:a16="http://schemas.microsoft.com/office/drawing/2014/main" id="{F7724752-CA21-54CE-C49A-A45BCA1FDC89}"/>
              </a:ext>
            </a:extLst>
          </p:cNvPr>
          <p:cNvSpPr txBox="1"/>
          <p:nvPr/>
        </p:nvSpPr>
        <p:spPr>
          <a:xfrm>
            <a:off x="6036310" y="51946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</a:t>
            </a: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542CEE91-37A3-9290-13AF-DD37DA4C6BF0}"/>
              </a:ext>
            </a:extLst>
          </p:cNvPr>
          <p:cNvSpPr/>
          <p:nvPr/>
        </p:nvSpPr>
        <p:spPr>
          <a:xfrm>
            <a:off x="666972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F9B79DCF-BF25-FAD8-93EE-016FE6AB7376}"/>
              </a:ext>
            </a:extLst>
          </p:cNvPr>
          <p:cNvSpPr/>
          <p:nvPr/>
        </p:nvSpPr>
        <p:spPr>
          <a:xfrm>
            <a:off x="7000715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DDB4E256-EDE9-CFD4-7217-DE0FD4BD3E0A}"/>
              </a:ext>
            </a:extLst>
          </p:cNvPr>
          <p:cNvSpPr/>
          <p:nvPr/>
        </p:nvSpPr>
        <p:spPr>
          <a:xfrm>
            <a:off x="7332848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411FC53E-CE82-A45B-C326-D7BC50FE9ECC}"/>
              </a:ext>
            </a:extLst>
          </p:cNvPr>
          <p:cNvSpPr/>
          <p:nvPr/>
        </p:nvSpPr>
        <p:spPr>
          <a:xfrm>
            <a:off x="766383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83BABAB4-1EB8-9802-028D-16C75172DA5B}"/>
              </a:ext>
            </a:extLst>
          </p:cNvPr>
          <p:cNvSpPr/>
          <p:nvPr/>
        </p:nvSpPr>
        <p:spPr>
          <a:xfrm>
            <a:off x="799520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90763239-5E1D-8858-90C6-B67EC5E817F9}"/>
              </a:ext>
            </a:extLst>
          </p:cNvPr>
          <p:cNvSpPr/>
          <p:nvPr/>
        </p:nvSpPr>
        <p:spPr>
          <a:xfrm>
            <a:off x="8326190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DDBE5655-D30A-7477-F65C-ABFE43734619}"/>
              </a:ext>
            </a:extLst>
          </p:cNvPr>
          <p:cNvSpPr/>
          <p:nvPr/>
        </p:nvSpPr>
        <p:spPr>
          <a:xfrm>
            <a:off x="8658322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3553E47B-3932-02A9-EF7F-C930A4A3C29B}"/>
              </a:ext>
            </a:extLst>
          </p:cNvPr>
          <p:cNvSpPr/>
          <p:nvPr/>
        </p:nvSpPr>
        <p:spPr>
          <a:xfrm>
            <a:off x="898931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8" name="Oval 787">
            <a:extLst>
              <a:ext uri="{FF2B5EF4-FFF2-40B4-BE49-F238E27FC236}">
                <a16:creationId xmlns:a16="http://schemas.microsoft.com/office/drawing/2014/main" id="{7ACE2C41-50D9-FAFB-C58C-C8E5F0454ED3}"/>
              </a:ext>
            </a:extLst>
          </p:cNvPr>
          <p:cNvSpPr/>
          <p:nvPr/>
        </p:nvSpPr>
        <p:spPr>
          <a:xfrm>
            <a:off x="6959231" y="61610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89" name="Oval 788">
            <a:extLst>
              <a:ext uri="{FF2B5EF4-FFF2-40B4-BE49-F238E27FC236}">
                <a16:creationId xmlns:a16="http://schemas.microsoft.com/office/drawing/2014/main" id="{BBDB5E75-973F-50CC-D0AA-F0598F62670C}"/>
              </a:ext>
            </a:extLst>
          </p:cNvPr>
          <p:cNvSpPr/>
          <p:nvPr/>
        </p:nvSpPr>
        <p:spPr>
          <a:xfrm>
            <a:off x="6363920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3" name="Oval 952">
            <a:extLst>
              <a:ext uri="{FF2B5EF4-FFF2-40B4-BE49-F238E27FC236}">
                <a16:creationId xmlns:a16="http://schemas.microsoft.com/office/drawing/2014/main" id="{29D08EC1-F18F-ACB9-1896-ABB18690C2BB}"/>
              </a:ext>
            </a:extLst>
          </p:cNvPr>
          <p:cNvSpPr/>
          <p:nvPr/>
        </p:nvSpPr>
        <p:spPr>
          <a:xfrm>
            <a:off x="6278195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1" name="Rectangle: Rounded Corners 800">
            <a:extLst>
              <a:ext uri="{FF2B5EF4-FFF2-40B4-BE49-F238E27FC236}">
                <a16:creationId xmlns:a16="http://schemas.microsoft.com/office/drawing/2014/main" id="{A595BA5A-7B46-31D1-0130-8D2F8321DF71}"/>
              </a:ext>
            </a:extLst>
          </p:cNvPr>
          <p:cNvSpPr/>
          <p:nvPr/>
        </p:nvSpPr>
        <p:spPr>
          <a:xfrm>
            <a:off x="7579632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0.565</a:t>
            </a:r>
          </a:p>
        </p:txBody>
      </p:sp>
      <p:sp>
        <p:nvSpPr>
          <p:cNvPr id="802" name="Rectangle: Rounded Corners 801">
            <a:extLst>
              <a:ext uri="{FF2B5EF4-FFF2-40B4-BE49-F238E27FC236}">
                <a16:creationId xmlns:a16="http://schemas.microsoft.com/office/drawing/2014/main" id="{E9AF8A4F-70B5-F2BE-2F20-8B185343C1EE}"/>
              </a:ext>
            </a:extLst>
          </p:cNvPr>
          <p:cNvSpPr/>
          <p:nvPr/>
        </p:nvSpPr>
        <p:spPr>
          <a:xfrm>
            <a:off x="8502498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/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2" name="TextBox 841">
            <a:extLst>
              <a:ext uri="{FF2B5EF4-FFF2-40B4-BE49-F238E27FC236}">
                <a16:creationId xmlns:a16="http://schemas.microsoft.com/office/drawing/2014/main" id="{058B05B0-39AE-B4EC-661B-B7E7B0CFA5CB}"/>
              </a:ext>
            </a:extLst>
          </p:cNvPr>
          <p:cNvSpPr txBox="1"/>
          <p:nvPr/>
        </p:nvSpPr>
        <p:spPr>
          <a:xfrm>
            <a:off x="5254913" y="261522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7EF374E8-CF9A-AE62-76EA-F43EC6EF29E8}"/>
              </a:ext>
            </a:extLst>
          </p:cNvPr>
          <p:cNvSpPr/>
          <p:nvPr/>
        </p:nvSpPr>
        <p:spPr>
          <a:xfrm>
            <a:off x="588833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F86C7802-3B68-A8EF-E410-8C19224F6985}"/>
              </a:ext>
            </a:extLst>
          </p:cNvPr>
          <p:cNvSpPr/>
          <p:nvPr/>
        </p:nvSpPr>
        <p:spPr>
          <a:xfrm>
            <a:off x="6219318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7E81A773-DA49-582C-F225-29ACD9516307}"/>
              </a:ext>
            </a:extLst>
          </p:cNvPr>
          <p:cNvSpPr/>
          <p:nvPr/>
        </p:nvSpPr>
        <p:spPr>
          <a:xfrm>
            <a:off x="6551451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8CE325EC-83B2-0D3D-A0B1-A86DFC8806B9}"/>
              </a:ext>
            </a:extLst>
          </p:cNvPr>
          <p:cNvSpPr/>
          <p:nvPr/>
        </p:nvSpPr>
        <p:spPr>
          <a:xfrm>
            <a:off x="688244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742CD5A0-6D09-2F32-012E-984FBEA0B566}"/>
              </a:ext>
            </a:extLst>
          </p:cNvPr>
          <p:cNvSpPr/>
          <p:nvPr/>
        </p:nvSpPr>
        <p:spPr>
          <a:xfrm>
            <a:off x="721380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19582E52-2A19-B8F3-281F-EB80E4CC2CD4}"/>
              </a:ext>
            </a:extLst>
          </p:cNvPr>
          <p:cNvSpPr/>
          <p:nvPr/>
        </p:nvSpPr>
        <p:spPr>
          <a:xfrm>
            <a:off x="7544793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E0160987-8A23-C941-0C20-B6EE5EDDBF72}"/>
              </a:ext>
            </a:extLst>
          </p:cNvPr>
          <p:cNvSpPr/>
          <p:nvPr/>
        </p:nvSpPr>
        <p:spPr>
          <a:xfrm>
            <a:off x="7876925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AB7CCC4-AE86-70F8-59F2-4BCC772B0F1C}"/>
              </a:ext>
            </a:extLst>
          </p:cNvPr>
          <p:cNvSpPr/>
          <p:nvPr/>
        </p:nvSpPr>
        <p:spPr>
          <a:xfrm>
            <a:off x="820791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44" name="Oval 843">
            <a:extLst>
              <a:ext uri="{FF2B5EF4-FFF2-40B4-BE49-F238E27FC236}">
                <a16:creationId xmlns:a16="http://schemas.microsoft.com/office/drawing/2014/main" id="{619D077F-466D-A4B9-0E2E-A89A03E9CF78}"/>
              </a:ext>
            </a:extLst>
          </p:cNvPr>
          <p:cNvSpPr/>
          <p:nvPr/>
        </p:nvSpPr>
        <p:spPr>
          <a:xfrm>
            <a:off x="6177834" y="271185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45" name="Oval 844">
            <a:extLst>
              <a:ext uri="{FF2B5EF4-FFF2-40B4-BE49-F238E27FC236}">
                <a16:creationId xmlns:a16="http://schemas.microsoft.com/office/drawing/2014/main" id="{394DC69E-AA79-BCF7-96F3-AF0C42A4A8C4}"/>
              </a:ext>
            </a:extLst>
          </p:cNvPr>
          <p:cNvSpPr/>
          <p:nvPr/>
        </p:nvSpPr>
        <p:spPr>
          <a:xfrm>
            <a:off x="5668248" y="260644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7" name="Rectangle: Rounded Corners 806">
            <a:extLst>
              <a:ext uri="{FF2B5EF4-FFF2-40B4-BE49-F238E27FC236}">
                <a16:creationId xmlns:a16="http://schemas.microsoft.com/office/drawing/2014/main" id="{8D472BF1-2659-F07D-867D-6EAB70EA337B}"/>
              </a:ext>
            </a:extLst>
          </p:cNvPr>
          <p:cNvSpPr/>
          <p:nvPr/>
        </p:nvSpPr>
        <p:spPr>
          <a:xfrm>
            <a:off x="5874310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0.081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/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9" name="Oval 808">
            <a:extLst>
              <a:ext uri="{FF2B5EF4-FFF2-40B4-BE49-F238E27FC236}">
                <a16:creationId xmlns:a16="http://schemas.microsoft.com/office/drawing/2014/main" id="{6308B466-EB49-C723-9388-0D4375277BB5}"/>
              </a:ext>
            </a:extLst>
          </p:cNvPr>
          <p:cNvSpPr/>
          <p:nvPr/>
        </p:nvSpPr>
        <p:spPr>
          <a:xfrm>
            <a:off x="6321748" y="306761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0" name="Oval 809">
            <a:extLst>
              <a:ext uri="{FF2B5EF4-FFF2-40B4-BE49-F238E27FC236}">
                <a16:creationId xmlns:a16="http://schemas.microsoft.com/office/drawing/2014/main" id="{6D2E9CEE-F80B-46F0-F7BF-D71833B91B8E}"/>
              </a:ext>
            </a:extLst>
          </p:cNvPr>
          <p:cNvSpPr/>
          <p:nvPr/>
        </p:nvSpPr>
        <p:spPr>
          <a:xfrm>
            <a:off x="7244085" y="306761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9" name="TextBox 828">
            <a:extLst>
              <a:ext uri="{FF2B5EF4-FFF2-40B4-BE49-F238E27FC236}">
                <a16:creationId xmlns:a16="http://schemas.microsoft.com/office/drawing/2014/main" id="{D7411E0C-FBC6-7C39-26AD-D78E31CEF4C4}"/>
              </a:ext>
            </a:extLst>
          </p:cNvPr>
          <p:cNvSpPr txBox="1"/>
          <p:nvPr/>
        </p:nvSpPr>
        <p:spPr>
          <a:xfrm>
            <a:off x="5254913" y="188417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EFC45BF6-FB92-E0DB-E471-1C78ED4A17E9}"/>
              </a:ext>
            </a:extLst>
          </p:cNvPr>
          <p:cNvSpPr/>
          <p:nvPr/>
        </p:nvSpPr>
        <p:spPr>
          <a:xfrm>
            <a:off x="588833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A1B0512B-4243-1DEF-D36C-1C18125F83FE}"/>
              </a:ext>
            </a:extLst>
          </p:cNvPr>
          <p:cNvSpPr/>
          <p:nvPr/>
        </p:nvSpPr>
        <p:spPr>
          <a:xfrm>
            <a:off x="6219318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08D3D5FF-FAC0-6C85-9E01-83212CD050B2}"/>
              </a:ext>
            </a:extLst>
          </p:cNvPr>
          <p:cNvSpPr/>
          <p:nvPr/>
        </p:nvSpPr>
        <p:spPr>
          <a:xfrm>
            <a:off x="6551451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2ED91426-116B-231D-2141-37D0B7A6C9E6}"/>
              </a:ext>
            </a:extLst>
          </p:cNvPr>
          <p:cNvSpPr/>
          <p:nvPr/>
        </p:nvSpPr>
        <p:spPr>
          <a:xfrm>
            <a:off x="688244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8A39D210-189C-8B3B-5E31-25A25FD462C7}"/>
              </a:ext>
            </a:extLst>
          </p:cNvPr>
          <p:cNvSpPr/>
          <p:nvPr/>
        </p:nvSpPr>
        <p:spPr>
          <a:xfrm>
            <a:off x="721380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A639D860-637A-756C-9818-D85795446D75}"/>
              </a:ext>
            </a:extLst>
          </p:cNvPr>
          <p:cNvSpPr/>
          <p:nvPr/>
        </p:nvSpPr>
        <p:spPr>
          <a:xfrm>
            <a:off x="7544793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04B76A30-6A42-11C6-08D1-734E3C6B9452}"/>
              </a:ext>
            </a:extLst>
          </p:cNvPr>
          <p:cNvSpPr/>
          <p:nvPr/>
        </p:nvSpPr>
        <p:spPr>
          <a:xfrm>
            <a:off x="7876925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29E1E806-8D1D-8473-D156-08F61C9FDEB6}"/>
              </a:ext>
            </a:extLst>
          </p:cNvPr>
          <p:cNvSpPr/>
          <p:nvPr/>
        </p:nvSpPr>
        <p:spPr>
          <a:xfrm>
            <a:off x="820791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31" name="Oval 830">
            <a:extLst>
              <a:ext uri="{FF2B5EF4-FFF2-40B4-BE49-F238E27FC236}">
                <a16:creationId xmlns:a16="http://schemas.microsoft.com/office/drawing/2014/main" id="{77580DB1-13CC-DEB2-315C-4EB14384077E}"/>
              </a:ext>
            </a:extLst>
          </p:cNvPr>
          <p:cNvSpPr/>
          <p:nvPr/>
        </p:nvSpPr>
        <p:spPr>
          <a:xfrm>
            <a:off x="6177834" y="198081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32" name="Oval 831">
            <a:extLst>
              <a:ext uri="{FF2B5EF4-FFF2-40B4-BE49-F238E27FC236}">
                <a16:creationId xmlns:a16="http://schemas.microsoft.com/office/drawing/2014/main" id="{9B903DBA-1591-EE8D-1A4D-93D0B0E0872C}"/>
              </a:ext>
            </a:extLst>
          </p:cNvPr>
          <p:cNvSpPr/>
          <p:nvPr/>
        </p:nvSpPr>
        <p:spPr>
          <a:xfrm>
            <a:off x="5677772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3" name="Oval 832">
            <a:extLst>
              <a:ext uri="{FF2B5EF4-FFF2-40B4-BE49-F238E27FC236}">
                <a16:creationId xmlns:a16="http://schemas.microsoft.com/office/drawing/2014/main" id="{780D81EB-C666-2B2B-17BA-4CB362684DDE}"/>
              </a:ext>
            </a:extLst>
          </p:cNvPr>
          <p:cNvSpPr/>
          <p:nvPr/>
        </p:nvSpPr>
        <p:spPr>
          <a:xfrm>
            <a:off x="5487273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7" name="TextBox 816">
            <a:extLst>
              <a:ext uri="{FF2B5EF4-FFF2-40B4-BE49-F238E27FC236}">
                <a16:creationId xmlns:a16="http://schemas.microsoft.com/office/drawing/2014/main" id="{C737F129-1C1D-5E84-C60D-AC364AB85068}"/>
              </a:ext>
            </a:extLst>
          </p:cNvPr>
          <p:cNvSpPr txBox="1"/>
          <p:nvPr/>
        </p:nvSpPr>
        <p:spPr>
          <a:xfrm>
            <a:off x="5254913" y="224850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C76D1B95-3F3C-3EB6-BA12-852BFC316625}"/>
              </a:ext>
            </a:extLst>
          </p:cNvPr>
          <p:cNvSpPr/>
          <p:nvPr/>
        </p:nvSpPr>
        <p:spPr>
          <a:xfrm>
            <a:off x="588833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6D26D4D5-7210-35CD-0100-50BEDE4D1C34}"/>
              </a:ext>
            </a:extLst>
          </p:cNvPr>
          <p:cNvSpPr/>
          <p:nvPr/>
        </p:nvSpPr>
        <p:spPr>
          <a:xfrm>
            <a:off x="6219318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E9826667-275E-630B-7746-F5DCE4DFF606}"/>
              </a:ext>
            </a:extLst>
          </p:cNvPr>
          <p:cNvSpPr/>
          <p:nvPr/>
        </p:nvSpPr>
        <p:spPr>
          <a:xfrm>
            <a:off x="6551451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1BD7DC18-82CC-AA74-A087-628F6443B497}"/>
              </a:ext>
            </a:extLst>
          </p:cNvPr>
          <p:cNvSpPr/>
          <p:nvPr/>
        </p:nvSpPr>
        <p:spPr>
          <a:xfrm>
            <a:off x="688244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BD6514A9-5C7D-4CF6-6C58-4FC9006E6946}"/>
              </a:ext>
            </a:extLst>
          </p:cNvPr>
          <p:cNvSpPr/>
          <p:nvPr/>
        </p:nvSpPr>
        <p:spPr>
          <a:xfrm>
            <a:off x="721380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F68A5B17-4296-3E49-5D28-10027335C725}"/>
              </a:ext>
            </a:extLst>
          </p:cNvPr>
          <p:cNvSpPr/>
          <p:nvPr/>
        </p:nvSpPr>
        <p:spPr>
          <a:xfrm>
            <a:off x="7544793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F425FC8D-ABED-FCDF-BBB3-EE74C88846F0}"/>
              </a:ext>
            </a:extLst>
          </p:cNvPr>
          <p:cNvSpPr/>
          <p:nvPr/>
        </p:nvSpPr>
        <p:spPr>
          <a:xfrm>
            <a:off x="7876925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7BC58D4B-3C7A-D5B7-2BCB-5CCBBA9C6F47}"/>
              </a:ext>
            </a:extLst>
          </p:cNvPr>
          <p:cNvSpPr/>
          <p:nvPr/>
        </p:nvSpPr>
        <p:spPr>
          <a:xfrm>
            <a:off x="820791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19" name="Oval 818">
            <a:extLst>
              <a:ext uri="{FF2B5EF4-FFF2-40B4-BE49-F238E27FC236}">
                <a16:creationId xmlns:a16="http://schemas.microsoft.com/office/drawing/2014/main" id="{48E991DB-765C-95DA-D347-F2EC4BDB206E}"/>
              </a:ext>
            </a:extLst>
          </p:cNvPr>
          <p:cNvSpPr/>
          <p:nvPr/>
        </p:nvSpPr>
        <p:spPr>
          <a:xfrm>
            <a:off x="6177834" y="234514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20" name="Oval 819">
            <a:extLst>
              <a:ext uri="{FF2B5EF4-FFF2-40B4-BE49-F238E27FC236}">
                <a16:creationId xmlns:a16="http://schemas.microsoft.com/office/drawing/2014/main" id="{EE9A26DE-207A-4B4F-0BFE-D99388596576}"/>
              </a:ext>
            </a:extLst>
          </p:cNvPr>
          <p:cNvSpPr/>
          <p:nvPr/>
        </p:nvSpPr>
        <p:spPr>
          <a:xfrm>
            <a:off x="5582523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3" name="Oval 1152">
            <a:extLst>
              <a:ext uri="{FF2B5EF4-FFF2-40B4-BE49-F238E27FC236}">
                <a16:creationId xmlns:a16="http://schemas.microsoft.com/office/drawing/2014/main" id="{9BDDF08B-A715-C81C-3E4A-7BF9D0157E17}"/>
              </a:ext>
            </a:extLst>
          </p:cNvPr>
          <p:cNvSpPr/>
          <p:nvPr/>
        </p:nvSpPr>
        <p:spPr>
          <a:xfrm>
            <a:off x="5670629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4" name="Rectangle: Rounded Corners 813">
            <a:extLst>
              <a:ext uri="{FF2B5EF4-FFF2-40B4-BE49-F238E27FC236}">
                <a16:creationId xmlns:a16="http://schemas.microsoft.com/office/drawing/2014/main" id="{1A700CB6-433A-C076-C044-262F97E4B0AD}"/>
              </a:ext>
            </a:extLst>
          </p:cNvPr>
          <p:cNvSpPr/>
          <p:nvPr/>
        </p:nvSpPr>
        <p:spPr>
          <a:xfrm>
            <a:off x="6798235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0.081</a:t>
            </a:r>
          </a:p>
        </p:txBody>
      </p:sp>
      <p:sp>
        <p:nvSpPr>
          <p:cNvPr id="815" name="Rectangle: Rounded Corners 814">
            <a:extLst>
              <a:ext uri="{FF2B5EF4-FFF2-40B4-BE49-F238E27FC236}">
                <a16:creationId xmlns:a16="http://schemas.microsoft.com/office/drawing/2014/main" id="{D93E3938-BA83-FE60-B2EA-F4D4D82C5938}"/>
              </a:ext>
            </a:extLst>
          </p:cNvPr>
          <p:cNvSpPr/>
          <p:nvPr/>
        </p:nvSpPr>
        <p:spPr>
          <a:xfrm>
            <a:off x="7721101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0.081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/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4" name="Oval 1153">
            <a:extLst>
              <a:ext uri="{FF2B5EF4-FFF2-40B4-BE49-F238E27FC236}">
                <a16:creationId xmlns:a16="http://schemas.microsoft.com/office/drawing/2014/main" id="{C21326E9-3BBF-2681-6A1A-3610EDA5A494}"/>
              </a:ext>
            </a:extLst>
          </p:cNvPr>
          <p:cNvSpPr/>
          <p:nvPr/>
        </p:nvSpPr>
        <p:spPr>
          <a:xfrm>
            <a:off x="8160073" y="306761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5" name="Oval 1154">
            <a:extLst>
              <a:ext uri="{FF2B5EF4-FFF2-40B4-BE49-F238E27FC236}">
                <a16:creationId xmlns:a16="http://schemas.microsoft.com/office/drawing/2014/main" id="{1DE95FCF-164C-E709-F20E-BD01D60ECF8F}"/>
              </a:ext>
            </a:extLst>
          </p:cNvPr>
          <p:cNvSpPr/>
          <p:nvPr/>
        </p:nvSpPr>
        <p:spPr>
          <a:xfrm>
            <a:off x="8074348" y="306761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4" name="Oval 953">
            <a:extLst>
              <a:ext uri="{FF2B5EF4-FFF2-40B4-BE49-F238E27FC236}">
                <a16:creationId xmlns:a16="http://schemas.microsoft.com/office/drawing/2014/main" id="{657E3C09-6862-C0FF-01FF-64B649B623DF}"/>
              </a:ext>
            </a:extLst>
          </p:cNvPr>
          <p:cNvSpPr/>
          <p:nvPr/>
        </p:nvSpPr>
        <p:spPr>
          <a:xfrm>
            <a:off x="8912895" y="13338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5" name="Oval 954">
            <a:extLst>
              <a:ext uri="{FF2B5EF4-FFF2-40B4-BE49-F238E27FC236}">
                <a16:creationId xmlns:a16="http://schemas.microsoft.com/office/drawing/2014/main" id="{94683943-79B9-B749-2841-ECA95E0DE05E}"/>
              </a:ext>
            </a:extLst>
          </p:cNvPr>
          <p:cNvSpPr/>
          <p:nvPr/>
        </p:nvSpPr>
        <p:spPr>
          <a:xfrm>
            <a:off x="7017420" y="13338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EE528971-64F7-0F5D-F9C1-2578D7041833}"/>
              </a:ext>
            </a:extLst>
          </p:cNvPr>
          <p:cNvSpPr/>
          <p:nvPr/>
        </p:nvSpPr>
        <p:spPr>
          <a:xfrm>
            <a:off x="8031832" y="133857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7" name="Oval 956">
            <a:extLst>
              <a:ext uri="{FF2B5EF4-FFF2-40B4-BE49-F238E27FC236}">
                <a16:creationId xmlns:a16="http://schemas.microsoft.com/office/drawing/2014/main" id="{5E2FD526-398C-4B7E-0E9F-C4D2D6F69FCC}"/>
              </a:ext>
            </a:extLst>
          </p:cNvPr>
          <p:cNvSpPr/>
          <p:nvPr/>
        </p:nvSpPr>
        <p:spPr>
          <a:xfrm>
            <a:off x="7848476" y="133857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B20198AC-CC5E-6950-93AF-0DF51688A526}"/>
              </a:ext>
            </a:extLst>
          </p:cNvPr>
          <p:cNvSpPr txBox="1"/>
          <p:nvPr/>
        </p:nvSpPr>
        <p:spPr>
          <a:xfrm>
            <a:off x="6036310" y="434011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</a:t>
            </a:r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7D515F1A-B358-E66C-39E6-378FF1757E51}"/>
              </a:ext>
            </a:extLst>
          </p:cNvPr>
          <p:cNvSpPr/>
          <p:nvPr/>
        </p:nvSpPr>
        <p:spPr>
          <a:xfrm>
            <a:off x="666972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3A7DF625-B76D-B372-50A1-E31990B63F71}"/>
              </a:ext>
            </a:extLst>
          </p:cNvPr>
          <p:cNvSpPr/>
          <p:nvPr/>
        </p:nvSpPr>
        <p:spPr>
          <a:xfrm>
            <a:off x="7000715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B0FCEF06-3A11-D614-D55E-352E4059DF7F}"/>
              </a:ext>
            </a:extLst>
          </p:cNvPr>
          <p:cNvSpPr/>
          <p:nvPr/>
        </p:nvSpPr>
        <p:spPr>
          <a:xfrm>
            <a:off x="7332848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DBF00822-AF29-C8A7-AE68-F074EF0327C7}"/>
              </a:ext>
            </a:extLst>
          </p:cNvPr>
          <p:cNvSpPr/>
          <p:nvPr/>
        </p:nvSpPr>
        <p:spPr>
          <a:xfrm>
            <a:off x="766383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A213080-1630-F436-D06B-2DAAE552456E}"/>
              </a:ext>
            </a:extLst>
          </p:cNvPr>
          <p:cNvSpPr/>
          <p:nvPr/>
        </p:nvSpPr>
        <p:spPr>
          <a:xfrm>
            <a:off x="799520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CF8D0FD8-0885-6F73-5462-43E3C4B14066}"/>
              </a:ext>
            </a:extLst>
          </p:cNvPr>
          <p:cNvSpPr/>
          <p:nvPr/>
        </p:nvSpPr>
        <p:spPr>
          <a:xfrm>
            <a:off x="8326190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79AA4EEF-F7ED-35B7-5A4F-E478C6474187}"/>
              </a:ext>
            </a:extLst>
          </p:cNvPr>
          <p:cNvSpPr/>
          <p:nvPr/>
        </p:nvSpPr>
        <p:spPr>
          <a:xfrm>
            <a:off x="8658322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73107A98-FE00-05D7-67E7-D247AE8722EB}"/>
              </a:ext>
            </a:extLst>
          </p:cNvPr>
          <p:cNvSpPr/>
          <p:nvPr/>
        </p:nvSpPr>
        <p:spPr>
          <a:xfrm>
            <a:off x="898931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3D97929B-88A8-BFDD-DB1A-C4CE750BA243}"/>
              </a:ext>
            </a:extLst>
          </p:cNvPr>
          <p:cNvSpPr/>
          <p:nvPr/>
        </p:nvSpPr>
        <p:spPr>
          <a:xfrm>
            <a:off x="6959231" y="443675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BA1A90DF-CC34-3833-7D68-CCDA69BF6408}"/>
              </a:ext>
            </a:extLst>
          </p:cNvPr>
          <p:cNvSpPr/>
          <p:nvPr/>
        </p:nvSpPr>
        <p:spPr>
          <a:xfrm>
            <a:off x="6363920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7" name="Oval 1156">
            <a:extLst>
              <a:ext uri="{FF2B5EF4-FFF2-40B4-BE49-F238E27FC236}">
                <a16:creationId xmlns:a16="http://schemas.microsoft.com/office/drawing/2014/main" id="{6D8681DB-E667-C60C-C3B0-E0A58067ED47}"/>
              </a:ext>
            </a:extLst>
          </p:cNvPr>
          <p:cNvSpPr/>
          <p:nvPr/>
        </p:nvSpPr>
        <p:spPr>
          <a:xfrm>
            <a:off x="6266289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488E45D2-C2A8-6C38-9119-CA781BD60C38}"/>
              </a:ext>
            </a:extLst>
          </p:cNvPr>
          <p:cNvSpPr/>
          <p:nvPr/>
        </p:nvSpPr>
        <p:spPr>
          <a:xfrm>
            <a:off x="6655707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0.131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/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9" name="Oval 1058">
            <a:extLst>
              <a:ext uri="{FF2B5EF4-FFF2-40B4-BE49-F238E27FC236}">
                <a16:creationId xmlns:a16="http://schemas.microsoft.com/office/drawing/2014/main" id="{A9D09DED-8A69-4EE5-3314-5B6EF27E6331}"/>
              </a:ext>
            </a:extLst>
          </p:cNvPr>
          <p:cNvSpPr/>
          <p:nvPr/>
        </p:nvSpPr>
        <p:spPr>
          <a:xfrm>
            <a:off x="7103145" y="47925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FEC1918F-8506-0B7C-407D-CCEEA448368F}"/>
              </a:ext>
            </a:extLst>
          </p:cNvPr>
          <p:cNvSpPr txBox="1"/>
          <p:nvPr/>
        </p:nvSpPr>
        <p:spPr>
          <a:xfrm>
            <a:off x="6036310" y="360907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0.131</a:t>
            </a:r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25529C9E-4458-1625-F34A-99DBA6CA4ED1}"/>
              </a:ext>
            </a:extLst>
          </p:cNvPr>
          <p:cNvSpPr/>
          <p:nvPr/>
        </p:nvSpPr>
        <p:spPr>
          <a:xfrm>
            <a:off x="666972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104D5A61-8824-E775-135F-7D2E2F17C654}"/>
              </a:ext>
            </a:extLst>
          </p:cNvPr>
          <p:cNvSpPr/>
          <p:nvPr/>
        </p:nvSpPr>
        <p:spPr>
          <a:xfrm>
            <a:off x="7000715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497A85F3-6604-2823-2B78-FC38C982F903}"/>
              </a:ext>
            </a:extLst>
          </p:cNvPr>
          <p:cNvSpPr/>
          <p:nvPr/>
        </p:nvSpPr>
        <p:spPr>
          <a:xfrm>
            <a:off x="7332848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4F5FEB6E-72D1-DC80-E00F-3B28CED35718}"/>
              </a:ext>
            </a:extLst>
          </p:cNvPr>
          <p:cNvSpPr/>
          <p:nvPr/>
        </p:nvSpPr>
        <p:spPr>
          <a:xfrm>
            <a:off x="766383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1EDA3CCE-E14B-C122-338D-BD5F656CB10A}"/>
              </a:ext>
            </a:extLst>
          </p:cNvPr>
          <p:cNvSpPr/>
          <p:nvPr/>
        </p:nvSpPr>
        <p:spPr>
          <a:xfrm>
            <a:off x="799520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DAE1C31-6D37-4541-6EA2-0C9C1B000E6C}"/>
              </a:ext>
            </a:extLst>
          </p:cNvPr>
          <p:cNvSpPr/>
          <p:nvPr/>
        </p:nvSpPr>
        <p:spPr>
          <a:xfrm>
            <a:off x="8326190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CE99292F-B6EE-5AB6-FCB8-04598250AFDA}"/>
              </a:ext>
            </a:extLst>
          </p:cNvPr>
          <p:cNvSpPr/>
          <p:nvPr/>
        </p:nvSpPr>
        <p:spPr>
          <a:xfrm>
            <a:off x="8658322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2CB53CE5-6D31-8922-F83D-147C01BA2309}"/>
              </a:ext>
            </a:extLst>
          </p:cNvPr>
          <p:cNvSpPr/>
          <p:nvPr/>
        </p:nvSpPr>
        <p:spPr>
          <a:xfrm>
            <a:off x="898931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D9DC528C-6949-77F3-4F57-5A85EAB09AC6}"/>
              </a:ext>
            </a:extLst>
          </p:cNvPr>
          <p:cNvSpPr/>
          <p:nvPr/>
        </p:nvSpPr>
        <p:spPr>
          <a:xfrm>
            <a:off x="6959231" y="370570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E2D103AB-C188-DC99-4E1A-F7DAC1CD4ABB}"/>
              </a:ext>
            </a:extLst>
          </p:cNvPr>
          <p:cNvSpPr/>
          <p:nvPr/>
        </p:nvSpPr>
        <p:spPr>
          <a:xfrm>
            <a:off x="6459169" y="360029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0FBF79FE-6172-C0FD-40E5-12254F896E13}"/>
              </a:ext>
            </a:extLst>
          </p:cNvPr>
          <p:cNvSpPr txBox="1"/>
          <p:nvPr/>
        </p:nvSpPr>
        <p:spPr>
          <a:xfrm>
            <a:off x="6036310" y="397340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0.131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72780612-D856-B3C7-5C8A-5480CAE71C28}"/>
              </a:ext>
            </a:extLst>
          </p:cNvPr>
          <p:cNvSpPr/>
          <p:nvPr/>
        </p:nvSpPr>
        <p:spPr>
          <a:xfrm>
            <a:off x="666972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5BC193B1-F7DB-C4EF-19D1-71F10B435405}"/>
              </a:ext>
            </a:extLst>
          </p:cNvPr>
          <p:cNvSpPr/>
          <p:nvPr/>
        </p:nvSpPr>
        <p:spPr>
          <a:xfrm>
            <a:off x="7000715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CF5D06B9-8C26-957E-5C20-BD65EF3DD390}"/>
              </a:ext>
            </a:extLst>
          </p:cNvPr>
          <p:cNvSpPr/>
          <p:nvPr/>
        </p:nvSpPr>
        <p:spPr>
          <a:xfrm>
            <a:off x="7332848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4FDB77EF-D103-3198-9387-D3175078355B}"/>
              </a:ext>
            </a:extLst>
          </p:cNvPr>
          <p:cNvSpPr/>
          <p:nvPr/>
        </p:nvSpPr>
        <p:spPr>
          <a:xfrm>
            <a:off x="766383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97C97081-D165-DC30-F92B-A49776610A31}"/>
              </a:ext>
            </a:extLst>
          </p:cNvPr>
          <p:cNvSpPr/>
          <p:nvPr/>
        </p:nvSpPr>
        <p:spPr>
          <a:xfrm>
            <a:off x="799520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DFE73219-7A90-4874-9B94-7DD0CF6E57FB}"/>
              </a:ext>
            </a:extLst>
          </p:cNvPr>
          <p:cNvSpPr/>
          <p:nvPr/>
        </p:nvSpPr>
        <p:spPr>
          <a:xfrm>
            <a:off x="8326190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AA1C8216-B653-4333-E859-F971B97BF473}"/>
              </a:ext>
            </a:extLst>
          </p:cNvPr>
          <p:cNvSpPr/>
          <p:nvPr/>
        </p:nvSpPr>
        <p:spPr>
          <a:xfrm>
            <a:off x="8658322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8F04FCE-020F-6BC4-E88D-4A6A5674E7E4}"/>
              </a:ext>
            </a:extLst>
          </p:cNvPr>
          <p:cNvSpPr/>
          <p:nvPr/>
        </p:nvSpPr>
        <p:spPr>
          <a:xfrm>
            <a:off x="898931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2F2028A4-F7B8-0D03-1D59-C8417A4BFF6B}"/>
              </a:ext>
            </a:extLst>
          </p:cNvPr>
          <p:cNvSpPr/>
          <p:nvPr/>
        </p:nvSpPr>
        <p:spPr>
          <a:xfrm>
            <a:off x="6959231" y="407003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70" name="Oval 1069">
            <a:extLst>
              <a:ext uri="{FF2B5EF4-FFF2-40B4-BE49-F238E27FC236}">
                <a16:creationId xmlns:a16="http://schemas.microsoft.com/office/drawing/2014/main" id="{263472B0-31AB-6F1E-52AF-780BD3F5463D}"/>
              </a:ext>
            </a:extLst>
          </p:cNvPr>
          <p:cNvSpPr/>
          <p:nvPr/>
        </p:nvSpPr>
        <p:spPr>
          <a:xfrm>
            <a:off x="6280576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6" name="Oval 1155">
            <a:extLst>
              <a:ext uri="{FF2B5EF4-FFF2-40B4-BE49-F238E27FC236}">
                <a16:creationId xmlns:a16="http://schemas.microsoft.com/office/drawing/2014/main" id="{12CA8BA3-10FF-DEDD-05C7-84FE5FBE60A2}"/>
              </a:ext>
            </a:extLst>
          </p:cNvPr>
          <p:cNvSpPr/>
          <p:nvPr/>
        </p:nvSpPr>
        <p:spPr>
          <a:xfrm>
            <a:off x="6447263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4" name="Rectangle: Rounded Corners 1063">
            <a:extLst>
              <a:ext uri="{FF2B5EF4-FFF2-40B4-BE49-F238E27FC236}">
                <a16:creationId xmlns:a16="http://schemas.microsoft.com/office/drawing/2014/main" id="{5A23F4C8-8482-5CF8-9954-70EBDEB6F299}"/>
              </a:ext>
            </a:extLst>
          </p:cNvPr>
          <p:cNvSpPr/>
          <p:nvPr/>
        </p:nvSpPr>
        <p:spPr>
          <a:xfrm>
            <a:off x="7579632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0.131</a:t>
            </a:r>
          </a:p>
        </p:txBody>
      </p:sp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BC35A627-F60F-2F1D-5451-CF012FEDD1E4}"/>
              </a:ext>
            </a:extLst>
          </p:cNvPr>
          <p:cNvSpPr/>
          <p:nvPr/>
        </p:nvSpPr>
        <p:spPr>
          <a:xfrm>
            <a:off x="8502498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/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8" name="Oval 1157">
            <a:extLst>
              <a:ext uri="{FF2B5EF4-FFF2-40B4-BE49-F238E27FC236}">
                <a16:creationId xmlns:a16="http://schemas.microsoft.com/office/drawing/2014/main" id="{DDE65539-74BC-5982-6927-5FDF47362B0A}"/>
              </a:ext>
            </a:extLst>
          </p:cNvPr>
          <p:cNvSpPr/>
          <p:nvPr/>
        </p:nvSpPr>
        <p:spPr>
          <a:xfrm>
            <a:off x="8903370" y="47925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9" name="Oval 1158">
            <a:extLst>
              <a:ext uri="{FF2B5EF4-FFF2-40B4-BE49-F238E27FC236}">
                <a16:creationId xmlns:a16="http://schemas.microsoft.com/office/drawing/2014/main" id="{5A4E54C9-14E5-EEA0-9D6A-833AD9C68827}"/>
              </a:ext>
            </a:extLst>
          </p:cNvPr>
          <p:cNvSpPr/>
          <p:nvPr/>
        </p:nvSpPr>
        <p:spPr>
          <a:xfrm>
            <a:off x="8812883" y="47925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9653D118-1A33-A0E8-160B-FFE1C38C6418}"/>
              </a:ext>
            </a:extLst>
          </p:cNvPr>
          <p:cNvSpPr txBox="1"/>
          <p:nvPr/>
        </p:nvSpPr>
        <p:spPr>
          <a:xfrm>
            <a:off x="6360506" y="6065003"/>
            <a:ext cx="686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9.7987</a:t>
            </a:r>
          </a:p>
        </p:txBody>
      </p:sp>
      <p:sp>
        <p:nvSpPr>
          <p:cNvPr id="1145" name="Rectangle 1144">
            <a:extLst>
              <a:ext uri="{FF2B5EF4-FFF2-40B4-BE49-F238E27FC236}">
                <a16:creationId xmlns:a16="http://schemas.microsoft.com/office/drawing/2014/main" id="{4F8DF167-8FFF-D7AE-6C02-BEA7AD0C51E1}"/>
              </a:ext>
            </a:extLst>
          </p:cNvPr>
          <p:cNvSpPr/>
          <p:nvPr/>
        </p:nvSpPr>
        <p:spPr>
          <a:xfrm>
            <a:off x="699392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46" name="Rectangle 1145">
            <a:extLst>
              <a:ext uri="{FF2B5EF4-FFF2-40B4-BE49-F238E27FC236}">
                <a16:creationId xmlns:a16="http://schemas.microsoft.com/office/drawing/2014/main" id="{CFF10914-6537-171B-3E0C-59C40847E3D6}"/>
              </a:ext>
            </a:extLst>
          </p:cNvPr>
          <p:cNvSpPr/>
          <p:nvPr/>
        </p:nvSpPr>
        <p:spPr>
          <a:xfrm>
            <a:off x="732491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98E1F3EA-DECD-505F-9A13-17D277848852}"/>
              </a:ext>
            </a:extLst>
          </p:cNvPr>
          <p:cNvSpPr/>
          <p:nvPr/>
        </p:nvSpPr>
        <p:spPr>
          <a:xfrm>
            <a:off x="7657044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861CE640-7EF3-650C-3641-CC277F471055}"/>
              </a:ext>
            </a:extLst>
          </p:cNvPr>
          <p:cNvSpPr/>
          <p:nvPr/>
        </p:nvSpPr>
        <p:spPr>
          <a:xfrm>
            <a:off x="798803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49" name="Rectangle 1148">
            <a:extLst>
              <a:ext uri="{FF2B5EF4-FFF2-40B4-BE49-F238E27FC236}">
                <a16:creationId xmlns:a16="http://schemas.microsoft.com/office/drawing/2014/main" id="{9B2D19D7-07B4-4B59-EC83-7E2B4A9D2701}"/>
              </a:ext>
            </a:extLst>
          </p:cNvPr>
          <p:cNvSpPr/>
          <p:nvPr/>
        </p:nvSpPr>
        <p:spPr>
          <a:xfrm>
            <a:off x="832416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50" name="Rectangle 1149">
            <a:extLst>
              <a:ext uri="{FF2B5EF4-FFF2-40B4-BE49-F238E27FC236}">
                <a16:creationId xmlns:a16="http://schemas.microsoft.com/office/drawing/2014/main" id="{F4F0D5E6-3FB7-4B16-2662-1E2AF9B7B865}"/>
              </a:ext>
            </a:extLst>
          </p:cNvPr>
          <p:cNvSpPr/>
          <p:nvPr/>
        </p:nvSpPr>
        <p:spPr>
          <a:xfrm>
            <a:off x="8655149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A4064F31-78B3-22C6-7186-7CBB0A00DD71}"/>
              </a:ext>
            </a:extLst>
          </p:cNvPr>
          <p:cNvSpPr/>
          <p:nvPr/>
        </p:nvSpPr>
        <p:spPr>
          <a:xfrm>
            <a:off x="898728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52" name="Rectangle 1151">
            <a:extLst>
              <a:ext uri="{FF2B5EF4-FFF2-40B4-BE49-F238E27FC236}">
                <a16:creationId xmlns:a16="http://schemas.microsoft.com/office/drawing/2014/main" id="{EF0A30F0-8F0C-A29F-8FCC-F4E6A5645FDC}"/>
              </a:ext>
            </a:extLst>
          </p:cNvPr>
          <p:cNvSpPr/>
          <p:nvPr/>
        </p:nvSpPr>
        <p:spPr>
          <a:xfrm>
            <a:off x="931827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43" name="Oval 1142">
            <a:extLst>
              <a:ext uri="{FF2B5EF4-FFF2-40B4-BE49-F238E27FC236}">
                <a16:creationId xmlns:a16="http://schemas.microsoft.com/office/drawing/2014/main" id="{34184AF0-0659-57D5-6AEF-429799D9CE96}"/>
              </a:ext>
            </a:extLst>
          </p:cNvPr>
          <p:cNvSpPr/>
          <p:nvPr/>
        </p:nvSpPr>
        <p:spPr>
          <a:xfrm>
            <a:off x="7283427" y="6161641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44" name="Oval 1143">
            <a:extLst>
              <a:ext uri="{FF2B5EF4-FFF2-40B4-BE49-F238E27FC236}">
                <a16:creationId xmlns:a16="http://schemas.microsoft.com/office/drawing/2014/main" id="{11865FE9-EC09-45D0-150D-DABC549B4079}"/>
              </a:ext>
            </a:extLst>
          </p:cNvPr>
          <p:cNvSpPr/>
          <p:nvPr/>
        </p:nvSpPr>
        <p:spPr>
          <a:xfrm>
            <a:off x="6609535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2E42FD7C-B14A-04F3-C8F9-3D7B1B93E689}"/>
              </a:ext>
            </a:extLst>
          </p:cNvPr>
          <p:cNvSpPr/>
          <p:nvPr/>
        </p:nvSpPr>
        <p:spPr>
          <a:xfrm>
            <a:off x="6866710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06" name="Rectangle: Rounded Corners 1105">
            <a:extLst>
              <a:ext uri="{FF2B5EF4-FFF2-40B4-BE49-F238E27FC236}">
                <a16:creationId xmlns:a16="http://schemas.microsoft.com/office/drawing/2014/main" id="{09DD592D-0655-3371-705C-AE4D9440C066}"/>
              </a:ext>
            </a:extLst>
          </p:cNvPr>
          <p:cNvSpPr/>
          <p:nvPr/>
        </p:nvSpPr>
        <p:spPr>
          <a:xfrm>
            <a:off x="6979903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9.7987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/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8" name="Oval 1107">
            <a:extLst>
              <a:ext uri="{FF2B5EF4-FFF2-40B4-BE49-F238E27FC236}">
                <a16:creationId xmlns:a16="http://schemas.microsoft.com/office/drawing/2014/main" id="{D4D01165-7D4D-E989-C522-B064C3AC6DFB}"/>
              </a:ext>
            </a:extLst>
          </p:cNvPr>
          <p:cNvSpPr/>
          <p:nvPr/>
        </p:nvSpPr>
        <p:spPr>
          <a:xfrm>
            <a:off x="7473378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09" name="Oval 1108">
            <a:extLst>
              <a:ext uri="{FF2B5EF4-FFF2-40B4-BE49-F238E27FC236}">
                <a16:creationId xmlns:a16="http://schemas.microsoft.com/office/drawing/2014/main" id="{2E34A8DA-E0BF-D18D-6DF7-09B5DE071A46}"/>
              </a:ext>
            </a:extLst>
          </p:cNvPr>
          <p:cNvSpPr/>
          <p:nvPr/>
        </p:nvSpPr>
        <p:spPr>
          <a:xfrm>
            <a:off x="7203503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25E50143-98CE-0F7C-5BDF-8763BB5F12D0}"/>
              </a:ext>
            </a:extLst>
          </p:cNvPr>
          <p:cNvSpPr txBox="1"/>
          <p:nvPr/>
        </p:nvSpPr>
        <p:spPr>
          <a:xfrm>
            <a:off x="6360506" y="53339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</a:t>
            </a: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4F16E780-D205-7423-9F92-E9CCBA9F98CB}"/>
              </a:ext>
            </a:extLst>
          </p:cNvPr>
          <p:cNvSpPr/>
          <p:nvPr/>
        </p:nvSpPr>
        <p:spPr>
          <a:xfrm>
            <a:off x="699392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97F4743D-D404-EFD3-0784-F8B043D5F833}"/>
              </a:ext>
            </a:extLst>
          </p:cNvPr>
          <p:cNvSpPr/>
          <p:nvPr/>
        </p:nvSpPr>
        <p:spPr>
          <a:xfrm>
            <a:off x="732491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00F28022-ACBC-0B11-DEFE-2F3F4D77DDBE}"/>
              </a:ext>
            </a:extLst>
          </p:cNvPr>
          <p:cNvSpPr/>
          <p:nvPr/>
        </p:nvSpPr>
        <p:spPr>
          <a:xfrm>
            <a:off x="7657044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A532BA4C-CC6D-F741-3CFC-DE1FEA9D6DE3}"/>
              </a:ext>
            </a:extLst>
          </p:cNvPr>
          <p:cNvSpPr/>
          <p:nvPr/>
        </p:nvSpPr>
        <p:spPr>
          <a:xfrm>
            <a:off x="798803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A64A3FAC-277A-2504-A83B-145D25E7DBE5}"/>
              </a:ext>
            </a:extLst>
          </p:cNvPr>
          <p:cNvSpPr/>
          <p:nvPr/>
        </p:nvSpPr>
        <p:spPr>
          <a:xfrm>
            <a:off x="832416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843CF521-8EF5-7002-4542-33A6BF11B808}"/>
              </a:ext>
            </a:extLst>
          </p:cNvPr>
          <p:cNvSpPr/>
          <p:nvPr/>
        </p:nvSpPr>
        <p:spPr>
          <a:xfrm>
            <a:off x="8655149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CA6CF30A-59C6-8771-F716-8A418043EF88}"/>
              </a:ext>
            </a:extLst>
          </p:cNvPr>
          <p:cNvSpPr/>
          <p:nvPr/>
        </p:nvSpPr>
        <p:spPr>
          <a:xfrm>
            <a:off x="898728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9CD327C9-DF2A-3D53-262B-99A1DC0DD9D2}"/>
              </a:ext>
            </a:extLst>
          </p:cNvPr>
          <p:cNvSpPr/>
          <p:nvPr/>
        </p:nvSpPr>
        <p:spPr>
          <a:xfrm>
            <a:off x="931827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30" name="Oval 1129">
            <a:extLst>
              <a:ext uri="{FF2B5EF4-FFF2-40B4-BE49-F238E27FC236}">
                <a16:creationId xmlns:a16="http://schemas.microsoft.com/office/drawing/2014/main" id="{639DAE77-56AD-0551-FAED-02CB513EEDBB}"/>
              </a:ext>
            </a:extLst>
          </p:cNvPr>
          <p:cNvSpPr/>
          <p:nvPr/>
        </p:nvSpPr>
        <p:spPr>
          <a:xfrm>
            <a:off x="7283427" y="54305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31" name="Oval 1130">
            <a:extLst>
              <a:ext uri="{FF2B5EF4-FFF2-40B4-BE49-F238E27FC236}">
                <a16:creationId xmlns:a16="http://schemas.microsoft.com/office/drawing/2014/main" id="{236A08B3-F182-B480-5A4F-A49998040D3A}"/>
              </a:ext>
            </a:extLst>
          </p:cNvPr>
          <p:cNvSpPr/>
          <p:nvPr/>
        </p:nvSpPr>
        <p:spPr>
          <a:xfrm>
            <a:off x="668097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2" name="Oval 1161">
            <a:extLst>
              <a:ext uri="{FF2B5EF4-FFF2-40B4-BE49-F238E27FC236}">
                <a16:creationId xmlns:a16="http://schemas.microsoft.com/office/drawing/2014/main" id="{1FD3ABA0-2F51-B7E3-8EBD-D3875FA9B682}"/>
              </a:ext>
            </a:extLst>
          </p:cNvPr>
          <p:cNvSpPr/>
          <p:nvPr/>
        </p:nvSpPr>
        <p:spPr>
          <a:xfrm>
            <a:off x="677622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9923F3D0-DCDD-B305-BDCB-FE49E672D30F}"/>
              </a:ext>
            </a:extLst>
          </p:cNvPr>
          <p:cNvSpPr txBox="1"/>
          <p:nvPr/>
        </p:nvSpPr>
        <p:spPr>
          <a:xfrm>
            <a:off x="6360506" y="569829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</a:t>
            </a:r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FF6A8266-CE53-1E3D-F22C-3A69C9CD032F}"/>
              </a:ext>
            </a:extLst>
          </p:cNvPr>
          <p:cNvSpPr/>
          <p:nvPr/>
        </p:nvSpPr>
        <p:spPr>
          <a:xfrm>
            <a:off x="699392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6ACDE4C1-488A-6DF5-AB88-44A1B58E60B1}"/>
              </a:ext>
            </a:extLst>
          </p:cNvPr>
          <p:cNvSpPr/>
          <p:nvPr/>
        </p:nvSpPr>
        <p:spPr>
          <a:xfrm>
            <a:off x="732491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90CF1DE-90DB-A9FE-D390-CFC4007719EC}"/>
              </a:ext>
            </a:extLst>
          </p:cNvPr>
          <p:cNvSpPr/>
          <p:nvPr/>
        </p:nvSpPr>
        <p:spPr>
          <a:xfrm>
            <a:off x="7657044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4CFDA345-1BBA-4D22-E678-EA0037C33EBB}"/>
              </a:ext>
            </a:extLst>
          </p:cNvPr>
          <p:cNvSpPr/>
          <p:nvPr/>
        </p:nvSpPr>
        <p:spPr>
          <a:xfrm>
            <a:off x="798803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A4D32B3F-77F6-68F0-C91B-8DAD74202E96}"/>
              </a:ext>
            </a:extLst>
          </p:cNvPr>
          <p:cNvSpPr/>
          <p:nvPr/>
        </p:nvSpPr>
        <p:spPr>
          <a:xfrm>
            <a:off x="832416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DF914E43-EC7F-4960-4B2E-C1841F94C0BD}"/>
              </a:ext>
            </a:extLst>
          </p:cNvPr>
          <p:cNvSpPr/>
          <p:nvPr/>
        </p:nvSpPr>
        <p:spPr>
          <a:xfrm>
            <a:off x="8655149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6DD98F53-2477-7932-A187-515DB1D00E17}"/>
              </a:ext>
            </a:extLst>
          </p:cNvPr>
          <p:cNvSpPr/>
          <p:nvPr/>
        </p:nvSpPr>
        <p:spPr>
          <a:xfrm>
            <a:off x="898728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3877F4DB-47E5-9B0F-3D13-6506A4482B6B}"/>
              </a:ext>
            </a:extLst>
          </p:cNvPr>
          <p:cNvSpPr/>
          <p:nvPr/>
        </p:nvSpPr>
        <p:spPr>
          <a:xfrm>
            <a:off x="931827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18" name="Oval 1117">
            <a:extLst>
              <a:ext uri="{FF2B5EF4-FFF2-40B4-BE49-F238E27FC236}">
                <a16:creationId xmlns:a16="http://schemas.microsoft.com/office/drawing/2014/main" id="{82009A84-D486-36A0-07FC-70F1602D1E79}"/>
              </a:ext>
            </a:extLst>
          </p:cNvPr>
          <p:cNvSpPr/>
          <p:nvPr/>
        </p:nvSpPr>
        <p:spPr>
          <a:xfrm>
            <a:off x="7283427" y="579492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19" name="Oval 1118">
            <a:extLst>
              <a:ext uri="{FF2B5EF4-FFF2-40B4-BE49-F238E27FC236}">
                <a16:creationId xmlns:a16="http://schemas.microsoft.com/office/drawing/2014/main" id="{EBEA92A8-A329-C855-9FFA-D7943F5082CC}"/>
              </a:ext>
            </a:extLst>
          </p:cNvPr>
          <p:cNvSpPr/>
          <p:nvPr/>
        </p:nvSpPr>
        <p:spPr>
          <a:xfrm>
            <a:off x="6597629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0" name="Oval 1159">
            <a:extLst>
              <a:ext uri="{FF2B5EF4-FFF2-40B4-BE49-F238E27FC236}">
                <a16:creationId xmlns:a16="http://schemas.microsoft.com/office/drawing/2014/main" id="{964B91E6-6974-1442-AC69-416F92214B9B}"/>
              </a:ext>
            </a:extLst>
          </p:cNvPr>
          <p:cNvSpPr/>
          <p:nvPr/>
        </p:nvSpPr>
        <p:spPr>
          <a:xfrm>
            <a:off x="6769078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3" name="Rectangle: Rounded Corners 1112">
            <a:extLst>
              <a:ext uri="{FF2B5EF4-FFF2-40B4-BE49-F238E27FC236}">
                <a16:creationId xmlns:a16="http://schemas.microsoft.com/office/drawing/2014/main" id="{BBE04179-6D83-E733-AB3A-23C62DAD2876}"/>
              </a:ext>
            </a:extLst>
          </p:cNvPr>
          <p:cNvSpPr/>
          <p:nvPr/>
        </p:nvSpPr>
        <p:spPr>
          <a:xfrm>
            <a:off x="7903828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9.798</a:t>
            </a:r>
          </a:p>
        </p:txBody>
      </p:sp>
      <p:sp>
        <p:nvSpPr>
          <p:cNvPr id="1114" name="Rectangle: Rounded Corners 1113">
            <a:extLst>
              <a:ext uri="{FF2B5EF4-FFF2-40B4-BE49-F238E27FC236}">
                <a16:creationId xmlns:a16="http://schemas.microsoft.com/office/drawing/2014/main" id="{87B52FC7-89C8-2E1C-5152-6624FF5D83FB}"/>
              </a:ext>
            </a:extLst>
          </p:cNvPr>
          <p:cNvSpPr/>
          <p:nvPr/>
        </p:nvSpPr>
        <p:spPr>
          <a:xfrm>
            <a:off x="8826694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9.798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/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3" name="Oval 1162">
            <a:extLst>
              <a:ext uri="{FF2B5EF4-FFF2-40B4-BE49-F238E27FC236}">
                <a16:creationId xmlns:a16="http://schemas.microsoft.com/office/drawing/2014/main" id="{A4A164BE-0466-3DAE-BD35-6E09CD19D68A}"/>
              </a:ext>
            </a:extLst>
          </p:cNvPr>
          <p:cNvSpPr/>
          <p:nvPr/>
        </p:nvSpPr>
        <p:spPr>
          <a:xfrm>
            <a:off x="9187879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4" name="Oval 1163">
            <a:extLst>
              <a:ext uri="{FF2B5EF4-FFF2-40B4-BE49-F238E27FC236}">
                <a16:creationId xmlns:a16="http://schemas.microsoft.com/office/drawing/2014/main" id="{4C4207B6-0F4A-A019-228C-92CEA9A024DA}"/>
              </a:ext>
            </a:extLst>
          </p:cNvPr>
          <p:cNvSpPr/>
          <p:nvPr/>
        </p:nvSpPr>
        <p:spPr>
          <a:xfrm>
            <a:off x="9275985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5" name="Oval 1164">
            <a:extLst>
              <a:ext uri="{FF2B5EF4-FFF2-40B4-BE49-F238E27FC236}">
                <a16:creationId xmlns:a16="http://schemas.microsoft.com/office/drawing/2014/main" id="{FA9118E2-BD58-C87F-7C6E-DA0E8C4B4A91}"/>
              </a:ext>
            </a:extLst>
          </p:cNvPr>
          <p:cNvSpPr/>
          <p:nvPr/>
        </p:nvSpPr>
        <p:spPr>
          <a:xfrm>
            <a:off x="8356823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6" name="Oval 1165">
            <a:extLst>
              <a:ext uri="{FF2B5EF4-FFF2-40B4-BE49-F238E27FC236}">
                <a16:creationId xmlns:a16="http://schemas.microsoft.com/office/drawing/2014/main" id="{9BB6C75B-949E-7BD8-8756-26676E2DA9FB}"/>
              </a:ext>
            </a:extLst>
          </p:cNvPr>
          <p:cNvSpPr/>
          <p:nvPr/>
        </p:nvSpPr>
        <p:spPr>
          <a:xfrm>
            <a:off x="8180610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FAF3CB9-D500-33F8-FD5A-663169E5A5D2}"/>
              </a:ext>
            </a:extLst>
          </p:cNvPr>
          <p:cNvSpPr/>
          <p:nvPr/>
        </p:nvSpPr>
        <p:spPr>
          <a:xfrm>
            <a:off x="6140773" y="306761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70DCF05-899B-788B-4534-2EC9AC078038}"/>
              </a:ext>
            </a:extLst>
          </p:cNvPr>
          <p:cNvSpPr/>
          <p:nvPr/>
        </p:nvSpPr>
        <p:spPr>
          <a:xfrm>
            <a:off x="7843714" y="47925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0F29D65-1BA2-DAC5-5EFA-06C2C343719E}"/>
              </a:ext>
            </a:extLst>
          </p:cNvPr>
          <p:cNvSpPr/>
          <p:nvPr/>
        </p:nvSpPr>
        <p:spPr>
          <a:xfrm>
            <a:off x="8027070" y="47925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16C8E-846E-8BCF-470E-D1D216B74A4C}"/>
              </a:ext>
            </a:extLst>
          </p:cNvPr>
          <p:cNvSpPr txBox="1"/>
          <p:nvPr/>
        </p:nvSpPr>
        <p:spPr>
          <a:xfrm>
            <a:off x="80921" y="2246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А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3E9775-31B7-6B4B-A98E-9A5BBDD73399}"/>
              </a:ext>
            </a:extLst>
          </p:cNvPr>
          <p:cNvSpPr txBox="1"/>
          <p:nvPr/>
        </p:nvSpPr>
        <p:spPr>
          <a:xfrm>
            <a:off x="312400" y="1429563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Б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5B7424-D256-C2F7-3F59-992D62C4E4C7}"/>
              </a:ext>
            </a:extLst>
          </p:cNvPr>
          <p:cNvSpPr txBox="1"/>
          <p:nvPr/>
        </p:nvSpPr>
        <p:spPr>
          <a:xfrm>
            <a:off x="542276" y="2833490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В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AE25F6-A11A-A58E-EC16-1872A6E2DD21}"/>
              </a:ext>
            </a:extLst>
          </p:cNvPr>
          <p:cNvSpPr txBox="1"/>
          <p:nvPr/>
        </p:nvSpPr>
        <p:spPr>
          <a:xfrm>
            <a:off x="783374" y="4237417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Г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25E119-E2A5-A3B2-2202-88E3A3EFD546}"/>
              </a:ext>
            </a:extLst>
          </p:cNvPr>
          <p:cNvSpPr txBox="1"/>
          <p:nvPr/>
        </p:nvSpPr>
        <p:spPr>
          <a:xfrm>
            <a:off x="1000427" y="5641346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Д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566CF3-B52F-1082-98CB-ADBAA9B47672}"/>
              </a:ext>
            </a:extLst>
          </p:cNvPr>
          <p:cNvSpPr txBox="1"/>
          <p:nvPr/>
        </p:nvSpPr>
        <p:spPr>
          <a:xfrm>
            <a:off x="5594771" y="105091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Е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F1BA9F-34E3-0C17-CA22-4E5CDE33FE94}"/>
              </a:ext>
            </a:extLst>
          </p:cNvPr>
          <p:cNvSpPr txBox="1"/>
          <p:nvPr/>
        </p:nvSpPr>
        <p:spPr>
          <a:xfrm>
            <a:off x="4813375" y="1834138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Ё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80F8D7-B1C9-2E28-8800-C011D170F4B5}"/>
              </a:ext>
            </a:extLst>
          </p:cNvPr>
          <p:cNvSpPr txBox="1"/>
          <p:nvPr/>
        </p:nvSpPr>
        <p:spPr>
          <a:xfrm>
            <a:off x="5559506" y="3559029"/>
            <a:ext cx="373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D809BD-58D8-CEF8-5B02-EE161DE6B35D}"/>
              </a:ext>
            </a:extLst>
          </p:cNvPr>
          <p:cNvSpPr txBox="1"/>
          <p:nvPr/>
        </p:nvSpPr>
        <p:spPr>
          <a:xfrm>
            <a:off x="5922173" y="528392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З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3DB36F-CE44-754D-3D64-1EDC75646129}"/>
              </a:ext>
            </a:extLst>
          </p:cNvPr>
          <p:cNvSpPr txBox="1"/>
          <p:nvPr/>
        </p:nvSpPr>
        <p:spPr>
          <a:xfrm>
            <a:off x="4151865" y="673350"/>
            <a:ext cx="1643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Кайталануучу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ондуктарды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иреттөө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010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14509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med" len="med"/>
          <a:tailEnd type="arrow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11032</TotalTime>
  <Words>597</Words>
  <Application>Microsoft Office PowerPoint</Application>
  <PresentationFormat>A4 Paper (210x297 mm)</PresentationFormat>
  <Paragraphs>556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 Light</vt:lpstr>
      <vt:lpstr>Cambria Math</vt:lpstr>
      <vt:lpstr>Cooper Black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573</cp:revision>
  <cp:lastPrinted>2024-10-19T08:01:48Z</cp:lastPrinted>
  <dcterms:created xsi:type="dcterms:W3CDTF">2017-01-17T16:57:04Z</dcterms:created>
  <dcterms:modified xsi:type="dcterms:W3CDTF">2024-10-19T08:29:42Z</dcterms:modified>
</cp:coreProperties>
</file>