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  <p:sldMasterId id="2147483730" r:id="rId3"/>
  </p:sldMasterIdLst>
  <p:notesMasterIdLst>
    <p:notesMasterId r:id="rId25"/>
  </p:notesMasterIdLst>
  <p:sldIdLst>
    <p:sldId id="965" r:id="rId4"/>
    <p:sldId id="966" r:id="rId5"/>
    <p:sldId id="851" r:id="rId6"/>
    <p:sldId id="949" r:id="rId7"/>
    <p:sldId id="951" r:id="rId8"/>
    <p:sldId id="950" r:id="rId9"/>
    <p:sldId id="959" r:id="rId10"/>
    <p:sldId id="952" r:id="rId11"/>
    <p:sldId id="960" r:id="rId12"/>
    <p:sldId id="953" r:id="rId13"/>
    <p:sldId id="954" r:id="rId14"/>
    <p:sldId id="962" r:id="rId15"/>
    <p:sldId id="955" r:id="rId16"/>
    <p:sldId id="958" r:id="rId17"/>
    <p:sldId id="961" r:id="rId18"/>
    <p:sldId id="956" r:id="rId19"/>
    <p:sldId id="963" r:id="rId20"/>
    <p:sldId id="957" r:id="rId21"/>
    <p:sldId id="964" r:id="rId22"/>
    <p:sldId id="940" r:id="rId23"/>
    <p:sldId id="274" r:id="rId24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11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12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04/05/2024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2231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8465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6719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06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9709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7891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1356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4358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0782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894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9421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71332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1369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011644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414752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9314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13649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1941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8477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54761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40730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8807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48341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53786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69226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5650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295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092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538480" y="1361441"/>
            <a:ext cx="860552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орундуу ондуктар – Кемит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үү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Бинго ,жооптору менен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тордон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тогуз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жоопту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тандап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аларды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дептериндеги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3х3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квадратка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туш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келди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жайгаштырышы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учурундагы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кыйынчылыкка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суроолорду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тандаса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болот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Убакыттын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өтүшүнө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сызык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X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бардыгы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жеңе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алышат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27971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85629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/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-749233" y="3759183"/>
            <a:ext cx="9811954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6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Ондуктарды </a:t>
            </a:r>
            <a:r>
              <a:rPr lang="ru-RU" sz="9600" b="1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Calibri" panose="020F0502020204030204"/>
              </a:rPr>
              <a:t>кемитүү</a:t>
            </a:r>
            <a:endParaRPr kumimoji="0" lang="ru-RU" sz="9600" b="1" i="0" u="none" strike="noStrike" kern="1200" cap="none" spc="0" normalizeH="0" baseline="0" noProof="0" dirty="0">
              <a:ln w="38100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0214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92100" y="1197032"/>
          <a:ext cx="9321800" cy="4430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5.0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726618" y="19616"/>
            <a:ext cx="845276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Choose your numbers…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/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525719" y="6041522"/>
            <a:ext cx="4005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Китепке/дептерге 3х3 торчо тартыңыз.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368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67410" y="2129783"/>
            <a:ext cx="59878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5.3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0738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67410" y="2129783"/>
            <a:ext cx="59878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6.4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0855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82502" y="2129783"/>
            <a:ext cx="6957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0.7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3768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82502" y="2129783"/>
            <a:ext cx="6957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0.4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2505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58594" y="2129783"/>
            <a:ext cx="60054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5.0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0679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82502" y="2129783"/>
            <a:ext cx="6957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0.9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6569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58594" y="2129783"/>
            <a:ext cx="60054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5.4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3002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58594" y="2129783"/>
            <a:ext cx="60054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7.3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7981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82502" y="2129783"/>
            <a:ext cx="6957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2.9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3534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58594" y="2129783"/>
            <a:ext cx="60054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6.1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6410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82502" y="2129783"/>
            <a:ext cx="6957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1.7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9744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82502" y="2129783"/>
            <a:ext cx="6957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1.6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8869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58594" y="2129783"/>
            <a:ext cx="60054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7.2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9665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82502" y="2129783"/>
            <a:ext cx="6957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2.6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329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58594" y="2129783"/>
            <a:ext cx="60054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4.3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5555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36367" y="1556204"/>
            <a:ext cx="7049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Айырманы толуктоо үчүн бул сандарды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506740" y="2129783"/>
            <a:ext cx="69092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</a:t>
            </a:r>
            <a:r>
              <a:rPr lang="ru-RU" sz="2400" dirty="0"/>
              <a:t>натыйжа кандай?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419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451658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579120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2.5</a:t>
            </a:r>
          </a:p>
        </p:txBody>
      </p:sp>
      <p:sp>
        <p:nvSpPr>
          <p:cNvPr id="58" name="Minus Sign 57">
            <a:extLst>
              <a:ext uri="{FF2B5EF4-FFF2-40B4-BE49-F238E27FC236}">
                <a16:creationId xmlns:a16="http://schemas.microsoft.com/office/drawing/2014/main" id="{36F856FF-7CF1-AC7A-A74A-0B1A37B9CBE9}"/>
              </a:ext>
            </a:extLst>
          </p:cNvPr>
          <p:cNvSpPr/>
          <p:nvPr/>
        </p:nvSpPr>
        <p:spPr>
          <a:xfrm>
            <a:off x="2672690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6526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/>
              <a:t>mathematicskgz@</a:t>
            </a:r>
            <a:r>
              <a:rPr lang="en-US" dirty="0"/>
              <a:t>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8824</TotalTime>
  <Words>522</Words>
  <Application>Microsoft Office PowerPoint</Application>
  <PresentationFormat>A4 Paper (210x297 mm)</PresentationFormat>
  <Paragraphs>211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 Light</vt:lpstr>
      <vt:lpstr>Calibri</vt:lpstr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404</cp:revision>
  <cp:lastPrinted>2017-12-31T22:38:51Z</cp:lastPrinted>
  <dcterms:created xsi:type="dcterms:W3CDTF">2017-01-17T16:57:04Z</dcterms:created>
  <dcterms:modified xsi:type="dcterms:W3CDTF">2024-05-04T07:47:51Z</dcterms:modified>
</cp:coreProperties>
</file>