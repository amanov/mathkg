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8"/>
  </p:notesMasterIdLst>
  <p:handoutMasterIdLst>
    <p:handoutMasterId r:id="rId19"/>
  </p:handoutMasterIdLst>
  <p:sldIdLst>
    <p:sldId id="1004" r:id="rId2"/>
    <p:sldId id="962" r:id="rId3"/>
    <p:sldId id="963" r:id="rId4"/>
    <p:sldId id="964" r:id="rId5"/>
    <p:sldId id="967" r:id="rId6"/>
    <p:sldId id="969" r:id="rId7"/>
    <p:sldId id="970" r:id="rId8"/>
    <p:sldId id="973" r:id="rId9"/>
    <p:sldId id="972" r:id="rId10"/>
    <p:sldId id="971" r:id="rId11"/>
    <p:sldId id="974" r:id="rId12"/>
    <p:sldId id="976" r:id="rId13"/>
    <p:sldId id="978" r:id="rId14"/>
    <p:sldId id="975" r:id="rId15"/>
    <p:sldId id="977" r:id="rId16"/>
    <p:sldId id="1008" r:id="rId1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20"/>
    </p:embeddedFont>
    <p:embeddedFont>
      <p:font typeface="Stencil" panose="040409050D0802020404" pitchFamily="82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FCC38FB-7118-4555-ACF5-0BD5AF27F91A}">
          <p14:sldIdLst>
            <p14:sldId id="1004"/>
          </p14:sldIdLst>
        </p14:section>
        <p14:section name="Сабак-түшүндүрмөлөр" id="{059544AC-2C27-45B1-9F95-F87DF8854DD6}">
          <p14:sldIdLst>
            <p14:sldId id="962"/>
            <p14:sldId id="963"/>
            <p14:sldId id="964"/>
            <p14:sldId id="967"/>
            <p14:sldId id="969"/>
            <p14:sldId id="970"/>
            <p14:sldId id="973"/>
            <p14:sldId id="972"/>
            <p14:sldId id="971"/>
            <p14:sldId id="974"/>
          </p14:sldIdLst>
        </p14:section>
        <p14:section name="Текшерүү иши 1" id="{1FEDB314-42DC-4694-9B04-D4A4AAE625F7}">
          <p14:sldIdLst>
            <p14:sldId id="976"/>
            <p14:sldId id="978"/>
          </p14:sldIdLst>
        </p14:section>
        <p14:section name="Текшерүү иши 2" id="{85D80560-5368-4A94-8C78-39088CE1B318}">
          <p14:sldIdLst>
            <p14:sldId id="975"/>
            <p14:sldId id="977"/>
          </p14:sldIdLst>
        </p14:section>
        <p14:section name="Кайтарым байланыш" id="{44593A35-489B-47C3-9FD2-BAFF3AF9952F}">
          <p14:sldIdLst>
            <p14:sldId id="10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86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04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fif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fif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20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5.png"/><Relationship Id="rId21" Type="http://schemas.openxmlformats.org/officeDocument/2006/relationships/image" Target="../media/image42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image" Target="../media/image12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20.png"/><Relationship Id="rId19" Type="http://schemas.openxmlformats.org/officeDocument/2006/relationships/image" Target="../media/image40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51.png"/><Relationship Id="rId26" Type="http://schemas.openxmlformats.org/officeDocument/2006/relationships/image" Target="../media/image58.png"/><Relationship Id="rId3" Type="http://schemas.openxmlformats.org/officeDocument/2006/relationships/image" Target="../media/image25.png"/><Relationship Id="rId21" Type="http://schemas.openxmlformats.org/officeDocument/2006/relationships/image" Target="../media/image54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50.png"/><Relationship Id="rId25" Type="http://schemas.openxmlformats.org/officeDocument/2006/relationships/image" Target="../media/image57.png"/><Relationship Id="rId2" Type="http://schemas.openxmlformats.org/officeDocument/2006/relationships/image" Target="../media/image12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56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20.png"/><Relationship Id="rId19" Type="http://schemas.openxmlformats.org/officeDocument/2006/relationships/image" Target="../media/image5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55.png"/><Relationship Id="rId27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62.png"/><Relationship Id="rId26" Type="http://schemas.openxmlformats.org/officeDocument/2006/relationships/image" Target="../media/image69.png"/><Relationship Id="rId3" Type="http://schemas.openxmlformats.org/officeDocument/2006/relationships/image" Target="../media/image25.png"/><Relationship Id="rId21" Type="http://schemas.openxmlformats.org/officeDocument/2006/relationships/image" Target="../media/image6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61.png"/><Relationship Id="rId25" Type="http://schemas.openxmlformats.org/officeDocument/2006/relationships/image" Target="../media/image68.png"/><Relationship Id="rId2" Type="http://schemas.openxmlformats.org/officeDocument/2006/relationships/image" Target="../media/image12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67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20.png"/><Relationship Id="rId19" Type="http://schemas.openxmlformats.org/officeDocument/2006/relationships/image" Target="../media/image6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66.png"/><Relationship Id="rId27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73.png"/><Relationship Id="rId26" Type="http://schemas.openxmlformats.org/officeDocument/2006/relationships/image" Target="../media/image80.png"/><Relationship Id="rId3" Type="http://schemas.openxmlformats.org/officeDocument/2006/relationships/image" Target="../media/image25.png"/><Relationship Id="rId21" Type="http://schemas.openxmlformats.org/officeDocument/2006/relationships/image" Target="../media/image7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72.png"/><Relationship Id="rId25" Type="http://schemas.openxmlformats.org/officeDocument/2006/relationships/image" Target="../media/image79.png"/><Relationship Id="rId2" Type="http://schemas.openxmlformats.org/officeDocument/2006/relationships/image" Target="../media/image12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78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20.png"/><Relationship Id="rId19" Type="http://schemas.openxmlformats.org/officeDocument/2006/relationships/image" Target="../media/image74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77.png"/><Relationship Id="rId27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84.png"/><Relationship Id="rId26" Type="http://schemas.openxmlformats.org/officeDocument/2006/relationships/image" Target="../media/image91.png"/><Relationship Id="rId3" Type="http://schemas.openxmlformats.org/officeDocument/2006/relationships/image" Target="../media/image25.png"/><Relationship Id="rId21" Type="http://schemas.openxmlformats.org/officeDocument/2006/relationships/image" Target="../media/image87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83.png"/><Relationship Id="rId25" Type="http://schemas.openxmlformats.org/officeDocument/2006/relationships/image" Target="../media/image90.png"/><Relationship Id="rId2" Type="http://schemas.openxmlformats.org/officeDocument/2006/relationships/image" Target="../media/image12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89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20.png"/><Relationship Id="rId19" Type="http://schemas.openxmlformats.org/officeDocument/2006/relationships/image" Target="../media/image8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88.png"/><Relationship Id="rId27" Type="http://schemas.openxmlformats.org/officeDocument/2006/relationships/image" Target="../media/image9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102.png"/><Relationship Id="rId26" Type="http://schemas.openxmlformats.org/officeDocument/2006/relationships/image" Target="../media/image110.png"/><Relationship Id="rId3" Type="http://schemas.openxmlformats.org/officeDocument/2006/relationships/image" Target="../media/image93.png"/><Relationship Id="rId21" Type="http://schemas.openxmlformats.org/officeDocument/2006/relationships/image" Target="../media/image105.png"/><Relationship Id="rId34" Type="http://schemas.openxmlformats.org/officeDocument/2006/relationships/image" Target="../media/image118.png"/><Relationship Id="rId7" Type="http://schemas.openxmlformats.org/officeDocument/2006/relationships/image" Target="../media/image29.png"/><Relationship Id="rId12" Type="http://schemas.openxmlformats.org/officeDocument/2006/relationships/image" Target="../media/image97.png"/><Relationship Id="rId17" Type="http://schemas.openxmlformats.org/officeDocument/2006/relationships/image" Target="../media/image100.png"/><Relationship Id="rId25" Type="http://schemas.openxmlformats.org/officeDocument/2006/relationships/image" Target="../media/image109.png"/><Relationship Id="rId33" Type="http://schemas.openxmlformats.org/officeDocument/2006/relationships/image" Target="../media/image117.png"/><Relationship Id="rId2" Type="http://schemas.openxmlformats.org/officeDocument/2006/relationships/image" Target="../media/image12.png"/><Relationship Id="rId16" Type="http://schemas.openxmlformats.org/officeDocument/2006/relationships/image" Target="../media/image99.png"/><Relationship Id="rId20" Type="http://schemas.openxmlformats.org/officeDocument/2006/relationships/image" Target="../media/image104.png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6.png"/><Relationship Id="rId24" Type="http://schemas.openxmlformats.org/officeDocument/2006/relationships/image" Target="../media/image108.png"/><Relationship Id="rId32" Type="http://schemas.openxmlformats.org/officeDocument/2006/relationships/image" Target="../media/image116.png"/><Relationship Id="rId37" Type="http://schemas.openxmlformats.org/officeDocument/2006/relationships/image" Target="../media/image121.png"/><Relationship Id="rId5" Type="http://schemas.openxmlformats.org/officeDocument/2006/relationships/image" Target="../media/image27.png"/><Relationship Id="rId15" Type="http://schemas.openxmlformats.org/officeDocument/2006/relationships/image" Target="../media/image9.png"/><Relationship Id="rId23" Type="http://schemas.openxmlformats.org/officeDocument/2006/relationships/image" Target="../media/image107.png"/><Relationship Id="rId28" Type="http://schemas.openxmlformats.org/officeDocument/2006/relationships/image" Target="../media/image112.png"/><Relationship Id="rId36" Type="http://schemas.openxmlformats.org/officeDocument/2006/relationships/image" Target="../media/image120.png"/><Relationship Id="rId10" Type="http://schemas.openxmlformats.org/officeDocument/2006/relationships/image" Target="../media/image20.png"/><Relationship Id="rId19" Type="http://schemas.openxmlformats.org/officeDocument/2006/relationships/image" Target="../media/image103.png"/><Relationship Id="rId31" Type="http://schemas.openxmlformats.org/officeDocument/2006/relationships/image" Target="../media/image115.png"/><Relationship Id="rId4" Type="http://schemas.openxmlformats.org/officeDocument/2006/relationships/image" Target="../media/image26.png"/><Relationship Id="rId9" Type="http://schemas.openxmlformats.org/officeDocument/2006/relationships/image" Target="../media/image95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11.png"/><Relationship Id="rId30" Type="http://schemas.openxmlformats.org/officeDocument/2006/relationships/image" Target="../media/image114.png"/><Relationship Id="rId35" Type="http://schemas.openxmlformats.org/officeDocument/2006/relationships/image" Target="../media/image1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122.png"/><Relationship Id="rId21" Type="http://schemas.openxmlformats.org/officeDocument/2006/relationships/image" Target="../media/image138.png"/><Relationship Id="rId7" Type="http://schemas.openxmlformats.org/officeDocument/2006/relationships/image" Target="../media/image126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" Type="http://schemas.openxmlformats.org/officeDocument/2006/relationships/image" Target="../media/image101.png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108.png"/><Relationship Id="rId24" Type="http://schemas.openxmlformats.org/officeDocument/2006/relationships/image" Target="../media/image141.png"/><Relationship Id="rId5" Type="http://schemas.openxmlformats.org/officeDocument/2006/relationships/image" Target="../media/image10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10" Type="http://schemas.openxmlformats.org/officeDocument/2006/relationships/image" Target="../media/image128.png"/><Relationship Id="rId19" Type="http://schemas.openxmlformats.org/officeDocument/2006/relationships/image" Target="../media/image136.png"/><Relationship Id="rId4" Type="http://schemas.openxmlformats.org/officeDocument/2006/relationships/image" Target="../media/image123.png"/><Relationship Id="rId9" Type="http://schemas.openxmlformats.org/officeDocument/2006/relationships/image" Target="../media/image127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9" Type="http://schemas.openxmlformats.org/officeDocument/2006/relationships/image" Target="../media/image166.png"/><Relationship Id="rId3" Type="http://schemas.openxmlformats.org/officeDocument/2006/relationships/image" Target="../media/image25.png"/><Relationship Id="rId21" Type="http://schemas.openxmlformats.org/officeDocument/2006/relationships/image" Target="../media/image148.png"/><Relationship Id="rId34" Type="http://schemas.openxmlformats.org/officeDocument/2006/relationships/image" Target="../media/image161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60.png"/><Relationship Id="rId38" Type="http://schemas.openxmlformats.org/officeDocument/2006/relationships/image" Target="../media/image165.png"/><Relationship Id="rId2" Type="http://schemas.openxmlformats.org/officeDocument/2006/relationships/image" Target="../media/image12.png"/><Relationship Id="rId16" Type="http://schemas.openxmlformats.org/officeDocument/2006/relationships/image" Target="../media/image143.png"/><Relationship Id="rId20" Type="http://schemas.openxmlformats.org/officeDocument/2006/relationships/image" Target="../media/image147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151.png"/><Relationship Id="rId32" Type="http://schemas.openxmlformats.org/officeDocument/2006/relationships/image" Target="../media/image159.png"/><Relationship Id="rId37" Type="http://schemas.openxmlformats.org/officeDocument/2006/relationships/image" Target="../media/image164.png"/><Relationship Id="rId5" Type="http://schemas.openxmlformats.org/officeDocument/2006/relationships/image" Target="../media/image27.png"/><Relationship Id="rId15" Type="http://schemas.openxmlformats.org/officeDocument/2006/relationships/image" Target="../media/image124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3.png"/><Relationship Id="rId10" Type="http://schemas.openxmlformats.org/officeDocument/2006/relationships/image" Target="../media/image20.png"/><Relationship Id="rId19" Type="http://schemas.openxmlformats.org/officeDocument/2006/relationships/image" Target="../media/image146.png"/><Relationship Id="rId31" Type="http://schemas.openxmlformats.org/officeDocument/2006/relationships/image" Target="../media/image158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7.png"/><Relationship Id="rId35" Type="http://schemas.openxmlformats.org/officeDocument/2006/relationships/image" Target="../media/image16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26" Type="http://schemas.openxmlformats.org/officeDocument/2006/relationships/image" Target="../media/image191.png"/><Relationship Id="rId3" Type="http://schemas.openxmlformats.org/officeDocument/2006/relationships/image" Target="../media/image167.png"/><Relationship Id="rId21" Type="http://schemas.openxmlformats.org/officeDocument/2006/relationships/image" Target="../media/image186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5" Type="http://schemas.openxmlformats.org/officeDocument/2006/relationships/image" Target="../media/image190.png"/><Relationship Id="rId2" Type="http://schemas.openxmlformats.org/officeDocument/2006/relationships/image" Target="../media/image142.png"/><Relationship Id="rId16" Type="http://schemas.openxmlformats.org/officeDocument/2006/relationships/image" Target="../media/image181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24" Type="http://schemas.openxmlformats.org/officeDocument/2006/relationships/image" Target="../media/image189.png"/><Relationship Id="rId5" Type="http://schemas.openxmlformats.org/officeDocument/2006/relationships/image" Target="../media/image170.png"/><Relationship Id="rId15" Type="http://schemas.openxmlformats.org/officeDocument/2006/relationships/image" Target="../media/image180.png"/><Relationship Id="rId23" Type="http://schemas.openxmlformats.org/officeDocument/2006/relationships/image" Target="../media/image188.png"/><Relationship Id="rId10" Type="http://schemas.openxmlformats.org/officeDocument/2006/relationships/image" Target="../media/image175.png"/><Relationship Id="rId19" Type="http://schemas.openxmlformats.org/officeDocument/2006/relationships/image" Target="../media/image184.png"/><Relationship Id="rId4" Type="http://schemas.openxmlformats.org/officeDocument/2006/relationships/image" Target="../media/image168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Relationship Id="rId22" Type="http://schemas.openxmlformats.org/officeDocument/2006/relationships/image" Target="../media/image18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Бөлчөктөрдү, ондуктарды жана пайыздарды иреттөө–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79">
            <a:extLst>
              <a:ext uri="{FF2B5EF4-FFF2-40B4-BE49-F238E27FC236}">
                <a16:creationId xmlns:a16="http://schemas.microsoft.com/office/drawing/2014/main" id="{DE0FB318-AD7B-488B-B3C9-DF3379D9AE2F}"/>
              </a:ext>
            </a:extLst>
          </p:cNvPr>
          <p:cNvSpPr/>
          <p:nvPr/>
        </p:nvSpPr>
        <p:spPr>
          <a:xfrm>
            <a:off x="3257688" y="1688123"/>
            <a:ext cx="4461958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E8DE655-25BD-4B01-A2DC-234A3E1F87A2}"/>
              </a:ext>
            </a:extLst>
          </p:cNvPr>
          <p:cNvSpPr/>
          <p:nvPr/>
        </p:nvSpPr>
        <p:spPr>
          <a:xfrm>
            <a:off x="3257688" y="3200399"/>
            <a:ext cx="2217282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072D9D2-3B65-4C10-A238-8C4EA6E18C15}"/>
              </a:ext>
            </a:extLst>
          </p:cNvPr>
          <p:cNvSpPr/>
          <p:nvPr/>
        </p:nvSpPr>
        <p:spPr>
          <a:xfrm>
            <a:off x="3257688" y="4730260"/>
            <a:ext cx="2510066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273CC-BF0B-4AAA-9266-BD114F3C0D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37" t="25000" r="32350" b="25384"/>
          <a:stretch/>
        </p:blipFill>
        <p:spPr>
          <a:xfrm rot="17859294">
            <a:off x="586988" y="70829"/>
            <a:ext cx="1024616" cy="14315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475F04-BA4F-4C69-964E-06B468A652C1}"/>
              </a:ext>
            </a:extLst>
          </p:cNvPr>
          <p:cNvSpPr txBox="1"/>
          <p:nvPr/>
        </p:nvSpPr>
        <p:spPr>
          <a:xfrm>
            <a:off x="1315041" y="91012"/>
            <a:ext cx="83411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Канатта</a:t>
            </a:r>
            <a:r>
              <a:rPr lang="en-GB" sz="2200" dirty="0"/>
              <a:t>, </a:t>
            </a:r>
            <a:r>
              <a:rPr lang="ky-KG" sz="2200" dirty="0"/>
              <a:t>Сакуда</a:t>
            </a:r>
            <a:r>
              <a:rPr lang="en-GB" sz="2200" dirty="0"/>
              <a:t> &amp; </a:t>
            </a:r>
            <a:r>
              <a:rPr lang="ky-KG" sz="2200" dirty="0"/>
              <a:t>Гүкүдө </a:t>
            </a:r>
            <a:r>
              <a:rPr lang="en-GB" sz="2200" dirty="0"/>
              <a:t> </a:t>
            </a:r>
            <a:r>
              <a:rPr lang="ky-KG" sz="2200" dirty="0"/>
              <a:t>ар биринде шоколадтын тилкеси бар эле</a:t>
            </a:r>
            <a:r>
              <a:rPr lang="en-GB" sz="2200" dirty="0"/>
              <a:t>.</a:t>
            </a:r>
          </a:p>
          <a:p>
            <a:pPr algn="ctr"/>
            <a:r>
              <a:rPr lang="ru-RU" sz="2200" dirty="0"/>
              <a:t>Берилген сандарга караганда кимиси көп жеди,</a:t>
            </a:r>
          </a:p>
          <a:p>
            <a:pPr algn="ctr"/>
            <a:r>
              <a:rPr lang="ru-RU" sz="2200" dirty="0"/>
              <a:t> кимиси аз жеди?</a:t>
            </a:r>
            <a:endParaRPr lang="en-GB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E8F914-ED48-47FE-B17E-9FCCB6BE9BC7}"/>
              </a:ext>
            </a:extLst>
          </p:cNvPr>
          <p:cNvSpPr txBox="1"/>
          <p:nvPr/>
        </p:nvSpPr>
        <p:spPr>
          <a:xfrm>
            <a:off x="953493" y="5945618"/>
            <a:ext cx="79990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Бөлчөктөр, Ондуктар </a:t>
            </a:r>
            <a:r>
              <a:rPr lang="ky-KG" sz="2200" dirty="0"/>
              <a:t>жана</a:t>
            </a:r>
            <a:r>
              <a:rPr lang="ky-KG" sz="2200" b="1" dirty="0"/>
              <a:t> Пайыздар </a:t>
            </a:r>
          </a:p>
          <a:p>
            <a:pPr algn="ctr"/>
            <a:r>
              <a:rPr lang="ky-KG" sz="2200" dirty="0"/>
              <a:t>бир бүтүн сандын бөлүктөрүн көрсөтүүнүн ар кандай жолдору</a:t>
            </a:r>
            <a:r>
              <a:rPr lang="ky-KG" sz="2200" b="1" dirty="0"/>
              <a:t>.</a:t>
            </a:r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14DF9-6C79-48E7-B063-FE2CF8BCB52D}"/>
              </a:ext>
            </a:extLst>
          </p:cNvPr>
          <p:cNvSpPr txBox="1"/>
          <p:nvPr/>
        </p:nvSpPr>
        <p:spPr>
          <a:xfrm>
            <a:off x="311606" y="4773879"/>
            <a:ext cx="19439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Гүкү</a:t>
            </a:r>
            <a:r>
              <a:rPr lang="en-GB" sz="2200" dirty="0"/>
              <a:t> </a:t>
            </a:r>
            <a:r>
              <a:rPr lang="en-GB" sz="2200" b="1" dirty="0"/>
              <a:t>45%</a:t>
            </a:r>
            <a:r>
              <a:rPr lang="ky-KG" sz="2200" dirty="0"/>
              <a:t> жеди</a:t>
            </a:r>
            <a:endParaRPr lang="en-GB" sz="2200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2C081D3-74F3-4AAE-B366-B57C42119FD8}"/>
              </a:ext>
            </a:extLst>
          </p:cNvPr>
          <p:cNvGrpSpPr/>
          <p:nvPr/>
        </p:nvGrpSpPr>
        <p:grpSpPr>
          <a:xfrm>
            <a:off x="2586887" y="4720831"/>
            <a:ext cx="7116763" cy="945287"/>
            <a:chOff x="2586887" y="4720831"/>
            <a:chExt cx="7116763" cy="94528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91A94F2-2447-41BA-A837-6242B394D8F6}"/>
                </a:ext>
              </a:extLst>
            </p:cNvPr>
            <p:cNvCxnSpPr>
              <a:cxnSpLocks/>
            </p:cNvCxnSpPr>
            <p:nvPr/>
          </p:nvCxnSpPr>
          <p:spPr>
            <a:xfrm>
              <a:off x="3252168" y="4986066"/>
              <a:ext cx="557184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EABA2EE-A174-47CE-9540-C74C0A2B2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169" y="4720831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B6FA934-0461-47A0-B7B0-E448CA780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74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370114D-63D9-4292-B718-F43DAC9E5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131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724FD94-2B0B-4795-A246-B5872BF7ED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419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46C7E1-F482-4C66-9FDF-8DE396421C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64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DC3B32D-A8CC-4C08-AB29-BA1B7007D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823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D09E15-CAF3-4E84-8312-4977A204B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334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93DA62-7FF4-4851-B693-0035F5F2E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249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40F8EB-1E77-4A96-AE1D-9662EDEE4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79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6241891-41D2-47F1-ADC6-3F3A5C1C6E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26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397565F-76D6-415B-95A9-F28889FEB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601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6A63CE-E839-4795-B153-DC5466E084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090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EC3377-9283-489E-ADB8-EF8058951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46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2D38B7-1BF7-4542-9CE5-D0637A40A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961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D8F569-9DEE-4120-9D4A-2EC5D5CB0B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791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A301094-4F0A-410C-8A45-F8EA212C2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451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F779D7-7B17-46A4-AA34-F54C4CCE0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83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2CCE5E9-54C5-43E2-B955-33714F12EA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515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1BEA19C-4779-4024-B81E-01397FDFC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738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AD599AB-1026-4306-93F9-B115FC495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568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CED8461-E328-42F9-8472-E4F94796E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313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C22FED-E684-4489-A0E5-4FD62264B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75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C8C7265-D6E3-4BBD-8CDC-F7404959AB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08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349C35E-C9EC-4123-A30A-66ADC1EEF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240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0DBCACF-3EFA-4F22-8CCC-AEB3975A4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589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4D064E-05A5-404E-B52F-22B1E5F7A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504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16615BA-9EE4-486F-9059-9FBE7FBF1A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876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350435A-A405-425B-98FF-1013E28B1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994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71FC83B-1006-4BE4-AA53-041D52F18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111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E765637-1BEF-433C-9E76-5B09D7778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686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6E8FA22-80BA-42FC-AA28-5411BA793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908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524DE0B-8E6F-4B2C-8D79-AA361301B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196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4A47CA9-B7C5-412E-83AC-3CF5DFD97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398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E7670A7-861B-4420-92A9-EB60183B0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803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FCFF9C-78D5-4D75-8F9E-D182855C8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78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F3C1190-0D38-443A-9D1E-C0426F25F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867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FA650EC-A9FF-43BA-99F8-689AA2C65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06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A938896-B371-4A06-AABF-E6AED52E4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536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9F0A0FF-EF2A-4596-980C-DB785FC185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281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F1AB971-CC4C-42C5-934E-B3FEDAE0BB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771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65606A3-456E-4E31-A418-F95F5481F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718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8AD5A6-E8F7-4735-B5FB-2B71530C7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293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BE27781-5F54-416A-B2A2-CB194CC8B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143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F1C2A03-0E21-40AA-9FC3-B1E91E7AE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345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F3213AA-EABB-4CD5-BFB7-341B0A246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005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1AC8F6B-350D-41B7-B26E-A362BA941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52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DE9BF6D-F120-4A78-A316-23C5A0506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527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2BACCC4-AEA1-4562-9ADD-02E9896DC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762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C5958B-AA74-4037-9044-50AF7FCAB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621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8E43C86-27D3-49F8-9104-54A7E2E357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366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C12BA48-575E-4939-8574-646980CB9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53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4C19B8-1764-4CB5-9823-2252B1D5A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73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DDEB412-5649-42A6-BBE4-D1AE29D96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463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A0577D3-5A30-4F09-AA9E-531BCFB7FB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80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AA08C1F-57C2-425B-95CC-A274A7E91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888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597FB7B-7561-4C7C-8B1E-403041BBA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633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78D3A4E-BC30-4410-95E7-3C9D4987F9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920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64395C2-9C4A-468D-898B-86F6FB286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97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2703F17-BB42-4DE5-9292-0CC833989F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559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B8DB00D-1109-4D50-AE1E-C1BF1069E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422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B005B39-69E9-48F3-948B-8F4F389F8C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856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B429E4-D515-4A7D-8FAE-7C4D5053B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058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96CB6FD-C2D1-4900-92FC-E67402D65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260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D2A7217-D103-46F6-A82E-ED94FE913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665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598329E-31DC-4381-980D-20C88F829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5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1054EDE-8B32-4B4F-B68F-1F3FD1F83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017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E3DD876-BB0C-465E-8B82-2C9DE9688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495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58CFDD6-9EDA-4937-8DBF-40D6A7470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782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42E607A-01D2-4C4C-ABD2-ADB8F1C86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070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3567F6-E54B-403F-A38E-2138FB975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49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09D8FC8-7811-4ABA-8243-740FADC18C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539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F5F1496-E501-41D9-BADB-026F12DE5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199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DB0B7B5-C7F8-479D-9465-605B25532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941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2AE3826-3B31-4B5A-9F96-434E81AAA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228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18B20F3-95A3-4A6C-9DA4-E32EF572C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30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F856878-4216-486B-A1E7-D5210E876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750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C4EEA66-4086-4330-B8A9-6AE2EA0DD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325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F00A3E1-FC26-4D32-ABC3-35127E690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15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F0C031D-8C7E-45D3-8126-0A065EADD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122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B7C271E-F6DA-44F1-8688-9DD51BAA5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410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9AAE669-CABF-4294-B80B-DBD9DE31C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612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B30BBF4-1EB4-4C83-A0E8-4B2BD579E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219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7F056B7-09E3-49D2-9BC3-C7D9A711B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166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64776BC-1E43-49FA-BCF9-6E615FACD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284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900027-0BFD-4C28-B6BB-3162117783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48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D62C258-8225-4F3D-95F6-630AAA849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835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8594A90-950E-4632-9667-251EADE44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037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BA89035-04EB-4E49-9579-88D85C1D9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900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EDF2FA0-8388-4B81-8537-84AD5DA53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677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821A760-177B-470B-9F9B-602548FE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624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557DEB0-C2F0-48C3-8DD3-C00734876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644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4C9966F-93A6-40E1-8CD9-192699E7C4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304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FC329C7-1270-47E3-B4EE-2619225E4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879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9D991CB-F957-4A7D-9302-F03269C5AE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911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E596F50-B541-4220-9883-8D897FAD0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14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4441DC9-E84D-4196-8C1E-7336CE64C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943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E160B45-2D2A-49F0-A27C-18E4266B3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29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E53FAB5-DCA5-4E85-A2D7-A134EEE9B5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42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F0D1599-12EB-4552-A29F-0C7A313D8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389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02C6008-E1A0-456E-8F59-56D1EE149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794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84EEA39-5A9B-45D4-B0FF-1725E2C162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87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6A903B3-4B8D-466E-BF29-C1EE26458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507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63A8C46-3EB2-4E4C-99F8-2DC8C7406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996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4E01F39-84B3-44A5-874B-9465A4F3D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102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ED10BD8-82E0-42F0-B1F8-F60F0D293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964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BA3DA25-A651-4909-ADE8-6602EB67C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272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C175B53-82D2-4D75-8884-54A8ED6F3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32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0EF27E7-A35E-42F2-B341-866BE4DC1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081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3692022-F989-4A7F-AC78-15EAB43A0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741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918CB6D-EC84-46A1-8F7C-55C693B97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028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66016EE-8DD9-4E9B-92CC-20B3FC46BF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357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02370E6B-62C4-4E59-A117-1675A91A2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34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ECD159C-C93D-45C7-8DA3-8DC7CFC8C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985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81D4FAA-5B99-4181-AFF5-6160F0CC1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74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8C91267-8232-4E5B-8D74-61B0CA54E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251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1175AD7-8AD2-4884-A582-D21B67D20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369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8AABB0B-EEE1-4AB8-8825-AB0203757C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571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1DFAF4-D861-459B-BF87-9A870D8D3B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847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8545DC5-33B0-4211-9967-8F23DBB13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709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E85558C-B7A0-4813-B08E-6F76C602A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826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FA4F4E7-EDA2-4332-8DB7-8CEDE391DB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592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090DFDE-C795-4611-A2B0-F4EE1CE8A6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36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7B5BC65-F3EA-45E2-9E37-E2C067F76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454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09F7AE8-82C5-4C9E-A568-493D933A5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656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CE76ED7-F468-433E-8370-EE72DC9FF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86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6DF9F85-18D9-401D-A846-79840F9BC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013" y="4720831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8E1CDB2-E56A-4D84-8692-0111F4D1BE51}"/>
                </a:ext>
              </a:extLst>
            </p:cNvPr>
            <p:cNvSpPr txBox="1"/>
            <p:nvPr/>
          </p:nvSpPr>
          <p:spPr>
            <a:xfrm>
              <a:off x="4103862" y="5266008"/>
              <a:ext cx="38684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000" dirty="0">
                  <a:solidFill>
                    <a:srgbClr val="FF0000"/>
                  </a:solidFill>
                </a:rPr>
                <a:t>Пайыз (100 бөлүктөрү)</a:t>
              </a:r>
              <a:endParaRPr lang="en-GB" sz="2000" dirty="0">
                <a:solidFill>
                  <a:srgbClr val="FF0000"/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10B6327-9FC0-4956-9BB1-6EE02F0985BA}"/>
                </a:ext>
              </a:extLst>
            </p:cNvPr>
            <p:cNvSpPr txBox="1"/>
            <p:nvPr/>
          </p:nvSpPr>
          <p:spPr>
            <a:xfrm>
              <a:off x="8889003" y="4786010"/>
              <a:ext cx="81464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100%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236E2F3-552F-4D14-820E-A38C178CB4A9}"/>
                </a:ext>
              </a:extLst>
            </p:cNvPr>
            <p:cNvSpPr txBox="1"/>
            <p:nvPr/>
          </p:nvSpPr>
          <p:spPr>
            <a:xfrm>
              <a:off x="2586887" y="4786010"/>
              <a:ext cx="5293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0%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825A5A-B034-4474-9213-91B33DA15B57}"/>
                  </a:ext>
                </a:extLst>
              </p:cNvPr>
              <p:cNvSpPr txBox="1"/>
              <p:nvPr/>
            </p:nvSpPr>
            <p:spPr>
              <a:xfrm>
                <a:off x="346231" y="1552706"/>
                <a:ext cx="1874744" cy="802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2200" dirty="0"/>
                  <a:t>Канат</a:t>
                </a:r>
                <a:r>
                  <a:rPr lang="en-GB" sz="22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ky-KG" sz="2200" b="1" dirty="0"/>
                  <a:t> </a:t>
                </a:r>
                <a:r>
                  <a:rPr lang="ky-KG" sz="2200" dirty="0"/>
                  <a:t>жеди</a:t>
                </a:r>
                <a:endParaRPr lang="en-GB" sz="2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825A5A-B034-4474-9213-91B33DA15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31" y="1552706"/>
                <a:ext cx="1874744" cy="802399"/>
              </a:xfrm>
              <a:prstGeom prst="rect">
                <a:avLst/>
              </a:prstGeom>
              <a:blipFill>
                <a:blip r:embed="rId3"/>
                <a:stretch>
                  <a:fillRect l="-3909" r="-3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67222B-C94D-4076-949D-1473BF5755AC}"/>
              </a:ext>
            </a:extLst>
          </p:cNvPr>
          <p:cNvSpPr txBox="1"/>
          <p:nvPr/>
        </p:nvSpPr>
        <p:spPr>
          <a:xfrm>
            <a:off x="358093" y="3237606"/>
            <a:ext cx="18510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Саку </a:t>
            </a:r>
            <a:r>
              <a:rPr lang="en-GB" sz="2200" b="1" dirty="0"/>
              <a:t>0.4</a:t>
            </a:r>
            <a:r>
              <a:rPr lang="ky-KG" sz="2200" dirty="0"/>
              <a:t> жеди</a:t>
            </a:r>
            <a:endParaRPr lang="en-GB" sz="2200" dirty="0"/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6F26C1C-B87E-4E1A-811B-F95A269501D1}"/>
              </a:ext>
            </a:extLst>
          </p:cNvPr>
          <p:cNvGrpSpPr/>
          <p:nvPr/>
        </p:nvGrpSpPr>
        <p:grpSpPr>
          <a:xfrm>
            <a:off x="2687876" y="3201593"/>
            <a:ext cx="6772117" cy="942058"/>
            <a:chOff x="2687876" y="3201593"/>
            <a:chExt cx="6772117" cy="94205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98B1DF4-98D3-4E3D-8649-402BA985B841}"/>
                </a:ext>
              </a:extLst>
            </p:cNvPr>
            <p:cNvCxnSpPr>
              <a:cxnSpLocks/>
            </p:cNvCxnSpPr>
            <p:nvPr/>
          </p:nvCxnSpPr>
          <p:spPr>
            <a:xfrm>
              <a:off x="3252168" y="3466828"/>
              <a:ext cx="557184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CB68F02D-723A-402A-ABBB-738683AFB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168" y="3201593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D74E033-8E3B-4867-AF83-6274D716A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353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C39D301-1EB1-4744-AB03-D27E0113C6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537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8E2E913-D1A0-4F54-9AD6-0DC8C70B9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3722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3EFAD94-9AD3-4AA9-BF7D-C1994A264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0906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E3A15E8-9065-4EBF-BD79-9D5FF5EB6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8091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0730296-ED0F-47A2-909A-432FE1E14D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5275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8DA05F3-C748-44FA-A9CF-AFF0D5DEE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2460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D126690-A6A0-4BF2-9F2D-5C82624880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9644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A4DB331-1BEC-4007-8BBA-2DA4B552E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6829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5F37D3A-14F2-4998-BED6-2C4869A87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013" y="3201593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5FCE8A4-7B03-4438-86C2-A877A2F800A5}"/>
                </a:ext>
              </a:extLst>
            </p:cNvPr>
            <p:cNvSpPr txBox="1"/>
            <p:nvPr/>
          </p:nvSpPr>
          <p:spPr>
            <a:xfrm>
              <a:off x="9132659" y="3228372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1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072588E8-CFFA-499F-811A-254B1AACD939}"/>
                </a:ext>
              </a:extLst>
            </p:cNvPr>
            <p:cNvSpPr txBox="1"/>
            <p:nvPr/>
          </p:nvSpPr>
          <p:spPr>
            <a:xfrm>
              <a:off x="2687876" y="322837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0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27C87B5A-D52F-4D6C-B3A9-E1DE4F518324}"/>
                </a:ext>
              </a:extLst>
            </p:cNvPr>
            <p:cNvSpPr txBox="1"/>
            <p:nvPr/>
          </p:nvSpPr>
          <p:spPr>
            <a:xfrm>
              <a:off x="3430468" y="3743541"/>
              <a:ext cx="52152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000" dirty="0">
                  <a:solidFill>
                    <a:srgbClr val="FF0000"/>
                  </a:solidFill>
                </a:rPr>
                <a:t>Ондук (ондун, жүздөн бир бөлүгү ж.б.)</a:t>
              </a:r>
              <a:endParaRPr lang="en-GB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93E981F-E8E1-4177-875F-CCD3F9DDE2BE}"/>
              </a:ext>
            </a:extLst>
          </p:cNvPr>
          <p:cNvGrpSpPr/>
          <p:nvPr/>
        </p:nvGrpSpPr>
        <p:grpSpPr>
          <a:xfrm>
            <a:off x="2462143" y="1544154"/>
            <a:ext cx="6986189" cy="1085023"/>
            <a:chOff x="2462143" y="1544154"/>
            <a:chExt cx="6986189" cy="108502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DB0F9B-932C-42AE-A685-BB297EC8392F}"/>
                </a:ext>
              </a:extLst>
            </p:cNvPr>
            <p:cNvCxnSpPr>
              <a:cxnSpLocks/>
            </p:cNvCxnSpPr>
            <p:nvPr/>
          </p:nvCxnSpPr>
          <p:spPr>
            <a:xfrm>
              <a:off x="3252168" y="1947590"/>
              <a:ext cx="557184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90E8DF4-DB1E-40A5-BDB4-4DA331321B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0054" y="1682355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2FF7B000-1F3B-49CD-93C2-24887A8C37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2846" y="1767590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F9C7ABE-40DF-426E-B75F-12D8CDF77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5638" y="1767590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EB1ECDF-CA5D-4B35-B9A8-85F61185B7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8430" y="1767590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EF0AA10-A41F-4715-9234-EBAD7A3DE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1222" y="1767590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D4BD408-D26A-4518-9413-619C7A542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013" y="1682355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DD07E73-152F-4415-8B34-8299F916EB8A}"/>
                    </a:ext>
                  </a:extLst>
                </p:cNvPr>
                <p:cNvSpPr txBox="1"/>
                <p:nvPr/>
              </p:nvSpPr>
              <p:spPr>
                <a:xfrm>
                  <a:off x="8880549" y="1544154"/>
                  <a:ext cx="567783" cy="7988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400" dirty="0">
                      <a:solidFill>
                        <a:schemeClr val="bg1"/>
                      </a:solidFill>
                    </a:rPr>
                    <a:t>F</a:t>
                  </a:r>
                  <a:r>
                    <a:rPr lang="en-GB" sz="24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3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DD07E73-152F-4415-8B34-8299F916E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0549" y="1544154"/>
                  <a:ext cx="567783" cy="798873"/>
                </a:xfrm>
                <a:prstGeom prst="rect">
                  <a:avLst/>
                </a:prstGeom>
                <a:blipFill>
                  <a:blip r:embed="rId4"/>
                  <a:stretch>
                    <a:fillRect l="-17204" b="-76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A201F363-ADE4-49DF-BD11-E5B96F224780}"/>
                    </a:ext>
                  </a:extLst>
                </p:cNvPr>
                <p:cNvSpPr txBox="1"/>
                <p:nvPr/>
              </p:nvSpPr>
              <p:spPr>
                <a:xfrm>
                  <a:off x="2462143" y="1552706"/>
                  <a:ext cx="567784" cy="7897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400" dirty="0">
                      <a:solidFill>
                        <a:schemeClr val="bg1"/>
                      </a:solidFill>
                    </a:rPr>
                    <a:t>F</a:t>
                  </a:r>
                  <a:r>
                    <a:rPr lang="en-GB" sz="24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3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32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A201F363-ADE4-49DF-BD11-E5B96F224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2143" y="1552706"/>
                  <a:ext cx="567784" cy="789768"/>
                </a:xfrm>
                <a:prstGeom prst="rect">
                  <a:avLst/>
                </a:prstGeom>
                <a:blipFill>
                  <a:blip r:embed="rId5"/>
                  <a:stretch>
                    <a:fillRect l="-17204" b="-155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6630B646-AE7C-4676-A1B4-C6551AF76D28}"/>
                </a:ext>
              </a:extLst>
            </p:cNvPr>
            <p:cNvSpPr txBox="1"/>
            <p:nvPr/>
          </p:nvSpPr>
          <p:spPr>
            <a:xfrm>
              <a:off x="4103862" y="2213679"/>
              <a:ext cx="3868457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000" dirty="0">
                  <a:solidFill>
                    <a:srgbClr val="FF0000"/>
                  </a:solidFill>
                </a:rPr>
                <a:t>Бөлчөк (бүтүндүн бөлүктөрү)</a:t>
              </a:r>
              <a:endParaRPr lang="en-GB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820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  <p:bldP spid="181" grpId="0" animBg="1"/>
      <p:bldP spid="18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79">
            <a:extLst>
              <a:ext uri="{FF2B5EF4-FFF2-40B4-BE49-F238E27FC236}">
                <a16:creationId xmlns:a16="http://schemas.microsoft.com/office/drawing/2014/main" id="{DE0FB318-AD7B-488B-B3C9-DF3379D9AE2F}"/>
              </a:ext>
            </a:extLst>
          </p:cNvPr>
          <p:cNvSpPr/>
          <p:nvPr/>
        </p:nvSpPr>
        <p:spPr>
          <a:xfrm>
            <a:off x="3257688" y="1688123"/>
            <a:ext cx="4180604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E8DE655-25BD-4B01-A2DC-234A3E1F87A2}"/>
              </a:ext>
            </a:extLst>
          </p:cNvPr>
          <p:cNvSpPr/>
          <p:nvPr/>
        </p:nvSpPr>
        <p:spPr>
          <a:xfrm>
            <a:off x="3257688" y="3200399"/>
            <a:ext cx="4461958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072D9D2-3B65-4C10-A238-8C4EA6E18C15}"/>
              </a:ext>
            </a:extLst>
          </p:cNvPr>
          <p:cNvSpPr/>
          <p:nvPr/>
        </p:nvSpPr>
        <p:spPr>
          <a:xfrm>
            <a:off x="3257688" y="4730260"/>
            <a:ext cx="3820120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14DF9-6C79-48E7-B063-FE2CF8BCB52D}"/>
              </a:ext>
            </a:extLst>
          </p:cNvPr>
          <p:cNvSpPr txBox="1"/>
          <p:nvPr/>
        </p:nvSpPr>
        <p:spPr>
          <a:xfrm>
            <a:off x="311605" y="4773879"/>
            <a:ext cx="19439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Гүкү</a:t>
            </a:r>
            <a:r>
              <a:rPr lang="en-GB" sz="2200" dirty="0"/>
              <a:t> </a:t>
            </a:r>
            <a:r>
              <a:rPr lang="ky-KG" sz="2200" b="1" dirty="0"/>
              <a:t>68</a:t>
            </a:r>
            <a:r>
              <a:rPr lang="en-GB" sz="2200" b="1" dirty="0"/>
              <a:t>%</a:t>
            </a:r>
            <a:r>
              <a:rPr lang="ky-KG" sz="2200" dirty="0"/>
              <a:t> жеди</a:t>
            </a:r>
            <a:endParaRPr lang="en-GB"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18E3DB-8635-4AAF-A281-FF93DB519620}"/>
              </a:ext>
            </a:extLst>
          </p:cNvPr>
          <p:cNvGrpSpPr/>
          <p:nvPr/>
        </p:nvGrpSpPr>
        <p:grpSpPr>
          <a:xfrm>
            <a:off x="2586887" y="4720831"/>
            <a:ext cx="7116763" cy="530470"/>
            <a:chOff x="2586887" y="4720831"/>
            <a:chExt cx="7116763" cy="53047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91A94F2-2447-41BA-A837-6242B394D8F6}"/>
                </a:ext>
              </a:extLst>
            </p:cNvPr>
            <p:cNvCxnSpPr>
              <a:cxnSpLocks/>
            </p:cNvCxnSpPr>
            <p:nvPr/>
          </p:nvCxnSpPr>
          <p:spPr>
            <a:xfrm>
              <a:off x="3252168" y="4986066"/>
              <a:ext cx="557184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EABA2EE-A174-47CE-9540-C74C0A2B2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169" y="4720831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B6FA934-0461-47A0-B7B0-E448CA780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74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370114D-63D9-4292-B718-F43DAC9E5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131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724FD94-2B0B-4795-A246-B5872BF7ED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419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46C7E1-F482-4C66-9FDF-8DE396421C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64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DC3B32D-A8CC-4C08-AB29-BA1B7007D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823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D09E15-CAF3-4E84-8312-4977A204B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334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93DA62-7FF4-4851-B693-0035F5F2E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249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40F8EB-1E77-4A96-AE1D-9662EDEE4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79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6241891-41D2-47F1-ADC6-3F3A5C1C6E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26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397565F-76D6-415B-95A9-F28889FEB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601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6A63CE-E839-4795-B153-DC5466E084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090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EC3377-9283-489E-ADB8-EF8058951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46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2D38B7-1BF7-4542-9CE5-D0637A40A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961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D8F569-9DEE-4120-9D4A-2EC5D5CB0B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791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A301094-4F0A-410C-8A45-F8EA212C2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451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F779D7-7B17-46A4-AA34-F54C4CCE0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83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2CCE5E9-54C5-43E2-B955-33714F12EA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515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1BEA19C-4779-4024-B81E-01397FDFC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738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AD599AB-1026-4306-93F9-B115FC495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568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CED8461-E328-42F9-8472-E4F94796E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313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C22FED-E684-4489-A0E5-4FD62264B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75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C8C7265-D6E3-4BBD-8CDC-F7404959AB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08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349C35E-C9EC-4123-A30A-66ADC1EEF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240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0DBCACF-3EFA-4F22-8CCC-AEB3975A4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589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4D064E-05A5-404E-B52F-22B1E5F7A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504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16615BA-9EE4-486F-9059-9FBE7FBF1A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876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350435A-A405-425B-98FF-1013E28B1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994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71FC83B-1006-4BE4-AA53-041D52F18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111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E765637-1BEF-433C-9E76-5B09D7778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686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6E8FA22-80BA-42FC-AA28-5411BA793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908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524DE0B-8E6F-4B2C-8D79-AA361301B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196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4A47CA9-B7C5-412E-83AC-3CF5DFD97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398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E7670A7-861B-4420-92A9-EB60183B0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803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FCFF9C-78D5-4D75-8F9E-D182855C8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78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F3C1190-0D38-443A-9D1E-C0426F25F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867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FA650EC-A9FF-43BA-99F8-689AA2C65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06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A938896-B371-4A06-AABF-E6AED52E4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536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9F0A0FF-EF2A-4596-980C-DB785FC185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281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F1AB971-CC4C-42C5-934E-B3FEDAE0BB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771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65606A3-456E-4E31-A418-F95F5481F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718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8AD5A6-E8F7-4735-B5FB-2B71530C7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293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BE27781-5F54-416A-B2A2-CB194CC8B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143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F1C2A03-0E21-40AA-9FC3-B1E91E7AE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345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F3213AA-EABB-4CD5-BFB7-341B0A246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005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1AC8F6B-350D-41B7-B26E-A362BA941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52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DE9BF6D-F120-4A78-A316-23C5A0506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527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2BACCC4-AEA1-4562-9ADD-02E9896DC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762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C5958B-AA74-4037-9044-50AF7FCAB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621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8E43C86-27D3-49F8-9104-54A7E2E357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366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C12BA48-575E-4939-8574-646980CB9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53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4C19B8-1764-4CB5-9823-2252B1D5A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73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DDEB412-5649-42A6-BBE4-D1AE29D96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463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A0577D3-5A30-4F09-AA9E-531BCFB7FB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80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AA08C1F-57C2-425B-95CC-A274A7E91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888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597FB7B-7561-4C7C-8B1E-403041BBA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633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78D3A4E-BC30-4410-95E7-3C9D4987F9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920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64395C2-9C4A-468D-898B-86F6FB286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97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2703F17-BB42-4DE5-9292-0CC833989F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559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B8DB00D-1109-4D50-AE1E-C1BF1069E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422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B005B39-69E9-48F3-948B-8F4F389F8C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856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B429E4-D515-4A7D-8FAE-7C4D5053B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058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96CB6FD-C2D1-4900-92FC-E67402D65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260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D2A7217-D103-46F6-A82E-ED94FE913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665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598329E-31DC-4381-980D-20C88F829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55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1054EDE-8B32-4B4F-B68F-1F3FD1F83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017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E3DD876-BB0C-465E-8B82-2C9DE9688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495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58CFDD6-9EDA-4937-8DBF-40D6A7470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782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42E607A-01D2-4C4C-ABD2-ADB8F1C86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070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3567F6-E54B-403F-A38E-2138FB975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49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09D8FC8-7811-4ABA-8243-740FADC18C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539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F5F1496-E501-41D9-BADB-026F12DE5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199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DB0B7B5-C7F8-479D-9465-605B25532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941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2AE3826-3B31-4B5A-9F96-434E81AAA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228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18B20F3-95A3-4A6C-9DA4-E32EF572C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30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F856878-4216-486B-A1E7-D5210E876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750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C4EEA66-4086-4330-B8A9-6AE2EA0DD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325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F00A3E1-FC26-4D32-ABC3-35127E690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15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F0C031D-8C7E-45D3-8126-0A065EADD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122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B7C271E-F6DA-44F1-8688-9DD51BAA5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410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9AAE669-CABF-4294-B80B-DBD9DE31C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612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B30BBF4-1EB4-4C83-A0E8-4B2BD579E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219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7F056B7-09E3-49D2-9BC3-C7D9A711B4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166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64776BC-1E43-49FA-BCF9-6E615FACD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284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900027-0BFD-4C28-B6BB-3162117783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48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D62C258-8225-4F3D-95F6-630AAA849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835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8594A90-950E-4632-9667-251EADE44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037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BA89035-04EB-4E49-9579-88D85C1D9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900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EDF2FA0-8388-4B81-8537-84AD5DA53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677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821A760-177B-470B-9F9B-602548FE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624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557DEB0-C2F0-48C3-8DD3-C00734876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644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4C9966F-93A6-40E1-8CD9-192699E7C4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304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FC329C7-1270-47E3-B4EE-2619225E4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879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9D991CB-F957-4A7D-9302-F03269C5AE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911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E596F50-B541-4220-9883-8D897FAD0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14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4441DC9-E84D-4196-8C1E-7336CE64C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943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E160B45-2D2A-49F0-A27C-18E4266B3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29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E53FAB5-DCA5-4E85-A2D7-A134EEE9B5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42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F0D1599-12EB-4552-A29F-0C7A313D8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389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02C6008-E1A0-456E-8F59-56D1EE149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794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84EEA39-5A9B-45D4-B0FF-1725E2C162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87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6A903B3-4B8D-466E-BF29-C1EE26458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507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63A8C46-3EB2-4E4C-99F8-2DC8C7406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9967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4E01F39-84B3-44A5-874B-9465A4F3D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102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ED10BD8-82E0-42F0-B1F8-F60F0D293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964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BA3DA25-A651-4909-ADE8-6602EB67C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272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C175B53-82D2-4D75-8884-54A8ED6F3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32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0EF27E7-A35E-42F2-B341-866BE4DC1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081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3692022-F989-4A7F-AC78-15EAB43A0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741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918CB6D-EC84-46A1-8F7C-55C693B97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028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66016EE-8DD9-4E9B-92CC-20B3FC46BF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357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02370E6B-62C4-4E59-A117-1675A91A2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34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ECD159C-C93D-45C7-8DA3-8DC7CFC8C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985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81D4FAA-5B99-4181-AFF5-6160F0CC1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748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8C91267-8232-4E5B-8D74-61B0CA54E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251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1175AD7-8AD2-4884-A582-D21B67D20B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3691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8AABB0B-EEE1-4AB8-8825-AB0203757C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571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1DFAF4-D861-459B-BF87-9A870D8D3B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847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8545DC5-33B0-4211-9967-8F23DBB13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7093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E85558C-B7A0-4813-B08E-6F76C602A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8266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FA4F4E7-EDA2-4332-8DB7-8CEDE391DB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5920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090DFDE-C795-4611-A2B0-F4EE1CE8A6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369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7B5BC65-F3EA-45E2-9E37-E2C067F76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4542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09F7AE8-82C5-4C9E-A568-493D933A5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6565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CE76ED7-F468-433E-8370-EE72DC9FF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864" y="480606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6DF9F85-18D9-401D-A846-79840F9BC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013" y="4720831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10B6327-9FC0-4956-9BB1-6EE02F0985BA}"/>
                </a:ext>
              </a:extLst>
            </p:cNvPr>
            <p:cNvSpPr txBox="1"/>
            <p:nvPr/>
          </p:nvSpPr>
          <p:spPr>
            <a:xfrm>
              <a:off x="8889003" y="4786010"/>
              <a:ext cx="81464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100%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236E2F3-552F-4D14-820E-A38C178CB4A9}"/>
                </a:ext>
              </a:extLst>
            </p:cNvPr>
            <p:cNvSpPr txBox="1"/>
            <p:nvPr/>
          </p:nvSpPr>
          <p:spPr>
            <a:xfrm>
              <a:off x="2586887" y="4786010"/>
              <a:ext cx="5293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0%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825A5A-B034-4474-9213-91B33DA15B57}"/>
                  </a:ext>
                </a:extLst>
              </p:cNvPr>
              <p:cNvSpPr txBox="1"/>
              <p:nvPr/>
            </p:nvSpPr>
            <p:spPr>
              <a:xfrm>
                <a:off x="258120" y="1624398"/>
                <a:ext cx="1993366" cy="1051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2200" dirty="0"/>
                  <a:t>Канат</a:t>
                </a:r>
                <a:r>
                  <a:rPr lang="en-GB" sz="2200" dirty="0"/>
                  <a:t> </a:t>
                </a:r>
                <a:r>
                  <a:rPr lang="ky-KG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ky-KG" sz="28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1" i="1" dirty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y-KG" sz="2400" b="1" dirty="0"/>
                  <a:t> </a:t>
                </a:r>
                <a:r>
                  <a:rPr lang="ky-KG" sz="2200" dirty="0"/>
                  <a:t>жеди</a:t>
                </a:r>
                <a:endParaRPr lang="en-GB" sz="2200" dirty="0"/>
              </a:p>
              <a:p>
                <a:pPr algn="ctr"/>
                <a:r>
                  <a:rPr lang="en-GB" sz="2200" dirty="0"/>
                  <a:t>   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825A5A-B034-4474-9213-91B33DA15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20" y="1624398"/>
                <a:ext cx="1993366" cy="1051313"/>
              </a:xfrm>
              <a:prstGeom prst="rect">
                <a:avLst/>
              </a:prstGeom>
              <a:blipFill>
                <a:blip r:embed="rId2"/>
                <a:stretch>
                  <a:fillRect l="-3670" r="-3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67222B-C94D-4076-949D-1473BF5755AC}"/>
              </a:ext>
            </a:extLst>
          </p:cNvPr>
          <p:cNvSpPr txBox="1"/>
          <p:nvPr/>
        </p:nvSpPr>
        <p:spPr>
          <a:xfrm>
            <a:off x="358093" y="3237606"/>
            <a:ext cx="18510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Саку </a:t>
            </a:r>
            <a:r>
              <a:rPr lang="en-GB" sz="2200" b="1" dirty="0"/>
              <a:t>0.</a:t>
            </a:r>
            <a:r>
              <a:rPr lang="ky-KG" sz="2200" b="1" dirty="0"/>
              <a:t>8</a:t>
            </a:r>
            <a:r>
              <a:rPr lang="ky-KG" sz="2200" dirty="0"/>
              <a:t> жеди</a:t>
            </a:r>
            <a:endParaRPr lang="en-GB" sz="2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EA13E3-AEC0-481C-9331-88A56AEEC734}"/>
              </a:ext>
            </a:extLst>
          </p:cNvPr>
          <p:cNvGrpSpPr/>
          <p:nvPr/>
        </p:nvGrpSpPr>
        <p:grpSpPr>
          <a:xfrm>
            <a:off x="2687876" y="3201593"/>
            <a:ext cx="6772117" cy="530470"/>
            <a:chOff x="2687876" y="3201593"/>
            <a:chExt cx="6772117" cy="53047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98B1DF4-98D3-4E3D-8649-402BA985B841}"/>
                </a:ext>
              </a:extLst>
            </p:cNvPr>
            <p:cNvCxnSpPr>
              <a:cxnSpLocks/>
            </p:cNvCxnSpPr>
            <p:nvPr/>
          </p:nvCxnSpPr>
          <p:spPr>
            <a:xfrm>
              <a:off x="3252168" y="3466828"/>
              <a:ext cx="557184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CB68F02D-723A-402A-ABBB-738683AFB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168" y="3201593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D74E033-8E3B-4867-AF83-6274D716A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353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C39D301-1EB1-4744-AB03-D27E0113C6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537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8E2E913-D1A0-4F54-9AD6-0DC8C70B9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3722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3EFAD94-9AD3-4AA9-BF7D-C1994A264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0906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E3A15E8-9065-4EBF-BD79-9D5FF5EB6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8091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0730296-ED0F-47A2-909A-432FE1E14D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5275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8DA05F3-C748-44FA-A9CF-AFF0D5DEE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2460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D126690-A6A0-4BF2-9F2D-5C82624880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9644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A4DB331-1BEC-4007-8BBA-2DA4B552E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6829" y="3286828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5F37D3A-14F2-4998-BED6-2C4869A87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013" y="3201593"/>
              <a:ext cx="0" cy="53047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5FCE8A4-7B03-4438-86C2-A877A2F800A5}"/>
                </a:ext>
              </a:extLst>
            </p:cNvPr>
            <p:cNvSpPr txBox="1"/>
            <p:nvPr/>
          </p:nvSpPr>
          <p:spPr>
            <a:xfrm>
              <a:off x="9132659" y="3228372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1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072588E8-CFFA-499F-811A-254B1AACD939}"/>
                </a:ext>
              </a:extLst>
            </p:cNvPr>
            <p:cNvSpPr txBox="1"/>
            <p:nvPr/>
          </p:nvSpPr>
          <p:spPr>
            <a:xfrm>
              <a:off x="2687876" y="322837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/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9937462-FDD6-4512-8DA8-AE7CA6E6A5FB}"/>
              </a:ext>
            </a:extLst>
          </p:cNvPr>
          <p:cNvGrpSpPr/>
          <p:nvPr/>
        </p:nvGrpSpPr>
        <p:grpSpPr>
          <a:xfrm>
            <a:off x="2462143" y="1544154"/>
            <a:ext cx="6986189" cy="798873"/>
            <a:chOff x="2462143" y="1544154"/>
            <a:chExt cx="6986189" cy="79887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DB0F9B-932C-42AE-A685-BB297EC8392F}"/>
                </a:ext>
              </a:extLst>
            </p:cNvPr>
            <p:cNvCxnSpPr>
              <a:cxnSpLocks/>
            </p:cNvCxnSpPr>
            <p:nvPr/>
          </p:nvCxnSpPr>
          <p:spPr>
            <a:xfrm>
              <a:off x="3252168" y="1947590"/>
              <a:ext cx="557184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BEB2A7D-4DD6-482A-B432-2A60332653A9}"/>
                </a:ext>
              </a:extLst>
            </p:cNvPr>
            <p:cNvGrpSpPr/>
            <p:nvPr/>
          </p:nvGrpSpPr>
          <p:grpSpPr>
            <a:xfrm>
              <a:off x="2462143" y="1544154"/>
              <a:ext cx="6986189" cy="798873"/>
              <a:chOff x="2462143" y="1544154"/>
              <a:chExt cx="6986189" cy="798873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E90E8DF4-DB1E-40A5-BDB4-4DA331321B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60054" y="1682355"/>
                <a:ext cx="0" cy="53047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2FF7B000-1F3B-49CD-93C2-24887A8C37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1044" y="1767590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1EB1ECDF-CA5D-4B35-B9A8-85F61185B7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42034" y="1767590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EF0AA10-A41F-4715-9234-EBAD7A3DE0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33024" y="1767590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AD4BD408-D26A-4518-9413-619C7A542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4013" y="1682355"/>
                <a:ext cx="0" cy="53047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7DD07E73-152F-4415-8B34-8299F916EB8A}"/>
                      </a:ext>
                    </a:extLst>
                  </p:cNvPr>
                  <p:cNvSpPr txBox="1"/>
                  <p:nvPr/>
                </p:nvSpPr>
                <p:spPr>
                  <a:xfrm>
                    <a:off x="8880549" y="1544154"/>
                    <a:ext cx="567783" cy="79887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sz="2400" dirty="0">
                        <a:solidFill>
                          <a:schemeClr val="bg1"/>
                        </a:solidFill>
                      </a:rPr>
                      <a:t>F</a:t>
                    </a:r>
                    <a:r>
                      <a:rPr lang="en-GB" sz="2400" dirty="0"/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GB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7DD07E73-152F-4415-8B34-8299F916EB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0549" y="1544154"/>
                    <a:ext cx="567783" cy="79887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720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id="{A201F363-ADE4-49DF-BD11-E5B96F224780}"/>
                      </a:ext>
                    </a:extLst>
                  </p:cNvPr>
                  <p:cNvSpPr txBox="1"/>
                  <p:nvPr/>
                </p:nvSpPr>
                <p:spPr>
                  <a:xfrm>
                    <a:off x="2462143" y="1552706"/>
                    <a:ext cx="567784" cy="7897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sz="2400" dirty="0">
                        <a:solidFill>
                          <a:schemeClr val="bg1"/>
                        </a:solidFill>
                      </a:rPr>
                      <a:t>F</a:t>
                    </a:r>
                    <a:r>
                      <a:rPr lang="en-GB" sz="2400" dirty="0"/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GB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GB" sz="32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a14:m>
                    <a:endParaRPr lang="en-GB" sz="3200" dirty="0"/>
                  </a:p>
                </p:txBody>
              </p:sp>
            </mc:Choice>
            <mc:Fallback xmlns=""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id="{A201F363-ADE4-49DF-BD11-E5B96F2247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62143" y="1552706"/>
                    <a:ext cx="567784" cy="78976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204" b="-155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76" name="Picture 175">
            <a:extLst>
              <a:ext uri="{FF2B5EF4-FFF2-40B4-BE49-F238E27FC236}">
                <a16:creationId xmlns:a16="http://schemas.microsoft.com/office/drawing/2014/main" id="{5AA88904-C0AD-40A1-B421-9669B1B139C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37" t="25000" r="32350" b="25384"/>
          <a:stretch/>
        </p:blipFill>
        <p:spPr>
          <a:xfrm rot="17859294">
            <a:off x="409450" y="96103"/>
            <a:ext cx="1024616" cy="143150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A1FE39ED-35DA-4A9D-8F91-F971FD1F8D60}"/>
              </a:ext>
            </a:extLst>
          </p:cNvPr>
          <p:cNvSpPr txBox="1"/>
          <p:nvPr/>
        </p:nvSpPr>
        <p:spPr>
          <a:xfrm>
            <a:off x="1444034" y="100710"/>
            <a:ext cx="83411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Канатта</a:t>
            </a:r>
            <a:r>
              <a:rPr lang="en-GB" sz="2200" dirty="0"/>
              <a:t>, </a:t>
            </a:r>
            <a:r>
              <a:rPr lang="ky-KG" sz="2200" dirty="0"/>
              <a:t>Сакуда</a:t>
            </a:r>
            <a:r>
              <a:rPr lang="en-GB" sz="2200" dirty="0"/>
              <a:t> &amp; </a:t>
            </a:r>
            <a:r>
              <a:rPr lang="ky-KG" sz="2200" dirty="0"/>
              <a:t>Гүкүдө </a:t>
            </a:r>
            <a:r>
              <a:rPr lang="en-GB" sz="2200" dirty="0"/>
              <a:t> </a:t>
            </a:r>
            <a:r>
              <a:rPr lang="ky-KG" sz="2200" dirty="0"/>
              <a:t>ар биринде шоколадтын тилкеси бар эле</a:t>
            </a:r>
            <a:r>
              <a:rPr lang="en-GB" sz="2200" dirty="0"/>
              <a:t>.</a:t>
            </a:r>
          </a:p>
          <a:p>
            <a:pPr algn="ctr"/>
            <a:r>
              <a:rPr lang="ru-RU" sz="2200" dirty="0"/>
              <a:t>Берилген сандарга караганда кимиси көп жеди,</a:t>
            </a:r>
          </a:p>
          <a:p>
            <a:pPr algn="ctr"/>
            <a:r>
              <a:rPr lang="ru-RU" sz="2200" dirty="0"/>
              <a:t> кимиси аз жеди?</a:t>
            </a:r>
            <a:endParaRPr lang="en-GB" sz="2200" dirty="0"/>
          </a:p>
          <a:p>
            <a:pPr algn="ctr"/>
            <a:endParaRPr lang="en-GB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5953C-765A-9645-2B03-7E3E9884E74A}"/>
              </a:ext>
            </a:extLst>
          </p:cNvPr>
          <p:cNvSpPr txBox="1"/>
          <p:nvPr/>
        </p:nvSpPr>
        <p:spPr>
          <a:xfrm>
            <a:off x="953493" y="5945618"/>
            <a:ext cx="79990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Бөлчөктөр, Ондуктар </a:t>
            </a:r>
            <a:r>
              <a:rPr lang="ky-KG" sz="2200" dirty="0"/>
              <a:t>жана</a:t>
            </a:r>
            <a:r>
              <a:rPr lang="ky-KG" sz="2200" b="1" dirty="0"/>
              <a:t> Пайыздар </a:t>
            </a:r>
          </a:p>
          <a:p>
            <a:pPr algn="ctr"/>
            <a:r>
              <a:rPr lang="ky-KG" sz="2200" dirty="0"/>
              <a:t>бир бүтүн сандын бөлүктөрүн көрсөтүүнүн ар кандай жолдору</a:t>
            </a:r>
            <a:r>
              <a:rPr lang="ky-KG" sz="2200" b="1" dirty="0"/>
              <a:t>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20737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  <p:bldP spid="181" grpId="0" animBg="1"/>
      <p:bldP spid="18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79">
            <a:extLst>
              <a:ext uri="{FF2B5EF4-FFF2-40B4-BE49-F238E27FC236}">
                <a16:creationId xmlns:a16="http://schemas.microsoft.com/office/drawing/2014/main" id="{DE0FB318-AD7B-488B-B3C9-DF3379D9AE2F}"/>
              </a:ext>
            </a:extLst>
          </p:cNvPr>
          <p:cNvSpPr/>
          <p:nvPr/>
        </p:nvSpPr>
        <p:spPr>
          <a:xfrm>
            <a:off x="3257688" y="1676568"/>
            <a:ext cx="1564248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E8F914-ED48-47FE-B17E-9FCCB6BE9BC7}"/>
              </a:ext>
            </a:extLst>
          </p:cNvPr>
          <p:cNvSpPr txBox="1"/>
          <p:nvPr/>
        </p:nvSpPr>
        <p:spPr>
          <a:xfrm>
            <a:off x="2593113" y="5549964"/>
            <a:ext cx="471981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Муну сандык түрдө жасай алабызбы?</a:t>
            </a:r>
          </a:p>
          <a:p>
            <a:pPr algn="ctr"/>
            <a:endParaRPr lang="ky-KG" sz="2200" dirty="0"/>
          </a:p>
          <a:p>
            <a:pPr algn="ctr"/>
            <a:r>
              <a:rPr lang="ky-KG" sz="2200" dirty="0"/>
              <a:t>Муну кантип жеңилдетсек болот?</a:t>
            </a:r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14DF9-6C79-48E7-B063-FE2CF8BCB52D}"/>
              </a:ext>
            </a:extLst>
          </p:cNvPr>
          <p:cNvSpPr txBox="1"/>
          <p:nvPr/>
        </p:nvSpPr>
        <p:spPr>
          <a:xfrm>
            <a:off x="311605" y="4773879"/>
            <a:ext cx="19439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Гүкү</a:t>
            </a:r>
            <a:r>
              <a:rPr lang="en-GB" sz="2200" dirty="0"/>
              <a:t> </a:t>
            </a:r>
            <a:r>
              <a:rPr lang="ky-KG" sz="2200" b="1" dirty="0"/>
              <a:t>52</a:t>
            </a:r>
            <a:r>
              <a:rPr lang="en-GB" sz="2200" b="1" dirty="0"/>
              <a:t>%</a:t>
            </a:r>
            <a:r>
              <a:rPr lang="ky-KG" sz="2200" dirty="0"/>
              <a:t> жеди</a:t>
            </a:r>
            <a:endParaRPr lang="en-GB" sz="22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072D9D2-3B65-4C10-A238-8C4EA6E18C15}"/>
              </a:ext>
            </a:extLst>
          </p:cNvPr>
          <p:cNvSpPr/>
          <p:nvPr/>
        </p:nvSpPr>
        <p:spPr>
          <a:xfrm>
            <a:off x="3257688" y="4730260"/>
            <a:ext cx="2891652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1A94F2-2447-41BA-A837-6242B394D8F6}"/>
              </a:ext>
            </a:extLst>
          </p:cNvPr>
          <p:cNvCxnSpPr>
            <a:cxnSpLocks/>
          </p:cNvCxnSpPr>
          <p:nvPr/>
        </p:nvCxnSpPr>
        <p:spPr>
          <a:xfrm>
            <a:off x="3252168" y="4986066"/>
            <a:ext cx="557184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ABA2EE-A174-47CE-9540-C74C0A2B2389}"/>
              </a:ext>
            </a:extLst>
          </p:cNvPr>
          <p:cNvCxnSpPr>
            <a:cxnSpLocks/>
          </p:cNvCxnSpPr>
          <p:nvPr/>
        </p:nvCxnSpPr>
        <p:spPr>
          <a:xfrm flipV="1">
            <a:off x="3252169" y="4720831"/>
            <a:ext cx="0" cy="53047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6FA934-0461-47A0-B7B0-E448CA7803B5}"/>
              </a:ext>
            </a:extLst>
          </p:cNvPr>
          <p:cNvCxnSpPr>
            <a:cxnSpLocks/>
          </p:cNvCxnSpPr>
          <p:nvPr/>
        </p:nvCxnSpPr>
        <p:spPr>
          <a:xfrm flipV="1">
            <a:off x="329674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70114D-63D9-4292-B718-F43DAC9E5AC4}"/>
              </a:ext>
            </a:extLst>
          </p:cNvPr>
          <p:cNvCxnSpPr>
            <a:cxnSpLocks/>
          </p:cNvCxnSpPr>
          <p:nvPr/>
        </p:nvCxnSpPr>
        <p:spPr>
          <a:xfrm flipV="1">
            <a:off x="334131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24FD94-2B0B-4795-A246-B5872BF7ED3D}"/>
              </a:ext>
            </a:extLst>
          </p:cNvPr>
          <p:cNvCxnSpPr>
            <a:cxnSpLocks/>
          </p:cNvCxnSpPr>
          <p:nvPr/>
        </p:nvCxnSpPr>
        <p:spPr>
          <a:xfrm flipV="1">
            <a:off x="356419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46C7E1-F482-4C66-9FDF-8DE396421C07}"/>
              </a:ext>
            </a:extLst>
          </p:cNvPr>
          <p:cNvCxnSpPr>
            <a:cxnSpLocks/>
          </p:cNvCxnSpPr>
          <p:nvPr/>
        </p:nvCxnSpPr>
        <p:spPr>
          <a:xfrm flipV="1">
            <a:off x="383164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C3B32D-A8CC-4C08-AB29-BA1B7007D734}"/>
              </a:ext>
            </a:extLst>
          </p:cNvPr>
          <p:cNvCxnSpPr>
            <a:cxnSpLocks/>
          </p:cNvCxnSpPr>
          <p:nvPr/>
        </p:nvCxnSpPr>
        <p:spPr>
          <a:xfrm flipV="1">
            <a:off x="418823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D09E15-CAF3-4E84-8312-4977A204BBA9}"/>
              </a:ext>
            </a:extLst>
          </p:cNvPr>
          <p:cNvCxnSpPr>
            <a:cxnSpLocks/>
          </p:cNvCxnSpPr>
          <p:nvPr/>
        </p:nvCxnSpPr>
        <p:spPr>
          <a:xfrm flipV="1">
            <a:off x="365334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93DA62-7FF4-4851-B693-0035F5F2E673}"/>
              </a:ext>
            </a:extLst>
          </p:cNvPr>
          <p:cNvCxnSpPr>
            <a:cxnSpLocks/>
          </p:cNvCxnSpPr>
          <p:nvPr/>
        </p:nvCxnSpPr>
        <p:spPr>
          <a:xfrm flipV="1">
            <a:off x="374249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40F8EB-1E77-4A96-AE1D-9662EDEE45BE}"/>
              </a:ext>
            </a:extLst>
          </p:cNvPr>
          <p:cNvCxnSpPr>
            <a:cxnSpLocks/>
          </p:cNvCxnSpPr>
          <p:nvPr/>
        </p:nvCxnSpPr>
        <p:spPr>
          <a:xfrm flipV="1">
            <a:off x="392079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241891-41D2-47F1-ADC6-3F3A5C1C6E11}"/>
              </a:ext>
            </a:extLst>
          </p:cNvPr>
          <p:cNvCxnSpPr>
            <a:cxnSpLocks/>
          </p:cNvCxnSpPr>
          <p:nvPr/>
        </p:nvCxnSpPr>
        <p:spPr>
          <a:xfrm flipV="1">
            <a:off x="450026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97565F-76D6-415B-95A9-F28889FEBF61}"/>
              </a:ext>
            </a:extLst>
          </p:cNvPr>
          <p:cNvCxnSpPr>
            <a:cxnSpLocks/>
          </p:cNvCxnSpPr>
          <p:nvPr/>
        </p:nvCxnSpPr>
        <p:spPr>
          <a:xfrm flipV="1">
            <a:off x="494601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6A63CE-E839-4795-B153-DC5466E084F6}"/>
              </a:ext>
            </a:extLst>
          </p:cNvPr>
          <p:cNvCxnSpPr>
            <a:cxnSpLocks/>
          </p:cNvCxnSpPr>
          <p:nvPr/>
        </p:nvCxnSpPr>
        <p:spPr>
          <a:xfrm flipV="1">
            <a:off x="548090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EC3377-9283-489E-ADB8-EF805895199B}"/>
              </a:ext>
            </a:extLst>
          </p:cNvPr>
          <p:cNvCxnSpPr>
            <a:cxnSpLocks/>
          </p:cNvCxnSpPr>
          <p:nvPr/>
        </p:nvCxnSpPr>
        <p:spPr>
          <a:xfrm flipV="1">
            <a:off x="343046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2D38B7-1BF7-4542-9CE5-D0637A40A0A0}"/>
              </a:ext>
            </a:extLst>
          </p:cNvPr>
          <p:cNvCxnSpPr>
            <a:cxnSpLocks/>
          </p:cNvCxnSpPr>
          <p:nvPr/>
        </p:nvCxnSpPr>
        <p:spPr>
          <a:xfrm flipV="1">
            <a:off x="351961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D8F569-9DEE-4120-9D4A-2EC5D5CB0BA1}"/>
              </a:ext>
            </a:extLst>
          </p:cNvPr>
          <p:cNvCxnSpPr>
            <a:cxnSpLocks/>
          </p:cNvCxnSpPr>
          <p:nvPr/>
        </p:nvCxnSpPr>
        <p:spPr>
          <a:xfrm flipV="1">
            <a:off x="369791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301094-4F0A-410C-8A45-F8EA212C2E90}"/>
              </a:ext>
            </a:extLst>
          </p:cNvPr>
          <p:cNvCxnSpPr>
            <a:cxnSpLocks/>
          </p:cNvCxnSpPr>
          <p:nvPr/>
        </p:nvCxnSpPr>
        <p:spPr>
          <a:xfrm flipV="1">
            <a:off x="405451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BF779D7-7B17-46A4-AA34-F54C4CCE046C}"/>
              </a:ext>
            </a:extLst>
          </p:cNvPr>
          <p:cNvCxnSpPr>
            <a:cxnSpLocks/>
          </p:cNvCxnSpPr>
          <p:nvPr/>
        </p:nvCxnSpPr>
        <p:spPr>
          <a:xfrm flipV="1">
            <a:off x="454483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2CCE5E9-54C5-43E2-B955-33714F12EA12}"/>
              </a:ext>
            </a:extLst>
          </p:cNvPr>
          <p:cNvCxnSpPr>
            <a:cxnSpLocks/>
          </p:cNvCxnSpPr>
          <p:nvPr/>
        </p:nvCxnSpPr>
        <p:spPr>
          <a:xfrm flipV="1">
            <a:off x="503515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BEA19C-4779-4024-B81E-01397FDFCA85}"/>
              </a:ext>
            </a:extLst>
          </p:cNvPr>
          <p:cNvCxnSpPr>
            <a:cxnSpLocks/>
          </p:cNvCxnSpPr>
          <p:nvPr/>
        </p:nvCxnSpPr>
        <p:spPr>
          <a:xfrm flipV="1">
            <a:off x="427738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AD599AB-1026-4306-93F9-B115FC495C69}"/>
              </a:ext>
            </a:extLst>
          </p:cNvPr>
          <p:cNvCxnSpPr>
            <a:cxnSpLocks/>
          </p:cNvCxnSpPr>
          <p:nvPr/>
        </p:nvCxnSpPr>
        <p:spPr>
          <a:xfrm flipV="1">
            <a:off x="445568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ED8461-E328-42F9-8472-E4F94796E2BC}"/>
              </a:ext>
            </a:extLst>
          </p:cNvPr>
          <p:cNvCxnSpPr>
            <a:cxnSpLocks/>
          </p:cNvCxnSpPr>
          <p:nvPr/>
        </p:nvCxnSpPr>
        <p:spPr>
          <a:xfrm flipV="1">
            <a:off x="472313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3C22FED-E684-4489-A0E5-4FD62264B38B}"/>
              </a:ext>
            </a:extLst>
          </p:cNvPr>
          <p:cNvCxnSpPr>
            <a:cxnSpLocks/>
          </p:cNvCxnSpPr>
          <p:nvPr/>
        </p:nvCxnSpPr>
        <p:spPr>
          <a:xfrm flipV="1">
            <a:off x="539175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8C7265-D6E3-4BBD-8CDC-F7404959AB67}"/>
              </a:ext>
            </a:extLst>
          </p:cNvPr>
          <p:cNvCxnSpPr>
            <a:cxnSpLocks/>
          </p:cNvCxnSpPr>
          <p:nvPr/>
        </p:nvCxnSpPr>
        <p:spPr>
          <a:xfrm flipV="1">
            <a:off x="588208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49C35E-C9EC-4123-A30A-66ADC1EEF41D}"/>
              </a:ext>
            </a:extLst>
          </p:cNvPr>
          <p:cNvCxnSpPr>
            <a:cxnSpLocks/>
          </p:cNvCxnSpPr>
          <p:nvPr/>
        </p:nvCxnSpPr>
        <p:spPr>
          <a:xfrm flipV="1">
            <a:off x="637240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0DBCACF-3EFA-4F22-8CCC-AEB3975A447E}"/>
              </a:ext>
            </a:extLst>
          </p:cNvPr>
          <p:cNvCxnSpPr>
            <a:cxnSpLocks/>
          </p:cNvCxnSpPr>
          <p:nvPr/>
        </p:nvCxnSpPr>
        <p:spPr>
          <a:xfrm flipV="1">
            <a:off x="338589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34D064E-05A5-404E-B52F-22B1E5F7AD02}"/>
              </a:ext>
            </a:extLst>
          </p:cNvPr>
          <p:cNvCxnSpPr>
            <a:cxnSpLocks/>
          </p:cNvCxnSpPr>
          <p:nvPr/>
        </p:nvCxnSpPr>
        <p:spPr>
          <a:xfrm flipV="1">
            <a:off x="347504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16615BA-9EE4-486F-9059-9FBE7FBF1A01}"/>
              </a:ext>
            </a:extLst>
          </p:cNvPr>
          <p:cNvCxnSpPr>
            <a:cxnSpLocks/>
          </p:cNvCxnSpPr>
          <p:nvPr/>
        </p:nvCxnSpPr>
        <p:spPr>
          <a:xfrm flipV="1">
            <a:off x="360876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350435A-A405-425B-98FF-1013E28B1CC2}"/>
              </a:ext>
            </a:extLst>
          </p:cNvPr>
          <p:cNvCxnSpPr>
            <a:cxnSpLocks/>
          </p:cNvCxnSpPr>
          <p:nvPr/>
        </p:nvCxnSpPr>
        <p:spPr>
          <a:xfrm flipV="1">
            <a:off x="400994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71FC83B-1006-4BE4-AA53-041D52F18F44}"/>
              </a:ext>
            </a:extLst>
          </p:cNvPr>
          <p:cNvCxnSpPr>
            <a:cxnSpLocks/>
          </p:cNvCxnSpPr>
          <p:nvPr/>
        </p:nvCxnSpPr>
        <p:spPr>
          <a:xfrm flipV="1">
            <a:off x="441111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E765637-1BEF-433C-9E76-5B09D77788A7}"/>
              </a:ext>
            </a:extLst>
          </p:cNvPr>
          <p:cNvCxnSpPr>
            <a:cxnSpLocks/>
          </p:cNvCxnSpPr>
          <p:nvPr/>
        </p:nvCxnSpPr>
        <p:spPr>
          <a:xfrm flipV="1">
            <a:off x="485686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6E8FA22-80BA-42FC-AA28-5411BA793448}"/>
              </a:ext>
            </a:extLst>
          </p:cNvPr>
          <p:cNvCxnSpPr>
            <a:cxnSpLocks/>
          </p:cNvCxnSpPr>
          <p:nvPr/>
        </p:nvCxnSpPr>
        <p:spPr>
          <a:xfrm flipV="1">
            <a:off x="409908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24DE0B-8E6F-4B2C-8D79-AA361301B136}"/>
              </a:ext>
            </a:extLst>
          </p:cNvPr>
          <p:cNvCxnSpPr>
            <a:cxnSpLocks/>
          </p:cNvCxnSpPr>
          <p:nvPr/>
        </p:nvCxnSpPr>
        <p:spPr>
          <a:xfrm flipV="1">
            <a:off x="432196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4A47CA9-B7C5-412E-83AC-3CF5DFD979FA}"/>
              </a:ext>
            </a:extLst>
          </p:cNvPr>
          <p:cNvCxnSpPr>
            <a:cxnSpLocks/>
          </p:cNvCxnSpPr>
          <p:nvPr/>
        </p:nvCxnSpPr>
        <p:spPr>
          <a:xfrm flipV="1">
            <a:off x="463398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7670A7-861B-4420-92A9-EB60183B0398}"/>
              </a:ext>
            </a:extLst>
          </p:cNvPr>
          <p:cNvCxnSpPr>
            <a:cxnSpLocks/>
          </p:cNvCxnSpPr>
          <p:nvPr/>
        </p:nvCxnSpPr>
        <p:spPr>
          <a:xfrm flipV="1">
            <a:off x="525803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7FCFF9C-78D5-4D75-8F9E-D182855C8006}"/>
              </a:ext>
            </a:extLst>
          </p:cNvPr>
          <p:cNvCxnSpPr>
            <a:cxnSpLocks/>
          </p:cNvCxnSpPr>
          <p:nvPr/>
        </p:nvCxnSpPr>
        <p:spPr>
          <a:xfrm flipV="1">
            <a:off x="570378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3C1190-0D38-443A-9D1E-C0426F25F5FF}"/>
              </a:ext>
            </a:extLst>
          </p:cNvPr>
          <p:cNvCxnSpPr>
            <a:cxnSpLocks/>
          </p:cNvCxnSpPr>
          <p:nvPr/>
        </p:nvCxnSpPr>
        <p:spPr>
          <a:xfrm flipV="1">
            <a:off x="623867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FA650EC-A9FF-43BA-99F8-689AA2C6516D}"/>
              </a:ext>
            </a:extLst>
          </p:cNvPr>
          <p:cNvCxnSpPr>
            <a:cxnSpLocks/>
          </p:cNvCxnSpPr>
          <p:nvPr/>
        </p:nvCxnSpPr>
        <p:spPr>
          <a:xfrm flipV="1">
            <a:off x="378706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938896-B371-4A06-AABF-E6AED52E4BCB}"/>
              </a:ext>
            </a:extLst>
          </p:cNvPr>
          <p:cNvCxnSpPr>
            <a:cxnSpLocks/>
          </p:cNvCxnSpPr>
          <p:nvPr/>
        </p:nvCxnSpPr>
        <p:spPr>
          <a:xfrm flipV="1">
            <a:off x="396536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9F0A0FF-EF2A-4596-980C-DB785FC18575}"/>
              </a:ext>
            </a:extLst>
          </p:cNvPr>
          <p:cNvCxnSpPr>
            <a:cxnSpLocks/>
          </p:cNvCxnSpPr>
          <p:nvPr/>
        </p:nvCxnSpPr>
        <p:spPr>
          <a:xfrm flipV="1">
            <a:off x="423281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F1AB971-CC4C-42C5-934E-B3FEDAE0BB16}"/>
              </a:ext>
            </a:extLst>
          </p:cNvPr>
          <p:cNvCxnSpPr>
            <a:cxnSpLocks/>
          </p:cNvCxnSpPr>
          <p:nvPr/>
        </p:nvCxnSpPr>
        <p:spPr>
          <a:xfrm flipV="1">
            <a:off x="476771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5606A3-456E-4E31-A418-F95F5481FF8F}"/>
              </a:ext>
            </a:extLst>
          </p:cNvPr>
          <p:cNvCxnSpPr>
            <a:cxnSpLocks/>
          </p:cNvCxnSpPr>
          <p:nvPr/>
        </p:nvCxnSpPr>
        <p:spPr>
          <a:xfrm flipV="1">
            <a:off x="534718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8AD5A6-E8F7-4735-B5FB-2B71530C7AC0}"/>
              </a:ext>
            </a:extLst>
          </p:cNvPr>
          <p:cNvCxnSpPr>
            <a:cxnSpLocks/>
          </p:cNvCxnSpPr>
          <p:nvPr/>
        </p:nvCxnSpPr>
        <p:spPr>
          <a:xfrm flipV="1">
            <a:off x="579293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E27781-5F54-416A-B2A2-CB194CC8B161}"/>
              </a:ext>
            </a:extLst>
          </p:cNvPr>
          <p:cNvCxnSpPr>
            <a:cxnSpLocks/>
          </p:cNvCxnSpPr>
          <p:nvPr/>
        </p:nvCxnSpPr>
        <p:spPr>
          <a:xfrm flipV="1">
            <a:off x="490143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F1C2A03-0E21-40AA-9FC3-B1E91E7AEC8E}"/>
              </a:ext>
            </a:extLst>
          </p:cNvPr>
          <p:cNvCxnSpPr>
            <a:cxnSpLocks/>
          </p:cNvCxnSpPr>
          <p:nvPr/>
        </p:nvCxnSpPr>
        <p:spPr>
          <a:xfrm flipV="1">
            <a:off x="521345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F3213AA-EABB-4CD5-BFB7-341B0A2468FA}"/>
              </a:ext>
            </a:extLst>
          </p:cNvPr>
          <p:cNvCxnSpPr>
            <a:cxnSpLocks/>
          </p:cNvCxnSpPr>
          <p:nvPr/>
        </p:nvCxnSpPr>
        <p:spPr>
          <a:xfrm flipV="1">
            <a:off x="557005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1AC8F6B-350D-41B7-B26E-A362BA941121}"/>
              </a:ext>
            </a:extLst>
          </p:cNvPr>
          <p:cNvCxnSpPr>
            <a:cxnSpLocks/>
          </p:cNvCxnSpPr>
          <p:nvPr/>
        </p:nvCxnSpPr>
        <p:spPr>
          <a:xfrm flipV="1">
            <a:off x="614952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E9BF6D-F120-4A78-A316-23C5A050694E}"/>
              </a:ext>
            </a:extLst>
          </p:cNvPr>
          <p:cNvCxnSpPr>
            <a:cxnSpLocks/>
          </p:cNvCxnSpPr>
          <p:nvPr/>
        </p:nvCxnSpPr>
        <p:spPr>
          <a:xfrm flipV="1">
            <a:off x="659527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2BACCC4-AEA1-4562-9ADD-02E9896DC87E}"/>
              </a:ext>
            </a:extLst>
          </p:cNvPr>
          <p:cNvCxnSpPr>
            <a:cxnSpLocks/>
          </p:cNvCxnSpPr>
          <p:nvPr/>
        </p:nvCxnSpPr>
        <p:spPr>
          <a:xfrm flipV="1">
            <a:off x="739762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FC5958B-AA74-4037-9044-50AF7FCABB23}"/>
              </a:ext>
            </a:extLst>
          </p:cNvPr>
          <p:cNvCxnSpPr>
            <a:cxnSpLocks/>
          </p:cNvCxnSpPr>
          <p:nvPr/>
        </p:nvCxnSpPr>
        <p:spPr>
          <a:xfrm flipV="1">
            <a:off x="387621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E43C86-27D3-49F8-9104-54A7E2E3574A}"/>
              </a:ext>
            </a:extLst>
          </p:cNvPr>
          <p:cNvCxnSpPr>
            <a:cxnSpLocks/>
          </p:cNvCxnSpPr>
          <p:nvPr/>
        </p:nvCxnSpPr>
        <p:spPr>
          <a:xfrm flipV="1">
            <a:off x="414366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C12BA48-575E-4939-8574-646980CB9C5F}"/>
              </a:ext>
            </a:extLst>
          </p:cNvPr>
          <p:cNvCxnSpPr>
            <a:cxnSpLocks/>
          </p:cNvCxnSpPr>
          <p:nvPr/>
        </p:nvCxnSpPr>
        <p:spPr>
          <a:xfrm flipV="1">
            <a:off x="436653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A4C19B8-1764-4CB5-9823-2252B1D5AC36}"/>
              </a:ext>
            </a:extLst>
          </p:cNvPr>
          <p:cNvCxnSpPr>
            <a:cxnSpLocks/>
          </p:cNvCxnSpPr>
          <p:nvPr/>
        </p:nvCxnSpPr>
        <p:spPr>
          <a:xfrm flipV="1">
            <a:off x="507973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DDEB412-5649-42A6-BBE4-D1AE29D96B85}"/>
              </a:ext>
            </a:extLst>
          </p:cNvPr>
          <p:cNvCxnSpPr>
            <a:cxnSpLocks/>
          </p:cNvCxnSpPr>
          <p:nvPr/>
        </p:nvCxnSpPr>
        <p:spPr>
          <a:xfrm flipV="1">
            <a:off x="561463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0577D3-5A30-4F09-AA9E-531BCFB7FBE4}"/>
              </a:ext>
            </a:extLst>
          </p:cNvPr>
          <p:cNvCxnSpPr>
            <a:cxnSpLocks/>
          </p:cNvCxnSpPr>
          <p:nvPr/>
        </p:nvCxnSpPr>
        <p:spPr>
          <a:xfrm flipV="1">
            <a:off x="601580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A08C1F-57C2-425B-95CC-A274A7E91FA4}"/>
              </a:ext>
            </a:extLst>
          </p:cNvPr>
          <p:cNvCxnSpPr>
            <a:cxnSpLocks/>
          </p:cNvCxnSpPr>
          <p:nvPr/>
        </p:nvCxnSpPr>
        <p:spPr>
          <a:xfrm flipV="1">
            <a:off x="516888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97FB7B-7561-4C7C-8B1E-403041BBAC03}"/>
              </a:ext>
            </a:extLst>
          </p:cNvPr>
          <p:cNvCxnSpPr>
            <a:cxnSpLocks/>
          </p:cNvCxnSpPr>
          <p:nvPr/>
        </p:nvCxnSpPr>
        <p:spPr>
          <a:xfrm flipV="1">
            <a:off x="543633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78D3A4E-BC30-4410-95E7-3C9D4987F90D}"/>
              </a:ext>
            </a:extLst>
          </p:cNvPr>
          <p:cNvCxnSpPr>
            <a:cxnSpLocks/>
          </p:cNvCxnSpPr>
          <p:nvPr/>
        </p:nvCxnSpPr>
        <p:spPr>
          <a:xfrm flipV="1">
            <a:off x="565920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64395C2-9C4A-468D-898B-86F6FB286036}"/>
              </a:ext>
            </a:extLst>
          </p:cNvPr>
          <p:cNvCxnSpPr>
            <a:cxnSpLocks/>
          </p:cNvCxnSpPr>
          <p:nvPr/>
        </p:nvCxnSpPr>
        <p:spPr>
          <a:xfrm flipV="1">
            <a:off x="641697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2703F17-BB42-4DE5-9292-0CC833989F2E}"/>
              </a:ext>
            </a:extLst>
          </p:cNvPr>
          <p:cNvCxnSpPr>
            <a:cxnSpLocks/>
          </p:cNvCxnSpPr>
          <p:nvPr/>
        </p:nvCxnSpPr>
        <p:spPr>
          <a:xfrm flipV="1">
            <a:off x="708559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B8DB00D-1109-4D50-AE1E-C1BF1069E001}"/>
              </a:ext>
            </a:extLst>
          </p:cNvPr>
          <p:cNvCxnSpPr>
            <a:cxnSpLocks/>
          </p:cNvCxnSpPr>
          <p:nvPr/>
        </p:nvCxnSpPr>
        <p:spPr>
          <a:xfrm flipV="1">
            <a:off x="775422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B005B39-69E9-48F3-948B-8F4F389F8C98}"/>
              </a:ext>
            </a:extLst>
          </p:cNvPr>
          <p:cNvCxnSpPr>
            <a:cxnSpLocks/>
          </p:cNvCxnSpPr>
          <p:nvPr/>
        </p:nvCxnSpPr>
        <p:spPr>
          <a:xfrm flipV="1">
            <a:off x="467856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0B429E4-D515-4A7D-8FAE-7C4D5053BF09}"/>
              </a:ext>
            </a:extLst>
          </p:cNvPr>
          <p:cNvCxnSpPr>
            <a:cxnSpLocks/>
          </p:cNvCxnSpPr>
          <p:nvPr/>
        </p:nvCxnSpPr>
        <p:spPr>
          <a:xfrm flipV="1">
            <a:off x="499058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96CB6FD-C2D1-4900-92FC-E67402D658B1}"/>
              </a:ext>
            </a:extLst>
          </p:cNvPr>
          <p:cNvCxnSpPr>
            <a:cxnSpLocks/>
          </p:cNvCxnSpPr>
          <p:nvPr/>
        </p:nvCxnSpPr>
        <p:spPr>
          <a:xfrm flipV="1">
            <a:off x="530260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D2A7217-D103-46F6-A82E-ED94FE913F6F}"/>
              </a:ext>
            </a:extLst>
          </p:cNvPr>
          <p:cNvCxnSpPr>
            <a:cxnSpLocks/>
          </p:cNvCxnSpPr>
          <p:nvPr/>
        </p:nvCxnSpPr>
        <p:spPr>
          <a:xfrm flipV="1">
            <a:off x="592665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598329E-31DC-4381-980D-20C88F8298EE}"/>
              </a:ext>
            </a:extLst>
          </p:cNvPr>
          <p:cNvCxnSpPr>
            <a:cxnSpLocks/>
          </p:cNvCxnSpPr>
          <p:nvPr/>
        </p:nvCxnSpPr>
        <p:spPr>
          <a:xfrm flipV="1">
            <a:off x="646155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1054EDE-8B32-4B4F-B68F-1F3FD1F833D6}"/>
              </a:ext>
            </a:extLst>
          </p:cNvPr>
          <p:cNvCxnSpPr>
            <a:cxnSpLocks/>
          </p:cNvCxnSpPr>
          <p:nvPr/>
        </p:nvCxnSpPr>
        <p:spPr>
          <a:xfrm flipV="1">
            <a:off x="713017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E3DD876-BB0C-465E-8B82-2C9DE9688A61}"/>
              </a:ext>
            </a:extLst>
          </p:cNvPr>
          <p:cNvCxnSpPr>
            <a:cxnSpLocks/>
          </p:cNvCxnSpPr>
          <p:nvPr/>
        </p:nvCxnSpPr>
        <p:spPr>
          <a:xfrm flipV="1">
            <a:off x="610495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58CFDD6-9EDA-4937-8DBF-40D6A7470EFE}"/>
              </a:ext>
            </a:extLst>
          </p:cNvPr>
          <p:cNvCxnSpPr>
            <a:cxnSpLocks/>
          </p:cNvCxnSpPr>
          <p:nvPr/>
        </p:nvCxnSpPr>
        <p:spPr>
          <a:xfrm flipV="1">
            <a:off x="632782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42E607A-01D2-4C4C-ABD2-ADB8F1C86DE9}"/>
              </a:ext>
            </a:extLst>
          </p:cNvPr>
          <p:cNvCxnSpPr>
            <a:cxnSpLocks/>
          </p:cNvCxnSpPr>
          <p:nvPr/>
        </p:nvCxnSpPr>
        <p:spPr>
          <a:xfrm flipV="1">
            <a:off x="655070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43567F6-E54B-403F-A38E-2138FB975AAE}"/>
              </a:ext>
            </a:extLst>
          </p:cNvPr>
          <p:cNvCxnSpPr>
            <a:cxnSpLocks/>
          </p:cNvCxnSpPr>
          <p:nvPr/>
        </p:nvCxnSpPr>
        <p:spPr>
          <a:xfrm flipV="1">
            <a:off x="762049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09D8FC8-7811-4ABA-8243-740FADC18C0E}"/>
              </a:ext>
            </a:extLst>
          </p:cNvPr>
          <p:cNvCxnSpPr>
            <a:cxnSpLocks/>
          </p:cNvCxnSpPr>
          <p:nvPr/>
        </p:nvCxnSpPr>
        <p:spPr>
          <a:xfrm flipV="1">
            <a:off x="815539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F5F1496-E501-41D9-BADB-026F12DE5C75}"/>
              </a:ext>
            </a:extLst>
          </p:cNvPr>
          <p:cNvCxnSpPr>
            <a:cxnSpLocks/>
          </p:cNvCxnSpPr>
          <p:nvPr/>
        </p:nvCxnSpPr>
        <p:spPr>
          <a:xfrm flipV="1">
            <a:off x="851199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DB0B7B5-C7F8-479D-9465-605B255324CA}"/>
              </a:ext>
            </a:extLst>
          </p:cNvPr>
          <p:cNvCxnSpPr>
            <a:cxnSpLocks/>
          </p:cNvCxnSpPr>
          <p:nvPr/>
        </p:nvCxnSpPr>
        <p:spPr>
          <a:xfrm flipV="1">
            <a:off x="458941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2AE3826-3B31-4B5A-9F96-434E81AAA8FE}"/>
              </a:ext>
            </a:extLst>
          </p:cNvPr>
          <p:cNvCxnSpPr>
            <a:cxnSpLocks/>
          </p:cNvCxnSpPr>
          <p:nvPr/>
        </p:nvCxnSpPr>
        <p:spPr>
          <a:xfrm flipV="1">
            <a:off x="481228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18B20F3-95A3-4A6C-9DA4-E32EF572CF6B}"/>
              </a:ext>
            </a:extLst>
          </p:cNvPr>
          <p:cNvCxnSpPr>
            <a:cxnSpLocks/>
          </p:cNvCxnSpPr>
          <p:nvPr/>
        </p:nvCxnSpPr>
        <p:spPr>
          <a:xfrm flipV="1">
            <a:off x="512430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F856878-4216-486B-A1E7-D5210E876062}"/>
              </a:ext>
            </a:extLst>
          </p:cNvPr>
          <p:cNvCxnSpPr>
            <a:cxnSpLocks/>
          </p:cNvCxnSpPr>
          <p:nvPr/>
        </p:nvCxnSpPr>
        <p:spPr>
          <a:xfrm flipV="1">
            <a:off x="583750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C4EEA66-4086-4330-B8A9-6AE2EA0DDCC5}"/>
              </a:ext>
            </a:extLst>
          </p:cNvPr>
          <p:cNvCxnSpPr>
            <a:cxnSpLocks/>
          </p:cNvCxnSpPr>
          <p:nvPr/>
        </p:nvCxnSpPr>
        <p:spPr>
          <a:xfrm flipV="1">
            <a:off x="628325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F00A3E1-FC26-4D32-ABC3-35127E6907B8}"/>
              </a:ext>
            </a:extLst>
          </p:cNvPr>
          <p:cNvCxnSpPr>
            <a:cxnSpLocks/>
          </p:cNvCxnSpPr>
          <p:nvPr/>
        </p:nvCxnSpPr>
        <p:spPr>
          <a:xfrm flipV="1">
            <a:off x="681815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F0C031D-8C7E-45D3-8126-0A065EADD8E5}"/>
              </a:ext>
            </a:extLst>
          </p:cNvPr>
          <p:cNvCxnSpPr>
            <a:cxnSpLocks/>
          </p:cNvCxnSpPr>
          <p:nvPr/>
        </p:nvCxnSpPr>
        <p:spPr>
          <a:xfrm flipV="1">
            <a:off x="597122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B7C271E-F6DA-44F1-8688-9DD51BAA5A8C}"/>
              </a:ext>
            </a:extLst>
          </p:cNvPr>
          <p:cNvCxnSpPr>
            <a:cxnSpLocks/>
          </p:cNvCxnSpPr>
          <p:nvPr/>
        </p:nvCxnSpPr>
        <p:spPr>
          <a:xfrm flipV="1">
            <a:off x="619410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9AAE669-CABF-4294-B80B-DBD9DE31C211}"/>
              </a:ext>
            </a:extLst>
          </p:cNvPr>
          <p:cNvCxnSpPr>
            <a:cxnSpLocks/>
          </p:cNvCxnSpPr>
          <p:nvPr/>
        </p:nvCxnSpPr>
        <p:spPr>
          <a:xfrm flipV="1">
            <a:off x="650612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B30BBF4-1EB4-4C83-A0E8-4B2BD579EDA0}"/>
              </a:ext>
            </a:extLst>
          </p:cNvPr>
          <p:cNvCxnSpPr>
            <a:cxnSpLocks/>
          </p:cNvCxnSpPr>
          <p:nvPr/>
        </p:nvCxnSpPr>
        <p:spPr>
          <a:xfrm flipV="1">
            <a:off x="744219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7F056B7-09E3-49D2-9BC3-C7D9A711B408}"/>
              </a:ext>
            </a:extLst>
          </p:cNvPr>
          <p:cNvCxnSpPr>
            <a:cxnSpLocks/>
          </p:cNvCxnSpPr>
          <p:nvPr/>
        </p:nvCxnSpPr>
        <p:spPr>
          <a:xfrm flipV="1">
            <a:off x="802166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64776BC-1E43-49FA-BCF9-6E615FACD3BA}"/>
              </a:ext>
            </a:extLst>
          </p:cNvPr>
          <p:cNvCxnSpPr>
            <a:cxnSpLocks/>
          </p:cNvCxnSpPr>
          <p:nvPr/>
        </p:nvCxnSpPr>
        <p:spPr>
          <a:xfrm flipV="1">
            <a:off x="842284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2900027-0BFD-4C28-B6BB-316211778302}"/>
              </a:ext>
            </a:extLst>
          </p:cNvPr>
          <p:cNvCxnSpPr>
            <a:cxnSpLocks/>
          </p:cNvCxnSpPr>
          <p:nvPr/>
        </p:nvCxnSpPr>
        <p:spPr>
          <a:xfrm flipV="1">
            <a:off x="552548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D62C258-8225-4F3D-95F6-630AAA8490B7}"/>
              </a:ext>
            </a:extLst>
          </p:cNvPr>
          <p:cNvCxnSpPr>
            <a:cxnSpLocks/>
          </p:cNvCxnSpPr>
          <p:nvPr/>
        </p:nvCxnSpPr>
        <p:spPr>
          <a:xfrm flipV="1">
            <a:off x="574835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8594A90-950E-4632-9667-251EADE445AA}"/>
              </a:ext>
            </a:extLst>
          </p:cNvPr>
          <p:cNvCxnSpPr>
            <a:cxnSpLocks/>
          </p:cNvCxnSpPr>
          <p:nvPr/>
        </p:nvCxnSpPr>
        <p:spPr>
          <a:xfrm flipV="1">
            <a:off x="606037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BA89035-04EB-4E49-9579-88D85C1D9F5A}"/>
              </a:ext>
            </a:extLst>
          </p:cNvPr>
          <p:cNvCxnSpPr>
            <a:cxnSpLocks/>
          </p:cNvCxnSpPr>
          <p:nvPr/>
        </p:nvCxnSpPr>
        <p:spPr>
          <a:xfrm flipV="1">
            <a:off x="672900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EDF2FA0-8388-4B81-8537-84AD5DA53003}"/>
              </a:ext>
            </a:extLst>
          </p:cNvPr>
          <p:cNvCxnSpPr>
            <a:cxnSpLocks/>
          </p:cNvCxnSpPr>
          <p:nvPr/>
        </p:nvCxnSpPr>
        <p:spPr>
          <a:xfrm flipV="1">
            <a:off x="748677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821A760-177B-470B-9F9B-602548FEBA4C}"/>
              </a:ext>
            </a:extLst>
          </p:cNvPr>
          <p:cNvCxnSpPr>
            <a:cxnSpLocks/>
          </p:cNvCxnSpPr>
          <p:nvPr/>
        </p:nvCxnSpPr>
        <p:spPr>
          <a:xfrm flipV="1">
            <a:off x="806624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557DEB0-C2F0-48C3-8DD3-C00734876CDD}"/>
              </a:ext>
            </a:extLst>
          </p:cNvPr>
          <p:cNvCxnSpPr>
            <a:cxnSpLocks/>
          </p:cNvCxnSpPr>
          <p:nvPr/>
        </p:nvCxnSpPr>
        <p:spPr>
          <a:xfrm flipV="1">
            <a:off x="699644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4C9966F-93A6-40E1-8CD9-192699E7C4E8}"/>
              </a:ext>
            </a:extLst>
          </p:cNvPr>
          <p:cNvCxnSpPr>
            <a:cxnSpLocks/>
          </p:cNvCxnSpPr>
          <p:nvPr/>
        </p:nvCxnSpPr>
        <p:spPr>
          <a:xfrm flipV="1">
            <a:off x="735304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FC329C7-1270-47E3-B4EE-2619225E4EC9}"/>
              </a:ext>
            </a:extLst>
          </p:cNvPr>
          <p:cNvCxnSpPr>
            <a:cxnSpLocks/>
          </p:cNvCxnSpPr>
          <p:nvPr/>
        </p:nvCxnSpPr>
        <p:spPr>
          <a:xfrm flipV="1">
            <a:off x="779879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D991CB-F957-4A7D-9302-F03269C5AEE2}"/>
              </a:ext>
            </a:extLst>
          </p:cNvPr>
          <p:cNvCxnSpPr>
            <a:cxnSpLocks/>
          </p:cNvCxnSpPr>
          <p:nvPr/>
        </p:nvCxnSpPr>
        <p:spPr>
          <a:xfrm flipV="1">
            <a:off x="828911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E596F50-B541-4220-9883-8D897FAD03DD}"/>
              </a:ext>
            </a:extLst>
          </p:cNvPr>
          <p:cNvCxnSpPr>
            <a:cxnSpLocks/>
          </p:cNvCxnSpPr>
          <p:nvPr/>
        </p:nvCxnSpPr>
        <p:spPr>
          <a:xfrm flipV="1">
            <a:off x="860114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4441DC9-E84D-4196-8C1E-7336CE64C8FB}"/>
              </a:ext>
            </a:extLst>
          </p:cNvPr>
          <p:cNvCxnSpPr>
            <a:cxnSpLocks/>
          </p:cNvCxnSpPr>
          <p:nvPr/>
        </p:nvCxnSpPr>
        <p:spPr>
          <a:xfrm flipV="1">
            <a:off x="877943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E160B45-2D2A-49F0-A27C-18E4266B357D}"/>
              </a:ext>
            </a:extLst>
          </p:cNvPr>
          <p:cNvCxnSpPr>
            <a:cxnSpLocks/>
          </p:cNvCxnSpPr>
          <p:nvPr/>
        </p:nvCxnSpPr>
        <p:spPr>
          <a:xfrm flipV="1">
            <a:off x="690729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E53FAB5-DCA5-4E85-A2D7-A134EEE9B5C6}"/>
              </a:ext>
            </a:extLst>
          </p:cNvPr>
          <p:cNvCxnSpPr>
            <a:cxnSpLocks/>
          </p:cNvCxnSpPr>
          <p:nvPr/>
        </p:nvCxnSpPr>
        <p:spPr>
          <a:xfrm flipV="1">
            <a:off x="668442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F0D1599-12EB-4552-A29F-0C7A313D843B}"/>
              </a:ext>
            </a:extLst>
          </p:cNvPr>
          <p:cNvCxnSpPr>
            <a:cxnSpLocks/>
          </p:cNvCxnSpPr>
          <p:nvPr/>
        </p:nvCxnSpPr>
        <p:spPr>
          <a:xfrm flipV="1">
            <a:off x="726389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02C6008-E1A0-456E-8F59-56D1EE149E92}"/>
              </a:ext>
            </a:extLst>
          </p:cNvPr>
          <p:cNvCxnSpPr>
            <a:cxnSpLocks/>
          </p:cNvCxnSpPr>
          <p:nvPr/>
        </p:nvCxnSpPr>
        <p:spPr>
          <a:xfrm flipV="1">
            <a:off x="788794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84EEA39-5A9B-45D4-B0FF-1725E2C16262}"/>
              </a:ext>
            </a:extLst>
          </p:cNvPr>
          <p:cNvCxnSpPr>
            <a:cxnSpLocks/>
          </p:cNvCxnSpPr>
          <p:nvPr/>
        </p:nvCxnSpPr>
        <p:spPr>
          <a:xfrm flipV="1">
            <a:off x="695187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6A903B3-4B8D-466E-BF29-C1EE26458B49}"/>
              </a:ext>
            </a:extLst>
          </p:cNvPr>
          <p:cNvCxnSpPr>
            <a:cxnSpLocks/>
          </p:cNvCxnSpPr>
          <p:nvPr/>
        </p:nvCxnSpPr>
        <p:spPr>
          <a:xfrm flipV="1">
            <a:off x="766507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63A8C46-3EB2-4E4C-99F8-2DC8C7406460}"/>
              </a:ext>
            </a:extLst>
          </p:cNvPr>
          <p:cNvCxnSpPr>
            <a:cxnSpLocks/>
          </p:cNvCxnSpPr>
          <p:nvPr/>
        </p:nvCxnSpPr>
        <p:spPr>
          <a:xfrm flipV="1">
            <a:off x="8199967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4E01F39-84B3-44A5-874B-9465A4F3DA4F}"/>
              </a:ext>
            </a:extLst>
          </p:cNvPr>
          <p:cNvCxnSpPr>
            <a:cxnSpLocks/>
          </p:cNvCxnSpPr>
          <p:nvPr/>
        </p:nvCxnSpPr>
        <p:spPr>
          <a:xfrm flipV="1">
            <a:off x="704102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ED10BD8-82E0-42F0-B1F8-F60F0D293BA5}"/>
              </a:ext>
            </a:extLst>
          </p:cNvPr>
          <p:cNvCxnSpPr>
            <a:cxnSpLocks/>
          </p:cNvCxnSpPr>
          <p:nvPr/>
        </p:nvCxnSpPr>
        <p:spPr>
          <a:xfrm flipV="1">
            <a:off x="770964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BA3DA25-A651-4909-ADE8-6602EB67C146}"/>
              </a:ext>
            </a:extLst>
          </p:cNvPr>
          <p:cNvCxnSpPr>
            <a:cxnSpLocks/>
          </p:cNvCxnSpPr>
          <p:nvPr/>
        </p:nvCxnSpPr>
        <p:spPr>
          <a:xfrm flipV="1">
            <a:off x="686272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C175B53-82D2-4D75-8884-54A8ED6F36F5}"/>
              </a:ext>
            </a:extLst>
          </p:cNvPr>
          <p:cNvCxnSpPr>
            <a:cxnSpLocks/>
          </p:cNvCxnSpPr>
          <p:nvPr/>
        </p:nvCxnSpPr>
        <p:spPr>
          <a:xfrm flipV="1">
            <a:off x="721932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0EF27E7-A35E-42F2-B341-866BE4DC1B10}"/>
              </a:ext>
            </a:extLst>
          </p:cNvPr>
          <p:cNvCxnSpPr>
            <a:cxnSpLocks/>
          </p:cNvCxnSpPr>
          <p:nvPr/>
        </p:nvCxnSpPr>
        <p:spPr>
          <a:xfrm flipV="1">
            <a:off x="811081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3692022-F989-4A7F-AC78-15EAB43A0DEA}"/>
              </a:ext>
            </a:extLst>
          </p:cNvPr>
          <p:cNvCxnSpPr>
            <a:cxnSpLocks/>
          </p:cNvCxnSpPr>
          <p:nvPr/>
        </p:nvCxnSpPr>
        <p:spPr>
          <a:xfrm flipV="1">
            <a:off x="846741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5918CB6D-EC84-46A1-8F7C-55C693B979CE}"/>
              </a:ext>
            </a:extLst>
          </p:cNvPr>
          <p:cNvCxnSpPr>
            <a:cxnSpLocks/>
          </p:cNvCxnSpPr>
          <p:nvPr/>
        </p:nvCxnSpPr>
        <p:spPr>
          <a:xfrm flipV="1">
            <a:off x="869028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66016EE-8DD9-4E9B-92CC-20B3FC46BF5D}"/>
              </a:ext>
            </a:extLst>
          </p:cNvPr>
          <p:cNvCxnSpPr>
            <a:cxnSpLocks/>
          </p:cNvCxnSpPr>
          <p:nvPr/>
        </p:nvCxnSpPr>
        <p:spPr>
          <a:xfrm flipV="1">
            <a:off x="677357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2370E6B-62C4-4E59-A117-1675A91A28D2}"/>
              </a:ext>
            </a:extLst>
          </p:cNvPr>
          <p:cNvCxnSpPr>
            <a:cxnSpLocks/>
          </p:cNvCxnSpPr>
          <p:nvPr/>
        </p:nvCxnSpPr>
        <p:spPr>
          <a:xfrm flipV="1">
            <a:off x="753134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ECD159C-C93D-45C7-8DA3-8DC7CFC8CDA8}"/>
              </a:ext>
            </a:extLst>
          </p:cNvPr>
          <p:cNvCxnSpPr>
            <a:cxnSpLocks/>
          </p:cNvCxnSpPr>
          <p:nvPr/>
        </p:nvCxnSpPr>
        <p:spPr>
          <a:xfrm flipV="1">
            <a:off x="663985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81D4FAA-5B99-4181-AFF5-6160F0CC1BF0}"/>
              </a:ext>
            </a:extLst>
          </p:cNvPr>
          <p:cNvCxnSpPr>
            <a:cxnSpLocks/>
          </p:cNvCxnSpPr>
          <p:nvPr/>
        </p:nvCxnSpPr>
        <p:spPr>
          <a:xfrm flipV="1">
            <a:off x="7174748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8C91267-8232-4E5B-8D74-61B0CA54EC71}"/>
              </a:ext>
            </a:extLst>
          </p:cNvPr>
          <p:cNvCxnSpPr>
            <a:cxnSpLocks/>
          </p:cNvCxnSpPr>
          <p:nvPr/>
        </p:nvCxnSpPr>
        <p:spPr>
          <a:xfrm flipV="1">
            <a:off x="793251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E1175AD7-8AD2-4884-A582-D21B67D20B5C}"/>
              </a:ext>
            </a:extLst>
          </p:cNvPr>
          <p:cNvCxnSpPr>
            <a:cxnSpLocks/>
          </p:cNvCxnSpPr>
          <p:nvPr/>
        </p:nvCxnSpPr>
        <p:spPr>
          <a:xfrm flipV="1">
            <a:off x="8333691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8AABB0B-EEE1-4AB8-8825-AB0203757C0E}"/>
              </a:ext>
            </a:extLst>
          </p:cNvPr>
          <p:cNvCxnSpPr>
            <a:cxnSpLocks/>
          </p:cNvCxnSpPr>
          <p:nvPr/>
        </p:nvCxnSpPr>
        <p:spPr>
          <a:xfrm flipV="1">
            <a:off x="864571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51DFAF4-D861-459B-BF87-9A870D8D3B27}"/>
              </a:ext>
            </a:extLst>
          </p:cNvPr>
          <p:cNvCxnSpPr>
            <a:cxnSpLocks/>
          </p:cNvCxnSpPr>
          <p:nvPr/>
        </p:nvCxnSpPr>
        <p:spPr>
          <a:xfrm flipV="1">
            <a:off x="730847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8545DC5-33B0-4211-9967-8F23DBB13AB4}"/>
              </a:ext>
            </a:extLst>
          </p:cNvPr>
          <p:cNvCxnSpPr>
            <a:cxnSpLocks/>
          </p:cNvCxnSpPr>
          <p:nvPr/>
        </p:nvCxnSpPr>
        <p:spPr>
          <a:xfrm flipV="1">
            <a:off x="7977093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E85558C-B7A0-4813-B08E-6F76C602A63B}"/>
              </a:ext>
            </a:extLst>
          </p:cNvPr>
          <p:cNvCxnSpPr>
            <a:cxnSpLocks/>
          </p:cNvCxnSpPr>
          <p:nvPr/>
        </p:nvCxnSpPr>
        <p:spPr>
          <a:xfrm flipV="1">
            <a:off x="8378266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FA4F4E7-EDA2-4332-8DB7-8CEDE391DB97}"/>
              </a:ext>
            </a:extLst>
          </p:cNvPr>
          <p:cNvCxnSpPr>
            <a:cxnSpLocks/>
          </p:cNvCxnSpPr>
          <p:nvPr/>
        </p:nvCxnSpPr>
        <p:spPr>
          <a:xfrm flipV="1">
            <a:off x="7575920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090DFDE-C795-4611-A2B0-F4EE1CE8A679}"/>
              </a:ext>
            </a:extLst>
          </p:cNvPr>
          <p:cNvCxnSpPr>
            <a:cxnSpLocks/>
          </p:cNvCxnSpPr>
          <p:nvPr/>
        </p:nvCxnSpPr>
        <p:spPr>
          <a:xfrm flipV="1">
            <a:off x="7843369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97B5BC65-F3EA-45E2-9E37-E2C067F769EF}"/>
              </a:ext>
            </a:extLst>
          </p:cNvPr>
          <p:cNvCxnSpPr>
            <a:cxnSpLocks/>
          </p:cNvCxnSpPr>
          <p:nvPr/>
        </p:nvCxnSpPr>
        <p:spPr>
          <a:xfrm flipV="1">
            <a:off x="8244542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09F7AE8-82C5-4C9E-A568-493D933A5EEE}"/>
              </a:ext>
            </a:extLst>
          </p:cNvPr>
          <p:cNvCxnSpPr>
            <a:cxnSpLocks/>
          </p:cNvCxnSpPr>
          <p:nvPr/>
        </p:nvCxnSpPr>
        <p:spPr>
          <a:xfrm flipV="1">
            <a:off x="8556565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CE76ED7-F468-433E-8370-EE72DC9FF561}"/>
              </a:ext>
            </a:extLst>
          </p:cNvPr>
          <p:cNvCxnSpPr>
            <a:cxnSpLocks/>
          </p:cNvCxnSpPr>
          <p:nvPr/>
        </p:nvCxnSpPr>
        <p:spPr>
          <a:xfrm flipV="1">
            <a:off x="8734864" y="4806066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6DF9F85-18D9-401D-A846-79840F9BC446}"/>
              </a:ext>
            </a:extLst>
          </p:cNvPr>
          <p:cNvCxnSpPr>
            <a:cxnSpLocks/>
          </p:cNvCxnSpPr>
          <p:nvPr/>
        </p:nvCxnSpPr>
        <p:spPr>
          <a:xfrm flipV="1">
            <a:off x="8824013" y="4720831"/>
            <a:ext cx="0" cy="53047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110B6327-9FC0-4956-9BB1-6EE02F0985BA}"/>
              </a:ext>
            </a:extLst>
          </p:cNvPr>
          <p:cNvSpPr txBox="1"/>
          <p:nvPr/>
        </p:nvSpPr>
        <p:spPr>
          <a:xfrm>
            <a:off x="8889003" y="4786010"/>
            <a:ext cx="814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200" dirty="0"/>
              <a:t>100%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236E2F3-552F-4D14-820E-A38C178CB4A9}"/>
              </a:ext>
            </a:extLst>
          </p:cNvPr>
          <p:cNvSpPr txBox="1"/>
          <p:nvPr/>
        </p:nvSpPr>
        <p:spPr>
          <a:xfrm>
            <a:off x="2586887" y="4786010"/>
            <a:ext cx="5293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200" dirty="0"/>
              <a:t>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825A5A-B034-4474-9213-91B33DA15B57}"/>
                  </a:ext>
                </a:extLst>
              </p:cNvPr>
              <p:cNvSpPr txBox="1"/>
              <p:nvPr/>
            </p:nvSpPr>
            <p:spPr>
              <a:xfrm>
                <a:off x="151327" y="1641192"/>
                <a:ext cx="2445710" cy="624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y-KG" sz="2400" dirty="0"/>
                  <a:t>Канат</a:t>
                </a:r>
                <a:r>
                  <a:rPr lang="en-GB" sz="24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</m:oMath>
                </a14:m>
                <a:r>
                  <a:rPr lang="ky-KG" sz="2400" dirty="0"/>
                  <a:t>  жеди</a:t>
                </a:r>
                <a:endParaRPr lang="en-GB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825A5A-B034-4474-9213-91B33DA15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27" y="1641192"/>
                <a:ext cx="2445710" cy="624082"/>
              </a:xfrm>
              <a:prstGeom prst="rect">
                <a:avLst/>
              </a:prstGeom>
              <a:blipFill>
                <a:blip r:embed="rId2"/>
                <a:stretch>
                  <a:fillRect b="-8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67222B-C94D-4076-949D-1473BF5755AC}"/>
              </a:ext>
            </a:extLst>
          </p:cNvPr>
          <p:cNvSpPr txBox="1"/>
          <p:nvPr/>
        </p:nvSpPr>
        <p:spPr>
          <a:xfrm>
            <a:off x="286760" y="3237606"/>
            <a:ext cx="19936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Саку </a:t>
            </a:r>
            <a:r>
              <a:rPr lang="en-GB" sz="2200" b="1" dirty="0"/>
              <a:t>0.</a:t>
            </a:r>
            <a:r>
              <a:rPr lang="ky-KG" sz="2200" b="1" dirty="0"/>
              <a:t>25 </a:t>
            </a:r>
            <a:r>
              <a:rPr lang="ky-KG" sz="2200" dirty="0"/>
              <a:t>жеди</a:t>
            </a:r>
            <a:endParaRPr lang="en-GB" sz="2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5FCE8A4-7B03-4438-86C2-A877A2F800A5}"/>
              </a:ext>
            </a:extLst>
          </p:cNvPr>
          <p:cNvSpPr txBox="1"/>
          <p:nvPr/>
        </p:nvSpPr>
        <p:spPr>
          <a:xfrm>
            <a:off x="9132659" y="322837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200" dirty="0"/>
              <a:t>1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72588E8-CFFA-499F-811A-254B1AACD939}"/>
              </a:ext>
            </a:extLst>
          </p:cNvPr>
          <p:cNvSpPr txBox="1"/>
          <p:nvPr/>
        </p:nvSpPr>
        <p:spPr>
          <a:xfrm>
            <a:off x="2687876" y="322837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200" dirty="0"/>
              <a:t>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B0F9B-932C-42AE-A685-BB297EC8392F}"/>
              </a:ext>
            </a:extLst>
          </p:cNvPr>
          <p:cNvCxnSpPr>
            <a:cxnSpLocks/>
          </p:cNvCxnSpPr>
          <p:nvPr/>
        </p:nvCxnSpPr>
        <p:spPr>
          <a:xfrm>
            <a:off x="3252168" y="1941168"/>
            <a:ext cx="557184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90E8DF4-DB1E-40A5-BDB4-4DA331321B61}"/>
              </a:ext>
            </a:extLst>
          </p:cNvPr>
          <p:cNvCxnSpPr>
            <a:cxnSpLocks/>
          </p:cNvCxnSpPr>
          <p:nvPr/>
        </p:nvCxnSpPr>
        <p:spPr>
          <a:xfrm flipV="1">
            <a:off x="3260054" y="1675933"/>
            <a:ext cx="0" cy="53047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2FF7B000-1F3B-49CD-93C2-24887A8C3788}"/>
              </a:ext>
            </a:extLst>
          </p:cNvPr>
          <p:cNvCxnSpPr>
            <a:cxnSpLocks/>
          </p:cNvCxnSpPr>
          <p:nvPr/>
        </p:nvCxnSpPr>
        <p:spPr>
          <a:xfrm flipV="1">
            <a:off x="3705170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1EB1ECDF-CA5D-4B35-B9A8-85F61185B7B3}"/>
              </a:ext>
            </a:extLst>
          </p:cNvPr>
          <p:cNvCxnSpPr>
            <a:cxnSpLocks/>
          </p:cNvCxnSpPr>
          <p:nvPr/>
        </p:nvCxnSpPr>
        <p:spPr>
          <a:xfrm flipV="1">
            <a:off x="3482612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EF0AA10-A41F-4715-9234-EBAD7A3DE0A6}"/>
              </a:ext>
            </a:extLst>
          </p:cNvPr>
          <p:cNvCxnSpPr>
            <a:cxnSpLocks/>
          </p:cNvCxnSpPr>
          <p:nvPr/>
        </p:nvCxnSpPr>
        <p:spPr>
          <a:xfrm flipV="1">
            <a:off x="4150286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D4BD408-D26A-4518-9413-619C7A542A3B}"/>
              </a:ext>
            </a:extLst>
          </p:cNvPr>
          <p:cNvCxnSpPr>
            <a:cxnSpLocks/>
          </p:cNvCxnSpPr>
          <p:nvPr/>
        </p:nvCxnSpPr>
        <p:spPr>
          <a:xfrm flipV="1">
            <a:off x="8824013" y="1675933"/>
            <a:ext cx="0" cy="53047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7DD07E73-152F-4415-8B34-8299F916EB8A}"/>
                  </a:ext>
                </a:extLst>
              </p:cNvPr>
              <p:cNvSpPr txBox="1"/>
              <p:nvPr/>
            </p:nvSpPr>
            <p:spPr>
              <a:xfrm>
                <a:off x="8793987" y="1544154"/>
                <a:ext cx="740908" cy="7957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bg1"/>
                    </a:solidFill>
                  </a:rPr>
                  <a:t>F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7DD07E73-152F-4415-8B34-8299F916E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987" y="1544154"/>
                <a:ext cx="740908" cy="795795"/>
              </a:xfrm>
              <a:prstGeom prst="rect">
                <a:avLst/>
              </a:prstGeom>
              <a:blipFill>
                <a:blip r:embed="rId3"/>
                <a:stretch>
                  <a:fillRect l="-13223" b="-7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201F363-ADE4-49DF-BD11-E5B96F224780}"/>
                  </a:ext>
                </a:extLst>
              </p:cNvPr>
              <p:cNvSpPr txBox="1"/>
              <p:nvPr/>
            </p:nvSpPr>
            <p:spPr>
              <a:xfrm>
                <a:off x="2375581" y="1552706"/>
                <a:ext cx="740908" cy="791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bg1"/>
                    </a:solidFill>
                  </a:rPr>
                  <a:t>F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201F363-ADE4-49DF-BD11-E5B96F224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581" y="1552706"/>
                <a:ext cx="740908" cy="791820"/>
              </a:xfrm>
              <a:prstGeom prst="rect">
                <a:avLst/>
              </a:prstGeom>
              <a:blipFill>
                <a:blip r:embed="rId4"/>
                <a:stretch>
                  <a:fillRect l="-13223" b="-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5686D6D-5DEB-4FC0-B9A3-2175F4C3F4A6}"/>
              </a:ext>
            </a:extLst>
          </p:cNvPr>
          <p:cNvCxnSpPr>
            <a:cxnSpLocks/>
          </p:cNvCxnSpPr>
          <p:nvPr/>
        </p:nvCxnSpPr>
        <p:spPr>
          <a:xfrm flipV="1">
            <a:off x="4372844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CA4B6A2-2FC7-4417-890E-E89783A0E375}"/>
              </a:ext>
            </a:extLst>
          </p:cNvPr>
          <p:cNvCxnSpPr>
            <a:cxnSpLocks/>
          </p:cNvCxnSpPr>
          <p:nvPr/>
        </p:nvCxnSpPr>
        <p:spPr>
          <a:xfrm flipV="1">
            <a:off x="5040518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B7BC0F2-10A0-490A-B5EE-5E6D9554CC04}"/>
              </a:ext>
            </a:extLst>
          </p:cNvPr>
          <p:cNvCxnSpPr>
            <a:cxnSpLocks/>
          </p:cNvCxnSpPr>
          <p:nvPr/>
        </p:nvCxnSpPr>
        <p:spPr>
          <a:xfrm flipV="1">
            <a:off x="5708192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1D23610-BF6C-4444-854F-9DAB7BA0F018}"/>
              </a:ext>
            </a:extLst>
          </p:cNvPr>
          <p:cNvCxnSpPr>
            <a:cxnSpLocks/>
          </p:cNvCxnSpPr>
          <p:nvPr/>
        </p:nvCxnSpPr>
        <p:spPr>
          <a:xfrm flipV="1">
            <a:off x="6375866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D3E980E-1E41-4F5A-91F0-7EF7B71B56C1}"/>
              </a:ext>
            </a:extLst>
          </p:cNvPr>
          <p:cNvCxnSpPr>
            <a:cxnSpLocks/>
          </p:cNvCxnSpPr>
          <p:nvPr/>
        </p:nvCxnSpPr>
        <p:spPr>
          <a:xfrm flipV="1">
            <a:off x="7266098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921B102-31B7-4184-98E4-39C8527710F1}"/>
              </a:ext>
            </a:extLst>
          </p:cNvPr>
          <p:cNvCxnSpPr>
            <a:cxnSpLocks/>
          </p:cNvCxnSpPr>
          <p:nvPr/>
        </p:nvCxnSpPr>
        <p:spPr>
          <a:xfrm flipV="1">
            <a:off x="6820982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465F1D26-1E7C-4F6B-B47E-29823A978264}"/>
              </a:ext>
            </a:extLst>
          </p:cNvPr>
          <p:cNvCxnSpPr>
            <a:cxnSpLocks/>
          </p:cNvCxnSpPr>
          <p:nvPr/>
        </p:nvCxnSpPr>
        <p:spPr>
          <a:xfrm flipV="1">
            <a:off x="7043540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6912BEC-BA09-476A-9905-100FDD0E1FDB}"/>
              </a:ext>
            </a:extLst>
          </p:cNvPr>
          <p:cNvCxnSpPr>
            <a:cxnSpLocks/>
          </p:cNvCxnSpPr>
          <p:nvPr/>
        </p:nvCxnSpPr>
        <p:spPr>
          <a:xfrm flipV="1">
            <a:off x="7488656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4ADB475-272B-4322-9E44-F90E4929AD50}"/>
              </a:ext>
            </a:extLst>
          </p:cNvPr>
          <p:cNvCxnSpPr>
            <a:cxnSpLocks/>
          </p:cNvCxnSpPr>
          <p:nvPr/>
        </p:nvCxnSpPr>
        <p:spPr>
          <a:xfrm flipV="1">
            <a:off x="7711214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BC29FF4-2389-41A2-B279-FCE62E436F8D}"/>
              </a:ext>
            </a:extLst>
          </p:cNvPr>
          <p:cNvCxnSpPr>
            <a:cxnSpLocks/>
          </p:cNvCxnSpPr>
          <p:nvPr/>
        </p:nvCxnSpPr>
        <p:spPr>
          <a:xfrm flipV="1">
            <a:off x="3927728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46A96EA-CD5C-4A38-BF3B-D03F68471025}"/>
              </a:ext>
            </a:extLst>
          </p:cNvPr>
          <p:cNvCxnSpPr>
            <a:cxnSpLocks/>
          </p:cNvCxnSpPr>
          <p:nvPr/>
        </p:nvCxnSpPr>
        <p:spPr>
          <a:xfrm flipV="1">
            <a:off x="7933772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6731B11-8033-4DB6-92AF-AB151F7C06D7}"/>
              </a:ext>
            </a:extLst>
          </p:cNvPr>
          <p:cNvCxnSpPr>
            <a:cxnSpLocks/>
          </p:cNvCxnSpPr>
          <p:nvPr/>
        </p:nvCxnSpPr>
        <p:spPr>
          <a:xfrm flipV="1">
            <a:off x="8378888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4B85879-2764-4C6E-854F-8ED657BA3563}"/>
              </a:ext>
            </a:extLst>
          </p:cNvPr>
          <p:cNvCxnSpPr>
            <a:cxnSpLocks/>
          </p:cNvCxnSpPr>
          <p:nvPr/>
        </p:nvCxnSpPr>
        <p:spPr>
          <a:xfrm flipV="1">
            <a:off x="8601446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7E1229B-7A03-4BA6-9ACA-B11FC76193E1}"/>
              </a:ext>
            </a:extLst>
          </p:cNvPr>
          <p:cNvCxnSpPr>
            <a:cxnSpLocks/>
          </p:cNvCxnSpPr>
          <p:nvPr/>
        </p:nvCxnSpPr>
        <p:spPr>
          <a:xfrm flipV="1">
            <a:off x="8156330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21F84E2-C347-4BA7-9304-BA16AD807082}"/>
              </a:ext>
            </a:extLst>
          </p:cNvPr>
          <p:cNvCxnSpPr>
            <a:cxnSpLocks/>
          </p:cNvCxnSpPr>
          <p:nvPr/>
        </p:nvCxnSpPr>
        <p:spPr>
          <a:xfrm flipV="1">
            <a:off x="4595402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CBEBE09-B951-44A6-9C60-8606A453C406}"/>
              </a:ext>
            </a:extLst>
          </p:cNvPr>
          <p:cNvCxnSpPr>
            <a:cxnSpLocks/>
          </p:cNvCxnSpPr>
          <p:nvPr/>
        </p:nvCxnSpPr>
        <p:spPr>
          <a:xfrm flipV="1">
            <a:off x="4817960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F0D33C5-6C7A-428A-B65E-85178FE6EABA}"/>
              </a:ext>
            </a:extLst>
          </p:cNvPr>
          <p:cNvCxnSpPr>
            <a:cxnSpLocks/>
          </p:cNvCxnSpPr>
          <p:nvPr/>
        </p:nvCxnSpPr>
        <p:spPr>
          <a:xfrm flipV="1">
            <a:off x="5263076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57F80A6-8DE1-4D73-A52D-EDE9A5223211}"/>
              </a:ext>
            </a:extLst>
          </p:cNvPr>
          <p:cNvCxnSpPr>
            <a:cxnSpLocks/>
          </p:cNvCxnSpPr>
          <p:nvPr/>
        </p:nvCxnSpPr>
        <p:spPr>
          <a:xfrm flipV="1">
            <a:off x="5485634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6F1C699-EB6E-4129-9FD6-8D99A9B84ACF}"/>
              </a:ext>
            </a:extLst>
          </p:cNvPr>
          <p:cNvCxnSpPr>
            <a:cxnSpLocks/>
          </p:cNvCxnSpPr>
          <p:nvPr/>
        </p:nvCxnSpPr>
        <p:spPr>
          <a:xfrm flipV="1">
            <a:off x="5930750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C1F818D-0AAB-4197-A1DD-77D1A0730DDB}"/>
              </a:ext>
            </a:extLst>
          </p:cNvPr>
          <p:cNvCxnSpPr>
            <a:cxnSpLocks/>
          </p:cNvCxnSpPr>
          <p:nvPr/>
        </p:nvCxnSpPr>
        <p:spPr>
          <a:xfrm flipV="1">
            <a:off x="6153308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63E93027-C0B4-4E23-95D1-A0EDFD75534B}"/>
              </a:ext>
            </a:extLst>
          </p:cNvPr>
          <p:cNvCxnSpPr>
            <a:cxnSpLocks/>
          </p:cNvCxnSpPr>
          <p:nvPr/>
        </p:nvCxnSpPr>
        <p:spPr>
          <a:xfrm flipV="1">
            <a:off x="6598424" y="1761168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C22ED4FB-C987-4C4B-8B32-F898FFD120BE}"/>
              </a:ext>
            </a:extLst>
          </p:cNvPr>
          <p:cNvSpPr/>
          <p:nvPr/>
        </p:nvSpPr>
        <p:spPr>
          <a:xfrm>
            <a:off x="3257688" y="3209828"/>
            <a:ext cx="1415912" cy="529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BD2029C3-BAF1-459B-8739-DF87F73D9C1A}"/>
              </a:ext>
            </a:extLst>
          </p:cNvPr>
          <p:cNvCxnSpPr>
            <a:cxnSpLocks/>
          </p:cNvCxnSpPr>
          <p:nvPr/>
        </p:nvCxnSpPr>
        <p:spPr>
          <a:xfrm>
            <a:off x="3252168" y="3465634"/>
            <a:ext cx="557184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53504714-E883-438D-B098-B34CD94273D4}"/>
              </a:ext>
            </a:extLst>
          </p:cNvPr>
          <p:cNvCxnSpPr>
            <a:cxnSpLocks/>
          </p:cNvCxnSpPr>
          <p:nvPr/>
        </p:nvCxnSpPr>
        <p:spPr>
          <a:xfrm flipV="1">
            <a:off x="3252169" y="3200399"/>
            <a:ext cx="0" cy="53047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A1B679A2-8E8F-448E-B221-3F3DF977F087}"/>
              </a:ext>
            </a:extLst>
          </p:cNvPr>
          <p:cNvCxnSpPr>
            <a:cxnSpLocks/>
          </p:cNvCxnSpPr>
          <p:nvPr/>
        </p:nvCxnSpPr>
        <p:spPr>
          <a:xfrm flipV="1">
            <a:off x="329674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398F874E-0A44-424D-B8A1-3CBC2298A3E0}"/>
              </a:ext>
            </a:extLst>
          </p:cNvPr>
          <p:cNvCxnSpPr>
            <a:cxnSpLocks/>
          </p:cNvCxnSpPr>
          <p:nvPr/>
        </p:nvCxnSpPr>
        <p:spPr>
          <a:xfrm flipV="1">
            <a:off x="334131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F4502593-74A5-4D94-BA7A-66144DA51695}"/>
              </a:ext>
            </a:extLst>
          </p:cNvPr>
          <p:cNvCxnSpPr>
            <a:cxnSpLocks/>
          </p:cNvCxnSpPr>
          <p:nvPr/>
        </p:nvCxnSpPr>
        <p:spPr>
          <a:xfrm flipV="1">
            <a:off x="356419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842AC59-35F4-4842-8A81-A5B8851655E3}"/>
              </a:ext>
            </a:extLst>
          </p:cNvPr>
          <p:cNvCxnSpPr>
            <a:cxnSpLocks/>
          </p:cNvCxnSpPr>
          <p:nvPr/>
        </p:nvCxnSpPr>
        <p:spPr>
          <a:xfrm flipV="1">
            <a:off x="383164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955E2A3-0572-4768-A46A-49AC3FCBAF51}"/>
              </a:ext>
            </a:extLst>
          </p:cNvPr>
          <p:cNvCxnSpPr>
            <a:cxnSpLocks/>
          </p:cNvCxnSpPr>
          <p:nvPr/>
        </p:nvCxnSpPr>
        <p:spPr>
          <a:xfrm flipV="1">
            <a:off x="418823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830656AF-CBE1-4C92-9FC0-495082ACDFA4}"/>
              </a:ext>
            </a:extLst>
          </p:cNvPr>
          <p:cNvCxnSpPr>
            <a:cxnSpLocks/>
          </p:cNvCxnSpPr>
          <p:nvPr/>
        </p:nvCxnSpPr>
        <p:spPr>
          <a:xfrm flipV="1">
            <a:off x="365334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30D0AB8E-C64D-4AA9-A51F-BBCFF9F18054}"/>
              </a:ext>
            </a:extLst>
          </p:cNvPr>
          <p:cNvCxnSpPr>
            <a:cxnSpLocks/>
          </p:cNvCxnSpPr>
          <p:nvPr/>
        </p:nvCxnSpPr>
        <p:spPr>
          <a:xfrm flipV="1">
            <a:off x="374249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E5444E1C-BBAF-41B7-BE10-1791FCE51C7B}"/>
              </a:ext>
            </a:extLst>
          </p:cNvPr>
          <p:cNvCxnSpPr>
            <a:cxnSpLocks/>
          </p:cNvCxnSpPr>
          <p:nvPr/>
        </p:nvCxnSpPr>
        <p:spPr>
          <a:xfrm flipV="1">
            <a:off x="392079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5B988C08-2C1C-4EFA-B59F-5DBEA0201C97}"/>
              </a:ext>
            </a:extLst>
          </p:cNvPr>
          <p:cNvCxnSpPr>
            <a:cxnSpLocks/>
          </p:cNvCxnSpPr>
          <p:nvPr/>
        </p:nvCxnSpPr>
        <p:spPr>
          <a:xfrm flipV="1">
            <a:off x="450026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352459E4-FAF3-4966-A3F2-F0F9E3FDD1D9}"/>
              </a:ext>
            </a:extLst>
          </p:cNvPr>
          <p:cNvCxnSpPr>
            <a:cxnSpLocks/>
          </p:cNvCxnSpPr>
          <p:nvPr/>
        </p:nvCxnSpPr>
        <p:spPr>
          <a:xfrm flipV="1">
            <a:off x="494601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D34E24DE-1BD9-4D65-B406-C0F32A036A8C}"/>
              </a:ext>
            </a:extLst>
          </p:cNvPr>
          <p:cNvCxnSpPr>
            <a:cxnSpLocks/>
          </p:cNvCxnSpPr>
          <p:nvPr/>
        </p:nvCxnSpPr>
        <p:spPr>
          <a:xfrm flipV="1">
            <a:off x="548090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DDDFCF86-1FB8-4C1F-BE08-242D1ACED2F0}"/>
              </a:ext>
            </a:extLst>
          </p:cNvPr>
          <p:cNvCxnSpPr>
            <a:cxnSpLocks/>
          </p:cNvCxnSpPr>
          <p:nvPr/>
        </p:nvCxnSpPr>
        <p:spPr>
          <a:xfrm flipV="1">
            <a:off x="343046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0A5B7B94-BF2B-4517-9681-857B5EB8EB63}"/>
              </a:ext>
            </a:extLst>
          </p:cNvPr>
          <p:cNvCxnSpPr>
            <a:cxnSpLocks/>
          </p:cNvCxnSpPr>
          <p:nvPr/>
        </p:nvCxnSpPr>
        <p:spPr>
          <a:xfrm flipV="1">
            <a:off x="351961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F3AA332-B821-4DCA-860F-A3AB74AED6A5}"/>
              </a:ext>
            </a:extLst>
          </p:cNvPr>
          <p:cNvCxnSpPr>
            <a:cxnSpLocks/>
          </p:cNvCxnSpPr>
          <p:nvPr/>
        </p:nvCxnSpPr>
        <p:spPr>
          <a:xfrm flipV="1">
            <a:off x="369791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F12887A9-7671-44A0-BAD9-7E7071D4252F}"/>
              </a:ext>
            </a:extLst>
          </p:cNvPr>
          <p:cNvCxnSpPr>
            <a:cxnSpLocks/>
          </p:cNvCxnSpPr>
          <p:nvPr/>
        </p:nvCxnSpPr>
        <p:spPr>
          <a:xfrm flipV="1">
            <a:off x="405451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E327B1DB-5C07-4AB1-9754-55EFD78E89AF}"/>
              </a:ext>
            </a:extLst>
          </p:cNvPr>
          <p:cNvCxnSpPr>
            <a:cxnSpLocks/>
          </p:cNvCxnSpPr>
          <p:nvPr/>
        </p:nvCxnSpPr>
        <p:spPr>
          <a:xfrm flipV="1">
            <a:off x="454483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836C5CF1-03C8-4E45-A0DE-C37A192DAEEE}"/>
              </a:ext>
            </a:extLst>
          </p:cNvPr>
          <p:cNvCxnSpPr>
            <a:cxnSpLocks/>
          </p:cNvCxnSpPr>
          <p:nvPr/>
        </p:nvCxnSpPr>
        <p:spPr>
          <a:xfrm flipV="1">
            <a:off x="503515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A3FC974-8F43-4518-912A-A6782CE5FA02}"/>
              </a:ext>
            </a:extLst>
          </p:cNvPr>
          <p:cNvCxnSpPr>
            <a:cxnSpLocks/>
          </p:cNvCxnSpPr>
          <p:nvPr/>
        </p:nvCxnSpPr>
        <p:spPr>
          <a:xfrm flipV="1">
            <a:off x="427738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0ACAA69D-13BE-48A9-8456-64AD16A9C148}"/>
              </a:ext>
            </a:extLst>
          </p:cNvPr>
          <p:cNvCxnSpPr>
            <a:cxnSpLocks/>
          </p:cNvCxnSpPr>
          <p:nvPr/>
        </p:nvCxnSpPr>
        <p:spPr>
          <a:xfrm flipV="1">
            <a:off x="445568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04FFEF18-FD02-438F-92D1-A389F057448E}"/>
              </a:ext>
            </a:extLst>
          </p:cNvPr>
          <p:cNvCxnSpPr>
            <a:cxnSpLocks/>
          </p:cNvCxnSpPr>
          <p:nvPr/>
        </p:nvCxnSpPr>
        <p:spPr>
          <a:xfrm flipV="1">
            <a:off x="472313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961FAA53-FC25-44A7-823B-293B3236769E}"/>
              </a:ext>
            </a:extLst>
          </p:cNvPr>
          <p:cNvCxnSpPr>
            <a:cxnSpLocks/>
          </p:cNvCxnSpPr>
          <p:nvPr/>
        </p:nvCxnSpPr>
        <p:spPr>
          <a:xfrm flipV="1">
            <a:off x="539175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08F22B8D-2F3C-4658-A8BC-A209D1EB03D0}"/>
              </a:ext>
            </a:extLst>
          </p:cNvPr>
          <p:cNvCxnSpPr>
            <a:cxnSpLocks/>
          </p:cNvCxnSpPr>
          <p:nvPr/>
        </p:nvCxnSpPr>
        <p:spPr>
          <a:xfrm flipV="1">
            <a:off x="588208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22B51BEB-0589-4793-935C-7FA27890F9B6}"/>
              </a:ext>
            </a:extLst>
          </p:cNvPr>
          <p:cNvCxnSpPr>
            <a:cxnSpLocks/>
          </p:cNvCxnSpPr>
          <p:nvPr/>
        </p:nvCxnSpPr>
        <p:spPr>
          <a:xfrm flipV="1">
            <a:off x="637240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4DF0F009-957E-49D0-8075-54F6F157F9D1}"/>
              </a:ext>
            </a:extLst>
          </p:cNvPr>
          <p:cNvCxnSpPr>
            <a:cxnSpLocks/>
          </p:cNvCxnSpPr>
          <p:nvPr/>
        </p:nvCxnSpPr>
        <p:spPr>
          <a:xfrm flipV="1">
            <a:off x="338589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76619575-B677-4F49-AED1-B1495B4974D4}"/>
              </a:ext>
            </a:extLst>
          </p:cNvPr>
          <p:cNvCxnSpPr>
            <a:cxnSpLocks/>
          </p:cNvCxnSpPr>
          <p:nvPr/>
        </p:nvCxnSpPr>
        <p:spPr>
          <a:xfrm flipV="1">
            <a:off x="347504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C27741BE-7849-4DA1-883D-D4D76AF49456}"/>
              </a:ext>
            </a:extLst>
          </p:cNvPr>
          <p:cNvCxnSpPr>
            <a:cxnSpLocks/>
          </p:cNvCxnSpPr>
          <p:nvPr/>
        </p:nvCxnSpPr>
        <p:spPr>
          <a:xfrm flipV="1">
            <a:off x="360876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1114883B-58C1-42AA-B9E6-CF3994151A03}"/>
              </a:ext>
            </a:extLst>
          </p:cNvPr>
          <p:cNvCxnSpPr>
            <a:cxnSpLocks/>
          </p:cNvCxnSpPr>
          <p:nvPr/>
        </p:nvCxnSpPr>
        <p:spPr>
          <a:xfrm flipV="1">
            <a:off x="400994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E8A1211E-9369-45DE-980A-2ECDAAC5327F}"/>
              </a:ext>
            </a:extLst>
          </p:cNvPr>
          <p:cNvCxnSpPr>
            <a:cxnSpLocks/>
          </p:cNvCxnSpPr>
          <p:nvPr/>
        </p:nvCxnSpPr>
        <p:spPr>
          <a:xfrm flipV="1">
            <a:off x="441111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1F7586C9-4384-4432-A30C-71498EB95BF1}"/>
              </a:ext>
            </a:extLst>
          </p:cNvPr>
          <p:cNvCxnSpPr>
            <a:cxnSpLocks/>
          </p:cNvCxnSpPr>
          <p:nvPr/>
        </p:nvCxnSpPr>
        <p:spPr>
          <a:xfrm flipV="1">
            <a:off x="485686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71CB965D-8571-461C-B642-F947A1EAE920}"/>
              </a:ext>
            </a:extLst>
          </p:cNvPr>
          <p:cNvCxnSpPr>
            <a:cxnSpLocks/>
          </p:cNvCxnSpPr>
          <p:nvPr/>
        </p:nvCxnSpPr>
        <p:spPr>
          <a:xfrm flipV="1">
            <a:off x="409908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F3F5EFB8-3ADF-4A3C-8026-B7116F145CC7}"/>
              </a:ext>
            </a:extLst>
          </p:cNvPr>
          <p:cNvCxnSpPr>
            <a:cxnSpLocks/>
          </p:cNvCxnSpPr>
          <p:nvPr/>
        </p:nvCxnSpPr>
        <p:spPr>
          <a:xfrm flipV="1">
            <a:off x="432196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E67FE871-87C0-40B8-A484-3D0F19E1ED57}"/>
              </a:ext>
            </a:extLst>
          </p:cNvPr>
          <p:cNvCxnSpPr>
            <a:cxnSpLocks/>
          </p:cNvCxnSpPr>
          <p:nvPr/>
        </p:nvCxnSpPr>
        <p:spPr>
          <a:xfrm flipV="1">
            <a:off x="463398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180F3C58-8167-4201-985E-6475CF0D16A4}"/>
              </a:ext>
            </a:extLst>
          </p:cNvPr>
          <p:cNvCxnSpPr>
            <a:cxnSpLocks/>
          </p:cNvCxnSpPr>
          <p:nvPr/>
        </p:nvCxnSpPr>
        <p:spPr>
          <a:xfrm flipV="1">
            <a:off x="525803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AB40A54F-48E0-4485-8D32-BE4DFF3637F3}"/>
              </a:ext>
            </a:extLst>
          </p:cNvPr>
          <p:cNvCxnSpPr>
            <a:cxnSpLocks/>
          </p:cNvCxnSpPr>
          <p:nvPr/>
        </p:nvCxnSpPr>
        <p:spPr>
          <a:xfrm flipV="1">
            <a:off x="570378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1AC4DBD9-AB50-476F-B6AB-CF7F16B378CA}"/>
              </a:ext>
            </a:extLst>
          </p:cNvPr>
          <p:cNvCxnSpPr>
            <a:cxnSpLocks/>
          </p:cNvCxnSpPr>
          <p:nvPr/>
        </p:nvCxnSpPr>
        <p:spPr>
          <a:xfrm flipV="1">
            <a:off x="623867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354D78DA-2FB4-4ED5-A8D0-EA211AABEDB6}"/>
              </a:ext>
            </a:extLst>
          </p:cNvPr>
          <p:cNvCxnSpPr>
            <a:cxnSpLocks/>
          </p:cNvCxnSpPr>
          <p:nvPr/>
        </p:nvCxnSpPr>
        <p:spPr>
          <a:xfrm flipV="1">
            <a:off x="378706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8A7B925D-BBD8-4A36-9B17-657DA759467D}"/>
              </a:ext>
            </a:extLst>
          </p:cNvPr>
          <p:cNvCxnSpPr>
            <a:cxnSpLocks/>
          </p:cNvCxnSpPr>
          <p:nvPr/>
        </p:nvCxnSpPr>
        <p:spPr>
          <a:xfrm flipV="1">
            <a:off x="396536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527CFDCF-E5D7-4B88-BD58-CBDC78019E45}"/>
              </a:ext>
            </a:extLst>
          </p:cNvPr>
          <p:cNvCxnSpPr>
            <a:cxnSpLocks/>
          </p:cNvCxnSpPr>
          <p:nvPr/>
        </p:nvCxnSpPr>
        <p:spPr>
          <a:xfrm flipV="1">
            <a:off x="423281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37FDE1A9-E9D8-4F5E-8B55-22BE2B620924}"/>
              </a:ext>
            </a:extLst>
          </p:cNvPr>
          <p:cNvCxnSpPr>
            <a:cxnSpLocks/>
          </p:cNvCxnSpPr>
          <p:nvPr/>
        </p:nvCxnSpPr>
        <p:spPr>
          <a:xfrm flipV="1">
            <a:off x="476771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34579CF4-E818-41A2-A6CB-44D8123A73F6}"/>
              </a:ext>
            </a:extLst>
          </p:cNvPr>
          <p:cNvCxnSpPr>
            <a:cxnSpLocks/>
          </p:cNvCxnSpPr>
          <p:nvPr/>
        </p:nvCxnSpPr>
        <p:spPr>
          <a:xfrm flipV="1">
            <a:off x="534718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CE67E58-898C-4DC8-A154-65F2A2980734}"/>
              </a:ext>
            </a:extLst>
          </p:cNvPr>
          <p:cNvCxnSpPr>
            <a:cxnSpLocks/>
          </p:cNvCxnSpPr>
          <p:nvPr/>
        </p:nvCxnSpPr>
        <p:spPr>
          <a:xfrm flipV="1">
            <a:off x="579293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7A7BF449-7975-4E40-B4E4-0D128E76CEF2}"/>
              </a:ext>
            </a:extLst>
          </p:cNvPr>
          <p:cNvCxnSpPr>
            <a:cxnSpLocks/>
          </p:cNvCxnSpPr>
          <p:nvPr/>
        </p:nvCxnSpPr>
        <p:spPr>
          <a:xfrm flipV="1">
            <a:off x="490143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EF3C9C9A-8109-497F-A36E-BE30705EF565}"/>
              </a:ext>
            </a:extLst>
          </p:cNvPr>
          <p:cNvCxnSpPr>
            <a:cxnSpLocks/>
          </p:cNvCxnSpPr>
          <p:nvPr/>
        </p:nvCxnSpPr>
        <p:spPr>
          <a:xfrm flipV="1">
            <a:off x="521345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8A472B0-4F74-466D-84A2-FDF9699DC53B}"/>
              </a:ext>
            </a:extLst>
          </p:cNvPr>
          <p:cNvCxnSpPr>
            <a:cxnSpLocks/>
          </p:cNvCxnSpPr>
          <p:nvPr/>
        </p:nvCxnSpPr>
        <p:spPr>
          <a:xfrm flipV="1">
            <a:off x="557005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5F6DC224-3376-4FC0-9FBA-C7D5F25A6C04}"/>
              </a:ext>
            </a:extLst>
          </p:cNvPr>
          <p:cNvCxnSpPr>
            <a:cxnSpLocks/>
          </p:cNvCxnSpPr>
          <p:nvPr/>
        </p:nvCxnSpPr>
        <p:spPr>
          <a:xfrm flipV="1">
            <a:off x="614952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F0D126B1-BE70-46A1-AB57-98203A95E6FF}"/>
              </a:ext>
            </a:extLst>
          </p:cNvPr>
          <p:cNvCxnSpPr>
            <a:cxnSpLocks/>
          </p:cNvCxnSpPr>
          <p:nvPr/>
        </p:nvCxnSpPr>
        <p:spPr>
          <a:xfrm flipV="1">
            <a:off x="659527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B1BC94BA-B042-40DB-BB2B-DCA44358E610}"/>
              </a:ext>
            </a:extLst>
          </p:cNvPr>
          <p:cNvCxnSpPr>
            <a:cxnSpLocks/>
          </p:cNvCxnSpPr>
          <p:nvPr/>
        </p:nvCxnSpPr>
        <p:spPr>
          <a:xfrm flipV="1">
            <a:off x="739762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193FABAE-BC44-4D7D-989D-07B37A48E7DB}"/>
              </a:ext>
            </a:extLst>
          </p:cNvPr>
          <p:cNvCxnSpPr>
            <a:cxnSpLocks/>
          </p:cNvCxnSpPr>
          <p:nvPr/>
        </p:nvCxnSpPr>
        <p:spPr>
          <a:xfrm flipV="1">
            <a:off x="387621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68B69D15-DB1D-4E9A-8D8D-7B8AE7713310}"/>
              </a:ext>
            </a:extLst>
          </p:cNvPr>
          <p:cNvCxnSpPr>
            <a:cxnSpLocks/>
          </p:cNvCxnSpPr>
          <p:nvPr/>
        </p:nvCxnSpPr>
        <p:spPr>
          <a:xfrm flipV="1">
            <a:off x="414366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1CF421F3-5A2F-4A94-A60A-E9A5B202CEFF}"/>
              </a:ext>
            </a:extLst>
          </p:cNvPr>
          <p:cNvCxnSpPr>
            <a:cxnSpLocks/>
          </p:cNvCxnSpPr>
          <p:nvPr/>
        </p:nvCxnSpPr>
        <p:spPr>
          <a:xfrm flipV="1">
            <a:off x="436653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DEEA1243-F4C7-4430-9B8A-7A22C91E7A81}"/>
              </a:ext>
            </a:extLst>
          </p:cNvPr>
          <p:cNvCxnSpPr>
            <a:cxnSpLocks/>
          </p:cNvCxnSpPr>
          <p:nvPr/>
        </p:nvCxnSpPr>
        <p:spPr>
          <a:xfrm flipV="1">
            <a:off x="507973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305BF1EE-9196-4749-81F3-254C4A9212CB}"/>
              </a:ext>
            </a:extLst>
          </p:cNvPr>
          <p:cNvCxnSpPr>
            <a:cxnSpLocks/>
          </p:cNvCxnSpPr>
          <p:nvPr/>
        </p:nvCxnSpPr>
        <p:spPr>
          <a:xfrm flipV="1">
            <a:off x="561463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965C865A-4BC1-48ED-99F8-BBE9EB4B4CF1}"/>
              </a:ext>
            </a:extLst>
          </p:cNvPr>
          <p:cNvCxnSpPr>
            <a:cxnSpLocks/>
          </p:cNvCxnSpPr>
          <p:nvPr/>
        </p:nvCxnSpPr>
        <p:spPr>
          <a:xfrm flipV="1">
            <a:off x="601580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2E3F712C-D932-4E2B-8B9B-2DB474C91926}"/>
              </a:ext>
            </a:extLst>
          </p:cNvPr>
          <p:cNvCxnSpPr>
            <a:cxnSpLocks/>
          </p:cNvCxnSpPr>
          <p:nvPr/>
        </p:nvCxnSpPr>
        <p:spPr>
          <a:xfrm flipV="1">
            <a:off x="516888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E500CD53-2B30-4C29-88F0-E50BC4855372}"/>
              </a:ext>
            </a:extLst>
          </p:cNvPr>
          <p:cNvCxnSpPr>
            <a:cxnSpLocks/>
          </p:cNvCxnSpPr>
          <p:nvPr/>
        </p:nvCxnSpPr>
        <p:spPr>
          <a:xfrm flipV="1">
            <a:off x="543633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9E46DF27-1545-4701-A172-32EAC6587D50}"/>
              </a:ext>
            </a:extLst>
          </p:cNvPr>
          <p:cNvCxnSpPr>
            <a:cxnSpLocks/>
          </p:cNvCxnSpPr>
          <p:nvPr/>
        </p:nvCxnSpPr>
        <p:spPr>
          <a:xfrm flipV="1">
            <a:off x="565920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87651D92-757D-456F-802E-978260D49323}"/>
              </a:ext>
            </a:extLst>
          </p:cNvPr>
          <p:cNvCxnSpPr>
            <a:cxnSpLocks/>
          </p:cNvCxnSpPr>
          <p:nvPr/>
        </p:nvCxnSpPr>
        <p:spPr>
          <a:xfrm flipV="1">
            <a:off x="641697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2135B792-E7E4-480E-83AF-34BE81483235}"/>
              </a:ext>
            </a:extLst>
          </p:cNvPr>
          <p:cNvCxnSpPr>
            <a:cxnSpLocks/>
          </p:cNvCxnSpPr>
          <p:nvPr/>
        </p:nvCxnSpPr>
        <p:spPr>
          <a:xfrm flipV="1">
            <a:off x="708559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D8F2FE25-43C2-4AF2-B5F1-ED963724D8FA}"/>
              </a:ext>
            </a:extLst>
          </p:cNvPr>
          <p:cNvCxnSpPr>
            <a:cxnSpLocks/>
          </p:cNvCxnSpPr>
          <p:nvPr/>
        </p:nvCxnSpPr>
        <p:spPr>
          <a:xfrm flipV="1">
            <a:off x="775422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84723AE3-65E9-4310-A864-F364FAE0AD81}"/>
              </a:ext>
            </a:extLst>
          </p:cNvPr>
          <p:cNvCxnSpPr>
            <a:cxnSpLocks/>
          </p:cNvCxnSpPr>
          <p:nvPr/>
        </p:nvCxnSpPr>
        <p:spPr>
          <a:xfrm flipV="1">
            <a:off x="467856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D4AB13D0-39EC-4037-A928-D30133403D93}"/>
              </a:ext>
            </a:extLst>
          </p:cNvPr>
          <p:cNvCxnSpPr>
            <a:cxnSpLocks/>
          </p:cNvCxnSpPr>
          <p:nvPr/>
        </p:nvCxnSpPr>
        <p:spPr>
          <a:xfrm flipV="1">
            <a:off x="499058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07CEC03F-8BBC-42FE-A6CF-5AEC104DC4FE}"/>
              </a:ext>
            </a:extLst>
          </p:cNvPr>
          <p:cNvCxnSpPr>
            <a:cxnSpLocks/>
          </p:cNvCxnSpPr>
          <p:nvPr/>
        </p:nvCxnSpPr>
        <p:spPr>
          <a:xfrm flipV="1">
            <a:off x="530260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69EC4767-4F84-4157-8B64-FD0E4BE27E4C}"/>
              </a:ext>
            </a:extLst>
          </p:cNvPr>
          <p:cNvCxnSpPr>
            <a:cxnSpLocks/>
          </p:cNvCxnSpPr>
          <p:nvPr/>
        </p:nvCxnSpPr>
        <p:spPr>
          <a:xfrm flipV="1">
            <a:off x="592665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CC0730BF-EB39-488F-AF41-996DA2BB0B87}"/>
              </a:ext>
            </a:extLst>
          </p:cNvPr>
          <p:cNvCxnSpPr>
            <a:cxnSpLocks/>
          </p:cNvCxnSpPr>
          <p:nvPr/>
        </p:nvCxnSpPr>
        <p:spPr>
          <a:xfrm flipV="1">
            <a:off x="646155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7E82B02E-B0B3-4B1A-9C4E-89B2A36FFE07}"/>
              </a:ext>
            </a:extLst>
          </p:cNvPr>
          <p:cNvCxnSpPr>
            <a:cxnSpLocks/>
          </p:cNvCxnSpPr>
          <p:nvPr/>
        </p:nvCxnSpPr>
        <p:spPr>
          <a:xfrm flipV="1">
            <a:off x="713017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186D91FE-6CE0-46DD-9322-CC69AF04BEC3}"/>
              </a:ext>
            </a:extLst>
          </p:cNvPr>
          <p:cNvCxnSpPr>
            <a:cxnSpLocks/>
          </p:cNvCxnSpPr>
          <p:nvPr/>
        </p:nvCxnSpPr>
        <p:spPr>
          <a:xfrm flipV="1">
            <a:off x="610495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7F511822-04CE-4CDC-A70C-2E19961A479B}"/>
              </a:ext>
            </a:extLst>
          </p:cNvPr>
          <p:cNvCxnSpPr>
            <a:cxnSpLocks/>
          </p:cNvCxnSpPr>
          <p:nvPr/>
        </p:nvCxnSpPr>
        <p:spPr>
          <a:xfrm flipV="1">
            <a:off x="632782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A8ABF634-17A3-49BF-B03C-2E07B8883A9E}"/>
              </a:ext>
            </a:extLst>
          </p:cNvPr>
          <p:cNvCxnSpPr>
            <a:cxnSpLocks/>
          </p:cNvCxnSpPr>
          <p:nvPr/>
        </p:nvCxnSpPr>
        <p:spPr>
          <a:xfrm flipV="1">
            <a:off x="655070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7CBD9F48-5056-4D56-8F7C-4E0BC23EA7D7}"/>
              </a:ext>
            </a:extLst>
          </p:cNvPr>
          <p:cNvCxnSpPr>
            <a:cxnSpLocks/>
          </p:cNvCxnSpPr>
          <p:nvPr/>
        </p:nvCxnSpPr>
        <p:spPr>
          <a:xfrm flipV="1">
            <a:off x="762049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D23446D3-4D4A-4D77-A3D8-56843BB95E69}"/>
              </a:ext>
            </a:extLst>
          </p:cNvPr>
          <p:cNvCxnSpPr>
            <a:cxnSpLocks/>
          </p:cNvCxnSpPr>
          <p:nvPr/>
        </p:nvCxnSpPr>
        <p:spPr>
          <a:xfrm flipV="1">
            <a:off x="815539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960A8B52-1CEC-403C-9C3A-D690419094F9}"/>
              </a:ext>
            </a:extLst>
          </p:cNvPr>
          <p:cNvCxnSpPr>
            <a:cxnSpLocks/>
          </p:cNvCxnSpPr>
          <p:nvPr/>
        </p:nvCxnSpPr>
        <p:spPr>
          <a:xfrm flipV="1">
            <a:off x="851199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7EA52A57-53F2-4DC8-AF1D-013B86B37CB7}"/>
              </a:ext>
            </a:extLst>
          </p:cNvPr>
          <p:cNvCxnSpPr>
            <a:cxnSpLocks/>
          </p:cNvCxnSpPr>
          <p:nvPr/>
        </p:nvCxnSpPr>
        <p:spPr>
          <a:xfrm flipV="1">
            <a:off x="458941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18F4F69D-310B-4292-BE17-4F4461BE1F65}"/>
              </a:ext>
            </a:extLst>
          </p:cNvPr>
          <p:cNvCxnSpPr>
            <a:cxnSpLocks/>
          </p:cNvCxnSpPr>
          <p:nvPr/>
        </p:nvCxnSpPr>
        <p:spPr>
          <a:xfrm flipV="1">
            <a:off x="481228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54368249-C7C0-4F01-8A1C-553E43C0E182}"/>
              </a:ext>
            </a:extLst>
          </p:cNvPr>
          <p:cNvCxnSpPr>
            <a:cxnSpLocks/>
          </p:cNvCxnSpPr>
          <p:nvPr/>
        </p:nvCxnSpPr>
        <p:spPr>
          <a:xfrm flipV="1">
            <a:off x="512430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7E43BEC4-93E1-4426-B0D4-485B59C9F138}"/>
              </a:ext>
            </a:extLst>
          </p:cNvPr>
          <p:cNvCxnSpPr>
            <a:cxnSpLocks/>
          </p:cNvCxnSpPr>
          <p:nvPr/>
        </p:nvCxnSpPr>
        <p:spPr>
          <a:xfrm flipV="1">
            <a:off x="583750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3B62B347-0647-44A3-BF54-E8D21301D0A1}"/>
              </a:ext>
            </a:extLst>
          </p:cNvPr>
          <p:cNvCxnSpPr>
            <a:cxnSpLocks/>
          </p:cNvCxnSpPr>
          <p:nvPr/>
        </p:nvCxnSpPr>
        <p:spPr>
          <a:xfrm flipV="1">
            <a:off x="628325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52E35966-1C60-4C96-AD53-A4B4B792B4B2}"/>
              </a:ext>
            </a:extLst>
          </p:cNvPr>
          <p:cNvCxnSpPr>
            <a:cxnSpLocks/>
          </p:cNvCxnSpPr>
          <p:nvPr/>
        </p:nvCxnSpPr>
        <p:spPr>
          <a:xfrm flipV="1">
            <a:off x="681815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9B3662C3-39B7-4427-BA97-2FEF37725BA9}"/>
              </a:ext>
            </a:extLst>
          </p:cNvPr>
          <p:cNvCxnSpPr>
            <a:cxnSpLocks/>
          </p:cNvCxnSpPr>
          <p:nvPr/>
        </p:nvCxnSpPr>
        <p:spPr>
          <a:xfrm flipV="1">
            <a:off x="597122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F3B05475-EF12-4CD4-8F4B-02D2FE92BCB2}"/>
              </a:ext>
            </a:extLst>
          </p:cNvPr>
          <p:cNvCxnSpPr>
            <a:cxnSpLocks/>
          </p:cNvCxnSpPr>
          <p:nvPr/>
        </p:nvCxnSpPr>
        <p:spPr>
          <a:xfrm flipV="1">
            <a:off x="619410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5BA8C34C-0B08-4D6B-B7CC-8100AFCD48A5}"/>
              </a:ext>
            </a:extLst>
          </p:cNvPr>
          <p:cNvCxnSpPr>
            <a:cxnSpLocks/>
          </p:cNvCxnSpPr>
          <p:nvPr/>
        </p:nvCxnSpPr>
        <p:spPr>
          <a:xfrm flipV="1">
            <a:off x="650612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97C76A81-58CA-43D2-A62E-9D2CB2F36A7C}"/>
              </a:ext>
            </a:extLst>
          </p:cNvPr>
          <p:cNvCxnSpPr>
            <a:cxnSpLocks/>
          </p:cNvCxnSpPr>
          <p:nvPr/>
        </p:nvCxnSpPr>
        <p:spPr>
          <a:xfrm flipV="1">
            <a:off x="744219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8272F5F5-C6CF-4D4B-9EF6-03DB69B878E1}"/>
              </a:ext>
            </a:extLst>
          </p:cNvPr>
          <p:cNvCxnSpPr>
            <a:cxnSpLocks/>
          </p:cNvCxnSpPr>
          <p:nvPr/>
        </p:nvCxnSpPr>
        <p:spPr>
          <a:xfrm flipV="1">
            <a:off x="802166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09BCFB05-0953-4880-B81A-19DD479E54B2}"/>
              </a:ext>
            </a:extLst>
          </p:cNvPr>
          <p:cNvCxnSpPr>
            <a:cxnSpLocks/>
          </p:cNvCxnSpPr>
          <p:nvPr/>
        </p:nvCxnSpPr>
        <p:spPr>
          <a:xfrm flipV="1">
            <a:off x="842284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E57291CD-4799-4A24-A141-5EF70D931BB2}"/>
              </a:ext>
            </a:extLst>
          </p:cNvPr>
          <p:cNvCxnSpPr>
            <a:cxnSpLocks/>
          </p:cNvCxnSpPr>
          <p:nvPr/>
        </p:nvCxnSpPr>
        <p:spPr>
          <a:xfrm flipV="1">
            <a:off x="552548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884E77C5-86BA-46BC-B0F2-4E1970887EF6}"/>
              </a:ext>
            </a:extLst>
          </p:cNvPr>
          <p:cNvCxnSpPr>
            <a:cxnSpLocks/>
          </p:cNvCxnSpPr>
          <p:nvPr/>
        </p:nvCxnSpPr>
        <p:spPr>
          <a:xfrm flipV="1">
            <a:off x="574835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F51E1AE8-F003-49E0-9490-16949EF3BD0A}"/>
              </a:ext>
            </a:extLst>
          </p:cNvPr>
          <p:cNvCxnSpPr>
            <a:cxnSpLocks/>
          </p:cNvCxnSpPr>
          <p:nvPr/>
        </p:nvCxnSpPr>
        <p:spPr>
          <a:xfrm flipV="1">
            <a:off x="606037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B3E158C7-41E6-4379-B3C6-F0012A10F4CF}"/>
              </a:ext>
            </a:extLst>
          </p:cNvPr>
          <p:cNvCxnSpPr>
            <a:cxnSpLocks/>
          </p:cNvCxnSpPr>
          <p:nvPr/>
        </p:nvCxnSpPr>
        <p:spPr>
          <a:xfrm flipV="1">
            <a:off x="672900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D347F968-F4A0-4FD7-BCD2-B08FF157FE6B}"/>
              </a:ext>
            </a:extLst>
          </p:cNvPr>
          <p:cNvCxnSpPr>
            <a:cxnSpLocks/>
          </p:cNvCxnSpPr>
          <p:nvPr/>
        </p:nvCxnSpPr>
        <p:spPr>
          <a:xfrm flipV="1">
            <a:off x="748677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D58C67B0-71F9-4B99-A696-74F7A4358D8C}"/>
              </a:ext>
            </a:extLst>
          </p:cNvPr>
          <p:cNvCxnSpPr>
            <a:cxnSpLocks/>
          </p:cNvCxnSpPr>
          <p:nvPr/>
        </p:nvCxnSpPr>
        <p:spPr>
          <a:xfrm flipV="1">
            <a:off x="806624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6A629F9A-DBC4-4FA5-8E4F-BC9948DE13AB}"/>
              </a:ext>
            </a:extLst>
          </p:cNvPr>
          <p:cNvCxnSpPr>
            <a:cxnSpLocks/>
          </p:cNvCxnSpPr>
          <p:nvPr/>
        </p:nvCxnSpPr>
        <p:spPr>
          <a:xfrm flipV="1">
            <a:off x="699644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6F291729-0153-4751-A72B-4543979D0809}"/>
              </a:ext>
            </a:extLst>
          </p:cNvPr>
          <p:cNvCxnSpPr>
            <a:cxnSpLocks/>
          </p:cNvCxnSpPr>
          <p:nvPr/>
        </p:nvCxnSpPr>
        <p:spPr>
          <a:xfrm flipV="1">
            <a:off x="735304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01C40ABF-0265-49F3-9745-0D7D656076C1}"/>
              </a:ext>
            </a:extLst>
          </p:cNvPr>
          <p:cNvCxnSpPr>
            <a:cxnSpLocks/>
          </p:cNvCxnSpPr>
          <p:nvPr/>
        </p:nvCxnSpPr>
        <p:spPr>
          <a:xfrm flipV="1">
            <a:off x="779879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90B3D55-7B9F-46D3-8316-D3915A1E0DE7}"/>
              </a:ext>
            </a:extLst>
          </p:cNvPr>
          <p:cNvCxnSpPr>
            <a:cxnSpLocks/>
          </p:cNvCxnSpPr>
          <p:nvPr/>
        </p:nvCxnSpPr>
        <p:spPr>
          <a:xfrm flipV="1">
            <a:off x="828911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E41EFAAF-9589-4A19-8994-C4B005A0BB2D}"/>
              </a:ext>
            </a:extLst>
          </p:cNvPr>
          <p:cNvCxnSpPr>
            <a:cxnSpLocks/>
          </p:cNvCxnSpPr>
          <p:nvPr/>
        </p:nvCxnSpPr>
        <p:spPr>
          <a:xfrm flipV="1">
            <a:off x="860114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E58C989C-5A84-4708-9483-337B26F97AB7}"/>
              </a:ext>
            </a:extLst>
          </p:cNvPr>
          <p:cNvCxnSpPr>
            <a:cxnSpLocks/>
          </p:cNvCxnSpPr>
          <p:nvPr/>
        </p:nvCxnSpPr>
        <p:spPr>
          <a:xfrm flipV="1">
            <a:off x="877943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5F59E266-B76C-444B-8109-8A523BD9782B}"/>
              </a:ext>
            </a:extLst>
          </p:cNvPr>
          <p:cNvCxnSpPr>
            <a:cxnSpLocks/>
          </p:cNvCxnSpPr>
          <p:nvPr/>
        </p:nvCxnSpPr>
        <p:spPr>
          <a:xfrm flipV="1">
            <a:off x="690729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C0DA5EE2-3315-4C3F-8254-E34FD865F7D6}"/>
              </a:ext>
            </a:extLst>
          </p:cNvPr>
          <p:cNvCxnSpPr>
            <a:cxnSpLocks/>
          </p:cNvCxnSpPr>
          <p:nvPr/>
        </p:nvCxnSpPr>
        <p:spPr>
          <a:xfrm flipV="1">
            <a:off x="668442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51887AC7-6E4A-48AA-AFD5-3C69E2BAC5FB}"/>
              </a:ext>
            </a:extLst>
          </p:cNvPr>
          <p:cNvCxnSpPr>
            <a:cxnSpLocks/>
          </p:cNvCxnSpPr>
          <p:nvPr/>
        </p:nvCxnSpPr>
        <p:spPr>
          <a:xfrm flipV="1">
            <a:off x="726389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865D2EF0-08A3-45B3-9757-0E06DE2BDD96}"/>
              </a:ext>
            </a:extLst>
          </p:cNvPr>
          <p:cNvCxnSpPr>
            <a:cxnSpLocks/>
          </p:cNvCxnSpPr>
          <p:nvPr/>
        </p:nvCxnSpPr>
        <p:spPr>
          <a:xfrm flipV="1">
            <a:off x="788794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4AB723EF-7B15-4890-BED5-CC8105BA1534}"/>
              </a:ext>
            </a:extLst>
          </p:cNvPr>
          <p:cNvCxnSpPr>
            <a:cxnSpLocks/>
          </p:cNvCxnSpPr>
          <p:nvPr/>
        </p:nvCxnSpPr>
        <p:spPr>
          <a:xfrm flipV="1">
            <a:off x="695187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3BE8187B-FBBC-4EFD-9C94-AA3DEB845502}"/>
              </a:ext>
            </a:extLst>
          </p:cNvPr>
          <p:cNvCxnSpPr>
            <a:cxnSpLocks/>
          </p:cNvCxnSpPr>
          <p:nvPr/>
        </p:nvCxnSpPr>
        <p:spPr>
          <a:xfrm flipV="1">
            <a:off x="766507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CEC9E618-C130-4741-A419-6A260DFF6814}"/>
              </a:ext>
            </a:extLst>
          </p:cNvPr>
          <p:cNvCxnSpPr>
            <a:cxnSpLocks/>
          </p:cNvCxnSpPr>
          <p:nvPr/>
        </p:nvCxnSpPr>
        <p:spPr>
          <a:xfrm flipV="1">
            <a:off x="8199967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1BFA05C9-3D3E-4A66-8E79-6A1A0E91E008}"/>
              </a:ext>
            </a:extLst>
          </p:cNvPr>
          <p:cNvCxnSpPr>
            <a:cxnSpLocks/>
          </p:cNvCxnSpPr>
          <p:nvPr/>
        </p:nvCxnSpPr>
        <p:spPr>
          <a:xfrm flipV="1">
            <a:off x="704102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226D004B-2036-4B69-872A-50432A7F1923}"/>
              </a:ext>
            </a:extLst>
          </p:cNvPr>
          <p:cNvCxnSpPr>
            <a:cxnSpLocks/>
          </p:cNvCxnSpPr>
          <p:nvPr/>
        </p:nvCxnSpPr>
        <p:spPr>
          <a:xfrm flipV="1">
            <a:off x="770964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49B48509-8435-47B8-85A8-1CA43684257E}"/>
              </a:ext>
            </a:extLst>
          </p:cNvPr>
          <p:cNvCxnSpPr>
            <a:cxnSpLocks/>
          </p:cNvCxnSpPr>
          <p:nvPr/>
        </p:nvCxnSpPr>
        <p:spPr>
          <a:xfrm flipV="1">
            <a:off x="686272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9A4E2052-2F28-4766-B15A-6DA8F5BD9EBA}"/>
              </a:ext>
            </a:extLst>
          </p:cNvPr>
          <p:cNvCxnSpPr>
            <a:cxnSpLocks/>
          </p:cNvCxnSpPr>
          <p:nvPr/>
        </p:nvCxnSpPr>
        <p:spPr>
          <a:xfrm flipV="1">
            <a:off x="721932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2F0AA73F-B518-4084-8A57-9672979E408D}"/>
              </a:ext>
            </a:extLst>
          </p:cNvPr>
          <p:cNvCxnSpPr>
            <a:cxnSpLocks/>
          </p:cNvCxnSpPr>
          <p:nvPr/>
        </p:nvCxnSpPr>
        <p:spPr>
          <a:xfrm flipV="1">
            <a:off x="811081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B5C8032B-ADC3-4D06-8BDF-928CF7AEF5CC}"/>
              </a:ext>
            </a:extLst>
          </p:cNvPr>
          <p:cNvCxnSpPr>
            <a:cxnSpLocks/>
          </p:cNvCxnSpPr>
          <p:nvPr/>
        </p:nvCxnSpPr>
        <p:spPr>
          <a:xfrm flipV="1">
            <a:off x="846741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AB5FA5C7-ADEB-4420-AFA8-4175BC2D2F89}"/>
              </a:ext>
            </a:extLst>
          </p:cNvPr>
          <p:cNvCxnSpPr>
            <a:cxnSpLocks/>
          </p:cNvCxnSpPr>
          <p:nvPr/>
        </p:nvCxnSpPr>
        <p:spPr>
          <a:xfrm flipV="1">
            <a:off x="869028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0A2D7A28-7362-4E30-AF5B-81C9EF54D87A}"/>
              </a:ext>
            </a:extLst>
          </p:cNvPr>
          <p:cNvCxnSpPr>
            <a:cxnSpLocks/>
          </p:cNvCxnSpPr>
          <p:nvPr/>
        </p:nvCxnSpPr>
        <p:spPr>
          <a:xfrm flipV="1">
            <a:off x="677357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EF9F7226-ED8A-4CD5-AE08-9A2755F15658}"/>
              </a:ext>
            </a:extLst>
          </p:cNvPr>
          <p:cNvCxnSpPr>
            <a:cxnSpLocks/>
          </p:cNvCxnSpPr>
          <p:nvPr/>
        </p:nvCxnSpPr>
        <p:spPr>
          <a:xfrm flipV="1">
            <a:off x="753134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915B8D01-CDE9-479E-9CBC-2AFD5B72E265}"/>
              </a:ext>
            </a:extLst>
          </p:cNvPr>
          <p:cNvCxnSpPr>
            <a:cxnSpLocks/>
          </p:cNvCxnSpPr>
          <p:nvPr/>
        </p:nvCxnSpPr>
        <p:spPr>
          <a:xfrm flipV="1">
            <a:off x="663985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578157DE-B5E6-4FB1-88DC-E21EFF384150}"/>
              </a:ext>
            </a:extLst>
          </p:cNvPr>
          <p:cNvCxnSpPr>
            <a:cxnSpLocks/>
          </p:cNvCxnSpPr>
          <p:nvPr/>
        </p:nvCxnSpPr>
        <p:spPr>
          <a:xfrm flipV="1">
            <a:off x="7174748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FE02A2DC-2393-4FC3-898D-0B1AEBB96F4C}"/>
              </a:ext>
            </a:extLst>
          </p:cNvPr>
          <p:cNvCxnSpPr>
            <a:cxnSpLocks/>
          </p:cNvCxnSpPr>
          <p:nvPr/>
        </p:nvCxnSpPr>
        <p:spPr>
          <a:xfrm flipV="1">
            <a:off x="793251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658E060D-9E55-44C9-AAEF-5FC29F967529}"/>
              </a:ext>
            </a:extLst>
          </p:cNvPr>
          <p:cNvCxnSpPr>
            <a:cxnSpLocks/>
          </p:cNvCxnSpPr>
          <p:nvPr/>
        </p:nvCxnSpPr>
        <p:spPr>
          <a:xfrm flipV="1">
            <a:off x="8333691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28F56A78-B20F-4D62-B074-D4C2A4A68560}"/>
              </a:ext>
            </a:extLst>
          </p:cNvPr>
          <p:cNvCxnSpPr>
            <a:cxnSpLocks/>
          </p:cNvCxnSpPr>
          <p:nvPr/>
        </p:nvCxnSpPr>
        <p:spPr>
          <a:xfrm flipV="1">
            <a:off x="864571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CDCD2DF-541E-474E-AE6D-1636512CAD21}"/>
              </a:ext>
            </a:extLst>
          </p:cNvPr>
          <p:cNvCxnSpPr>
            <a:cxnSpLocks/>
          </p:cNvCxnSpPr>
          <p:nvPr/>
        </p:nvCxnSpPr>
        <p:spPr>
          <a:xfrm flipV="1">
            <a:off x="730847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ECF9F384-BD76-4046-9B41-A5F669751B22}"/>
              </a:ext>
            </a:extLst>
          </p:cNvPr>
          <p:cNvCxnSpPr>
            <a:cxnSpLocks/>
          </p:cNvCxnSpPr>
          <p:nvPr/>
        </p:nvCxnSpPr>
        <p:spPr>
          <a:xfrm flipV="1">
            <a:off x="7977093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BCA5A428-F956-405F-ABA5-8E80D830E21B}"/>
              </a:ext>
            </a:extLst>
          </p:cNvPr>
          <p:cNvCxnSpPr>
            <a:cxnSpLocks/>
          </p:cNvCxnSpPr>
          <p:nvPr/>
        </p:nvCxnSpPr>
        <p:spPr>
          <a:xfrm flipV="1">
            <a:off x="8378266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210C1D4F-54BA-464E-B05A-533666F9E965}"/>
              </a:ext>
            </a:extLst>
          </p:cNvPr>
          <p:cNvCxnSpPr>
            <a:cxnSpLocks/>
          </p:cNvCxnSpPr>
          <p:nvPr/>
        </p:nvCxnSpPr>
        <p:spPr>
          <a:xfrm flipV="1">
            <a:off x="7575920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C2311190-D40D-4099-8B79-020BA0138C3A}"/>
              </a:ext>
            </a:extLst>
          </p:cNvPr>
          <p:cNvCxnSpPr>
            <a:cxnSpLocks/>
          </p:cNvCxnSpPr>
          <p:nvPr/>
        </p:nvCxnSpPr>
        <p:spPr>
          <a:xfrm flipV="1">
            <a:off x="7843369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58149526-1388-4EB5-A261-6BEC1A387F4E}"/>
              </a:ext>
            </a:extLst>
          </p:cNvPr>
          <p:cNvCxnSpPr>
            <a:cxnSpLocks/>
          </p:cNvCxnSpPr>
          <p:nvPr/>
        </p:nvCxnSpPr>
        <p:spPr>
          <a:xfrm flipV="1">
            <a:off x="8244542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43726BF-E50A-46E8-8A24-EAC37E21732C}"/>
              </a:ext>
            </a:extLst>
          </p:cNvPr>
          <p:cNvCxnSpPr>
            <a:cxnSpLocks/>
          </p:cNvCxnSpPr>
          <p:nvPr/>
        </p:nvCxnSpPr>
        <p:spPr>
          <a:xfrm flipV="1">
            <a:off x="8556565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ECD790E4-1FF4-41DE-B02A-7932CD557A6C}"/>
              </a:ext>
            </a:extLst>
          </p:cNvPr>
          <p:cNvCxnSpPr>
            <a:cxnSpLocks/>
          </p:cNvCxnSpPr>
          <p:nvPr/>
        </p:nvCxnSpPr>
        <p:spPr>
          <a:xfrm flipV="1">
            <a:off x="8734864" y="3285634"/>
            <a:ext cx="0" cy="36000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6ADA564D-F67C-429D-9F64-6CB35978B5A2}"/>
              </a:ext>
            </a:extLst>
          </p:cNvPr>
          <p:cNvCxnSpPr>
            <a:cxnSpLocks/>
          </p:cNvCxnSpPr>
          <p:nvPr/>
        </p:nvCxnSpPr>
        <p:spPr>
          <a:xfrm flipV="1">
            <a:off x="8824013" y="3200399"/>
            <a:ext cx="0" cy="53047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0" name="Picture 459">
            <a:extLst>
              <a:ext uri="{FF2B5EF4-FFF2-40B4-BE49-F238E27FC236}">
                <a16:creationId xmlns:a16="http://schemas.microsoft.com/office/drawing/2014/main" id="{A454AA54-4C3B-44B3-A15B-98FFFB78973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37" t="25000" r="32350" b="25384"/>
          <a:stretch/>
        </p:blipFill>
        <p:spPr>
          <a:xfrm rot="17859294">
            <a:off x="586988" y="70829"/>
            <a:ext cx="1024616" cy="1431502"/>
          </a:xfrm>
          <a:prstGeom prst="rect">
            <a:avLst/>
          </a:prstGeom>
        </p:spPr>
      </p:pic>
      <p:sp>
        <p:nvSpPr>
          <p:cNvPr id="298" name="TextBox 297">
            <a:extLst>
              <a:ext uri="{FF2B5EF4-FFF2-40B4-BE49-F238E27FC236}">
                <a16:creationId xmlns:a16="http://schemas.microsoft.com/office/drawing/2014/main" id="{CE7676FE-72B3-4E6C-A785-477004BD9B98}"/>
              </a:ext>
            </a:extLst>
          </p:cNvPr>
          <p:cNvSpPr txBox="1"/>
          <p:nvPr/>
        </p:nvSpPr>
        <p:spPr>
          <a:xfrm>
            <a:off x="782404" y="182054"/>
            <a:ext cx="83411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Канатта</a:t>
            </a:r>
            <a:r>
              <a:rPr lang="en-GB" sz="2200" dirty="0"/>
              <a:t>, </a:t>
            </a:r>
            <a:r>
              <a:rPr lang="ky-KG" sz="2200" dirty="0"/>
              <a:t>Сакуда</a:t>
            </a:r>
            <a:r>
              <a:rPr lang="en-GB" sz="2200" dirty="0"/>
              <a:t> &amp; </a:t>
            </a:r>
            <a:r>
              <a:rPr lang="ky-KG" sz="2200" dirty="0"/>
              <a:t>Гүкүдө </a:t>
            </a:r>
            <a:r>
              <a:rPr lang="en-GB" sz="2200" dirty="0"/>
              <a:t> </a:t>
            </a:r>
            <a:r>
              <a:rPr lang="ky-KG" sz="2200" dirty="0"/>
              <a:t>ар биринде шоколадтын тилкеси бар эле</a:t>
            </a:r>
            <a:r>
              <a:rPr lang="en-GB" sz="2200" dirty="0"/>
              <a:t>.</a:t>
            </a:r>
          </a:p>
          <a:p>
            <a:pPr algn="ctr"/>
            <a:r>
              <a:rPr lang="ru-RU" sz="2200" dirty="0"/>
              <a:t>Берилген сандарга караганда кимиси көп жеди,</a:t>
            </a:r>
          </a:p>
          <a:p>
            <a:pPr algn="ctr"/>
            <a:r>
              <a:rPr lang="ru-RU" sz="2200" dirty="0"/>
              <a:t> кимиси аз жеди?</a:t>
            </a:r>
            <a:endParaRPr lang="en-GB" sz="2200" dirty="0"/>
          </a:p>
          <a:p>
            <a:pPr algn="ctr"/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14841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  <p:bldP spid="18" grpId="0"/>
      <p:bldP spid="182" grpId="0" animBg="1"/>
      <p:bldP spid="3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267835" y="89105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0.39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244914" y="41832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397811" y="51621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476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3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" grpId="0" animBg="1"/>
      <p:bldP spid="59" grpId="0" animBg="1"/>
      <p:bldP spid="60" grpId="0"/>
      <p:bldP spid="61" grpId="0"/>
      <p:bldP spid="62" grpId="0"/>
      <p:bldP spid="63" grpId="0"/>
      <p:bldP spid="67" grpId="0"/>
      <p:bldP spid="68" grpId="0"/>
      <p:bldP spid="37" grpId="0"/>
      <p:bldP spid="38" grpId="0"/>
      <p:bldP spid="39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396868" y="919396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9081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3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" grpId="0" animBg="1"/>
      <p:bldP spid="59" grpId="0" animBg="1"/>
      <p:bldP spid="60" grpId="0"/>
      <p:bldP spid="61" grpId="0"/>
      <p:bldP spid="62" grpId="0"/>
      <p:bldP spid="63" grpId="0"/>
      <p:bldP spid="67" grpId="0"/>
      <p:bldP spid="68" grpId="0"/>
      <p:bldP spid="37" grpId="0"/>
      <p:bldP spid="38" grpId="0"/>
      <p:bldP spid="39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476441" y="851621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864656" y="-2054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/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316332" y="740755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8561943" y="1477147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943" y="1477147"/>
                <a:ext cx="548227" cy="92198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750516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16" y="1691918"/>
                <a:ext cx="913712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5338145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145" y="1691918"/>
                <a:ext cx="633187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row: Down 91">
            <a:extLst>
              <a:ext uri="{FF2B5EF4-FFF2-40B4-BE49-F238E27FC236}">
                <a16:creationId xmlns:a16="http://schemas.microsoft.com/office/drawing/2014/main" id="{7E8B0B05-95BA-4886-9CD0-4D02F50526F6}"/>
              </a:ext>
            </a:extLst>
          </p:cNvPr>
          <p:cNvSpPr/>
          <p:nvPr/>
        </p:nvSpPr>
        <p:spPr>
          <a:xfrm>
            <a:off x="556285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39D9AA89-8493-4DA2-B0E7-EAEE7B5DEEF1}"/>
              </a:ext>
            </a:extLst>
          </p:cNvPr>
          <p:cNvSpPr/>
          <p:nvPr/>
        </p:nvSpPr>
        <p:spPr>
          <a:xfrm>
            <a:off x="7106794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7D971FC9-55BA-494A-86B1-71F3B6B91ABE}"/>
              </a:ext>
            </a:extLst>
          </p:cNvPr>
          <p:cNvSpPr/>
          <p:nvPr/>
        </p:nvSpPr>
        <p:spPr>
          <a:xfrm>
            <a:off x="8729862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/>
              <p:nvPr/>
            </p:nvSpPr>
            <p:spPr>
              <a:xfrm>
                <a:off x="8119222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222" y="3372081"/>
                <a:ext cx="548227" cy="92198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/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/>
              <p:nvPr/>
            </p:nvSpPr>
            <p:spPr>
              <a:xfrm>
                <a:off x="5358513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513" y="3757643"/>
                <a:ext cx="633187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99E864D-B8A6-4646-AC76-5729172A4B3D}"/>
              </a:ext>
            </a:extLst>
          </p:cNvPr>
          <p:cNvSpPr txBox="1"/>
          <p:nvPr/>
        </p:nvSpPr>
        <p:spPr>
          <a:xfrm>
            <a:off x="6769507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/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/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060057C-7BC7-40E7-95FB-910E7EB1B2EC}"/>
              </a:ext>
            </a:extLst>
          </p:cNvPr>
          <p:cNvSpPr/>
          <p:nvPr/>
        </p:nvSpPr>
        <p:spPr>
          <a:xfrm>
            <a:off x="8522211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7E68F30-AD00-4405-A9A8-B3E45FF2C92B}"/>
              </a:ext>
            </a:extLst>
          </p:cNvPr>
          <p:cNvSpPr/>
          <p:nvPr/>
        </p:nvSpPr>
        <p:spPr>
          <a:xfrm flipV="1">
            <a:off x="8522211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/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0.55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/>
              <p:nvPr/>
            </p:nvSpPr>
            <p:spPr>
              <a:xfrm>
                <a:off x="6913545" y="6060236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545" y="6060236"/>
                <a:ext cx="633187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/>
              <p:nvPr/>
            </p:nvSpPr>
            <p:spPr>
              <a:xfrm>
                <a:off x="5156290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90" y="6033860"/>
                <a:ext cx="913712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/>
              <p:nvPr/>
            </p:nvSpPr>
            <p:spPr>
              <a:xfrm>
                <a:off x="8523667" y="578231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667" y="5782316"/>
                <a:ext cx="940597" cy="9251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F72C222-ED2E-45CB-8472-E9C7FDD62070}"/>
              </a:ext>
            </a:extLst>
          </p:cNvPr>
          <p:cNvSpPr txBox="1"/>
          <p:nvPr/>
        </p:nvSpPr>
        <p:spPr>
          <a:xfrm>
            <a:off x="8559518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964F0F-DEFA-4051-B177-75B4ED077839}"/>
              </a:ext>
            </a:extLst>
          </p:cNvPr>
          <p:cNvSpPr txBox="1"/>
          <p:nvPr/>
        </p:nvSpPr>
        <p:spPr>
          <a:xfrm>
            <a:off x="8559518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633E1FE-07C8-4E53-8343-5872BE316C13}"/>
              </a:ext>
            </a:extLst>
          </p:cNvPr>
          <p:cNvSpPr txBox="1"/>
          <p:nvPr/>
        </p:nvSpPr>
        <p:spPr>
          <a:xfrm>
            <a:off x="7073604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3BB7013-DD1A-4B58-B98A-8449F724AEA0}"/>
              </a:ext>
            </a:extLst>
          </p:cNvPr>
          <p:cNvSpPr txBox="1"/>
          <p:nvPr/>
        </p:nvSpPr>
        <p:spPr>
          <a:xfrm>
            <a:off x="5353932" y="418826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1BF9B3-61E2-4C70-88FB-2511539A2654}"/>
              </a:ext>
            </a:extLst>
          </p:cNvPr>
          <p:cNvSpPr txBox="1"/>
          <p:nvPr/>
        </p:nvSpPr>
        <p:spPr>
          <a:xfrm>
            <a:off x="9259956" y="515332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AB7CC4-1F86-4219-BE0B-835F9AC179AF}"/>
              </a:ext>
            </a:extLst>
          </p:cNvPr>
          <p:cNvCxnSpPr>
            <a:cxnSpLocks/>
          </p:cNvCxnSpPr>
          <p:nvPr/>
        </p:nvCxnSpPr>
        <p:spPr>
          <a:xfrm>
            <a:off x="6515099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68B9E8B-A20D-4372-8CEA-7CC7E0C86978}"/>
              </a:ext>
            </a:extLst>
          </p:cNvPr>
          <p:cNvSpPr txBox="1"/>
          <p:nvPr/>
        </p:nvSpPr>
        <p:spPr>
          <a:xfrm>
            <a:off x="5579733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2055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/>
      <p:bldP spid="101" grpId="0" animBg="1"/>
      <p:bldP spid="102" grpId="0" animBg="1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373757" y="901798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871346" y="-991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/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353932" y="820251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8561943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943" y="1477147"/>
                <a:ext cx="548227" cy="92519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750516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91%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16" y="1691918"/>
                <a:ext cx="913712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5338145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145" y="1691918"/>
                <a:ext cx="633187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row: Down 91">
            <a:extLst>
              <a:ext uri="{FF2B5EF4-FFF2-40B4-BE49-F238E27FC236}">
                <a16:creationId xmlns:a16="http://schemas.microsoft.com/office/drawing/2014/main" id="{7E8B0B05-95BA-4886-9CD0-4D02F50526F6}"/>
              </a:ext>
            </a:extLst>
          </p:cNvPr>
          <p:cNvSpPr/>
          <p:nvPr/>
        </p:nvSpPr>
        <p:spPr>
          <a:xfrm>
            <a:off x="556285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39D9AA89-8493-4DA2-B0E7-EAEE7B5DEEF1}"/>
              </a:ext>
            </a:extLst>
          </p:cNvPr>
          <p:cNvSpPr/>
          <p:nvPr/>
        </p:nvSpPr>
        <p:spPr>
          <a:xfrm>
            <a:off x="7106794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7D971FC9-55BA-494A-86B1-71F3B6B91ABE}"/>
              </a:ext>
            </a:extLst>
          </p:cNvPr>
          <p:cNvSpPr/>
          <p:nvPr/>
        </p:nvSpPr>
        <p:spPr>
          <a:xfrm>
            <a:off x="8729862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/>
              <p:nvPr/>
            </p:nvSpPr>
            <p:spPr>
              <a:xfrm>
                <a:off x="8119222" y="3372081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222" y="3372081"/>
                <a:ext cx="548227" cy="92519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/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0.91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/>
              <p:nvPr/>
            </p:nvSpPr>
            <p:spPr>
              <a:xfrm>
                <a:off x="5358513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513" y="3757643"/>
                <a:ext cx="633187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99E864D-B8A6-4646-AC76-5729172A4B3D}"/>
              </a:ext>
            </a:extLst>
          </p:cNvPr>
          <p:cNvSpPr txBox="1"/>
          <p:nvPr/>
        </p:nvSpPr>
        <p:spPr>
          <a:xfrm>
            <a:off x="6769507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/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/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060057C-7BC7-40E7-95FB-910E7EB1B2EC}"/>
              </a:ext>
            </a:extLst>
          </p:cNvPr>
          <p:cNvSpPr/>
          <p:nvPr/>
        </p:nvSpPr>
        <p:spPr>
          <a:xfrm>
            <a:off x="8522211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7E68F30-AD00-4405-A9A8-B3E45FF2C92B}"/>
              </a:ext>
            </a:extLst>
          </p:cNvPr>
          <p:cNvSpPr/>
          <p:nvPr/>
        </p:nvSpPr>
        <p:spPr>
          <a:xfrm flipV="1">
            <a:off x="8522211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/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0.36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/>
              <p:nvPr/>
            </p:nvSpPr>
            <p:spPr>
              <a:xfrm>
                <a:off x="6913545" y="6060236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545" y="6060236"/>
                <a:ext cx="633187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/>
              <p:nvPr/>
            </p:nvSpPr>
            <p:spPr>
              <a:xfrm>
                <a:off x="5358513" y="5791398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b="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513" y="5791398"/>
                <a:ext cx="548227" cy="92519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/>
              <p:nvPr/>
            </p:nvSpPr>
            <p:spPr>
              <a:xfrm>
                <a:off x="8523667" y="6037293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91%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667" y="6037293"/>
                <a:ext cx="940597" cy="4924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F72C222-ED2E-45CB-8472-E9C7FDD62070}"/>
              </a:ext>
            </a:extLst>
          </p:cNvPr>
          <p:cNvSpPr txBox="1"/>
          <p:nvPr/>
        </p:nvSpPr>
        <p:spPr>
          <a:xfrm>
            <a:off x="8559518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964F0F-DEFA-4051-B177-75B4ED077839}"/>
              </a:ext>
            </a:extLst>
          </p:cNvPr>
          <p:cNvSpPr txBox="1"/>
          <p:nvPr/>
        </p:nvSpPr>
        <p:spPr>
          <a:xfrm>
            <a:off x="8559518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633E1FE-07C8-4E53-8343-5872BE316C13}"/>
              </a:ext>
            </a:extLst>
          </p:cNvPr>
          <p:cNvSpPr txBox="1"/>
          <p:nvPr/>
        </p:nvSpPr>
        <p:spPr>
          <a:xfrm>
            <a:off x="9333228" y="51738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3BB7013-DD1A-4B58-B98A-8449F724AEA0}"/>
              </a:ext>
            </a:extLst>
          </p:cNvPr>
          <p:cNvSpPr txBox="1"/>
          <p:nvPr/>
        </p:nvSpPr>
        <p:spPr>
          <a:xfrm>
            <a:off x="5353932" y="418826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1BF9B3-61E2-4C70-88FB-2511539A2654}"/>
              </a:ext>
            </a:extLst>
          </p:cNvPr>
          <p:cNvSpPr txBox="1"/>
          <p:nvPr/>
        </p:nvSpPr>
        <p:spPr>
          <a:xfrm>
            <a:off x="6903617" y="4186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AB7CC4-1F86-4219-BE0B-835F9AC179AF}"/>
              </a:ext>
            </a:extLst>
          </p:cNvPr>
          <p:cNvCxnSpPr>
            <a:cxnSpLocks/>
          </p:cNvCxnSpPr>
          <p:nvPr/>
        </p:nvCxnSpPr>
        <p:spPr>
          <a:xfrm>
            <a:off x="6515099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68B9E8B-A20D-4372-8CEA-7CC7E0C86978}"/>
              </a:ext>
            </a:extLst>
          </p:cNvPr>
          <p:cNvSpPr txBox="1"/>
          <p:nvPr/>
        </p:nvSpPr>
        <p:spPr>
          <a:xfrm>
            <a:off x="5579733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5026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/>
      <p:bldP spid="101" grpId="0" animBg="1"/>
      <p:bldP spid="102" grpId="0" animBg="1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373757" y="891195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897066" y="-2054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/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353932" y="788423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8561943" y="1477147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943" y="1477147"/>
                <a:ext cx="548227" cy="92198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877816" y="1691918"/>
                <a:ext cx="6860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816" y="1691918"/>
                <a:ext cx="686085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5224332" y="1691918"/>
                <a:ext cx="8608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0.66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332" y="1691918"/>
                <a:ext cx="860813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row: Down 91">
            <a:extLst>
              <a:ext uri="{FF2B5EF4-FFF2-40B4-BE49-F238E27FC236}">
                <a16:creationId xmlns:a16="http://schemas.microsoft.com/office/drawing/2014/main" id="{7E8B0B05-95BA-4886-9CD0-4D02F50526F6}"/>
              </a:ext>
            </a:extLst>
          </p:cNvPr>
          <p:cNvSpPr/>
          <p:nvPr/>
        </p:nvSpPr>
        <p:spPr>
          <a:xfrm>
            <a:off x="556285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39D9AA89-8493-4DA2-B0E7-EAEE7B5DEEF1}"/>
              </a:ext>
            </a:extLst>
          </p:cNvPr>
          <p:cNvSpPr/>
          <p:nvPr/>
        </p:nvSpPr>
        <p:spPr>
          <a:xfrm>
            <a:off x="7106794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7D971FC9-55BA-494A-86B1-71F3B6B91ABE}"/>
              </a:ext>
            </a:extLst>
          </p:cNvPr>
          <p:cNvSpPr/>
          <p:nvPr/>
        </p:nvSpPr>
        <p:spPr>
          <a:xfrm>
            <a:off x="8729862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/>
              <p:nvPr/>
            </p:nvSpPr>
            <p:spPr>
              <a:xfrm>
                <a:off x="8119222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222" y="3372081"/>
                <a:ext cx="548227" cy="92198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/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/>
              <p:nvPr/>
            </p:nvSpPr>
            <p:spPr>
              <a:xfrm>
                <a:off x="5244700" y="3757643"/>
                <a:ext cx="8608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0.66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700" y="3757643"/>
                <a:ext cx="860813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99E864D-B8A6-4646-AC76-5729172A4B3D}"/>
              </a:ext>
            </a:extLst>
          </p:cNvPr>
          <p:cNvSpPr txBox="1"/>
          <p:nvPr/>
        </p:nvSpPr>
        <p:spPr>
          <a:xfrm>
            <a:off x="6769507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/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/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060057C-7BC7-40E7-95FB-910E7EB1B2EC}"/>
              </a:ext>
            </a:extLst>
          </p:cNvPr>
          <p:cNvSpPr/>
          <p:nvPr/>
        </p:nvSpPr>
        <p:spPr>
          <a:xfrm>
            <a:off x="8522211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7E68F30-AD00-4405-A9A8-B3E45FF2C92B}"/>
              </a:ext>
            </a:extLst>
          </p:cNvPr>
          <p:cNvSpPr/>
          <p:nvPr/>
        </p:nvSpPr>
        <p:spPr>
          <a:xfrm flipV="1">
            <a:off x="8522211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/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0.70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/>
              <p:nvPr/>
            </p:nvSpPr>
            <p:spPr>
              <a:xfrm>
                <a:off x="6913545" y="6060236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0.66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545" y="6060236"/>
                <a:ext cx="860812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/>
              <p:nvPr/>
            </p:nvSpPr>
            <p:spPr>
              <a:xfrm>
                <a:off x="5235421" y="6033860"/>
                <a:ext cx="6860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421" y="6033860"/>
                <a:ext cx="686085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/>
              <p:nvPr/>
            </p:nvSpPr>
            <p:spPr>
              <a:xfrm>
                <a:off x="8523667" y="578231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667" y="5782316"/>
                <a:ext cx="940597" cy="9251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F72C222-ED2E-45CB-8472-E9C7FDD62070}"/>
              </a:ext>
            </a:extLst>
          </p:cNvPr>
          <p:cNvSpPr txBox="1"/>
          <p:nvPr/>
        </p:nvSpPr>
        <p:spPr>
          <a:xfrm>
            <a:off x="8481773" y="2806878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10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964F0F-DEFA-4051-B177-75B4ED077839}"/>
              </a:ext>
            </a:extLst>
          </p:cNvPr>
          <p:cNvSpPr txBox="1"/>
          <p:nvPr/>
        </p:nvSpPr>
        <p:spPr>
          <a:xfrm>
            <a:off x="8481773" y="444670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10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633E1FE-07C8-4E53-8343-5872BE316C13}"/>
              </a:ext>
            </a:extLst>
          </p:cNvPr>
          <p:cNvSpPr txBox="1"/>
          <p:nvPr/>
        </p:nvSpPr>
        <p:spPr>
          <a:xfrm>
            <a:off x="7073604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3BB7013-DD1A-4B58-B98A-8449F724AEA0}"/>
              </a:ext>
            </a:extLst>
          </p:cNvPr>
          <p:cNvSpPr txBox="1"/>
          <p:nvPr/>
        </p:nvSpPr>
        <p:spPr>
          <a:xfrm>
            <a:off x="5353932" y="418826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1BF9B3-61E2-4C70-88FB-2511539A2654}"/>
              </a:ext>
            </a:extLst>
          </p:cNvPr>
          <p:cNvSpPr txBox="1"/>
          <p:nvPr/>
        </p:nvSpPr>
        <p:spPr>
          <a:xfrm>
            <a:off x="9259956" y="515332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AB7CC4-1F86-4219-BE0B-835F9AC179AF}"/>
              </a:ext>
            </a:extLst>
          </p:cNvPr>
          <p:cNvCxnSpPr>
            <a:cxnSpLocks/>
          </p:cNvCxnSpPr>
          <p:nvPr/>
        </p:nvCxnSpPr>
        <p:spPr>
          <a:xfrm>
            <a:off x="6515099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68B9E8B-A20D-4372-8CEA-7CC7E0C86978}"/>
              </a:ext>
            </a:extLst>
          </p:cNvPr>
          <p:cNvSpPr txBox="1"/>
          <p:nvPr/>
        </p:nvSpPr>
        <p:spPr>
          <a:xfrm>
            <a:off x="5579733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4867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/>
      <p:bldP spid="101" grpId="0" animBg="1"/>
      <p:bldP spid="102" grpId="0" animBg="1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431669" y="901798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931635" y="-1039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/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372946" y="81129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8561943" y="1477147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943" y="1477147"/>
                <a:ext cx="548227" cy="92198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860647" y="1691918"/>
                <a:ext cx="6860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647" y="1691918"/>
                <a:ext cx="686085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5338145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145" y="1691918"/>
                <a:ext cx="633187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row: Down 91">
            <a:extLst>
              <a:ext uri="{FF2B5EF4-FFF2-40B4-BE49-F238E27FC236}">
                <a16:creationId xmlns:a16="http://schemas.microsoft.com/office/drawing/2014/main" id="{7E8B0B05-95BA-4886-9CD0-4D02F50526F6}"/>
              </a:ext>
            </a:extLst>
          </p:cNvPr>
          <p:cNvSpPr/>
          <p:nvPr/>
        </p:nvSpPr>
        <p:spPr>
          <a:xfrm>
            <a:off x="556285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39D9AA89-8493-4DA2-B0E7-EAEE7B5DEEF1}"/>
              </a:ext>
            </a:extLst>
          </p:cNvPr>
          <p:cNvSpPr/>
          <p:nvPr/>
        </p:nvSpPr>
        <p:spPr>
          <a:xfrm>
            <a:off x="7106794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7D971FC9-55BA-494A-86B1-71F3B6B91ABE}"/>
              </a:ext>
            </a:extLst>
          </p:cNvPr>
          <p:cNvSpPr/>
          <p:nvPr/>
        </p:nvSpPr>
        <p:spPr>
          <a:xfrm>
            <a:off x="8729862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/>
              <p:nvPr/>
            </p:nvSpPr>
            <p:spPr>
              <a:xfrm>
                <a:off x="8119222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222" y="3372081"/>
                <a:ext cx="548227" cy="92198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/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/>
              <p:nvPr/>
            </p:nvSpPr>
            <p:spPr>
              <a:xfrm>
                <a:off x="5358513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513" y="3757643"/>
                <a:ext cx="633187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99E864D-B8A6-4646-AC76-5729172A4B3D}"/>
              </a:ext>
            </a:extLst>
          </p:cNvPr>
          <p:cNvSpPr txBox="1"/>
          <p:nvPr/>
        </p:nvSpPr>
        <p:spPr>
          <a:xfrm>
            <a:off x="6769507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/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/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060057C-7BC7-40E7-95FB-910E7EB1B2EC}"/>
              </a:ext>
            </a:extLst>
          </p:cNvPr>
          <p:cNvSpPr/>
          <p:nvPr/>
        </p:nvSpPr>
        <p:spPr>
          <a:xfrm>
            <a:off x="8522211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7E68F30-AD00-4405-A9A8-B3E45FF2C92B}"/>
              </a:ext>
            </a:extLst>
          </p:cNvPr>
          <p:cNvSpPr/>
          <p:nvPr/>
        </p:nvSpPr>
        <p:spPr>
          <a:xfrm flipV="1">
            <a:off x="8522211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/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0.15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/>
              <p:nvPr/>
            </p:nvSpPr>
            <p:spPr>
              <a:xfrm>
                <a:off x="6913545" y="5831636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545" y="5831636"/>
                <a:ext cx="548227" cy="92519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/>
              <p:nvPr/>
            </p:nvSpPr>
            <p:spPr>
              <a:xfrm>
                <a:off x="5156290" y="6033860"/>
                <a:ext cx="6860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90" y="6033860"/>
                <a:ext cx="686085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/>
              <p:nvPr/>
            </p:nvSpPr>
            <p:spPr>
              <a:xfrm>
                <a:off x="8523667" y="6019708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667" y="6019708"/>
                <a:ext cx="940597" cy="4924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F72C222-ED2E-45CB-8472-E9C7FDD62070}"/>
              </a:ext>
            </a:extLst>
          </p:cNvPr>
          <p:cNvSpPr txBox="1"/>
          <p:nvPr/>
        </p:nvSpPr>
        <p:spPr>
          <a:xfrm>
            <a:off x="8559518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964F0F-DEFA-4051-B177-75B4ED077839}"/>
              </a:ext>
            </a:extLst>
          </p:cNvPr>
          <p:cNvSpPr txBox="1"/>
          <p:nvPr/>
        </p:nvSpPr>
        <p:spPr>
          <a:xfrm>
            <a:off x="8559518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633E1FE-07C8-4E53-8343-5872BE316C13}"/>
              </a:ext>
            </a:extLst>
          </p:cNvPr>
          <p:cNvSpPr txBox="1"/>
          <p:nvPr/>
        </p:nvSpPr>
        <p:spPr>
          <a:xfrm>
            <a:off x="7073604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3BB7013-DD1A-4B58-B98A-8449F724AEA0}"/>
              </a:ext>
            </a:extLst>
          </p:cNvPr>
          <p:cNvSpPr txBox="1"/>
          <p:nvPr/>
        </p:nvSpPr>
        <p:spPr>
          <a:xfrm>
            <a:off x="9275302" y="517300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1BF9B3-61E2-4C70-88FB-2511539A2654}"/>
              </a:ext>
            </a:extLst>
          </p:cNvPr>
          <p:cNvSpPr txBox="1"/>
          <p:nvPr/>
        </p:nvSpPr>
        <p:spPr>
          <a:xfrm>
            <a:off x="5303418" y="419496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AB7CC4-1F86-4219-BE0B-835F9AC179AF}"/>
              </a:ext>
            </a:extLst>
          </p:cNvPr>
          <p:cNvCxnSpPr>
            <a:cxnSpLocks/>
          </p:cNvCxnSpPr>
          <p:nvPr/>
        </p:nvCxnSpPr>
        <p:spPr>
          <a:xfrm>
            <a:off x="6515099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68B9E8B-A20D-4372-8CEA-7CC7E0C86978}"/>
              </a:ext>
            </a:extLst>
          </p:cNvPr>
          <p:cNvSpPr txBox="1"/>
          <p:nvPr/>
        </p:nvSpPr>
        <p:spPr>
          <a:xfrm>
            <a:off x="5579733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0603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/>
      <p:bldP spid="101" grpId="0" animBg="1"/>
      <p:bldP spid="102" grpId="0" animBg="1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417236" y="901798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897066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/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C59DDDA-5874-4809-A9B8-59F920CE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910" y="3334542"/>
                <a:ext cx="775853" cy="9676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316332" y="70786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8694826" y="1477147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826" y="1477147"/>
                <a:ext cx="320601" cy="92519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860647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647" y="1691918"/>
                <a:ext cx="913712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5110519" y="1691918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0.505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519" y="1691918"/>
                <a:ext cx="1088439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row: Down 91">
            <a:extLst>
              <a:ext uri="{FF2B5EF4-FFF2-40B4-BE49-F238E27FC236}">
                <a16:creationId xmlns:a16="http://schemas.microsoft.com/office/drawing/2014/main" id="{7E8B0B05-95BA-4886-9CD0-4D02F50526F6}"/>
              </a:ext>
            </a:extLst>
          </p:cNvPr>
          <p:cNvSpPr/>
          <p:nvPr/>
        </p:nvSpPr>
        <p:spPr>
          <a:xfrm>
            <a:off x="556285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39D9AA89-8493-4DA2-B0E7-EAEE7B5DEEF1}"/>
              </a:ext>
            </a:extLst>
          </p:cNvPr>
          <p:cNvSpPr/>
          <p:nvPr/>
        </p:nvSpPr>
        <p:spPr>
          <a:xfrm>
            <a:off x="7106794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7D971FC9-55BA-494A-86B1-71F3B6B91ABE}"/>
              </a:ext>
            </a:extLst>
          </p:cNvPr>
          <p:cNvSpPr/>
          <p:nvPr/>
        </p:nvSpPr>
        <p:spPr>
          <a:xfrm>
            <a:off x="8729862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/>
              <p:nvPr/>
            </p:nvSpPr>
            <p:spPr>
              <a:xfrm>
                <a:off x="8119222" y="3372081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45FAD97-9A96-4BC8-AAD2-95E1FFD9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222" y="3372081"/>
                <a:ext cx="320601" cy="92519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/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15A408B-7B9D-4F53-9F71-719E02E0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53" y="3757643"/>
                <a:ext cx="860812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/>
              <p:nvPr/>
            </p:nvSpPr>
            <p:spPr>
              <a:xfrm>
                <a:off x="5130887" y="3757643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0.505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537F73-4244-4A2E-849E-D50C309E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87" y="3757643"/>
                <a:ext cx="1088439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99E864D-B8A6-4646-AC76-5729172A4B3D}"/>
              </a:ext>
            </a:extLst>
          </p:cNvPr>
          <p:cNvSpPr txBox="1"/>
          <p:nvPr/>
        </p:nvSpPr>
        <p:spPr>
          <a:xfrm>
            <a:off x="6769507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/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43AFE5F-8F1C-489E-9ECF-44E06D3F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799" y="3336912"/>
                <a:ext cx="548227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/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61C940-9C70-4739-9E53-4D890E5D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280" y="3605761"/>
                <a:ext cx="399147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060057C-7BC7-40E7-95FB-910E7EB1B2EC}"/>
              </a:ext>
            </a:extLst>
          </p:cNvPr>
          <p:cNvSpPr/>
          <p:nvPr/>
        </p:nvSpPr>
        <p:spPr>
          <a:xfrm>
            <a:off x="8522211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7E68F30-AD00-4405-A9A8-B3E45FF2C92B}"/>
              </a:ext>
            </a:extLst>
          </p:cNvPr>
          <p:cNvSpPr/>
          <p:nvPr/>
        </p:nvSpPr>
        <p:spPr>
          <a:xfrm flipV="1">
            <a:off x="8522211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/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0.60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6BE5176-424A-4B45-990B-70605BEE8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63" y="4803631"/>
                <a:ext cx="1370760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/>
              <p:nvPr/>
            </p:nvSpPr>
            <p:spPr>
              <a:xfrm>
                <a:off x="6913545" y="6033859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D1E1D2E-4B7D-4397-AB77-075C8D4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545" y="6033859"/>
                <a:ext cx="913712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/>
              <p:nvPr/>
            </p:nvSpPr>
            <p:spPr>
              <a:xfrm>
                <a:off x="5156290" y="6033860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0.505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A95865-1054-4F52-9011-91ADB94E0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90" y="6033860"/>
                <a:ext cx="1088439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/>
              <p:nvPr/>
            </p:nvSpPr>
            <p:spPr>
              <a:xfrm>
                <a:off x="8523667" y="571594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CF57246-8A7B-4D73-B8CE-D8AC3115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667" y="5715946"/>
                <a:ext cx="940597" cy="92519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F72C222-ED2E-45CB-8472-E9C7FDD62070}"/>
              </a:ext>
            </a:extLst>
          </p:cNvPr>
          <p:cNvSpPr txBox="1"/>
          <p:nvPr/>
        </p:nvSpPr>
        <p:spPr>
          <a:xfrm>
            <a:off x="8481773" y="2806878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964F0F-DEFA-4051-B177-75B4ED077839}"/>
              </a:ext>
            </a:extLst>
          </p:cNvPr>
          <p:cNvSpPr txBox="1"/>
          <p:nvPr/>
        </p:nvSpPr>
        <p:spPr>
          <a:xfrm>
            <a:off x="8481773" y="444670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633E1FE-07C8-4E53-8343-5872BE316C13}"/>
              </a:ext>
            </a:extLst>
          </p:cNvPr>
          <p:cNvSpPr txBox="1"/>
          <p:nvPr/>
        </p:nvSpPr>
        <p:spPr>
          <a:xfrm>
            <a:off x="5737173" y="416273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3BB7013-DD1A-4B58-B98A-8449F724AEA0}"/>
              </a:ext>
            </a:extLst>
          </p:cNvPr>
          <p:cNvSpPr txBox="1"/>
          <p:nvPr/>
        </p:nvSpPr>
        <p:spPr>
          <a:xfrm>
            <a:off x="6954133" y="4205853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1BF9B3-61E2-4C70-88FB-2511539A2654}"/>
              </a:ext>
            </a:extLst>
          </p:cNvPr>
          <p:cNvSpPr txBox="1"/>
          <p:nvPr/>
        </p:nvSpPr>
        <p:spPr>
          <a:xfrm>
            <a:off x="9339087" y="51621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AB7CC4-1F86-4219-BE0B-835F9AC179AF}"/>
              </a:ext>
            </a:extLst>
          </p:cNvPr>
          <p:cNvCxnSpPr>
            <a:cxnSpLocks/>
          </p:cNvCxnSpPr>
          <p:nvPr/>
        </p:nvCxnSpPr>
        <p:spPr>
          <a:xfrm>
            <a:off x="6515099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68B9E8B-A20D-4372-8CEA-7CC7E0C86978}"/>
              </a:ext>
            </a:extLst>
          </p:cNvPr>
          <p:cNvSpPr txBox="1"/>
          <p:nvPr/>
        </p:nvSpPr>
        <p:spPr>
          <a:xfrm>
            <a:off x="5579733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5049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/>
      <p:bldP spid="101" grpId="0" animBg="1"/>
      <p:bldP spid="102" grpId="0" animBg="1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1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3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33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0.40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2124668" y="6036204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668" y="6036204"/>
                <a:ext cx="63318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5771766"/>
                <a:ext cx="940597" cy="923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5771766"/>
                <a:ext cx="940597" cy="9233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540496" y="2806878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540496" y="444670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951242" y="-2055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003446" y="225431"/>
            <a:ext cx="4462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7522916" y="868117"/>
                <a:ext cx="57868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916" y="868117"/>
                <a:ext cx="578685" cy="6938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638681" y="1078820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19%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681" y="1078820"/>
                <a:ext cx="682879" cy="369332"/>
              </a:xfrm>
              <a:prstGeom prst="rect">
                <a:avLst/>
              </a:prstGeom>
              <a:blipFill>
                <a:blip r:embed="rId16"/>
                <a:stretch>
                  <a:fillRect l="-10714" r="-11607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6016972" y="1078820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972" y="1078820"/>
                <a:ext cx="471283" cy="369332"/>
              </a:xfrm>
              <a:prstGeom prst="rect">
                <a:avLst/>
              </a:prstGeom>
              <a:blipFill>
                <a:blip r:embed="rId17"/>
                <a:stretch>
                  <a:fillRect l="-22078" r="-909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A14EC651-ADA0-4503-B9DA-49AD0FFF4037}"/>
              </a:ext>
            </a:extLst>
          </p:cNvPr>
          <p:cNvSpPr txBox="1"/>
          <p:nvPr/>
        </p:nvSpPr>
        <p:spPr>
          <a:xfrm>
            <a:off x="5514494" y="1045422"/>
            <a:ext cx="39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А</a:t>
            </a:r>
            <a:r>
              <a:rPr lang="en-GB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/>
              <p:nvPr/>
            </p:nvSpPr>
            <p:spPr>
              <a:xfrm>
                <a:off x="6749968" y="1818288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968" y="1818288"/>
                <a:ext cx="408766" cy="6938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/>
              <p:nvPr/>
            </p:nvSpPr>
            <p:spPr>
              <a:xfrm>
                <a:off x="7321560" y="2007571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560" y="2007571"/>
                <a:ext cx="682879" cy="369332"/>
              </a:xfrm>
              <a:prstGeom prst="rect">
                <a:avLst/>
              </a:prstGeom>
              <a:blipFill>
                <a:blip r:embed="rId19"/>
                <a:stretch>
                  <a:fillRect l="-9821" r="-11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/>
              <p:nvPr/>
            </p:nvSpPr>
            <p:spPr>
              <a:xfrm>
                <a:off x="5932013" y="200757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0.82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013" y="2007571"/>
                <a:ext cx="641201" cy="369332"/>
              </a:xfrm>
              <a:prstGeom prst="rect">
                <a:avLst/>
              </a:prstGeom>
              <a:blipFill>
                <a:blip r:embed="rId20"/>
                <a:stretch>
                  <a:fillRect l="-16190" r="-6667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>
            <a:extLst>
              <a:ext uri="{FF2B5EF4-FFF2-40B4-BE49-F238E27FC236}">
                <a16:creationId xmlns:a16="http://schemas.microsoft.com/office/drawing/2014/main" id="{2310D27C-37CA-466C-A06B-BE38964D433A}"/>
              </a:ext>
            </a:extLst>
          </p:cNvPr>
          <p:cNvSpPr txBox="1"/>
          <p:nvPr/>
        </p:nvSpPr>
        <p:spPr>
          <a:xfrm>
            <a:off x="5543000" y="199135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Б</a:t>
            </a:r>
            <a:r>
              <a:rPr lang="en-GB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/>
              <p:nvPr/>
            </p:nvSpPr>
            <p:spPr>
              <a:xfrm>
                <a:off x="6048928" y="2880399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928" y="2880399"/>
                <a:ext cx="238847" cy="6938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/>
              <p:nvPr/>
            </p:nvSpPr>
            <p:spPr>
              <a:xfrm>
                <a:off x="7240280" y="3069682"/>
                <a:ext cx="9153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280" y="3069682"/>
                <a:ext cx="915315" cy="369332"/>
              </a:xfrm>
              <a:prstGeom prst="rect">
                <a:avLst/>
              </a:prstGeom>
              <a:blipFill>
                <a:blip r:embed="rId22"/>
                <a:stretch>
                  <a:fillRect l="-8667" r="-8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/>
              <p:nvPr/>
            </p:nvSpPr>
            <p:spPr>
              <a:xfrm>
                <a:off x="6450173" y="3069682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0.55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73" y="3069682"/>
                <a:ext cx="641201" cy="369332"/>
              </a:xfrm>
              <a:prstGeom prst="rect">
                <a:avLst/>
              </a:prstGeom>
              <a:blipFill>
                <a:blip r:embed="rId23"/>
                <a:stretch>
                  <a:fillRect l="-16190" r="-7619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TextBox 205">
            <a:extLst>
              <a:ext uri="{FF2B5EF4-FFF2-40B4-BE49-F238E27FC236}">
                <a16:creationId xmlns:a16="http://schemas.microsoft.com/office/drawing/2014/main" id="{0197D715-BFEB-45C3-B724-6FDB309A761F}"/>
              </a:ext>
            </a:extLst>
          </p:cNvPr>
          <p:cNvSpPr txBox="1"/>
          <p:nvPr/>
        </p:nvSpPr>
        <p:spPr>
          <a:xfrm>
            <a:off x="5542198" y="305346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В</a:t>
            </a:r>
            <a:r>
              <a:rPr lang="en-GB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/>
              <p:nvPr/>
            </p:nvSpPr>
            <p:spPr>
              <a:xfrm>
                <a:off x="6628048" y="3942510"/>
                <a:ext cx="238847" cy="691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048" y="3942510"/>
                <a:ext cx="238847" cy="69140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/>
              <p:nvPr/>
            </p:nvSpPr>
            <p:spPr>
              <a:xfrm>
                <a:off x="7143295" y="4131793"/>
                <a:ext cx="512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295" y="4131793"/>
                <a:ext cx="512961" cy="369332"/>
              </a:xfrm>
              <a:prstGeom prst="rect">
                <a:avLst/>
              </a:prstGeom>
              <a:blipFill>
                <a:blip r:embed="rId25"/>
                <a:stretch>
                  <a:fillRect l="-15476" r="-14286"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/>
              <p:nvPr/>
            </p:nvSpPr>
            <p:spPr>
              <a:xfrm>
                <a:off x="6016972" y="4131793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972" y="4131793"/>
                <a:ext cx="471283" cy="369332"/>
              </a:xfrm>
              <a:prstGeom prst="rect">
                <a:avLst/>
              </a:prstGeom>
              <a:blipFill>
                <a:blip r:embed="rId26"/>
                <a:stretch>
                  <a:fillRect l="-22078" r="-9091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TextBox 210">
            <a:extLst>
              <a:ext uri="{FF2B5EF4-FFF2-40B4-BE49-F238E27FC236}">
                <a16:creationId xmlns:a16="http://schemas.microsoft.com/office/drawing/2014/main" id="{25172157-65E5-4C8F-96B5-E480E33650E2}"/>
              </a:ext>
            </a:extLst>
          </p:cNvPr>
          <p:cNvSpPr txBox="1"/>
          <p:nvPr/>
        </p:nvSpPr>
        <p:spPr>
          <a:xfrm>
            <a:off x="5557427" y="411557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Г</a:t>
            </a:r>
            <a:r>
              <a:rPr lang="en-GB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/>
              <p:nvPr/>
            </p:nvSpPr>
            <p:spPr>
              <a:xfrm>
                <a:off x="6607728" y="5004621"/>
                <a:ext cx="40876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728" y="5004621"/>
                <a:ext cx="408765" cy="69384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/>
              <p:nvPr/>
            </p:nvSpPr>
            <p:spPr>
              <a:xfrm>
                <a:off x="8439160" y="5193904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160" y="5193904"/>
                <a:ext cx="682879" cy="369332"/>
              </a:xfrm>
              <a:prstGeom prst="rect">
                <a:avLst/>
              </a:prstGeom>
              <a:blipFill>
                <a:blip r:embed="rId28"/>
                <a:stretch>
                  <a:fillRect l="-10714" r="-11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/>
              <p:nvPr/>
            </p:nvSpPr>
            <p:spPr>
              <a:xfrm>
                <a:off x="7171533" y="5193904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0.09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533" y="5193904"/>
                <a:ext cx="641201" cy="369332"/>
              </a:xfrm>
              <a:prstGeom prst="rect">
                <a:avLst/>
              </a:prstGeom>
              <a:blipFill>
                <a:blip r:embed="rId29"/>
                <a:stretch>
                  <a:fillRect l="-16038" r="-5660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TextBox 215">
            <a:extLst>
              <a:ext uri="{FF2B5EF4-FFF2-40B4-BE49-F238E27FC236}">
                <a16:creationId xmlns:a16="http://schemas.microsoft.com/office/drawing/2014/main" id="{85C2F8C9-F12D-4DC7-90A7-6782AA5C359A}"/>
              </a:ext>
            </a:extLst>
          </p:cNvPr>
          <p:cNvSpPr txBox="1"/>
          <p:nvPr/>
        </p:nvSpPr>
        <p:spPr>
          <a:xfrm>
            <a:off x="5529374" y="517768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Д</a:t>
            </a:r>
            <a:r>
              <a:rPr lang="en-GB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/>
              <p:nvPr/>
            </p:nvSpPr>
            <p:spPr>
              <a:xfrm>
                <a:off x="7857408" y="6066730"/>
                <a:ext cx="40876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08" y="6066730"/>
                <a:ext cx="408765" cy="69384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/>
              <p:nvPr/>
            </p:nvSpPr>
            <p:spPr>
              <a:xfrm>
                <a:off x="8424208" y="6256013"/>
                <a:ext cx="7453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3.3%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208" y="6256013"/>
                <a:ext cx="745397" cy="369332"/>
              </a:xfrm>
              <a:prstGeom prst="rect">
                <a:avLst/>
              </a:prstGeom>
              <a:blipFill>
                <a:blip r:embed="rId31"/>
                <a:stretch>
                  <a:fillRect l="-9836" r="-9836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/>
              <p:nvPr/>
            </p:nvSpPr>
            <p:spPr>
              <a:xfrm>
                <a:off x="7212173" y="6256013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0.03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173" y="6256013"/>
                <a:ext cx="641201" cy="369332"/>
              </a:xfrm>
              <a:prstGeom prst="rect">
                <a:avLst/>
              </a:prstGeom>
              <a:blipFill>
                <a:blip r:embed="rId32"/>
                <a:stretch>
                  <a:fillRect l="-16190" r="-6667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TextBox 226">
            <a:extLst>
              <a:ext uri="{FF2B5EF4-FFF2-40B4-BE49-F238E27FC236}">
                <a16:creationId xmlns:a16="http://schemas.microsoft.com/office/drawing/2014/main" id="{CC4C6EFB-70A5-4AAB-9D2D-873B42BDD1B8}"/>
              </a:ext>
            </a:extLst>
          </p:cNvPr>
          <p:cNvSpPr txBox="1"/>
          <p:nvPr/>
        </p:nvSpPr>
        <p:spPr>
          <a:xfrm>
            <a:off x="5551014" y="623979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Е</a:t>
            </a:r>
            <a:r>
              <a:rPr lang="en-GB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/>
              <p:nvPr/>
            </p:nvSpPr>
            <p:spPr>
              <a:xfrm>
                <a:off x="7839628" y="394251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628" y="3942510"/>
                <a:ext cx="238847" cy="6938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/>
              <p:nvPr/>
            </p:nvSpPr>
            <p:spPr>
              <a:xfrm>
                <a:off x="5970383" y="5004621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383" y="5004621"/>
                <a:ext cx="408766" cy="69384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/>
              <p:nvPr/>
            </p:nvSpPr>
            <p:spPr>
              <a:xfrm>
                <a:off x="7935171" y="5004621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171" y="5004621"/>
                <a:ext cx="408766" cy="69384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/>
              <p:nvPr/>
            </p:nvSpPr>
            <p:spPr>
              <a:xfrm>
                <a:off x="6827361" y="606673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61" y="6066730"/>
                <a:ext cx="238847" cy="69384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/>
              <p:nvPr/>
            </p:nvSpPr>
            <p:spPr>
              <a:xfrm>
                <a:off x="5994508" y="6256013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30%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508" y="6256013"/>
                <a:ext cx="682879" cy="369332"/>
              </a:xfrm>
              <a:prstGeom prst="rect">
                <a:avLst/>
              </a:prstGeom>
              <a:blipFill>
                <a:blip r:embed="rId37"/>
                <a:stretch>
                  <a:fillRect l="-10714" r="-11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4F8AAB-A755-4D3F-B903-6234DB10D45E}"/>
              </a:ext>
            </a:extLst>
          </p:cNvPr>
          <p:cNvCxnSpPr>
            <a:cxnSpLocks/>
          </p:cNvCxnSpPr>
          <p:nvPr/>
        </p:nvCxnSpPr>
        <p:spPr>
          <a:xfrm>
            <a:off x="5540900" y="164496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58BD672-BA7F-4A01-89C3-8435CF0C5D95}"/>
              </a:ext>
            </a:extLst>
          </p:cNvPr>
          <p:cNvCxnSpPr>
            <a:cxnSpLocks/>
          </p:cNvCxnSpPr>
          <p:nvPr/>
        </p:nvCxnSpPr>
        <p:spPr>
          <a:xfrm>
            <a:off x="5540900" y="270707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B150BBF-0862-4942-B724-6249236EDEE4}"/>
              </a:ext>
            </a:extLst>
          </p:cNvPr>
          <p:cNvCxnSpPr>
            <a:cxnSpLocks/>
          </p:cNvCxnSpPr>
          <p:nvPr/>
        </p:nvCxnSpPr>
        <p:spPr>
          <a:xfrm>
            <a:off x="5540900" y="376918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581C765-2650-4CF7-9DED-0F96EFCAE67C}"/>
              </a:ext>
            </a:extLst>
          </p:cNvPr>
          <p:cNvCxnSpPr>
            <a:cxnSpLocks/>
          </p:cNvCxnSpPr>
          <p:nvPr/>
        </p:nvCxnSpPr>
        <p:spPr>
          <a:xfrm>
            <a:off x="5540900" y="483129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08617AF-BD52-4367-83C0-4AA7C18B8F53}"/>
              </a:ext>
            </a:extLst>
          </p:cNvPr>
          <p:cNvCxnSpPr>
            <a:cxnSpLocks/>
          </p:cNvCxnSpPr>
          <p:nvPr/>
        </p:nvCxnSpPr>
        <p:spPr>
          <a:xfrm>
            <a:off x="5540900" y="589340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D6D475D-BDEE-0249-E505-C04AC2F9F5EC}"/>
              </a:ext>
            </a:extLst>
          </p:cNvPr>
          <p:cNvSpPr txBox="1"/>
          <p:nvPr/>
        </p:nvSpPr>
        <p:spPr>
          <a:xfrm>
            <a:off x="470233" y="902000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131BB-8489-BCF9-2AE9-6C8A84775649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7980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942281" y="-1994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428580" y="277315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5998432" y="868117"/>
                <a:ext cx="57868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432" y="868117"/>
                <a:ext cx="578685" cy="6938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697708" y="1058367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19%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708" y="1058367"/>
                <a:ext cx="682879" cy="369332"/>
              </a:xfrm>
              <a:prstGeom prst="rect">
                <a:avLst/>
              </a:prstGeom>
              <a:blipFill>
                <a:blip r:embed="rId3"/>
                <a:stretch>
                  <a:fillRect l="-11607" r="-10714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7661723" y="994849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723" y="994849"/>
                <a:ext cx="471283" cy="369332"/>
              </a:xfrm>
              <a:prstGeom prst="rect">
                <a:avLst/>
              </a:prstGeom>
              <a:blipFill>
                <a:blip r:embed="rId4"/>
                <a:stretch>
                  <a:fillRect l="-22078" r="-909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/>
              <p:nvPr/>
            </p:nvSpPr>
            <p:spPr>
              <a:xfrm>
                <a:off x="6749968" y="1818288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968" y="1818288"/>
                <a:ext cx="408766" cy="693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/>
              <p:nvPr/>
            </p:nvSpPr>
            <p:spPr>
              <a:xfrm>
                <a:off x="5996346" y="2007571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346" y="2007571"/>
                <a:ext cx="682879" cy="369332"/>
              </a:xfrm>
              <a:prstGeom prst="rect">
                <a:avLst/>
              </a:prstGeom>
              <a:blipFill>
                <a:blip r:embed="rId6"/>
                <a:stretch>
                  <a:fillRect l="-10714" r="-10714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/>
              <p:nvPr/>
            </p:nvSpPr>
            <p:spPr>
              <a:xfrm>
                <a:off x="7262316" y="200757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0.82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316" y="2007571"/>
                <a:ext cx="641201" cy="369332"/>
              </a:xfrm>
              <a:prstGeom prst="rect">
                <a:avLst/>
              </a:prstGeom>
              <a:blipFill>
                <a:blip r:embed="rId7"/>
                <a:stretch>
                  <a:fillRect l="-16038" r="-5660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/>
              <p:nvPr/>
            </p:nvSpPr>
            <p:spPr>
              <a:xfrm>
                <a:off x="6048928" y="2880399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928" y="2880399"/>
                <a:ext cx="238847" cy="6938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/>
              <p:nvPr/>
            </p:nvSpPr>
            <p:spPr>
              <a:xfrm>
                <a:off x="6437640" y="3069682"/>
                <a:ext cx="9153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640" y="3069682"/>
                <a:ext cx="915315" cy="369332"/>
              </a:xfrm>
              <a:prstGeom prst="rect">
                <a:avLst/>
              </a:prstGeom>
              <a:blipFill>
                <a:blip r:embed="rId9"/>
                <a:stretch>
                  <a:fillRect l="-8000" r="-9333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/>
              <p:nvPr/>
            </p:nvSpPr>
            <p:spPr>
              <a:xfrm>
                <a:off x="7557613" y="3069682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0.55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613" y="3069682"/>
                <a:ext cx="641201" cy="369332"/>
              </a:xfrm>
              <a:prstGeom prst="rect">
                <a:avLst/>
              </a:prstGeom>
              <a:blipFill>
                <a:blip r:embed="rId10"/>
                <a:stretch>
                  <a:fillRect l="-16190" r="-7619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/>
              <p:nvPr/>
            </p:nvSpPr>
            <p:spPr>
              <a:xfrm>
                <a:off x="6628048" y="3942510"/>
                <a:ext cx="238847" cy="691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048" y="3942510"/>
                <a:ext cx="238847" cy="6914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/>
              <p:nvPr/>
            </p:nvSpPr>
            <p:spPr>
              <a:xfrm>
                <a:off x="6035855" y="4131793"/>
                <a:ext cx="512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855" y="4131793"/>
                <a:ext cx="512961" cy="369332"/>
              </a:xfrm>
              <a:prstGeom prst="rect">
                <a:avLst/>
              </a:prstGeom>
              <a:blipFill>
                <a:blip r:embed="rId12"/>
                <a:stretch>
                  <a:fillRect l="-14286" r="-15476"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/>
              <p:nvPr/>
            </p:nvSpPr>
            <p:spPr>
              <a:xfrm>
                <a:off x="7490172" y="4131793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172" y="4131793"/>
                <a:ext cx="471283" cy="369332"/>
              </a:xfrm>
              <a:prstGeom prst="rect">
                <a:avLst/>
              </a:prstGeom>
              <a:blipFill>
                <a:blip r:embed="rId13"/>
                <a:stretch>
                  <a:fillRect l="-22078" r="-9091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/>
              <p:nvPr/>
            </p:nvSpPr>
            <p:spPr>
              <a:xfrm>
                <a:off x="8777607" y="5004621"/>
                <a:ext cx="40876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607" y="5004621"/>
                <a:ext cx="408765" cy="6938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/>
              <p:nvPr/>
            </p:nvSpPr>
            <p:spPr>
              <a:xfrm>
                <a:off x="7352040" y="5193904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040" y="5193904"/>
                <a:ext cx="682879" cy="369332"/>
              </a:xfrm>
              <a:prstGeom prst="rect">
                <a:avLst/>
              </a:prstGeom>
              <a:blipFill>
                <a:blip r:embed="rId15"/>
                <a:stretch>
                  <a:fillRect l="-10714" r="-11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/>
              <p:nvPr/>
            </p:nvSpPr>
            <p:spPr>
              <a:xfrm>
                <a:off x="6023453" y="5193904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0.09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453" y="5193904"/>
                <a:ext cx="641201" cy="369332"/>
              </a:xfrm>
              <a:prstGeom prst="rect">
                <a:avLst/>
              </a:prstGeom>
              <a:blipFill>
                <a:blip r:embed="rId16"/>
                <a:stretch>
                  <a:fillRect l="-16190" r="-6667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/>
              <p:nvPr/>
            </p:nvSpPr>
            <p:spPr>
              <a:xfrm>
                <a:off x="7692983" y="6066730"/>
                <a:ext cx="40876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983" y="6066730"/>
                <a:ext cx="408765" cy="6938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/>
              <p:nvPr/>
            </p:nvSpPr>
            <p:spPr>
              <a:xfrm>
                <a:off x="6768128" y="6256013"/>
                <a:ext cx="7453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3.3%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28" y="6256013"/>
                <a:ext cx="745397" cy="369332"/>
              </a:xfrm>
              <a:prstGeom prst="rect">
                <a:avLst/>
              </a:prstGeom>
              <a:blipFill>
                <a:blip r:embed="rId18"/>
                <a:stretch>
                  <a:fillRect l="-8943" r="-9756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/>
              <p:nvPr/>
            </p:nvSpPr>
            <p:spPr>
              <a:xfrm>
                <a:off x="5982813" y="6256013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0.03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813" y="6256013"/>
                <a:ext cx="641201" cy="369332"/>
              </a:xfrm>
              <a:prstGeom prst="rect">
                <a:avLst/>
              </a:prstGeom>
              <a:blipFill>
                <a:blip r:embed="rId19"/>
                <a:stretch>
                  <a:fillRect l="-16038" r="-5660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/>
              <p:nvPr/>
            </p:nvSpPr>
            <p:spPr>
              <a:xfrm>
                <a:off x="7067468" y="394251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468" y="3942510"/>
                <a:ext cx="238847" cy="6938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/>
              <p:nvPr/>
            </p:nvSpPr>
            <p:spPr>
              <a:xfrm>
                <a:off x="8124303" y="5004621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303" y="5004621"/>
                <a:ext cx="408766" cy="6938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/>
              <p:nvPr/>
            </p:nvSpPr>
            <p:spPr>
              <a:xfrm>
                <a:off x="6787091" y="5004621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091" y="5004621"/>
                <a:ext cx="408766" cy="6938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/>
              <p:nvPr/>
            </p:nvSpPr>
            <p:spPr>
              <a:xfrm>
                <a:off x="9184481" y="606673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81" y="6066730"/>
                <a:ext cx="238847" cy="6938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/>
              <p:nvPr/>
            </p:nvSpPr>
            <p:spPr>
              <a:xfrm>
                <a:off x="8270348" y="6256013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30%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348" y="6256013"/>
                <a:ext cx="682879" cy="369332"/>
              </a:xfrm>
              <a:prstGeom prst="rect">
                <a:avLst/>
              </a:prstGeom>
              <a:blipFill>
                <a:blip r:embed="rId24"/>
                <a:stretch>
                  <a:fillRect l="-10714" r="-10714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4F8AAB-A755-4D3F-B903-6234DB10D45E}"/>
              </a:ext>
            </a:extLst>
          </p:cNvPr>
          <p:cNvCxnSpPr>
            <a:cxnSpLocks/>
          </p:cNvCxnSpPr>
          <p:nvPr/>
        </p:nvCxnSpPr>
        <p:spPr>
          <a:xfrm>
            <a:off x="5540900" y="164496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58BD672-BA7F-4A01-89C3-8435CF0C5D95}"/>
              </a:ext>
            </a:extLst>
          </p:cNvPr>
          <p:cNvCxnSpPr>
            <a:cxnSpLocks/>
          </p:cNvCxnSpPr>
          <p:nvPr/>
        </p:nvCxnSpPr>
        <p:spPr>
          <a:xfrm>
            <a:off x="5540900" y="270707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B150BBF-0862-4942-B724-6249236EDEE4}"/>
              </a:ext>
            </a:extLst>
          </p:cNvPr>
          <p:cNvCxnSpPr>
            <a:cxnSpLocks/>
          </p:cNvCxnSpPr>
          <p:nvPr/>
        </p:nvCxnSpPr>
        <p:spPr>
          <a:xfrm>
            <a:off x="5540900" y="376918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581C765-2650-4CF7-9DED-0F96EFCAE67C}"/>
              </a:ext>
            </a:extLst>
          </p:cNvPr>
          <p:cNvCxnSpPr>
            <a:cxnSpLocks/>
          </p:cNvCxnSpPr>
          <p:nvPr/>
        </p:nvCxnSpPr>
        <p:spPr>
          <a:xfrm>
            <a:off x="5540900" y="483129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08617AF-BD52-4367-83C0-4AA7C18B8F53}"/>
              </a:ext>
            </a:extLst>
          </p:cNvPr>
          <p:cNvCxnSpPr>
            <a:cxnSpLocks/>
          </p:cNvCxnSpPr>
          <p:nvPr/>
        </p:nvCxnSpPr>
        <p:spPr>
          <a:xfrm>
            <a:off x="5540900" y="589340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3E74C2B7-56A4-4261-BE79-CCFF4E352DFF}"/>
              </a:ext>
            </a:extLst>
          </p:cNvPr>
          <p:cNvSpPr/>
          <p:nvPr/>
        </p:nvSpPr>
        <p:spPr>
          <a:xfrm>
            <a:off x="2634023" y="5862935"/>
            <a:ext cx="21385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Жообу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A5E4A-EBC5-1E0F-6CCF-FB37ECFCEBDE}"/>
              </a:ext>
            </a:extLst>
          </p:cNvPr>
          <p:cNvSpPr txBox="1"/>
          <p:nvPr/>
        </p:nvSpPr>
        <p:spPr>
          <a:xfrm>
            <a:off x="5514494" y="1045422"/>
            <a:ext cx="39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А</a:t>
            </a:r>
            <a:r>
              <a:rPr lang="en-GB" b="1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68977-F9F2-038C-C8EC-BA84686C2F5D}"/>
              </a:ext>
            </a:extLst>
          </p:cNvPr>
          <p:cNvSpPr txBox="1"/>
          <p:nvPr/>
        </p:nvSpPr>
        <p:spPr>
          <a:xfrm>
            <a:off x="5543000" y="199135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Б</a:t>
            </a:r>
            <a:r>
              <a:rPr lang="en-GB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6E16F-986C-25BC-BDA4-C147925B8CCA}"/>
              </a:ext>
            </a:extLst>
          </p:cNvPr>
          <p:cNvSpPr txBox="1"/>
          <p:nvPr/>
        </p:nvSpPr>
        <p:spPr>
          <a:xfrm>
            <a:off x="5542198" y="305346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В</a:t>
            </a:r>
            <a:r>
              <a:rPr lang="en-GB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E51BF-057D-15AF-9034-DF0136D42CED}"/>
              </a:ext>
            </a:extLst>
          </p:cNvPr>
          <p:cNvSpPr txBox="1"/>
          <p:nvPr/>
        </p:nvSpPr>
        <p:spPr>
          <a:xfrm>
            <a:off x="5557427" y="411557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Г</a:t>
            </a:r>
            <a:r>
              <a:rPr lang="en-GB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C12E0-8189-3ABA-A37B-FE6AB606DFA3}"/>
              </a:ext>
            </a:extLst>
          </p:cNvPr>
          <p:cNvSpPr txBox="1"/>
          <p:nvPr/>
        </p:nvSpPr>
        <p:spPr>
          <a:xfrm>
            <a:off x="5529374" y="517768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Д</a:t>
            </a:r>
            <a:r>
              <a:rPr lang="en-GB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49075-05DE-9353-6906-D930479C23D1}"/>
              </a:ext>
            </a:extLst>
          </p:cNvPr>
          <p:cNvSpPr txBox="1"/>
          <p:nvPr/>
        </p:nvSpPr>
        <p:spPr>
          <a:xfrm>
            <a:off x="5551014" y="623979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Е</a:t>
            </a:r>
            <a:r>
              <a:rPr lang="en-GB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4287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0.28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5822844"/>
                <a:ext cx="548227" cy="921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6046086"/>
                <a:ext cx="940597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889469" y="-3048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4368505" y="514160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76441" y="416858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418588" y="274240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7859339" y="947842"/>
                <a:ext cx="40876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339" y="947842"/>
                <a:ext cx="408765" cy="6938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6783080" y="945460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35%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080" y="945460"/>
                <a:ext cx="682879" cy="369332"/>
              </a:xfrm>
              <a:prstGeom prst="rect">
                <a:avLst/>
              </a:prstGeom>
              <a:blipFill>
                <a:blip r:embed="rId16"/>
                <a:stretch>
                  <a:fillRect l="-12500" r="-11607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6047452" y="945460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452" y="945460"/>
                <a:ext cx="471283" cy="369332"/>
              </a:xfrm>
              <a:prstGeom prst="rect">
                <a:avLst/>
              </a:prstGeom>
              <a:blipFill>
                <a:blip r:embed="rId17"/>
                <a:stretch>
                  <a:fillRect l="-22078" r="-9091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/>
              <p:nvPr/>
            </p:nvSpPr>
            <p:spPr>
              <a:xfrm>
                <a:off x="6935193" y="1818288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193" y="1818288"/>
                <a:ext cx="408766" cy="6938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/>
              <p:nvPr/>
            </p:nvSpPr>
            <p:spPr>
              <a:xfrm>
                <a:off x="6003105" y="2007571"/>
                <a:ext cx="6828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66%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105" y="2007571"/>
                <a:ext cx="682879" cy="369332"/>
              </a:xfrm>
              <a:prstGeom prst="rect">
                <a:avLst/>
              </a:prstGeom>
              <a:blipFill>
                <a:blip r:embed="rId19"/>
                <a:stretch>
                  <a:fillRect l="-11607" r="-10714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/>
              <p:nvPr/>
            </p:nvSpPr>
            <p:spPr>
              <a:xfrm>
                <a:off x="7817832" y="2007571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832" y="2007571"/>
                <a:ext cx="471283" cy="369332"/>
              </a:xfrm>
              <a:prstGeom prst="rect">
                <a:avLst/>
              </a:prstGeom>
              <a:blipFill>
                <a:blip r:embed="rId20"/>
                <a:stretch>
                  <a:fillRect l="-21795" r="-7692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/>
              <p:nvPr/>
            </p:nvSpPr>
            <p:spPr>
              <a:xfrm>
                <a:off x="6028608" y="2880399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608" y="2880399"/>
                <a:ext cx="238847" cy="6938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/>
              <p:nvPr/>
            </p:nvSpPr>
            <p:spPr>
              <a:xfrm>
                <a:off x="7265289" y="3069682"/>
                <a:ext cx="512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289" y="3069682"/>
                <a:ext cx="512961" cy="369332"/>
              </a:xfrm>
              <a:prstGeom prst="rect">
                <a:avLst/>
              </a:prstGeom>
              <a:blipFill>
                <a:blip r:embed="rId22"/>
                <a:stretch>
                  <a:fillRect l="-16667" r="-15476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/>
              <p:nvPr/>
            </p:nvSpPr>
            <p:spPr>
              <a:xfrm>
                <a:off x="6495502" y="3069682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0.51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502" y="3069682"/>
                <a:ext cx="641201" cy="369332"/>
              </a:xfrm>
              <a:prstGeom prst="rect">
                <a:avLst/>
              </a:prstGeom>
              <a:blipFill>
                <a:blip r:embed="rId23"/>
                <a:stretch>
                  <a:fillRect l="-16190" r="-7619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/>
              <p:nvPr/>
            </p:nvSpPr>
            <p:spPr>
              <a:xfrm>
                <a:off x="5997151" y="3942510"/>
                <a:ext cx="408766" cy="691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151" y="3942510"/>
                <a:ext cx="408766" cy="69140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/>
              <p:nvPr/>
            </p:nvSpPr>
            <p:spPr>
              <a:xfrm>
                <a:off x="8634935" y="4131793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935" y="4131793"/>
                <a:ext cx="682879" cy="369332"/>
              </a:xfrm>
              <a:prstGeom prst="rect">
                <a:avLst/>
              </a:prstGeom>
              <a:blipFill>
                <a:blip r:embed="rId25"/>
                <a:stretch>
                  <a:fillRect l="-10619" r="-10619"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/>
              <p:nvPr/>
            </p:nvSpPr>
            <p:spPr>
              <a:xfrm>
                <a:off x="6706484" y="4131793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484" y="4131793"/>
                <a:ext cx="471283" cy="369332"/>
              </a:xfrm>
              <a:prstGeom prst="rect">
                <a:avLst/>
              </a:prstGeom>
              <a:blipFill>
                <a:blip r:embed="rId26"/>
                <a:stretch>
                  <a:fillRect l="-22078" r="-10390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/>
              <p:nvPr/>
            </p:nvSpPr>
            <p:spPr>
              <a:xfrm>
                <a:off x="7400208" y="5004621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208" y="5004621"/>
                <a:ext cx="238847" cy="69384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/>
              <p:nvPr/>
            </p:nvSpPr>
            <p:spPr>
              <a:xfrm>
                <a:off x="7926665" y="5193904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66%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665" y="5193904"/>
                <a:ext cx="682879" cy="369332"/>
              </a:xfrm>
              <a:prstGeom prst="rect">
                <a:avLst/>
              </a:prstGeom>
              <a:blipFill>
                <a:blip r:embed="rId28"/>
                <a:stretch>
                  <a:fillRect l="-10714" r="-11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/>
              <p:nvPr/>
            </p:nvSpPr>
            <p:spPr>
              <a:xfrm>
                <a:off x="6012088" y="5176320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088" y="5176320"/>
                <a:ext cx="471283" cy="369332"/>
              </a:xfrm>
              <a:prstGeom prst="rect">
                <a:avLst/>
              </a:prstGeom>
              <a:blipFill>
                <a:blip r:embed="rId29"/>
                <a:stretch>
                  <a:fillRect l="-21795" r="-7692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/>
              <p:nvPr/>
            </p:nvSpPr>
            <p:spPr>
              <a:xfrm>
                <a:off x="7034448" y="6066730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448" y="6066730"/>
                <a:ext cx="408766" cy="69384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/>
              <p:nvPr/>
            </p:nvSpPr>
            <p:spPr>
              <a:xfrm>
                <a:off x="6031240" y="6256013"/>
                <a:ext cx="7453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5.4%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240" y="6256013"/>
                <a:ext cx="745397" cy="369332"/>
              </a:xfrm>
              <a:prstGeom prst="rect">
                <a:avLst/>
              </a:prstGeom>
              <a:blipFill>
                <a:blip r:embed="rId31"/>
                <a:stretch>
                  <a:fillRect l="-9756" r="-9756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/>
              <p:nvPr/>
            </p:nvSpPr>
            <p:spPr>
              <a:xfrm>
                <a:off x="9220531" y="6256013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31" y="6256013"/>
                <a:ext cx="641201" cy="369332"/>
              </a:xfrm>
              <a:prstGeom prst="rect">
                <a:avLst/>
              </a:prstGeom>
              <a:blipFill>
                <a:blip r:embed="rId32"/>
                <a:stretch>
                  <a:fillRect l="-16190" r="-7619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224C01CD-C05C-4F8D-BCDB-D4D2E7DB8939}"/>
                  </a:ext>
                </a:extLst>
              </p:cNvPr>
              <p:cNvSpPr txBox="1"/>
              <p:nvPr/>
            </p:nvSpPr>
            <p:spPr>
              <a:xfrm>
                <a:off x="8001210" y="2880399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224C01CD-C05C-4F8D-BCDB-D4D2E7DB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210" y="2880399"/>
                <a:ext cx="238847" cy="6938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/>
              <p:nvPr/>
            </p:nvSpPr>
            <p:spPr>
              <a:xfrm>
                <a:off x="7442215" y="394251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15" y="3942510"/>
                <a:ext cx="238847" cy="69384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/>
              <p:nvPr/>
            </p:nvSpPr>
            <p:spPr>
              <a:xfrm>
                <a:off x="6745669" y="5004621"/>
                <a:ext cx="238847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669" y="5004621"/>
                <a:ext cx="238847" cy="69147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/>
              <p:nvPr/>
            </p:nvSpPr>
            <p:spPr>
              <a:xfrm>
                <a:off x="8851330" y="5004621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330" y="5004621"/>
                <a:ext cx="408766" cy="69384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/>
              <p:nvPr/>
            </p:nvSpPr>
            <p:spPr>
              <a:xfrm>
                <a:off x="8759108" y="606673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108" y="6066730"/>
                <a:ext cx="238847" cy="6938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/>
              <p:nvPr/>
            </p:nvSpPr>
            <p:spPr>
              <a:xfrm>
                <a:off x="7691228" y="6256013"/>
                <a:ext cx="9153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50.6%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228" y="6256013"/>
                <a:ext cx="915315" cy="369332"/>
              </a:xfrm>
              <a:prstGeom prst="rect">
                <a:avLst/>
              </a:prstGeom>
              <a:blipFill>
                <a:blip r:embed="rId38"/>
                <a:stretch>
                  <a:fillRect l="-8667" r="-8000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6B3E8E5B-A962-40D7-9873-995A535214A3}"/>
                  </a:ext>
                </a:extLst>
              </p:cNvPr>
              <p:cNvSpPr txBox="1"/>
              <p:nvPr/>
            </p:nvSpPr>
            <p:spPr>
              <a:xfrm>
                <a:off x="7885272" y="4131793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0.34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6B3E8E5B-A962-40D7-9873-995A5352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272" y="4131793"/>
                <a:ext cx="641201" cy="369332"/>
              </a:xfrm>
              <a:prstGeom prst="rect">
                <a:avLst/>
              </a:prstGeom>
              <a:blipFill>
                <a:blip r:embed="rId39"/>
                <a:stretch>
                  <a:fillRect l="-16190" r="-6667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4E10642F-B2C1-4CB1-873D-B9A881DB5490}"/>
              </a:ext>
            </a:extLst>
          </p:cNvPr>
          <p:cNvCxnSpPr>
            <a:cxnSpLocks/>
          </p:cNvCxnSpPr>
          <p:nvPr/>
        </p:nvCxnSpPr>
        <p:spPr>
          <a:xfrm>
            <a:off x="5540900" y="164496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3EC2261B-AFCC-402B-A6D7-0260997C10C4}"/>
              </a:ext>
            </a:extLst>
          </p:cNvPr>
          <p:cNvCxnSpPr>
            <a:cxnSpLocks/>
          </p:cNvCxnSpPr>
          <p:nvPr/>
        </p:nvCxnSpPr>
        <p:spPr>
          <a:xfrm>
            <a:off x="5540900" y="270707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C98C1A30-B1A7-4B25-BA5B-415360197B65}"/>
              </a:ext>
            </a:extLst>
          </p:cNvPr>
          <p:cNvCxnSpPr>
            <a:cxnSpLocks/>
          </p:cNvCxnSpPr>
          <p:nvPr/>
        </p:nvCxnSpPr>
        <p:spPr>
          <a:xfrm>
            <a:off x="5540900" y="376918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D8A44B75-DB1B-418D-9FAF-E9CA88402407}"/>
              </a:ext>
            </a:extLst>
          </p:cNvPr>
          <p:cNvCxnSpPr>
            <a:cxnSpLocks/>
          </p:cNvCxnSpPr>
          <p:nvPr/>
        </p:nvCxnSpPr>
        <p:spPr>
          <a:xfrm>
            <a:off x="5540900" y="483129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B03D434-6C17-4E19-8E0E-06C09C2EA8A9}"/>
              </a:ext>
            </a:extLst>
          </p:cNvPr>
          <p:cNvCxnSpPr>
            <a:cxnSpLocks/>
          </p:cNvCxnSpPr>
          <p:nvPr/>
        </p:nvCxnSpPr>
        <p:spPr>
          <a:xfrm>
            <a:off x="5540900" y="589340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7691CD-55F2-2A6D-3226-8370091CCC2A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FAD09-A229-DD95-50E6-BFBCB7CFE38C}"/>
              </a:ext>
            </a:extLst>
          </p:cNvPr>
          <p:cNvSpPr txBox="1"/>
          <p:nvPr/>
        </p:nvSpPr>
        <p:spPr>
          <a:xfrm>
            <a:off x="317261" y="92093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A72AC-6D3F-76D7-22E5-BE71EDA39469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7D9EC-CE7B-6DDF-1B4A-02F385CB8D75}"/>
              </a:ext>
            </a:extLst>
          </p:cNvPr>
          <p:cNvSpPr txBox="1"/>
          <p:nvPr/>
        </p:nvSpPr>
        <p:spPr>
          <a:xfrm>
            <a:off x="5514494" y="1045422"/>
            <a:ext cx="39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А</a:t>
            </a:r>
            <a:r>
              <a:rPr lang="en-GB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15FF6-EFB8-61ED-2660-3FD61D352C2E}"/>
              </a:ext>
            </a:extLst>
          </p:cNvPr>
          <p:cNvSpPr txBox="1"/>
          <p:nvPr/>
        </p:nvSpPr>
        <p:spPr>
          <a:xfrm>
            <a:off x="5543000" y="199135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Б</a:t>
            </a:r>
            <a:r>
              <a:rPr lang="en-GB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C80F0-B118-627A-6E26-42B8BD6B57E2}"/>
              </a:ext>
            </a:extLst>
          </p:cNvPr>
          <p:cNvSpPr txBox="1"/>
          <p:nvPr/>
        </p:nvSpPr>
        <p:spPr>
          <a:xfrm>
            <a:off x="5542198" y="305346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В</a:t>
            </a:r>
            <a:r>
              <a:rPr lang="en-GB" b="1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2ED4F-628B-4B45-26FC-453DAE147500}"/>
              </a:ext>
            </a:extLst>
          </p:cNvPr>
          <p:cNvSpPr txBox="1"/>
          <p:nvPr/>
        </p:nvSpPr>
        <p:spPr>
          <a:xfrm>
            <a:off x="5557427" y="411557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Г</a:t>
            </a:r>
            <a:r>
              <a:rPr lang="en-GB" b="1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80E6F-21F4-CE0D-A4E7-DFBF77FEF8A1}"/>
              </a:ext>
            </a:extLst>
          </p:cNvPr>
          <p:cNvSpPr txBox="1"/>
          <p:nvPr/>
        </p:nvSpPr>
        <p:spPr>
          <a:xfrm>
            <a:off x="5529374" y="517768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Д</a:t>
            </a:r>
            <a:r>
              <a:rPr lang="en-GB" b="1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D152FE-2EAD-DFD0-69C3-4BE41516C8D8}"/>
              </a:ext>
            </a:extLst>
          </p:cNvPr>
          <p:cNvSpPr txBox="1"/>
          <p:nvPr/>
        </p:nvSpPr>
        <p:spPr>
          <a:xfrm>
            <a:off x="5551014" y="623979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Е</a:t>
            </a:r>
            <a:r>
              <a:rPr lang="en-GB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0836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76B1B0-CF8C-4E0D-B716-EE0BB48F4CC6}"/>
              </a:ext>
            </a:extLst>
          </p:cNvPr>
          <p:cNvSpPr/>
          <p:nvPr/>
        </p:nvSpPr>
        <p:spPr>
          <a:xfrm>
            <a:off x="4982311" y="316522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1954758" y="-66839"/>
            <a:ext cx="5996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иреттөө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8819-E112-466B-9D8C-673ADED71999}"/>
              </a:ext>
            </a:extLst>
          </p:cNvPr>
          <p:cNvSpPr txBox="1"/>
          <p:nvPr/>
        </p:nvSpPr>
        <p:spPr>
          <a:xfrm>
            <a:off x="7933028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2B259B-7102-4611-B6F9-78B9F312E043}"/>
              </a:ext>
            </a:extLst>
          </p:cNvPr>
          <p:cNvSpPr txBox="1"/>
          <p:nvPr/>
        </p:nvSpPr>
        <p:spPr>
          <a:xfrm>
            <a:off x="5334490" y="214126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/>
              <p:nvPr/>
            </p:nvSpPr>
            <p:spPr>
              <a:xfrm>
                <a:off x="7594474" y="868117"/>
                <a:ext cx="40876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577D34A-005F-4C43-A8C9-49A36EC9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474" y="868117"/>
                <a:ext cx="408765" cy="6938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/>
              <p:nvPr/>
            </p:nvSpPr>
            <p:spPr>
              <a:xfrm>
                <a:off x="5898042" y="1090244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35%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9E31D9-D3E1-4191-A8FF-FE7B0E31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042" y="1090244"/>
                <a:ext cx="682879" cy="369332"/>
              </a:xfrm>
              <a:prstGeom prst="rect">
                <a:avLst/>
              </a:prstGeom>
              <a:blipFill>
                <a:blip r:embed="rId3"/>
                <a:stretch>
                  <a:fillRect l="-12500" r="-1160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/>
              <p:nvPr/>
            </p:nvSpPr>
            <p:spPr>
              <a:xfrm>
                <a:off x="6860581" y="1090245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5BEF218-828B-4272-91B2-7BA6E880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581" y="1090245"/>
                <a:ext cx="471283" cy="369332"/>
              </a:xfrm>
              <a:prstGeom prst="rect">
                <a:avLst/>
              </a:prstGeom>
              <a:blipFill>
                <a:blip r:embed="rId4"/>
                <a:stretch>
                  <a:fillRect l="-21795" r="-76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/>
              <p:nvPr/>
            </p:nvSpPr>
            <p:spPr>
              <a:xfrm>
                <a:off x="5996154" y="1818288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837561-36E1-4179-8E98-2FFD7C339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154" y="1818288"/>
                <a:ext cx="408766" cy="693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/>
              <p:nvPr/>
            </p:nvSpPr>
            <p:spPr>
              <a:xfrm>
                <a:off x="6638866" y="2007571"/>
                <a:ext cx="6828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66%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A394935-4A09-4940-8132-1B940A93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66" y="2007571"/>
                <a:ext cx="682879" cy="369332"/>
              </a:xfrm>
              <a:prstGeom prst="rect">
                <a:avLst/>
              </a:prstGeom>
              <a:blipFill>
                <a:blip r:embed="rId6"/>
                <a:stretch>
                  <a:fillRect l="-10714" r="-11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/>
              <p:nvPr/>
            </p:nvSpPr>
            <p:spPr>
              <a:xfrm>
                <a:off x="7508713" y="2007571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3796EBEB-7937-4839-A80B-88A5EB6F7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13" y="2007571"/>
                <a:ext cx="471283" cy="369332"/>
              </a:xfrm>
              <a:prstGeom prst="rect">
                <a:avLst/>
              </a:prstGeom>
              <a:blipFill>
                <a:blip r:embed="rId7"/>
                <a:stretch>
                  <a:fillRect l="-22078" r="-9091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/>
              <p:nvPr/>
            </p:nvSpPr>
            <p:spPr>
              <a:xfrm>
                <a:off x="7162130" y="2880399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351624BA-65D6-4B29-9167-874C7BE2D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130" y="2880399"/>
                <a:ext cx="238847" cy="6938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/>
              <p:nvPr/>
            </p:nvSpPr>
            <p:spPr>
              <a:xfrm>
                <a:off x="5960411" y="3069682"/>
                <a:ext cx="512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1F0993F-2E02-44E3-88E9-CF2E5D1B6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411" y="3069682"/>
                <a:ext cx="512961" cy="369332"/>
              </a:xfrm>
              <a:prstGeom prst="rect">
                <a:avLst/>
              </a:prstGeom>
              <a:blipFill>
                <a:blip r:embed="rId9"/>
                <a:stretch>
                  <a:fillRect l="-16667" r="-15476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/>
              <p:nvPr/>
            </p:nvSpPr>
            <p:spPr>
              <a:xfrm>
                <a:off x="7629024" y="3069682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0.51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BB287E93-79EE-47E8-96F3-9706F0F3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024" y="3069682"/>
                <a:ext cx="641201" cy="369332"/>
              </a:xfrm>
              <a:prstGeom prst="rect">
                <a:avLst/>
              </a:prstGeom>
              <a:blipFill>
                <a:blip r:embed="rId10"/>
                <a:stretch>
                  <a:fillRect l="-15094" r="-6604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/>
              <p:nvPr/>
            </p:nvSpPr>
            <p:spPr>
              <a:xfrm>
                <a:off x="5947907" y="3942510"/>
                <a:ext cx="408766" cy="691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AD76A8C-3377-4B3A-840C-859612423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907" y="3942510"/>
                <a:ext cx="408766" cy="6914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/>
              <p:nvPr/>
            </p:nvSpPr>
            <p:spPr>
              <a:xfrm>
                <a:off x="6401291" y="4131793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94F5F8-CB32-471A-8DDF-760DC62C2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291" y="4131793"/>
                <a:ext cx="682879" cy="369332"/>
              </a:xfrm>
              <a:prstGeom prst="rect">
                <a:avLst/>
              </a:prstGeom>
              <a:blipFill>
                <a:blip r:embed="rId12"/>
                <a:stretch>
                  <a:fillRect l="-10714" r="-11607"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/>
              <p:nvPr/>
            </p:nvSpPr>
            <p:spPr>
              <a:xfrm>
                <a:off x="8382812" y="4131793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3.5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4CAE28F6-9F95-481A-9B32-290F86B85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812" y="4131793"/>
                <a:ext cx="471283" cy="369332"/>
              </a:xfrm>
              <a:prstGeom prst="rect">
                <a:avLst/>
              </a:prstGeom>
              <a:blipFill>
                <a:blip r:embed="rId13"/>
                <a:stretch>
                  <a:fillRect l="-22078" r="-10390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/>
              <p:nvPr/>
            </p:nvSpPr>
            <p:spPr>
              <a:xfrm>
                <a:off x="7813605" y="5004621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8813DF2-1F16-4033-B29B-88DC1094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605" y="5004621"/>
                <a:ext cx="238847" cy="6938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/>
              <p:nvPr/>
            </p:nvSpPr>
            <p:spPr>
              <a:xfrm>
                <a:off x="7027472" y="5193904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66%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278CD90-F021-4455-97B5-51CB19586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472" y="5193904"/>
                <a:ext cx="682879" cy="369332"/>
              </a:xfrm>
              <a:prstGeom prst="rect">
                <a:avLst/>
              </a:prstGeom>
              <a:blipFill>
                <a:blip r:embed="rId15"/>
                <a:stretch>
                  <a:fillRect l="-11607" r="-10714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/>
              <p:nvPr/>
            </p:nvSpPr>
            <p:spPr>
              <a:xfrm>
                <a:off x="5924474" y="5176320"/>
                <a:ext cx="4712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89FA23B2-7727-40C8-877E-78477F1E2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474" y="5176320"/>
                <a:ext cx="471283" cy="369332"/>
              </a:xfrm>
              <a:prstGeom prst="rect">
                <a:avLst/>
              </a:prstGeom>
              <a:blipFill>
                <a:blip r:embed="rId16"/>
                <a:stretch>
                  <a:fillRect l="-22078" r="-9091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/>
              <p:nvPr/>
            </p:nvSpPr>
            <p:spPr>
              <a:xfrm>
                <a:off x="9172793" y="6066730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150891A6-5498-4D5E-B897-B6F41A5B5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793" y="6066730"/>
                <a:ext cx="408766" cy="6938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/>
              <p:nvPr/>
            </p:nvSpPr>
            <p:spPr>
              <a:xfrm>
                <a:off x="6763751" y="6256013"/>
                <a:ext cx="7453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5.4%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0277150A-A4E8-42A5-9C12-9C5A5FFD4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751" y="6256013"/>
                <a:ext cx="745397" cy="369332"/>
              </a:xfrm>
              <a:prstGeom prst="rect">
                <a:avLst/>
              </a:prstGeom>
              <a:blipFill>
                <a:blip r:embed="rId18"/>
                <a:stretch>
                  <a:fillRect l="-10656" r="-9836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/>
              <p:nvPr/>
            </p:nvSpPr>
            <p:spPr>
              <a:xfrm>
                <a:off x="5918882" y="6256013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7810CC2-2538-4D7A-ACB5-658F5AD47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882" y="6256013"/>
                <a:ext cx="641201" cy="369332"/>
              </a:xfrm>
              <a:prstGeom prst="rect">
                <a:avLst/>
              </a:prstGeom>
              <a:blipFill>
                <a:blip r:embed="rId19"/>
                <a:stretch>
                  <a:fillRect l="-16190" r="-7619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224C01CD-C05C-4F8D-BCDB-D4D2E7DB8939}"/>
                  </a:ext>
                </a:extLst>
              </p:cNvPr>
              <p:cNvSpPr txBox="1"/>
              <p:nvPr/>
            </p:nvSpPr>
            <p:spPr>
              <a:xfrm>
                <a:off x="6696332" y="2880399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224C01CD-C05C-4F8D-BCDB-D4D2E7DB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332" y="2880399"/>
                <a:ext cx="238847" cy="6938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/>
              <p:nvPr/>
            </p:nvSpPr>
            <p:spPr>
              <a:xfrm>
                <a:off x="7128811" y="394251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07B6B01C-5C72-431D-A2F3-C74C9492D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811" y="3942510"/>
                <a:ext cx="238847" cy="6938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/>
              <p:nvPr/>
            </p:nvSpPr>
            <p:spPr>
              <a:xfrm>
                <a:off x="8236595" y="5004621"/>
                <a:ext cx="238847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633DB4-86F4-4EC1-8DBE-145CA5C9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595" y="5004621"/>
                <a:ext cx="238847" cy="69147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/>
              <p:nvPr/>
            </p:nvSpPr>
            <p:spPr>
              <a:xfrm>
                <a:off x="6479685" y="5004621"/>
                <a:ext cx="40876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5D60A79E-6440-49EC-9D82-A129D26AE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685" y="5004621"/>
                <a:ext cx="408766" cy="6938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/>
              <p:nvPr/>
            </p:nvSpPr>
            <p:spPr>
              <a:xfrm>
                <a:off x="7630415" y="6066730"/>
                <a:ext cx="238847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DDB457F2-32C9-46A2-B78A-38EA3539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415" y="6066730"/>
                <a:ext cx="238847" cy="6938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/>
              <p:nvPr/>
            </p:nvSpPr>
            <p:spPr>
              <a:xfrm>
                <a:off x="8079710" y="6256013"/>
                <a:ext cx="9153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50.6%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9B1F6F9-1E3A-4C7C-9346-21E53311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710" y="6256013"/>
                <a:ext cx="915315" cy="369332"/>
              </a:xfrm>
              <a:prstGeom prst="rect">
                <a:avLst/>
              </a:prstGeom>
              <a:blipFill>
                <a:blip r:embed="rId25"/>
                <a:stretch>
                  <a:fillRect l="-7947" r="-794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6B3E8E5B-A962-40D7-9873-995A535214A3}"/>
                  </a:ext>
                </a:extLst>
              </p:cNvPr>
              <p:cNvSpPr txBox="1"/>
              <p:nvPr/>
            </p:nvSpPr>
            <p:spPr>
              <a:xfrm>
                <a:off x="7642988" y="4131793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0.34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6B3E8E5B-A962-40D7-9873-995A5352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988" y="4131793"/>
                <a:ext cx="641201" cy="369332"/>
              </a:xfrm>
              <a:prstGeom prst="rect">
                <a:avLst/>
              </a:prstGeom>
              <a:blipFill>
                <a:blip r:embed="rId26"/>
                <a:stretch>
                  <a:fillRect l="-16190" r="-6667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2A11D92-6D1D-4AB4-B6A6-CE3E1C62B335}"/>
              </a:ext>
            </a:extLst>
          </p:cNvPr>
          <p:cNvSpPr/>
          <p:nvPr/>
        </p:nvSpPr>
        <p:spPr>
          <a:xfrm>
            <a:off x="2634023" y="5862935"/>
            <a:ext cx="21385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Жообу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083C9E4-9498-4186-BB3F-E882C213FE9D}"/>
              </a:ext>
            </a:extLst>
          </p:cNvPr>
          <p:cNvCxnSpPr>
            <a:cxnSpLocks/>
          </p:cNvCxnSpPr>
          <p:nvPr/>
        </p:nvCxnSpPr>
        <p:spPr>
          <a:xfrm>
            <a:off x="5540900" y="164496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FD8FF2B-AD84-4DAC-ABDC-E8E8998F4A08}"/>
              </a:ext>
            </a:extLst>
          </p:cNvPr>
          <p:cNvCxnSpPr>
            <a:cxnSpLocks/>
          </p:cNvCxnSpPr>
          <p:nvPr/>
        </p:nvCxnSpPr>
        <p:spPr>
          <a:xfrm>
            <a:off x="5540900" y="270707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E654E48-189F-4DFA-BF16-E3F8106DDD05}"/>
              </a:ext>
            </a:extLst>
          </p:cNvPr>
          <p:cNvCxnSpPr>
            <a:cxnSpLocks/>
          </p:cNvCxnSpPr>
          <p:nvPr/>
        </p:nvCxnSpPr>
        <p:spPr>
          <a:xfrm>
            <a:off x="5540900" y="376918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6D77BBE-7BFC-4679-B055-AC2480A1F343}"/>
              </a:ext>
            </a:extLst>
          </p:cNvPr>
          <p:cNvCxnSpPr>
            <a:cxnSpLocks/>
          </p:cNvCxnSpPr>
          <p:nvPr/>
        </p:nvCxnSpPr>
        <p:spPr>
          <a:xfrm>
            <a:off x="5540900" y="483129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CB329B9-3438-437D-9015-616B212749CA}"/>
              </a:ext>
            </a:extLst>
          </p:cNvPr>
          <p:cNvCxnSpPr>
            <a:cxnSpLocks/>
          </p:cNvCxnSpPr>
          <p:nvPr/>
        </p:nvCxnSpPr>
        <p:spPr>
          <a:xfrm>
            <a:off x="5540900" y="5893405"/>
            <a:ext cx="367422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470F59-DEBD-D4FA-B858-2D13049881F7}"/>
              </a:ext>
            </a:extLst>
          </p:cNvPr>
          <p:cNvSpPr txBox="1"/>
          <p:nvPr/>
        </p:nvSpPr>
        <p:spPr>
          <a:xfrm>
            <a:off x="5514494" y="1045422"/>
            <a:ext cx="39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А</a:t>
            </a:r>
            <a:r>
              <a:rPr lang="en-GB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F3AA8-B399-49ED-DE60-73700F11AF5C}"/>
              </a:ext>
            </a:extLst>
          </p:cNvPr>
          <p:cNvSpPr txBox="1"/>
          <p:nvPr/>
        </p:nvSpPr>
        <p:spPr>
          <a:xfrm>
            <a:off x="5543000" y="199135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Б</a:t>
            </a:r>
            <a:r>
              <a:rPr lang="en-GB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68C09-F4B2-4E26-82E7-5A4DB0AD690F}"/>
              </a:ext>
            </a:extLst>
          </p:cNvPr>
          <p:cNvSpPr txBox="1"/>
          <p:nvPr/>
        </p:nvSpPr>
        <p:spPr>
          <a:xfrm>
            <a:off x="5542198" y="305346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В</a:t>
            </a:r>
            <a:r>
              <a:rPr lang="en-GB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C9FD3-5582-3576-CBCB-AAF2D586540C}"/>
              </a:ext>
            </a:extLst>
          </p:cNvPr>
          <p:cNvSpPr txBox="1"/>
          <p:nvPr/>
        </p:nvSpPr>
        <p:spPr>
          <a:xfrm>
            <a:off x="5557427" y="411557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Г</a:t>
            </a:r>
            <a:r>
              <a:rPr lang="en-GB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ABB1F-200E-E783-8ED8-800E0138250D}"/>
              </a:ext>
            </a:extLst>
          </p:cNvPr>
          <p:cNvSpPr txBox="1"/>
          <p:nvPr/>
        </p:nvSpPr>
        <p:spPr>
          <a:xfrm>
            <a:off x="5529374" y="5177684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Д</a:t>
            </a:r>
            <a:r>
              <a:rPr lang="en-GB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9DCDF1-0113-29F4-D3D5-99894A62D8AD}"/>
              </a:ext>
            </a:extLst>
          </p:cNvPr>
          <p:cNvSpPr txBox="1"/>
          <p:nvPr/>
        </p:nvSpPr>
        <p:spPr>
          <a:xfrm>
            <a:off x="5551014" y="623979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/>
              <a:t>Е</a:t>
            </a:r>
            <a:r>
              <a:rPr lang="en-GB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3598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10535</TotalTime>
  <Words>1161</Words>
  <Application>Microsoft Office PowerPoint</Application>
  <PresentationFormat>A4 Paper (210x297 mm)</PresentationFormat>
  <Paragraphs>549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Cambria Math</vt:lpstr>
      <vt:lpstr>Arial</vt:lpstr>
      <vt:lpstr>Stencil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501</cp:revision>
  <cp:lastPrinted>2017-12-31T22:38:51Z</cp:lastPrinted>
  <dcterms:created xsi:type="dcterms:W3CDTF">2017-01-17T16:57:04Z</dcterms:created>
  <dcterms:modified xsi:type="dcterms:W3CDTF">2024-09-03T04:13:42Z</dcterms:modified>
</cp:coreProperties>
</file>