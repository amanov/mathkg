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22"/>
  </p:notesMasterIdLst>
  <p:sldIdLst>
    <p:sldId id="972" r:id="rId2"/>
    <p:sldId id="939" r:id="rId3"/>
    <p:sldId id="947" r:id="rId4"/>
    <p:sldId id="957" r:id="rId5"/>
    <p:sldId id="948" r:id="rId6"/>
    <p:sldId id="946" r:id="rId7"/>
    <p:sldId id="942" r:id="rId8"/>
    <p:sldId id="943" r:id="rId9"/>
    <p:sldId id="949" r:id="rId10"/>
    <p:sldId id="950" r:id="rId11"/>
    <p:sldId id="945" r:id="rId12"/>
    <p:sldId id="944" r:id="rId13"/>
    <p:sldId id="955" r:id="rId14"/>
    <p:sldId id="956" r:id="rId15"/>
    <p:sldId id="952" r:id="rId16"/>
    <p:sldId id="953" r:id="rId17"/>
    <p:sldId id="954" r:id="rId18"/>
    <p:sldId id="958" r:id="rId19"/>
    <p:sldId id="959" r:id="rId20"/>
    <p:sldId id="973" r:id="rId21"/>
  </p:sldIdLst>
  <p:sldSz cx="9906000" cy="6858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97FF5E7-57A8-40D7-8FA0-8A089C366947}">
          <p14:sldIdLst>
            <p14:sldId id="972"/>
          </p14:sldIdLst>
        </p14:section>
        <p14:section name="Мисал көрсөтүү слайдтары" id="{059544AC-2C27-45B1-9F95-F87DF8854DD6}">
          <p14:sldIdLst>
            <p14:sldId id="939"/>
            <p14:sldId id="947"/>
            <p14:sldId id="957"/>
            <p14:sldId id="948"/>
            <p14:sldId id="946"/>
            <p14:sldId id="942"/>
            <p14:sldId id="943"/>
            <p14:sldId id="949"/>
            <p14:sldId id="950"/>
            <p14:sldId id="945"/>
            <p14:sldId id="944"/>
            <p14:sldId id="955"/>
            <p14:sldId id="956"/>
            <p14:sldId id="952"/>
            <p14:sldId id="953"/>
            <p14:sldId id="954"/>
            <p14:sldId id="958"/>
            <p14:sldId id="959"/>
          </p14:sldIdLst>
        </p14:section>
        <p14:section name="Кайтарым байланыш" id="{F3D720CF-F566-46A6-9361-125255B68FA6}">
          <p14:sldIdLst>
            <p14:sldId id="97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16/09/2024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E8DA03BD-0D10-881F-68DF-55A084B44400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6736DD-D2AD-61E3-58E2-BEBBEB44F31C}"/>
              </a:ext>
            </a:extLst>
          </p:cNvPr>
          <p:cNvSpPr txBox="1"/>
          <p:nvPr/>
        </p:nvSpPr>
        <p:spPr>
          <a:xfrm>
            <a:off x="162560" y="1778000"/>
            <a:ext cx="9743440" cy="4862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Ижарага сатып алуу –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ky-KG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Мисал көрсөт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...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Бул көнүгүү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окуучуну ойлондуруу үчүн иштелип чыккан, эч кандай жооп жок.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өз жоопторун эки - экиден же мугалимге  көрсөтүп текшере алышы керек.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мини-тактада же дептер аркылуу жооп бере алышат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70965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639906" y="3044279"/>
            <a:ext cx="862620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400" dirty="0"/>
              <a:t>... 500</a:t>
            </a:r>
            <a:r>
              <a:rPr lang="en-US" sz="4400" dirty="0"/>
              <a:t>$</a:t>
            </a:r>
            <a:r>
              <a:rPr lang="ru-RU" sz="4400" dirty="0"/>
              <a:t> телефон үчүн төлөм планы.</a:t>
            </a:r>
            <a:endParaRPr lang="en-GB" sz="4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6D1DD9-94C8-8334-199A-74DB7DDBB9D8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7072457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67474" y="3044279"/>
            <a:ext cx="957108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4400" dirty="0"/>
              <a:t>... ноутбук үчүн 12 айлык төлөм планы.</a:t>
            </a:r>
            <a:endParaRPr lang="en-GB" sz="4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F357F7-8063-FBA9-0FE3-D4A20B5BB9AA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2996033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461004" y="2705725"/>
            <a:ext cx="6984028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4400" dirty="0"/>
              <a:t>… 18 бөлүктөн турган</a:t>
            </a:r>
          </a:p>
          <a:p>
            <a:pPr algn="ctr"/>
            <a:r>
              <a:rPr lang="ky-KG" sz="4400" dirty="0"/>
              <a:t> планшет үчүн төлөм планы.</a:t>
            </a:r>
            <a:endParaRPr lang="en-GB" sz="4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EAC9DA-6157-8961-5327-A98BB486C4A0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887190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695277" y="3044279"/>
            <a:ext cx="851547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 </a:t>
            </a:r>
            <a:r>
              <a:rPr lang="ky-KG" sz="4400" dirty="0"/>
              <a:t>ПК</a:t>
            </a:r>
            <a:r>
              <a:rPr lang="en-GB" sz="4400" dirty="0"/>
              <a:t> </a:t>
            </a:r>
            <a:r>
              <a:rPr lang="ky-KG" sz="4400" dirty="0"/>
              <a:t>үчүн 2 жылдык төлөм планы.</a:t>
            </a:r>
            <a:endParaRPr lang="en-GB" sz="4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417792-2A37-F827-0CF4-7021FE53E266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6491551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538905" y="3044279"/>
            <a:ext cx="682821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4400" dirty="0"/>
              <a:t>… депозитсиз төлөм планы.</a:t>
            </a:r>
            <a:endParaRPr lang="en-GB" sz="4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B0E3AB-8412-55D0-DD14-204F55ECFF9D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755320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241036" y="2705725"/>
            <a:ext cx="742395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400" dirty="0"/>
              <a:t>... 400</a:t>
            </a:r>
            <a:r>
              <a:rPr lang="en-US" sz="4400" dirty="0"/>
              <a:t> $</a:t>
            </a:r>
            <a:r>
              <a:rPr lang="ru-RU" sz="4400" dirty="0"/>
              <a:t> ноутбук үчүн депозит </a:t>
            </a:r>
          </a:p>
          <a:p>
            <a:pPr algn="ctr"/>
            <a:r>
              <a:rPr lang="ru-RU" sz="4400" dirty="0"/>
              <a:t>менен төлөм планы.</a:t>
            </a:r>
            <a:endParaRPr lang="en-GB" sz="4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C31578-4E05-BE4F-F2E8-27A8C2D2FD46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0455956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487626" y="2705725"/>
            <a:ext cx="8930778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400" dirty="0"/>
              <a:t>…80 </a:t>
            </a:r>
            <a:r>
              <a:rPr lang="en-US" sz="4400" dirty="0"/>
              <a:t>$ </a:t>
            </a:r>
            <a:r>
              <a:rPr lang="ru-RU" sz="4400" dirty="0"/>
              <a:t>депозит </a:t>
            </a:r>
          </a:p>
          <a:p>
            <a:pPr algn="ctr"/>
            <a:r>
              <a:rPr lang="ru-RU" sz="4400" dirty="0"/>
              <a:t>менен телевизор үчүн төлөм планы.</a:t>
            </a:r>
            <a:endParaRPr lang="en-GB" sz="4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D9B8A9-5E6C-E151-CE8B-557B719D97D7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1781035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18434" y="2367171"/>
            <a:ext cx="9669186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 </a:t>
            </a:r>
            <a:r>
              <a:rPr lang="ru-RU" sz="4400" dirty="0"/>
              <a:t>ар бир айлык төлөм </a:t>
            </a:r>
            <a:r>
              <a:rPr lang="en-US" sz="4400" dirty="0"/>
              <a:t>,</a:t>
            </a:r>
            <a:r>
              <a:rPr lang="ru-RU" sz="4400" dirty="0"/>
              <a:t>депозит менен </a:t>
            </a:r>
            <a:endParaRPr lang="en-US" sz="4400" dirty="0"/>
          </a:p>
          <a:p>
            <a:pPr algn="ctr"/>
            <a:r>
              <a:rPr lang="ru-RU" sz="4400" dirty="0"/>
              <a:t>бирдей болгон велосипед </a:t>
            </a:r>
            <a:endParaRPr lang="en-US" sz="4400" dirty="0"/>
          </a:p>
          <a:p>
            <a:pPr algn="ctr"/>
            <a:r>
              <a:rPr lang="ru-RU" sz="4400" dirty="0"/>
              <a:t>үчүн төлөм планы.</a:t>
            </a:r>
            <a:endParaRPr lang="en-GB" sz="4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8FEA88-71D6-74B4-5581-7CFD73FF1F4E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9029215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012722" y="2367171"/>
            <a:ext cx="7880620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4400" dirty="0"/>
              <a:t>…муздаткыч үчүн төлөм планы, </a:t>
            </a:r>
            <a:endParaRPr lang="en-US" sz="4400" dirty="0"/>
          </a:p>
          <a:p>
            <a:pPr algn="ctr"/>
            <a:r>
              <a:rPr lang="ky-KG" sz="4400" dirty="0"/>
              <a:t>анда депозит ай сайын </a:t>
            </a:r>
            <a:endParaRPr lang="en-US" sz="4400" dirty="0"/>
          </a:p>
          <a:p>
            <a:pPr algn="ctr"/>
            <a:r>
              <a:rPr lang="ky-KG" sz="4400" dirty="0"/>
              <a:t>бөлүп төлөөдөн эки эсе кымбат.</a:t>
            </a:r>
            <a:endParaRPr lang="en-GB" sz="4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0474C8-146B-EF64-5CF5-D21F9BE3B75F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6140299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975802" y="3044279"/>
            <a:ext cx="795442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400" dirty="0"/>
              <a:t>…0% пайыз менен төлөм планы.</a:t>
            </a:r>
            <a:endParaRPr lang="en-GB" sz="4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0C74BF-7A82-234C-A75A-B3D8E83514B5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753872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940535" y="3044279"/>
            <a:ext cx="802495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400" dirty="0"/>
              <a:t>…20% үстөк менен төлөм планы.</a:t>
            </a:r>
            <a:endParaRPr lang="en-GB" sz="4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A5A460-31F9-2C24-0F81-48A6393FDBAC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318182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940535" y="3044279"/>
            <a:ext cx="802495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400" dirty="0"/>
              <a:t>…15% үстөк менен төлөм планы.</a:t>
            </a:r>
            <a:endParaRPr lang="en-GB" sz="4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621470-96E7-83A8-5A4E-25958DA4E91B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8963046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426429" y="2367171"/>
            <a:ext cx="9053248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4400" dirty="0"/>
              <a:t>...алгачкы наркынан 100</a:t>
            </a:r>
            <a:r>
              <a:rPr lang="en-US" sz="4400" dirty="0"/>
              <a:t>$</a:t>
            </a:r>
            <a:r>
              <a:rPr lang="ky-KG" sz="4400" dirty="0"/>
              <a:t> </a:t>
            </a:r>
          </a:p>
          <a:p>
            <a:pPr algn="ctr"/>
            <a:r>
              <a:rPr lang="ky-KG" sz="4400" dirty="0"/>
              <a:t>кымбат болгон меш(нан бышыргыч) </a:t>
            </a:r>
          </a:p>
          <a:p>
            <a:pPr algn="ctr"/>
            <a:r>
              <a:rPr lang="ky-KG" sz="4400" dirty="0"/>
              <a:t>үчүн төлөм планы.</a:t>
            </a:r>
            <a:endParaRPr lang="en-GB" sz="4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0A9C5B-768F-843C-E16A-E7AE4A9FE202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8368639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585474" y="2367171"/>
            <a:ext cx="8735148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400" dirty="0"/>
              <a:t>...алгачкы наркынан 10% </a:t>
            </a:r>
          </a:p>
          <a:p>
            <a:pPr algn="ctr"/>
            <a:r>
              <a:rPr lang="ru-RU" sz="4400" dirty="0"/>
              <a:t>кымбат телефон үчүн төлөм планы.</a:t>
            </a:r>
            <a:endParaRPr lang="en-GB" sz="4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3AF7AF-8FD1-B3C8-ED35-B8BE12AD3710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7818173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487753" y="2367171"/>
            <a:ext cx="893058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4400" dirty="0"/>
              <a:t>...алгачкы наркынан </a:t>
            </a:r>
          </a:p>
          <a:p>
            <a:pPr algn="ctr"/>
            <a:r>
              <a:rPr lang="ky-KG" sz="4400" dirty="0"/>
              <a:t>20% кымбат унаа үчүн төлөм планы.</a:t>
            </a:r>
            <a:endParaRPr lang="en-GB" sz="4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E9C72D-4056-78A5-D179-C57531A1B4BF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4471190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444154" y="2367171"/>
            <a:ext cx="9017789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4400" dirty="0"/>
              <a:t>…Муздаткыч үчүн төлөм планы,</a:t>
            </a:r>
          </a:p>
          <a:p>
            <a:pPr algn="ctr"/>
            <a:r>
              <a:rPr lang="ky-KG" sz="4400" dirty="0"/>
              <a:t> ал баштапкы баасынан 15% кымбат.</a:t>
            </a:r>
            <a:endParaRPr lang="en-GB" sz="4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514C9D-EFA3-92FF-2C07-8561F71CD461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515934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369459" y="2028616"/>
            <a:ext cx="9167189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400" dirty="0"/>
              <a:t>… 15% депозити бар жана алдын ала </a:t>
            </a:r>
          </a:p>
          <a:p>
            <a:pPr algn="ctr"/>
            <a:r>
              <a:rPr lang="ru-RU" sz="4400" dirty="0"/>
              <a:t>наркынан 8% кымбат болгон </a:t>
            </a:r>
          </a:p>
          <a:p>
            <a:pPr algn="ctr"/>
            <a:r>
              <a:rPr lang="ru-RU" sz="4400" dirty="0"/>
              <a:t>компьютер үчүн төлөм планы.</a:t>
            </a:r>
            <a:endParaRPr lang="en-GB" sz="4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41641A-F698-161E-4707-88C2991E033D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0178089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939133" y="1690062"/>
            <a:ext cx="8027839" cy="34778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4400" dirty="0"/>
              <a:t>… 10% депозити бар, баштапкы </a:t>
            </a:r>
          </a:p>
          <a:p>
            <a:pPr algn="ctr"/>
            <a:r>
              <a:rPr lang="ky-KG" sz="4400" dirty="0"/>
              <a:t>наркынан 20%  кымбат жана 5% </a:t>
            </a:r>
          </a:p>
          <a:p>
            <a:pPr algn="ctr"/>
            <a:r>
              <a:rPr lang="ky-KG" sz="4400" dirty="0"/>
              <a:t>кем эмес пайыздык </a:t>
            </a:r>
          </a:p>
          <a:p>
            <a:pPr algn="ctr"/>
            <a:r>
              <a:rPr lang="ky-KG" sz="4400" dirty="0"/>
              <a:t>ченге ээ болгон унаа үчүн </a:t>
            </a:r>
          </a:p>
          <a:p>
            <a:pPr algn="ctr"/>
            <a:r>
              <a:rPr lang="ky-KG" sz="4400" dirty="0"/>
              <a:t>төлөм планы.</a:t>
            </a:r>
            <a:endParaRPr lang="en-GB" sz="4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D5DB81-14E1-D351-BD27-9D256DDD2499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7153578"/>
      </p:ext>
    </p:extLst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23095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5651607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10438</TotalTime>
  <Words>367</Words>
  <Application>Microsoft Office PowerPoint</Application>
  <PresentationFormat>A4 Paper (210x297 mm)</PresentationFormat>
  <Paragraphs>77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Calibri Light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498</cp:revision>
  <cp:lastPrinted>2017-12-31T22:38:51Z</cp:lastPrinted>
  <dcterms:created xsi:type="dcterms:W3CDTF">2017-01-17T16:57:04Z</dcterms:created>
  <dcterms:modified xsi:type="dcterms:W3CDTF">2024-09-16T16:05:41Z</dcterms:modified>
</cp:coreProperties>
</file>