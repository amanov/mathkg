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3FC69DB-E2C3-459F-AF24-54A41796DE8D}">
          <p14:sldIdLst>
            <p14:sldId id="947"/>
          </p14:sldIdLst>
        </p14:section>
        <p14:section name="Титулдук слайд" id="{4526232E-BE25-4629-85A8-49CC3B4A2D2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Чыгарып таратуу үчүн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 – бүтүн сандар менен –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Кемитүү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377664"/>
            <a:ext cx="6751875" cy="4480335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890615" y="1057850"/>
            <a:ext cx="550663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Ондуктарды бүтүн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сандардан кемитүү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273FEAA2-B46D-41DB-8132-C0D679AB1F08}"/>
              </a:ext>
            </a:extLst>
          </p:cNvPr>
          <p:cNvSpPr txBox="1"/>
          <p:nvPr/>
        </p:nvSpPr>
        <p:spPr>
          <a:xfrm>
            <a:off x="433358" y="652674"/>
            <a:ext cx="24481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4 – 3.4 =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110EF1-0789-4EE1-B690-2A7DCD6E1BCE}"/>
              </a:ext>
            </a:extLst>
          </p:cNvPr>
          <p:cNvSpPr txBox="1"/>
          <p:nvPr/>
        </p:nvSpPr>
        <p:spPr>
          <a:xfrm>
            <a:off x="7166667" y="652674"/>
            <a:ext cx="24481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2 – 1.8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A26517-9228-4561-85F7-B70513EC980F}"/>
              </a:ext>
            </a:extLst>
          </p:cNvPr>
          <p:cNvSpPr txBox="1"/>
          <p:nvPr/>
        </p:nvSpPr>
        <p:spPr>
          <a:xfrm>
            <a:off x="3648339" y="652674"/>
            <a:ext cx="27606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7 – 2.15 =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FE822DB-CC60-4D05-9104-5F06F9FC42D6}"/>
              </a:ext>
            </a:extLst>
          </p:cNvPr>
          <p:cNvSpPr txBox="1"/>
          <p:nvPr/>
        </p:nvSpPr>
        <p:spPr>
          <a:xfrm>
            <a:off x="277066" y="2943292"/>
            <a:ext cx="27606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6 – 2.28 =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94A75A-7B6C-4C8E-979B-CBE0B59EDA30}"/>
              </a:ext>
            </a:extLst>
          </p:cNvPr>
          <p:cNvSpPr txBox="1"/>
          <p:nvPr/>
        </p:nvSpPr>
        <p:spPr>
          <a:xfrm>
            <a:off x="7010375" y="2943292"/>
            <a:ext cx="27606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8 – 1.64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3C05FE7-7537-48C5-B74F-1CBF8479B28A}"/>
              </a:ext>
            </a:extLst>
          </p:cNvPr>
          <p:cNvSpPr txBox="1"/>
          <p:nvPr/>
        </p:nvSpPr>
        <p:spPr>
          <a:xfrm>
            <a:off x="3648339" y="2943292"/>
            <a:ext cx="27606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5 – 3.71 =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132E79-A62E-4D40-92FB-43737864EF5E}"/>
              </a:ext>
            </a:extLst>
          </p:cNvPr>
          <p:cNvSpPr txBox="1"/>
          <p:nvPr/>
        </p:nvSpPr>
        <p:spPr>
          <a:xfrm>
            <a:off x="433359" y="5233911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7 – 5.1 =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AEFBBE4-BFAA-450F-B4D8-52803D7F2900}"/>
              </a:ext>
            </a:extLst>
          </p:cNvPr>
          <p:cNvSpPr txBox="1"/>
          <p:nvPr/>
        </p:nvSpPr>
        <p:spPr>
          <a:xfrm>
            <a:off x="7166668" y="5233911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3 – 2.3 =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A64B11-4D02-49A6-98CD-01BDFF9DE78B}"/>
              </a:ext>
            </a:extLst>
          </p:cNvPr>
          <p:cNvSpPr txBox="1"/>
          <p:nvPr/>
        </p:nvSpPr>
        <p:spPr>
          <a:xfrm>
            <a:off x="3648339" y="5233911"/>
            <a:ext cx="27606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9 – 4.37 =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5E5141-0898-435F-9312-C3FA0BB58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90" y="0"/>
            <a:ext cx="9373420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AC94F5-FAEF-4E16-8C81-33C5E5981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0"/>
            <a:ext cx="4876590" cy="33832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A04951-29BE-41BE-84B3-5B4A20AD3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711" y="0"/>
            <a:ext cx="4876590" cy="33832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0AD471-FA4B-4607-A916-06DECFDE8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3464560"/>
            <a:ext cx="4876590" cy="3383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5F0AA2-6B46-44DF-B15E-ACAE6DD96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711" y="3464560"/>
            <a:ext cx="487659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8362</TotalTime>
  <Words>159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Calibri Light</vt:lpstr>
      <vt:lpstr>Comic Sans MS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379</cp:revision>
  <cp:lastPrinted>2017-12-31T22:38:51Z</cp:lastPrinted>
  <dcterms:created xsi:type="dcterms:W3CDTF">2017-01-17T16:57:04Z</dcterms:created>
  <dcterms:modified xsi:type="dcterms:W3CDTF">2024-08-27T10:40:54Z</dcterms:modified>
</cp:coreProperties>
</file>