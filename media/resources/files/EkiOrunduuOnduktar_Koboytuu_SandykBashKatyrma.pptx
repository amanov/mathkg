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3"/>
  </p:notesMasterIdLst>
  <p:sldIdLst>
    <p:sldId id="267" r:id="rId3"/>
    <p:sldId id="948" r:id="rId4"/>
    <p:sldId id="949" r:id="rId5"/>
    <p:sldId id="941" r:id="rId6"/>
    <p:sldId id="947" r:id="rId7"/>
    <p:sldId id="954" r:id="rId8"/>
    <p:sldId id="955" r:id="rId9"/>
    <p:sldId id="960" r:id="rId10"/>
    <p:sldId id="961" r:id="rId11"/>
    <p:sldId id="266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70" d="100"/>
          <a:sy n="70" d="100"/>
        </p:scale>
        <p:origin x="1374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8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2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1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9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2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1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5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1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31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4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</a:t>
            </a:r>
            <a:r>
              <a:rPr lang="ky-KG" sz="2000" dirty="0"/>
              <a:t>өбөйтүү</a:t>
            </a:r>
            <a:r>
              <a:rPr lang="ru-RU" sz="2000" dirty="0"/>
              <a:t>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232368-19D8-AE75-6BB1-7BD069C6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244566"/>
            <a:ext cx="9731134" cy="641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913BB-B0B6-0C59-E4BF-A7AAA1A6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6" y="0"/>
            <a:ext cx="9402489" cy="667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05174" y="458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0,2 × 0,3 = 0,06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0,9 × 0,8 = 0,72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0,7 × 0,8 = 0,56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22975" y="331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14628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37678" y="263511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6,4 × 0,8 = 5,12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6,4 × 0,5 = 3,20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1,2 × 0,8 = 0,96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4,2 × 0,9 = 3,78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3,4 × 0,2 = 0,68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2,6 × 0,3 = 0,78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9,6 × 0,5 = 4,80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1,2 × 0,7 = 0,84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828B43E-257B-1AE2-B03B-29D75009412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E73B8D-65B0-DEDE-4A13-A9F10F7E7C4D}"/>
              </a:ext>
            </a:extLst>
          </p:cNvPr>
          <p:cNvSpPr txBox="1"/>
          <p:nvPr/>
        </p:nvSpPr>
        <p:spPr>
          <a:xfrm>
            <a:off x="1405174" y="458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64F52C04-194A-D783-122E-A7D0B126D547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00B387-993B-D098-6777-ABD4D02D8D1E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C6FBC0-845A-99DE-A358-B843243EA32E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5BB93AB-2F7C-C2AC-2614-763BFFBF2C54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D882EB40-051B-C002-044E-907D65843974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9A335F96-29DA-2B57-2280-45461B3EA8A4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DBA0023-2890-8C25-348E-8E5E0234068A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ADF192B-484A-F994-6414-43653D266C5A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4A1EF5A-1724-E16E-A09A-EA3A9FA195E8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AD4EAF2-6DBB-0695-D5A5-1C1E1CA9EB1C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07DFAF4-E8F6-4BFA-CB37-11214CB23A28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ADC85C4-8B07-BA14-52DE-CA9DCA6CF4A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F407945-EF87-89A2-D833-988AED6D16B4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E1041D6-3C58-106A-9867-4769E8DD4E96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1ED11AB-2709-0136-E414-9EA35C7502D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84BA8C5-BB44-DB71-1CFB-66808471BD83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AC08BAA-2E23-CD4A-AB69-2C24E8497EE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D8DDB90-F1A9-300E-187F-DDC0959656BE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62BF8C3-A637-F381-B594-971ADA0A472B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89B675C-FC85-9071-1F48-3A0B750C0A22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F4668D7-32BE-6B48-296B-01783E3A50C4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C668D0A-356F-C235-202A-B6DB1E48B74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5ED83CD-A082-92C5-DFAC-D357391D7943}"/>
              </a:ext>
            </a:extLst>
          </p:cNvPr>
          <p:cNvSpPr/>
          <p:nvPr/>
        </p:nvSpPr>
        <p:spPr>
          <a:xfrm>
            <a:off x="4990670" y="110432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76E2A88-F202-D50D-D8A0-4960A971CE91}"/>
              </a:ext>
            </a:extLst>
          </p:cNvPr>
          <p:cNvSpPr txBox="1"/>
          <p:nvPr/>
        </p:nvSpPr>
        <p:spPr>
          <a:xfrm>
            <a:off x="6388224" y="29300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9C38D15E-9B43-C863-CC89-1A05E5158AC1}"/>
              </a:ext>
            </a:extLst>
          </p:cNvPr>
          <p:cNvSpPr/>
          <p:nvPr/>
        </p:nvSpPr>
        <p:spPr>
          <a:xfrm>
            <a:off x="5461586" y="263261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D2D94BE-90C2-0122-F128-B46943954140}"/>
              </a:ext>
            </a:extLst>
          </p:cNvPr>
          <p:cNvSpPr txBox="1"/>
          <p:nvPr/>
        </p:nvSpPr>
        <p:spPr>
          <a:xfrm>
            <a:off x="5797678" y="2634792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164F10D-5740-85CA-DC4E-893C348C4B54}"/>
              </a:ext>
            </a:extLst>
          </p:cNvPr>
          <p:cNvSpPr txBox="1"/>
          <p:nvPr/>
        </p:nvSpPr>
        <p:spPr>
          <a:xfrm>
            <a:off x="5994670" y="326332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B7F2675-EAB8-B3B6-6DE1-0801D832110F}"/>
              </a:ext>
            </a:extLst>
          </p:cNvPr>
          <p:cNvSpPr txBox="1"/>
          <p:nvPr/>
        </p:nvSpPr>
        <p:spPr>
          <a:xfrm>
            <a:off x="5767726" y="2911791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24D98DDF-2F80-AB8D-A560-E1D57F58893C}"/>
              </a:ext>
            </a:extLst>
          </p:cNvPr>
          <p:cNvSpPr/>
          <p:nvPr/>
        </p:nvSpPr>
        <p:spPr>
          <a:xfrm>
            <a:off x="5461586" y="297626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9ED71F9A-6E33-43AE-E8B6-6F55FC700D20}"/>
              </a:ext>
            </a:extLst>
          </p:cNvPr>
          <p:cNvSpPr/>
          <p:nvPr/>
        </p:nvSpPr>
        <p:spPr>
          <a:xfrm>
            <a:off x="5122496" y="297626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255D2EA-8FB7-9E5D-ED15-FA34D6E7D78E}"/>
              </a:ext>
            </a:extLst>
          </p:cNvPr>
          <p:cNvSpPr txBox="1"/>
          <p:nvPr/>
        </p:nvSpPr>
        <p:spPr>
          <a:xfrm>
            <a:off x="8142444" y="2563746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3D9FE01-B38E-E821-2E25-5B5CF098619A}"/>
              </a:ext>
            </a:extLst>
          </p:cNvPr>
          <p:cNvSpPr txBox="1"/>
          <p:nvPr/>
        </p:nvSpPr>
        <p:spPr>
          <a:xfrm>
            <a:off x="6255017" y="128352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0B2A7CA-A9DC-9A48-467E-67FDD2D4D742}"/>
              </a:ext>
            </a:extLst>
          </p:cNvPr>
          <p:cNvSpPr txBox="1"/>
          <p:nvPr/>
        </p:nvSpPr>
        <p:spPr>
          <a:xfrm>
            <a:off x="7788715" y="128352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BD2045-E264-730A-B18B-2020BA6844F4}"/>
              </a:ext>
            </a:extLst>
          </p:cNvPr>
          <p:cNvGrpSpPr/>
          <p:nvPr/>
        </p:nvGrpSpPr>
        <p:grpSpPr>
          <a:xfrm>
            <a:off x="6706376" y="1152752"/>
            <a:ext cx="995182" cy="769441"/>
            <a:chOff x="1722120" y="1169320"/>
            <a:chExt cx="995182" cy="76944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E2374B4-8315-DF3A-7569-8ED85E0F4A0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23890CA-284E-4843-A642-4422E8BFA98B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4C15C6A-4D33-1FF7-8534-786E28E44919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35526E5-6149-A9EC-7567-87D63B615A38}"/>
              </a:ext>
            </a:extLst>
          </p:cNvPr>
          <p:cNvGrpSpPr/>
          <p:nvPr/>
        </p:nvGrpSpPr>
        <p:grpSpPr>
          <a:xfrm>
            <a:off x="5172678" y="1152752"/>
            <a:ext cx="995182" cy="769441"/>
            <a:chOff x="1722120" y="1169320"/>
            <a:chExt cx="995182" cy="769441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B3E82DE-1181-0670-0985-6D487B11EE67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200E681-FAE4-827F-898A-254B1FC175E8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AFD2429-BC94-599B-AD82-2A8C27FA5B5E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C7A688D-93DE-EEDE-EC63-542580B9F3E4}"/>
              </a:ext>
            </a:extLst>
          </p:cNvPr>
          <p:cNvGrpSpPr/>
          <p:nvPr/>
        </p:nvGrpSpPr>
        <p:grpSpPr>
          <a:xfrm>
            <a:off x="8240073" y="1152752"/>
            <a:ext cx="1423038" cy="769441"/>
            <a:chOff x="3257023" y="1169320"/>
            <a:chExt cx="1423038" cy="76944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3715DB8-68F4-AAE5-B92B-C7CCF35D2A66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FFE6159-3E6C-D21B-A2CC-CE9944183A99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55C9CD65-8250-C6BB-95F0-945FD31ADC03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B03748B-1F71-2DCA-778B-C0270F359AB9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C1063AFE-9B52-04F8-242D-BAF35C8799D3}"/>
              </a:ext>
            </a:extLst>
          </p:cNvPr>
          <p:cNvSpPr/>
          <p:nvPr/>
        </p:nvSpPr>
        <p:spPr>
          <a:xfrm>
            <a:off x="7620" y="358335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9ABFB89-F411-02F3-371A-9062A7BD3FA6}"/>
              </a:ext>
            </a:extLst>
          </p:cNvPr>
          <p:cNvSpPr txBox="1"/>
          <p:nvPr/>
        </p:nvSpPr>
        <p:spPr>
          <a:xfrm>
            <a:off x="1405174" y="350222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F6BCA231-4782-0120-C871-C8A4B584547B}"/>
              </a:ext>
            </a:extLst>
          </p:cNvPr>
          <p:cNvSpPr/>
          <p:nvPr/>
        </p:nvSpPr>
        <p:spPr>
          <a:xfrm>
            <a:off x="478536" y="610553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63B1B91-6F00-4393-B647-368961A2C334}"/>
              </a:ext>
            </a:extLst>
          </p:cNvPr>
          <p:cNvSpPr txBox="1"/>
          <p:nvPr/>
        </p:nvSpPr>
        <p:spPr>
          <a:xfrm>
            <a:off x="814628" y="610771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3E5D9E5-9B0F-8DF5-6394-1F367942D13D}"/>
              </a:ext>
            </a:extLst>
          </p:cNvPr>
          <p:cNvSpPr txBox="1"/>
          <p:nvPr/>
        </p:nvSpPr>
        <p:spPr>
          <a:xfrm>
            <a:off x="1011620" y="379925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A60EFB1-D861-3AC3-A09C-9E0F9A29D089}"/>
              </a:ext>
            </a:extLst>
          </p:cNvPr>
          <p:cNvSpPr txBox="1"/>
          <p:nvPr/>
        </p:nvSpPr>
        <p:spPr>
          <a:xfrm>
            <a:off x="784676" y="638471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DCA9EC44-07E8-8D2D-1F3F-064545DAFDDC}"/>
              </a:ext>
            </a:extLst>
          </p:cNvPr>
          <p:cNvSpPr/>
          <p:nvPr/>
        </p:nvSpPr>
        <p:spPr>
          <a:xfrm>
            <a:off x="47853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EED41A91-767F-E078-C655-BB122E897041}"/>
              </a:ext>
            </a:extLst>
          </p:cNvPr>
          <p:cNvSpPr/>
          <p:nvPr/>
        </p:nvSpPr>
        <p:spPr>
          <a:xfrm>
            <a:off x="13944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944C8A5-DD4B-71DA-8B66-49AEF5D7711F}"/>
              </a:ext>
            </a:extLst>
          </p:cNvPr>
          <p:cNvSpPr txBox="1"/>
          <p:nvPr/>
        </p:nvSpPr>
        <p:spPr>
          <a:xfrm>
            <a:off x="3159394" y="6036668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64EF35-993E-2B23-C9F9-D07FDB8F496D}"/>
              </a:ext>
            </a:extLst>
          </p:cNvPr>
          <p:cNvSpPr txBox="1"/>
          <p:nvPr/>
        </p:nvSpPr>
        <p:spPr>
          <a:xfrm>
            <a:off x="1271967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0D857F6-A78A-83EA-8A56-163818A7CA92}"/>
              </a:ext>
            </a:extLst>
          </p:cNvPr>
          <p:cNvSpPr txBox="1"/>
          <p:nvPr/>
        </p:nvSpPr>
        <p:spPr>
          <a:xfrm>
            <a:off x="2805665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42383F2-A8AE-2A5F-F23F-5E17D2A808C7}"/>
              </a:ext>
            </a:extLst>
          </p:cNvPr>
          <p:cNvGrpSpPr/>
          <p:nvPr/>
        </p:nvGrpSpPr>
        <p:grpSpPr>
          <a:xfrm>
            <a:off x="1723326" y="4625674"/>
            <a:ext cx="995182" cy="769441"/>
            <a:chOff x="1722120" y="1169320"/>
            <a:chExt cx="995182" cy="76944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2FA328B-7548-1178-67B0-B0C37C1E2071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1C4519C-345E-8C47-DFF0-84AEF74F211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F226A40-B685-B808-78EA-8B29D4525BEC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0E084FB-4187-C3D0-719F-74259D11B8BC}"/>
              </a:ext>
            </a:extLst>
          </p:cNvPr>
          <p:cNvGrpSpPr/>
          <p:nvPr/>
        </p:nvGrpSpPr>
        <p:grpSpPr>
          <a:xfrm>
            <a:off x="189628" y="4625674"/>
            <a:ext cx="995182" cy="769441"/>
            <a:chOff x="1722120" y="1169320"/>
            <a:chExt cx="995182" cy="769441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BE69959-EA2E-8BDC-6986-4E3438C660F1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9FF0ADF-D46A-EE12-D3B2-65E8D8504CED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D3BBCCAC-72AE-E532-DCBC-A69287158CFD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DF1E38A-3ABB-17A4-CA74-EFF4C0657EBA}"/>
              </a:ext>
            </a:extLst>
          </p:cNvPr>
          <p:cNvGrpSpPr/>
          <p:nvPr/>
        </p:nvGrpSpPr>
        <p:grpSpPr>
          <a:xfrm>
            <a:off x="3257023" y="4625674"/>
            <a:ext cx="1423038" cy="769441"/>
            <a:chOff x="3257023" y="1169320"/>
            <a:chExt cx="1423038" cy="769441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835B99AD-1B79-01AC-C409-8921C1390DEE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3C341D2-3DE9-7CED-243E-3B8F225C6234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6AF5230B-BD8D-6602-EE2F-C3A412C017BB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A8680A6-6AA3-250B-A1C8-C642658205F6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C9FC3918-18B9-5E23-48A0-70C5969BB05B}"/>
              </a:ext>
            </a:extLst>
          </p:cNvPr>
          <p:cNvSpPr/>
          <p:nvPr/>
        </p:nvSpPr>
        <p:spPr>
          <a:xfrm>
            <a:off x="4956003" y="356728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0A8445A-DF00-16F5-BF35-FD07306A19C2}"/>
              </a:ext>
            </a:extLst>
          </p:cNvPr>
          <p:cNvSpPr txBox="1"/>
          <p:nvPr/>
        </p:nvSpPr>
        <p:spPr>
          <a:xfrm>
            <a:off x="6353557" y="348615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3C4D1138-891D-C9A6-2C4C-94DF60BB5A4D}"/>
              </a:ext>
            </a:extLst>
          </p:cNvPr>
          <p:cNvSpPr/>
          <p:nvPr/>
        </p:nvSpPr>
        <p:spPr>
          <a:xfrm>
            <a:off x="5426919" y="608946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E67D2E0-1691-758E-2056-215DA56DA312}"/>
              </a:ext>
            </a:extLst>
          </p:cNvPr>
          <p:cNvSpPr txBox="1"/>
          <p:nvPr/>
        </p:nvSpPr>
        <p:spPr>
          <a:xfrm>
            <a:off x="5763011" y="609164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171DCCA-681C-F81A-B89A-0316E984E705}"/>
              </a:ext>
            </a:extLst>
          </p:cNvPr>
          <p:cNvSpPr txBox="1"/>
          <p:nvPr/>
        </p:nvSpPr>
        <p:spPr>
          <a:xfrm>
            <a:off x="5960003" y="378318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73A36D7-2623-CB41-897B-235584C248B6}"/>
              </a:ext>
            </a:extLst>
          </p:cNvPr>
          <p:cNvSpPr txBox="1"/>
          <p:nvPr/>
        </p:nvSpPr>
        <p:spPr>
          <a:xfrm>
            <a:off x="5733059" y="636864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125CFE60-BBF5-6430-FB14-FD1CAE6B0B4A}"/>
              </a:ext>
            </a:extLst>
          </p:cNvPr>
          <p:cNvSpPr/>
          <p:nvPr/>
        </p:nvSpPr>
        <p:spPr>
          <a:xfrm>
            <a:off x="5426919" y="64331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68196EF8-B0AA-7C34-2D32-E7F17315D42F}"/>
              </a:ext>
            </a:extLst>
          </p:cNvPr>
          <p:cNvSpPr/>
          <p:nvPr/>
        </p:nvSpPr>
        <p:spPr>
          <a:xfrm>
            <a:off x="5087829" y="64331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D7DDF55-86FB-F323-5D8D-93AA97A17902}"/>
              </a:ext>
            </a:extLst>
          </p:cNvPr>
          <p:cNvSpPr txBox="1"/>
          <p:nvPr/>
        </p:nvSpPr>
        <p:spPr>
          <a:xfrm>
            <a:off x="8107777" y="6020600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89D579B-03A3-BF8F-94C9-7FE75FDB439C}"/>
              </a:ext>
            </a:extLst>
          </p:cNvPr>
          <p:cNvSpPr txBox="1"/>
          <p:nvPr/>
        </p:nvSpPr>
        <p:spPr>
          <a:xfrm>
            <a:off x="6220350" y="47403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D77AD61-90A6-DAEE-A47C-9D8D9774C547}"/>
              </a:ext>
            </a:extLst>
          </p:cNvPr>
          <p:cNvSpPr txBox="1"/>
          <p:nvPr/>
        </p:nvSpPr>
        <p:spPr>
          <a:xfrm>
            <a:off x="7754048" y="47403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017474D-6A37-3B32-DE3D-191D1586C0E6}"/>
              </a:ext>
            </a:extLst>
          </p:cNvPr>
          <p:cNvGrpSpPr/>
          <p:nvPr/>
        </p:nvGrpSpPr>
        <p:grpSpPr>
          <a:xfrm>
            <a:off x="6671709" y="4609606"/>
            <a:ext cx="995182" cy="769441"/>
            <a:chOff x="1722120" y="1169320"/>
            <a:chExt cx="995182" cy="769441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4371F7C-8AB6-A0E7-B5AA-0B63DBC431B5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B0F9FF77-E905-C974-E537-512EE0BA820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E0BE43A-7548-EA72-4B01-794EA048106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4EC948C-4EDC-BF8A-40F6-60BC499DEF1A}"/>
              </a:ext>
            </a:extLst>
          </p:cNvPr>
          <p:cNvGrpSpPr/>
          <p:nvPr/>
        </p:nvGrpSpPr>
        <p:grpSpPr>
          <a:xfrm>
            <a:off x="5138011" y="4609606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8C51A82-4015-B71D-CDE1-57BF3D7EBF28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21C4499-C435-47D7-1D0C-FBBB5E29205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1D92173-140B-3409-594B-1078C2F2083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E7678C4-8C9B-F875-801C-BACECE831010}"/>
              </a:ext>
            </a:extLst>
          </p:cNvPr>
          <p:cNvGrpSpPr/>
          <p:nvPr/>
        </p:nvGrpSpPr>
        <p:grpSpPr>
          <a:xfrm>
            <a:off x="8205406" y="4609606"/>
            <a:ext cx="1423038" cy="769441"/>
            <a:chOff x="3257023" y="1169320"/>
            <a:chExt cx="1423038" cy="769441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206E06A-49D5-BCC0-02CC-928AB7BB2E4C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26C1F3F-2AF7-773E-C408-8B8A7A83C1AC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7B5E8BB-11BC-658E-6892-E574AFBF8630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3DCEDACC-C58E-09A1-A410-95E522F91A68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4991DA8-94DA-2A6E-909B-0EEA901DBEAF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CE5445B-5E80-CBA3-44AF-BA082648A5B5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CCF5D10-5829-DCC1-221B-7D66EDF6D488}"/>
              </a:ext>
            </a:extLst>
          </p:cNvPr>
          <p:cNvSpPr txBox="1"/>
          <p:nvPr/>
        </p:nvSpPr>
        <p:spPr>
          <a:xfrm>
            <a:off x="1522975" y="331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AF57ABE6-E66E-B3F0-5D4E-C589AA1CE236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A8C75C2-225F-3BDC-FE39-3D1185C24AF2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9D8F555-000C-30EC-15D1-AAFE0F58EB0A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1BDCC68-8529-1906-4DD7-4D9D30F93691}"/>
              </a:ext>
            </a:extLst>
          </p:cNvPr>
          <p:cNvSpPr txBox="1"/>
          <p:nvPr/>
        </p:nvSpPr>
        <p:spPr>
          <a:xfrm>
            <a:off x="814628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4B9130B4-3534-E0D7-F051-E976475E3AD9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B8D26DB5-DEE8-6BB1-442F-D03483CABC4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F775930-6449-CEF4-D588-D333CA3A70B1}"/>
              </a:ext>
            </a:extLst>
          </p:cNvPr>
          <p:cNvSpPr txBox="1"/>
          <p:nvPr/>
        </p:nvSpPr>
        <p:spPr>
          <a:xfrm>
            <a:off x="3137678" y="263511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4679A53-0A02-47C0-4112-7F6A25AEF8E1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ECA7602-635E-3A95-6064-3FB9065AFBC5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EB25E3-70DB-A122-4435-473B26D1E58A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2ED800D-9D27-B2AF-6F45-4986FEBFD03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66666B18-B3E8-C669-BACE-55A1B678C94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0A6BDE2-3484-B7F9-7871-2412E0AC4BA4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907E3B0-BA72-CD48-F0C6-F2BA23EA050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C011A12-41D0-B094-D237-9DBF2C192680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8D71216-2B12-E28B-6783-65E4F44C73C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F70757F-78CF-BBFE-4518-AE9221543CC1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ADB4100-66EB-F23E-2983-D8707D0C54E5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EDD930D-3C9E-81FD-E5F8-C5FD390E728E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DD7B04C-D42D-9948-EFB3-37302F6C098E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B78828F9-E72E-BA33-2BE0-DE898B3A574E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F981E97-4CBE-E8E0-3D40-E0974CB4C5E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0A461585-852D-D669-93BA-2150DA7E41D4}"/>
              </a:ext>
            </a:extLst>
          </p:cNvPr>
          <p:cNvSpPr/>
          <p:nvPr/>
        </p:nvSpPr>
        <p:spPr>
          <a:xfrm>
            <a:off x="4972665" y="12461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B1B6763-69A4-4A8B-5A81-226C8C3B5D11}"/>
              </a:ext>
            </a:extLst>
          </p:cNvPr>
          <p:cNvSpPr/>
          <p:nvPr/>
        </p:nvSpPr>
        <p:spPr>
          <a:xfrm>
            <a:off x="6840109" y="5273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3EB5001-842A-708A-AD58-4E3758502FBB}"/>
              </a:ext>
            </a:extLst>
          </p:cNvPr>
          <p:cNvSpPr txBox="1"/>
          <p:nvPr/>
        </p:nvSpPr>
        <p:spPr>
          <a:xfrm>
            <a:off x="6488020" y="3076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F62CED36-BDBE-0CE1-AD28-5E38F3956799}"/>
              </a:ext>
            </a:extLst>
          </p:cNvPr>
          <p:cNvSpPr/>
          <p:nvPr/>
        </p:nvSpPr>
        <p:spPr>
          <a:xfrm>
            <a:off x="5443581" y="264679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4F51CB0-10AE-E09E-D99C-F82C8D6874B0}"/>
              </a:ext>
            </a:extLst>
          </p:cNvPr>
          <p:cNvSpPr txBox="1"/>
          <p:nvPr/>
        </p:nvSpPr>
        <p:spPr>
          <a:xfrm>
            <a:off x="5779673" y="264897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261188D-EFA6-9BF8-B9F5-146CC147D1BC}"/>
              </a:ext>
            </a:extLst>
          </p:cNvPr>
          <p:cNvSpPr txBox="1"/>
          <p:nvPr/>
        </p:nvSpPr>
        <p:spPr>
          <a:xfrm>
            <a:off x="5976665" y="34051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50815B3-573C-DD38-DE30-41C11B3E2AF0}"/>
              </a:ext>
            </a:extLst>
          </p:cNvPr>
          <p:cNvSpPr txBox="1"/>
          <p:nvPr/>
        </p:nvSpPr>
        <p:spPr>
          <a:xfrm>
            <a:off x="5779673" y="292596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93B388DF-A647-BA50-1F45-F55A8951BFE4}"/>
              </a:ext>
            </a:extLst>
          </p:cNvPr>
          <p:cNvSpPr/>
          <p:nvPr/>
        </p:nvSpPr>
        <p:spPr>
          <a:xfrm>
            <a:off x="5443581" y="299044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ED3F0960-72E8-0EF8-BDB8-38AD0E76B7C7}"/>
              </a:ext>
            </a:extLst>
          </p:cNvPr>
          <p:cNvSpPr/>
          <p:nvPr/>
        </p:nvSpPr>
        <p:spPr>
          <a:xfrm>
            <a:off x="5104491" y="299044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C0CCC89-AB4A-2C36-DC69-07ADCC372341}"/>
              </a:ext>
            </a:extLst>
          </p:cNvPr>
          <p:cNvSpPr txBox="1"/>
          <p:nvPr/>
        </p:nvSpPr>
        <p:spPr>
          <a:xfrm>
            <a:off x="8102723" y="263272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E2E1DCB-4437-A7C6-5DA9-39D7047A0E23}"/>
              </a:ext>
            </a:extLst>
          </p:cNvPr>
          <p:cNvSpPr txBox="1"/>
          <p:nvPr/>
        </p:nvSpPr>
        <p:spPr>
          <a:xfrm>
            <a:off x="6286889" y="129769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6D15C4C-67BC-4F24-494F-A3619377D6FC}"/>
              </a:ext>
            </a:extLst>
          </p:cNvPr>
          <p:cNvSpPr txBox="1"/>
          <p:nvPr/>
        </p:nvSpPr>
        <p:spPr>
          <a:xfrm>
            <a:off x="7770710" y="129769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12DE110-69EE-E0EC-9A34-29FAC6BE10C2}"/>
              </a:ext>
            </a:extLst>
          </p:cNvPr>
          <p:cNvGrpSpPr/>
          <p:nvPr/>
        </p:nvGrpSpPr>
        <p:grpSpPr>
          <a:xfrm>
            <a:off x="6688371" y="1166930"/>
            <a:ext cx="995182" cy="769441"/>
            <a:chOff x="1722120" y="1169320"/>
            <a:chExt cx="995182" cy="769441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511C3CF-4D7B-C972-D5CC-EEAFB7A288E9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A9CF812-8F32-7996-82E0-67165BED0BF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E195F1E-6075-E466-A410-DE459362FA03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14DD02D-1186-D385-BAD2-9208D99E8CBF}"/>
              </a:ext>
            </a:extLst>
          </p:cNvPr>
          <p:cNvSpPr/>
          <p:nvPr/>
        </p:nvSpPr>
        <p:spPr>
          <a:xfrm>
            <a:off x="9277606" y="12964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192BC4D-DFF1-4590-9B7D-C4B8A8A75F24}"/>
              </a:ext>
            </a:extLst>
          </p:cNvPr>
          <p:cNvGrpSpPr/>
          <p:nvPr/>
        </p:nvGrpSpPr>
        <p:grpSpPr>
          <a:xfrm>
            <a:off x="5208526" y="1296470"/>
            <a:ext cx="949821" cy="553914"/>
            <a:chOff x="243481" y="1298860"/>
            <a:chExt cx="949821" cy="553914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D2064A5-6D62-01A8-94B9-E24C895E2DF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1E0BE06-AF60-77C3-3AAA-3858A955CB5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2591723-A571-CFD9-0328-A097675E989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1F2E13B-9D98-78AC-3183-1C3867A716CB}"/>
              </a:ext>
            </a:extLst>
          </p:cNvPr>
          <p:cNvGrpSpPr/>
          <p:nvPr/>
        </p:nvGrpSpPr>
        <p:grpSpPr>
          <a:xfrm>
            <a:off x="8267609" y="1296470"/>
            <a:ext cx="949821" cy="553914"/>
            <a:chOff x="243481" y="1298860"/>
            <a:chExt cx="949821" cy="553914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3268946-7F06-1AE9-2A55-3D4B8B96640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D302F7C-B6E0-C1EF-444F-314B047D1ADB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3DDB9D9-D4B9-68F5-BF42-C5DA08096B8B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77A166A1-7B39-FA37-92FB-1DE54F7306A7}"/>
              </a:ext>
            </a:extLst>
          </p:cNvPr>
          <p:cNvSpPr/>
          <p:nvPr/>
        </p:nvSpPr>
        <p:spPr>
          <a:xfrm>
            <a:off x="7620" y="355742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DC801AF-6DD1-B5E0-BD32-52F31C354242}"/>
              </a:ext>
            </a:extLst>
          </p:cNvPr>
          <p:cNvSpPr/>
          <p:nvPr/>
        </p:nvSpPr>
        <p:spPr>
          <a:xfrm>
            <a:off x="1875064" y="3485547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4FBBB03-5D84-8B4A-8A1A-7CDC84705F9D}"/>
              </a:ext>
            </a:extLst>
          </p:cNvPr>
          <p:cNvSpPr txBox="1"/>
          <p:nvPr/>
        </p:nvSpPr>
        <p:spPr>
          <a:xfrm>
            <a:off x="1522975" y="34635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C3FAD5A3-1CB2-7DB6-6A29-07C042DFE24A}"/>
              </a:ext>
            </a:extLst>
          </p:cNvPr>
          <p:cNvSpPr/>
          <p:nvPr/>
        </p:nvSpPr>
        <p:spPr>
          <a:xfrm>
            <a:off x="478536" y="607960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938F69E-3B58-76B8-20A4-13295BAB7FBF}"/>
              </a:ext>
            </a:extLst>
          </p:cNvPr>
          <p:cNvSpPr txBox="1"/>
          <p:nvPr/>
        </p:nvSpPr>
        <p:spPr>
          <a:xfrm>
            <a:off x="814628" y="608178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FF66584-D2AC-77A4-9B02-1C9BCDBA3E15}"/>
              </a:ext>
            </a:extLst>
          </p:cNvPr>
          <p:cNvSpPr txBox="1"/>
          <p:nvPr/>
        </p:nvSpPr>
        <p:spPr>
          <a:xfrm>
            <a:off x="1011620" y="377332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7453048-9850-F970-4B52-3C4F36F6AA1D}"/>
              </a:ext>
            </a:extLst>
          </p:cNvPr>
          <p:cNvSpPr txBox="1"/>
          <p:nvPr/>
        </p:nvSpPr>
        <p:spPr>
          <a:xfrm>
            <a:off x="814628" y="635878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F747BE20-7522-E0A9-91AA-7FD316573955}"/>
              </a:ext>
            </a:extLst>
          </p:cNvPr>
          <p:cNvSpPr/>
          <p:nvPr/>
        </p:nvSpPr>
        <p:spPr>
          <a:xfrm>
            <a:off x="478536" y="642326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4263A917-E8DC-20C9-FB7D-5F18EA2265B7}"/>
              </a:ext>
            </a:extLst>
          </p:cNvPr>
          <p:cNvSpPr/>
          <p:nvPr/>
        </p:nvSpPr>
        <p:spPr>
          <a:xfrm>
            <a:off x="139446" y="642326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2AC74D1-DD10-EFDD-47B4-EF2DF2B70B7E}"/>
              </a:ext>
            </a:extLst>
          </p:cNvPr>
          <p:cNvSpPr txBox="1"/>
          <p:nvPr/>
        </p:nvSpPr>
        <p:spPr>
          <a:xfrm>
            <a:off x="3137678" y="6065542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7C023E2-0101-4492-4699-808361853803}"/>
              </a:ext>
            </a:extLst>
          </p:cNvPr>
          <p:cNvSpPr txBox="1"/>
          <p:nvPr/>
        </p:nvSpPr>
        <p:spPr>
          <a:xfrm>
            <a:off x="1321844" y="473051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33A532E-52D9-DA8A-ABB3-B6AC58D600A6}"/>
              </a:ext>
            </a:extLst>
          </p:cNvPr>
          <p:cNvSpPr txBox="1"/>
          <p:nvPr/>
        </p:nvSpPr>
        <p:spPr>
          <a:xfrm>
            <a:off x="2805665" y="473051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D7DA2C8-CF87-8FBF-6457-612B2C2D3B00}"/>
              </a:ext>
            </a:extLst>
          </p:cNvPr>
          <p:cNvGrpSpPr/>
          <p:nvPr/>
        </p:nvGrpSpPr>
        <p:grpSpPr>
          <a:xfrm>
            <a:off x="1723326" y="4599746"/>
            <a:ext cx="995182" cy="769441"/>
            <a:chOff x="1722120" y="1169320"/>
            <a:chExt cx="995182" cy="769441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6B21401-8176-E226-723C-720362512BBA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2CB1A0D4-E09B-BAB6-6524-B4AB4E618E5E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F886158-0A0C-88F3-ECFA-4D76B802AE0B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8DB510A-8CD3-6C9C-3340-8D706746ED90}"/>
              </a:ext>
            </a:extLst>
          </p:cNvPr>
          <p:cNvSpPr/>
          <p:nvPr/>
        </p:nvSpPr>
        <p:spPr>
          <a:xfrm>
            <a:off x="4312561" y="472928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1DC7088-D9B4-DEA9-BA43-A676BD3E7C07}"/>
              </a:ext>
            </a:extLst>
          </p:cNvPr>
          <p:cNvGrpSpPr/>
          <p:nvPr/>
        </p:nvGrpSpPr>
        <p:grpSpPr>
          <a:xfrm>
            <a:off x="243481" y="4729286"/>
            <a:ext cx="949821" cy="553914"/>
            <a:chOff x="243481" y="1298860"/>
            <a:chExt cx="949821" cy="55391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A42E8DB-278D-9A0F-4C78-607AF2900D97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DCE32FE-DFD3-9E44-546D-BEA9EF9B1FD9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E228AC8-308D-4F05-E38A-D953C1BD193B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3FE3186-CC12-6C08-CF7C-2747567DEF3D}"/>
              </a:ext>
            </a:extLst>
          </p:cNvPr>
          <p:cNvGrpSpPr/>
          <p:nvPr/>
        </p:nvGrpSpPr>
        <p:grpSpPr>
          <a:xfrm>
            <a:off x="3302564" y="4729286"/>
            <a:ext cx="949821" cy="553914"/>
            <a:chOff x="243481" y="1298860"/>
            <a:chExt cx="949821" cy="553914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68CEA62-E77D-5BF5-85E9-FE4AF71FA77C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57A52FA-F2A2-B7E9-2318-1160C3EA425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13BFBC0-7034-5E16-10B5-5588BDA9AB34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AA8502F8-C0BD-3B88-379E-75482F7ABE0C}"/>
              </a:ext>
            </a:extLst>
          </p:cNvPr>
          <p:cNvSpPr/>
          <p:nvPr/>
        </p:nvSpPr>
        <p:spPr>
          <a:xfrm>
            <a:off x="4972665" y="358096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78D7A13-B25D-781C-5707-3CAD0D1BF018}"/>
              </a:ext>
            </a:extLst>
          </p:cNvPr>
          <p:cNvSpPr/>
          <p:nvPr/>
        </p:nvSpPr>
        <p:spPr>
          <a:xfrm>
            <a:off x="6840109" y="3509085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E222DCB-8E26-B921-0D2B-BD2CAA66BE2F}"/>
              </a:ext>
            </a:extLst>
          </p:cNvPr>
          <p:cNvSpPr txBox="1"/>
          <p:nvPr/>
        </p:nvSpPr>
        <p:spPr>
          <a:xfrm>
            <a:off x="6488020" y="348711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B8832906-7B69-C17B-055B-94F1485C0E23}"/>
              </a:ext>
            </a:extLst>
          </p:cNvPr>
          <p:cNvSpPr/>
          <p:nvPr/>
        </p:nvSpPr>
        <p:spPr>
          <a:xfrm>
            <a:off x="5443581" y="610314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AE6D495-B63B-4705-88F0-79790FD94351}"/>
              </a:ext>
            </a:extLst>
          </p:cNvPr>
          <p:cNvSpPr txBox="1"/>
          <p:nvPr/>
        </p:nvSpPr>
        <p:spPr>
          <a:xfrm>
            <a:off x="5779673" y="610532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7C73B44-8B24-BF6E-42E5-3F7C482EEBCE}"/>
              </a:ext>
            </a:extLst>
          </p:cNvPr>
          <p:cNvSpPr txBox="1"/>
          <p:nvPr/>
        </p:nvSpPr>
        <p:spPr>
          <a:xfrm>
            <a:off x="5976665" y="379686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7C68F98-8BB9-3708-DDE0-C4A0FCEA536E}"/>
              </a:ext>
            </a:extLst>
          </p:cNvPr>
          <p:cNvSpPr txBox="1"/>
          <p:nvPr/>
        </p:nvSpPr>
        <p:spPr>
          <a:xfrm>
            <a:off x="5779673" y="638232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4" name="Star: 5 Points 183">
            <a:extLst>
              <a:ext uri="{FF2B5EF4-FFF2-40B4-BE49-F238E27FC236}">
                <a16:creationId xmlns:a16="http://schemas.microsoft.com/office/drawing/2014/main" id="{18EB08FD-C7EA-0F9A-7C18-E033300F455E}"/>
              </a:ext>
            </a:extLst>
          </p:cNvPr>
          <p:cNvSpPr/>
          <p:nvPr/>
        </p:nvSpPr>
        <p:spPr>
          <a:xfrm>
            <a:off x="5443581" y="64467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7AA25779-40B3-77FD-6AF6-38FC68AE3D12}"/>
              </a:ext>
            </a:extLst>
          </p:cNvPr>
          <p:cNvSpPr/>
          <p:nvPr/>
        </p:nvSpPr>
        <p:spPr>
          <a:xfrm>
            <a:off x="5104491" y="64467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84E5700-054C-DCBA-3F09-E304F95383B8}"/>
              </a:ext>
            </a:extLst>
          </p:cNvPr>
          <p:cNvSpPr txBox="1"/>
          <p:nvPr/>
        </p:nvSpPr>
        <p:spPr>
          <a:xfrm>
            <a:off x="8102723" y="60890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031F988-D464-851D-C6D9-97BC86A68288}"/>
              </a:ext>
            </a:extLst>
          </p:cNvPr>
          <p:cNvSpPr txBox="1"/>
          <p:nvPr/>
        </p:nvSpPr>
        <p:spPr>
          <a:xfrm>
            <a:off x="6286889" y="47540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4B7B677-237B-9FC6-4697-834CB09C156C}"/>
              </a:ext>
            </a:extLst>
          </p:cNvPr>
          <p:cNvSpPr txBox="1"/>
          <p:nvPr/>
        </p:nvSpPr>
        <p:spPr>
          <a:xfrm>
            <a:off x="7770710" y="47540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CD25483-C498-334D-8A67-2648B2AD0237}"/>
              </a:ext>
            </a:extLst>
          </p:cNvPr>
          <p:cNvGrpSpPr/>
          <p:nvPr/>
        </p:nvGrpSpPr>
        <p:grpSpPr>
          <a:xfrm>
            <a:off x="6688371" y="4623284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3B29EEE-4A5C-8388-F983-7E955BD421C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4690CDAF-D3B4-5319-6D49-A124D374EA5C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42D022C-734F-312F-8129-701B7BC8CE66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62D7E5E-734C-3F9A-B593-B954D53CC16E}"/>
              </a:ext>
            </a:extLst>
          </p:cNvPr>
          <p:cNvSpPr/>
          <p:nvPr/>
        </p:nvSpPr>
        <p:spPr>
          <a:xfrm>
            <a:off x="9277606" y="47528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25C34DD-5785-E6D8-16AB-FE4C149BF4B2}"/>
              </a:ext>
            </a:extLst>
          </p:cNvPr>
          <p:cNvGrpSpPr/>
          <p:nvPr/>
        </p:nvGrpSpPr>
        <p:grpSpPr>
          <a:xfrm>
            <a:off x="5208526" y="4752824"/>
            <a:ext cx="949821" cy="553914"/>
            <a:chOff x="243481" y="1298860"/>
            <a:chExt cx="949821" cy="553914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DE97821-B5D7-88C0-4E65-B6F24072A13C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168435D2-9B3C-DF5A-D355-3B1C59EB9337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24DBAAF6-61AD-2091-8C5C-B1947DA31A66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04CA0A5-A0ED-0C10-4E0A-532B995979C0}"/>
              </a:ext>
            </a:extLst>
          </p:cNvPr>
          <p:cNvGrpSpPr/>
          <p:nvPr/>
        </p:nvGrpSpPr>
        <p:grpSpPr>
          <a:xfrm>
            <a:off x="8267609" y="4752824"/>
            <a:ext cx="949821" cy="553914"/>
            <a:chOff x="243481" y="1298860"/>
            <a:chExt cx="949821" cy="553914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4A6E79A4-C1E8-F4BE-1AF7-254761A861F4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BD78941-11EE-7B5E-8828-10CBCCD702E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FFED43D-6632-4972-F1DB-E3CCD76B9A72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4A5C7-F055-F9F6-96FD-18392EBB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80083" y="1002517"/>
            <a:ext cx="6726076" cy="4740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648BBD-B6CB-3755-A8AB-060E4D91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60008" y="1058955"/>
            <a:ext cx="6726076" cy="47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B547B1-08BD-39E5-FF14-5FAD3F8B1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8126" y="1126085"/>
            <a:ext cx="6671637" cy="4605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882E1B-5AF2-3F57-64D7-35DC81C47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2492" y="1126086"/>
            <a:ext cx="6671637" cy="46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10489</TotalTime>
  <Words>459</Words>
  <Application>Microsoft Office PowerPoint</Application>
  <PresentationFormat>A4 Paper (210x297 mm)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508</cp:revision>
  <cp:lastPrinted>2022-10-25T10:56:24Z</cp:lastPrinted>
  <dcterms:created xsi:type="dcterms:W3CDTF">2017-01-17T16:57:04Z</dcterms:created>
  <dcterms:modified xsi:type="dcterms:W3CDTF">2024-05-23T11:03:33Z</dcterms:modified>
</cp:coreProperties>
</file>