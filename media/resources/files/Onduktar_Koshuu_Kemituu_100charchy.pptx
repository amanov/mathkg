
<file path=[Content_Types].xml><?xml version="1.0" encoding="utf-8"?>
<Types xmlns="http://schemas.openxmlformats.org/package/2006/content-types">
  <Default Extension="fntdata" ContentType="application/x-fontdata"/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 saveSubsetFonts="1">
  <p:sldMasterIdLst>
    <p:sldMasterId id="2147483704" r:id="rId1"/>
    <p:sldMasterId id="2147483717" r:id="rId2"/>
  </p:sldMasterIdLst>
  <p:notesMasterIdLst>
    <p:notesMasterId r:id="rId12"/>
  </p:notesMasterIdLst>
  <p:sldIdLst>
    <p:sldId id="257" r:id="rId3"/>
    <p:sldId id="949" r:id="rId4"/>
    <p:sldId id="950" r:id="rId5"/>
    <p:sldId id="947" r:id="rId6"/>
    <p:sldId id="948" r:id="rId7"/>
    <p:sldId id="951" r:id="rId8"/>
    <p:sldId id="952" r:id="rId9"/>
    <p:sldId id="953" r:id="rId10"/>
    <p:sldId id="274" r:id="rId11"/>
  </p:sldIdLst>
  <p:sldSz cx="9906000" cy="6858000" type="A4"/>
  <p:notesSz cx="7315200" cy="9601200"/>
  <p:embeddedFontLst>
    <p:embeddedFont>
      <p:font typeface="Cooper Black" panose="0208090404030B020404" pitchFamily="18" charset="0"/>
      <p:regular r:id="rId13"/>
    </p:embeddedFont>
  </p:embeddedFontLst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Капкак слайд" id="{197FF5E7-57A8-40D7-8FA0-8A089C366947}">
          <p14:sldIdLst>
            <p14:sldId id="257"/>
          </p14:sldIdLst>
        </p14:section>
        <p14:section name="Көрсөтүү үчүн" id="{059544AC-2C27-45B1-9F95-F87DF8854DD6}">
          <p14:sldIdLst>
            <p14:sldId id="949"/>
            <p14:sldId id="950"/>
          </p14:sldIdLst>
        </p14:section>
        <p14:section name="Жооптор" id="{1FEDB314-42DC-4694-9B04-D4A4AAE625F7}">
          <p14:sldIdLst>
            <p14:sldId id="947"/>
            <p14:sldId id="948"/>
          </p14:sldIdLst>
        </p14:section>
        <p14:section name="Таркатуу үчүн" id="{A78D9305-6AAE-4715-A210-52F6908F30F7}">
          <p14:sldIdLst>
            <p14:sldId id="951"/>
            <p14:sldId id="952"/>
            <p14:sldId id="953"/>
          </p14:sldIdLst>
        </p14:section>
        <p14:section name="MATKGZ" id="{F3D720CF-F566-46A6-9361-125255B68FA6}">
          <p14:sldIdLst>
            <p14:sldId id="274"/>
          </p14:sldIdLst>
        </p14:section>
      </p14:sectionLst>
    </p:ex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12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A6A6A6"/>
    <a:srgbClr val="FFFFFF"/>
    <a:srgbClr val="00FF00"/>
    <a:srgbClr val="FF3300"/>
    <a:srgbClr val="FF0066"/>
    <a:srgbClr val="4472C4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1691" autoAdjust="0"/>
    <p:restoredTop sz="92935" autoAdjust="0"/>
  </p:normalViewPr>
  <p:slideViewPr>
    <p:cSldViewPr snapToGrid="0" showGuides="1">
      <p:cViewPr varScale="1">
        <p:scale>
          <a:sx n="63" d="100"/>
          <a:sy n="63" d="100"/>
        </p:scale>
        <p:origin x="1380" y="56"/>
      </p:cViewPr>
      <p:guideLst>
        <p:guide orient="horz" pos="2160"/>
        <p:guide pos="312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" d="1"/>
        <a:sy n="1" d="1"/>
      </p:scale>
      <p:origin x="0" y="0"/>
    </p:cViewPr>
  </p:notesTextViewPr>
  <p:sorterViewPr>
    <p:cViewPr>
      <p:scale>
        <a:sx n="25" d="100"/>
        <a:sy n="25" d="100"/>
      </p:scale>
      <p:origin x="0" y="-4242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6.xml"/><Relationship Id="rId13" Type="http://schemas.openxmlformats.org/officeDocument/2006/relationships/font" Target="fonts/font1.fntdata"/><Relationship Id="rId3" Type="http://schemas.openxmlformats.org/officeDocument/2006/relationships/slide" Target="slides/slide1.xml"/><Relationship Id="rId7" Type="http://schemas.openxmlformats.org/officeDocument/2006/relationships/slide" Target="slides/slide5.xml"/><Relationship Id="rId12" Type="http://schemas.openxmlformats.org/officeDocument/2006/relationships/notesMaster" Target="notesMasters/notesMaster1.xml"/><Relationship Id="rId17" Type="http://schemas.openxmlformats.org/officeDocument/2006/relationships/tableStyles" Target="tableStyles.xml"/><Relationship Id="rId2" Type="http://schemas.openxmlformats.org/officeDocument/2006/relationships/slideMaster" Target="slideMasters/slideMaster2.xml"/><Relationship Id="rId16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1" Type="http://schemas.openxmlformats.org/officeDocument/2006/relationships/slide" Target="slides/slide9.xml"/><Relationship Id="rId5" Type="http://schemas.openxmlformats.org/officeDocument/2006/relationships/slide" Target="slides/slide3.xml"/><Relationship Id="rId15" Type="http://schemas.openxmlformats.org/officeDocument/2006/relationships/viewProps" Target="viewProps.xml"/><Relationship Id="rId10" Type="http://schemas.openxmlformats.org/officeDocument/2006/relationships/slide" Target="slides/slide8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4" Type="http://schemas.openxmlformats.org/officeDocument/2006/relationships/presProps" Target="pres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2" y="0"/>
            <a:ext cx="3169920" cy="481727"/>
          </a:xfrm>
          <a:prstGeom prst="rect">
            <a:avLst/>
          </a:prstGeom>
        </p:spPr>
        <p:txBody>
          <a:bodyPr vert="horz" lIns="94637" tIns="47319" rIns="94637" bIns="47319" rtlCol="0"/>
          <a:lstStyle>
            <a:lvl1pPr algn="l">
              <a:defRPr sz="1300"/>
            </a:lvl1pPr>
          </a:lstStyle>
          <a:p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4143589" y="0"/>
            <a:ext cx="3169920" cy="481727"/>
          </a:xfrm>
          <a:prstGeom prst="rect">
            <a:avLst/>
          </a:prstGeom>
        </p:spPr>
        <p:txBody>
          <a:bodyPr vert="horz" lIns="94637" tIns="47319" rIns="94637" bIns="47319" rtlCol="0"/>
          <a:lstStyle>
            <a:lvl1pPr algn="r">
              <a:defRPr sz="1300"/>
            </a:lvl1pPr>
          </a:lstStyle>
          <a:p>
            <a:fld id="{9C6A85EB-AF26-437E-8488-94E19A13AA79}" type="datetimeFigureOut">
              <a:rPr lang="en-GB" smtClean="0"/>
              <a:t>21/05/2024</a:t>
            </a:fld>
            <a:endParaRPr lang="en-GB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317625" y="1200150"/>
            <a:ext cx="4679950" cy="3240088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4637" tIns="47319" rIns="94637" bIns="47319" rtlCol="0" anchor="ctr"/>
          <a:lstStyle/>
          <a:p>
            <a:endParaRPr lang="en-GB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731521" y="4620580"/>
            <a:ext cx="5852160" cy="3780472"/>
          </a:xfrm>
          <a:prstGeom prst="rect">
            <a:avLst/>
          </a:prstGeom>
        </p:spPr>
        <p:txBody>
          <a:bodyPr vert="horz" lIns="94637" tIns="47319" rIns="94637" bIns="47319" rtlCol="0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2" y="9119478"/>
            <a:ext cx="3169920" cy="481726"/>
          </a:xfrm>
          <a:prstGeom prst="rect">
            <a:avLst/>
          </a:prstGeom>
        </p:spPr>
        <p:txBody>
          <a:bodyPr vert="horz" lIns="94637" tIns="47319" rIns="94637" bIns="47319" rtlCol="0" anchor="b"/>
          <a:lstStyle>
            <a:lvl1pPr algn="l">
              <a:defRPr sz="1300"/>
            </a:lvl1pPr>
          </a:lstStyle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4143589" y="9119478"/>
            <a:ext cx="3169920" cy="481726"/>
          </a:xfrm>
          <a:prstGeom prst="rect">
            <a:avLst/>
          </a:prstGeom>
        </p:spPr>
        <p:txBody>
          <a:bodyPr vert="horz" lIns="94637" tIns="47319" rIns="94637" bIns="47319" rtlCol="0" anchor="b"/>
          <a:lstStyle>
            <a:lvl1pPr algn="r">
              <a:defRPr sz="1300"/>
            </a:lvl1pPr>
          </a:lstStyle>
          <a:p>
            <a:fld id="{DD4EDCD2-601A-461C-9AB5-639C33E3F98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59492716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07398827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C293F4D-D01F-93A3-9EB0-D06BC57F7908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238250" y="1122363"/>
            <a:ext cx="7429500" cy="2387600"/>
          </a:xfrm>
        </p:spPr>
        <p:txBody>
          <a:bodyPr anchor="b"/>
          <a:lstStyle>
            <a:lvl1pPr algn="ctr">
              <a:defRPr sz="4875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1D812B11-7E4E-839A-04E0-02C24D95503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238250" y="3602038"/>
            <a:ext cx="7429500" cy="1655762"/>
          </a:xfrm>
        </p:spPr>
        <p:txBody>
          <a:bodyPr/>
          <a:lstStyle>
            <a:lvl1pPr marL="0" indent="0" algn="ctr">
              <a:buNone/>
              <a:defRPr sz="1950"/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FABD867-CBFE-B60E-94FE-5E77AFA187A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1A6662E-FAF4-44BC-88B5-85A7CBFB6D30}" type="datetime1">
              <a:rPr lang="en-US" smtClean="0"/>
              <a:pPr/>
              <a:t>5/21/2024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6F92923-5691-201D-9863-7C30507532F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schemeClr val="tx1">
                  <a:alpha val="60000"/>
                </a:scheme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637E006-83CA-71CA-8D81-D81C549A4A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3B850FF-6169-4056-8077-06FFA93A5366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6311140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E0B602F-6E81-0690-42B3-F319961306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43CCCDD-EFAD-983F-26E9-4DF01E94A6D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36BEF54-E3A6-3438-FB70-CA9F728400D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7E0CF6C-748E-4B7A-BC8B-3011EF78ED13}" type="datetime1">
              <a:rPr lang="en-US" smtClean="0"/>
              <a:pPr/>
              <a:t>5/21/2024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BDC804C-59EB-58AD-19D6-DD91BE1A2DA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schemeClr val="tx1">
                  <a:alpha val="60000"/>
                </a:scheme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72E3ABE-C108-D63B-0C80-FF56F17F34A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3B850FF-6169-4056-8077-06FFA93A5366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34835683"/>
      </p:ext>
    </p:extLst>
  </p:cSld>
  <p:clrMapOvr>
    <a:masterClrMapping/>
  </p:clrMapOvr>
  <p:hf sldNum="0" hdr="0" ftr="0" dt="0"/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83461F2-375D-397C-903D-1C9A6DC949C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75879" y="1709741"/>
            <a:ext cx="8543925" cy="2852737"/>
          </a:xfrm>
        </p:spPr>
        <p:txBody>
          <a:bodyPr anchor="b"/>
          <a:lstStyle>
            <a:lvl1pPr>
              <a:defRPr sz="4875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2755F7C1-DA44-F885-7F76-6AEF872F4EA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75879" y="4589466"/>
            <a:ext cx="8543925" cy="1500187"/>
          </a:xfrm>
        </p:spPr>
        <p:txBody>
          <a:bodyPr/>
          <a:lstStyle>
            <a:lvl1pPr marL="0" indent="0">
              <a:buNone/>
              <a:defRPr sz="1950">
                <a:solidFill>
                  <a:schemeClr val="tx1">
                    <a:tint val="75000"/>
                  </a:schemeClr>
                </a:solidFill>
              </a:defRPr>
            </a:lvl1pPr>
            <a:lvl2pPr marL="371475" indent="0">
              <a:buNone/>
              <a:defRPr sz="1625">
                <a:solidFill>
                  <a:schemeClr val="tx1">
                    <a:tint val="75000"/>
                  </a:schemeClr>
                </a:solidFill>
              </a:defRPr>
            </a:lvl2pPr>
            <a:lvl3pPr marL="742950" indent="0">
              <a:buNone/>
              <a:defRPr sz="1463">
                <a:solidFill>
                  <a:schemeClr val="tx1">
                    <a:tint val="75000"/>
                  </a:schemeClr>
                </a:solidFill>
              </a:defRPr>
            </a:lvl3pPr>
            <a:lvl4pPr marL="111442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4pPr>
            <a:lvl5pPr marL="148590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5pPr>
            <a:lvl6pPr marL="185737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6pPr>
            <a:lvl7pPr marL="222885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7pPr>
            <a:lvl8pPr marL="260032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8pPr>
            <a:lvl9pPr marL="297180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D68A5E7A-3C4E-B0FF-6048-2428F13D7EF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7E0CF6C-748E-4B7A-BC8B-3011EF78ED13}" type="datetime1">
              <a:rPr lang="en-US" smtClean="0"/>
              <a:pPr/>
              <a:t>5/21/2024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14EF43D-AA59-6F72-6E99-24BACA4DB07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schemeClr val="tx1">
                  <a:alpha val="60000"/>
                </a:scheme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520488E-9575-AA10-6650-5EFF64A3116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3B850FF-6169-4056-8077-06FFA93A5366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58377284"/>
      </p:ext>
    </p:extLst>
  </p:cSld>
  <p:clrMapOvr>
    <a:masterClrMapping/>
  </p:clrMapOvr>
  <p:hf sldNum="0" hdr="0" ftr="0" dt="0"/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24C236-4D6A-F50F-F96A-0B33FAF7550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29B67EB-5934-4033-C48B-523183C75E61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81038" y="1825625"/>
            <a:ext cx="421005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7970EE30-BC22-BA32-5555-2D92711BBE0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5014913" y="1825625"/>
            <a:ext cx="421005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7B7A8EA1-F6CD-6BFF-8918-10BD9D7CB1A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F31DA2F-80B8-49CF-99FB-5ABCA53A607A}" type="datetime1">
              <a:rPr lang="en-US" smtClean="0"/>
              <a:t>5/21/2024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E3A52A51-170D-0A97-76E8-C96E6E36F47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44E1132-9890-0200-7169-348F438F013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3B850FF-6169-4056-8077-06FFA93A536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8948046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AB23700-5056-34AA-A2B1-5A0B192AE8A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2328" y="365128"/>
            <a:ext cx="8543925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17BE887B-58EA-8D7A-9294-12B7F549D81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82329" y="1681163"/>
            <a:ext cx="4190702" cy="823912"/>
          </a:xfrm>
        </p:spPr>
        <p:txBody>
          <a:bodyPr anchor="b"/>
          <a:lstStyle>
            <a:lvl1pPr marL="0" indent="0">
              <a:buNone/>
              <a:defRPr sz="1950" b="1"/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192AF15E-9662-63E9-7EFD-AAF9E53714CE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82329" y="2505075"/>
            <a:ext cx="4190702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64A126DF-2F27-AAE9-509B-33B91D26E725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5014913" y="1681163"/>
            <a:ext cx="4211340" cy="823912"/>
          </a:xfrm>
        </p:spPr>
        <p:txBody>
          <a:bodyPr anchor="b"/>
          <a:lstStyle>
            <a:lvl1pPr marL="0" indent="0">
              <a:buNone/>
              <a:defRPr sz="1950" b="1"/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90A3A8AA-F2AC-1915-04A9-63EC756842D5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5014913" y="2505075"/>
            <a:ext cx="4211340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00AD720E-DDCF-A042-525A-A95B33AF838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8852172-E6C9-4B6C-929A-A9DE3837BBF1}" type="datetime1">
              <a:rPr lang="en-US" smtClean="0"/>
              <a:t>5/21/2024</a:t>
            </a:fld>
            <a:endParaRPr lang="en-US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F1CC3DD1-3866-8861-C983-17EB3743723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E9F36F28-5B8B-A0E8-06F7-3F5B93025A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3B850FF-6169-4056-8077-06FFA93A536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26503162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A66B005-13E9-BCAA-22F3-54833121B47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2B7409B5-5904-AB68-A3D2-EEE55612CD4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AB41CFF-90C9-47B3-9DA1-F2BF8D839F7E}" type="datetime1">
              <a:rPr lang="en-US" smtClean="0"/>
              <a:t>5/21/2024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8E65F024-0351-150D-CE65-CA2A74137CA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E06FD2D2-622D-EAB7-F9F1-A6687F2A6D1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3B850FF-6169-4056-8077-06FFA93A536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7270085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F85E6D05-C3FE-5D83-ABAE-5EA740EFAC2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6048FA-06AB-4884-A69B-986B96E68A24}" type="datetime1">
              <a:rPr lang="en-US" smtClean="0"/>
              <a:t>5/21/2024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7248A5EF-28C1-DD13-2869-594EA5A3D2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CD7AFC8-9655-DD74-E767-245E9A7B174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3B850FF-6169-4056-8077-06FFA93A536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0127312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963982C-0085-BA19-333E-A7132704221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2328" y="457200"/>
            <a:ext cx="3194943" cy="1600200"/>
          </a:xfrm>
        </p:spPr>
        <p:txBody>
          <a:bodyPr anchor="b"/>
          <a:lstStyle>
            <a:lvl1pPr>
              <a:defRPr sz="26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C201765-BF41-54B2-CCAB-9A893B528A2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211340" y="987428"/>
            <a:ext cx="5014913" cy="4873625"/>
          </a:xfrm>
        </p:spPr>
        <p:txBody>
          <a:bodyPr/>
          <a:lstStyle>
            <a:lvl1pPr>
              <a:defRPr sz="2600"/>
            </a:lvl1pPr>
            <a:lvl2pPr>
              <a:defRPr sz="2275"/>
            </a:lvl2pPr>
            <a:lvl3pPr>
              <a:defRPr sz="1950"/>
            </a:lvl3pPr>
            <a:lvl4pPr>
              <a:defRPr sz="1625"/>
            </a:lvl4pPr>
            <a:lvl5pPr>
              <a:defRPr sz="1625"/>
            </a:lvl5pPr>
            <a:lvl6pPr>
              <a:defRPr sz="1625"/>
            </a:lvl6pPr>
            <a:lvl7pPr>
              <a:defRPr sz="1625"/>
            </a:lvl7pPr>
            <a:lvl8pPr>
              <a:defRPr sz="1625"/>
            </a:lvl8pPr>
            <a:lvl9pPr>
              <a:defRPr sz="1625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994472CA-71AC-D0BD-DA67-C0026E7E70CB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682328" y="2057400"/>
            <a:ext cx="3194943" cy="3811588"/>
          </a:xfrm>
        </p:spPr>
        <p:txBody>
          <a:bodyPr/>
          <a:lstStyle>
            <a:lvl1pPr marL="0" indent="0">
              <a:buNone/>
              <a:defRPr sz="1300"/>
            </a:lvl1pPr>
            <a:lvl2pPr marL="371475" indent="0">
              <a:buNone/>
              <a:defRPr sz="1138"/>
            </a:lvl2pPr>
            <a:lvl3pPr marL="742950" indent="0">
              <a:buNone/>
              <a:defRPr sz="975"/>
            </a:lvl3pPr>
            <a:lvl4pPr marL="1114425" indent="0">
              <a:buNone/>
              <a:defRPr sz="813"/>
            </a:lvl4pPr>
            <a:lvl5pPr marL="1485900" indent="0">
              <a:buNone/>
              <a:defRPr sz="813"/>
            </a:lvl5pPr>
            <a:lvl6pPr marL="1857375" indent="0">
              <a:buNone/>
              <a:defRPr sz="813"/>
            </a:lvl6pPr>
            <a:lvl7pPr marL="2228850" indent="0">
              <a:buNone/>
              <a:defRPr sz="813"/>
            </a:lvl7pPr>
            <a:lvl8pPr marL="2600325" indent="0">
              <a:buNone/>
              <a:defRPr sz="813"/>
            </a:lvl8pPr>
            <a:lvl9pPr marL="2971800" indent="0">
              <a:buNone/>
              <a:defRPr sz="813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EE2DE5CC-1DCA-74E9-1894-D78E49D2979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DB7ABA-0172-4F9C-889D-567164F66BCD}" type="datetime1">
              <a:rPr lang="en-US" smtClean="0"/>
              <a:t>5/21/2024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8FBBF998-C4E1-7D1D-7798-8E64EF35521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1DD4DEEC-F443-F9CC-3C71-43B43309D0C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3B850FF-6169-4056-8077-06FFA93A536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8622888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F8275CA-C16C-F543-5FBE-94BA8E74857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2328" y="457200"/>
            <a:ext cx="3194943" cy="1600200"/>
          </a:xfrm>
        </p:spPr>
        <p:txBody>
          <a:bodyPr anchor="b"/>
          <a:lstStyle>
            <a:lvl1pPr>
              <a:defRPr sz="26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3505EFBD-08DC-FEC5-DB7F-889F30898BB5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4211340" y="987428"/>
            <a:ext cx="5014913" cy="4873625"/>
          </a:xfrm>
        </p:spPr>
        <p:txBody>
          <a:bodyPr/>
          <a:lstStyle>
            <a:lvl1pPr marL="0" indent="0">
              <a:buNone/>
              <a:defRPr sz="2600"/>
            </a:lvl1pPr>
            <a:lvl2pPr marL="371475" indent="0">
              <a:buNone/>
              <a:defRPr sz="2275"/>
            </a:lvl2pPr>
            <a:lvl3pPr marL="742950" indent="0">
              <a:buNone/>
              <a:defRPr sz="1950"/>
            </a:lvl3pPr>
            <a:lvl4pPr marL="1114425" indent="0">
              <a:buNone/>
              <a:defRPr sz="1625"/>
            </a:lvl4pPr>
            <a:lvl5pPr marL="1485900" indent="0">
              <a:buNone/>
              <a:defRPr sz="1625"/>
            </a:lvl5pPr>
            <a:lvl6pPr marL="1857375" indent="0">
              <a:buNone/>
              <a:defRPr sz="1625"/>
            </a:lvl6pPr>
            <a:lvl7pPr marL="2228850" indent="0">
              <a:buNone/>
              <a:defRPr sz="1625"/>
            </a:lvl7pPr>
            <a:lvl8pPr marL="2600325" indent="0">
              <a:buNone/>
              <a:defRPr sz="1625"/>
            </a:lvl8pPr>
            <a:lvl9pPr marL="2971800" indent="0">
              <a:buNone/>
              <a:defRPr sz="1625"/>
            </a:lvl9pPr>
          </a:lstStyle>
          <a:p>
            <a:endParaRPr lang="en-US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E255E3FE-8205-A0D3-E364-AE2329A9A7AE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682328" y="2057400"/>
            <a:ext cx="3194943" cy="3811588"/>
          </a:xfrm>
        </p:spPr>
        <p:txBody>
          <a:bodyPr/>
          <a:lstStyle>
            <a:lvl1pPr marL="0" indent="0">
              <a:buNone/>
              <a:defRPr sz="1300"/>
            </a:lvl1pPr>
            <a:lvl2pPr marL="371475" indent="0">
              <a:buNone/>
              <a:defRPr sz="1138"/>
            </a:lvl2pPr>
            <a:lvl3pPr marL="742950" indent="0">
              <a:buNone/>
              <a:defRPr sz="975"/>
            </a:lvl3pPr>
            <a:lvl4pPr marL="1114425" indent="0">
              <a:buNone/>
              <a:defRPr sz="813"/>
            </a:lvl4pPr>
            <a:lvl5pPr marL="1485900" indent="0">
              <a:buNone/>
              <a:defRPr sz="813"/>
            </a:lvl5pPr>
            <a:lvl6pPr marL="1857375" indent="0">
              <a:buNone/>
              <a:defRPr sz="813"/>
            </a:lvl6pPr>
            <a:lvl7pPr marL="2228850" indent="0">
              <a:buNone/>
              <a:defRPr sz="813"/>
            </a:lvl7pPr>
            <a:lvl8pPr marL="2600325" indent="0">
              <a:buNone/>
              <a:defRPr sz="813"/>
            </a:lvl8pPr>
            <a:lvl9pPr marL="2971800" indent="0">
              <a:buNone/>
              <a:defRPr sz="813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43973538-62E9-2462-AC52-41FA61FD5E4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8AC6A5B-8AE7-4A41-B5A7-9ADC6686DC18}" type="datetime1">
              <a:rPr lang="en-US" smtClean="0"/>
              <a:t>5/21/2024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EED01BD5-559A-AC1D-5F9F-FFE05E5E7A5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EC7CE6E5-78E7-6241-E001-F0C758D0CCE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3B850FF-6169-4056-8077-06FFA93A536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53167577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F613D88-2BF6-614B-3079-2C6D3321540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31328EC6-2893-E93C-61E9-FBB8B8BEFF13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F8F509-5F7D-165D-0064-2BDE7D928BB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C559632-1575-4E14-B53B-3DC3D5ED3947}" type="datetime1">
              <a:rPr lang="en-US" smtClean="0"/>
              <a:t>5/21/2024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9FAE5BE3-6897-E183-83EE-24E2A66D855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5A6FFAB-F65C-AA1B-F804-E5137C3FFB2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3B850FF-6169-4056-8077-06FFA93A536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52212204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9DB1A297-8AFF-A561-0BCF-DFDC8411431C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7088982" y="365125"/>
            <a:ext cx="2135981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D98CB72B-897C-F259-A022-BD779EA2AC50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681038" y="365125"/>
            <a:ext cx="6284119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39C401B-ED7F-8920-B7DE-5D74C0C21DA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C4A6868-2568-4CC9-B302-F37117B01A6E}" type="datetime1">
              <a:rPr lang="en-US" smtClean="0"/>
              <a:t>5/21/2024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9596E29-87BB-96E5-3FFA-F963A867B67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52EF2CD-2735-30BE-2465-466EEE1C462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3B850FF-6169-4056-8077-06FFA93A536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94748074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055F08A-1E71-4B2B-BB49-E743F2903911}" type="datetime1">
              <a:rPr lang="en-US" smtClean="0"/>
              <a:t>5/21/2024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3B850FF-6169-4056-8077-06FFA93A536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33740135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055F08A-1E71-4B2B-BB49-E743F2903911}" type="datetime1">
              <a:rPr lang="en-US" smtClean="0"/>
              <a:t>5/21/2024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3B850FF-6169-4056-8077-06FFA93A536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58042192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38401" y="4777381"/>
            <a:ext cx="7170848" cy="860400"/>
          </a:xfrm>
        </p:spPr>
        <p:txBody>
          <a:bodyPr anchor="t"/>
          <a:lstStyle>
            <a:lvl1pPr marL="0" indent="0" algn="l">
              <a:buNone/>
              <a:defRPr sz="1625" cap="all">
                <a:solidFill>
                  <a:schemeClr val="accent1"/>
                </a:solidFill>
              </a:defRPr>
            </a:lvl1pPr>
            <a:lvl2pPr marL="371475" indent="0">
              <a:buNone/>
              <a:defRPr sz="1463">
                <a:solidFill>
                  <a:schemeClr val="tx1">
                    <a:tint val="75000"/>
                  </a:schemeClr>
                </a:solidFill>
              </a:defRPr>
            </a:lvl2pPr>
            <a:lvl3pPr marL="74295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3pPr>
            <a:lvl4pPr marL="1114425" indent="0">
              <a:buNone/>
              <a:defRPr sz="1138">
                <a:solidFill>
                  <a:schemeClr val="tx1">
                    <a:tint val="75000"/>
                  </a:schemeClr>
                </a:solidFill>
              </a:defRPr>
            </a:lvl4pPr>
            <a:lvl5pPr marL="1485900" indent="0">
              <a:buNone/>
              <a:defRPr sz="1138">
                <a:solidFill>
                  <a:schemeClr val="tx1">
                    <a:tint val="75000"/>
                  </a:schemeClr>
                </a:solidFill>
              </a:defRPr>
            </a:lvl5pPr>
            <a:lvl6pPr marL="1857375" indent="0">
              <a:buNone/>
              <a:defRPr sz="1138">
                <a:solidFill>
                  <a:schemeClr val="tx1">
                    <a:tint val="75000"/>
                  </a:schemeClr>
                </a:solidFill>
              </a:defRPr>
            </a:lvl6pPr>
            <a:lvl7pPr marL="2228850" indent="0">
              <a:buNone/>
              <a:defRPr sz="1138">
                <a:solidFill>
                  <a:schemeClr val="tx1">
                    <a:tint val="75000"/>
                  </a:schemeClr>
                </a:solidFill>
              </a:defRPr>
            </a:lvl7pPr>
            <a:lvl8pPr marL="2600325" indent="0">
              <a:buNone/>
              <a:defRPr sz="1138">
                <a:solidFill>
                  <a:schemeClr val="tx1">
                    <a:tint val="75000"/>
                  </a:schemeClr>
                </a:solidFill>
              </a:defRPr>
            </a:lvl8pPr>
            <a:lvl9pPr marL="2971800" indent="0">
              <a:buNone/>
              <a:defRPr sz="1138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21913642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2" Type="http://schemas.openxmlformats.org/officeDocument/2006/relationships/theme" Target="../theme/theme1.xml"/><Relationship Id="rId1" Type="http://schemas.openxmlformats.org/officeDocument/2006/relationships/slideLayout" Target="../slideLayouts/slideLayout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9.xml"/><Relationship Id="rId13" Type="http://schemas.openxmlformats.org/officeDocument/2006/relationships/slideLayout" Target="../slideLayouts/slideLayout14.xml"/><Relationship Id="rId3" Type="http://schemas.openxmlformats.org/officeDocument/2006/relationships/slideLayout" Target="../slideLayouts/slideLayout4.xml"/><Relationship Id="rId7" Type="http://schemas.openxmlformats.org/officeDocument/2006/relationships/slideLayout" Target="../slideLayouts/slideLayout8.xml"/><Relationship Id="rId12" Type="http://schemas.openxmlformats.org/officeDocument/2006/relationships/slideLayout" Target="../slideLayouts/slideLayout13.xml"/><Relationship Id="rId2" Type="http://schemas.openxmlformats.org/officeDocument/2006/relationships/slideLayout" Target="../slideLayouts/slideLayout3.xml"/><Relationship Id="rId1" Type="http://schemas.openxmlformats.org/officeDocument/2006/relationships/slideLayout" Target="../slideLayouts/slideLayout2.xml"/><Relationship Id="rId6" Type="http://schemas.openxmlformats.org/officeDocument/2006/relationships/slideLayout" Target="../slideLayouts/slideLayout7.xml"/><Relationship Id="rId11" Type="http://schemas.openxmlformats.org/officeDocument/2006/relationships/slideLayout" Target="../slideLayouts/slideLayout12.xml"/><Relationship Id="rId5" Type="http://schemas.openxmlformats.org/officeDocument/2006/relationships/slideLayout" Target="../slideLayouts/slideLayout6.xml"/><Relationship Id="rId15" Type="http://schemas.openxmlformats.org/officeDocument/2006/relationships/theme" Target="../theme/theme2.xml"/><Relationship Id="rId10" Type="http://schemas.openxmlformats.org/officeDocument/2006/relationships/slideLayout" Target="../slideLayouts/slideLayout11.xml"/><Relationship Id="rId4" Type="http://schemas.openxmlformats.org/officeDocument/2006/relationships/slideLayout" Target="../slideLayouts/slideLayout5.xml"/><Relationship Id="rId9" Type="http://schemas.openxmlformats.org/officeDocument/2006/relationships/slideLayout" Target="../slideLayouts/slideLayout10.xml"/><Relationship Id="rId14" Type="http://schemas.openxmlformats.org/officeDocument/2006/relationships/slideLayout" Target="../slideLayouts/slideLayout15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3007971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16" r:id="rId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3D783609-0CE5-670D-75C4-4EB473A033E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1038" y="365128"/>
            <a:ext cx="8543925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2B96DF15-2EE1-DB9D-BDD5-2BEDF4A9466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81038" y="1825625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F09A8A0-7FAC-CC94-B820-32410EC442E6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81038" y="6356353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75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7E0CF6C-748E-4B7A-BC8B-3011EF78ED13}" type="datetime1">
              <a:rPr lang="en-US" smtClean="0"/>
              <a:pPr/>
              <a:t>5/21/2024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8ED8C11-3CED-972F-4CCA-6920830ACC13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281363" y="6356353"/>
            <a:ext cx="334327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75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 dirty="0">
              <a:solidFill>
                <a:schemeClr val="tx1">
                  <a:alpha val="60000"/>
                </a:scheme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793F2AE-352A-A10E-B208-93514C0EF2E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996113" y="6356353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75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3B850FF-6169-4056-8077-06FFA93A5366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5227036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18" r:id="rId1"/>
    <p:sldLayoutId id="2147483719" r:id="rId2"/>
    <p:sldLayoutId id="2147483720" r:id="rId3"/>
    <p:sldLayoutId id="2147483721" r:id="rId4"/>
    <p:sldLayoutId id="2147483722" r:id="rId5"/>
    <p:sldLayoutId id="2147483723" r:id="rId6"/>
    <p:sldLayoutId id="2147483724" r:id="rId7"/>
    <p:sldLayoutId id="2147483725" r:id="rId8"/>
    <p:sldLayoutId id="2147483726" r:id="rId9"/>
    <p:sldLayoutId id="2147483727" r:id="rId10"/>
    <p:sldLayoutId id="2147483728" r:id="rId11"/>
    <p:sldLayoutId id="2147483729" r:id="rId12"/>
    <p:sldLayoutId id="2147483730" r:id="rId13"/>
    <p:sldLayoutId id="2147483731" r:id="rId14"/>
  </p:sldLayoutIdLst>
  <p:hf sldNum="0" hdr="0" ftr="0" dt="0"/>
  <p:txStyles>
    <p:titleStyle>
      <a:lvl1pPr algn="l" defTabSz="742950" rtl="0" eaLnBrk="1" latinLnBrk="0" hangingPunct="1">
        <a:lnSpc>
          <a:spcPct val="90000"/>
        </a:lnSpc>
        <a:spcBef>
          <a:spcPct val="0"/>
        </a:spcBef>
        <a:buNone/>
        <a:defRPr sz="3575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85738" indent="-185738" algn="l" defTabSz="742950" rtl="0" eaLnBrk="1" latinLnBrk="0" hangingPunct="1">
        <a:lnSpc>
          <a:spcPct val="90000"/>
        </a:lnSpc>
        <a:spcBef>
          <a:spcPts val="813"/>
        </a:spcBef>
        <a:buFont typeface="Arial" panose="020B0604020202020204" pitchFamily="34" charset="0"/>
        <a:buChar char="•"/>
        <a:defRPr sz="2275" kern="1200">
          <a:solidFill>
            <a:schemeClr val="tx1"/>
          </a:solidFill>
          <a:latin typeface="+mn-lt"/>
          <a:ea typeface="+mn-ea"/>
          <a:cs typeface="+mn-cs"/>
        </a:defRPr>
      </a:lvl1pPr>
      <a:lvl2pPr marL="55721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950" kern="1200">
          <a:solidFill>
            <a:schemeClr val="tx1"/>
          </a:solidFill>
          <a:latin typeface="+mn-lt"/>
          <a:ea typeface="+mn-ea"/>
          <a:cs typeface="+mn-cs"/>
        </a:defRPr>
      </a:lvl2pPr>
      <a:lvl3pPr marL="92868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625" kern="1200">
          <a:solidFill>
            <a:schemeClr val="tx1"/>
          </a:solidFill>
          <a:latin typeface="+mn-lt"/>
          <a:ea typeface="+mn-ea"/>
          <a:cs typeface="+mn-cs"/>
        </a:defRPr>
      </a:lvl3pPr>
      <a:lvl4pPr marL="130016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4pPr>
      <a:lvl5pPr marL="167163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5pPr>
      <a:lvl6pPr marL="204311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41458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78606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315753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1pPr>
      <a:lvl2pPr marL="37147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2pPr>
      <a:lvl3pPr marL="74295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3pPr>
      <a:lvl4pPr marL="111442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4pPr>
      <a:lvl5pPr marL="148590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5pPr>
      <a:lvl6pPr marL="185737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60032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297180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DC884C22-E567-2E46-13CA-C26DA13A276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81037" y="1270000"/>
            <a:ext cx="8513763" cy="4402316"/>
          </a:xfrm>
        </p:spPr>
        <p:txBody>
          <a:bodyPr>
            <a:normAutofit/>
          </a:bodyPr>
          <a:lstStyle/>
          <a:p>
            <a:r>
              <a:rPr lang="ru-RU" dirty="0"/>
              <a:t>2 2 орундуу ондуктар – кошуу жана кемитүү –– Көнүгүү </a:t>
            </a:r>
            <a:r>
              <a:rPr lang="ky-KG" dirty="0"/>
              <a:t>В</a:t>
            </a:r>
            <a:endParaRPr lang="ru-RU" dirty="0"/>
          </a:p>
          <a:p>
            <a:endParaRPr lang="ru-RU" dirty="0"/>
          </a:p>
          <a:p>
            <a:r>
              <a:rPr lang="ru-RU" dirty="0"/>
              <a:t>Иш барагы 2 өлчөмдө.</a:t>
            </a:r>
            <a:endParaRPr lang="en-US" dirty="0"/>
          </a:p>
          <a:p>
            <a:endParaRPr lang="en-US" dirty="0"/>
          </a:p>
          <a:p>
            <a:r>
              <a:rPr lang="ru-RU" dirty="0"/>
              <a:t>Анимацияларды текшерип, </a:t>
            </a:r>
            <a:r>
              <a:rPr lang="ky-KG" dirty="0"/>
              <a:t>сабагы</a:t>
            </a:r>
            <a:r>
              <a:rPr lang="ru-RU" dirty="0"/>
              <a:t>ң</a:t>
            </a:r>
            <a:r>
              <a:rPr lang="ky-KG" dirty="0"/>
              <a:t>ызга </a:t>
            </a:r>
            <a:r>
              <a:rPr lang="ru-RU" b="1" dirty="0">
                <a:solidFill>
                  <a:srgbClr val="FF0000"/>
                </a:solidFill>
              </a:rPr>
              <a:t>КЕРЕГИ ЖОК </a:t>
            </a:r>
            <a:r>
              <a:rPr lang="ru-RU" dirty="0"/>
              <a:t>слайддарды </a:t>
            </a:r>
            <a:r>
              <a:rPr lang="ru-RU" sz="2600" b="1" dirty="0">
                <a:solidFill>
                  <a:srgbClr val="FF0000"/>
                </a:solidFill>
              </a:rPr>
              <a:t>ӨЧҮРҮ</a:t>
            </a:r>
            <a:r>
              <a:rPr lang="ky-KG" sz="2600" b="1" dirty="0">
                <a:solidFill>
                  <a:srgbClr val="FF0000"/>
                </a:solidFill>
              </a:rPr>
              <a:t>П САЛЫ</a:t>
            </a:r>
            <a:r>
              <a:rPr lang="ru-RU" sz="2600" b="1" dirty="0">
                <a:solidFill>
                  <a:srgbClr val="FF0000"/>
                </a:solidFill>
              </a:rPr>
              <a:t>ҢЫЗ.</a:t>
            </a:r>
            <a:endParaRPr lang="en-US" b="1" dirty="0">
              <a:solidFill>
                <a:srgbClr val="FF0000"/>
              </a:solidFill>
            </a:endParaRPr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A9C32CF0-A8B2-1442-8506-9CB94EBCF53A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172720" y="183336"/>
            <a:ext cx="7641034" cy="1137642"/>
          </a:xfrm>
        </p:spPr>
        <p:txBody>
          <a:bodyPr>
            <a:normAutofit/>
          </a:bodyPr>
          <a:lstStyle/>
          <a:p>
            <a:r>
              <a:rPr lang="en-US" sz="5363" dirty="0" err="1">
                <a:solidFill>
                  <a:srgbClr val="00B0F0"/>
                </a:solidFill>
              </a:rPr>
              <a:t>MathKGZ</a:t>
            </a:r>
            <a:r>
              <a:rPr lang="en-US" sz="4225" dirty="0">
                <a:solidFill>
                  <a:srgbClr val="00B0F0"/>
                </a:solidFill>
              </a:rPr>
              <a:t>  -- </a:t>
            </a:r>
          </a:p>
        </p:txBody>
      </p:sp>
    </p:spTree>
    <p:extLst>
      <p:ext uri="{BB962C8B-B14F-4D97-AF65-F5344CB8AC3E}">
        <p14:creationId xmlns:p14="http://schemas.microsoft.com/office/powerpoint/2010/main" val="407568864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8C607CF9-E50E-9AA7-6318-72D20636A58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17204" y="189811"/>
            <a:ext cx="9577036" cy="657557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32595592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extBox 11">
            <a:extLst>
              <a:ext uri="{FF2B5EF4-FFF2-40B4-BE49-F238E27FC236}">
                <a16:creationId xmlns:a16="http://schemas.microsoft.com/office/drawing/2014/main" id="{F25A42F1-035D-4220-8486-BD9E60CA5899}"/>
              </a:ext>
            </a:extLst>
          </p:cNvPr>
          <p:cNvSpPr txBox="1"/>
          <p:nvPr/>
        </p:nvSpPr>
        <p:spPr>
          <a:xfrm>
            <a:off x="52447" y="288146"/>
            <a:ext cx="156324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0,1 + 0,2 = _________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02C13699-AEC6-C513-B917-058123553283}"/>
              </a:ext>
            </a:extLst>
          </p:cNvPr>
          <p:cNvCxnSpPr>
            <a:cxnSpLocks/>
          </p:cNvCxnSpPr>
          <p:nvPr/>
        </p:nvCxnSpPr>
        <p:spPr>
          <a:xfrm flipH="1">
            <a:off x="82062" y="3429280"/>
            <a:ext cx="9741876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TextBox 93">
            <a:extLst>
              <a:ext uri="{FF2B5EF4-FFF2-40B4-BE49-F238E27FC236}">
                <a16:creationId xmlns:a16="http://schemas.microsoft.com/office/drawing/2014/main" id="{64D4E531-710E-A7E6-3E8D-C69C32FCF831}"/>
              </a:ext>
            </a:extLst>
          </p:cNvPr>
          <p:cNvSpPr txBox="1"/>
          <p:nvPr/>
        </p:nvSpPr>
        <p:spPr>
          <a:xfrm>
            <a:off x="285591" y="-27580"/>
            <a:ext cx="93589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ru-RU" sz="1200" dirty="0">
                <a:solidFill>
                  <a:schemeClr val="bg1">
                    <a:lumMod val="65000"/>
                  </a:schemeClr>
                </a:solidFill>
                <a:latin typeface="Cooper Black" panose="0208090404030B020404" pitchFamily="18" charset="0"/>
              </a:rPr>
              <a:t>100 чарчы</a:t>
            </a:r>
            <a:endParaRPr lang="en-GB" sz="1200" dirty="0">
              <a:solidFill>
                <a:schemeClr val="bg1">
                  <a:lumMod val="65000"/>
                </a:schemeClr>
              </a:solidFill>
              <a:latin typeface="Cooper Black" panose="0208090404030B020404" pitchFamily="18" charset="0"/>
            </a:endParaRPr>
          </a:p>
        </p:txBody>
      </p:sp>
      <p:graphicFrame>
        <p:nvGraphicFramePr>
          <p:cNvPr id="34" name="Table 6">
            <a:extLst>
              <a:ext uri="{FF2B5EF4-FFF2-40B4-BE49-F238E27FC236}">
                <a16:creationId xmlns:a16="http://schemas.microsoft.com/office/drawing/2014/main" id="{2B5658C5-ACD0-07FC-8497-2700CFE79749}"/>
              </a:ext>
            </a:extLst>
          </p:cNvPr>
          <p:cNvGraphicFramePr>
            <a:graphicFrameLocks noGrp="1"/>
          </p:cNvGraphicFramePr>
          <p:nvPr/>
        </p:nvGraphicFramePr>
        <p:xfrm>
          <a:off x="375753" y="650816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36" name="TextBox 35">
            <a:extLst>
              <a:ext uri="{FF2B5EF4-FFF2-40B4-BE49-F238E27FC236}">
                <a16:creationId xmlns:a16="http://schemas.microsoft.com/office/drawing/2014/main" id="{2D1D8A65-A6D2-7494-876C-6E6787D84559}"/>
              </a:ext>
            </a:extLst>
          </p:cNvPr>
          <p:cNvSpPr txBox="1"/>
          <p:nvPr/>
        </p:nvSpPr>
        <p:spPr>
          <a:xfrm>
            <a:off x="1693110" y="-27580"/>
            <a:ext cx="209377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ru-RU" sz="1200" dirty="0"/>
              <a:t>2 орундуу ондуктарды кошуу</a:t>
            </a:r>
            <a:endParaRPr lang="en-GB" sz="1200" dirty="0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ABE32DAB-FC24-3C67-48C9-DC98ED9F648F}"/>
              </a:ext>
            </a:extLst>
          </p:cNvPr>
          <p:cNvSpPr txBox="1"/>
          <p:nvPr/>
        </p:nvSpPr>
        <p:spPr>
          <a:xfrm>
            <a:off x="23317" y="1010242"/>
            <a:ext cx="30809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a)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9ECC103E-C661-3A18-7D47-2FCABB455C38}"/>
              </a:ext>
            </a:extLst>
          </p:cNvPr>
          <p:cNvSpPr txBox="1"/>
          <p:nvPr/>
        </p:nvSpPr>
        <p:spPr>
          <a:xfrm>
            <a:off x="4336358" y="-32940"/>
            <a:ext cx="505266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ru-RU" sz="1200" dirty="0"/>
              <a:t>Эсептөөнү аягына чыгарууга жардам берүү үчүн ар бир 10</a:t>
            </a:r>
            <a:r>
              <a:rPr lang="en-GB" sz="1200" dirty="0"/>
              <a:t>x10 </a:t>
            </a:r>
            <a:r>
              <a:rPr lang="ru-RU" sz="1200" dirty="0"/>
              <a:t>колдонуңуз.</a:t>
            </a:r>
            <a:endParaRPr lang="en-GB" sz="1200" dirty="0"/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B485A85E-B95F-28F6-7B81-332F6E871710}"/>
              </a:ext>
            </a:extLst>
          </p:cNvPr>
          <p:cNvSpPr txBox="1"/>
          <p:nvPr/>
        </p:nvSpPr>
        <p:spPr>
          <a:xfrm>
            <a:off x="13174" y="1928755"/>
            <a:ext cx="164179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0,2 + 0,23 = _________</a:t>
            </a:r>
          </a:p>
        </p:txBody>
      </p:sp>
      <p:graphicFrame>
        <p:nvGraphicFramePr>
          <p:cNvPr id="48" name="Table 6">
            <a:extLst>
              <a:ext uri="{FF2B5EF4-FFF2-40B4-BE49-F238E27FC236}">
                <a16:creationId xmlns:a16="http://schemas.microsoft.com/office/drawing/2014/main" id="{83176EB0-EADB-D410-12C9-7D6F526496C6}"/>
              </a:ext>
            </a:extLst>
          </p:cNvPr>
          <p:cNvGraphicFramePr>
            <a:graphicFrameLocks noGrp="1"/>
          </p:cNvGraphicFramePr>
          <p:nvPr/>
        </p:nvGraphicFramePr>
        <p:xfrm>
          <a:off x="375753" y="2291425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50" name="TextBox 49">
            <a:extLst>
              <a:ext uri="{FF2B5EF4-FFF2-40B4-BE49-F238E27FC236}">
                <a16:creationId xmlns:a16="http://schemas.microsoft.com/office/drawing/2014/main" id="{2159F35D-0D6E-9980-E1AB-BC41C59788E0}"/>
              </a:ext>
            </a:extLst>
          </p:cNvPr>
          <p:cNvSpPr txBox="1"/>
          <p:nvPr/>
        </p:nvSpPr>
        <p:spPr>
          <a:xfrm>
            <a:off x="19310" y="2650851"/>
            <a:ext cx="31611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b)</a:t>
            </a: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F665E05F-E4FC-229E-FAEA-CCBF17C52762}"/>
              </a:ext>
            </a:extLst>
          </p:cNvPr>
          <p:cNvSpPr txBox="1"/>
          <p:nvPr/>
        </p:nvSpPr>
        <p:spPr>
          <a:xfrm>
            <a:off x="2131533" y="288146"/>
            <a:ext cx="164179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0,3 + 0,15 = _________</a:t>
            </a:r>
          </a:p>
        </p:txBody>
      </p:sp>
      <p:graphicFrame>
        <p:nvGraphicFramePr>
          <p:cNvPr id="67" name="Table 6">
            <a:extLst>
              <a:ext uri="{FF2B5EF4-FFF2-40B4-BE49-F238E27FC236}">
                <a16:creationId xmlns:a16="http://schemas.microsoft.com/office/drawing/2014/main" id="{DB8BEAFE-E876-39C3-2B19-73246F385BC8}"/>
              </a:ext>
            </a:extLst>
          </p:cNvPr>
          <p:cNvGraphicFramePr>
            <a:graphicFrameLocks noGrp="1"/>
          </p:cNvGraphicFramePr>
          <p:nvPr/>
        </p:nvGraphicFramePr>
        <p:xfrm>
          <a:off x="2494113" y="650816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69" name="TextBox 68">
            <a:extLst>
              <a:ext uri="{FF2B5EF4-FFF2-40B4-BE49-F238E27FC236}">
                <a16:creationId xmlns:a16="http://schemas.microsoft.com/office/drawing/2014/main" id="{9F654151-3701-2C6C-D30E-EA5DC171B842}"/>
              </a:ext>
            </a:extLst>
          </p:cNvPr>
          <p:cNvSpPr txBox="1"/>
          <p:nvPr/>
        </p:nvSpPr>
        <p:spPr>
          <a:xfrm>
            <a:off x="2141677" y="1010242"/>
            <a:ext cx="30809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c)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FADD4D9A-F7A0-22A6-7354-1F0E7AB58100}"/>
              </a:ext>
            </a:extLst>
          </p:cNvPr>
          <p:cNvSpPr txBox="1"/>
          <p:nvPr/>
        </p:nvSpPr>
        <p:spPr>
          <a:xfrm>
            <a:off x="2131534" y="1928755"/>
            <a:ext cx="164179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0,1 + 0,18 = _________</a:t>
            </a:r>
          </a:p>
        </p:txBody>
      </p:sp>
      <p:graphicFrame>
        <p:nvGraphicFramePr>
          <p:cNvPr id="71" name="Table 6">
            <a:extLst>
              <a:ext uri="{FF2B5EF4-FFF2-40B4-BE49-F238E27FC236}">
                <a16:creationId xmlns:a16="http://schemas.microsoft.com/office/drawing/2014/main" id="{8E08D62E-CF59-811A-4DCF-E51D80ABFD5F}"/>
              </a:ext>
            </a:extLst>
          </p:cNvPr>
          <p:cNvGraphicFramePr>
            <a:graphicFrameLocks noGrp="1"/>
          </p:cNvGraphicFramePr>
          <p:nvPr/>
        </p:nvGraphicFramePr>
        <p:xfrm>
          <a:off x="2494113" y="2291425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73" name="TextBox 72">
            <a:extLst>
              <a:ext uri="{FF2B5EF4-FFF2-40B4-BE49-F238E27FC236}">
                <a16:creationId xmlns:a16="http://schemas.microsoft.com/office/drawing/2014/main" id="{254B46B5-1E44-9239-12D4-68A22E7382F5}"/>
              </a:ext>
            </a:extLst>
          </p:cNvPr>
          <p:cNvSpPr txBox="1"/>
          <p:nvPr/>
        </p:nvSpPr>
        <p:spPr>
          <a:xfrm>
            <a:off x="2137670" y="2650851"/>
            <a:ext cx="31611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d)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5DA4A78A-FB25-38E5-C74C-6ABB0D903675}"/>
              </a:ext>
            </a:extLst>
          </p:cNvPr>
          <p:cNvSpPr txBox="1"/>
          <p:nvPr/>
        </p:nvSpPr>
        <p:spPr>
          <a:xfrm>
            <a:off x="4058219" y="288146"/>
            <a:ext cx="17203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0,16 + 0,13 = _________</a:t>
            </a:r>
          </a:p>
        </p:txBody>
      </p:sp>
      <p:graphicFrame>
        <p:nvGraphicFramePr>
          <p:cNvPr id="75" name="Table 6">
            <a:extLst>
              <a:ext uri="{FF2B5EF4-FFF2-40B4-BE49-F238E27FC236}">
                <a16:creationId xmlns:a16="http://schemas.microsoft.com/office/drawing/2014/main" id="{FD7BC8CB-ED2D-9EF0-30E1-3162B6B04D94}"/>
              </a:ext>
            </a:extLst>
          </p:cNvPr>
          <p:cNvGraphicFramePr>
            <a:graphicFrameLocks noGrp="1"/>
          </p:cNvGraphicFramePr>
          <p:nvPr/>
        </p:nvGraphicFramePr>
        <p:xfrm>
          <a:off x="4460073" y="650816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77" name="TextBox 76">
            <a:extLst>
              <a:ext uri="{FF2B5EF4-FFF2-40B4-BE49-F238E27FC236}">
                <a16:creationId xmlns:a16="http://schemas.microsoft.com/office/drawing/2014/main" id="{28F26C4A-8AAA-32FA-C1B2-30321B3269D4}"/>
              </a:ext>
            </a:extLst>
          </p:cNvPr>
          <p:cNvSpPr txBox="1"/>
          <p:nvPr/>
        </p:nvSpPr>
        <p:spPr>
          <a:xfrm>
            <a:off x="4107637" y="1010242"/>
            <a:ext cx="30809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e)</a:t>
            </a: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835D58E6-0C46-C2CE-C29E-A9AC59CD4F2B}"/>
              </a:ext>
            </a:extLst>
          </p:cNvPr>
          <p:cNvSpPr txBox="1"/>
          <p:nvPr/>
        </p:nvSpPr>
        <p:spPr>
          <a:xfrm>
            <a:off x="4058220" y="1928755"/>
            <a:ext cx="17203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0,11 + 0,22 = _________</a:t>
            </a:r>
          </a:p>
        </p:txBody>
      </p:sp>
      <p:graphicFrame>
        <p:nvGraphicFramePr>
          <p:cNvPr id="79" name="Table 6">
            <a:extLst>
              <a:ext uri="{FF2B5EF4-FFF2-40B4-BE49-F238E27FC236}">
                <a16:creationId xmlns:a16="http://schemas.microsoft.com/office/drawing/2014/main" id="{EF9B29BB-D213-639B-478A-E6814E5C486E}"/>
              </a:ext>
            </a:extLst>
          </p:cNvPr>
          <p:cNvGraphicFramePr>
            <a:graphicFrameLocks noGrp="1"/>
          </p:cNvGraphicFramePr>
          <p:nvPr/>
        </p:nvGraphicFramePr>
        <p:xfrm>
          <a:off x="4460073" y="2291425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81" name="TextBox 80">
            <a:extLst>
              <a:ext uri="{FF2B5EF4-FFF2-40B4-BE49-F238E27FC236}">
                <a16:creationId xmlns:a16="http://schemas.microsoft.com/office/drawing/2014/main" id="{EF8E7E36-C478-36F2-42C1-860A21EC65D1}"/>
              </a:ext>
            </a:extLst>
          </p:cNvPr>
          <p:cNvSpPr txBox="1"/>
          <p:nvPr/>
        </p:nvSpPr>
        <p:spPr>
          <a:xfrm>
            <a:off x="4120141" y="2650851"/>
            <a:ext cx="28309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f)</a:t>
            </a: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B39A7162-C07A-D0A1-6468-C5AA6961491E}"/>
              </a:ext>
            </a:extLst>
          </p:cNvPr>
          <p:cNvSpPr txBox="1"/>
          <p:nvPr/>
        </p:nvSpPr>
        <p:spPr>
          <a:xfrm>
            <a:off x="6063456" y="288146"/>
            <a:ext cx="164179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0,61 + 0,2 = _________</a:t>
            </a:r>
          </a:p>
        </p:txBody>
      </p:sp>
      <p:graphicFrame>
        <p:nvGraphicFramePr>
          <p:cNvPr id="83" name="Table 6">
            <a:extLst>
              <a:ext uri="{FF2B5EF4-FFF2-40B4-BE49-F238E27FC236}">
                <a16:creationId xmlns:a16="http://schemas.microsoft.com/office/drawing/2014/main" id="{9DBF6172-6775-74FD-5FE9-E2C57C7C13E0}"/>
              </a:ext>
            </a:extLst>
          </p:cNvPr>
          <p:cNvGraphicFramePr>
            <a:graphicFrameLocks noGrp="1"/>
          </p:cNvGraphicFramePr>
          <p:nvPr/>
        </p:nvGraphicFramePr>
        <p:xfrm>
          <a:off x="6426033" y="650816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85" name="TextBox 84">
            <a:extLst>
              <a:ext uri="{FF2B5EF4-FFF2-40B4-BE49-F238E27FC236}">
                <a16:creationId xmlns:a16="http://schemas.microsoft.com/office/drawing/2014/main" id="{1932B5A8-FC0F-2121-DCC4-E01E454BF8F9}"/>
              </a:ext>
            </a:extLst>
          </p:cNvPr>
          <p:cNvSpPr txBox="1"/>
          <p:nvPr/>
        </p:nvSpPr>
        <p:spPr>
          <a:xfrm>
            <a:off x="6073597" y="1010242"/>
            <a:ext cx="30809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g)</a:t>
            </a: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0F408104-06B3-8CB7-0B73-ED5F612606DB}"/>
              </a:ext>
            </a:extLst>
          </p:cNvPr>
          <p:cNvSpPr txBox="1"/>
          <p:nvPr/>
        </p:nvSpPr>
        <p:spPr>
          <a:xfrm>
            <a:off x="6063453" y="1928755"/>
            <a:ext cx="164179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0,2 + 0,06 = _________</a:t>
            </a:r>
          </a:p>
        </p:txBody>
      </p:sp>
      <p:graphicFrame>
        <p:nvGraphicFramePr>
          <p:cNvPr id="87" name="Table 6">
            <a:extLst>
              <a:ext uri="{FF2B5EF4-FFF2-40B4-BE49-F238E27FC236}">
                <a16:creationId xmlns:a16="http://schemas.microsoft.com/office/drawing/2014/main" id="{D25B1E53-42F8-FBD4-A4F0-AE9E6D123D73}"/>
              </a:ext>
            </a:extLst>
          </p:cNvPr>
          <p:cNvGraphicFramePr>
            <a:graphicFrameLocks noGrp="1"/>
          </p:cNvGraphicFramePr>
          <p:nvPr/>
        </p:nvGraphicFramePr>
        <p:xfrm>
          <a:off x="6426033" y="2291425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89" name="TextBox 88">
            <a:extLst>
              <a:ext uri="{FF2B5EF4-FFF2-40B4-BE49-F238E27FC236}">
                <a16:creationId xmlns:a16="http://schemas.microsoft.com/office/drawing/2014/main" id="{147CABDE-FEF2-30CE-2317-176673CFF475}"/>
              </a:ext>
            </a:extLst>
          </p:cNvPr>
          <p:cNvSpPr txBox="1"/>
          <p:nvPr/>
        </p:nvSpPr>
        <p:spPr>
          <a:xfrm>
            <a:off x="6069590" y="2650851"/>
            <a:ext cx="31611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h)</a:t>
            </a: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C37DEEF9-299E-399C-21F1-A57B9855D2EA}"/>
              </a:ext>
            </a:extLst>
          </p:cNvPr>
          <p:cNvSpPr txBox="1"/>
          <p:nvPr/>
        </p:nvSpPr>
        <p:spPr>
          <a:xfrm>
            <a:off x="7871959" y="288146"/>
            <a:ext cx="206338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0,3 + 0,21 + 0,17 = _________</a:t>
            </a:r>
          </a:p>
        </p:txBody>
      </p:sp>
      <p:graphicFrame>
        <p:nvGraphicFramePr>
          <p:cNvPr id="91" name="Table 6">
            <a:extLst>
              <a:ext uri="{FF2B5EF4-FFF2-40B4-BE49-F238E27FC236}">
                <a16:creationId xmlns:a16="http://schemas.microsoft.com/office/drawing/2014/main" id="{E4363E27-D7B6-8588-58A8-5B289F155460}"/>
              </a:ext>
            </a:extLst>
          </p:cNvPr>
          <p:cNvGraphicFramePr>
            <a:graphicFrameLocks noGrp="1"/>
          </p:cNvGraphicFramePr>
          <p:nvPr/>
        </p:nvGraphicFramePr>
        <p:xfrm>
          <a:off x="8445333" y="650816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100" name="TextBox 99">
            <a:extLst>
              <a:ext uri="{FF2B5EF4-FFF2-40B4-BE49-F238E27FC236}">
                <a16:creationId xmlns:a16="http://schemas.microsoft.com/office/drawing/2014/main" id="{8C1CCA5D-35A4-810B-2055-78535719AE5A}"/>
              </a:ext>
            </a:extLst>
          </p:cNvPr>
          <p:cNvSpPr txBox="1"/>
          <p:nvPr/>
        </p:nvSpPr>
        <p:spPr>
          <a:xfrm>
            <a:off x="8111332" y="1010242"/>
            <a:ext cx="27122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 err="1">
                <a:solidFill>
                  <a:schemeClr val="bg1">
                    <a:lumMod val="50000"/>
                  </a:schemeClr>
                </a:solidFill>
              </a:rPr>
              <a:t>i</a:t>
            </a:r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)</a:t>
            </a: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05726D12-145E-76EA-7F88-D0F8E68A28E9}"/>
              </a:ext>
            </a:extLst>
          </p:cNvPr>
          <p:cNvSpPr txBox="1"/>
          <p:nvPr/>
        </p:nvSpPr>
        <p:spPr>
          <a:xfrm>
            <a:off x="7832686" y="1928755"/>
            <a:ext cx="214193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0,08 + 0,41 + 0,24 = _________</a:t>
            </a:r>
          </a:p>
        </p:txBody>
      </p:sp>
      <p:graphicFrame>
        <p:nvGraphicFramePr>
          <p:cNvPr id="102" name="Table 6">
            <a:extLst>
              <a:ext uri="{FF2B5EF4-FFF2-40B4-BE49-F238E27FC236}">
                <a16:creationId xmlns:a16="http://schemas.microsoft.com/office/drawing/2014/main" id="{BE3DC445-D7EB-B81D-5E23-C60CDDF6C558}"/>
              </a:ext>
            </a:extLst>
          </p:cNvPr>
          <p:cNvGraphicFramePr>
            <a:graphicFrameLocks noGrp="1"/>
          </p:cNvGraphicFramePr>
          <p:nvPr/>
        </p:nvGraphicFramePr>
        <p:xfrm>
          <a:off x="8445333" y="2291425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104" name="TextBox 103">
            <a:extLst>
              <a:ext uri="{FF2B5EF4-FFF2-40B4-BE49-F238E27FC236}">
                <a16:creationId xmlns:a16="http://schemas.microsoft.com/office/drawing/2014/main" id="{3D94A023-9AFA-329C-83E9-FF0615541B59}"/>
              </a:ext>
            </a:extLst>
          </p:cNvPr>
          <p:cNvSpPr txBox="1"/>
          <p:nvPr/>
        </p:nvSpPr>
        <p:spPr>
          <a:xfrm>
            <a:off x="8110530" y="2650851"/>
            <a:ext cx="27283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j)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9C2EDE4A-FDA0-63DB-B282-7D89DFE40102}"/>
              </a:ext>
            </a:extLst>
          </p:cNvPr>
          <p:cNvSpPr txBox="1"/>
          <p:nvPr/>
        </p:nvSpPr>
        <p:spPr>
          <a:xfrm>
            <a:off x="-26101" y="3812743"/>
            <a:ext cx="17203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0,34 − 0,02 = _________</a:t>
            </a: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377B12AA-61F9-86B5-E140-503E41D1EB16}"/>
              </a:ext>
            </a:extLst>
          </p:cNvPr>
          <p:cNvSpPr txBox="1"/>
          <p:nvPr/>
        </p:nvSpPr>
        <p:spPr>
          <a:xfrm>
            <a:off x="285591" y="3497017"/>
            <a:ext cx="93589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ru-RU" sz="1200" dirty="0">
                <a:solidFill>
                  <a:schemeClr val="bg1">
                    <a:lumMod val="65000"/>
                  </a:schemeClr>
                </a:solidFill>
                <a:latin typeface="Cooper Black" panose="0208090404030B020404" pitchFamily="18" charset="0"/>
              </a:rPr>
              <a:t>100 чарчы</a:t>
            </a:r>
            <a:endParaRPr lang="en-GB" sz="1200" dirty="0">
              <a:solidFill>
                <a:schemeClr val="bg1">
                  <a:lumMod val="65000"/>
                </a:schemeClr>
              </a:solidFill>
              <a:latin typeface="Cooper Black" panose="0208090404030B020404" pitchFamily="18" charset="0"/>
            </a:endParaRPr>
          </a:p>
        </p:txBody>
      </p:sp>
      <p:graphicFrame>
        <p:nvGraphicFramePr>
          <p:cNvPr id="108" name="Table 6">
            <a:extLst>
              <a:ext uri="{FF2B5EF4-FFF2-40B4-BE49-F238E27FC236}">
                <a16:creationId xmlns:a16="http://schemas.microsoft.com/office/drawing/2014/main" id="{98B61045-3F5E-CBE9-F476-CB92A7E51A3E}"/>
              </a:ext>
            </a:extLst>
          </p:cNvPr>
          <p:cNvGraphicFramePr>
            <a:graphicFrameLocks noGrp="1"/>
          </p:cNvGraphicFramePr>
          <p:nvPr/>
        </p:nvGraphicFramePr>
        <p:xfrm>
          <a:off x="375753" y="4175413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110" name="TextBox 109">
            <a:extLst>
              <a:ext uri="{FF2B5EF4-FFF2-40B4-BE49-F238E27FC236}">
                <a16:creationId xmlns:a16="http://schemas.microsoft.com/office/drawing/2014/main" id="{BD7AF410-637B-0D2E-A79C-EEA519BBF3D7}"/>
              </a:ext>
            </a:extLst>
          </p:cNvPr>
          <p:cNvSpPr txBox="1"/>
          <p:nvPr/>
        </p:nvSpPr>
        <p:spPr>
          <a:xfrm>
            <a:off x="1628447" y="3497017"/>
            <a:ext cx="222310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ru-RU" sz="1200" dirty="0"/>
              <a:t>2 орундуу ондуктарды кемитүү</a:t>
            </a:r>
            <a:endParaRPr lang="en-GB" sz="1200" dirty="0"/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AD06DE2A-B4D3-C20A-A14D-91C54287C8D4}"/>
              </a:ext>
            </a:extLst>
          </p:cNvPr>
          <p:cNvSpPr txBox="1"/>
          <p:nvPr/>
        </p:nvSpPr>
        <p:spPr>
          <a:xfrm>
            <a:off x="23317" y="4534839"/>
            <a:ext cx="30809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a)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7AA2B691-5E63-198B-FC4A-28E901336459}"/>
              </a:ext>
            </a:extLst>
          </p:cNvPr>
          <p:cNvSpPr txBox="1"/>
          <p:nvPr/>
        </p:nvSpPr>
        <p:spPr>
          <a:xfrm>
            <a:off x="4480715" y="3497017"/>
            <a:ext cx="505266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ru-RU" sz="1200" dirty="0"/>
              <a:t>Эсептөөнү аягына чыгарууга жардам берүү үчүн ар бир 10</a:t>
            </a:r>
            <a:r>
              <a:rPr lang="en-GB" sz="1200" dirty="0"/>
              <a:t>x10 </a:t>
            </a:r>
            <a:r>
              <a:rPr lang="ru-RU" sz="1200" dirty="0"/>
              <a:t>колдонуңуз.</a:t>
            </a:r>
            <a:endParaRPr lang="en-GB" sz="1200" dirty="0"/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457DA940-CBBD-86BE-720C-8AC8172A3541}"/>
              </a:ext>
            </a:extLst>
          </p:cNvPr>
          <p:cNvSpPr txBox="1"/>
          <p:nvPr/>
        </p:nvSpPr>
        <p:spPr>
          <a:xfrm>
            <a:off x="13174" y="5453352"/>
            <a:ext cx="164179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0,4 − 0,05 = _________</a:t>
            </a:r>
          </a:p>
        </p:txBody>
      </p:sp>
      <p:graphicFrame>
        <p:nvGraphicFramePr>
          <p:cNvPr id="114" name="Table 6">
            <a:extLst>
              <a:ext uri="{FF2B5EF4-FFF2-40B4-BE49-F238E27FC236}">
                <a16:creationId xmlns:a16="http://schemas.microsoft.com/office/drawing/2014/main" id="{7C0DD4EB-E14F-5F09-CB7A-5612A18897F9}"/>
              </a:ext>
            </a:extLst>
          </p:cNvPr>
          <p:cNvGraphicFramePr>
            <a:graphicFrameLocks noGrp="1"/>
          </p:cNvGraphicFramePr>
          <p:nvPr/>
        </p:nvGraphicFramePr>
        <p:xfrm>
          <a:off x="375753" y="5816022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116" name="TextBox 115">
            <a:extLst>
              <a:ext uri="{FF2B5EF4-FFF2-40B4-BE49-F238E27FC236}">
                <a16:creationId xmlns:a16="http://schemas.microsoft.com/office/drawing/2014/main" id="{8C13BF93-A191-4A66-66CC-E800808BFFA5}"/>
              </a:ext>
            </a:extLst>
          </p:cNvPr>
          <p:cNvSpPr txBox="1"/>
          <p:nvPr/>
        </p:nvSpPr>
        <p:spPr>
          <a:xfrm>
            <a:off x="19310" y="6175448"/>
            <a:ext cx="31611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b)</a:t>
            </a: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9F152955-9ECF-0179-6049-355559BB11BF}"/>
              </a:ext>
            </a:extLst>
          </p:cNvPr>
          <p:cNvSpPr txBox="1"/>
          <p:nvPr/>
        </p:nvSpPr>
        <p:spPr>
          <a:xfrm>
            <a:off x="2131533" y="3812743"/>
            <a:ext cx="164179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0,6 − 0,07 = _________</a:t>
            </a: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06EA7B58-7D26-E732-4A8D-0A0149156F7E}"/>
              </a:ext>
            </a:extLst>
          </p:cNvPr>
          <p:cNvSpPr txBox="1"/>
          <p:nvPr/>
        </p:nvSpPr>
        <p:spPr>
          <a:xfrm>
            <a:off x="2141677" y="4534839"/>
            <a:ext cx="30809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c)</a:t>
            </a: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D060ABBA-8DCD-678B-5B69-17763B91AE84}"/>
              </a:ext>
            </a:extLst>
          </p:cNvPr>
          <p:cNvSpPr txBox="1"/>
          <p:nvPr/>
        </p:nvSpPr>
        <p:spPr>
          <a:xfrm>
            <a:off x="2092260" y="5453352"/>
            <a:ext cx="17203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0,14 − 0,06 = _________</a:t>
            </a: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3CD97CF3-F149-88B4-3561-3CA12546398B}"/>
              </a:ext>
            </a:extLst>
          </p:cNvPr>
          <p:cNvSpPr txBox="1"/>
          <p:nvPr/>
        </p:nvSpPr>
        <p:spPr>
          <a:xfrm>
            <a:off x="2137670" y="6175448"/>
            <a:ext cx="31611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d)</a:t>
            </a: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8287BA7D-39EF-042A-7D77-B49BF0C7E426}"/>
              </a:ext>
            </a:extLst>
          </p:cNvPr>
          <p:cNvSpPr txBox="1"/>
          <p:nvPr/>
        </p:nvSpPr>
        <p:spPr>
          <a:xfrm>
            <a:off x="4156002" y="3812743"/>
            <a:ext cx="152477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1 − 0,25 = _________</a:t>
            </a: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3C472AC1-1881-0BB2-7636-0B9EEE64D750}"/>
              </a:ext>
            </a:extLst>
          </p:cNvPr>
          <p:cNvSpPr txBox="1"/>
          <p:nvPr/>
        </p:nvSpPr>
        <p:spPr>
          <a:xfrm>
            <a:off x="4107637" y="4534839"/>
            <a:ext cx="30809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e)</a:t>
            </a: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2E5E74B0-CA34-EB96-5F38-7BFD69A4AD90}"/>
              </a:ext>
            </a:extLst>
          </p:cNvPr>
          <p:cNvSpPr txBox="1"/>
          <p:nvPr/>
        </p:nvSpPr>
        <p:spPr>
          <a:xfrm>
            <a:off x="4058220" y="5453352"/>
            <a:ext cx="172034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0,72 − 0,31 = _________</a:t>
            </a: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2D8F329F-EEA5-1A1B-4AEA-13EF5D455C34}"/>
              </a:ext>
            </a:extLst>
          </p:cNvPr>
          <p:cNvSpPr txBox="1"/>
          <p:nvPr/>
        </p:nvSpPr>
        <p:spPr>
          <a:xfrm>
            <a:off x="4120141" y="6175448"/>
            <a:ext cx="28309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f)</a:t>
            </a: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3504FF31-FE42-FE2E-BDC0-8401A6651915}"/>
              </a:ext>
            </a:extLst>
          </p:cNvPr>
          <p:cNvSpPr txBox="1"/>
          <p:nvPr/>
        </p:nvSpPr>
        <p:spPr>
          <a:xfrm>
            <a:off x="6063456" y="3812743"/>
            <a:ext cx="164179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0,6 − 0,28 = _________</a:t>
            </a:r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77C09488-0698-4C5A-9CCF-60F814575719}"/>
              </a:ext>
            </a:extLst>
          </p:cNvPr>
          <p:cNvSpPr txBox="1"/>
          <p:nvPr/>
        </p:nvSpPr>
        <p:spPr>
          <a:xfrm>
            <a:off x="6073597" y="4534839"/>
            <a:ext cx="30809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g)</a:t>
            </a:r>
          </a:p>
        </p:txBody>
      </p:sp>
      <p:sp>
        <p:nvSpPr>
          <p:cNvPr id="137" name="TextBox 136">
            <a:extLst>
              <a:ext uri="{FF2B5EF4-FFF2-40B4-BE49-F238E27FC236}">
                <a16:creationId xmlns:a16="http://schemas.microsoft.com/office/drawing/2014/main" id="{C2086CD7-3DB2-8E87-2C18-40D77615CDE0}"/>
              </a:ext>
            </a:extLst>
          </p:cNvPr>
          <p:cNvSpPr txBox="1"/>
          <p:nvPr/>
        </p:nvSpPr>
        <p:spPr>
          <a:xfrm>
            <a:off x="5852659" y="5453352"/>
            <a:ext cx="206338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0,4 + 0,12 − 0,05 = _________</a:t>
            </a: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EDE141B0-5E1C-CD75-6C39-C8CC8F7BBD64}"/>
              </a:ext>
            </a:extLst>
          </p:cNvPr>
          <p:cNvSpPr txBox="1"/>
          <p:nvPr/>
        </p:nvSpPr>
        <p:spPr>
          <a:xfrm>
            <a:off x="6069590" y="6175448"/>
            <a:ext cx="31611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h)</a:t>
            </a: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8E109A3F-B6E9-F126-9D7B-1A37B3A68ACE}"/>
              </a:ext>
            </a:extLst>
          </p:cNvPr>
          <p:cNvSpPr txBox="1"/>
          <p:nvPr/>
        </p:nvSpPr>
        <p:spPr>
          <a:xfrm>
            <a:off x="7871961" y="3812743"/>
            <a:ext cx="206338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0,62 − 0,18 + 0,3 = _________</a:t>
            </a:r>
          </a:p>
        </p:txBody>
      </p:sp>
      <p:sp>
        <p:nvSpPr>
          <p:cNvPr id="144" name="TextBox 143">
            <a:extLst>
              <a:ext uri="{FF2B5EF4-FFF2-40B4-BE49-F238E27FC236}">
                <a16:creationId xmlns:a16="http://schemas.microsoft.com/office/drawing/2014/main" id="{E55C8446-9B8A-8678-8DEE-EA4996EC9173}"/>
              </a:ext>
            </a:extLst>
          </p:cNvPr>
          <p:cNvSpPr txBox="1"/>
          <p:nvPr/>
        </p:nvSpPr>
        <p:spPr>
          <a:xfrm>
            <a:off x="8111332" y="4534839"/>
            <a:ext cx="27122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 err="1">
                <a:solidFill>
                  <a:schemeClr val="bg1">
                    <a:lumMod val="50000"/>
                  </a:schemeClr>
                </a:solidFill>
              </a:rPr>
              <a:t>i</a:t>
            </a:r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)</a:t>
            </a:r>
          </a:p>
        </p:txBody>
      </p:sp>
      <p:sp>
        <p:nvSpPr>
          <p:cNvPr id="145" name="TextBox 144">
            <a:extLst>
              <a:ext uri="{FF2B5EF4-FFF2-40B4-BE49-F238E27FC236}">
                <a16:creationId xmlns:a16="http://schemas.microsoft.com/office/drawing/2014/main" id="{922B5066-4F12-4AAB-1EF4-807B5A72D501}"/>
              </a:ext>
            </a:extLst>
          </p:cNvPr>
          <p:cNvSpPr txBox="1"/>
          <p:nvPr/>
        </p:nvSpPr>
        <p:spPr>
          <a:xfrm>
            <a:off x="7854327" y="5453352"/>
            <a:ext cx="209865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0,57 − 0,3 + 1,25  = _________</a:t>
            </a: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E4C146D8-2180-1E3F-A67D-A53F4B76D89F}"/>
              </a:ext>
            </a:extLst>
          </p:cNvPr>
          <p:cNvSpPr txBox="1"/>
          <p:nvPr/>
        </p:nvSpPr>
        <p:spPr>
          <a:xfrm>
            <a:off x="8110530" y="6175448"/>
            <a:ext cx="27283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j)</a:t>
            </a:r>
          </a:p>
        </p:txBody>
      </p:sp>
      <p:sp>
        <p:nvSpPr>
          <p:cNvPr id="149" name="Multiplication Sign 148">
            <a:extLst>
              <a:ext uri="{FF2B5EF4-FFF2-40B4-BE49-F238E27FC236}">
                <a16:creationId xmlns:a16="http://schemas.microsoft.com/office/drawing/2014/main" id="{E7ADDBAC-A6BD-C9E4-0665-8ADA480D3615}"/>
              </a:ext>
            </a:extLst>
          </p:cNvPr>
          <p:cNvSpPr/>
          <p:nvPr/>
        </p:nvSpPr>
        <p:spPr>
          <a:xfrm>
            <a:off x="658432" y="4452937"/>
            <a:ext cx="139194" cy="139194"/>
          </a:xfrm>
          <a:prstGeom prst="mathMultiply">
            <a:avLst>
              <a:gd name="adj1" fmla="val 3208"/>
            </a:avLst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9060" tIns="49530" rIns="99060" bIns="4953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1200" dirty="0" err="1">
              <a:solidFill>
                <a:schemeClr val="tx1"/>
              </a:solidFill>
            </a:endParaRPr>
          </a:p>
        </p:txBody>
      </p:sp>
      <p:sp>
        <p:nvSpPr>
          <p:cNvPr id="150" name="Multiplication Sign 149">
            <a:extLst>
              <a:ext uri="{FF2B5EF4-FFF2-40B4-BE49-F238E27FC236}">
                <a16:creationId xmlns:a16="http://schemas.microsoft.com/office/drawing/2014/main" id="{4C5752B0-D7F1-9A43-D2D8-264D62593158}"/>
              </a:ext>
            </a:extLst>
          </p:cNvPr>
          <p:cNvSpPr/>
          <p:nvPr/>
        </p:nvSpPr>
        <p:spPr>
          <a:xfrm>
            <a:off x="546514" y="4452937"/>
            <a:ext cx="139194" cy="139194"/>
          </a:xfrm>
          <a:prstGeom prst="mathMultiply">
            <a:avLst>
              <a:gd name="adj1" fmla="val 3208"/>
            </a:avLst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9060" tIns="49530" rIns="99060" bIns="4953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1200" dirty="0" err="1">
              <a:solidFill>
                <a:schemeClr val="tx1"/>
              </a:solidFill>
            </a:endParaRPr>
          </a:p>
        </p:txBody>
      </p:sp>
      <p:graphicFrame>
        <p:nvGraphicFramePr>
          <p:cNvPr id="159" name="Table 6">
            <a:extLst>
              <a:ext uri="{FF2B5EF4-FFF2-40B4-BE49-F238E27FC236}">
                <a16:creationId xmlns:a16="http://schemas.microsoft.com/office/drawing/2014/main" id="{7F8B909F-7C75-BE2F-671A-14C9441E0F5E}"/>
              </a:ext>
            </a:extLst>
          </p:cNvPr>
          <p:cNvGraphicFramePr>
            <a:graphicFrameLocks noGrp="1"/>
          </p:cNvGraphicFramePr>
          <p:nvPr/>
        </p:nvGraphicFramePr>
        <p:xfrm>
          <a:off x="2490545" y="4175413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graphicFrame>
        <p:nvGraphicFramePr>
          <p:cNvPr id="160" name="Table 6">
            <a:extLst>
              <a:ext uri="{FF2B5EF4-FFF2-40B4-BE49-F238E27FC236}">
                <a16:creationId xmlns:a16="http://schemas.microsoft.com/office/drawing/2014/main" id="{E46A6075-AC01-B0A7-DC8A-021927170800}"/>
              </a:ext>
            </a:extLst>
          </p:cNvPr>
          <p:cNvGraphicFramePr>
            <a:graphicFrameLocks noGrp="1"/>
          </p:cNvGraphicFramePr>
          <p:nvPr/>
        </p:nvGraphicFramePr>
        <p:xfrm>
          <a:off x="2490545" y="5816022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graphicFrame>
        <p:nvGraphicFramePr>
          <p:cNvPr id="161" name="Table 6">
            <a:extLst>
              <a:ext uri="{FF2B5EF4-FFF2-40B4-BE49-F238E27FC236}">
                <a16:creationId xmlns:a16="http://schemas.microsoft.com/office/drawing/2014/main" id="{E059B7E5-2120-BF38-59F3-0026BFFC48E6}"/>
              </a:ext>
            </a:extLst>
          </p:cNvPr>
          <p:cNvGraphicFramePr>
            <a:graphicFrameLocks noGrp="1"/>
          </p:cNvGraphicFramePr>
          <p:nvPr/>
        </p:nvGraphicFramePr>
        <p:xfrm>
          <a:off x="4464125" y="4175413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graphicFrame>
        <p:nvGraphicFramePr>
          <p:cNvPr id="162" name="Table 6">
            <a:extLst>
              <a:ext uri="{FF2B5EF4-FFF2-40B4-BE49-F238E27FC236}">
                <a16:creationId xmlns:a16="http://schemas.microsoft.com/office/drawing/2014/main" id="{88C7831C-6321-D4CF-B3B1-C6CDEEA08CDE}"/>
              </a:ext>
            </a:extLst>
          </p:cNvPr>
          <p:cNvGraphicFramePr>
            <a:graphicFrameLocks noGrp="1"/>
          </p:cNvGraphicFramePr>
          <p:nvPr/>
        </p:nvGraphicFramePr>
        <p:xfrm>
          <a:off x="4464125" y="5816022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graphicFrame>
        <p:nvGraphicFramePr>
          <p:cNvPr id="163" name="Table 6">
            <a:extLst>
              <a:ext uri="{FF2B5EF4-FFF2-40B4-BE49-F238E27FC236}">
                <a16:creationId xmlns:a16="http://schemas.microsoft.com/office/drawing/2014/main" id="{6AFA1FD9-DEBA-FACB-00A7-379AC5BB0847}"/>
              </a:ext>
            </a:extLst>
          </p:cNvPr>
          <p:cNvGraphicFramePr>
            <a:graphicFrameLocks noGrp="1"/>
          </p:cNvGraphicFramePr>
          <p:nvPr/>
        </p:nvGraphicFramePr>
        <p:xfrm>
          <a:off x="6430085" y="4175413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graphicFrame>
        <p:nvGraphicFramePr>
          <p:cNvPr id="164" name="Table 6">
            <a:extLst>
              <a:ext uri="{FF2B5EF4-FFF2-40B4-BE49-F238E27FC236}">
                <a16:creationId xmlns:a16="http://schemas.microsoft.com/office/drawing/2014/main" id="{30D17706-E026-4A2A-4982-B8EE24C1577B}"/>
              </a:ext>
            </a:extLst>
          </p:cNvPr>
          <p:cNvGraphicFramePr>
            <a:graphicFrameLocks noGrp="1"/>
          </p:cNvGraphicFramePr>
          <p:nvPr/>
        </p:nvGraphicFramePr>
        <p:xfrm>
          <a:off x="6430085" y="5816022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graphicFrame>
        <p:nvGraphicFramePr>
          <p:cNvPr id="165" name="Table 6">
            <a:extLst>
              <a:ext uri="{FF2B5EF4-FFF2-40B4-BE49-F238E27FC236}">
                <a16:creationId xmlns:a16="http://schemas.microsoft.com/office/drawing/2014/main" id="{F9D2A542-7C87-AD81-D4C5-7533ACB24987}"/>
              </a:ext>
            </a:extLst>
          </p:cNvPr>
          <p:cNvGraphicFramePr>
            <a:graphicFrameLocks noGrp="1"/>
          </p:cNvGraphicFramePr>
          <p:nvPr/>
        </p:nvGraphicFramePr>
        <p:xfrm>
          <a:off x="8441765" y="4175413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graphicFrame>
        <p:nvGraphicFramePr>
          <p:cNvPr id="166" name="Table 6">
            <a:extLst>
              <a:ext uri="{FF2B5EF4-FFF2-40B4-BE49-F238E27FC236}">
                <a16:creationId xmlns:a16="http://schemas.microsoft.com/office/drawing/2014/main" id="{97578B91-99D0-BB45-0416-971FC8703A00}"/>
              </a:ext>
            </a:extLst>
          </p:cNvPr>
          <p:cNvGraphicFramePr>
            <a:graphicFrameLocks noGrp="1"/>
          </p:cNvGraphicFramePr>
          <p:nvPr/>
        </p:nvGraphicFramePr>
        <p:xfrm>
          <a:off x="8441765" y="5816022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167" name="Multiplication Sign 166">
            <a:extLst>
              <a:ext uri="{FF2B5EF4-FFF2-40B4-BE49-F238E27FC236}">
                <a16:creationId xmlns:a16="http://schemas.microsoft.com/office/drawing/2014/main" id="{D1C4C37B-76D1-0B1A-2807-379329E5EA03}"/>
              </a:ext>
            </a:extLst>
          </p:cNvPr>
          <p:cNvSpPr/>
          <p:nvPr/>
        </p:nvSpPr>
        <p:spPr>
          <a:xfrm>
            <a:off x="1251363" y="6098381"/>
            <a:ext cx="139194" cy="139194"/>
          </a:xfrm>
          <a:prstGeom prst="mathMultiply">
            <a:avLst>
              <a:gd name="adj1" fmla="val 3208"/>
            </a:avLst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9060" tIns="49530" rIns="99060" bIns="4953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1200" dirty="0" err="1">
              <a:solidFill>
                <a:schemeClr val="tx1"/>
              </a:solidFill>
            </a:endParaRPr>
          </a:p>
        </p:txBody>
      </p:sp>
      <p:sp>
        <p:nvSpPr>
          <p:cNvPr id="170" name="Multiplication Sign 169">
            <a:extLst>
              <a:ext uri="{FF2B5EF4-FFF2-40B4-BE49-F238E27FC236}">
                <a16:creationId xmlns:a16="http://schemas.microsoft.com/office/drawing/2014/main" id="{A01BC626-DBEF-0BDE-4B3C-B82A29F763EC}"/>
              </a:ext>
            </a:extLst>
          </p:cNvPr>
          <p:cNvSpPr/>
          <p:nvPr/>
        </p:nvSpPr>
        <p:spPr>
          <a:xfrm>
            <a:off x="1151351" y="6098381"/>
            <a:ext cx="139194" cy="139194"/>
          </a:xfrm>
          <a:prstGeom prst="mathMultiply">
            <a:avLst>
              <a:gd name="adj1" fmla="val 3208"/>
            </a:avLst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9060" tIns="49530" rIns="99060" bIns="4953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1200" dirty="0" err="1">
              <a:solidFill>
                <a:schemeClr val="tx1"/>
              </a:solidFill>
            </a:endParaRPr>
          </a:p>
        </p:txBody>
      </p:sp>
      <p:sp>
        <p:nvSpPr>
          <p:cNvPr id="171" name="Multiplication Sign 170">
            <a:extLst>
              <a:ext uri="{FF2B5EF4-FFF2-40B4-BE49-F238E27FC236}">
                <a16:creationId xmlns:a16="http://schemas.microsoft.com/office/drawing/2014/main" id="{B418AC9C-7A44-0621-B35D-A4D00715F3F1}"/>
              </a:ext>
            </a:extLst>
          </p:cNvPr>
          <p:cNvSpPr/>
          <p:nvPr/>
        </p:nvSpPr>
        <p:spPr>
          <a:xfrm>
            <a:off x="1051338" y="6098381"/>
            <a:ext cx="139194" cy="139194"/>
          </a:xfrm>
          <a:prstGeom prst="mathMultiply">
            <a:avLst>
              <a:gd name="adj1" fmla="val 3208"/>
            </a:avLst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9060" tIns="49530" rIns="99060" bIns="4953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1200" dirty="0" err="1">
              <a:solidFill>
                <a:schemeClr val="tx1"/>
              </a:solidFill>
            </a:endParaRPr>
          </a:p>
        </p:txBody>
      </p:sp>
      <p:sp>
        <p:nvSpPr>
          <p:cNvPr id="172" name="Multiplication Sign 171">
            <a:extLst>
              <a:ext uri="{FF2B5EF4-FFF2-40B4-BE49-F238E27FC236}">
                <a16:creationId xmlns:a16="http://schemas.microsoft.com/office/drawing/2014/main" id="{50D04908-3AA4-9BC3-06ED-C611990C5943}"/>
              </a:ext>
            </a:extLst>
          </p:cNvPr>
          <p:cNvSpPr/>
          <p:nvPr/>
        </p:nvSpPr>
        <p:spPr>
          <a:xfrm>
            <a:off x="958469" y="6098381"/>
            <a:ext cx="139194" cy="139194"/>
          </a:xfrm>
          <a:prstGeom prst="mathMultiply">
            <a:avLst>
              <a:gd name="adj1" fmla="val 3208"/>
            </a:avLst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9060" tIns="49530" rIns="99060" bIns="4953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1200" dirty="0" err="1">
              <a:solidFill>
                <a:schemeClr val="tx1"/>
              </a:solidFill>
            </a:endParaRPr>
          </a:p>
        </p:txBody>
      </p:sp>
      <p:sp>
        <p:nvSpPr>
          <p:cNvPr id="173" name="Multiplication Sign 172">
            <a:extLst>
              <a:ext uri="{FF2B5EF4-FFF2-40B4-BE49-F238E27FC236}">
                <a16:creationId xmlns:a16="http://schemas.microsoft.com/office/drawing/2014/main" id="{D4CA4BC8-7A9C-B59D-76F8-18A3526732ED}"/>
              </a:ext>
            </a:extLst>
          </p:cNvPr>
          <p:cNvSpPr/>
          <p:nvPr/>
        </p:nvSpPr>
        <p:spPr>
          <a:xfrm>
            <a:off x="851313" y="6098381"/>
            <a:ext cx="139194" cy="139194"/>
          </a:xfrm>
          <a:prstGeom prst="mathMultiply">
            <a:avLst>
              <a:gd name="adj1" fmla="val 3208"/>
            </a:avLst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9060" tIns="49530" rIns="99060" bIns="4953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1200" dirty="0" err="1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51522822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extBox 11">
            <a:extLst>
              <a:ext uri="{FF2B5EF4-FFF2-40B4-BE49-F238E27FC236}">
                <a16:creationId xmlns:a16="http://schemas.microsoft.com/office/drawing/2014/main" id="{F25A42F1-035D-4220-8486-BD9E60CA5899}"/>
              </a:ext>
            </a:extLst>
          </p:cNvPr>
          <p:cNvSpPr txBox="1"/>
          <p:nvPr/>
        </p:nvSpPr>
        <p:spPr>
          <a:xfrm>
            <a:off x="52447" y="288146"/>
            <a:ext cx="156324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0,1 + 0,2 = _________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02C13699-AEC6-C513-B917-058123553283}"/>
              </a:ext>
            </a:extLst>
          </p:cNvPr>
          <p:cNvCxnSpPr>
            <a:cxnSpLocks/>
          </p:cNvCxnSpPr>
          <p:nvPr/>
        </p:nvCxnSpPr>
        <p:spPr>
          <a:xfrm flipH="1">
            <a:off x="82062" y="3429280"/>
            <a:ext cx="9741876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TextBox 93">
            <a:extLst>
              <a:ext uri="{FF2B5EF4-FFF2-40B4-BE49-F238E27FC236}">
                <a16:creationId xmlns:a16="http://schemas.microsoft.com/office/drawing/2014/main" id="{64D4E531-710E-A7E6-3E8D-C69C32FCF831}"/>
              </a:ext>
            </a:extLst>
          </p:cNvPr>
          <p:cNvSpPr txBox="1"/>
          <p:nvPr/>
        </p:nvSpPr>
        <p:spPr>
          <a:xfrm>
            <a:off x="285591" y="-27580"/>
            <a:ext cx="93589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ru-RU" sz="1200" dirty="0">
                <a:solidFill>
                  <a:schemeClr val="bg1">
                    <a:lumMod val="65000"/>
                  </a:schemeClr>
                </a:solidFill>
                <a:latin typeface="Cooper Black" panose="0208090404030B020404" pitchFamily="18" charset="0"/>
              </a:rPr>
              <a:t>100 чарчы</a:t>
            </a:r>
            <a:endParaRPr lang="en-GB" sz="1200" dirty="0">
              <a:solidFill>
                <a:schemeClr val="bg1">
                  <a:lumMod val="65000"/>
                </a:schemeClr>
              </a:solidFill>
              <a:latin typeface="Cooper Black" panose="0208090404030B020404" pitchFamily="18" charset="0"/>
            </a:endParaRPr>
          </a:p>
        </p:txBody>
      </p:sp>
      <p:graphicFrame>
        <p:nvGraphicFramePr>
          <p:cNvPr id="34" name="Table 6">
            <a:extLst>
              <a:ext uri="{FF2B5EF4-FFF2-40B4-BE49-F238E27FC236}">
                <a16:creationId xmlns:a16="http://schemas.microsoft.com/office/drawing/2014/main" id="{2B5658C5-ACD0-07FC-8497-2700CFE7974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88190072"/>
              </p:ext>
            </p:extLst>
          </p:nvPr>
        </p:nvGraphicFramePr>
        <p:xfrm>
          <a:off x="375753" y="650816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15" name="TextBox 14">
            <a:extLst>
              <a:ext uri="{FF2B5EF4-FFF2-40B4-BE49-F238E27FC236}">
                <a16:creationId xmlns:a16="http://schemas.microsoft.com/office/drawing/2014/main" id="{110CC86E-741B-D390-D348-800CB9C6A6DC}"/>
              </a:ext>
            </a:extLst>
          </p:cNvPr>
          <p:cNvSpPr txBox="1"/>
          <p:nvPr/>
        </p:nvSpPr>
        <p:spPr>
          <a:xfrm>
            <a:off x="981981" y="211826"/>
            <a:ext cx="444352" cy="338554"/>
          </a:xfrm>
          <a:prstGeom prst="rect">
            <a:avLst/>
          </a:prstGeom>
          <a:solidFill>
            <a:schemeClr val="bg1"/>
          </a:solidFill>
          <a:ln w="19050">
            <a:solidFill>
              <a:srgbClr val="0070C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GB" sz="1600" dirty="0"/>
              <a:t>0,3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2D1D8A65-A6D2-7494-876C-6E6787D84559}"/>
              </a:ext>
            </a:extLst>
          </p:cNvPr>
          <p:cNvSpPr txBox="1"/>
          <p:nvPr/>
        </p:nvSpPr>
        <p:spPr>
          <a:xfrm>
            <a:off x="1693110" y="-27580"/>
            <a:ext cx="209377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ru-RU" sz="1200" dirty="0"/>
              <a:t>2 орундуу ондуктарды кошуу</a:t>
            </a:r>
            <a:endParaRPr lang="en-GB" sz="1200" dirty="0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ABE32DAB-FC24-3C67-48C9-DC98ED9F648F}"/>
              </a:ext>
            </a:extLst>
          </p:cNvPr>
          <p:cNvSpPr txBox="1"/>
          <p:nvPr/>
        </p:nvSpPr>
        <p:spPr>
          <a:xfrm>
            <a:off x="23317" y="1010242"/>
            <a:ext cx="30809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a)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9ECC103E-C661-3A18-7D47-2FCABB455C38}"/>
              </a:ext>
            </a:extLst>
          </p:cNvPr>
          <p:cNvSpPr txBox="1"/>
          <p:nvPr/>
        </p:nvSpPr>
        <p:spPr>
          <a:xfrm>
            <a:off x="4080704" y="-38702"/>
            <a:ext cx="505266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ru-RU" sz="1200" dirty="0"/>
              <a:t>Эсептөөнү аягына чыгарууга жардам берүү үчүн ар бир 10</a:t>
            </a:r>
            <a:r>
              <a:rPr lang="en-GB" sz="1200" dirty="0"/>
              <a:t>x10 </a:t>
            </a:r>
            <a:r>
              <a:rPr lang="ru-RU" sz="1200" dirty="0"/>
              <a:t>колдонуңуз.</a:t>
            </a:r>
            <a:endParaRPr lang="en-GB" sz="1200" dirty="0"/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B485A85E-B95F-28F6-7B81-332F6E871710}"/>
              </a:ext>
            </a:extLst>
          </p:cNvPr>
          <p:cNvSpPr txBox="1"/>
          <p:nvPr/>
        </p:nvSpPr>
        <p:spPr>
          <a:xfrm>
            <a:off x="13174" y="1928755"/>
            <a:ext cx="164179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0,2 + 0,23 = _________</a:t>
            </a:r>
          </a:p>
        </p:txBody>
      </p:sp>
      <p:graphicFrame>
        <p:nvGraphicFramePr>
          <p:cNvPr id="48" name="Table 6">
            <a:extLst>
              <a:ext uri="{FF2B5EF4-FFF2-40B4-BE49-F238E27FC236}">
                <a16:creationId xmlns:a16="http://schemas.microsoft.com/office/drawing/2014/main" id="{83176EB0-EADB-D410-12C9-7D6F526496C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5593102"/>
              </p:ext>
            </p:extLst>
          </p:nvPr>
        </p:nvGraphicFramePr>
        <p:xfrm>
          <a:off x="375753" y="2291425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49" name="TextBox 48">
            <a:extLst>
              <a:ext uri="{FF2B5EF4-FFF2-40B4-BE49-F238E27FC236}">
                <a16:creationId xmlns:a16="http://schemas.microsoft.com/office/drawing/2014/main" id="{BBFFAE10-C8DC-4CD2-A203-ADF88AD6D220}"/>
              </a:ext>
            </a:extLst>
          </p:cNvPr>
          <p:cNvSpPr txBox="1"/>
          <p:nvPr/>
        </p:nvSpPr>
        <p:spPr>
          <a:xfrm>
            <a:off x="980683" y="1852435"/>
            <a:ext cx="548548" cy="338554"/>
          </a:xfrm>
          <a:prstGeom prst="rect">
            <a:avLst/>
          </a:prstGeom>
          <a:solidFill>
            <a:schemeClr val="bg1"/>
          </a:solidFill>
          <a:ln w="19050">
            <a:solidFill>
              <a:srgbClr val="0070C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GB" sz="1600" dirty="0"/>
              <a:t>0,43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2159F35D-0D6E-9980-E1AB-BC41C59788E0}"/>
              </a:ext>
            </a:extLst>
          </p:cNvPr>
          <p:cNvSpPr txBox="1"/>
          <p:nvPr/>
        </p:nvSpPr>
        <p:spPr>
          <a:xfrm>
            <a:off x="19310" y="2650851"/>
            <a:ext cx="31611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b)</a:t>
            </a: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F665E05F-E4FC-229E-FAEA-CCBF17C52762}"/>
              </a:ext>
            </a:extLst>
          </p:cNvPr>
          <p:cNvSpPr txBox="1"/>
          <p:nvPr/>
        </p:nvSpPr>
        <p:spPr>
          <a:xfrm>
            <a:off x="2131533" y="288146"/>
            <a:ext cx="164179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0,3 + 0,15 = _________</a:t>
            </a:r>
          </a:p>
        </p:txBody>
      </p:sp>
      <p:graphicFrame>
        <p:nvGraphicFramePr>
          <p:cNvPr id="67" name="Table 6">
            <a:extLst>
              <a:ext uri="{FF2B5EF4-FFF2-40B4-BE49-F238E27FC236}">
                <a16:creationId xmlns:a16="http://schemas.microsoft.com/office/drawing/2014/main" id="{DB8BEAFE-E876-39C3-2B19-73246F385BC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3366283"/>
              </p:ext>
            </p:extLst>
          </p:nvPr>
        </p:nvGraphicFramePr>
        <p:xfrm>
          <a:off x="2494113" y="650816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68" name="TextBox 67">
            <a:extLst>
              <a:ext uri="{FF2B5EF4-FFF2-40B4-BE49-F238E27FC236}">
                <a16:creationId xmlns:a16="http://schemas.microsoft.com/office/drawing/2014/main" id="{92F2A9FB-277B-8AC1-BB02-1F46DEB39756}"/>
              </a:ext>
            </a:extLst>
          </p:cNvPr>
          <p:cNvSpPr txBox="1"/>
          <p:nvPr/>
        </p:nvSpPr>
        <p:spPr>
          <a:xfrm>
            <a:off x="3048243" y="211826"/>
            <a:ext cx="548548" cy="338554"/>
          </a:xfrm>
          <a:prstGeom prst="rect">
            <a:avLst/>
          </a:prstGeom>
          <a:solidFill>
            <a:schemeClr val="bg1"/>
          </a:solidFill>
          <a:ln w="19050">
            <a:solidFill>
              <a:srgbClr val="0070C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GB" sz="1600" dirty="0"/>
              <a:t>0,45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9F654151-3701-2C6C-D30E-EA5DC171B842}"/>
              </a:ext>
            </a:extLst>
          </p:cNvPr>
          <p:cNvSpPr txBox="1"/>
          <p:nvPr/>
        </p:nvSpPr>
        <p:spPr>
          <a:xfrm>
            <a:off x="2141677" y="1010242"/>
            <a:ext cx="30809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c)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FADD4D9A-F7A0-22A6-7354-1F0E7AB58100}"/>
              </a:ext>
            </a:extLst>
          </p:cNvPr>
          <p:cNvSpPr txBox="1"/>
          <p:nvPr/>
        </p:nvSpPr>
        <p:spPr>
          <a:xfrm>
            <a:off x="2131534" y="1928755"/>
            <a:ext cx="164179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0,1 + 0,18 = _________</a:t>
            </a:r>
          </a:p>
        </p:txBody>
      </p:sp>
      <p:graphicFrame>
        <p:nvGraphicFramePr>
          <p:cNvPr id="71" name="Table 6">
            <a:extLst>
              <a:ext uri="{FF2B5EF4-FFF2-40B4-BE49-F238E27FC236}">
                <a16:creationId xmlns:a16="http://schemas.microsoft.com/office/drawing/2014/main" id="{8E08D62E-CF59-811A-4DCF-E51D80ABFD5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29287399"/>
              </p:ext>
            </p:extLst>
          </p:nvPr>
        </p:nvGraphicFramePr>
        <p:xfrm>
          <a:off x="2494113" y="2291425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72" name="TextBox 71">
            <a:extLst>
              <a:ext uri="{FF2B5EF4-FFF2-40B4-BE49-F238E27FC236}">
                <a16:creationId xmlns:a16="http://schemas.microsoft.com/office/drawing/2014/main" id="{EBD53ECA-B9D7-3E45-546D-3D277FE984FA}"/>
              </a:ext>
            </a:extLst>
          </p:cNvPr>
          <p:cNvSpPr txBox="1"/>
          <p:nvPr/>
        </p:nvSpPr>
        <p:spPr>
          <a:xfrm>
            <a:off x="3099043" y="1852435"/>
            <a:ext cx="548548" cy="338554"/>
          </a:xfrm>
          <a:prstGeom prst="rect">
            <a:avLst/>
          </a:prstGeom>
          <a:solidFill>
            <a:schemeClr val="bg1"/>
          </a:solidFill>
          <a:ln w="19050">
            <a:solidFill>
              <a:srgbClr val="0070C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GB" sz="1600" dirty="0"/>
              <a:t>0,43</a:t>
            </a: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254B46B5-1E44-9239-12D4-68A22E7382F5}"/>
              </a:ext>
            </a:extLst>
          </p:cNvPr>
          <p:cNvSpPr txBox="1"/>
          <p:nvPr/>
        </p:nvSpPr>
        <p:spPr>
          <a:xfrm>
            <a:off x="2137670" y="2650851"/>
            <a:ext cx="31611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d)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5DA4A78A-FB25-38E5-C74C-6ABB0D903675}"/>
              </a:ext>
            </a:extLst>
          </p:cNvPr>
          <p:cNvSpPr txBox="1"/>
          <p:nvPr/>
        </p:nvSpPr>
        <p:spPr>
          <a:xfrm>
            <a:off x="4058219" y="288146"/>
            <a:ext cx="17203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0,16 + 0,13 = _________</a:t>
            </a:r>
          </a:p>
        </p:txBody>
      </p:sp>
      <p:graphicFrame>
        <p:nvGraphicFramePr>
          <p:cNvPr id="75" name="Table 6">
            <a:extLst>
              <a:ext uri="{FF2B5EF4-FFF2-40B4-BE49-F238E27FC236}">
                <a16:creationId xmlns:a16="http://schemas.microsoft.com/office/drawing/2014/main" id="{FD7BC8CB-ED2D-9EF0-30E1-3162B6B04D9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81965572"/>
              </p:ext>
            </p:extLst>
          </p:nvPr>
        </p:nvGraphicFramePr>
        <p:xfrm>
          <a:off x="4460073" y="650816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76" name="TextBox 75">
            <a:extLst>
              <a:ext uri="{FF2B5EF4-FFF2-40B4-BE49-F238E27FC236}">
                <a16:creationId xmlns:a16="http://schemas.microsoft.com/office/drawing/2014/main" id="{21AB70E9-5004-F1FB-E2B6-DFD7A6A5D18D}"/>
              </a:ext>
            </a:extLst>
          </p:cNvPr>
          <p:cNvSpPr txBox="1"/>
          <p:nvPr/>
        </p:nvSpPr>
        <p:spPr>
          <a:xfrm>
            <a:off x="5059923" y="211826"/>
            <a:ext cx="548548" cy="338554"/>
          </a:xfrm>
          <a:prstGeom prst="rect">
            <a:avLst/>
          </a:prstGeom>
          <a:solidFill>
            <a:schemeClr val="bg1"/>
          </a:solidFill>
          <a:ln w="19050">
            <a:solidFill>
              <a:srgbClr val="0070C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GB" sz="1600" dirty="0"/>
              <a:t>0,29</a:t>
            </a: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28F26C4A-8AAA-32FA-C1B2-30321B3269D4}"/>
              </a:ext>
            </a:extLst>
          </p:cNvPr>
          <p:cNvSpPr txBox="1"/>
          <p:nvPr/>
        </p:nvSpPr>
        <p:spPr>
          <a:xfrm>
            <a:off x="4107637" y="1010242"/>
            <a:ext cx="30809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e)</a:t>
            </a: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835D58E6-0C46-C2CE-C29E-A9AC59CD4F2B}"/>
              </a:ext>
            </a:extLst>
          </p:cNvPr>
          <p:cNvSpPr txBox="1"/>
          <p:nvPr/>
        </p:nvSpPr>
        <p:spPr>
          <a:xfrm>
            <a:off x="4058220" y="1928755"/>
            <a:ext cx="17203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0,11 + 0,22 = _________</a:t>
            </a:r>
          </a:p>
        </p:txBody>
      </p:sp>
      <p:graphicFrame>
        <p:nvGraphicFramePr>
          <p:cNvPr id="79" name="Table 6">
            <a:extLst>
              <a:ext uri="{FF2B5EF4-FFF2-40B4-BE49-F238E27FC236}">
                <a16:creationId xmlns:a16="http://schemas.microsoft.com/office/drawing/2014/main" id="{EF9B29BB-D213-639B-478A-E6814E5C486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38435459"/>
              </p:ext>
            </p:extLst>
          </p:nvPr>
        </p:nvGraphicFramePr>
        <p:xfrm>
          <a:off x="4460073" y="2291425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80" name="TextBox 79">
            <a:extLst>
              <a:ext uri="{FF2B5EF4-FFF2-40B4-BE49-F238E27FC236}">
                <a16:creationId xmlns:a16="http://schemas.microsoft.com/office/drawing/2014/main" id="{6E0B24F7-E88B-BFF3-BCB1-0590862243A8}"/>
              </a:ext>
            </a:extLst>
          </p:cNvPr>
          <p:cNvSpPr txBox="1"/>
          <p:nvPr/>
        </p:nvSpPr>
        <p:spPr>
          <a:xfrm>
            <a:off x="5065003" y="1852435"/>
            <a:ext cx="548548" cy="338554"/>
          </a:xfrm>
          <a:prstGeom prst="rect">
            <a:avLst/>
          </a:prstGeom>
          <a:solidFill>
            <a:schemeClr val="bg1"/>
          </a:solidFill>
          <a:ln w="19050">
            <a:solidFill>
              <a:srgbClr val="0070C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GB" sz="1600" dirty="0"/>
              <a:t>0,33</a:t>
            </a: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EF8E7E36-C478-36F2-42C1-860A21EC65D1}"/>
              </a:ext>
            </a:extLst>
          </p:cNvPr>
          <p:cNvSpPr txBox="1"/>
          <p:nvPr/>
        </p:nvSpPr>
        <p:spPr>
          <a:xfrm>
            <a:off x="4120141" y="2650851"/>
            <a:ext cx="28309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f)</a:t>
            </a: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B39A7162-C07A-D0A1-6468-C5AA6961491E}"/>
              </a:ext>
            </a:extLst>
          </p:cNvPr>
          <p:cNvSpPr txBox="1"/>
          <p:nvPr/>
        </p:nvSpPr>
        <p:spPr>
          <a:xfrm>
            <a:off x="6063456" y="288146"/>
            <a:ext cx="164179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0,61 + 0,2 = _________</a:t>
            </a:r>
          </a:p>
        </p:txBody>
      </p:sp>
      <p:graphicFrame>
        <p:nvGraphicFramePr>
          <p:cNvPr id="83" name="Table 6">
            <a:extLst>
              <a:ext uri="{FF2B5EF4-FFF2-40B4-BE49-F238E27FC236}">
                <a16:creationId xmlns:a16="http://schemas.microsoft.com/office/drawing/2014/main" id="{9DBF6172-6775-74FD-5FE9-E2C57C7C13E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44128789"/>
              </p:ext>
            </p:extLst>
          </p:nvPr>
        </p:nvGraphicFramePr>
        <p:xfrm>
          <a:off x="6426033" y="650816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84" name="TextBox 83">
            <a:extLst>
              <a:ext uri="{FF2B5EF4-FFF2-40B4-BE49-F238E27FC236}">
                <a16:creationId xmlns:a16="http://schemas.microsoft.com/office/drawing/2014/main" id="{7373D1FD-3044-B2AE-071B-313641E11ECB}"/>
              </a:ext>
            </a:extLst>
          </p:cNvPr>
          <p:cNvSpPr txBox="1"/>
          <p:nvPr/>
        </p:nvSpPr>
        <p:spPr>
          <a:xfrm>
            <a:off x="6989688" y="211826"/>
            <a:ext cx="548548" cy="338554"/>
          </a:xfrm>
          <a:prstGeom prst="rect">
            <a:avLst/>
          </a:prstGeom>
          <a:solidFill>
            <a:schemeClr val="bg1"/>
          </a:solidFill>
          <a:ln w="19050">
            <a:solidFill>
              <a:srgbClr val="0070C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GB" sz="1600" dirty="0"/>
              <a:t>0,81</a:t>
            </a: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1932B5A8-FC0F-2121-DCC4-E01E454BF8F9}"/>
              </a:ext>
            </a:extLst>
          </p:cNvPr>
          <p:cNvSpPr txBox="1"/>
          <p:nvPr/>
        </p:nvSpPr>
        <p:spPr>
          <a:xfrm>
            <a:off x="6073597" y="1010242"/>
            <a:ext cx="30809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g)</a:t>
            </a: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0F408104-06B3-8CB7-0B73-ED5F612606DB}"/>
              </a:ext>
            </a:extLst>
          </p:cNvPr>
          <p:cNvSpPr txBox="1"/>
          <p:nvPr/>
        </p:nvSpPr>
        <p:spPr>
          <a:xfrm>
            <a:off x="6063453" y="1928755"/>
            <a:ext cx="164179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0,2 + 0,06 = _________</a:t>
            </a:r>
          </a:p>
        </p:txBody>
      </p:sp>
      <p:graphicFrame>
        <p:nvGraphicFramePr>
          <p:cNvPr id="87" name="Table 6">
            <a:extLst>
              <a:ext uri="{FF2B5EF4-FFF2-40B4-BE49-F238E27FC236}">
                <a16:creationId xmlns:a16="http://schemas.microsoft.com/office/drawing/2014/main" id="{D25B1E53-42F8-FBD4-A4F0-AE9E6D123D7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42063775"/>
              </p:ext>
            </p:extLst>
          </p:nvPr>
        </p:nvGraphicFramePr>
        <p:xfrm>
          <a:off x="6426033" y="2291425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88" name="TextBox 87">
            <a:extLst>
              <a:ext uri="{FF2B5EF4-FFF2-40B4-BE49-F238E27FC236}">
                <a16:creationId xmlns:a16="http://schemas.microsoft.com/office/drawing/2014/main" id="{CA540BA7-2F9B-E557-6FB0-038379FABAD3}"/>
              </a:ext>
            </a:extLst>
          </p:cNvPr>
          <p:cNvSpPr txBox="1"/>
          <p:nvPr/>
        </p:nvSpPr>
        <p:spPr>
          <a:xfrm>
            <a:off x="7030963" y="1852435"/>
            <a:ext cx="548548" cy="338554"/>
          </a:xfrm>
          <a:prstGeom prst="rect">
            <a:avLst/>
          </a:prstGeom>
          <a:solidFill>
            <a:schemeClr val="bg1"/>
          </a:solidFill>
          <a:ln w="19050">
            <a:solidFill>
              <a:srgbClr val="0070C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GB" sz="1600" dirty="0"/>
              <a:t>0,26</a:t>
            </a: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147CABDE-FEF2-30CE-2317-176673CFF475}"/>
              </a:ext>
            </a:extLst>
          </p:cNvPr>
          <p:cNvSpPr txBox="1"/>
          <p:nvPr/>
        </p:nvSpPr>
        <p:spPr>
          <a:xfrm>
            <a:off x="6069590" y="2650851"/>
            <a:ext cx="31611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h)</a:t>
            </a: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C37DEEF9-299E-399C-21F1-A57B9855D2EA}"/>
              </a:ext>
            </a:extLst>
          </p:cNvPr>
          <p:cNvSpPr txBox="1"/>
          <p:nvPr/>
        </p:nvSpPr>
        <p:spPr>
          <a:xfrm>
            <a:off x="7871959" y="288146"/>
            <a:ext cx="206338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0,3 + 0,21 + 0,17 = _________</a:t>
            </a:r>
          </a:p>
        </p:txBody>
      </p:sp>
      <p:graphicFrame>
        <p:nvGraphicFramePr>
          <p:cNvPr id="91" name="Table 6">
            <a:extLst>
              <a:ext uri="{FF2B5EF4-FFF2-40B4-BE49-F238E27FC236}">
                <a16:creationId xmlns:a16="http://schemas.microsoft.com/office/drawing/2014/main" id="{E4363E27-D7B6-8588-58A8-5B289F15546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38736505"/>
              </p:ext>
            </p:extLst>
          </p:nvPr>
        </p:nvGraphicFramePr>
        <p:xfrm>
          <a:off x="8445333" y="650816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99" name="TextBox 98">
            <a:extLst>
              <a:ext uri="{FF2B5EF4-FFF2-40B4-BE49-F238E27FC236}">
                <a16:creationId xmlns:a16="http://schemas.microsoft.com/office/drawing/2014/main" id="{0B5C1857-FB5F-0278-9DC0-06E2E219D098}"/>
              </a:ext>
            </a:extLst>
          </p:cNvPr>
          <p:cNvSpPr txBox="1"/>
          <p:nvPr/>
        </p:nvSpPr>
        <p:spPr>
          <a:xfrm>
            <a:off x="9243303" y="257546"/>
            <a:ext cx="548548" cy="338554"/>
          </a:xfrm>
          <a:prstGeom prst="rect">
            <a:avLst/>
          </a:prstGeom>
          <a:solidFill>
            <a:schemeClr val="bg1"/>
          </a:solidFill>
          <a:ln w="19050">
            <a:solidFill>
              <a:srgbClr val="0070C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GB" sz="1600" dirty="0"/>
              <a:t>0,68</a:t>
            </a: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8C1CCA5D-35A4-810B-2055-78535719AE5A}"/>
              </a:ext>
            </a:extLst>
          </p:cNvPr>
          <p:cNvSpPr txBox="1"/>
          <p:nvPr/>
        </p:nvSpPr>
        <p:spPr>
          <a:xfrm>
            <a:off x="8111332" y="1010242"/>
            <a:ext cx="27122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 err="1">
                <a:solidFill>
                  <a:schemeClr val="bg1">
                    <a:lumMod val="50000"/>
                  </a:schemeClr>
                </a:solidFill>
              </a:rPr>
              <a:t>i</a:t>
            </a:r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)</a:t>
            </a: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05726D12-145E-76EA-7F88-D0F8E68A28E9}"/>
              </a:ext>
            </a:extLst>
          </p:cNvPr>
          <p:cNvSpPr txBox="1"/>
          <p:nvPr/>
        </p:nvSpPr>
        <p:spPr>
          <a:xfrm>
            <a:off x="7832686" y="1928755"/>
            <a:ext cx="214193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0,08 + 0,41 + 0,24 = _________</a:t>
            </a:r>
          </a:p>
        </p:txBody>
      </p:sp>
      <p:graphicFrame>
        <p:nvGraphicFramePr>
          <p:cNvPr id="102" name="Table 6">
            <a:extLst>
              <a:ext uri="{FF2B5EF4-FFF2-40B4-BE49-F238E27FC236}">
                <a16:creationId xmlns:a16="http://schemas.microsoft.com/office/drawing/2014/main" id="{BE3DC445-D7EB-B81D-5E23-C60CDDF6C55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41139681"/>
              </p:ext>
            </p:extLst>
          </p:nvPr>
        </p:nvGraphicFramePr>
        <p:xfrm>
          <a:off x="8445333" y="2291425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103" name="TextBox 102">
            <a:extLst>
              <a:ext uri="{FF2B5EF4-FFF2-40B4-BE49-F238E27FC236}">
                <a16:creationId xmlns:a16="http://schemas.microsoft.com/office/drawing/2014/main" id="{CE5ACC4B-FF37-CFA8-7209-B86D5167EEAB}"/>
              </a:ext>
            </a:extLst>
          </p:cNvPr>
          <p:cNvSpPr txBox="1"/>
          <p:nvPr/>
        </p:nvSpPr>
        <p:spPr>
          <a:xfrm>
            <a:off x="9249768" y="1864904"/>
            <a:ext cx="548548" cy="338554"/>
          </a:xfrm>
          <a:prstGeom prst="rect">
            <a:avLst/>
          </a:prstGeom>
          <a:solidFill>
            <a:schemeClr val="bg1"/>
          </a:solidFill>
          <a:ln w="19050">
            <a:solidFill>
              <a:srgbClr val="0070C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GB" sz="1600" dirty="0"/>
              <a:t>0,73</a:t>
            </a: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3D94A023-9AFA-329C-83E9-FF0615541B59}"/>
              </a:ext>
            </a:extLst>
          </p:cNvPr>
          <p:cNvSpPr txBox="1"/>
          <p:nvPr/>
        </p:nvSpPr>
        <p:spPr>
          <a:xfrm>
            <a:off x="8110530" y="2650851"/>
            <a:ext cx="27283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j)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9C2EDE4A-FDA0-63DB-B282-7D89DFE40102}"/>
              </a:ext>
            </a:extLst>
          </p:cNvPr>
          <p:cNvSpPr txBox="1"/>
          <p:nvPr/>
        </p:nvSpPr>
        <p:spPr>
          <a:xfrm>
            <a:off x="-26101" y="3812743"/>
            <a:ext cx="17203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0,34 − 0,02 = _________</a:t>
            </a: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377B12AA-61F9-86B5-E140-503E41D1EB16}"/>
              </a:ext>
            </a:extLst>
          </p:cNvPr>
          <p:cNvSpPr txBox="1"/>
          <p:nvPr/>
        </p:nvSpPr>
        <p:spPr>
          <a:xfrm>
            <a:off x="285591" y="3497017"/>
            <a:ext cx="93589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ru-RU" sz="1200" dirty="0">
                <a:solidFill>
                  <a:schemeClr val="bg1">
                    <a:lumMod val="65000"/>
                  </a:schemeClr>
                </a:solidFill>
                <a:latin typeface="Cooper Black" panose="0208090404030B020404" pitchFamily="18" charset="0"/>
              </a:rPr>
              <a:t>100 чарчы</a:t>
            </a:r>
            <a:endParaRPr lang="en-GB" sz="1200" dirty="0">
              <a:solidFill>
                <a:schemeClr val="bg1">
                  <a:lumMod val="65000"/>
                </a:schemeClr>
              </a:solidFill>
              <a:latin typeface="Cooper Black" panose="0208090404030B020404" pitchFamily="18" charset="0"/>
            </a:endParaRPr>
          </a:p>
        </p:txBody>
      </p:sp>
      <p:graphicFrame>
        <p:nvGraphicFramePr>
          <p:cNvPr id="108" name="Table 6">
            <a:extLst>
              <a:ext uri="{FF2B5EF4-FFF2-40B4-BE49-F238E27FC236}">
                <a16:creationId xmlns:a16="http://schemas.microsoft.com/office/drawing/2014/main" id="{98B61045-3F5E-CBE9-F476-CB92A7E51A3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8943682"/>
              </p:ext>
            </p:extLst>
          </p:nvPr>
        </p:nvGraphicFramePr>
        <p:xfrm>
          <a:off x="375753" y="4175413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110" name="TextBox 109">
            <a:extLst>
              <a:ext uri="{FF2B5EF4-FFF2-40B4-BE49-F238E27FC236}">
                <a16:creationId xmlns:a16="http://schemas.microsoft.com/office/drawing/2014/main" id="{BD7AF410-637B-0D2E-A79C-EEA519BBF3D7}"/>
              </a:ext>
            </a:extLst>
          </p:cNvPr>
          <p:cNvSpPr txBox="1"/>
          <p:nvPr/>
        </p:nvSpPr>
        <p:spPr>
          <a:xfrm>
            <a:off x="1767940" y="3497017"/>
            <a:ext cx="194412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Subtracting 2-Digit Decimals</a:t>
            </a: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AD06DE2A-B4D3-C20A-A14D-91C54287C8D4}"/>
              </a:ext>
            </a:extLst>
          </p:cNvPr>
          <p:cNvSpPr txBox="1"/>
          <p:nvPr/>
        </p:nvSpPr>
        <p:spPr>
          <a:xfrm>
            <a:off x="23317" y="4534839"/>
            <a:ext cx="30809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a)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7AA2B691-5E63-198B-FC4A-28E901336459}"/>
              </a:ext>
            </a:extLst>
          </p:cNvPr>
          <p:cNvSpPr txBox="1"/>
          <p:nvPr/>
        </p:nvSpPr>
        <p:spPr>
          <a:xfrm>
            <a:off x="4080704" y="3506571"/>
            <a:ext cx="505266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ru-RU" sz="1200" dirty="0"/>
              <a:t>Эсептөөнү аягына чыгарууга жардам берүү үчүн ар бир 10</a:t>
            </a:r>
            <a:r>
              <a:rPr lang="en-GB" sz="1200" dirty="0"/>
              <a:t>x10 </a:t>
            </a:r>
            <a:r>
              <a:rPr lang="ru-RU" sz="1200" dirty="0"/>
              <a:t>колдонуңуз.</a:t>
            </a:r>
            <a:endParaRPr lang="en-GB" sz="1200" dirty="0"/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457DA940-CBBD-86BE-720C-8AC8172A3541}"/>
              </a:ext>
            </a:extLst>
          </p:cNvPr>
          <p:cNvSpPr txBox="1"/>
          <p:nvPr/>
        </p:nvSpPr>
        <p:spPr>
          <a:xfrm>
            <a:off x="13174" y="5453352"/>
            <a:ext cx="164179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0,4 − 0,05 = _________</a:t>
            </a:r>
          </a:p>
        </p:txBody>
      </p:sp>
      <p:graphicFrame>
        <p:nvGraphicFramePr>
          <p:cNvPr id="114" name="Table 6">
            <a:extLst>
              <a:ext uri="{FF2B5EF4-FFF2-40B4-BE49-F238E27FC236}">
                <a16:creationId xmlns:a16="http://schemas.microsoft.com/office/drawing/2014/main" id="{7C0DD4EB-E14F-5F09-CB7A-5612A18897F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55876266"/>
              </p:ext>
            </p:extLst>
          </p:nvPr>
        </p:nvGraphicFramePr>
        <p:xfrm>
          <a:off x="375753" y="5816022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116" name="TextBox 115">
            <a:extLst>
              <a:ext uri="{FF2B5EF4-FFF2-40B4-BE49-F238E27FC236}">
                <a16:creationId xmlns:a16="http://schemas.microsoft.com/office/drawing/2014/main" id="{8C13BF93-A191-4A66-66CC-E800808BFFA5}"/>
              </a:ext>
            </a:extLst>
          </p:cNvPr>
          <p:cNvSpPr txBox="1"/>
          <p:nvPr/>
        </p:nvSpPr>
        <p:spPr>
          <a:xfrm>
            <a:off x="19310" y="6175448"/>
            <a:ext cx="31611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b)</a:t>
            </a: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9F152955-9ECF-0179-6049-355559BB11BF}"/>
              </a:ext>
            </a:extLst>
          </p:cNvPr>
          <p:cNvSpPr txBox="1"/>
          <p:nvPr/>
        </p:nvSpPr>
        <p:spPr>
          <a:xfrm>
            <a:off x="2131533" y="3812743"/>
            <a:ext cx="164179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0,6 − 0,07 = _________</a:t>
            </a: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06EA7B58-7D26-E732-4A8D-0A0149156F7E}"/>
              </a:ext>
            </a:extLst>
          </p:cNvPr>
          <p:cNvSpPr txBox="1"/>
          <p:nvPr/>
        </p:nvSpPr>
        <p:spPr>
          <a:xfrm>
            <a:off x="2141677" y="4534839"/>
            <a:ext cx="30809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c)</a:t>
            </a: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D060ABBA-8DCD-678B-5B69-17763B91AE84}"/>
              </a:ext>
            </a:extLst>
          </p:cNvPr>
          <p:cNvSpPr txBox="1"/>
          <p:nvPr/>
        </p:nvSpPr>
        <p:spPr>
          <a:xfrm>
            <a:off x="2092260" y="5453352"/>
            <a:ext cx="17203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0,14 − 0,06 = _________</a:t>
            </a: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3CD97CF3-F149-88B4-3561-3CA12546398B}"/>
              </a:ext>
            </a:extLst>
          </p:cNvPr>
          <p:cNvSpPr txBox="1"/>
          <p:nvPr/>
        </p:nvSpPr>
        <p:spPr>
          <a:xfrm>
            <a:off x="2137670" y="6175448"/>
            <a:ext cx="31611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d)</a:t>
            </a: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8287BA7D-39EF-042A-7D77-B49BF0C7E426}"/>
              </a:ext>
            </a:extLst>
          </p:cNvPr>
          <p:cNvSpPr txBox="1"/>
          <p:nvPr/>
        </p:nvSpPr>
        <p:spPr>
          <a:xfrm>
            <a:off x="4156002" y="3812743"/>
            <a:ext cx="152477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1 − 0,25 = _________</a:t>
            </a: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3C472AC1-1881-0BB2-7636-0B9EEE64D750}"/>
              </a:ext>
            </a:extLst>
          </p:cNvPr>
          <p:cNvSpPr txBox="1"/>
          <p:nvPr/>
        </p:nvSpPr>
        <p:spPr>
          <a:xfrm>
            <a:off x="4107637" y="4534839"/>
            <a:ext cx="30809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e)</a:t>
            </a: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2E5E74B0-CA34-EB96-5F38-7BFD69A4AD90}"/>
              </a:ext>
            </a:extLst>
          </p:cNvPr>
          <p:cNvSpPr txBox="1"/>
          <p:nvPr/>
        </p:nvSpPr>
        <p:spPr>
          <a:xfrm>
            <a:off x="4058220" y="5453352"/>
            <a:ext cx="172034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0,72 − 0,31 = _________</a:t>
            </a: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2D8F329F-EEA5-1A1B-4AEA-13EF5D455C34}"/>
              </a:ext>
            </a:extLst>
          </p:cNvPr>
          <p:cNvSpPr txBox="1"/>
          <p:nvPr/>
        </p:nvSpPr>
        <p:spPr>
          <a:xfrm>
            <a:off x="4120141" y="6175448"/>
            <a:ext cx="28309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f)</a:t>
            </a: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3504FF31-FE42-FE2E-BDC0-8401A6651915}"/>
              </a:ext>
            </a:extLst>
          </p:cNvPr>
          <p:cNvSpPr txBox="1"/>
          <p:nvPr/>
        </p:nvSpPr>
        <p:spPr>
          <a:xfrm>
            <a:off x="6063456" y="3812743"/>
            <a:ext cx="164179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0,6 − 0,28 = _________</a:t>
            </a:r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77C09488-0698-4C5A-9CCF-60F814575719}"/>
              </a:ext>
            </a:extLst>
          </p:cNvPr>
          <p:cNvSpPr txBox="1"/>
          <p:nvPr/>
        </p:nvSpPr>
        <p:spPr>
          <a:xfrm>
            <a:off x="6073597" y="4534839"/>
            <a:ext cx="30809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g)</a:t>
            </a:r>
          </a:p>
        </p:txBody>
      </p:sp>
      <p:sp>
        <p:nvSpPr>
          <p:cNvPr id="137" name="TextBox 136">
            <a:extLst>
              <a:ext uri="{FF2B5EF4-FFF2-40B4-BE49-F238E27FC236}">
                <a16:creationId xmlns:a16="http://schemas.microsoft.com/office/drawing/2014/main" id="{C2086CD7-3DB2-8E87-2C18-40D77615CDE0}"/>
              </a:ext>
            </a:extLst>
          </p:cNvPr>
          <p:cNvSpPr txBox="1"/>
          <p:nvPr/>
        </p:nvSpPr>
        <p:spPr>
          <a:xfrm>
            <a:off x="5852659" y="5453352"/>
            <a:ext cx="206338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0,4 + 0,12 − 0,05 = _________</a:t>
            </a: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EDE141B0-5E1C-CD75-6C39-C8CC8F7BBD64}"/>
              </a:ext>
            </a:extLst>
          </p:cNvPr>
          <p:cNvSpPr txBox="1"/>
          <p:nvPr/>
        </p:nvSpPr>
        <p:spPr>
          <a:xfrm>
            <a:off x="6069590" y="6175448"/>
            <a:ext cx="31611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h)</a:t>
            </a: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8E109A3F-B6E9-F126-9D7B-1A37B3A68ACE}"/>
              </a:ext>
            </a:extLst>
          </p:cNvPr>
          <p:cNvSpPr txBox="1"/>
          <p:nvPr/>
        </p:nvSpPr>
        <p:spPr>
          <a:xfrm>
            <a:off x="7871961" y="3812743"/>
            <a:ext cx="206338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0,62 − 0,18 + 0,3 = _________</a:t>
            </a:r>
          </a:p>
        </p:txBody>
      </p:sp>
      <p:sp>
        <p:nvSpPr>
          <p:cNvPr id="144" name="TextBox 143">
            <a:extLst>
              <a:ext uri="{FF2B5EF4-FFF2-40B4-BE49-F238E27FC236}">
                <a16:creationId xmlns:a16="http://schemas.microsoft.com/office/drawing/2014/main" id="{E55C8446-9B8A-8678-8DEE-EA4996EC9173}"/>
              </a:ext>
            </a:extLst>
          </p:cNvPr>
          <p:cNvSpPr txBox="1"/>
          <p:nvPr/>
        </p:nvSpPr>
        <p:spPr>
          <a:xfrm>
            <a:off x="8111332" y="4534839"/>
            <a:ext cx="27122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 err="1">
                <a:solidFill>
                  <a:schemeClr val="bg1">
                    <a:lumMod val="50000"/>
                  </a:schemeClr>
                </a:solidFill>
              </a:rPr>
              <a:t>i</a:t>
            </a:r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)</a:t>
            </a:r>
          </a:p>
        </p:txBody>
      </p:sp>
      <p:sp>
        <p:nvSpPr>
          <p:cNvPr id="145" name="TextBox 144">
            <a:extLst>
              <a:ext uri="{FF2B5EF4-FFF2-40B4-BE49-F238E27FC236}">
                <a16:creationId xmlns:a16="http://schemas.microsoft.com/office/drawing/2014/main" id="{922B5066-4F12-4AAB-1EF4-807B5A72D501}"/>
              </a:ext>
            </a:extLst>
          </p:cNvPr>
          <p:cNvSpPr txBox="1"/>
          <p:nvPr/>
        </p:nvSpPr>
        <p:spPr>
          <a:xfrm>
            <a:off x="7854327" y="5453352"/>
            <a:ext cx="209865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0,57 − 0,3 + 1,25  = _________</a:t>
            </a: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E4C146D8-2180-1E3F-A67D-A53F4B76D89F}"/>
              </a:ext>
            </a:extLst>
          </p:cNvPr>
          <p:cNvSpPr txBox="1"/>
          <p:nvPr/>
        </p:nvSpPr>
        <p:spPr>
          <a:xfrm>
            <a:off x="8110530" y="6175448"/>
            <a:ext cx="27283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j)</a:t>
            </a:r>
          </a:p>
        </p:txBody>
      </p:sp>
      <p:sp>
        <p:nvSpPr>
          <p:cNvPr id="149" name="Multiplication Sign 148">
            <a:extLst>
              <a:ext uri="{FF2B5EF4-FFF2-40B4-BE49-F238E27FC236}">
                <a16:creationId xmlns:a16="http://schemas.microsoft.com/office/drawing/2014/main" id="{E7ADDBAC-A6BD-C9E4-0665-8ADA480D3615}"/>
              </a:ext>
            </a:extLst>
          </p:cNvPr>
          <p:cNvSpPr/>
          <p:nvPr/>
        </p:nvSpPr>
        <p:spPr>
          <a:xfrm>
            <a:off x="658432" y="4452937"/>
            <a:ext cx="139194" cy="139194"/>
          </a:xfrm>
          <a:prstGeom prst="mathMultiply">
            <a:avLst>
              <a:gd name="adj1" fmla="val 3208"/>
            </a:avLst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9060" tIns="49530" rIns="99060" bIns="4953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1200" dirty="0" err="1">
              <a:solidFill>
                <a:schemeClr val="tx1"/>
              </a:solidFill>
            </a:endParaRPr>
          </a:p>
        </p:txBody>
      </p:sp>
      <p:sp>
        <p:nvSpPr>
          <p:cNvPr id="150" name="Multiplication Sign 149">
            <a:extLst>
              <a:ext uri="{FF2B5EF4-FFF2-40B4-BE49-F238E27FC236}">
                <a16:creationId xmlns:a16="http://schemas.microsoft.com/office/drawing/2014/main" id="{4C5752B0-D7F1-9A43-D2D8-264D62593158}"/>
              </a:ext>
            </a:extLst>
          </p:cNvPr>
          <p:cNvSpPr/>
          <p:nvPr/>
        </p:nvSpPr>
        <p:spPr>
          <a:xfrm>
            <a:off x="546514" y="4452937"/>
            <a:ext cx="139194" cy="139194"/>
          </a:xfrm>
          <a:prstGeom prst="mathMultiply">
            <a:avLst>
              <a:gd name="adj1" fmla="val 3208"/>
            </a:avLst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9060" tIns="49530" rIns="99060" bIns="4953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1200" dirty="0" err="1">
              <a:solidFill>
                <a:schemeClr val="tx1"/>
              </a:solidFill>
            </a:endParaRPr>
          </a:p>
        </p:txBody>
      </p:sp>
      <p:graphicFrame>
        <p:nvGraphicFramePr>
          <p:cNvPr id="159" name="Table 6">
            <a:extLst>
              <a:ext uri="{FF2B5EF4-FFF2-40B4-BE49-F238E27FC236}">
                <a16:creationId xmlns:a16="http://schemas.microsoft.com/office/drawing/2014/main" id="{7F8B909F-7C75-BE2F-671A-14C9441E0F5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33865063"/>
              </p:ext>
            </p:extLst>
          </p:nvPr>
        </p:nvGraphicFramePr>
        <p:xfrm>
          <a:off x="2490545" y="4175413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graphicFrame>
        <p:nvGraphicFramePr>
          <p:cNvPr id="160" name="Table 6">
            <a:extLst>
              <a:ext uri="{FF2B5EF4-FFF2-40B4-BE49-F238E27FC236}">
                <a16:creationId xmlns:a16="http://schemas.microsoft.com/office/drawing/2014/main" id="{E46A6075-AC01-B0A7-DC8A-02192717080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42856095"/>
              </p:ext>
            </p:extLst>
          </p:nvPr>
        </p:nvGraphicFramePr>
        <p:xfrm>
          <a:off x="2490545" y="5816022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graphicFrame>
        <p:nvGraphicFramePr>
          <p:cNvPr id="161" name="Table 6">
            <a:extLst>
              <a:ext uri="{FF2B5EF4-FFF2-40B4-BE49-F238E27FC236}">
                <a16:creationId xmlns:a16="http://schemas.microsoft.com/office/drawing/2014/main" id="{E059B7E5-2120-BF38-59F3-0026BFFC48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49916534"/>
              </p:ext>
            </p:extLst>
          </p:nvPr>
        </p:nvGraphicFramePr>
        <p:xfrm>
          <a:off x="4464125" y="4175413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graphicFrame>
        <p:nvGraphicFramePr>
          <p:cNvPr id="162" name="Table 6">
            <a:extLst>
              <a:ext uri="{FF2B5EF4-FFF2-40B4-BE49-F238E27FC236}">
                <a16:creationId xmlns:a16="http://schemas.microsoft.com/office/drawing/2014/main" id="{88C7831C-6321-D4CF-B3B1-C6CDEEA08CD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33488889"/>
              </p:ext>
            </p:extLst>
          </p:nvPr>
        </p:nvGraphicFramePr>
        <p:xfrm>
          <a:off x="4464125" y="5816022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graphicFrame>
        <p:nvGraphicFramePr>
          <p:cNvPr id="163" name="Table 6">
            <a:extLst>
              <a:ext uri="{FF2B5EF4-FFF2-40B4-BE49-F238E27FC236}">
                <a16:creationId xmlns:a16="http://schemas.microsoft.com/office/drawing/2014/main" id="{6AFA1FD9-DEBA-FACB-00A7-379AC5BB08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83604086"/>
              </p:ext>
            </p:extLst>
          </p:nvPr>
        </p:nvGraphicFramePr>
        <p:xfrm>
          <a:off x="6430085" y="4175413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graphicFrame>
        <p:nvGraphicFramePr>
          <p:cNvPr id="164" name="Table 6">
            <a:extLst>
              <a:ext uri="{FF2B5EF4-FFF2-40B4-BE49-F238E27FC236}">
                <a16:creationId xmlns:a16="http://schemas.microsoft.com/office/drawing/2014/main" id="{30D17706-E026-4A2A-4982-B8EE24C1577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21034173"/>
              </p:ext>
            </p:extLst>
          </p:nvPr>
        </p:nvGraphicFramePr>
        <p:xfrm>
          <a:off x="6430085" y="5816022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graphicFrame>
        <p:nvGraphicFramePr>
          <p:cNvPr id="165" name="Table 6">
            <a:extLst>
              <a:ext uri="{FF2B5EF4-FFF2-40B4-BE49-F238E27FC236}">
                <a16:creationId xmlns:a16="http://schemas.microsoft.com/office/drawing/2014/main" id="{F9D2A542-7C87-AD81-D4C5-7533ACB2498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14080966"/>
              </p:ext>
            </p:extLst>
          </p:nvPr>
        </p:nvGraphicFramePr>
        <p:xfrm>
          <a:off x="8441765" y="4175413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graphicFrame>
        <p:nvGraphicFramePr>
          <p:cNvPr id="166" name="Table 6">
            <a:extLst>
              <a:ext uri="{FF2B5EF4-FFF2-40B4-BE49-F238E27FC236}">
                <a16:creationId xmlns:a16="http://schemas.microsoft.com/office/drawing/2014/main" id="{97578B91-99D0-BB45-0416-971FC8703A0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52022958"/>
              </p:ext>
            </p:extLst>
          </p:nvPr>
        </p:nvGraphicFramePr>
        <p:xfrm>
          <a:off x="8441765" y="5816022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167" name="Multiplication Sign 166">
            <a:extLst>
              <a:ext uri="{FF2B5EF4-FFF2-40B4-BE49-F238E27FC236}">
                <a16:creationId xmlns:a16="http://schemas.microsoft.com/office/drawing/2014/main" id="{D1C4C37B-76D1-0B1A-2807-379329E5EA03}"/>
              </a:ext>
            </a:extLst>
          </p:cNvPr>
          <p:cNvSpPr/>
          <p:nvPr/>
        </p:nvSpPr>
        <p:spPr>
          <a:xfrm>
            <a:off x="1251363" y="6098381"/>
            <a:ext cx="139194" cy="139194"/>
          </a:xfrm>
          <a:prstGeom prst="mathMultiply">
            <a:avLst>
              <a:gd name="adj1" fmla="val 3208"/>
            </a:avLst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9060" tIns="49530" rIns="99060" bIns="4953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1200" dirty="0" err="1">
              <a:solidFill>
                <a:schemeClr val="tx1"/>
              </a:solidFill>
            </a:endParaRPr>
          </a:p>
        </p:txBody>
      </p:sp>
      <p:sp>
        <p:nvSpPr>
          <p:cNvPr id="170" name="Multiplication Sign 169">
            <a:extLst>
              <a:ext uri="{FF2B5EF4-FFF2-40B4-BE49-F238E27FC236}">
                <a16:creationId xmlns:a16="http://schemas.microsoft.com/office/drawing/2014/main" id="{A01BC626-DBEF-0BDE-4B3C-B82A29F763EC}"/>
              </a:ext>
            </a:extLst>
          </p:cNvPr>
          <p:cNvSpPr/>
          <p:nvPr/>
        </p:nvSpPr>
        <p:spPr>
          <a:xfrm>
            <a:off x="1151351" y="6098381"/>
            <a:ext cx="139194" cy="139194"/>
          </a:xfrm>
          <a:prstGeom prst="mathMultiply">
            <a:avLst>
              <a:gd name="adj1" fmla="val 3208"/>
            </a:avLst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9060" tIns="49530" rIns="99060" bIns="4953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1200" dirty="0" err="1">
              <a:solidFill>
                <a:schemeClr val="tx1"/>
              </a:solidFill>
            </a:endParaRPr>
          </a:p>
        </p:txBody>
      </p:sp>
      <p:sp>
        <p:nvSpPr>
          <p:cNvPr id="171" name="Multiplication Sign 170">
            <a:extLst>
              <a:ext uri="{FF2B5EF4-FFF2-40B4-BE49-F238E27FC236}">
                <a16:creationId xmlns:a16="http://schemas.microsoft.com/office/drawing/2014/main" id="{B418AC9C-7A44-0621-B35D-A4D00715F3F1}"/>
              </a:ext>
            </a:extLst>
          </p:cNvPr>
          <p:cNvSpPr/>
          <p:nvPr/>
        </p:nvSpPr>
        <p:spPr>
          <a:xfrm>
            <a:off x="1051338" y="6098381"/>
            <a:ext cx="139194" cy="139194"/>
          </a:xfrm>
          <a:prstGeom prst="mathMultiply">
            <a:avLst>
              <a:gd name="adj1" fmla="val 3208"/>
            </a:avLst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9060" tIns="49530" rIns="99060" bIns="4953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1200" dirty="0" err="1">
              <a:solidFill>
                <a:schemeClr val="tx1"/>
              </a:solidFill>
            </a:endParaRPr>
          </a:p>
        </p:txBody>
      </p:sp>
      <p:sp>
        <p:nvSpPr>
          <p:cNvPr id="172" name="Multiplication Sign 171">
            <a:extLst>
              <a:ext uri="{FF2B5EF4-FFF2-40B4-BE49-F238E27FC236}">
                <a16:creationId xmlns:a16="http://schemas.microsoft.com/office/drawing/2014/main" id="{50D04908-3AA4-9BC3-06ED-C611990C5943}"/>
              </a:ext>
            </a:extLst>
          </p:cNvPr>
          <p:cNvSpPr/>
          <p:nvPr/>
        </p:nvSpPr>
        <p:spPr>
          <a:xfrm>
            <a:off x="958469" y="6098381"/>
            <a:ext cx="139194" cy="139194"/>
          </a:xfrm>
          <a:prstGeom prst="mathMultiply">
            <a:avLst>
              <a:gd name="adj1" fmla="val 3208"/>
            </a:avLst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9060" tIns="49530" rIns="99060" bIns="4953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1200" dirty="0" err="1">
              <a:solidFill>
                <a:schemeClr val="tx1"/>
              </a:solidFill>
            </a:endParaRPr>
          </a:p>
        </p:txBody>
      </p:sp>
      <p:sp>
        <p:nvSpPr>
          <p:cNvPr id="173" name="Multiplication Sign 172">
            <a:extLst>
              <a:ext uri="{FF2B5EF4-FFF2-40B4-BE49-F238E27FC236}">
                <a16:creationId xmlns:a16="http://schemas.microsoft.com/office/drawing/2014/main" id="{D4CA4BC8-7A9C-B59D-76F8-18A3526732ED}"/>
              </a:ext>
            </a:extLst>
          </p:cNvPr>
          <p:cNvSpPr/>
          <p:nvPr/>
        </p:nvSpPr>
        <p:spPr>
          <a:xfrm>
            <a:off x="851313" y="6098381"/>
            <a:ext cx="139194" cy="139194"/>
          </a:xfrm>
          <a:prstGeom prst="mathMultiply">
            <a:avLst>
              <a:gd name="adj1" fmla="val 3208"/>
            </a:avLst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9060" tIns="49530" rIns="99060" bIns="4953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1200" dirty="0" err="1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69307487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extBox 11">
            <a:extLst>
              <a:ext uri="{FF2B5EF4-FFF2-40B4-BE49-F238E27FC236}">
                <a16:creationId xmlns:a16="http://schemas.microsoft.com/office/drawing/2014/main" id="{F25A42F1-035D-4220-8486-BD9E60CA5899}"/>
              </a:ext>
            </a:extLst>
          </p:cNvPr>
          <p:cNvSpPr txBox="1"/>
          <p:nvPr/>
        </p:nvSpPr>
        <p:spPr>
          <a:xfrm>
            <a:off x="52447" y="288146"/>
            <a:ext cx="156324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0,1 + 0,2 = _________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02C13699-AEC6-C513-B917-058123553283}"/>
              </a:ext>
            </a:extLst>
          </p:cNvPr>
          <p:cNvCxnSpPr>
            <a:cxnSpLocks/>
          </p:cNvCxnSpPr>
          <p:nvPr/>
        </p:nvCxnSpPr>
        <p:spPr>
          <a:xfrm flipH="1">
            <a:off x="82062" y="3429280"/>
            <a:ext cx="9741876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TextBox 93">
            <a:extLst>
              <a:ext uri="{FF2B5EF4-FFF2-40B4-BE49-F238E27FC236}">
                <a16:creationId xmlns:a16="http://schemas.microsoft.com/office/drawing/2014/main" id="{64D4E531-710E-A7E6-3E8D-C69C32FCF831}"/>
              </a:ext>
            </a:extLst>
          </p:cNvPr>
          <p:cNvSpPr txBox="1"/>
          <p:nvPr/>
        </p:nvSpPr>
        <p:spPr>
          <a:xfrm>
            <a:off x="285591" y="-27580"/>
            <a:ext cx="93589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ru-RU" sz="1200" dirty="0">
                <a:solidFill>
                  <a:schemeClr val="bg1">
                    <a:lumMod val="65000"/>
                  </a:schemeClr>
                </a:solidFill>
                <a:latin typeface="Cooper Black" panose="0208090404030B020404" pitchFamily="18" charset="0"/>
              </a:rPr>
              <a:t>100 чарчы</a:t>
            </a:r>
            <a:endParaRPr lang="en-GB" sz="1200" dirty="0">
              <a:solidFill>
                <a:schemeClr val="bg1">
                  <a:lumMod val="65000"/>
                </a:schemeClr>
              </a:solidFill>
              <a:latin typeface="Cooper Black" panose="0208090404030B020404" pitchFamily="18" charset="0"/>
            </a:endParaRPr>
          </a:p>
        </p:txBody>
      </p:sp>
      <p:graphicFrame>
        <p:nvGraphicFramePr>
          <p:cNvPr id="34" name="Table 6">
            <a:extLst>
              <a:ext uri="{FF2B5EF4-FFF2-40B4-BE49-F238E27FC236}">
                <a16:creationId xmlns:a16="http://schemas.microsoft.com/office/drawing/2014/main" id="{2B5658C5-ACD0-07FC-8497-2700CFE79749}"/>
              </a:ext>
            </a:extLst>
          </p:cNvPr>
          <p:cNvGraphicFramePr>
            <a:graphicFrameLocks noGrp="1"/>
          </p:cNvGraphicFramePr>
          <p:nvPr/>
        </p:nvGraphicFramePr>
        <p:xfrm>
          <a:off x="375753" y="650816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15" name="TextBox 14">
            <a:extLst>
              <a:ext uri="{FF2B5EF4-FFF2-40B4-BE49-F238E27FC236}">
                <a16:creationId xmlns:a16="http://schemas.microsoft.com/office/drawing/2014/main" id="{110CC86E-741B-D390-D348-800CB9C6A6DC}"/>
              </a:ext>
            </a:extLst>
          </p:cNvPr>
          <p:cNvSpPr txBox="1"/>
          <p:nvPr/>
        </p:nvSpPr>
        <p:spPr>
          <a:xfrm>
            <a:off x="981981" y="211826"/>
            <a:ext cx="444352" cy="338554"/>
          </a:xfrm>
          <a:prstGeom prst="rect">
            <a:avLst/>
          </a:prstGeom>
          <a:solidFill>
            <a:schemeClr val="bg1"/>
          </a:solidFill>
          <a:ln w="19050">
            <a:solidFill>
              <a:srgbClr val="0070C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GB" sz="1600" dirty="0"/>
              <a:t>0,3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2D1D8A65-A6D2-7494-876C-6E6787D84559}"/>
              </a:ext>
            </a:extLst>
          </p:cNvPr>
          <p:cNvSpPr txBox="1"/>
          <p:nvPr/>
        </p:nvSpPr>
        <p:spPr>
          <a:xfrm>
            <a:off x="1693110" y="-27580"/>
            <a:ext cx="209377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ru-RU" sz="1200" dirty="0"/>
              <a:t>2 орундуу ондуктарды кошуу</a:t>
            </a:r>
            <a:endParaRPr lang="en-GB" sz="1200" dirty="0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ABE32DAB-FC24-3C67-48C9-DC98ED9F648F}"/>
              </a:ext>
            </a:extLst>
          </p:cNvPr>
          <p:cNvSpPr txBox="1"/>
          <p:nvPr/>
        </p:nvSpPr>
        <p:spPr>
          <a:xfrm>
            <a:off x="23317" y="1010242"/>
            <a:ext cx="30809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a)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9ECC103E-C661-3A18-7D47-2FCABB455C38}"/>
              </a:ext>
            </a:extLst>
          </p:cNvPr>
          <p:cNvSpPr txBox="1"/>
          <p:nvPr/>
        </p:nvSpPr>
        <p:spPr>
          <a:xfrm>
            <a:off x="4107637" y="-18996"/>
            <a:ext cx="505266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ru-RU" sz="1200" dirty="0"/>
              <a:t>Эсептөөнү аягына чыгарууга жардам берүү үчүн ар бир 10</a:t>
            </a:r>
            <a:r>
              <a:rPr lang="en-GB" sz="1200" dirty="0"/>
              <a:t>x10 </a:t>
            </a:r>
            <a:r>
              <a:rPr lang="ru-RU" sz="1200" dirty="0"/>
              <a:t>колдонуңуз.</a:t>
            </a:r>
            <a:endParaRPr lang="en-GB" sz="1200" dirty="0"/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B485A85E-B95F-28F6-7B81-332F6E871710}"/>
              </a:ext>
            </a:extLst>
          </p:cNvPr>
          <p:cNvSpPr txBox="1"/>
          <p:nvPr/>
        </p:nvSpPr>
        <p:spPr>
          <a:xfrm>
            <a:off x="13174" y="1928755"/>
            <a:ext cx="164179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0,2 + 0,23 = _________</a:t>
            </a:r>
          </a:p>
        </p:txBody>
      </p:sp>
      <p:graphicFrame>
        <p:nvGraphicFramePr>
          <p:cNvPr id="48" name="Table 6">
            <a:extLst>
              <a:ext uri="{FF2B5EF4-FFF2-40B4-BE49-F238E27FC236}">
                <a16:creationId xmlns:a16="http://schemas.microsoft.com/office/drawing/2014/main" id="{83176EB0-EADB-D410-12C9-7D6F526496C6}"/>
              </a:ext>
            </a:extLst>
          </p:cNvPr>
          <p:cNvGraphicFramePr>
            <a:graphicFrameLocks noGrp="1"/>
          </p:cNvGraphicFramePr>
          <p:nvPr/>
        </p:nvGraphicFramePr>
        <p:xfrm>
          <a:off x="375753" y="2291425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49" name="TextBox 48">
            <a:extLst>
              <a:ext uri="{FF2B5EF4-FFF2-40B4-BE49-F238E27FC236}">
                <a16:creationId xmlns:a16="http://schemas.microsoft.com/office/drawing/2014/main" id="{BBFFAE10-C8DC-4CD2-A203-ADF88AD6D220}"/>
              </a:ext>
            </a:extLst>
          </p:cNvPr>
          <p:cNvSpPr txBox="1"/>
          <p:nvPr/>
        </p:nvSpPr>
        <p:spPr>
          <a:xfrm>
            <a:off x="980683" y="1852435"/>
            <a:ext cx="548548" cy="338554"/>
          </a:xfrm>
          <a:prstGeom prst="rect">
            <a:avLst/>
          </a:prstGeom>
          <a:solidFill>
            <a:schemeClr val="bg1"/>
          </a:solidFill>
          <a:ln w="19050">
            <a:solidFill>
              <a:srgbClr val="0070C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GB" sz="1600" dirty="0"/>
              <a:t>0,43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2159F35D-0D6E-9980-E1AB-BC41C59788E0}"/>
              </a:ext>
            </a:extLst>
          </p:cNvPr>
          <p:cNvSpPr txBox="1"/>
          <p:nvPr/>
        </p:nvSpPr>
        <p:spPr>
          <a:xfrm>
            <a:off x="19310" y="2650851"/>
            <a:ext cx="31611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b)</a:t>
            </a: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F665E05F-E4FC-229E-FAEA-CCBF17C52762}"/>
              </a:ext>
            </a:extLst>
          </p:cNvPr>
          <p:cNvSpPr txBox="1"/>
          <p:nvPr/>
        </p:nvSpPr>
        <p:spPr>
          <a:xfrm>
            <a:off x="2131533" y="288146"/>
            <a:ext cx="164179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0,3 + 0,15 = _________</a:t>
            </a:r>
          </a:p>
        </p:txBody>
      </p:sp>
      <p:graphicFrame>
        <p:nvGraphicFramePr>
          <p:cNvPr id="67" name="Table 6">
            <a:extLst>
              <a:ext uri="{FF2B5EF4-FFF2-40B4-BE49-F238E27FC236}">
                <a16:creationId xmlns:a16="http://schemas.microsoft.com/office/drawing/2014/main" id="{DB8BEAFE-E876-39C3-2B19-73246F385BC8}"/>
              </a:ext>
            </a:extLst>
          </p:cNvPr>
          <p:cNvGraphicFramePr>
            <a:graphicFrameLocks noGrp="1"/>
          </p:cNvGraphicFramePr>
          <p:nvPr/>
        </p:nvGraphicFramePr>
        <p:xfrm>
          <a:off x="2494113" y="650816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68" name="TextBox 67">
            <a:extLst>
              <a:ext uri="{FF2B5EF4-FFF2-40B4-BE49-F238E27FC236}">
                <a16:creationId xmlns:a16="http://schemas.microsoft.com/office/drawing/2014/main" id="{92F2A9FB-277B-8AC1-BB02-1F46DEB39756}"/>
              </a:ext>
            </a:extLst>
          </p:cNvPr>
          <p:cNvSpPr txBox="1"/>
          <p:nvPr/>
        </p:nvSpPr>
        <p:spPr>
          <a:xfrm>
            <a:off x="3048243" y="211826"/>
            <a:ext cx="548548" cy="338554"/>
          </a:xfrm>
          <a:prstGeom prst="rect">
            <a:avLst/>
          </a:prstGeom>
          <a:solidFill>
            <a:schemeClr val="bg1"/>
          </a:solidFill>
          <a:ln w="19050">
            <a:solidFill>
              <a:srgbClr val="0070C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GB" sz="1600" dirty="0"/>
              <a:t>0,45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9F654151-3701-2C6C-D30E-EA5DC171B842}"/>
              </a:ext>
            </a:extLst>
          </p:cNvPr>
          <p:cNvSpPr txBox="1"/>
          <p:nvPr/>
        </p:nvSpPr>
        <p:spPr>
          <a:xfrm>
            <a:off x="2141677" y="1010242"/>
            <a:ext cx="30809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c)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FADD4D9A-F7A0-22A6-7354-1F0E7AB58100}"/>
              </a:ext>
            </a:extLst>
          </p:cNvPr>
          <p:cNvSpPr txBox="1"/>
          <p:nvPr/>
        </p:nvSpPr>
        <p:spPr>
          <a:xfrm>
            <a:off x="2131534" y="1928755"/>
            <a:ext cx="164179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0,1 + 0,18 = _________</a:t>
            </a:r>
          </a:p>
        </p:txBody>
      </p:sp>
      <p:graphicFrame>
        <p:nvGraphicFramePr>
          <p:cNvPr id="71" name="Table 6">
            <a:extLst>
              <a:ext uri="{FF2B5EF4-FFF2-40B4-BE49-F238E27FC236}">
                <a16:creationId xmlns:a16="http://schemas.microsoft.com/office/drawing/2014/main" id="{8E08D62E-CF59-811A-4DCF-E51D80ABFD5F}"/>
              </a:ext>
            </a:extLst>
          </p:cNvPr>
          <p:cNvGraphicFramePr>
            <a:graphicFrameLocks noGrp="1"/>
          </p:cNvGraphicFramePr>
          <p:nvPr/>
        </p:nvGraphicFramePr>
        <p:xfrm>
          <a:off x="2494113" y="2291425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72" name="TextBox 71">
            <a:extLst>
              <a:ext uri="{FF2B5EF4-FFF2-40B4-BE49-F238E27FC236}">
                <a16:creationId xmlns:a16="http://schemas.microsoft.com/office/drawing/2014/main" id="{EBD53ECA-B9D7-3E45-546D-3D277FE984FA}"/>
              </a:ext>
            </a:extLst>
          </p:cNvPr>
          <p:cNvSpPr txBox="1"/>
          <p:nvPr/>
        </p:nvSpPr>
        <p:spPr>
          <a:xfrm>
            <a:off x="3099043" y="1852435"/>
            <a:ext cx="548548" cy="338554"/>
          </a:xfrm>
          <a:prstGeom prst="rect">
            <a:avLst/>
          </a:prstGeom>
          <a:solidFill>
            <a:schemeClr val="bg1"/>
          </a:solidFill>
          <a:ln w="19050">
            <a:solidFill>
              <a:srgbClr val="0070C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GB" sz="1600" dirty="0"/>
              <a:t>0,43</a:t>
            </a: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254B46B5-1E44-9239-12D4-68A22E7382F5}"/>
              </a:ext>
            </a:extLst>
          </p:cNvPr>
          <p:cNvSpPr txBox="1"/>
          <p:nvPr/>
        </p:nvSpPr>
        <p:spPr>
          <a:xfrm>
            <a:off x="2137670" y="2650851"/>
            <a:ext cx="31611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d)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5DA4A78A-FB25-38E5-C74C-6ABB0D903675}"/>
              </a:ext>
            </a:extLst>
          </p:cNvPr>
          <p:cNvSpPr txBox="1"/>
          <p:nvPr/>
        </p:nvSpPr>
        <p:spPr>
          <a:xfrm>
            <a:off x="4058219" y="288146"/>
            <a:ext cx="17203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0,16 + 0,13 = _________</a:t>
            </a:r>
          </a:p>
        </p:txBody>
      </p:sp>
      <p:graphicFrame>
        <p:nvGraphicFramePr>
          <p:cNvPr id="75" name="Table 6">
            <a:extLst>
              <a:ext uri="{FF2B5EF4-FFF2-40B4-BE49-F238E27FC236}">
                <a16:creationId xmlns:a16="http://schemas.microsoft.com/office/drawing/2014/main" id="{FD7BC8CB-ED2D-9EF0-30E1-3162B6B04D94}"/>
              </a:ext>
            </a:extLst>
          </p:cNvPr>
          <p:cNvGraphicFramePr>
            <a:graphicFrameLocks noGrp="1"/>
          </p:cNvGraphicFramePr>
          <p:nvPr/>
        </p:nvGraphicFramePr>
        <p:xfrm>
          <a:off x="4460073" y="650816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76" name="TextBox 75">
            <a:extLst>
              <a:ext uri="{FF2B5EF4-FFF2-40B4-BE49-F238E27FC236}">
                <a16:creationId xmlns:a16="http://schemas.microsoft.com/office/drawing/2014/main" id="{21AB70E9-5004-F1FB-E2B6-DFD7A6A5D18D}"/>
              </a:ext>
            </a:extLst>
          </p:cNvPr>
          <p:cNvSpPr txBox="1"/>
          <p:nvPr/>
        </p:nvSpPr>
        <p:spPr>
          <a:xfrm>
            <a:off x="5059923" y="211826"/>
            <a:ext cx="548548" cy="338554"/>
          </a:xfrm>
          <a:prstGeom prst="rect">
            <a:avLst/>
          </a:prstGeom>
          <a:solidFill>
            <a:schemeClr val="bg1"/>
          </a:solidFill>
          <a:ln w="19050">
            <a:solidFill>
              <a:srgbClr val="0070C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GB" sz="1600" dirty="0"/>
              <a:t>0,29</a:t>
            </a: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28F26C4A-8AAA-32FA-C1B2-30321B3269D4}"/>
              </a:ext>
            </a:extLst>
          </p:cNvPr>
          <p:cNvSpPr txBox="1"/>
          <p:nvPr/>
        </p:nvSpPr>
        <p:spPr>
          <a:xfrm>
            <a:off x="4107637" y="1010242"/>
            <a:ext cx="30809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e)</a:t>
            </a: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835D58E6-0C46-C2CE-C29E-A9AC59CD4F2B}"/>
              </a:ext>
            </a:extLst>
          </p:cNvPr>
          <p:cNvSpPr txBox="1"/>
          <p:nvPr/>
        </p:nvSpPr>
        <p:spPr>
          <a:xfrm>
            <a:off x="4058220" y="1928755"/>
            <a:ext cx="17203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0,11 + 0,22 = _________</a:t>
            </a:r>
          </a:p>
        </p:txBody>
      </p:sp>
      <p:graphicFrame>
        <p:nvGraphicFramePr>
          <p:cNvPr id="79" name="Table 6">
            <a:extLst>
              <a:ext uri="{FF2B5EF4-FFF2-40B4-BE49-F238E27FC236}">
                <a16:creationId xmlns:a16="http://schemas.microsoft.com/office/drawing/2014/main" id="{EF9B29BB-D213-639B-478A-E6814E5C486E}"/>
              </a:ext>
            </a:extLst>
          </p:cNvPr>
          <p:cNvGraphicFramePr>
            <a:graphicFrameLocks noGrp="1"/>
          </p:cNvGraphicFramePr>
          <p:nvPr/>
        </p:nvGraphicFramePr>
        <p:xfrm>
          <a:off x="4460073" y="2291425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80" name="TextBox 79">
            <a:extLst>
              <a:ext uri="{FF2B5EF4-FFF2-40B4-BE49-F238E27FC236}">
                <a16:creationId xmlns:a16="http://schemas.microsoft.com/office/drawing/2014/main" id="{6E0B24F7-E88B-BFF3-BCB1-0590862243A8}"/>
              </a:ext>
            </a:extLst>
          </p:cNvPr>
          <p:cNvSpPr txBox="1"/>
          <p:nvPr/>
        </p:nvSpPr>
        <p:spPr>
          <a:xfrm>
            <a:off x="5065003" y="1852435"/>
            <a:ext cx="548548" cy="338554"/>
          </a:xfrm>
          <a:prstGeom prst="rect">
            <a:avLst/>
          </a:prstGeom>
          <a:solidFill>
            <a:schemeClr val="bg1"/>
          </a:solidFill>
          <a:ln w="19050">
            <a:solidFill>
              <a:srgbClr val="0070C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GB" sz="1600" dirty="0"/>
              <a:t>0,33</a:t>
            </a: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EF8E7E36-C478-36F2-42C1-860A21EC65D1}"/>
              </a:ext>
            </a:extLst>
          </p:cNvPr>
          <p:cNvSpPr txBox="1"/>
          <p:nvPr/>
        </p:nvSpPr>
        <p:spPr>
          <a:xfrm>
            <a:off x="4120141" y="2650851"/>
            <a:ext cx="28309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f)</a:t>
            </a: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B39A7162-C07A-D0A1-6468-C5AA6961491E}"/>
              </a:ext>
            </a:extLst>
          </p:cNvPr>
          <p:cNvSpPr txBox="1"/>
          <p:nvPr/>
        </p:nvSpPr>
        <p:spPr>
          <a:xfrm>
            <a:off x="6063456" y="288146"/>
            <a:ext cx="164179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0,61 + 0,2 = _________</a:t>
            </a:r>
          </a:p>
        </p:txBody>
      </p:sp>
      <p:graphicFrame>
        <p:nvGraphicFramePr>
          <p:cNvPr id="83" name="Table 6">
            <a:extLst>
              <a:ext uri="{FF2B5EF4-FFF2-40B4-BE49-F238E27FC236}">
                <a16:creationId xmlns:a16="http://schemas.microsoft.com/office/drawing/2014/main" id="{9DBF6172-6775-74FD-5FE9-E2C57C7C13E0}"/>
              </a:ext>
            </a:extLst>
          </p:cNvPr>
          <p:cNvGraphicFramePr>
            <a:graphicFrameLocks noGrp="1"/>
          </p:cNvGraphicFramePr>
          <p:nvPr/>
        </p:nvGraphicFramePr>
        <p:xfrm>
          <a:off x="6426033" y="650816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84" name="TextBox 83">
            <a:extLst>
              <a:ext uri="{FF2B5EF4-FFF2-40B4-BE49-F238E27FC236}">
                <a16:creationId xmlns:a16="http://schemas.microsoft.com/office/drawing/2014/main" id="{7373D1FD-3044-B2AE-071B-313641E11ECB}"/>
              </a:ext>
            </a:extLst>
          </p:cNvPr>
          <p:cNvSpPr txBox="1"/>
          <p:nvPr/>
        </p:nvSpPr>
        <p:spPr>
          <a:xfrm>
            <a:off x="6989688" y="211826"/>
            <a:ext cx="548548" cy="338554"/>
          </a:xfrm>
          <a:prstGeom prst="rect">
            <a:avLst/>
          </a:prstGeom>
          <a:solidFill>
            <a:schemeClr val="bg1"/>
          </a:solidFill>
          <a:ln w="19050">
            <a:solidFill>
              <a:srgbClr val="0070C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GB" sz="1600" dirty="0"/>
              <a:t>0,81</a:t>
            </a: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1932B5A8-FC0F-2121-DCC4-E01E454BF8F9}"/>
              </a:ext>
            </a:extLst>
          </p:cNvPr>
          <p:cNvSpPr txBox="1"/>
          <p:nvPr/>
        </p:nvSpPr>
        <p:spPr>
          <a:xfrm>
            <a:off x="6073597" y="1010242"/>
            <a:ext cx="30809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g)</a:t>
            </a: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0F408104-06B3-8CB7-0B73-ED5F612606DB}"/>
              </a:ext>
            </a:extLst>
          </p:cNvPr>
          <p:cNvSpPr txBox="1"/>
          <p:nvPr/>
        </p:nvSpPr>
        <p:spPr>
          <a:xfrm>
            <a:off x="6063453" y="1928755"/>
            <a:ext cx="164179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0,2 + 0,06 = _________</a:t>
            </a:r>
          </a:p>
        </p:txBody>
      </p:sp>
      <p:graphicFrame>
        <p:nvGraphicFramePr>
          <p:cNvPr id="87" name="Table 6">
            <a:extLst>
              <a:ext uri="{FF2B5EF4-FFF2-40B4-BE49-F238E27FC236}">
                <a16:creationId xmlns:a16="http://schemas.microsoft.com/office/drawing/2014/main" id="{D25B1E53-42F8-FBD4-A4F0-AE9E6D123D73}"/>
              </a:ext>
            </a:extLst>
          </p:cNvPr>
          <p:cNvGraphicFramePr>
            <a:graphicFrameLocks noGrp="1"/>
          </p:cNvGraphicFramePr>
          <p:nvPr/>
        </p:nvGraphicFramePr>
        <p:xfrm>
          <a:off x="6426033" y="2291425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88" name="TextBox 87">
            <a:extLst>
              <a:ext uri="{FF2B5EF4-FFF2-40B4-BE49-F238E27FC236}">
                <a16:creationId xmlns:a16="http://schemas.microsoft.com/office/drawing/2014/main" id="{CA540BA7-2F9B-E557-6FB0-038379FABAD3}"/>
              </a:ext>
            </a:extLst>
          </p:cNvPr>
          <p:cNvSpPr txBox="1"/>
          <p:nvPr/>
        </p:nvSpPr>
        <p:spPr>
          <a:xfrm>
            <a:off x="7030963" y="1852435"/>
            <a:ext cx="548548" cy="338554"/>
          </a:xfrm>
          <a:prstGeom prst="rect">
            <a:avLst/>
          </a:prstGeom>
          <a:solidFill>
            <a:schemeClr val="bg1"/>
          </a:solidFill>
          <a:ln w="19050">
            <a:solidFill>
              <a:srgbClr val="0070C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GB" sz="1600" dirty="0"/>
              <a:t>0,26</a:t>
            </a: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147CABDE-FEF2-30CE-2317-176673CFF475}"/>
              </a:ext>
            </a:extLst>
          </p:cNvPr>
          <p:cNvSpPr txBox="1"/>
          <p:nvPr/>
        </p:nvSpPr>
        <p:spPr>
          <a:xfrm>
            <a:off x="6069590" y="2650851"/>
            <a:ext cx="31611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h)</a:t>
            </a: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C37DEEF9-299E-399C-21F1-A57B9855D2EA}"/>
              </a:ext>
            </a:extLst>
          </p:cNvPr>
          <p:cNvSpPr txBox="1"/>
          <p:nvPr/>
        </p:nvSpPr>
        <p:spPr>
          <a:xfrm>
            <a:off x="7871959" y="288146"/>
            <a:ext cx="206338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0,3 + 0,21 + 0,17 = _________</a:t>
            </a:r>
          </a:p>
        </p:txBody>
      </p:sp>
      <p:graphicFrame>
        <p:nvGraphicFramePr>
          <p:cNvPr id="91" name="Table 6">
            <a:extLst>
              <a:ext uri="{FF2B5EF4-FFF2-40B4-BE49-F238E27FC236}">
                <a16:creationId xmlns:a16="http://schemas.microsoft.com/office/drawing/2014/main" id="{E4363E27-D7B6-8588-58A8-5B289F155460}"/>
              </a:ext>
            </a:extLst>
          </p:cNvPr>
          <p:cNvGraphicFramePr>
            <a:graphicFrameLocks noGrp="1"/>
          </p:cNvGraphicFramePr>
          <p:nvPr/>
        </p:nvGraphicFramePr>
        <p:xfrm>
          <a:off x="8445333" y="650816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99" name="TextBox 98">
            <a:extLst>
              <a:ext uri="{FF2B5EF4-FFF2-40B4-BE49-F238E27FC236}">
                <a16:creationId xmlns:a16="http://schemas.microsoft.com/office/drawing/2014/main" id="{0B5C1857-FB5F-0278-9DC0-06E2E219D098}"/>
              </a:ext>
            </a:extLst>
          </p:cNvPr>
          <p:cNvSpPr txBox="1"/>
          <p:nvPr/>
        </p:nvSpPr>
        <p:spPr>
          <a:xfrm>
            <a:off x="9243303" y="257546"/>
            <a:ext cx="548548" cy="338554"/>
          </a:xfrm>
          <a:prstGeom prst="rect">
            <a:avLst/>
          </a:prstGeom>
          <a:solidFill>
            <a:schemeClr val="bg1"/>
          </a:solidFill>
          <a:ln w="19050">
            <a:solidFill>
              <a:srgbClr val="0070C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GB" sz="1600" dirty="0"/>
              <a:t>0,68</a:t>
            </a: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8C1CCA5D-35A4-810B-2055-78535719AE5A}"/>
              </a:ext>
            </a:extLst>
          </p:cNvPr>
          <p:cNvSpPr txBox="1"/>
          <p:nvPr/>
        </p:nvSpPr>
        <p:spPr>
          <a:xfrm>
            <a:off x="8111332" y="1010242"/>
            <a:ext cx="27122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 err="1">
                <a:solidFill>
                  <a:schemeClr val="bg1">
                    <a:lumMod val="50000"/>
                  </a:schemeClr>
                </a:solidFill>
              </a:rPr>
              <a:t>i</a:t>
            </a:r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)</a:t>
            </a: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05726D12-145E-76EA-7F88-D0F8E68A28E9}"/>
              </a:ext>
            </a:extLst>
          </p:cNvPr>
          <p:cNvSpPr txBox="1"/>
          <p:nvPr/>
        </p:nvSpPr>
        <p:spPr>
          <a:xfrm>
            <a:off x="7832686" y="1928755"/>
            <a:ext cx="214193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0,08 + 0,41 + 0,24 = _________</a:t>
            </a:r>
          </a:p>
        </p:txBody>
      </p:sp>
      <p:graphicFrame>
        <p:nvGraphicFramePr>
          <p:cNvPr id="102" name="Table 6">
            <a:extLst>
              <a:ext uri="{FF2B5EF4-FFF2-40B4-BE49-F238E27FC236}">
                <a16:creationId xmlns:a16="http://schemas.microsoft.com/office/drawing/2014/main" id="{BE3DC445-D7EB-B81D-5E23-C60CDDF6C558}"/>
              </a:ext>
            </a:extLst>
          </p:cNvPr>
          <p:cNvGraphicFramePr>
            <a:graphicFrameLocks noGrp="1"/>
          </p:cNvGraphicFramePr>
          <p:nvPr/>
        </p:nvGraphicFramePr>
        <p:xfrm>
          <a:off x="8445333" y="2291425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103" name="TextBox 102">
            <a:extLst>
              <a:ext uri="{FF2B5EF4-FFF2-40B4-BE49-F238E27FC236}">
                <a16:creationId xmlns:a16="http://schemas.microsoft.com/office/drawing/2014/main" id="{CE5ACC4B-FF37-CFA8-7209-B86D5167EEAB}"/>
              </a:ext>
            </a:extLst>
          </p:cNvPr>
          <p:cNvSpPr txBox="1"/>
          <p:nvPr/>
        </p:nvSpPr>
        <p:spPr>
          <a:xfrm>
            <a:off x="9249768" y="1864904"/>
            <a:ext cx="548548" cy="338554"/>
          </a:xfrm>
          <a:prstGeom prst="rect">
            <a:avLst/>
          </a:prstGeom>
          <a:solidFill>
            <a:schemeClr val="bg1"/>
          </a:solidFill>
          <a:ln w="19050">
            <a:solidFill>
              <a:srgbClr val="0070C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GB" sz="1600" dirty="0"/>
              <a:t>0,73</a:t>
            </a: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3D94A023-9AFA-329C-83E9-FF0615541B59}"/>
              </a:ext>
            </a:extLst>
          </p:cNvPr>
          <p:cNvSpPr txBox="1"/>
          <p:nvPr/>
        </p:nvSpPr>
        <p:spPr>
          <a:xfrm>
            <a:off x="8110530" y="2650851"/>
            <a:ext cx="27283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j)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9C2EDE4A-FDA0-63DB-B282-7D89DFE40102}"/>
              </a:ext>
            </a:extLst>
          </p:cNvPr>
          <p:cNvSpPr txBox="1"/>
          <p:nvPr/>
        </p:nvSpPr>
        <p:spPr>
          <a:xfrm>
            <a:off x="-26101" y="3812743"/>
            <a:ext cx="17203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0,34 − 0,02 = _________</a:t>
            </a: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377B12AA-61F9-86B5-E140-503E41D1EB16}"/>
              </a:ext>
            </a:extLst>
          </p:cNvPr>
          <p:cNvSpPr txBox="1"/>
          <p:nvPr/>
        </p:nvSpPr>
        <p:spPr>
          <a:xfrm>
            <a:off x="285591" y="3497017"/>
            <a:ext cx="93589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ru-RU" sz="1200" dirty="0">
                <a:solidFill>
                  <a:schemeClr val="bg1">
                    <a:lumMod val="65000"/>
                  </a:schemeClr>
                </a:solidFill>
                <a:latin typeface="Cooper Black" panose="0208090404030B020404" pitchFamily="18" charset="0"/>
              </a:rPr>
              <a:t>100 чарчы</a:t>
            </a:r>
            <a:endParaRPr lang="en-GB" sz="1200" dirty="0">
              <a:solidFill>
                <a:schemeClr val="bg1">
                  <a:lumMod val="65000"/>
                </a:schemeClr>
              </a:solidFill>
              <a:latin typeface="Cooper Black" panose="0208090404030B020404" pitchFamily="18" charset="0"/>
            </a:endParaRPr>
          </a:p>
        </p:txBody>
      </p:sp>
      <p:graphicFrame>
        <p:nvGraphicFramePr>
          <p:cNvPr id="108" name="Table 6">
            <a:extLst>
              <a:ext uri="{FF2B5EF4-FFF2-40B4-BE49-F238E27FC236}">
                <a16:creationId xmlns:a16="http://schemas.microsoft.com/office/drawing/2014/main" id="{98B61045-3F5E-CBE9-F476-CB92A7E51A3E}"/>
              </a:ext>
            </a:extLst>
          </p:cNvPr>
          <p:cNvGraphicFramePr>
            <a:graphicFrameLocks noGrp="1"/>
          </p:cNvGraphicFramePr>
          <p:nvPr/>
        </p:nvGraphicFramePr>
        <p:xfrm>
          <a:off x="375753" y="4175413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109" name="TextBox 108">
            <a:extLst>
              <a:ext uri="{FF2B5EF4-FFF2-40B4-BE49-F238E27FC236}">
                <a16:creationId xmlns:a16="http://schemas.microsoft.com/office/drawing/2014/main" id="{A5F6CA2F-C34B-EE99-B36D-B9B99ECCC4F3}"/>
              </a:ext>
            </a:extLst>
          </p:cNvPr>
          <p:cNvSpPr txBox="1"/>
          <p:nvPr/>
        </p:nvSpPr>
        <p:spPr>
          <a:xfrm>
            <a:off x="983223" y="3736423"/>
            <a:ext cx="548548" cy="338554"/>
          </a:xfrm>
          <a:prstGeom prst="rect">
            <a:avLst/>
          </a:prstGeom>
          <a:solidFill>
            <a:schemeClr val="bg1"/>
          </a:solidFill>
          <a:ln w="19050">
            <a:solidFill>
              <a:srgbClr val="0070C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GB" sz="1600" dirty="0"/>
              <a:t>0,32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BD7AF410-637B-0D2E-A79C-EEA519BBF3D7}"/>
              </a:ext>
            </a:extLst>
          </p:cNvPr>
          <p:cNvSpPr txBox="1"/>
          <p:nvPr/>
        </p:nvSpPr>
        <p:spPr>
          <a:xfrm>
            <a:off x="1628447" y="3497017"/>
            <a:ext cx="222310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ru-RU" sz="1200" dirty="0"/>
              <a:t>2 орундуу ондуктарды кемитүү</a:t>
            </a:r>
            <a:endParaRPr lang="en-GB" sz="1200" dirty="0"/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AD06DE2A-B4D3-C20A-A14D-91C54287C8D4}"/>
              </a:ext>
            </a:extLst>
          </p:cNvPr>
          <p:cNvSpPr txBox="1"/>
          <p:nvPr/>
        </p:nvSpPr>
        <p:spPr>
          <a:xfrm>
            <a:off x="23317" y="4534839"/>
            <a:ext cx="30809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a)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7AA2B691-5E63-198B-FC4A-28E901336459}"/>
              </a:ext>
            </a:extLst>
          </p:cNvPr>
          <p:cNvSpPr txBox="1"/>
          <p:nvPr/>
        </p:nvSpPr>
        <p:spPr>
          <a:xfrm>
            <a:off x="4107636" y="3487419"/>
            <a:ext cx="505266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ru-RU" sz="1200" dirty="0"/>
              <a:t>Эсептөөнү аягына чыгарууга жардам берүү үчүн ар бир 10</a:t>
            </a:r>
            <a:r>
              <a:rPr lang="en-GB" sz="1200" dirty="0"/>
              <a:t>x10 </a:t>
            </a:r>
            <a:r>
              <a:rPr lang="ru-RU" sz="1200" dirty="0"/>
              <a:t>колдонуңуз.</a:t>
            </a:r>
            <a:endParaRPr lang="en-GB" sz="1200" dirty="0"/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457DA940-CBBD-86BE-720C-8AC8172A3541}"/>
              </a:ext>
            </a:extLst>
          </p:cNvPr>
          <p:cNvSpPr txBox="1"/>
          <p:nvPr/>
        </p:nvSpPr>
        <p:spPr>
          <a:xfrm>
            <a:off x="13174" y="5453352"/>
            <a:ext cx="164179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0,4 − 0,05 = _________</a:t>
            </a:r>
          </a:p>
        </p:txBody>
      </p:sp>
      <p:graphicFrame>
        <p:nvGraphicFramePr>
          <p:cNvPr id="114" name="Table 6">
            <a:extLst>
              <a:ext uri="{FF2B5EF4-FFF2-40B4-BE49-F238E27FC236}">
                <a16:creationId xmlns:a16="http://schemas.microsoft.com/office/drawing/2014/main" id="{7C0DD4EB-E14F-5F09-CB7A-5612A18897F9}"/>
              </a:ext>
            </a:extLst>
          </p:cNvPr>
          <p:cNvGraphicFramePr>
            <a:graphicFrameLocks noGrp="1"/>
          </p:cNvGraphicFramePr>
          <p:nvPr/>
        </p:nvGraphicFramePr>
        <p:xfrm>
          <a:off x="375753" y="5816022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115" name="TextBox 114">
            <a:extLst>
              <a:ext uri="{FF2B5EF4-FFF2-40B4-BE49-F238E27FC236}">
                <a16:creationId xmlns:a16="http://schemas.microsoft.com/office/drawing/2014/main" id="{0C44969B-89C6-5C71-82FF-F4B4882D062D}"/>
              </a:ext>
            </a:extLst>
          </p:cNvPr>
          <p:cNvSpPr txBox="1"/>
          <p:nvPr/>
        </p:nvSpPr>
        <p:spPr>
          <a:xfrm>
            <a:off x="980682" y="5377032"/>
            <a:ext cx="548548" cy="338554"/>
          </a:xfrm>
          <a:prstGeom prst="rect">
            <a:avLst/>
          </a:prstGeom>
          <a:solidFill>
            <a:schemeClr val="bg1"/>
          </a:solidFill>
          <a:ln w="19050">
            <a:solidFill>
              <a:srgbClr val="0070C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GB" sz="1600" dirty="0"/>
              <a:t>0,35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8C13BF93-A191-4A66-66CC-E800808BFFA5}"/>
              </a:ext>
            </a:extLst>
          </p:cNvPr>
          <p:cNvSpPr txBox="1"/>
          <p:nvPr/>
        </p:nvSpPr>
        <p:spPr>
          <a:xfrm>
            <a:off x="19310" y="6175448"/>
            <a:ext cx="31611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b)</a:t>
            </a: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9F152955-9ECF-0179-6049-355559BB11BF}"/>
              </a:ext>
            </a:extLst>
          </p:cNvPr>
          <p:cNvSpPr txBox="1"/>
          <p:nvPr/>
        </p:nvSpPr>
        <p:spPr>
          <a:xfrm>
            <a:off x="2131533" y="3812743"/>
            <a:ext cx="164179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0,6 − 0,07 = _________</a:t>
            </a: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D5950BAF-7896-3C31-6399-057E918AFB4F}"/>
              </a:ext>
            </a:extLst>
          </p:cNvPr>
          <p:cNvSpPr txBox="1"/>
          <p:nvPr/>
        </p:nvSpPr>
        <p:spPr>
          <a:xfrm>
            <a:off x="3048243" y="3736423"/>
            <a:ext cx="548548" cy="338554"/>
          </a:xfrm>
          <a:prstGeom prst="rect">
            <a:avLst/>
          </a:prstGeom>
          <a:solidFill>
            <a:schemeClr val="bg1"/>
          </a:solidFill>
          <a:ln w="19050">
            <a:solidFill>
              <a:srgbClr val="0070C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GB" sz="1600" dirty="0"/>
              <a:t>0,53</a:t>
            </a: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06EA7B58-7D26-E732-4A8D-0A0149156F7E}"/>
              </a:ext>
            </a:extLst>
          </p:cNvPr>
          <p:cNvSpPr txBox="1"/>
          <p:nvPr/>
        </p:nvSpPr>
        <p:spPr>
          <a:xfrm>
            <a:off x="2141677" y="4534839"/>
            <a:ext cx="30809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c)</a:t>
            </a: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D060ABBA-8DCD-678B-5B69-17763B91AE84}"/>
              </a:ext>
            </a:extLst>
          </p:cNvPr>
          <p:cNvSpPr txBox="1"/>
          <p:nvPr/>
        </p:nvSpPr>
        <p:spPr>
          <a:xfrm>
            <a:off x="2092260" y="5453352"/>
            <a:ext cx="17203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0,14 − 0,06 = _________</a:t>
            </a: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E66A4C04-047A-C4D1-3487-310347F36C72}"/>
              </a:ext>
            </a:extLst>
          </p:cNvPr>
          <p:cNvSpPr txBox="1"/>
          <p:nvPr/>
        </p:nvSpPr>
        <p:spPr>
          <a:xfrm>
            <a:off x="3099043" y="5377032"/>
            <a:ext cx="548548" cy="338554"/>
          </a:xfrm>
          <a:prstGeom prst="rect">
            <a:avLst/>
          </a:prstGeom>
          <a:solidFill>
            <a:schemeClr val="bg1"/>
          </a:solidFill>
          <a:ln w="19050">
            <a:solidFill>
              <a:srgbClr val="0070C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GB" sz="1600" dirty="0"/>
              <a:t>0,08</a:t>
            </a: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3CD97CF3-F149-88B4-3561-3CA12546398B}"/>
              </a:ext>
            </a:extLst>
          </p:cNvPr>
          <p:cNvSpPr txBox="1"/>
          <p:nvPr/>
        </p:nvSpPr>
        <p:spPr>
          <a:xfrm>
            <a:off x="2137670" y="6175448"/>
            <a:ext cx="31611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d)</a:t>
            </a: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8287BA7D-39EF-042A-7D77-B49BF0C7E426}"/>
              </a:ext>
            </a:extLst>
          </p:cNvPr>
          <p:cNvSpPr txBox="1"/>
          <p:nvPr/>
        </p:nvSpPr>
        <p:spPr>
          <a:xfrm>
            <a:off x="4156002" y="3812743"/>
            <a:ext cx="152477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1 − 0,25 = _________</a:t>
            </a:r>
          </a:p>
        </p:txBody>
      </p:sp>
      <p:sp>
        <p:nvSpPr>
          <p:cNvPr id="127" name="TextBox 126">
            <a:extLst>
              <a:ext uri="{FF2B5EF4-FFF2-40B4-BE49-F238E27FC236}">
                <a16:creationId xmlns:a16="http://schemas.microsoft.com/office/drawing/2014/main" id="{8B1F8339-435B-0FF2-E3CE-6A5AD5A600B4}"/>
              </a:ext>
            </a:extLst>
          </p:cNvPr>
          <p:cNvSpPr txBox="1"/>
          <p:nvPr/>
        </p:nvSpPr>
        <p:spPr>
          <a:xfrm>
            <a:off x="4968483" y="3728803"/>
            <a:ext cx="548548" cy="338554"/>
          </a:xfrm>
          <a:prstGeom prst="rect">
            <a:avLst/>
          </a:prstGeom>
          <a:solidFill>
            <a:schemeClr val="bg1"/>
          </a:solidFill>
          <a:ln w="19050">
            <a:solidFill>
              <a:srgbClr val="0070C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GB" sz="1600" dirty="0"/>
              <a:t>0,75</a:t>
            </a: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3C472AC1-1881-0BB2-7636-0B9EEE64D750}"/>
              </a:ext>
            </a:extLst>
          </p:cNvPr>
          <p:cNvSpPr txBox="1"/>
          <p:nvPr/>
        </p:nvSpPr>
        <p:spPr>
          <a:xfrm>
            <a:off x="4107637" y="4534839"/>
            <a:ext cx="30809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e)</a:t>
            </a: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2E5E74B0-CA34-EB96-5F38-7BFD69A4AD90}"/>
              </a:ext>
            </a:extLst>
          </p:cNvPr>
          <p:cNvSpPr txBox="1"/>
          <p:nvPr/>
        </p:nvSpPr>
        <p:spPr>
          <a:xfrm>
            <a:off x="4058220" y="5453352"/>
            <a:ext cx="172034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0,72 − 0,31 = _________</a:t>
            </a: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425CA8B5-22EE-158A-9CDC-7A0D2AFA8447}"/>
              </a:ext>
            </a:extLst>
          </p:cNvPr>
          <p:cNvSpPr txBox="1"/>
          <p:nvPr/>
        </p:nvSpPr>
        <p:spPr>
          <a:xfrm>
            <a:off x="5065003" y="5377032"/>
            <a:ext cx="548548" cy="338554"/>
          </a:xfrm>
          <a:prstGeom prst="rect">
            <a:avLst/>
          </a:prstGeom>
          <a:solidFill>
            <a:schemeClr val="bg1"/>
          </a:solidFill>
          <a:ln w="19050">
            <a:solidFill>
              <a:srgbClr val="0070C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GB" sz="1600" dirty="0"/>
              <a:t>0,41</a:t>
            </a: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2D8F329F-EEA5-1A1B-4AEA-13EF5D455C34}"/>
              </a:ext>
            </a:extLst>
          </p:cNvPr>
          <p:cNvSpPr txBox="1"/>
          <p:nvPr/>
        </p:nvSpPr>
        <p:spPr>
          <a:xfrm>
            <a:off x="4120141" y="6175448"/>
            <a:ext cx="28309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f)</a:t>
            </a: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3504FF31-FE42-FE2E-BDC0-8401A6651915}"/>
              </a:ext>
            </a:extLst>
          </p:cNvPr>
          <p:cNvSpPr txBox="1"/>
          <p:nvPr/>
        </p:nvSpPr>
        <p:spPr>
          <a:xfrm>
            <a:off x="6063456" y="3812743"/>
            <a:ext cx="164179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0,6 − 0,28 = _________</a:t>
            </a: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CB1CDB19-C55C-FC34-4B50-81947FD520AA}"/>
              </a:ext>
            </a:extLst>
          </p:cNvPr>
          <p:cNvSpPr txBox="1"/>
          <p:nvPr/>
        </p:nvSpPr>
        <p:spPr>
          <a:xfrm>
            <a:off x="7008391" y="3736423"/>
            <a:ext cx="548548" cy="338554"/>
          </a:xfrm>
          <a:prstGeom prst="rect">
            <a:avLst/>
          </a:prstGeom>
          <a:solidFill>
            <a:schemeClr val="bg1"/>
          </a:solidFill>
          <a:ln w="19050">
            <a:solidFill>
              <a:srgbClr val="0070C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GB" sz="1600" dirty="0"/>
              <a:t>0,32</a:t>
            </a:r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77C09488-0698-4C5A-9CCF-60F814575719}"/>
              </a:ext>
            </a:extLst>
          </p:cNvPr>
          <p:cNvSpPr txBox="1"/>
          <p:nvPr/>
        </p:nvSpPr>
        <p:spPr>
          <a:xfrm>
            <a:off x="6073597" y="4534839"/>
            <a:ext cx="30809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g)</a:t>
            </a:r>
          </a:p>
        </p:txBody>
      </p:sp>
      <p:sp>
        <p:nvSpPr>
          <p:cNvPr id="137" name="TextBox 136">
            <a:extLst>
              <a:ext uri="{FF2B5EF4-FFF2-40B4-BE49-F238E27FC236}">
                <a16:creationId xmlns:a16="http://schemas.microsoft.com/office/drawing/2014/main" id="{C2086CD7-3DB2-8E87-2C18-40D77615CDE0}"/>
              </a:ext>
            </a:extLst>
          </p:cNvPr>
          <p:cNvSpPr txBox="1"/>
          <p:nvPr/>
        </p:nvSpPr>
        <p:spPr>
          <a:xfrm>
            <a:off x="5852659" y="5453352"/>
            <a:ext cx="206338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0,4 + 0,12 − 0,05 = _________</a:t>
            </a: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EC75194E-1413-7108-FD4D-DB0CA66CC9A6}"/>
              </a:ext>
            </a:extLst>
          </p:cNvPr>
          <p:cNvSpPr txBox="1"/>
          <p:nvPr/>
        </p:nvSpPr>
        <p:spPr>
          <a:xfrm>
            <a:off x="7198603" y="5377032"/>
            <a:ext cx="548548" cy="338554"/>
          </a:xfrm>
          <a:prstGeom prst="rect">
            <a:avLst/>
          </a:prstGeom>
          <a:solidFill>
            <a:schemeClr val="bg1"/>
          </a:solidFill>
          <a:ln w="19050">
            <a:solidFill>
              <a:srgbClr val="0070C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GB" sz="1600" dirty="0"/>
              <a:t>0,47</a:t>
            </a: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EDE141B0-5E1C-CD75-6C39-C8CC8F7BBD64}"/>
              </a:ext>
            </a:extLst>
          </p:cNvPr>
          <p:cNvSpPr txBox="1"/>
          <p:nvPr/>
        </p:nvSpPr>
        <p:spPr>
          <a:xfrm>
            <a:off x="6069590" y="6175448"/>
            <a:ext cx="31611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h)</a:t>
            </a: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8E109A3F-B6E9-F126-9D7B-1A37B3A68ACE}"/>
              </a:ext>
            </a:extLst>
          </p:cNvPr>
          <p:cNvSpPr txBox="1"/>
          <p:nvPr/>
        </p:nvSpPr>
        <p:spPr>
          <a:xfrm>
            <a:off x="7871961" y="3812743"/>
            <a:ext cx="206338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0,62 − 0,18 + 0,3 = _________</a:t>
            </a:r>
          </a:p>
        </p:txBody>
      </p:sp>
      <p:sp>
        <p:nvSpPr>
          <p:cNvPr id="143" name="TextBox 142">
            <a:extLst>
              <a:ext uri="{FF2B5EF4-FFF2-40B4-BE49-F238E27FC236}">
                <a16:creationId xmlns:a16="http://schemas.microsoft.com/office/drawing/2014/main" id="{2F3A6234-401A-FA70-CD0B-125F5622FAA3}"/>
              </a:ext>
            </a:extLst>
          </p:cNvPr>
          <p:cNvSpPr txBox="1"/>
          <p:nvPr/>
        </p:nvSpPr>
        <p:spPr>
          <a:xfrm>
            <a:off x="9243303" y="3782143"/>
            <a:ext cx="548548" cy="338554"/>
          </a:xfrm>
          <a:prstGeom prst="rect">
            <a:avLst/>
          </a:prstGeom>
          <a:solidFill>
            <a:schemeClr val="bg1"/>
          </a:solidFill>
          <a:ln w="19050">
            <a:solidFill>
              <a:srgbClr val="0070C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GB" sz="1600" dirty="0"/>
              <a:t>0,74</a:t>
            </a:r>
          </a:p>
        </p:txBody>
      </p:sp>
      <p:sp>
        <p:nvSpPr>
          <p:cNvPr id="144" name="TextBox 143">
            <a:extLst>
              <a:ext uri="{FF2B5EF4-FFF2-40B4-BE49-F238E27FC236}">
                <a16:creationId xmlns:a16="http://schemas.microsoft.com/office/drawing/2014/main" id="{E55C8446-9B8A-8678-8DEE-EA4996EC9173}"/>
              </a:ext>
            </a:extLst>
          </p:cNvPr>
          <p:cNvSpPr txBox="1"/>
          <p:nvPr/>
        </p:nvSpPr>
        <p:spPr>
          <a:xfrm>
            <a:off x="8111332" y="4534839"/>
            <a:ext cx="27122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 err="1">
                <a:solidFill>
                  <a:schemeClr val="bg1">
                    <a:lumMod val="50000"/>
                  </a:schemeClr>
                </a:solidFill>
              </a:rPr>
              <a:t>i</a:t>
            </a:r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)</a:t>
            </a:r>
          </a:p>
        </p:txBody>
      </p:sp>
      <p:sp>
        <p:nvSpPr>
          <p:cNvPr id="145" name="TextBox 144">
            <a:extLst>
              <a:ext uri="{FF2B5EF4-FFF2-40B4-BE49-F238E27FC236}">
                <a16:creationId xmlns:a16="http://schemas.microsoft.com/office/drawing/2014/main" id="{922B5066-4F12-4AAB-1EF4-807B5A72D501}"/>
              </a:ext>
            </a:extLst>
          </p:cNvPr>
          <p:cNvSpPr txBox="1"/>
          <p:nvPr/>
        </p:nvSpPr>
        <p:spPr>
          <a:xfrm>
            <a:off x="7854327" y="5453352"/>
            <a:ext cx="209865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0,57 − 0,3 + 1,25  = _________</a:t>
            </a:r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4A092A1C-BA1D-D9D9-CC17-7BB7B0888DF2}"/>
              </a:ext>
            </a:extLst>
          </p:cNvPr>
          <p:cNvSpPr txBox="1"/>
          <p:nvPr/>
        </p:nvSpPr>
        <p:spPr>
          <a:xfrm>
            <a:off x="9249768" y="5389501"/>
            <a:ext cx="548548" cy="338554"/>
          </a:xfrm>
          <a:prstGeom prst="rect">
            <a:avLst/>
          </a:prstGeom>
          <a:solidFill>
            <a:schemeClr val="bg1"/>
          </a:solidFill>
          <a:ln w="19050">
            <a:solidFill>
              <a:srgbClr val="0070C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GB" sz="1600" dirty="0"/>
              <a:t>1,52</a:t>
            </a: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E4C146D8-2180-1E3F-A67D-A53F4B76D89F}"/>
              </a:ext>
            </a:extLst>
          </p:cNvPr>
          <p:cNvSpPr txBox="1"/>
          <p:nvPr/>
        </p:nvSpPr>
        <p:spPr>
          <a:xfrm>
            <a:off x="8110530" y="6175448"/>
            <a:ext cx="27283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j)</a:t>
            </a:r>
          </a:p>
        </p:txBody>
      </p:sp>
      <p:sp>
        <p:nvSpPr>
          <p:cNvPr id="149" name="Multiplication Sign 148">
            <a:extLst>
              <a:ext uri="{FF2B5EF4-FFF2-40B4-BE49-F238E27FC236}">
                <a16:creationId xmlns:a16="http://schemas.microsoft.com/office/drawing/2014/main" id="{E7ADDBAC-A6BD-C9E4-0665-8ADA480D3615}"/>
              </a:ext>
            </a:extLst>
          </p:cNvPr>
          <p:cNvSpPr/>
          <p:nvPr/>
        </p:nvSpPr>
        <p:spPr>
          <a:xfrm>
            <a:off x="658432" y="4452937"/>
            <a:ext cx="139194" cy="139194"/>
          </a:xfrm>
          <a:prstGeom prst="mathMultiply">
            <a:avLst>
              <a:gd name="adj1" fmla="val 3208"/>
            </a:avLst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9060" tIns="49530" rIns="99060" bIns="4953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1200" dirty="0" err="1">
              <a:solidFill>
                <a:schemeClr val="tx1"/>
              </a:solidFill>
            </a:endParaRPr>
          </a:p>
        </p:txBody>
      </p:sp>
      <p:sp>
        <p:nvSpPr>
          <p:cNvPr id="150" name="Multiplication Sign 149">
            <a:extLst>
              <a:ext uri="{FF2B5EF4-FFF2-40B4-BE49-F238E27FC236}">
                <a16:creationId xmlns:a16="http://schemas.microsoft.com/office/drawing/2014/main" id="{4C5752B0-D7F1-9A43-D2D8-264D62593158}"/>
              </a:ext>
            </a:extLst>
          </p:cNvPr>
          <p:cNvSpPr/>
          <p:nvPr/>
        </p:nvSpPr>
        <p:spPr>
          <a:xfrm>
            <a:off x="546514" y="4452937"/>
            <a:ext cx="139194" cy="139194"/>
          </a:xfrm>
          <a:prstGeom prst="mathMultiply">
            <a:avLst>
              <a:gd name="adj1" fmla="val 3208"/>
            </a:avLst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9060" tIns="49530" rIns="99060" bIns="4953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1200" dirty="0" err="1">
              <a:solidFill>
                <a:schemeClr val="tx1"/>
              </a:solidFill>
            </a:endParaRPr>
          </a:p>
        </p:txBody>
      </p:sp>
      <p:graphicFrame>
        <p:nvGraphicFramePr>
          <p:cNvPr id="159" name="Table 6">
            <a:extLst>
              <a:ext uri="{FF2B5EF4-FFF2-40B4-BE49-F238E27FC236}">
                <a16:creationId xmlns:a16="http://schemas.microsoft.com/office/drawing/2014/main" id="{7F8B909F-7C75-BE2F-671A-14C9441E0F5E}"/>
              </a:ext>
            </a:extLst>
          </p:cNvPr>
          <p:cNvGraphicFramePr>
            <a:graphicFrameLocks noGrp="1"/>
          </p:cNvGraphicFramePr>
          <p:nvPr/>
        </p:nvGraphicFramePr>
        <p:xfrm>
          <a:off x="2490545" y="4175413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graphicFrame>
        <p:nvGraphicFramePr>
          <p:cNvPr id="160" name="Table 6">
            <a:extLst>
              <a:ext uri="{FF2B5EF4-FFF2-40B4-BE49-F238E27FC236}">
                <a16:creationId xmlns:a16="http://schemas.microsoft.com/office/drawing/2014/main" id="{E46A6075-AC01-B0A7-DC8A-021927170800}"/>
              </a:ext>
            </a:extLst>
          </p:cNvPr>
          <p:cNvGraphicFramePr>
            <a:graphicFrameLocks noGrp="1"/>
          </p:cNvGraphicFramePr>
          <p:nvPr/>
        </p:nvGraphicFramePr>
        <p:xfrm>
          <a:off x="2490545" y="5816022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graphicFrame>
        <p:nvGraphicFramePr>
          <p:cNvPr id="161" name="Table 6">
            <a:extLst>
              <a:ext uri="{FF2B5EF4-FFF2-40B4-BE49-F238E27FC236}">
                <a16:creationId xmlns:a16="http://schemas.microsoft.com/office/drawing/2014/main" id="{E059B7E5-2120-BF38-59F3-0026BFFC48E6}"/>
              </a:ext>
            </a:extLst>
          </p:cNvPr>
          <p:cNvGraphicFramePr>
            <a:graphicFrameLocks noGrp="1"/>
          </p:cNvGraphicFramePr>
          <p:nvPr/>
        </p:nvGraphicFramePr>
        <p:xfrm>
          <a:off x="4464125" y="4175413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graphicFrame>
        <p:nvGraphicFramePr>
          <p:cNvPr id="162" name="Table 6">
            <a:extLst>
              <a:ext uri="{FF2B5EF4-FFF2-40B4-BE49-F238E27FC236}">
                <a16:creationId xmlns:a16="http://schemas.microsoft.com/office/drawing/2014/main" id="{88C7831C-6321-D4CF-B3B1-C6CDEEA08CDE}"/>
              </a:ext>
            </a:extLst>
          </p:cNvPr>
          <p:cNvGraphicFramePr>
            <a:graphicFrameLocks noGrp="1"/>
          </p:cNvGraphicFramePr>
          <p:nvPr/>
        </p:nvGraphicFramePr>
        <p:xfrm>
          <a:off x="4464125" y="5816022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graphicFrame>
        <p:nvGraphicFramePr>
          <p:cNvPr id="163" name="Table 6">
            <a:extLst>
              <a:ext uri="{FF2B5EF4-FFF2-40B4-BE49-F238E27FC236}">
                <a16:creationId xmlns:a16="http://schemas.microsoft.com/office/drawing/2014/main" id="{6AFA1FD9-DEBA-FACB-00A7-379AC5BB0847}"/>
              </a:ext>
            </a:extLst>
          </p:cNvPr>
          <p:cNvGraphicFramePr>
            <a:graphicFrameLocks noGrp="1"/>
          </p:cNvGraphicFramePr>
          <p:nvPr/>
        </p:nvGraphicFramePr>
        <p:xfrm>
          <a:off x="6430085" y="4175413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graphicFrame>
        <p:nvGraphicFramePr>
          <p:cNvPr id="164" name="Table 6">
            <a:extLst>
              <a:ext uri="{FF2B5EF4-FFF2-40B4-BE49-F238E27FC236}">
                <a16:creationId xmlns:a16="http://schemas.microsoft.com/office/drawing/2014/main" id="{30D17706-E026-4A2A-4982-B8EE24C1577B}"/>
              </a:ext>
            </a:extLst>
          </p:cNvPr>
          <p:cNvGraphicFramePr>
            <a:graphicFrameLocks noGrp="1"/>
          </p:cNvGraphicFramePr>
          <p:nvPr/>
        </p:nvGraphicFramePr>
        <p:xfrm>
          <a:off x="6430085" y="5816022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graphicFrame>
        <p:nvGraphicFramePr>
          <p:cNvPr id="165" name="Table 6">
            <a:extLst>
              <a:ext uri="{FF2B5EF4-FFF2-40B4-BE49-F238E27FC236}">
                <a16:creationId xmlns:a16="http://schemas.microsoft.com/office/drawing/2014/main" id="{F9D2A542-7C87-AD81-D4C5-7533ACB24987}"/>
              </a:ext>
            </a:extLst>
          </p:cNvPr>
          <p:cNvGraphicFramePr>
            <a:graphicFrameLocks noGrp="1"/>
          </p:cNvGraphicFramePr>
          <p:nvPr/>
        </p:nvGraphicFramePr>
        <p:xfrm>
          <a:off x="8441765" y="4175413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graphicFrame>
        <p:nvGraphicFramePr>
          <p:cNvPr id="166" name="Table 6">
            <a:extLst>
              <a:ext uri="{FF2B5EF4-FFF2-40B4-BE49-F238E27FC236}">
                <a16:creationId xmlns:a16="http://schemas.microsoft.com/office/drawing/2014/main" id="{97578B91-99D0-BB45-0416-971FC8703A00}"/>
              </a:ext>
            </a:extLst>
          </p:cNvPr>
          <p:cNvGraphicFramePr>
            <a:graphicFrameLocks noGrp="1"/>
          </p:cNvGraphicFramePr>
          <p:nvPr/>
        </p:nvGraphicFramePr>
        <p:xfrm>
          <a:off x="8441765" y="5816022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167" name="Multiplication Sign 166">
            <a:extLst>
              <a:ext uri="{FF2B5EF4-FFF2-40B4-BE49-F238E27FC236}">
                <a16:creationId xmlns:a16="http://schemas.microsoft.com/office/drawing/2014/main" id="{D1C4C37B-76D1-0B1A-2807-379329E5EA03}"/>
              </a:ext>
            </a:extLst>
          </p:cNvPr>
          <p:cNvSpPr/>
          <p:nvPr/>
        </p:nvSpPr>
        <p:spPr>
          <a:xfrm>
            <a:off x="1251363" y="6098381"/>
            <a:ext cx="139194" cy="139194"/>
          </a:xfrm>
          <a:prstGeom prst="mathMultiply">
            <a:avLst>
              <a:gd name="adj1" fmla="val 3208"/>
            </a:avLst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9060" tIns="49530" rIns="99060" bIns="4953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1200" dirty="0" err="1">
              <a:solidFill>
                <a:schemeClr val="tx1"/>
              </a:solidFill>
            </a:endParaRPr>
          </a:p>
        </p:txBody>
      </p:sp>
      <p:sp>
        <p:nvSpPr>
          <p:cNvPr id="170" name="Multiplication Sign 169">
            <a:extLst>
              <a:ext uri="{FF2B5EF4-FFF2-40B4-BE49-F238E27FC236}">
                <a16:creationId xmlns:a16="http://schemas.microsoft.com/office/drawing/2014/main" id="{A01BC626-DBEF-0BDE-4B3C-B82A29F763EC}"/>
              </a:ext>
            </a:extLst>
          </p:cNvPr>
          <p:cNvSpPr/>
          <p:nvPr/>
        </p:nvSpPr>
        <p:spPr>
          <a:xfrm>
            <a:off x="1151351" y="6098381"/>
            <a:ext cx="139194" cy="139194"/>
          </a:xfrm>
          <a:prstGeom prst="mathMultiply">
            <a:avLst>
              <a:gd name="adj1" fmla="val 3208"/>
            </a:avLst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9060" tIns="49530" rIns="99060" bIns="4953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1200" dirty="0" err="1">
              <a:solidFill>
                <a:schemeClr val="tx1"/>
              </a:solidFill>
            </a:endParaRPr>
          </a:p>
        </p:txBody>
      </p:sp>
      <p:sp>
        <p:nvSpPr>
          <p:cNvPr id="171" name="Multiplication Sign 170">
            <a:extLst>
              <a:ext uri="{FF2B5EF4-FFF2-40B4-BE49-F238E27FC236}">
                <a16:creationId xmlns:a16="http://schemas.microsoft.com/office/drawing/2014/main" id="{B418AC9C-7A44-0621-B35D-A4D00715F3F1}"/>
              </a:ext>
            </a:extLst>
          </p:cNvPr>
          <p:cNvSpPr/>
          <p:nvPr/>
        </p:nvSpPr>
        <p:spPr>
          <a:xfrm>
            <a:off x="1051338" y="6098381"/>
            <a:ext cx="139194" cy="139194"/>
          </a:xfrm>
          <a:prstGeom prst="mathMultiply">
            <a:avLst>
              <a:gd name="adj1" fmla="val 3208"/>
            </a:avLst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9060" tIns="49530" rIns="99060" bIns="4953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1200" dirty="0" err="1">
              <a:solidFill>
                <a:schemeClr val="tx1"/>
              </a:solidFill>
            </a:endParaRPr>
          </a:p>
        </p:txBody>
      </p:sp>
      <p:sp>
        <p:nvSpPr>
          <p:cNvPr id="172" name="Multiplication Sign 171">
            <a:extLst>
              <a:ext uri="{FF2B5EF4-FFF2-40B4-BE49-F238E27FC236}">
                <a16:creationId xmlns:a16="http://schemas.microsoft.com/office/drawing/2014/main" id="{50D04908-3AA4-9BC3-06ED-C611990C5943}"/>
              </a:ext>
            </a:extLst>
          </p:cNvPr>
          <p:cNvSpPr/>
          <p:nvPr/>
        </p:nvSpPr>
        <p:spPr>
          <a:xfrm>
            <a:off x="958469" y="6098381"/>
            <a:ext cx="139194" cy="139194"/>
          </a:xfrm>
          <a:prstGeom prst="mathMultiply">
            <a:avLst>
              <a:gd name="adj1" fmla="val 3208"/>
            </a:avLst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9060" tIns="49530" rIns="99060" bIns="4953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1200" dirty="0" err="1">
              <a:solidFill>
                <a:schemeClr val="tx1"/>
              </a:solidFill>
            </a:endParaRPr>
          </a:p>
        </p:txBody>
      </p:sp>
      <p:sp>
        <p:nvSpPr>
          <p:cNvPr id="173" name="Multiplication Sign 172">
            <a:extLst>
              <a:ext uri="{FF2B5EF4-FFF2-40B4-BE49-F238E27FC236}">
                <a16:creationId xmlns:a16="http://schemas.microsoft.com/office/drawing/2014/main" id="{D4CA4BC8-7A9C-B59D-76F8-18A3526732ED}"/>
              </a:ext>
            </a:extLst>
          </p:cNvPr>
          <p:cNvSpPr/>
          <p:nvPr/>
        </p:nvSpPr>
        <p:spPr>
          <a:xfrm>
            <a:off x="851313" y="6098381"/>
            <a:ext cx="139194" cy="139194"/>
          </a:xfrm>
          <a:prstGeom prst="mathMultiply">
            <a:avLst>
              <a:gd name="adj1" fmla="val 3208"/>
            </a:avLst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9060" tIns="49530" rIns="99060" bIns="4953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1200" dirty="0" err="1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79784571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extBox 11">
            <a:extLst>
              <a:ext uri="{FF2B5EF4-FFF2-40B4-BE49-F238E27FC236}">
                <a16:creationId xmlns:a16="http://schemas.microsoft.com/office/drawing/2014/main" id="{F25A42F1-035D-4220-8486-BD9E60CA5899}"/>
              </a:ext>
            </a:extLst>
          </p:cNvPr>
          <p:cNvSpPr txBox="1"/>
          <p:nvPr/>
        </p:nvSpPr>
        <p:spPr>
          <a:xfrm>
            <a:off x="52447" y="288146"/>
            <a:ext cx="156324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0,1 + 0,2 = _________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02C13699-AEC6-C513-B917-058123553283}"/>
              </a:ext>
            </a:extLst>
          </p:cNvPr>
          <p:cNvCxnSpPr>
            <a:cxnSpLocks/>
          </p:cNvCxnSpPr>
          <p:nvPr/>
        </p:nvCxnSpPr>
        <p:spPr>
          <a:xfrm flipH="1">
            <a:off x="82062" y="3429280"/>
            <a:ext cx="9741876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TextBox 93">
            <a:extLst>
              <a:ext uri="{FF2B5EF4-FFF2-40B4-BE49-F238E27FC236}">
                <a16:creationId xmlns:a16="http://schemas.microsoft.com/office/drawing/2014/main" id="{64D4E531-710E-A7E6-3E8D-C69C32FCF831}"/>
              </a:ext>
            </a:extLst>
          </p:cNvPr>
          <p:cNvSpPr txBox="1"/>
          <p:nvPr/>
        </p:nvSpPr>
        <p:spPr>
          <a:xfrm>
            <a:off x="285591" y="-27580"/>
            <a:ext cx="93589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ru-RU" sz="1200" dirty="0">
                <a:solidFill>
                  <a:schemeClr val="bg1">
                    <a:lumMod val="65000"/>
                  </a:schemeClr>
                </a:solidFill>
                <a:latin typeface="Cooper Black" panose="0208090404030B020404" pitchFamily="18" charset="0"/>
              </a:rPr>
              <a:t>100 чарчы</a:t>
            </a:r>
            <a:endParaRPr lang="en-GB" sz="1200" dirty="0">
              <a:solidFill>
                <a:schemeClr val="bg1">
                  <a:lumMod val="65000"/>
                </a:schemeClr>
              </a:solidFill>
              <a:latin typeface="Cooper Black" panose="0208090404030B020404" pitchFamily="18" charset="0"/>
            </a:endParaRPr>
          </a:p>
        </p:txBody>
      </p:sp>
      <p:graphicFrame>
        <p:nvGraphicFramePr>
          <p:cNvPr id="34" name="Table 6">
            <a:extLst>
              <a:ext uri="{FF2B5EF4-FFF2-40B4-BE49-F238E27FC236}">
                <a16:creationId xmlns:a16="http://schemas.microsoft.com/office/drawing/2014/main" id="{2B5658C5-ACD0-07FC-8497-2700CFE79749}"/>
              </a:ext>
            </a:extLst>
          </p:cNvPr>
          <p:cNvGraphicFramePr>
            <a:graphicFrameLocks noGrp="1"/>
          </p:cNvGraphicFramePr>
          <p:nvPr/>
        </p:nvGraphicFramePr>
        <p:xfrm>
          <a:off x="375753" y="650816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36" name="TextBox 35">
            <a:extLst>
              <a:ext uri="{FF2B5EF4-FFF2-40B4-BE49-F238E27FC236}">
                <a16:creationId xmlns:a16="http://schemas.microsoft.com/office/drawing/2014/main" id="{2D1D8A65-A6D2-7494-876C-6E6787D84559}"/>
              </a:ext>
            </a:extLst>
          </p:cNvPr>
          <p:cNvSpPr txBox="1"/>
          <p:nvPr/>
        </p:nvSpPr>
        <p:spPr>
          <a:xfrm>
            <a:off x="1693110" y="-27580"/>
            <a:ext cx="209377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ru-RU" sz="1200" dirty="0"/>
              <a:t>2 орундуу ондуктарды кошуу</a:t>
            </a:r>
            <a:endParaRPr lang="en-GB" sz="1200" dirty="0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ABE32DAB-FC24-3C67-48C9-DC98ED9F648F}"/>
              </a:ext>
            </a:extLst>
          </p:cNvPr>
          <p:cNvSpPr txBox="1"/>
          <p:nvPr/>
        </p:nvSpPr>
        <p:spPr>
          <a:xfrm>
            <a:off x="23317" y="1010242"/>
            <a:ext cx="30809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a)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9ECC103E-C661-3A18-7D47-2FCABB455C38}"/>
              </a:ext>
            </a:extLst>
          </p:cNvPr>
          <p:cNvSpPr txBox="1"/>
          <p:nvPr/>
        </p:nvSpPr>
        <p:spPr>
          <a:xfrm>
            <a:off x="4460073" y="-9645"/>
            <a:ext cx="505266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ru-RU" sz="1200" dirty="0"/>
              <a:t>Эсептөөнү аягына чыгарууга жардам берүү үчүн ар бир 10</a:t>
            </a:r>
            <a:r>
              <a:rPr lang="en-GB" sz="1200" dirty="0"/>
              <a:t>x10 </a:t>
            </a:r>
            <a:r>
              <a:rPr lang="ru-RU" sz="1200" dirty="0"/>
              <a:t>колдонуңуз.</a:t>
            </a:r>
            <a:endParaRPr lang="en-GB" sz="1200" dirty="0"/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B485A85E-B95F-28F6-7B81-332F6E871710}"/>
              </a:ext>
            </a:extLst>
          </p:cNvPr>
          <p:cNvSpPr txBox="1"/>
          <p:nvPr/>
        </p:nvSpPr>
        <p:spPr>
          <a:xfrm>
            <a:off x="13174" y="1928755"/>
            <a:ext cx="164179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0,2 + 0,23 = _________</a:t>
            </a:r>
          </a:p>
        </p:txBody>
      </p:sp>
      <p:graphicFrame>
        <p:nvGraphicFramePr>
          <p:cNvPr id="48" name="Table 6">
            <a:extLst>
              <a:ext uri="{FF2B5EF4-FFF2-40B4-BE49-F238E27FC236}">
                <a16:creationId xmlns:a16="http://schemas.microsoft.com/office/drawing/2014/main" id="{83176EB0-EADB-D410-12C9-7D6F526496C6}"/>
              </a:ext>
            </a:extLst>
          </p:cNvPr>
          <p:cNvGraphicFramePr>
            <a:graphicFrameLocks noGrp="1"/>
          </p:cNvGraphicFramePr>
          <p:nvPr/>
        </p:nvGraphicFramePr>
        <p:xfrm>
          <a:off x="375753" y="2291425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50" name="TextBox 49">
            <a:extLst>
              <a:ext uri="{FF2B5EF4-FFF2-40B4-BE49-F238E27FC236}">
                <a16:creationId xmlns:a16="http://schemas.microsoft.com/office/drawing/2014/main" id="{2159F35D-0D6E-9980-E1AB-BC41C59788E0}"/>
              </a:ext>
            </a:extLst>
          </p:cNvPr>
          <p:cNvSpPr txBox="1"/>
          <p:nvPr/>
        </p:nvSpPr>
        <p:spPr>
          <a:xfrm>
            <a:off x="19310" y="2650851"/>
            <a:ext cx="31611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b)</a:t>
            </a: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F665E05F-E4FC-229E-FAEA-CCBF17C52762}"/>
              </a:ext>
            </a:extLst>
          </p:cNvPr>
          <p:cNvSpPr txBox="1"/>
          <p:nvPr/>
        </p:nvSpPr>
        <p:spPr>
          <a:xfrm>
            <a:off x="2131533" y="288146"/>
            <a:ext cx="164179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0,3 + 0,15 = _________</a:t>
            </a:r>
          </a:p>
        </p:txBody>
      </p:sp>
      <p:graphicFrame>
        <p:nvGraphicFramePr>
          <p:cNvPr id="67" name="Table 6">
            <a:extLst>
              <a:ext uri="{FF2B5EF4-FFF2-40B4-BE49-F238E27FC236}">
                <a16:creationId xmlns:a16="http://schemas.microsoft.com/office/drawing/2014/main" id="{DB8BEAFE-E876-39C3-2B19-73246F385BC8}"/>
              </a:ext>
            </a:extLst>
          </p:cNvPr>
          <p:cNvGraphicFramePr>
            <a:graphicFrameLocks noGrp="1"/>
          </p:cNvGraphicFramePr>
          <p:nvPr/>
        </p:nvGraphicFramePr>
        <p:xfrm>
          <a:off x="2494113" y="650816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69" name="TextBox 68">
            <a:extLst>
              <a:ext uri="{FF2B5EF4-FFF2-40B4-BE49-F238E27FC236}">
                <a16:creationId xmlns:a16="http://schemas.microsoft.com/office/drawing/2014/main" id="{9F654151-3701-2C6C-D30E-EA5DC171B842}"/>
              </a:ext>
            </a:extLst>
          </p:cNvPr>
          <p:cNvSpPr txBox="1"/>
          <p:nvPr/>
        </p:nvSpPr>
        <p:spPr>
          <a:xfrm>
            <a:off x="2141677" y="1010242"/>
            <a:ext cx="30809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c)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FADD4D9A-F7A0-22A6-7354-1F0E7AB58100}"/>
              </a:ext>
            </a:extLst>
          </p:cNvPr>
          <p:cNvSpPr txBox="1"/>
          <p:nvPr/>
        </p:nvSpPr>
        <p:spPr>
          <a:xfrm>
            <a:off x="2131534" y="1928755"/>
            <a:ext cx="164179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0,1 + 0,18 = _________</a:t>
            </a:r>
          </a:p>
        </p:txBody>
      </p:sp>
      <p:graphicFrame>
        <p:nvGraphicFramePr>
          <p:cNvPr id="71" name="Table 6">
            <a:extLst>
              <a:ext uri="{FF2B5EF4-FFF2-40B4-BE49-F238E27FC236}">
                <a16:creationId xmlns:a16="http://schemas.microsoft.com/office/drawing/2014/main" id="{8E08D62E-CF59-811A-4DCF-E51D80ABFD5F}"/>
              </a:ext>
            </a:extLst>
          </p:cNvPr>
          <p:cNvGraphicFramePr>
            <a:graphicFrameLocks noGrp="1"/>
          </p:cNvGraphicFramePr>
          <p:nvPr/>
        </p:nvGraphicFramePr>
        <p:xfrm>
          <a:off x="2494113" y="2291425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73" name="TextBox 72">
            <a:extLst>
              <a:ext uri="{FF2B5EF4-FFF2-40B4-BE49-F238E27FC236}">
                <a16:creationId xmlns:a16="http://schemas.microsoft.com/office/drawing/2014/main" id="{254B46B5-1E44-9239-12D4-68A22E7382F5}"/>
              </a:ext>
            </a:extLst>
          </p:cNvPr>
          <p:cNvSpPr txBox="1"/>
          <p:nvPr/>
        </p:nvSpPr>
        <p:spPr>
          <a:xfrm>
            <a:off x="2137670" y="2650851"/>
            <a:ext cx="31611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d)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5DA4A78A-FB25-38E5-C74C-6ABB0D903675}"/>
              </a:ext>
            </a:extLst>
          </p:cNvPr>
          <p:cNvSpPr txBox="1"/>
          <p:nvPr/>
        </p:nvSpPr>
        <p:spPr>
          <a:xfrm>
            <a:off x="4058219" y="288146"/>
            <a:ext cx="17203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0,16 + 0,13 = _________</a:t>
            </a:r>
          </a:p>
        </p:txBody>
      </p:sp>
      <p:graphicFrame>
        <p:nvGraphicFramePr>
          <p:cNvPr id="75" name="Table 6">
            <a:extLst>
              <a:ext uri="{FF2B5EF4-FFF2-40B4-BE49-F238E27FC236}">
                <a16:creationId xmlns:a16="http://schemas.microsoft.com/office/drawing/2014/main" id="{FD7BC8CB-ED2D-9EF0-30E1-3162B6B04D94}"/>
              </a:ext>
            </a:extLst>
          </p:cNvPr>
          <p:cNvGraphicFramePr>
            <a:graphicFrameLocks noGrp="1"/>
          </p:cNvGraphicFramePr>
          <p:nvPr/>
        </p:nvGraphicFramePr>
        <p:xfrm>
          <a:off x="4460073" y="650816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77" name="TextBox 76">
            <a:extLst>
              <a:ext uri="{FF2B5EF4-FFF2-40B4-BE49-F238E27FC236}">
                <a16:creationId xmlns:a16="http://schemas.microsoft.com/office/drawing/2014/main" id="{28F26C4A-8AAA-32FA-C1B2-30321B3269D4}"/>
              </a:ext>
            </a:extLst>
          </p:cNvPr>
          <p:cNvSpPr txBox="1"/>
          <p:nvPr/>
        </p:nvSpPr>
        <p:spPr>
          <a:xfrm>
            <a:off x="4107637" y="1010242"/>
            <a:ext cx="30809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e)</a:t>
            </a: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835D58E6-0C46-C2CE-C29E-A9AC59CD4F2B}"/>
              </a:ext>
            </a:extLst>
          </p:cNvPr>
          <p:cNvSpPr txBox="1"/>
          <p:nvPr/>
        </p:nvSpPr>
        <p:spPr>
          <a:xfrm>
            <a:off x="4058220" y="1928755"/>
            <a:ext cx="17203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0,11 + 0,22 = _________</a:t>
            </a:r>
          </a:p>
        </p:txBody>
      </p:sp>
      <p:graphicFrame>
        <p:nvGraphicFramePr>
          <p:cNvPr id="79" name="Table 6">
            <a:extLst>
              <a:ext uri="{FF2B5EF4-FFF2-40B4-BE49-F238E27FC236}">
                <a16:creationId xmlns:a16="http://schemas.microsoft.com/office/drawing/2014/main" id="{EF9B29BB-D213-639B-478A-E6814E5C486E}"/>
              </a:ext>
            </a:extLst>
          </p:cNvPr>
          <p:cNvGraphicFramePr>
            <a:graphicFrameLocks noGrp="1"/>
          </p:cNvGraphicFramePr>
          <p:nvPr/>
        </p:nvGraphicFramePr>
        <p:xfrm>
          <a:off x="4460073" y="2291425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81" name="TextBox 80">
            <a:extLst>
              <a:ext uri="{FF2B5EF4-FFF2-40B4-BE49-F238E27FC236}">
                <a16:creationId xmlns:a16="http://schemas.microsoft.com/office/drawing/2014/main" id="{EF8E7E36-C478-36F2-42C1-860A21EC65D1}"/>
              </a:ext>
            </a:extLst>
          </p:cNvPr>
          <p:cNvSpPr txBox="1"/>
          <p:nvPr/>
        </p:nvSpPr>
        <p:spPr>
          <a:xfrm>
            <a:off x="4120141" y="2650851"/>
            <a:ext cx="28309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f)</a:t>
            </a: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B39A7162-C07A-D0A1-6468-C5AA6961491E}"/>
              </a:ext>
            </a:extLst>
          </p:cNvPr>
          <p:cNvSpPr txBox="1"/>
          <p:nvPr/>
        </p:nvSpPr>
        <p:spPr>
          <a:xfrm>
            <a:off x="6063456" y="288146"/>
            <a:ext cx="164179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0,61 + 0,2 = _________</a:t>
            </a:r>
          </a:p>
        </p:txBody>
      </p:sp>
      <p:graphicFrame>
        <p:nvGraphicFramePr>
          <p:cNvPr id="83" name="Table 6">
            <a:extLst>
              <a:ext uri="{FF2B5EF4-FFF2-40B4-BE49-F238E27FC236}">
                <a16:creationId xmlns:a16="http://schemas.microsoft.com/office/drawing/2014/main" id="{9DBF6172-6775-74FD-5FE9-E2C57C7C13E0}"/>
              </a:ext>
            </a:extLst>
          </p:cNvPr>
          <p:cNvGraphicFramePr>
            <a:graphicFrameLocks noGrp="1"/>
          </p:cNvGraphicFramePr>
          <p:nvPr/>
        </p:nvGraphicFramePr>
        <p:xfrm>
          <a:off x="6426033" y="650816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85" name="TextBox 84">
            <a:extLst>
              <a:ext uri="{FF2B5EF4-FFF2-40B4-BE49-F238E27FC236}">
                <a16:creationId xmlns:a16="http://schemas.microsoft.com/office/drawing/2014/main" id="{1932B5A8-FC0F-2121-DCC4-E01E454BF8F9}"/>
              </a:ext>
            </a:extLst>
          </p:cNvPr>
          <p:cNvSpPr txBox="1"/>
          <p:nvPr/>
        </p:nvSpPr>
        <p:spPr>
          <a:xfrm>
            <a:off x="6073597" y="1010242"/>
            <a:ext cx="30809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g)</a:t>
            </a: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0F408104-06B3-8CB7-0B73-ED5F612606DB}"/>
              </a:ext>
            </a:extLst>
          </p:cNvPr>
          <p:cNvSpPr txBox="1"/>
          <p:nvPr/>
        </p:nvSpPr>
        <p:spPr>
          <a:xfrm>
            <a:off x="6063453" y="1928755"/>
            <a:ext cx="164179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0,2 + 0,06 = _________</a:t>
            </a:r>
          </a:p>
        </p:txBody>
      </p:sp>
      <p:graphicFrame>
        <p:nvGraphicFramePr>
          <p:cNvPr id="87" name="Table 6">
            <a:extLst>
              <a:ext uri="{FF2B5EF4-FFF2-40B4-BE49-F238E27FC236}">
                <a16:creationId xmlns:a16="http://schemas.microsoft.com/office/drawing/2014/main" id="{D25B1E53-42F8-FBD4-A4F0-AE9E6D123D73}"/>
              </a:ext>
            </a:extLst>
          </p:cNvPr>
          <p:cNvGraphicFramePr>
            <a:graphicFrameLocks noGrp="1"/>
          </p:cNvGraphicFramePr>
          <p:nvPr/>
        </p:nvGraphicFramePr>
        <p:xfrm>
          <a:off x="6426033" y="2291425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89" name="TextBox 88">
            <a:extLst>
              <a:ext uri="{FF2B5EF4-FFF2-40B4-BE49-F238E27FC236}">
                <a16:creationId xmlns:a16="http://schemas.microsoft.com/office/drawing/2014/main" id="{147CABDE-FEF2-30CE-2317-176673CFF475}"/>
              </a:ext>
            </a:extLst>
          </p:cNvPr>
          <p:cNvSpPr txBox="1"/>
          <p:nvPr/>
        </p:nvSpPr>
        <p:spPr>
          <a:xfrm>
            <a:off x="6069590" y="2650851"/>
            <a:ext cx="31611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h)</a:t>
            </a: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C37DEEF9-299E-399C-21F1-A57B9855D2EA}"/>
              </a:ext>
            </a:extLst>
          </p:cNvPr>
          <p:cNvSpPr txBox="1"/>
          <p:nvPr/>
        </p:nvSpPr>
        <p:spPr>
          <a:xfrm>
            <a:off x="7871959" y="288146"/>
            <a:ext cx="206338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0,3 + 0,21 + 0,17 = _________</a:t>
            </a:r>
          </a:p>
        </p:txBody>
      </p:sp>
      <p:graphicFrame>
        <p:nvGraphicFramePr>
          <p:cNvPr id="91" name="Table 6">
            <a:extLst>
              <a:ext uri="{FF2B5EF4-FFF2-40B4-BE49-F238E27FC236}">
                <a16:creationId xmlns:a16="http://schemas.microsoft.com/office/drawing/2014/main" id="{E4363E27-D7B6-8588-58A8-5B289F155460}"/>
              </a:ext>
            </a:extLst>
          </p:cNvPr>
          <p:cNvGraphicFramePr>
            <a:graphicFrameLocks noGrp="1"/>
          </p:cNvGraphicFramePr>
          <p:nvPr/>
        </p:nvGraphicFramePr>
        <p:xfrm>
          <a:off x="8445333" y="650816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100" name="TextBox 99">
            <a:extLst>
              <a:ext uri="{FF2B5EF4-FFF2-40B4-BE49-F238E27FC236}">
                <a16:creationId xmlns:a16="http://schemas.microsoft.com/office/drawing/2014/main" id="{8C1CCA5D-35A4-810B-2055-78535719AE5A}"/>
              </a:ext>
            </a:extLst>
          </p:cNvPr>
          <p:cNvSpPr txBox="1"/>
          <p:nvPr/>
        </p:nvSpPr>
        <p:spPr>
          <a:xfrm>
            <a:off x="8111332" y="1010242"/>
            <a:ext cx="27122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 err="1">
                <a:solidFill>
                  <a:schemeClr val="bg1">
                    <a:lumMod val="50000"/>
                  </a:schemeClr>
                </a:solidFill>
              </a:rPr>
              <a:t>i</a:t>
            </a:r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)</a:t>
            </a: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05726D12-145E-76EA-7F88-D0F8E68A28E9}"/>
              </a:ext>
            </a:extLst>
          </p:cNvPr>
          <p:cNvSpPr txBox="1"/>
          <p:nvPr/>
        </p:nvSpPr>
        <p:spPr>
          <a:xfrm>
            <a:off x="7832686" y="1928755"/>
            <a:ext cx="214193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0,08 + 0,41 + 0,24 = _________</a:t>
            </a:r>
          </a:p>
        </p:txBody>
      </p:sp>
      <p:graphicFrame>
        <p:nvGraphicFramePr>
          <p:cNvPr id="102" name="Table 6">
            <a:extLst>
              <a:ext uri="{FF2B5EF4-FFF2-40B4-BE49-F238E27FC236}">
                <a16:creationId xmlns:a16="http://schemas.microsoft.com/office/drawing/2014/main" id="{BE3DC445-D7EB-B81D-5E23-C60CDDF6C558}"/>
              </a:ext>
            </a:extLst>
          </p:cNvPr>
          <p:cNvGraphicFramePr>
            <a:graphicFrameLocks noGrp="1"/>
          </p:cNvGraphicFramePr>
          <p:nvPr/>
        </p:nvGraphicFramePr>
        <p:xfrm>
          <a:off x="8445333" y="2291425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104" name="TextBox 103">
            <a:extLst>
              <a:ext uri="{FF2B5EF4-FFF2-40B4-BE49-F238E27FC236}">
                <a16:creationId xmlns:a16="http://schemas.microsoft.com/office/drawing/2014/main" id="{3D94A023-9AFA-329C-83E9-FF0615541B59}"/>
              </a:ext>
            </a:extLst>
          </p:cNvPr>
          <p:cNvSpPr txBox="1"/>
          <p:nvPr/>
        </p:nvSpPr>
        <p:spPr>
          <a:xfrm>
            <a:off x="8110530" y="2650851"/>
            <a:ext cx="27283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j)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9C2EDE4A-FDA0-63DB-B282-7D89DFE40102}"/>
              </a:ext>
            </a:extLst>
          </p:cNvPr>
          <p:cNvSpPr txBox="1"/>
          <p:nvPr/>
        </p:nvSpPr>
        <p:spPr>
          <a:xfrm>
            <a:off x="-26101" y="3812743"/>
            <a:ext cx="17203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0,34 − 0,02 = _________</a:t>
            </a: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377B12AA-61F9-86B5-E140-503E41D1EB16}"/>
              </a:ext>
            </a:extLst>
          </p:cNvPr>
          <p:cNvSpPr txBox="1"/>
          <p:nvPr/>
        </p:nvSpPr>
        <p:spPr>
          <a:xfrm>
            <a:off x="285591" y="3497017"/>
            <a:ext cx="93589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ru-RU" sz="1200" dirty="0">
                <a:solidFill>
                  <a:schemeClr val="bg1">
                    <a:lumMod val="65000"/>
                  </a:schemeClr>
                </a:solidFill>
                <a:latin typeface="Cooper Black" panose="0208090404030B020404" pitchFamily="18" charset="0"/>
              </a:rPr>
              <a:t>100 чарчы</a:t>
            </a:r>
            <a:endParaRPr lang="en-GB" sz="1200" dirty="0">
              <a:solidFill>
                <a:schemeClr val="bg1">
                  <a:lumMod val="65000"/>
                </a:schemeClr>
              </a:solidFill>
              <a:latin typeface="Cooper Black" panose="0208090404030B020404" pitchFamily="18" charset="0"/>
            </a:endParaRPr>
          </a:p>
        </p:txBody>
      </p:sp>
      <p:graphicFrame>
        <p:nvGraphicFramePr>
          <p:cNvPr id="108" name="Table 6">
            <a:extLst>
              <a:ext uri="{FF2B5EF4-FFF2-40B4-BE49-F238E27FC236}">
                <a16:creationId xmlns:a16="http://schemas.microsoft.com/office/drawing/2014/main" id="{98B61045-3F5E-CBE9-F476-CB92A7E51A3E}"/>
              </a:ext>
            </a:extLst>
          </p:cNvPr>
          <p:cNvGraphicFramePr>
            <a:graphicFrameLocks noGrp="1"/>
          </p:cNvGraphicFramePr>
          <p:nvPr/>
        </p:nvGraphicFramePr>
        <p:xfrm>
          <a:off x="375753" y="4175413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110" name="TextBox 109">
            <a:extLst>
              <a:ext uri="{FF2B5EF4-FFF2-40B4-BE49-F238E27FC236}">
                <a16:creationId xmlns:a16="http://schemas.microsoft.com/office/drawing/2014/main" id="{BD7AF410-637B-0D2E-A79C-EEA519BBF3D7}"/>
              </a:ext>
            </a:extLst>
          </p:cNvPr>
          <p:cNvSpPr txBox="1"/>
          <p:nvPr/>
        </p:nvSpPr>
        <p:spPr>
          <a:xfrm>
            <a:off x="1628447" y="3497017"/>
            <a:ext cx="222310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ru-RU" sz="1200" dirty="0"/>
              <a:t>2 орундуу ондуктарды кемитүү</a:t>
            </a:r>
            <a:endParaRPr lang="en-GB" sz="1200" dirty="0"/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AD06DE2A-B4D3-C20A-A14D-91C54287C8D4}"/>
              </a:ext>
            </a:extLst>
          </p:cNvPr>
          <p:cNvSpPr txBox="1"/>
          <p:nvPr/>
        </p:nvSpPr>
        <p:spPr>
          <a:xfrm>
            <a:off x="23317" y="4534839"/>
            <a:ext cx="30809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a)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7AA2B691-5E63-198B-FC4A-28E901336459}"/>
              </a:ext>
            </a:extLst>
          </p:cNvPr>
          <p:cNvSpPr txBox="1"/>
          <p:nvPr/>
        </p:nvSpPr>
        <p:spPr>
          <a:xfrm>
            <a:off x="4431162" y="3501026"/>
            <a:ext cx="505266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ru-RU" sz="1200" dirty="0"/>
              <a:t>Эсептөөнү аягына чыгарууга жардам берүү үчүн ар бир 10</a:t>
            </a:r>
            <a:r>
              <a:rPr lang="en-GB" sz="1200" dirty="0"/>
              <a:t>x10 </a:t>
            </a:r>
            <a:r>
              <a:rPr lang="ru-RU" sz="1200" dirty="0"/>
              <a:t>колдонуңуз.</a:t>
            </a:r>
            <a:endParaRPr lang="en-GB" sz="1200" dirty="0"/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457DA940-CBBD-86BE-720C-8AC8172A3541}"/>
              </a:ext>
            </a:extLst>
          </p:cNvPr>
          <p:cNvSpPr txBox="1"/>
          <p:nvPr/>
        </p:nvSpPr>
        <p:spPr>
          <a:xfrm>
            <a:off x="13174" y="5453352"/>
            <a:ext cx="164179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0,4 − 0,05 = _________</a:t>
            </a:r>
          </a:p>
        </p:txBody>
      </p:sp>
      <p:graphicFrame>
        <p:nvGraphicFramePr>
          <p:cNvPr id="114" name="Table 6">
            <a:extLst>
              <a:ext uri="{FF2B5EF4-FFF2-40B4-BE49-F238E27FC236}">
                <a16:creationId xmlns:a16="http://schemas.microsoft.com/office/drawing/2014/main" id="{7C0DD4EB-E14F-5F09-CB7A-5612A18897F9}"/>
              </a:ext>
            </a:extLst>
          </p:cNvPr>
          <p:cNvGraphicFramePr>
            <a:graphicFrameLocks noGrp="1"/>
          </p:cNvGraphicFramePr>
          <p:nvPr/>
        </p:nvGraphicFramePr>
        <p:xfrm>
          <a:off x="375753" y="5816022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116" name="TextBox 115">
            <a:extLst>
              <a:ext uri="{FF2B5EF4-FFF2-40B4-BE49-F238E27FC236}">
                <a16:creationId xmlns:a16="http://schemas.microsoft.com/office/drawing/2014/main" id="{8C13BF93-A191-4A66-66CC-E800808BFFA5}"/>
              </a:ext>
            </a:extLst>
          </p:cNvPr>
          <p:cNvSpPr txBox="1"/>
          <p:nvPr/>
        </p:nvSpPr>
        <p:spPr>
          <a:xfrm>
            <a:off x="19310" y="6175448"/>
            <a:ext cx="31611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b)</a:t>
            </a: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9F152955-9ECF-0179-6049-355559BB11BF}"/>
              </a:ext>
            </a:extLst>
          </p:cNvPr>
          <p:cNvSpPr txBox="1"/>
          <p:nvPr/>
        </p:nvSpPr>
        <p:spPr>
          <a:xfrm>
            <a:off x="2131533" y="3812743"/>
            <a:ext cx="164179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0,6 − 0,07 = _________</a:t>
            </a: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06EA7B58-7D26-E732-4A8D-0A0149156F7E}"/>
              </a:ext>
            </a:extLst>
          </p:cNvPr>
          <p:cNvSpPr txBox="1"/>
          <p:nvPr/>
        </p:nvSpPr>
        <p:spPr>
          <a:xfrm>
            <a:off x="2141677" y="4534839"/>
            <a:ext cx="30809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c)</a:t>
            </a: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D060ABBA-8DCD-678B-5B69-17763B91AE84}"/>
              </a:ext>
            </a:extLst>
          </p:cNvPr>
          <p:cNvSpPr txBox="1"/>
          <p:nvPr/>
        </p:nvSpPr>
        <p:spPr>
          <a:xfrm>
            <a:off x="2092260" y="5453352"/>
            <a:ext cx="17203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0,14 − 0,06 = _________</a:t>
            </a: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3CD97CF3-F149-88B4-3561-3CA12546398B}"/>
              </a:ext>
            </a:extLst>
          </p:cNvPr>
          <p:cNvSpPr txBox="1"/>
          <p:nvPr/>
        </p:nvSpPr>
        <p:spPr>
          <a:xfrm>
            <a:off x="2137670" y="6175448"/>
            <a:ext cx="31611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d)</a:t>
            </a: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8287BA7D-39EF-042A-7D77-B49BF0C7E426}"/>
              </a:ext>
            </a:extLst>
          </p:cNvPr>
          <p:cNvSpPr txBox="1"/>
          <p:nvPr/>
        </p:nvSpPr>
        <p:spPr>
          <a:xfrm>
            <a:off x="4156002" y="3812743"/>
            <a:ext cx="152477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1 − 0,25 = _________</a:t>
            </a: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3C472AC1-1881-0BB2-7636-0B9EEE64D750}"/>
              </a:ext>
            </a:extLst>
          </p:cNvPr>
          <p:cNvSpPr txBox="1"/>
          <p:nvPr/>
        </p:nvSpPr>
        <p:spPr>
          <a:xfrm>
            <a:off x="4107637" y="4534839"/>
            <a:ext cx="30809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e)</a:t>
            </a: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2E5E74B0-CA34-EB96-5F38-7BFD69A4AD90}"/>
              </a:ext>
            </a:extLst>
          </p:cNvPr>
          <p:cNvSpPr txBox="1"/>
          <p:nvPr/>
        </p:nvSpPr>
        <p:spPr>
          <a:xfrm>
            <a:off x="4058220" y="5453352"/>
            <a:ext cx="172034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0,72 − 0,31 = _________</a:t>
            </a: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2D8F329F-EEA5-1A1B-4AEA-13EF5D455C34}"/>
              </a:ext>
            </a:extLst>
          </p:cNvPr>
          <p:cNvSpPr txBox="1"/>
          <p:nvPr/>
        </p:nvSpPr>
        <p:spPr>
          <a:xfrm>
            <a:off x="4120141" y="6175448"/>
            <a:ext cx="28309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f)</a:t>
            </a: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3504FF31-FE42-FE2E-BDC0-8401A6651915}"/>
              </a:ext>
            </a:extLst>
          </p:cNvPr>
          <p:cNvSpPr txBox="1"/>
          <p:nvPr/>
        </p:nvSpPr>
        <p:spPr>
          <a:xfrm>
            <a:off x="6063456" y="3812743"/>
            <a:ext cx="164179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0,6 − 0,28 = _________</a:t>
            </a:r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77C09488-0698-4C5A-9CCF-60F814575719}"/>
              </a:ext>
            </a:extLst>
          </p:cNvPr>
          <p:cNvSpPr txBox="1"/>
          <p:nvPr/>
        </p:nvSpPr>
        <p:spPr>
          <a:xfrm>
            <a:off x="6073597" y="4534839"/>
            <a:ext cx="30809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g)</a:t>
            </a:r>
          </a:p>
        </p:txBody>
      </p:sp>
      <p:sp>
        <p:nvSpPr>
          <p:cNvPr id="137" name="TextBox 136">
            <a:extLst>
              <a:ext uri="{FF2B5EF4-FFF2-40B4-BE49-F238E27FC236}">
                <a16:creationId xmlns:a16="http://schemas.microsoft.com/office/drawing/2014/main" id="{C2086CD7-3DB2-8E87-2C18-40D77615CDE0}"/>
              </a:ext>
            </a:extLst>
          </p:cNvPr>
          <p:cNvSpPr txBox="1"/>
          <p:nvPr/>
        </p:nvSpPr>
        <p:spPr>
          <a:xfrm>
            <a:off x="5852659" y="5453352"/>
            <a:ext cx="206338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0,4 + 0,12 − 0,05 = _________</a:t>
            </a: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EDE141B0-5E1C-CD75-6C39-C8CC8F7BBD64}"/>
              </a:ext>
            </a:extLst>
          </p:cNvPr>
          <p:cNvSpPr txBox="1"/>
          <p:nvPr/>
        </p:nvSpPr>
        <p:spPr>
          <a:xfrm>
            <a:off x="6069590" y="6175448"/>
            <a:ext cx="31611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h)</a:t>
            </a: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8E109A3F-B6E9-F126-9D7B-1A37B3A68ACE}"/>
              </a:ext>
            </a:extLst>
          </p:cNvPr>
          <p:cNvSpPr txBox="1"/>
          <p:nvPr/>
        </p:nvSpPr>
        <p:spPr>
          <a:xfrm>
            <a:off x="7871961" y="3812743"/>
            <a:ext cx="206338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0,62 − 0,18 + 0,3 = _________</a:t>
            </a:r>
          </a:p>
        </p:txBody>
      </p:sp>
      <p:sp>
        <p:nvSpPr>
          <p:cNvPr id="144" name="TextBox 143">
            <a:extLst>
              <a:ext uri="{FF2B5EF4-FFF2-40B4-BE49-F238E27FC236}">
                <a16:creationId xmlns:a16="http://schemas.microsoft.com/office/drawing/2014/main" id="{E55C8446-9B8A-8678-8DEE-EA4996EC9173}"/>
              </a:ext>
            </a:extLst>
          </p:cNvPr>
          <p:cNvSpPr txBox="1"/>
          <p:nvPr/>
        </p:nvSpPr>
        <p:spPr>
          <a:xfrm>
            <a:off x="8111332" y="4534839"/>
            <a:ext cx="27122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 err="1">
                <a:solidFill>
                  <a:schemeClr val="bg1">
                    <a:lumMod val="50000"/>
                  </a:schemeClr>
                </a:solidFill>
              </a:rPr>
              <a:t>i</a:t>
            </a:r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)</a:t>
            </a:r>
          </a:p>
        </p:txBody>
      </p:sp>
      <p:sp>
        <p:nvSpPr>
          <p:cNvPr id="145" name="TextBox 144">
            <a:extLst>
              <a:ext uri="{FF2B5EF4-FFF2-40B4-BE49-F238E27FC236}">
                <a16:creationId xmlns:a16="http://schemas.microsoft.com/office/drawing/2014/main" id="{922B5066-4F12-4AAB-1EF4-807B5A72D501}"/>
              </a:ext>
            </a:extLst>
          </p:cNvPr>
          <p:cNvSpPr txBox="1"/>
          <p:nvPr/>
        </p:nvSpPr>
        <p:spPr>
          <a:xfrm>
            <a:off x="7854327" y="5453352"/>
            <a:ext cx="209865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dirty="0"/>
              <a:t>0,57 − 0,3 + 1,25  = _________</a:t>
            </a: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E4C146D8-2180-1E3F-A67D-A53F4B76D89F}"/>
              </a:ext>
            </a:extLst>
          </p:cNvPr>
          <p:cNvSpPr txBox="1"/>
          <p:nvPr/>
        </p:nvSpPr>
        <p:spPr>
          <a:xfrm>
            <a:off x="8110530" y="6175448"/>
            <a:ext cx="27283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bg1">
                    <a:lumMod val="50000"/>
                  </a:schemeClr>
                </a:solidFill>
              </a:rPr>
              <a:t>j)</a:t>
            </a:r>
          </a:p>
        </p:txBody>
      </p:sp>
      <p:sp>
        <p:nvSpPr>
          <p:cNvPr id="149" name="Multiplication Sign 148">
            <a:extLst>
              <a:ext uri="{FF2B5EF4-FFF2-40B4-BE49-F238E27FC236}">
                <a16:creationId xmlns:a16="http://schemas.microsoft.com/office/drawing/2014/main" id="{E7ADDBAC-A6BD-C9E4-0665-8ADA480D3615}"/>
              </a:ext>
            </a:extLst>
          </p:cNvPr>
          <p:cNvSpPr/>
          <p:nvPr/>
        </p:nvSpPr>
        <p:spPr>
          <a:xfrm>
            <a:off x="658432" y="4452937"/>
            <a:ext cx="139194" cy="139194"/>
          </a:xfrm>
          <a:prstGeom prst="mathMultiply">
            <a:avLst>
              <a:gd name="adj1" fmla="val 3208"/>
            </a:avLst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9060" tIns="49530" rIns="99060" bIns="4953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1200" dirty="0" err="1">
              <a:solidFill>
                <a:schemeClr val="tx1"/>
              </a:solidFill>
            </a:endParaRPr>
          </a:p>
        </p:txBody>
      </p:sp>
      <p:sp>
        <p:nvSpPr>
          <p:cNvPr id="150" name="Multiplication Sign 149">
            <a:extLst>
              <a:ext uri="{FF2B5EF4-FFF2-40B4-BE49-F238E27FC236}">
                <a16:creationId xmlns:a16="http://schemas.microsoft.com/office/drawing/2014/main" id="{4C5752B0-D7F1-9A43-D2D8-264D62593158}"/>
              </a:ext>
            </a:extLst>
          </p:cNvPr>
          <p:cNvSpPr/>
          <p:nvPr/>
        </p:nvSpPr>
        <p:spPr>
          <a:xfrm>
            <a:off x="546514" y="4452937"/>
            <a:ext cx="139194" cy="139194"/>
          </a:xfrm>
          <a:prstGeom prst="mathMultiply">
            <a:avLst>
              <a:gd name="adj1" fmla="val 3208"/>
            </a:avLst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9060" tIns="49530" rIns="99060" bIns="4953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1200" dirty="0" err="1">
              <a:solidFill>
                <a:schemeClr val="tx1"/>
              </a:solidFill>
            </a:endParaRPr>
          </a:p>
        </p:txBody>
      </p:sp>
      <p:graphicFrame>
        <p:nvGraphicFramePr>
          <p:cNvPr id="159" name="Table 6">
            <a:extLst>
              <a:ext uri="{FF2B5EF4-FFF2-40B4-BE49-F238E27FC236}">
                <a16:creationId xmlns:a16="http://schemas.microsoft.com/office/drawing/2014/main" id="{7F8B909F-7C75-BE2F-671A-14C9441E0F5E}"/>
              </a:ext>
            </a:extLst>
          </p:cNvPr>
          <p:cNvGraphicFramePr>
            <a:graphicFrameLocks noGrp="1"/>
          </p:cNvGraphicFramePr>
          <p:nvPr/>
        </p:nvGraphicFramePr>
        <p:xfrm>
          <a:off x="2490545" y="4175413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graphicFrame>
        <p:nvGraphicFramePr>
          <p:cNvPr id="160" name="Table 6">
            <a:extLst>
              <a:ext uri="{FF2B5EF4-FFF2-40B4-BE49-F238E27FC236}">
                <a16:creationId xmlns:a16="http://schemas.microsoft.com/office/drawing/2014/main" id="{E46A6075-AC01-B0A7-DC8A-021927170800}"/>
              </a:ext>
            </a:extLst>
          </p:cNvPr>
          <p:cNvGraphicFramePr>
            <a:graphicFrameLocks noGrp="1"/>
          </p:cNvGraphicFramePr>
          <p:nvPr/>
        </p:nvGraphicFramePr>
        <p:xfrm>
          <a:off x="2490545" y="5816022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graphicFrame>
        <p:nvGraphicFramePr>
          <p:cNvPr id="161" name="Table 6">
            <a:extLst>
              <a:ext uri="{FF2B5EF4-FFF2-40B4-BE49-F238E27FC236}">
                <a16:creationId xmlns:a16="http://schemas.microsoft.com/office/drawing/2014/main" id="{E059B7E5-2120-BF38-59F3-0026BFFC48E6}"/>
              </a:ext>
            </a:extLst>
          </p:cNvPr>
          <p:cNvGraphicFramePr>
            <a:graphicFrameLocks noGrp="1"/>
          </p:cNvGraphicFramePr>
          <p:nvPr/>
        </p:nvGraphicFramePr>
        <p:xfrm>
          <a:off x="4464125" y="4175413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graphicFrame>
        <p:nvGraphicFramePr>
          <p:cNvPr id="162" name="Table 6">
            <a:extLst>
              <a:ext uri="{FF2B5EF4-FFF2-40B4-BE49-F238E27FC236}">
                <a16:creationId xmlns:a16="http://schemas.microsoft.com/office/drawing/2014/main" id="{88C7831C-6321-D4CF-B3B1-C6CDEEA08CDE}"/>
              </a:ext>
            </a:extLst>
          </p:cNvPr>
          <p:cNvGraphicFramePr>
            <a:graphicFrameLocks noGrp="1"/>
          </p:cNvGraphicFramePr>
          <p:nvPr/>
        </p:nvGraphicFramePr>
        <p:xfrm>
          <a:off x="4464125" y="5816022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graphicFrame>
        <p:nvGraphicFramePr>
          <p:cNvPr id="163" name="Table 6">
            <a:extLst>
              <a:ext uri="{FF2B5EF4-FFF2-40B4-BE49-F238E27FC236}">
                <a16:creationId xmlns:a16="http://schemas.microsoft.com/office/drawing/2014/main" id="{6AFA1FD9-DEBA-FACB-00A7-379AC5BB0847}"/>
              </a:ext>
            </a:extLst>
          </p:cNvPr>
          <p:cNvGraphicFramePr>
            <a:graphicFrameLocks noGrp="1"/>
          </p:cNvGraphicFramePr>
          <p:nvPr/>
        </p:nvGraphicFramePr>
        <p:xfrm>
          <a:off x="6430085" y="4175413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graphicFrame>
        <p:nvGraphicFramePr>
          <p:cNvPr id="164" name="Table 6">
            <a:extLst>
              <a:ext uri="{FF2B5EF4-FFF2-40B4-BE49-F238E27FC236}">
                <a16:creationId xmlns:a16="http://schemas.microsoft.com/office/drawing/2014/main" id="{30D17706-E026-4A2A-4982-B8EE24C1577B}"/>
              </a:ext>
            </a:extLst>
          </p:cNvPr>
          <p:cNvGraphicFramePr>
            <a:graphicFrameLocks noGrp="1"/>
          </p:cNvGraphicFramePr>
          <p:nvPr/>
        </p:nvGraphicFramePr>
        <p:xfrm>
          <a:off x="6430085" y="5816022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graphicFrame>
        <p:nvGraphicFramePr>
          <p:cNvPr id="165" name="Table 6">
            <a:extLst>
              <a:ext uri="{FF2B5EF4-FFF2-40B4-BE49-F238E27FC236}">
                <a16:creationId xmlns:a16="http://schemas.microsoft.com/office/drawing/2014/main" id="{F9D2A542-7C87-AD81-D4C5-7533ACB24987}"/>
              </a:ext>
            </a:extLst>
          </p:cNvPr>
          <p:cNvGraphicFramePr>
            <a:graphicFrameLocks noGrp="1"/>
          </p:cNvGraphicFramePr>
          <p:nvPr/>
        </p:nvGraphicFramePr>
        <p:xfrm>
          <a:off x="8441765" y="4175413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graphicFrame>
        <p:nvGraphicFramePr>
          <p:cNvPr id="166" name="Table 6">
            <a:extLst>
              <a:ext uri="{FF2B5EF4-FFF2-40B4-BE49-F238E27FC236}">
                <a16:creationId xmlns:a16="http://schemas.microsoft.com/office/drawing/2014/main" id="{97578B91-99D0-BB45-0416-971FC8703A00}"/>
              </a:ext>
            </a:extLst>
          </p:cNvPr>
          <p:cNvGraphicFramePr>
            <a:graphicFrameLocks noGrp="1"/>
          </p:cNvGraphicFramePr>
          <p:nvPr/>
        </p:nvGraphicFramePr>
        <p:xfrm>
          <a:off x="8441765" y="5816022"/>
          <a:ext cx="995850" cy="995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585">
                  <a:extLst>
                    <a:ext uri="{9D8B030D-6E8A-4147-A177-3AD203B41FA5}">
                      <a16:colId xmlns:a16="http://schemas.microsoft.com/office/drawing/2014/main" val="311886483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89055240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235788078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1077677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02266915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567078726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3791507715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181037569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736530663"/>
                    </a:ext>
                  </a:extLst>
                </a:gridCol>
                <a:gridCol w="99585">
                  <a:extLst>
                    <a:ext uri="{9D8B030D-6E8A-4147-A177-3AD203B41FA5}">
                      <a16:colId xmlns:a16="http://schemas.microsoft.com/office/drawing/2014/main" val="4000841599"/>
                    </a:ext>
                  </a:extLst>
                </a:gridCol>
              </a:tblGrid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46387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844605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2101844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13151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3945843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140341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309212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45009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6741177"/>
                  </a:ext>
                </a:extLst>
              </a:tr>
              <a:tr h="995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855591"/>
                  </a:ext>
                </a:extLst>
              </a:tr>
            </a:tbl>
          </a:graphicData>
        </a:graphic>
      </p:graphicFrame>
      <p:sp>
        <p:nvSpPr>
          <p:cNvPr id="167" name="Multiplication Sign 166">
            <a:extLst>
              <a:ext uri="{FF2B5EF4-FFF2-40B4-BE49-F238E27FC236}">
                <a16:creationId xmlns:a16="http://schemas.microsoft.com/office/drawing/2014/main" id="{D1C4C37B-76D1-0B1A-2807-379329E5EA03}"/>
              </a:ext>
            </a:extLst>
          </p:cNvPr>
          <p:cNvSpPr/>
          <p:nvPr/>
        </p:nvSpPr>
        <p:spPr>
          <a:xfrm>
            <a:off x="1251363" y="6098381"/>
            <a:ext cx="139194" cy="139194"/>
          </a:xfrm>
          <a:prstGeom prst="mathMultiply">
            <a:avLst>
              <a:gd name="adj1" fmla="val 3208"/>
            </a:avLst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9060" tIns="49530" rIns="99060" bIns="4953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1200" dirty="0" err="1">
              <a:solidFill>
                <a:schemeClr val="tx1"/>
              </a:solidFill>
            </a:endParaRPr>
          </a:p>
        </p:txBody>
      </p:sp>
      <p:sp>
        <p:nvSpPr>
          <p:cNvPr id="170" name="Multiplication Sign 169">
            <a:extLst>
              <a:ext uri="{FF2B5EF4-FFF2-40B4-BE49-F238E27FC236}">
                <a16:creationId xmlns:a16="http://schemas.microsoft.com/office/drawing/2014/main" id="{A01BC626-DBEF-0BDE-4B3C-B82A29F763EC}"/>
              </a:ext>
            </a:extLst>
          </p:cNvPr>
          <p:cNvSpPr/>
          <p:nvPr/>
        </p:nvSpPr>
        <p:spPr>
          <a:xfrm>
            <a:off x="1151351" y="6098381"/>
            <a:ext cx="139194" cy="139194"/>
          </a:xfrm>
          <a:prstGeom prst="mathMultiply">
            <a:avLst>
              <a:gd name="adj1" fmla="val 3208"/>
            </a:avLst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9060" tIns="49530" rIns="99060" bIns="4953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1200" dirty="0" err="1">
              <a:solidFill>
                <a:schemeClr val="tx1"/>
              </a:solidFill>
            </a:endParaRPr>
          </a:p>
        </p:txBody>
      </p:sp>
      <p:sp>
        <p:nvSpPr>
          <p:cNvPr id="171" name="Multiplication Sign 170">
            <a:extLst>
              <a:ext uri="{FF2B5EF4-FFF2-40B4-BE49-F238E27FC236}">
                <a16:creationId xmlns:a16="http://schemas.microsoft.com/office/drawing/2014/main" id="{B418AC9C-7A44-0621-B35D-A4D00715F3F1}"/>
              </a:ext>
            </a:extLst>
          </p:cNvPr>
          <p:cNvSpPr/>
          <p:nvPr/>
        </p:nvSpPr>
        <p:spPr>
          <a:xfrm>
            <a:off x="1051338" y="6098381"/>
            <a:ext cx="139194" cy="139194"/>
          </a:xfrm>
          <a:prstGeom prst="mathMultiply">
            <a:avLst>
              <a:gd name="adj1" fmla="val 3208"/>
            </a:avLst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9060" tIns="49530" rIns="99060" bIns="4953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1200" dirty="0" err="1">
              <a:solidFill>
                <a:schemeClr val="tx1"/>
              </a:solidFill>
            </a:endParaRPr>
          </a:p>
        </p:txBody>
      </p:sp>
      <p:sp>
        <p:nvSpPr>
          <p:cNvPr id="172" name="Multiplication Sign 171">
            <a:extLst>
              <a:ext uri="{FF2B5EF4-FFF2-40B4-BE49-F238E27FC236}">
                <a16:creationId xmlns:a16="http://schemas.microsoft.com/office/drawing/2014/main" id="{50D04908-3AA4-9BC3-06ED-C611990C5943}"/>
              </a:ext>
            </a:extLst>
          </p:cNvPr>
          <p:cNvSpPr/>
          <p:nvPr/>
        </p:nvSpPr>
        <p:spPr>
          <a:xfrm>
            <a:off x="958469" y="6098381"/>
            <a:ext cx="139194" cy="139194"/>
          </a:xfrm>
          <a:prstGeom prst="mathMultiply">
            <a:avLst>
              <a:gd name="adj1" fmla="val 3208"/>
            </a:avLst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9060" tIns="49530" rIns="99060" bIns="4953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1200" dirty="0" err="1">
              <a:solidFill>
                <a:schemeClr val="tx1"/>
              </a:solidFill>
            </a:endParaRPr>
          </a:p>
        </p:txBody>
      </p:sp>
      <p:sp>
        <p:nvSpPr>
          <p:cNvPr id="173" name="Multiplication Sign 172">
            <a:extLst>
              <a:ext uri="{FF2B5EF4-FFF2-40B4-BE49-F238E27FC236}">
                <a16:creationId xmlns:a16="http://schemas.microsoft.com/office/drawing/2014/main" id="{D4CA4BC8-7A9C-B59D-76F8-18A3526732ED}"/>
              </a:ext>
            </a:extLst>
          </p:cNvPr>
          <p:cNvSpPr/>
          <p:nvPr/>
        </p:nvSpPr>
        <p:spPr>
          <a:xfrm>
            <a:off x="851313" y="6098381"/>
            <a:ext cx="139194" cy="139194"/>
          </a:xfrm>
          <a:prstGeom prst="mathMultiply">
            <a:avLst>
              <a:gd name="adj1" fmla="val 3208"/>
            </a:avLst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9060" tIns="49530" rIns="99060" bIns="4953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1200" dirty="0" err="1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41123183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5FA7CBA0-FFE6-16DB-ADDF-643CBBFA8AC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 rot="16200000">
            <a:off x="-850618" y="1085029"/>
            <a:ext cx="6845700" cy="4700243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4DC86E32-9D0B-62BF-18E9-B97DFEDBDB4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 rot="16200000">
            <a:off x="3995703" y="1072729"/>
            <a:ext cx="6845700" cy="470024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66882433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3B1F3B68-8543-C4BE-220C-DDE68456B55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33320" y="252480"/>
            <a:ext cx="4605381" cy="3162045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D0EDF7DF-4575-EAAF-5318-6EA92F97724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953000" y="252479"/>
            <a:ext cx="4605381" cy="3162045"/>
          </a:xfrm>
          <a:prstGeom prst="rect">
            <a:avLst/>
          </a:prstGeom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66B5DFE7-71AD-B492-6BBF-8C78C3CE81B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33320" y="3615440"/>
            <a:ext cx="4605381" cy="3162045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A05252C7-72EF-5B56-1034-4C05A6B32ED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953000" y="3615439"/>
            <a:ext cx="4605381" cy="316204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43286217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E94EE51F-7A9F-BBA6-4D52-96A950D8E45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12271" y="467360"/>
            <a:ext cx="9256849" cy="5852160"/>
          </a:xfrm>
        </p:spPr>
        <p:txBody>
          <a:bodyPr>
            <a:normAutofit/>
          </a:bodyPr>
          <a:lstStyle/>
          <a:p>
            <a:pPr marL="0" indent="0" algn="ctr">
              <a:buNone/>
            </a:pPr>
            <a:endParaRPr lang="en-US" dirty="0"/>
          </a:p>
          <a:p>
            <a:pPr marL="0" indent="0" algn="ctr">
              <a:buNone/>
            </a:pPr>
            <a:r>
              <a:rPr lang="ru-RU" dirty="0"/>
              <a:t>Суроолор барбы?</a:t>
            </a:r>
          </a:p>
          <a:p>
            <a:pPr marL="0" indent="0" algn="ctr">
              <a:buNone/>
            </a:pPr>
            <a:r>
              <a:rPr lang="ru-RU" dirty="0"/>
              <a:t>Комментарийлер?</a:t>
            </a:r>
          </a:p>
          <a:p>
            <a:pPr marL="0" indent="0" algn="ctr">
              <a:buNone/>
            </a:pPr>
            <a:r>
              <a:rPr lang="ru-RU" dirty="0"/>
              <a:t>Сунуштар?</a:t>
            </a:r>
          </a:p>
          <a:p>
            <a:pPr marL="0" indent="0" algn="ctr">
              <a:buNone/>
            </a:pPr>
            <a:endParaRPr lang="ru-RU" dirty="0"/>
          </a:p>
          <a:p>
            <a:pPr marL="0" indent="0" algn="ctr">
              <a:buNone/>
            </a:pPr>
            <a:r>
              <a:rPr lang="ru-RU" dirty="0"/>
              <a:t>…же ката таптыңызбы!?</a:t>
            </a:r>
          </a:p>
          <a:p>
            <a:pPr marL="0" indent="0" algn="ctr">
              <a:buNone/>
            </a:pPr>
            <a:endParaRPr lang="ru-RU" dirty="0"/>
          </a:p>
          <a:p>
            <a:pPr marL="0" indent="0" algn="ctr" defTabSz="371475">
              <a:lnSpc>
                <a:spcPct val="100000"/>
              </a:lnSpc>
              <a:spcBef>
                <a:spcPts val="0"/>
              </a:spcBef>
              <a:buNone/>
              <a:defRPr/>
            </a:pPr>
            <a:r>
              <a:rPr lang="ru-RU" dirty="0">
                <a:solidFill>
                  <a:prstClr val="black"/>
                </a:solidFill>
                <a:latin typeface="Calibri" panose="020F0502020204030204"/>
              </a:rPr>
              <a:t>Түрдүү пикирлер үчүн ыраазычылык билдиребиз.</a:t>
            </a:r>
          </a:p>
          <a:p>
            <a:pPr marL="0" indent="0" algn="ctr">
              <a:buNone/>
            </a:pPr>
            <a:endParaRPr lang="ru-RU" dirty="0"/>
          </a:p>
          <a:p>
            <a:pPr marL="0" indent="0" algn="ctr">
              <a:buNone/>
            </a:pPr>
            <a:r>
              <a:rPr lang="ru-RU" dirty="0"/>
              <a:t>Сураныч, электрондук кат жөнөтүңүз:</a:t>
            </a:r>
          </a:p>
          <a:p>
            <a:pPr marL="0" indent="0" algn="ctr">
              <a:buNone/>
            </a:pPr>
            <a:endParaRPr lang="ru-RU" dirty="0"/>
          </a:p>
          <a:p>
            <a:pPr marL="0" indent="0" algn="ctr">
              <a:buNone/>
            </a:pPr>
            <a:r>
              <a:rPr lang="en-US" dirty="0"/>
              <a:t>mathematicskgz@gmail.com</a:t>
            </a:r>
          </a:p>
        </p:txBody>
      </p:sp>
    </p:spTree>
    <p:extLst>
      <p:ext uri="{BB962C8B-B14F-4D97-AF65-F5344CB8AC3E}">
        <p14:creationId xmlns:p14="http://schemas.microsoft.com/office/powerpoint/2010/main" val="1515584434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noFill/>
        <a:ln w="12700">
          <a:solidFill>
            <a:schemeClr val="bg1">
              <a:lumMod val="50000"/>
            </a:schemeClr>
          </a:solidFill>
        </a:ln>
      </a:spPr>
      <a:bodyPr rot="0" spcFirstLastPara="0" vertOverflow="overflow" horzOverflow="overflow" vert="horz" wrap="square" lIns="99060" tIns="49530" rIns="99060" bIns="49530" numCol="1" spcCol="0" rtlCol="0" fromWordArt="0" anchor="ctr" anchorCtr="0" forceAA="0" compatLnSpc="1">
        <a:prstTxWarp prst="textNoShape">
          <a:avLst/>
        </a:prstTxWarp>
        <a:noAutofit/>
      </a:bodyPr>
      <a:lstStyle>
        <a:defPPr algn="ctr">
          <a:defRPr sz="1200" dirty="0" err="1" smtClean="0">
            <a:solidFill>
              <a:schemeClr val="tx1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>
          <a:solidFill>
            <a:schemeClr val="tx1"/>
          </a:solidFill>
          <a:headEnd type="none" w="sm" len="sm"/>
          <a:tailEnd type="none" w="sm" len="sm"/>
        </a:ln>
      </a:spPr>
      <a:bodyPr/>
      <a:lstStyle/>
      <a:style>
        <a:lnRef idx="1">
          <a:schemeClr val="dk1"/>
        </a:lnRef>
        <a:fillRef idx="0">
          <a:schemeClr val="dk1"/>
        </a:fillRef>
        <a:effectRef idx="0">
          <a:schemeClr val="dk1"/>
        </a:effectRef>
        <a:fontRef idx="minor">
          <a:schemeClr val="tx1"/>
        </a:fontRef>
      </a:style>
    </a:lnDef>
    <a:txDef>
      <a:spPr>
        <a:noFill/>
      </a:spPr>
      <a:bodyPr wrap="none" rtlCol="0">
        <a:spAutoFit/>
      </a:bodyPr>
      <a:lstStyle>
        <a:defPPr algn="l">
          <a:defRPr sz="1200" dirty="0" err="1" smtClean="0"/>
        </a:defPPr>
      </a:lstStyle>
    </a:tx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1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TM04033937[[fn=Vapor Trail]]</Template>
  <TotalTime>10870</TotalTime>
  <Words>834</Words>
  <Application>Microsoft Office PowerPoint</Application>
  <PresentationFormat>A4 Paper (210x297 mm)</PresentationFormat>
  <Paragraphs>232</Paragraphs>
  <Slides>9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2</vt:i4>
      </vt:variant>
      <vt:variant>
        <vt:lpstr>Slide Titles</vt:lpstr>
      </vt:variant>
      <vt:variant>
        <vt:i4>9</vt:i4>
      </vt:variant>
    </vt:vector>
  </HeadingPairs>
  <TitlesOfParts>
    <vt:vector size="15" baseType="lpstr">
      <vt:lpstr>Cooper Black</vt:lpstr>
      <vt:lpstr>Calibri</vt:lpstr>
      <vt:lpstr>Arial</vt:lpstr>
      <vt:lpstr>Calibri Light</vt:lpstr>
      <vt:lpstr>Office Theme</vt:lpstr>
      <vt:lpstr>1_Office Theme</vt:lpstr>
      <vt:lpstr>MathKGZ  -- 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Kite</dc:creator>
  <cp:lastModifiedBy>Isa Amanov</cp:lastModifiedBy>
  <cp:revision>557</cp:revision>
  <cp:lastPrinted>2024-05-21T09:10:54Z</cp:lastPrinted>
  <dcterms:created xsi:type="dcterms:W3CDTF">2017-01-17T16:57:04Z</dcterms:created>
  <dcterms:modified xsi:type="dcterms:W3CDTF">2024-05-21T09:19:53Z</dcterms:modified>
</cp:coreProperties>
</file>