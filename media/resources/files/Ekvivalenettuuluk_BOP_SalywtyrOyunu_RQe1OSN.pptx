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4"/>
  </p:notesMasterIdLst>
  <p:sldIdLst>
    <p:sldId id="960" r:id="rId2"/>
    <p:sldId id="984" r:id="rId3"/>
    <p:sldId id="958" r:id="rId4"/>
    <p:sldId id="985" r:id="rId5"/>
    <p:sldId id="986" r:id="rId6"/>
    <p:sldId id="942" r:id="rId7"/>
    <p:sldId id="943" r:id="rId8"/>
    <p:sldId id="968" r:id="rId9"/>
    <p:sldId id="969" r:id="rId10"/>
    <p:sldId id="974" r:id="rId11"/>
    <p:sldId id="975" r:id="rId12"/>
    <p:sldId id="987" r:id="rId13"/>
  </p:sldIdLst>
  <p:sldSz cx="9906000" cy="6858000" type="A4"/>
  <p:notesSz cx="6889750" cy="10021888"/>
  <p:embeddedFontLst>
    <p:embeddedFont>
      <p:font typeface="Aharoni" panose="02010803020104030203" pitchFamily="2" charset="-79"/>
      <p:bold r:id="rId15"/>
    </p:embeddedFont>
    <p:embeddedFont>
      <p:font typeface="Cambria Math" panose="02040503050406030204" pitchFamily="18" charset="0"/>
      <p:regular r:id="rId16"/>
    </p:embeddedFont>
    <p:embeddedFont>
      <p:font typeface="Snap ITC" panose="04040A07060A02020202" pitchFamily="82" charset="0"/>
      <p:regular r:id="rId17"/>
    </p:embeddedFont>
    <p:embeddedFont>
      <p:font typeface="Verdana" panose="020B060403050404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0"/>
            <p14:sldId id="984"/>
          </p14:sldIdLst>
        </p14:section>
        <p14:section name="Титулдук слайд" id="{EBCD178E-BB94-4352-A630-0685D340C71A}">
          <p14:sldIdLst>
            <p14:sldId id="958"/>
          </p14:sldIdLst>
        </p14:section>
        <p14:section name="Тааныштыруу" id="{60B5435E-3307-4424-B573-101B6AF6164F}">
          <p14:sldIdLst>
            <p14:sldId id="985"/>
            <p14:sldId id="986"/>
          </p14:sldIdLst>
        </p14:section>
        <p14:section name="Карталар А4" id="{129573F4-7400-4C93-8680-4C65872014A9}">
          <p14:sldIdLst>
            <p14:sldId id="942"/>
            <p14:sldId id="943"/>
            <p14:sldId id="968"/>
            <p14:sldId id="969"/>
          </p14:sldIdLst>
        </p14:section>
        <p14:section name="Карталар А5" id="{9332171E-ACE8-4652-B620-D8CF1122C4E0}">
          <p14:sldIdLst>
            <p14:sldId id="974"/>
            <p14:sldId id="975"/>
          </p14:sldIdLst>
        </p14:section>
        <p14:section name="Кайтарым байланыш" id="{F3D720CF-F566-46A6-9361-125255B68FA6}">
          <p14:sldIdLst>
            <p14:sldId id="9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te" initials="K" lastIdx="1" clrIdx="0">
    <p:extLst>
      <p:ext uri="{19B8F6BF-5375-455C-9EA6-DF929625EA0E}">
        <p15:presenceInfo xmlns:p15="http://schemas.microsoft.com/office/powerpoint/2012/main" userId="Kit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601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86" tIns="46143" rIns="92286" bIns="4614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286" tIns="46143" rIns="92286" bIns="4614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601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microsoft.com/office/2007/relationships/hdphoto" Target="../media/hdphoto1.wdp"/><Relationship Id="rId26" Type="http://schemas.openxmlformats.org/officeDocument/2006/relationships/image" Target="../media/image32.png"/><Relationship Id="rId3" Type="http://schemas.openxmlformats.org/officeDocument/2006/relationships/image" Target="../media/image12.png"/><Relationship Id="rId21" Type="http://schemas.openxmlformats.org/officeDocument/2006/relationships/image" Target="../media/image28.png"/><Relationship Id="rId34" Type="http://schemas.openxmlformats.org/officeDocument/2006/relationships/image" Target="../media/image4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microsoft.com/office/2007/relationships/hdphoto" Target="../media/hdphoto2.wdp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9.png"/><Relationship Id="rId19" Type="http://schemas.openxmlformats.org/officeDocument/2006/relationships/image" Target="../media/image27.png"/><Relationship Id="rId31" Type="http://schemas.openxmlformats.org/officeDocument/2006/relationships/image" Target="../media/image37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microsoft.com/office/2007/relationships/hdphoto" Target="../media/hdphoto3.wdp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microsoft.com/office/2007/relationships/hdphoto" Target="../media/hdphoto1.wdp"/><Relationship Id="rId21" Type="http://schemas.openxmlformats.org/officeDocument/2006/relationships/image" Target="../media/image42.png"/><Relationship Id="rId34" Type="http://schemas.openxmlformats.org/officeDocument/2006/relationships/image" Target="../media/image55.png"/><Relationship Id="rId7" Type="http://schemas.microsoft.com/office/2007/relationships/hdphoto" Target="../media/hdphoto3.wdp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33" Type="http://schemas.openxmlformats.org/officeDocument/2006/relationships/image" Target="../media/image54.png"/><Relationship Id="rId2" Type="http://schemas.openxmlformats.org/officeDocument/2006/relationships/image" Target="../media/image26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32" Type="http://schemas.openxmlformats.org/officeDocument/2006/relationships/image" Target="../media/image53.png"/><Relationship Id="rId5" Type="http://schemas.microsoft.com/office/2007/relationships/hdphoto" Target="../media/hdphoto2.wdp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31" Type="http://schemas.openxmlformats.org/officeDocument/2006/relationships/image" Target="../media/image52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Relationship Id="rId35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microsoft.com/office/2007/relationships/hdphoto" Target="../media/hdphoto1.wdp"/><Relationship Id="rId26" Type="http://schemas.openxmlformats.org/officeDocument/2006/relationships/image" Target="../media/image32.png"/><Relationship Id="rId3" Type="http://schemas.openxmlformats.org/officeDocument/2006/relationships/image" Target="../media/image58.png"/><Relationship Id="rId21" Type="http://schemas.openxmlformats.org/officeDocument/2006/relationships/image" Target="../media/image28.png"/><Relationship Id="rId34" Type="http://schemas.openxmlformats.org/officeDocument/2006/relationships/image" Target="../media/image40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26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20" Type="http://schemas.microsoft.com/office/2007/relationships/hdphoto" Target="../media/hdphoto2.wdp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65.png"/><Relationship Id="rId19" Type="http://schemas.openxmlformats.org/officeDocument/2006/relationships/image" Target="../media/image27.png"/><Relationship Id="rId31" Type="http://schemas.openxmlformats.org/officeDocument/2006/relationships/image" Target="../media/image37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microsoft.com/office/2007/relationships/hdphoto" Target="../media/hdphoto3.wdp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77.png"/><Relationship Id="rId3" Type="http://schemas.microsoft.com/office/2007/relationships/hdphoto" Target="../media/hdphoto1.wdp"/><Relationship Id="rId21" Type="http://schemas.openxmlformats.org/officeDocument/2006/relationships/image" Target="../media/image72.png"/><Relationship Id="rId34" Type="http://schemas.openxmlformats.org/officeDocument/2006/relationships/image" Target="../media/image85.png"/><Relationship Id="rId7" Type="http://schemas.microsoft.com/office/2007/relationships/hdphoto" Target="../media/hdphoto3.wdp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76.png"/><Relationship Id="rId33" Type="http://schemas.openxmlformats.org/officeDocument/2006/relationships/image" Target="../media/image84.png"/><Relationship Id="rId2" Type="http://schemas.openxmlformats.org/officeDocument/2006/relationships/image" Target="../media/image26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5" Type="http://schemas.microsoft.com/office/2007/relationships/hdphoto" Target="../media/hdphoto2.wdp"/><Relationship Id="rId15" Type="http://schemas.openxmlformats.org/officeDocument/2006/relationships/image" Target="../media/image3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31" Type="http://schemas.openxmlformats.org/officeDocument/2006/relationships/image" Target="../media/image82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Relationship Id="rId35" Type="http://schemas.openxmlformats.org/officeDocument/2006/relationships/image" Target="../media/image8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Эквиваленттүүлүк – Бөлчөктөр, Ондуктар жана Пайыздар </a:t>
            </a:r>
            <a:r>
              <a:rPr lang="en-US" dirty="0"/>
              <a:t>– </a:t>
            </a:r>
            <a:r>
              <a:rPr lang="ru-RU" dirty="0"/>
              <a:t>Салыштыруу оюну</a:t>
            </a:r>
            <a:r>
              <a:rPr lang="ky-KG" dirty="0"/>
              <a:t>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</a:t>
            </a:r>
            <a:r>
              <a:rPr lang="en-US" dirty="0"/>
              <a:t>көр</a:t>
            </a:r>
            <a:r>
              <a:rPr lang="ru-RU" dirty="0"/>
              <a:t>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86080" y="612844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Төрт амал – баалулуктар жарышы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сынактык иш-чарада окуучулар карталардагы атрибуттардын баалуулуктарын салыштырышат.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Эң чоң мааниге ээ окуучу же топ жеңет.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1-10, 11-20, 21-30 жана 31-40 барган сайын татаалдашат.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Карталарды татаалдыгына жараша чогуу же өзүнчө бөлүп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иш бүтүндөй класс (ар бири бир карта), топтордун ичинде (2+) 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аткарылышы мүмкүн.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мугалим бүт класска каршы ойнойт (ар бири бирден карта менен).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класс экиге бөлүнүп, эки тарап болуп ойносо болот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(мини-тактай жана/же калькулятор менен).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D06286-0CFB-3052-7CA6-AA9DFAA174C6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4588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008F517-FE13-B4F0-BF9D-D37BCA9E8A9C}"/>
              </a:ext>
            </a:extLst>
          </p:cNvPr>
          <p:cNvGrpSpPr/>
          <p:nvPr/>
        </p:nvGrpSpPr>
        <p:grpSpPr>
          <a:xfrm>
            <a:off x="461246" y="1901654"/>
            <a:ext cx="7205945" cy="4841383"/>
            <a:chOff x="346710" y="356888"/>
            <a:chExt cx="6837615" cy="49428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60E6CB-E743-B507-63B1-8F72B08C4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" y="356888"/>
              <a:ext cx="1488545" cy="1230376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CF7553-C4DE-E0B2-02D6-8D3861722A39}"/>
                </a:ext>
              </a:extLst>
            </p:cNvPr>
            <p:cNvGrpSpPr/>
            <p:nvPr/>
          </p:nvGrpSpPr>
          <p:grpSpPr>
            <a:xfrm>
              <a:off x="488913" y="1630478"/>
              <a:ext cx="6695412" cy="3669295"/>
              <a:chOff x="2769041" y="1416296"/>
              <a:chExt cx="6695412" cy="3669295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D2B48BB-2EF7-F1CF-FF32-173D9BA9313E}"/>
                  </a:ext>
                </a:extLst>
              </p:cNvPr>
              <p:cNvGrpSpPr/>
              <p:nvPr/>
            </p:nvGrpSpPr>
            <p:grpSpPr>
              <a:xfrm>
                <a:off x="2769041" y="1416296"/>
                <a:ext cx="5229553" cy="3594130"/>
                <a:chOff x="2769041" y="1416296"/>
                <a:chExt cx="5229553" cy="3594130"/>
              </a:xfrm>
            </p:grpSpPr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3ECB896-1B55-CDCA-1631-ECE769BCCB17}"/>
                    </a:ext>
                  </a:extLst>
                </p:cNvPr>
                <p:cNvSpPr/>
                <p:nvPr/>
              </p:nvSpPr>
              <p:spPr>
                <a:xfrm>
                  <a:off x="2837700" y="1416296"/>
                  <a:ext cx="3663636" cy="3550916"/>
                </a:xfrm>
                <a:custGeom>
                  <a:avLst/>
                  <a:gdLst>
                    <a:gd name="connsiteX0" fmla="*/ 0 w 3663636"/>
                    <a:gd name="connsiteY0" fmla="*/ 591831 h 3550916"/>
                    <a:gd name="connsiteX1" fmla="*/ 591831 w 3663636"/>
                    <a:gd name="connsiteY1" fmla="*/ 0 h 3550916"/>
                    <a:gd name="connsiteX2" fmla="*/ 1087826 w 3663636"/>
                    <a:gd name="connsiteY2" fmla="*/ 0 h 3550916"/>
                    <a:gd name="connsiteX3" fmla="*/ 1534221 w 3663636"/>
                    <a:gd name="connsiteY3" fmla="*/ 0 h 3550916"/>
                    <a:gd name="connsiteX4" fmla="*/ 2055016 w 3663636"/>
                    <a:gd name="connsiteY4" fmla="*/ 0 h 3550916"/>
                    <a:gd name="connsiteX5" fmla="*/ 2501411 w 3663636"/>
                    <a:gd name="connsiteY5" fmla="*/ 0 h 3550916"/>
                    <a:gd name="connsiteX6" fmla="*/ 3071805 w 3663636"/>
                    <a:gd name="connsiteY6" fmla="*/ 0 h 3550916"/>
                    <a:gd name="connsiteX7" fmla="*/ 3663636 w 3663636"/>
                    <a:gd name="connsiteY7" fmla="*/ 591831 h 3550916"/>
                    <a:gd name="connsiteX8" fmla="*/ 3663636 w 3663636"/>
                    <a:gd name="connsiteY8" fmla="*/ 1207317 h 3550916"/>
                    <a:gd name="connsiteX9" fmla="*/ 3663636 w 3663636"/>
                    <a:gd name="connsiteY9" fmla="*/ 1728113 h 3550916"/>
                    <a:gd name="connsiteX10" fmla="*/ 3663636 w 3663636"/>
                    <a:gd name="connsiteY10" fmla="*/ 2272581 h 3550916"/>
                    <a:gd name="connsiteX11" fmla="*/ 3663636 w 3663636"/>
                    <a:gd name="connsiteY11" fmla="*/ 2959085 h 3550916"/>
                    <a:gd name="connsiteX12" fmla="*/ 3071805 w 3663636"/>
                    <a:gd name="connsiteY12" fmla="*/ 3550916 h 3550916"/>
                    <a:gd name="connsiteX13" fmla="*/ 2625410 w 3663636"/>
                    <a:gd name="connsiteY13" fmla="*/ 3550916 h 3550916"/>
                    <a:gd name="connsiteX14" fmla="*/ 2154215 w 3663636"/>
                    <a:gd name="connsiteY14" fmla="*/ 3550916 h 3550916"/>
                    <a:gd name="connsiteX15" fmla="*/ 1658220 w 3663636"/>
                    <a:gd name="connsiteY15" fmla="*/ 3550916 h 3550916"/>
                    <a:gd name="connsiteX16" fmla="*/ 1211824 w 3663636"/>
                    <a:gd name="connsiteY16" fmla="*/ 3550916 h 3550916"/>
                    <a:gd name="connsiteX17" fmla="*/ 591831 w 3663636"/>
                    <a:gd name="connsiteY17" fmla="*/ 3550916 h 3550916"/>
                    <a:gd name="connsiteX18" fmla="*/ 0 w 3663636"/>
                    <a:gd name="connsiteY18" fmla="*/ 2959085 h 3550916"/>
                    <a:gd name="connsiteX19" fmla="*/ 0 w 3663636"/>
                    <a:gd name="connsiteY19" fmla="*/ 2438289 h 3550916"/>
                    <a:gd name="connsiteX20" fmla="*/ 0 w 3663636"/>
                    <a:gd name="connsiteY20" fmla="*/ 1870148 h 3550916"/>
                    <a:gd name="connsiteX21" fmla="*/ 0 w 3663636"/>
                    <a:gd name="connsiteY21" fmla="*/ 1254662 h 3550916"/>
                    <a:gd name="connsiteX22" fmla="*/ 0 w 3663636"/>
                    <a:gd name="connsiteY22" fmla="*/ 591831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6" h="3550916" fill="none" extrusionOk="0">
                      <a:moveTo>
                        <a:pt x="0" y="591831"/>
                      </a:moveTo>
                      <a:cubicBezTo>
                        <a:pt x="-14819" y="264133"/>
                        <a:pt x="325797" y="52367"/>
                        <a:pt x="591831" y="0"/>
                      </a:cubicBezTo>
                      <a:cubicBezTo>
                        <a:pt x="766256" y="-3116"/>
                        <a:pt x="850238" y="27263"/>
                        <a:pt x="1087826" y="0"/>
                      </a:cubicBezTo>
                      <a:cubicBezTo>
                        <a:pt x="1325414" y="-27263"/>
                        <a:pt x="1412894" y="34229"/>
                        <a:pt x="1534221" y="0"/>
                      </a:cubicBezTo>
                      <a:cubicBezTo>
                        <a:pt x="1655549" y="-34229"/>
                        <a:pt x="1921438" y="723"/>
                        <a:pt x="2055016" y="0"/>
                      </a:cubicBezTo>
                      <a:cubicBezTo>
                        <a:pt x="2188594" y="-723"/>
                        <a:pt x="2403171" y="8889"/>
                        <a:pt x="2501411" y="0"/>
                      </a:cubicBezTo>
                      <a:cubicBezTo>
                        <a:pt x="2599651" y="-8889"/>
                        <a:pt x="2804032" y="44750"/>
                        <a:pt x="3071805" y="0"/>
                      </a:cubicBezTo>
                      <a:cubicBezTo>
                        <a:pt x="3377769" y="21152"/>
                        <a:pt x="3653659" y="286322"/>
                        <a:pt x="3663636" y="591831"/>
                      </a:cubicBezTo>
                      <a:cubicBezTo>
                        <a:pt x="3697781" y="744684"/>
                        <a:pt x="3657186" y="983601"/>
                        <a:pt x="3663636" y="1207317"/>
                      </a:cubicBezTo>
                      <a:cubicBezTo>
                        <a:pt x="3670086" y="1431033"/>
                        <a:pt x="3662078" y="1605281"/>
                        <a:pt x="3663636" y="1728113"/>
                      </a:cubicBezTo>
                      <a:cubicBezTo>
                        <a:pt x="3665194" y="1850945"/>
                        <a:pt x="3601109" y="2124922"/>
                        <a:pt x="3663636" y="2272581"/>
                      </a:cubicBezTo>
                      <a:cubicBezTo>
                        <a:pt x="3726163" y="2420240"/>
                        <a:pt x="3601481" y="2719509"/>
                        <a:pt x="3663636" y="2959085"/>
                      </a:cubicBezTo>
                      <a:cubicBezTo>
                        <a:pt x="3734528" y="3267180"/>
                        <a:pt x="3387850" y="3625827"/>
                        <a:pt x="3071805" y="3550916"/>
                      </a:cubicBezTo>
                      <a:cubicBezTo>
                        <a:pt x="2971440" y="3554034"/>
                        <a:pt x="2829590" y="3546522"/>
                        <a:pt x="2625410" y="3550916"/>
                      </a:cubicBezTo>
                      <a:cubicBezTo>
                        <a:pt x="2421231" y="3555310"/>
                        <a:pt x="2385563" y="3537018"/>
                        <a:pt x="2154215" y="3550916"/>
                      </a:cubicBezTo>
                      <a:cubicBezTo>
                        <a:pt x="1922868" y="3564814"/>
                        <a:pt x="1809032" y="3523024"/>
                        <a:pt x="1658220" y="3550916"/>
                      </a:cubicBezTo>
                      <a:cubicBezTo>
                        <a:pt x="1507408" y="3578808"/>
                        <a:pt x="1325681" y="3508156"/>
                        <a:pt x="1211824" y="3550916"/>
                      </a:cubicBezTo>
                      <a:cubicBezTo>
                        <a:pt x="1097967" y="3593676"/>
                        <a:pt x="864677" y="3538525"/>
                        <a:pt x="591831" y="3550916"/>
                      </a:cubicBezTo>
                      <a:cubicBezTo>
                        <a:pt x="220141" y="3470839"/>
                        <a:pt x="-66719" y="3316952"/>
                        <a:pt x="0" y="2959085"/>
                      </a:cubicBezTo>
                      <a:cubicBezTo>
                        <a:pt x="-32739" y="2804439"/>
                        <a:pt x="22364" y="2671309"/>
                        <a:pt x="0" y="2438289"/>
                      </a:cubicBezTo>
                      <a:cubicBezTo>
                        <a:pt x="-22364" y="2205269"/>
                        <a:pt x="44019" y="2084663"/>
                        <a:pt x="0" y="1870148"/>
                      </a:cubicBezTo>
                      <a:cubicBezTo>
                        <a:pt x="-44019" y="1655633"/>
                        <a:pt x="56243" y="1441425"/>
                        <a:pt x="0" y="1254662"/>
                      </a:cubicBezTo>
                      <a:cubicBezTo>
                        <a:pt x="-56243" y="1067899"/>
                        <a:pt x="30482" y="791697"/>
                        <a:pt x="0" y="591831"/>
                      </a:cubicBezTo>
                      <a:close/>
                    </a:path>
                    <a:path w="3663636" h="3550916" stroke="0" extrusionOk="0">
                      <a:moveTo>
                        <a:pt x="0" y="591831"/>
                      </a:moveTo>
                      <a:cubicBezTo>
                        <a:pt x="-62955" y="226140"/>
                        <a:pt x="204526" y="22686"/>
                        <a:pt x="591831" y="0"/>
                      </a:cubicBezTo>
                      <a:cubicBezTo>
                        <a:pt x="760773" y="-27336"/>
                        <a:pt x="969160" y="11738"/>
                        <a:pt x="1137425" y="0"/>
                      </a:cubicBezTo>
                      <a:cubicBezTo>
                        <a:pt x="1305690" y="-11738"/>
                        <a:pt x="1443692" y="51024"/>
                        <a:pt x="1608620" y="0"/>
                      </a:cubicBezTo>
                      <a:cubicBezTo>
                        <a:pt x="1773549" y="-51024"/>
                        <a:pt x="1941967" y="33261"/>
                        <a:pt x="2055016" y="0"/>
                      </a:cubicBezTo>
                      <a:cubicBezTo>
                        <a:pt x="2168065" y="-33261"/>
                        <a:pt x="2403096" y="15789"/>
                        <a:pt x="2575810" y="0"/>
                      </a:cubicBezTo>
                      <a:cubicBezTo>
                        <a:pt x="2748524" y="-15789"/>
                        <a:pt x="2897636" y="4654"/>
                        <a:pt x="3071805" y="0"/>
                      </a:cubicBezTo>
                      <a:cubicBezTo>
                        <a:pt x="3446978" y="-78624"/>
                        <a:pt x="3636038" y="289225"/>
                        <a:pt x="3663636" y="591831"/>
                      </a:cubicBezTo>
                      <a:cubicBezTo>
                        <a:pt x="3720613" y="844230"/>
                        <a:pt x="3636291" y="928859"/>
                        <a:pt x="3663636" y="1183645"/>
                      </a:cubicBezTo>
                      <a:cubicBezTo>
                        <a:pt x="3690981" y="1438431"/>
                        <a:pt x="3638168" y="1548091"/>
                        <a:pt x="3663636" y="1704440"/>
                      </a:cubicBezTo>
                      <a:cubicBezTo>
                        <a:pt x="3689104" y="1860790"/>
                        <a:pt x="3639471" y="2044753"/>
                        <a:pt x="3663636" y="2296254"/>
                      </a:cubicBezTo>
                      <a:cubicBezTo>
                        <a:pt x="3687801" y="2547755"/>
                        <a:pt x="3604208" y="2766873"/>
                        <a:pt x="3663636" y="2959085"/>
                      </a:cubicBezTo>
                      <a:cubicBezTo>
                        <a:pt x="3707950" y="3242154"/>
                        <a:pt x="3450467" y="3517513"/>
                        <a:pt x="3071805" y="3550916"/>
                      </a:cubicBezTo>
                      <a:cubicBezTo>
                        <a:pt x="2895148" y="3563690"/>
                        <a:pt x="2690616" y="3545270"/>
                        <a:pt x="2575810" y="3550916"/>
                      </a:cubicBezTo>
                      <a:cubicBezTo>
                        <a:pt x="2461005" y="3556562"/>
                        <a:pt x="2245345" y="3500851"/>
                        <a:pt x="2129415" y="3550916"/>
                      </a:cubicBezTo>
                      <a:cubicBezTo>
                        <a:pt x="2013486" y="3600981"/>
                        <a:pt x="1840008" y="3505168"/>
                        <a:pt x="1633420" y="3550916"/>
                      </a:cubicBezTo>
                      <a:cubicBezTo>
                        <a:pt x="1426832" y="3596664"/>
                        <a:pt x="1265487" y="3495230"/>
                        <a:pt x="1087826" y="3550916"/>
                      </a:cubicBezTo>
                      <a:cubicBezTo>
                        <a:pt x="910165" y="3606602"/>
                        <a:pt x="822351" y="3540181"/>
                        <a:pt x="591831" y="3550916"/>
                      </a:cubicBezTo>
                      <a:cubicBezTo>
                        <a:pt x="240973" y="3593827"/>
                        <a:pt x="25203" y="3304671"/>
                        <a:pt x="0" y="2959085"/>
                      </a:cubicBezTo>
                      <a:cubicBezTo>
                        <a:pt x="-4747" y="2691493"/>
                        <a:pt x="55554" y="2663788"/>
                        <a:pt x="0" y="2414617"/>
                      </a:cubicBezTo>
                      <a:cubicBezTo>
                        <a:pt x="-55554" y="2165446"/>
                        <a:pt x="48069" y="1964773"/>
                        <a:pt x="0" y="1822803"/>
                      </a:cubicBezTo>
                      <a:cubicBezTo>
                        <a:pt x="-48069" y="1680833"/>
                        <a:pt x="42078" y="1507961"/>
                        <a:pt x="0" y="1278335"/>
                      </a:cubicBezTo>
                      <a:cubicBezTo>
                        <a:pt x="-42078" y="1048709"/>
                        <a:pt x="73722" y="846655"/>
                        <a:pt x="0" y="59183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879603-9A75-AAC1-EDDB-5D734375DC47}"/>
                    </a:ext>
                  </a:extLst>
                </p:cNvPr>
                <p:cNvSpPr txBox="1"/>
                <p:nvPr/>
              </p:nvSpPr>
              <p:spPr>
                <a:xfrm>
                  <a:off x="3045594" y="3948707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8FAA28D-24F7-8C60-E4B3-1687BD027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964" y="2556220"/>
                  <a:ext cx="3682651" cy="317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02CB878-F12E-388B-1805-CFCCB6F1B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6916" y="3656075"/>
                  <a:ext cx="363442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B1D2E00-8201-B732-282A-22CACAE7ECAE}"/>
                    </a:ext>
                  </a:extLst>
                </p:cNvPr>
                <p:cNvCxnSpPr>
                  <a:cxnSpLocks/>
                  <a:stCxn id="2" idx="0"/>
                </p:cNvCxnSpPr>
                <p:nvPr/>
              </p:nvCxnSpPr>
              <p:spPr>
                <a:xfrm flipH="1">
                  <a:off x="4640221" y="1416296"/>
                  <a:ext cx="29298" cy="359413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D8B2F-A398-5AC7-B7BC-B1960AB0CA6D}"/>
                    </a:ext>
                  </a:extLst>
                </p:cNvPr>
                <p:cNvSpPr txBox="1"/>
                <p:nvPr/>
              </p:nvSpPr>
              <p:spPr>
                <a:xfrm>
                  <a:off x="2769041" y="1892566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7AFCB7-56DB-0DD5-8A3D-C18DE1DA8D0D}"/>
                    </a:ext>
                  </a:extLst>
                </p:cNvPr>
                <p:cNvSpPr txBox="1"/>
                <p:nvPr/>
              </p:nvSpPr>
              <p:spPr>
                <a:xfrm>
                  <a:off x="3036957" y="2782062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36B0AB0-3EAF-1E16-2B9E-36461BDAED9A}"/>
                    </a:ext>
                  </a:extLst>
                </p:cNvPr>
                <p:cNvSpPr txBox="1"/>
                <p:nvPr/>
              </p:nvSpPr>
              <p:spPr>
                <a:xfrm>
                  <a:off x="3125761" y="4304883"/>
                  <a:ext cx="2123437" cy="3770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4330" y="1886588"/>
                      <a:ext cx="211532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0.15</m:t>
                            </m:r>
                          </m:oMath>
                        </m:oMathPara>
                      </a14:m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4330" y="1886588"/>
                      <a:ext cx="2115320" cy="47134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/>
                  <p:nvPr/>
                </p:nvSpPr>
                <p:spPr>
                  <a:xfrm>
                    <a:off x="4383248" y="2780575"/>
                    <a:ext cx="2201433" cy="117731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US" sz="2400" b="0" dirty="0">
                      <a:solidFill>
                        <a:sysClr val="windowText" lastClr="000000"/>
                      </a:solidFill>
                      <a:ea typeface="Cambria Math" panose="02040503050406030204" pitchFamily="18" charset="0"/>
                    </a:endParaRPr>
                  </a:p>
                  <a:p>
                    <a:pPr/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3248" y="2780575"/>
                    <a:ext cx="2201433" cy="117731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151" y="3875743"/>
                    <a:ext cx="1681921" cy="120984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  <a:p>
                    <a:pPr algn="r"/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19151" y="3875743"/>
                    <a:ext cx="1681921" cy="120984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EFDF9C1-7885-13DB-7864-327EDB3BDE87}"/>
                  </a:ext>
                </a:extLst>
              </p:cNvPr>
              <p:cNvSpPr txBox="1"/>
              <p:nvPr/>
            </p:nvSpPr>
            <p:spPr>
              <a:xfrm>
                <a:off x="4511453" y="4271827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B4E849-4312-77BE-D9D2-B590BFF4DF58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Үч</a:t>
              </a:r>
              <a:r>
                <a:rPr lang="en-US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Көз</a:t>
              </a:r>
              <a:endParaRPr lang="en-US" sz="2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CEC0-564E-009A-E5EA-9F9AB85C4645}"/>
              </a:ext>
            </a:extLst>
          </p:cNvPr>
          <p:cNvGrpSpPr/>
          <p:nvPr/>
        </p:nvGrpSpPr>
        <p:grpSpPr>
          <a:xfrm>
            <a:off x="5754224" y="2318958"/>
            <a:ext cx="5527311" cy="4235109"/>
            <a:chOff x="549590" y="843280"/>
            <a:chExt cx="5244784" cy="43239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106D2A-E4B1-A752-AF7E-D59AF5C9B879}"/>
                </a:ext>
              </a:extLst>
            </p:cNvPr>
            <p:cNvGrpSpPr/>
            <p:nvPr/>
          </p:nvGrpSpPr>
          <p:grpSpPr>
            <a:xfrm>
              <a:off x="549590" y="1639219"/>
              <a:ext cx="5244784" cy="3527963"/>
              <a:chOff x="2829718" y="1425037"/>
              <a:chExt cx="5244784" cy="3527963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A75B4CA-6A2D-DD30-7ECB-69428033E662}"/>
                  </a:ext>
                </a:extLst>
              </p:cNvPr>
              <p:cNvGrpSpPr/>
              <p:nvPr/>
            </p:nvGrpSpPr>
            <p:grpSpPr>
              <a:xfrm>
                <a:off x="2829718" y="1425037"/>
                <a:ext cx="5244784" cy="3527963"/>
                <a:chOff x="2829718" y="1425037"/>
                <a:chExt cx="5244784" cy="3527963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F9D8A813-F62F-1B5C-A353-3A8DC794D809}"/>
                    </a:ext>
                  </a:extLst>
                </p:cNvPr>
                <p:cNvSpPr/>
                <p:nvPr/>
              </p:nvSpPr>
              <p:spPr>
                <a:xfrm>
                  <a:off x="2871379" y="1425037"/>
                  <a:ext cx="3663637" cy="3527963"/>
                </a:xfrm>
                <a:custGeom>
                  <a:avLst/>
                  <a:gdLst>
                    <a:gd name="connsiteX0" fmla="*/ 0 w 3663637"/>
                    <a:gd name="connsiteY0" fmla="*/ 588006 h 3527963"/>
                    <a:gd name="connsiteX1" fmla="*/ 588006 w 3663637"/>
                    <a:gd name="connsiteY1" fmla="*/ 0 h 3527963"/>
                    <a:gd name="connsiteX2" fmla="*/ 1085531 w 3663637"/>
                    <a:gd name="connsiteY2" fmla="*/ 0 h 3527963"/>
                    <a:gd name="connsiteX3" fmla="*/ 1533304 w 3663637"/>
                    <a:gd name="connsiteY3" fmla="*/ 0 h 3527963"/>
                    <a:gd name="connsiteX4" fmla="*/ 2055705 w 3663637"/>
                    <a:gd name="connsiteY4" fmla="*/ 0 h 3527963"/>
                    <a:gd name="connsiteX5" fmla="*/ 2503477 w 3663637"/>
                    <a:gd name="connsiteY5" fmla="*/ 0 h 3527963"/>
                    <a:gd name="connsiteX6" fmla="*/ 3075631 w 3663637"/>
                    <a:gd name="connsiteY6" fmla="*/ 0 h 3527963"/>
                    <a:gd name="connsiteX7" fmla="*/ 3663637 w 3663637"/>
                    <a:gd name="connsiteY7" fmla="*/ 588006 h 3527963"/>
                    <a:gd name="connsiteX8" fmla="*/ 3663637 w 3663637"/>
                    <a:gd name="connsiteY8" fmla="*/ 1199513 h 3527963"/>
                    <a:gd name="connsiteX9" fmla="*/ 3663637 w 3663637"/>
                    <a:gd name="connsiteY9" fmla="*/ 1716942 h 3527963"/>
                    <a:gd name="connsiteX10" fmla="*/ 3663637 w 3663637"/>
                    <a:gd name="connsiteY10" fmla="*/ 2257891 h 3527963"/>
                    <a:gd name="connsiteX11" fmla="*/ 3663637 w 3663637"/>
                    <a:gd name="connsiteY11" fmla="*/ 2939957 h 3527963"/>
                    <a:gd name="connsiteX12" fmla="*/ 3075631 w 3663637"/>
                    <a:gd name="connsiteY12" fmla="*/ 3527963 h 3527963"/>
                    <a:gd name="connsiteX13" fmla="*/ 2627859 w 3663637"/>
                    <a:gd name="connsiteY13" fmla="*/ 3527963 h 3527963"/>
                    <a:gd name="connsiteX14" fmla="*/ 2155210 w 3663637"/>
                    <a:gd name="connsiteY14" fmla="*/ 3527963 h 3527963"/>
                    <a:gd name="connsiteX15" fmla="*/ 1657685 w 3663637"/>
                    <a:gd name="connsiteY15" fmla="*/ 3527963 h 3527963"/>
                    <a:gd name="connsiteX16" fmla="*/ 1209912 w 3663637"/>
                    <a:gd name="connsiteY16" fmla="*/ 3527963 h 3527963"/>
                    <a:gd name="connsiteX17" fmla="*/ 588006 w 3663637"/>
                    <a:gd name="connsiteY17" fmla="*/ 3527963 h 3527963"/>
                    <a:gd name="connsiteX18" fmla="*/ 0 w 3663637"/>
                    <a:gd name="connsiteY18" fmla="*/ 2939957 h 3527963"/>
                    <a:gd name="connsiteX19" fmla="*/ 0 w 3663637"/>
                    <a:gd name="connsiteY19" fmla="*/ 2422528 h 3527963"/>
                    <a:gd name="connsiteX20" fmla="*/ 0 w 3663637"/>
                    <a:gd name="connsiteY20" fmla="*/ 1858060 h 3527963"/>
                    <a:gd name="connsiteX21" fmla="*/ 0 w 3663637"/>
                    <a:gd name="connsiteY21" fmla="*/ 1246552 h 3527963"/>
                    <a:gd name="connsiteX22" fmla="*/ 0 w 3663637"/>
                    <a:gd name="connsiteY22" fmla="*/ 588006 h 3527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7" h="3527963" fill="none" extrusionOk="0">
                      <a:moveTo>
                        <a:pt x="0" y="588006"/>
                      </a:moveTo>
                      <a:cubicBezTo>
                        <a:pt x="-86830" y="258345"/>
                        <a:pt x="331155" y="58454"/>
                        <a:pt x="588006" y="0"/>
                      </a:cubicBezTo>
                      <a:cubicBezTo>
                        <a:pt x="826540" y="-55344"/>
                        <a:pt x="897210" y="40933"/>
                        <a:pt x="1085531" y="0"/>
                      </a:cubicBezTo>
                      <a:cubicBezTo>
                        <a:pt x="1273852" y="-40933"/>
                        <a:pt x="1392820" y="30525"/>
                        <a:pt x="1533304" y="0"/>
                      </a:cubicBezTo>
                      <a:cubicBezTo>
                        <a:pt x="1673788" y="-30525"/>
                        <a:pt x="1813664" y="37718"/>
                        <a:pt x="2055705" y="0"/>
                      </a:cubicBezTo>
                      <a:cubicBezTo>
                        <a:pt x="2297746" y="-37718"/>
                        <a:pt x="2285125" y="48442"/>
                        <a:pt x="2503477" y="0"/>
                      </a:cubicBezTo>
                      <a:cubicBezTo>
                        <a:pt x="2721829" y="-48442"/>
                        <a:pt x="2806733" y="55020"/>
                        <a:pt x="3075631" y="0"/>
                      </a:cubicBezTo>
                      <a:cubicBezTo>
                        <a:pt x="3370869" y="29870"/>
                        <a:pt x="3634406" y="325813"/>
                        <a:pt x="3663637" y="588006"/>
                      </a:cubicBezTo>
                      <a:cubicBezTo>
                        <a:pt x="3731522" y="747641"/>
                        <a:pt x="3635774" y="954133"/>
                        <a:pt x="3663637" y="1199513"/>
                      </a:cubicBezTo>
                      <a:cubicBezTo>
                        <a:pt x="3691500" y="1444893"/>
                        <a:pt x="3640419" y="1550775"/>
                        <a:pt x="3663637" y="1716942"/>
                      </a:cubicBezTo>
                      <a:cubicBezTo>
                        <a:pt x="3686855" y="1883109"/>
                        <a:pt x="3613958" y="2092982"/>
                        <a:pt x="3663637" y="2257891"/>
                      </a:cubicBezTo>
                      <a:cubicBezTo>
                        <a:pt x="3713316" y="2422800"/>
                        <a:pt x="3617943" y="2684616"/>
                        <a:pt x="3663637" y="2939957"/>
                      </a:cubicBezTo>
                      <a:cubicBezTo>
                        <a:pt x="3752587" y="3241161"/>
                        <a:pt x="3390088" y="3599241"/>
                        <a:pt x="3075631" y="3527963"/>
                      </a:cubicBezTo>
                      <a:cubicBezTo>
                        <a:pt x="2945360" y="3563998"/>
                        <a:pt x="2735574" y="3498795"/>
                        <a:pt x="2627859" y="3527963"/>
                      </a:cubicBezTo>
                      <a:cubicBezTo>
                        <a:pt x="2520144" y="3557131"/>
                        <a:pt x="2251805" y="3498495"/>
                        <a:pt x="2155210" y="3527963"/>
                      </a:cubicBezTo>
                      <a:cubicBezTo>
                        <a:pt x="2058615" y="3557431"/>
                        <a:pt x="1843896" y="3505772"/>
                        <a:pt x="1657685" y="3527963"/>
                      </a:cubicBezTo>
                      <a:cubicBezTo>
                        <a:pt x="1471475" y="3550154"/>
                        <a:pt x="1418891" y="3497675"/>
                        <a:pt x="1209912" y="3527963"/>
                      </a:cubicBezTo>
                      <a:cubicBezTo>
                        <a:pt x="1000933" y="3558251"/>
                        <a:pt x="798826" y="3459528"/>
                        <a:pt x="588006" y="3527963"/>
                      </a:cubicBezTo>
                      <a:cubicBezTo>
                        <a:pt x="233803" y="3475348"/>
                        <a:pt x="-10811" y="3269728"/>
                        <a:pt x="0" y="2939957"/>
                      </a:cubicBezTo>
                      <a:cubicBezTo>
                        <a:pt x="-35744" y="2727581"/>
                        <a:pt x="17575" y="2611477"/>
                        <a:pt x="0" y="2422528"/>
                      </a:cubicBezTo>
                      <a:cubicBezTo>
                        <a:pt x="-17575" y="2233579"/>
                        <a:pt x="15697" y="2091754"/>
                        <a:pt x="0" y="1858060"/>
                      </a:cubicBezTo>
                      <a:cubicBezTo>
                        <a:pt x="-15697" y="1624366"/>
                        <a:pt x="39312" y="1516499"/>
                        <a:pt x="0" y="1246552"/>
                      </a:cubicBezTo>
                      <a:cubicBezTo>
                        <a:pt x="-39312" y="976605"/>
                        <a:pt x="39586" y="813712"/>
                        <a:pt x="0" y="588006"/>
                      </a:cubicBezTo>
                      <a:close/>
                    </a:path>
                    <a:path w="3663637" h="3527963" stroke="0" extrusionOk="0">
                      <a:moveTo>
                        <a:pt x="0" y="588006"/>
                      </a:moveTo>
                      <a:cubicBezTo>
                        <a:pt x="-7875" y="258402"/>
                        <a:pt x="248655" y="5481"/>
                        <a:pt x="588006" y="0"/>
                      </a:cubicBezTo>
                      <a:cubicBezTo>
                        <a:pt x="832285" y="-56023"/>
                        <a:pt x="862814" y="46030"/>
                        <a:pt x="1135284" y="0"/>
                      </a:cubicBezTo>
                      <a:cubicBezTo>
                        <a:pt x="1407754" y="-46030"/>
                        <a:pt x="1466562" y="1058"/>
                        <a:pt x="1607932" y="0"/>
                      </a:cubicBezTo>
                      <a:cubicBezTo>
                        <a:pt x="1749302" y="-1058"/>
                        <a:pt x="1909332" y="19843"/>
                        <a:pt x="2055705" y="0"/>
                      </a:cubicBezTo>
                      <a:cubicBezTo>
                        <a:pt x="2202078" y="-19843"/>
                        <a:pt x="2376716" y="17184"/>
                        <a:pt x="2578106" y="0"/>
                      </a:cubicBezTo>
                      <a:cubicBezTo>
                        <a:pt x="2779496" y="-17184"/>
                        <a:pt x="2975099" y="2650"/>
                        <a:pt x="3075631" y="0"/>
                      </a:cubicBezTo>
                      <a:cubicBezTo>
                        <a:pt x="3416851" y="-26808"/>
                        <a:pt x="3592038" y="326179"/>
                        <a:pt x="3663637" y="588006"/>
                      </a:cubicBezTo>
                      <a:cubicBezTo>
                        <a:pt x="3682443" y="850804"/>
                        <a:pt x="3623412" y="953547"/>
                        <a:pt x="3663637" y="1175994"/>
                      </a:cubicBezTo>
                      <a:cubicBezTo>
                        <a:pt x="3703862" y="1398441"/>
                        <a:pt x="3626320" y="1443132"/>
                        <a:pt x="3663637" y="1693423"/>
                      </a:cubicBezTo>
                      <a:cubicBezTo>
                        <a:pt x="3700954" y="1943714"/>
                        <a:pt x="3630688" y="2056091"/>
                        <a:pt x="3663637" y="2281411"/>
                      </a:cubicBezTo>
                      <a:cubicBezTo>
                        <a:pt x="3696586" y="2506731"/>
                        <a:pt x="3658346" y="2639264"/>
                        <a:pt x="3663637" y="2939957"/>
                      </a:cubicBezTo>
                      <a:cubicBezTo>
                        <a:pt x="3723411" y="3205637"/>
                        <a:pt x="3412996" y="3519827"/>
                        <a:pt x="3075631" y="3527963"/>
                      </a:cubicBezTo>
                      <a:cubicBezTo>
                        <a:pt x="2925498" y="3557076"/>
                        <a:pt x="2726137" y="3519675"/>
                        <a:pt x="2578106" y="3527963"/>
                      </a:cubicBezTo>
                      <a:cubicBezTo>
                        <a:pt x="2430076" y="3536251"/>
                        <a:pt x="2308241" y="3475234"/>
                        <a:pt x="2130334" y="3527963"/>
                      </a:cubicBezTo>
                      <a:cubicBezTo>
                        <a:pt x="1952427" y="3580692"/>
                        <a:pt x="1783345" y="3504709"/>
                        <a:pt x="1632808" y="3527963"/>
                      </a:cubicBezTo>
                      <a:cubicBezTo>
                        <a:pt x="1482271" y="3551217"/>
                        <a:pt x="1284739" y="3476218"/>
                        <a:pt x="1085531" y="3527963"/>
                      </a:cubicBezTo>
                      <a:cubicBezTo>
                        <a:pt x="886323" y="3579708"/>
                        <a:pt x="730701" y="3481748"/>
                        <a:pt x="588006" y="3527963"/>
                      </a:cubicBezTo>
                      <a:cubicBezTo>
                        <a:pt x="247163" y="3556743"/>
                        <a:pt x="25276" y="3283486"/>
                        <a:pt x="0" y="2939957"/>
                      </a:cubicBezTo>
                      <a:cubicBezTo>
                        <a:pt x="-39915" y="2757014"/>
                        <a:pt x="12926" y="2523565"/>
                        <a:pt x="0" y="2399008"/>
                      </a:cubicBezTo>
                      <a:cubicBezTo>
                        <a:pt x="-12926" y="2274451"/>
                        <a:pt x="47432" y="2016271"/>
                        <a:pt x="0" y="1811021"/>
                      </a:cubicBezTo>
                      <a:cubicBezTo>
                        <a:pt x="-47432" y="1605771"/>
                        <a:pt x="15850" y="1533193"/>
                        <a:pt x="0" y="1270072"/>
                      </a:cubicBezTo>
                      <a:cubicBezTo>
                        <a:pt x="-15850" y="1006951"/>
                        <a:pt x="8508" y="899473"/>
                        <a:pt x="0" y="58800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2F344C8-B62A-94A8-8316-0F1B45C5106B}"/>
                    </a:ext>
                  </a:extLst>
                </p:cNvPr>
                <p:cNvSpPr txBox="1"/>
                <p:nvPr/>
              </p:nvSpPr>
              <p:spPr>
                <a:xfrm>
                  <a:off x="3121502" y="4082012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98F6649-FE9F-E471-0AF4-C417B25F7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72946" y="2667323"/>
                  <a:ext cx="3662069" cy="11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DA08E5-5BEB-9658-4916-B52AA6E85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9718" y="3716415"/>
                  <a:ext cx="3705297" cy="7392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3E1D989-0330-59AE-36A6-5E2453F505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49140" y="1527335"/>
                  <a:ext cx="14868" cy="342566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17801D-DDC9-EE20-1DDD-30CD4D23857E}"/>
                    </a:ext>
                  </a:extLst>
                </p:cNvPr>
                <p:cNvSpPr txBox="1"/>
                <p:nvPr/>
              </p:nvSpPr>
              <p:spPr>
                <a:xfrm>
                  <a:off x="2858252" y="1930134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5AD7CE-8705-71C5-44DE-63315AB32A08}"/>
                    </a:ext>
                  </a:extLst>
                </p:cNvPr>
                <p:cNvSpPr txBox="1"/>
                <p:nvPr/>
              </p:nvSpPr>
              <p:spPr>
                <a:xfrm>
                  <a:off x="3071407" y="2991575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E0400D44-5803-BD02-644A-B42BB23E6D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81630" y="1776220"/>
                      <a:ext cx="2016450" cy="80023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240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 dirty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 dirty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oMath>
                        </m:oMathPara>
                      </a14:m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E0400D44-5803-BD02-644A-B42BB23E6D1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81630" y="1776220"/>
                      <a:ext cx="2016450" cy="8002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/>
                  <p:nvPr/>
                </p:nvSpPr>
                <p:spPr>
                  <a:xfrm>
                    <a:off x="4500911" y="2933040"/>
                    <a:ext cx="2119803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0.79</m:t>
                          </m:r>
                        </m:oMath>
                      </m:oMathPara>
                    </a14:m>
                    <a:endParaRPr lang="en-US" sz="2400" b="1" dirty="0">
                      <a:latin typeface="Verdana" panose="020B0604030504040204" pitchFamily="34" charset="0"/>
                      <a:ea typeface="Verdana" panose="020B0604030504040204" pitchFamily="34" charset="0"/>
                    </a:endParaRP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0911" y="2933040"/>
                    <a:ext cx="2119803" cy="4713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/>
                  <p:nvPr/>
                </p:nvSpPr>
                <p:spPr>
                  <a:xfrm>
                    <a:off x="4509327" y="4012778"/>
                    <a:ext cx="2102974" cy="80023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lvl="0" algn="r"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40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9327" y="4012778"/>
                    <a:ext cx="2102974" cy="8002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E223FFF-BAFF-2925-090C-CBE162024B46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400" b="1" dirty="0">
                  <a:latin typeface="Verdana" panose="020B0604030504040204" pitchFamily="34" charset="0"/>
                  <a:ea typeface="Verdana" panose="020B0604030504040204" pitchFamily="34" charset="0"/>
                </a:rPr>
                <a:t>Узун Көз</a:t>
              </a:r>
              <a:endParaRPr lang="en-US" sz="24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5AA447FC-9291-0E24-5720-6BEB61E3FF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3797" y="1901654"/>
            <a:ext cx="1332610" cy="1173158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03639675-BA74-87D4-2BB0-61E3B969486E}"/>
              </a:ext>
            </a:extLst>
          </p:cNvPr>
          <p:cNvSpPr/>
          <p:nvPr/>
        </p:nvSpPr>
        <p:spPr>
          <a:xfrm>
            <a:off x="3785102" y="2843737"/>
            <a:ext cx="629920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51223AE-AD51-55A9-6AC4-CE86C0B8E951}"/>
              </a:ext>
            </a:extLst>
          </p:cNvPr>
          <p:cNvSpPr/>
          <p:nvPr/>
        </p:nvSpPr>
        <p:spPr>
          <a:xfrm>
            <a:off x="8964141" y="2734981"/>
            <a:ext cx="792823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9758D6-C2EB-86C6-9DF6-E0D07E629195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F231B-6B8B-D8FF-392D-74222EBA9EEA}"/>
              </a:ext>
            </a:extLst>
          </p:cNvPr>
          <p:cNvSpPr txBox="1"/>
          <p:nvPr/>
        </p:nvSpPr>
        <p:spPr>
          <a:xfrm>
            <a:off x="804265" y="0"/>
            <a:ext cx="8014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6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Салыштыр</a:t>
            </a:r>
            <a:endParaRPr lang="en-US" sz="19900" b="1" cap="none" spc="0" dirty="0">
              <a:ln w="28575">
                <a:solidFill>
                  <a:schemeClr val="tx1"/>
                </a:solidFill>
              </a:ln>
              <a:solidFill>
                <a:srgbClr val="FF0000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  <a:reflection blurRad="6350" stA="60000" endA="900" endPos="60000" dist="29997" dir="5400000" sy="-100000" algn="bl" rotWithShape="0"/>
              </a:effectLst>
              <a:latin typeface="Snap ITC" panose="04040A07060A02020202" pitchFamily="8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189081-1DAC-8D45-39DA-AEB49D58DB88}"/>
              </a:ext>
            </a:extLst>
          </p:cNvPr>
          <p:cNvSpPr/>
          <p:nvPr/>
        </p:nvSpPr>
        <p:spPr>
          <a:xfrm>
            <a:off x="3863365" y="1450273"/>
            <a:ext cx="270266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6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5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1321B-B454-4F34-B6DB-7ACEF61B9B45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65974-F268-40FF-9D3B-F406890BCF31}"/>
              </a:ext>
            </a:extLst>
          </p:cNvPr>
          <p:cNvSpPr txBox="1"/>
          <p:nvPr/>
        </p:nvSpPr>
        <p:spPr>
          <a:xfrm>
            <a:off x="1258833" y="3567105"/>
            <a:ext cx="860633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Салыштыруу үчүн бирөөнү тап!</a:t>
            </a:r>
          </a:p>
          <a:p>
            <a:endParaRPr lang="ru-RU" sz="2000" dirty="0"/>
          </a:p>
          <a:p>
            <a:r>
              <a:rPr lang="ru-RU" sz="2000" dirty="0"/>
              <a:t>Акыркы (же эң төмөнкү санды жыйынтык алган) утулган окуучу салыштыруу </a:t>
            </a:r>
          </a:p>
          <a:p>
            <a:r>
              <a:rPr lang="ru-RU" sz="2000" dirty="0"/>
              <a:t>үчүн сыпатты  тандайт.</a:t>
            </a:r>
          </a:p>
          <a:p>
            <a:endParaRPr lang="ru-RU" sz="2000" dirty="0"/>
          </a:p>
          <a:p>
            <a:r>
              <a:rPr lang="ru-RU" sz="2000" dirty="0"/>
              <a:t>Ким жеңди? (Эгер бул тең болсо, башка 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Карталарды алмаштырып,  башка окуучу менен салыштыр!</a:t>
            </a:r>
          </a:p>
          <a:p>
            <a:endParaRPr lang="ru-RU" sz="2000" dirty="0"/>
          </a:p>
          <a:p>
            <a:r>
              <a:rPr lang="ru-RU" sz="2000" dirty="0"/>
              <a:t>Утуштардын суммасын каттап, жыйынтыгын чыгар!</a:t>
            </a:r>
            <a:endParaRPr lang="en-GB" sz="2000" dirty="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8479125-B58C-430F-A32D-D4EC3DF40C47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DC4275D-68F4-4B14-8A20-C737FE1BFF76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B302DCD7-5546-4F4A-8059-05F7C7D3DABD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C7D5CC8-0B45-4F8F-89EB-06E2EA5AB1B1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D58129-3966-4445-BCA7-DE9F953F4D83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B599B-EA1C-4C66-AFDB-696A2EDF4318}"/>
              </a:ext>
            </a:extLst>
          </p:cNvPr>
          <p:cNvSpPr/>
          <p:nvPr/>
        </p:nvSpPr>
        <p:spPr>
          <a:xfrm>
            <a:off x="3509173" y="89660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7CB3F37-C00A-7BAE-4129-22C8AD7C1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74" y="214577"/>
            <a:ext cx="2597283" cy="297195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E7F3F6C-8695-45BE-BE0B-4C707E6A9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60" y="231916"/>
            <a:ext cx="2609984" cy="297830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5F13F2F-0637-42EE-A679-578CD4DDA4DC}"/>
              </a:ext>
            </a:extLst>
          </p:cNvPr>
          <p:cNvGrpSpPr/>
          <p:nvPr/>
        </p:nvGrpSpPr>
        <p:grpSpPr>
          <a:xfrm>
            <a:off x="5525253" y="2870881"/>
            <a:ext cx="4324902" cy="1211988"/>
            <a:chOff x="5274653" y="2954215"/>
            <a:chExt cx="4324902" cy="12119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A9287A-0D94-4559-B6B6-45E9AACB972F}"/>
                </a:ext>
              </a:extLst>
            </p:cNvPr>
            <p:cNvSpPr/>
            <p:nvPr/>
          </p:nvSpPr>
          <p:spPr>
            <a:xfrm>
              <a:off x="5316973" y="2954215"/>
              <a:ext cx="4240265" cy="1211988"/>
            </a:xfrm>
            <a:prstGeom prst="roundRect">
              <a:avLst>
                <a:gd name="adj" fmla="val 988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C5E9211-CCDA-4A24-9C2B-091E11E367D3}"/>
                </a:ext>
              </a:extLst>
            </p:cNvPr>
            <p:cNvSpPr txBox="1"/>
            <p:nvPr/>
          </p:nvSpPr>
          <p:spPr>
            <a:xfrm>
              <a:off x="5274653" y="3052378"/>
              <a:ext cx="432490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2000" dirty="0"/>
                <a:t>Акыркы жолу утулуп калсаңыз, </a:t>
              </a:r>
            </a:p>
            <a:p>
              <a:pPr algn="ctr"/>
              <a:r>
                <a:rPr lang="ru-RU" sz="2000" dirty="0"/>
                <a:t>жаңы картаңыз менен </a:t>
              </a:r>
            </a:p>
            <a:p>
              <a:pPr algn="ctr"/>
              <a:r>
                <a:rPr lang="ru-RU" sz="2000" dirty="0"/>
                <a:t>ошол эле сыпатты колдоно албайсыз!</a:t>
              </a:r>
              <a:endParaRPr lang="en-GB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3772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93FC0A-5DC5-4F49-8F43-BFA3C349A0BF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8E9F1-6DA8-4219-A25B-32201CC5B7DC}"/>
              </a:ext>
            </a:extLst>
          </p:cNvPr>
          <p:cNvSpPr txBox="1"/>
          <p:nvPr/>
        </p:nvSpPr>
        <p:spPr>
          <a:xfrm>
            <a:off x="1258833" y="3567105"/>
            <a:ext cx="847821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Карталарды өз топторуна бөлүштүрүңүз. Үстүнкү картаны гана ачып караңыз.</a:t>
            </a:r>
          </a:p>
          <a:p>
            <a:endParaRPr lang="ru-RU" sz="2000" dirty="0"/>
          </a:p>
          <a:p>
            <a:r>
              <a:rPr lang="ru-RU" sz="2000" dirty="0"/>
              <a:t>Эң жаш оюнчу биринчи салыштыруу үчүн сыпатты тандайт.</a:t>
            </a:r>
          </a:p>
          <a:p>
            <a:endParaRPr lang="ru-RU" sz="2000" dirty="0"/>
          </a:p>
          <a:p>
            <a:r>
              <a:rPr lang="ru-RU" sz="2000" dirty="0"/>
              <a:t>Ким жеңгенин карайбыз! (Эгер бул тең чыгуу болсо, сол жактагы </a:t>
            </a:r>
          </a:p>
          <a:p>
            <a:r>
              <a:rPr lang="ru-RU" sz="2000" dirty="0"/>
              <a:t>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Кимдин балы эң жогору болсо, ал башка окуучулардагы карталарды алат.</a:t>
            </a:r>
          </a:p>
          <a:p>
            <a:endParaRPr lang="ru-RU" sz="2000" dirty="0"/>
          </a:p>
          <a:p>
            <a:r>
              <a:rPr lang="ru-RU" sz="2000" dirty="0"/>
              <a:t>Бир оюнчуда бардык карталар болгонго чейин улантыңыз!</a:t>
            </a:r>
            <a:endParaRPr lang="en-GB" sz="2000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C589642-F510-49FB-8336-8BEB8454AA10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7F627D5-3242-4216-B5A2-D8F9BC54EA7E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84D25C6-EB38-4FCA-A164-C59BC66AFD0C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E554427-1595-45F5-851F-E647B41C4679}"/>
              </a:ext>
            </a:extLst>
          </p:cNvPr>
          <p:cNvSpPr/>
          <p:nvPr/>
        </p:nvSpPr>
        <p:spPr>
          <a:xfrm>
            <a:off x="783291" y="5546651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643FC93-3E46-4E76-B66F-D82DD507466F}"/>
              </a:ext>
            </a:extLst>
          </p:cNvPr>
          <p:cNvSpPr/>
          <p:nvPr/>
        </p:nvSpPr>
        <p:spPr>
          <a:xfrm>
            <a:off x="762971" y="625280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116D64-148D-BB0C-D86E-6FE593DB9E02}"/>
              </a:ext>
            </a:extLst>
          </p:cNvPr>
          <p:cNvSpPr/>
          <p:nvPr/>
        </p:nvSpPr>
        <p:spPr>
          <a:xfrm>
            <a:off x="3600613" y="67308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09C8E1-457E-83C1-F34E-732274AA6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74" y="214577"/>
            <a:ext cx="2597283" cy="2971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7762A0-957A-7177-80A9-A191C723F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60" y="231916"/>
            <a:ext cx="2609984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62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1609864"/>
                  </p:ext>
                </p:extLst>
              </p:nvPr>
            </p:nvGraphicFramePr>
            <p:xfrm>
              <a:off x="89617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1609864"/>
                  </p:ext>
                </p:extLst>
              </p:nvPr>
            </p:nvGraphicFramePr>
            <p:xfrm>
              <a:off x="89617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0597404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0597404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3964236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3964236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620488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620488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9788909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9788909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3807088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3807088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7177371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7177371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8855792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8855792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3563037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3563037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r="-654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t="-101075" r="-654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t="-397872" r="-654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8291718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8291718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4615506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4615506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9693319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9693319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9353623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9353623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5822944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5822944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8092445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8092445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2D7AE908-DCD9-44B2-9F39-398ADB3B6BF8}"/>
              </a:ext>
            </a:extLst>
          </p:cNvPr>
          <p:cNvGrpSpPr/>
          <p:nvPr/>
        </p:nvGrpSpPr>
        <p:grpSpPr>
          <a:xfrm>
            <a:off x="77922" y="-23606"/>
            <a:ext cx="9784446" cy="5354514"/>
            <a:chOff x="77922" y="-23606"/>
            <a:chExt cx="9784446" cy="53545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4B625EF-5257-46EB-B6CC-5EE9F5E6A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grayscl/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3930" y="59905"/>
              <a:ext cx="606451" cy="7265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64B0BB6-F19A-4B8E-BD4B-394521B76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grayscl/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574"/>
            <a:stretch/>
          </p:blipFill>
          <p:spPr>
            <a:xfrm>
              <a:off x="77922" y="139109"/>
              <a:ext cx="792743" cy="53962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7CF535-2CDE-4D2C-B5E0-26035088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grayscl/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8215" y="111542"/>
              <a:ext cx="697365" cy="64125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B3A9620-3C10-42D1-AAD4-0F6A17824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4223" y="65654"/>
              <a:ext cx="565168" cy="72021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7A20DD-4F30-4728-9340-3CB3D65D3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534" y="4598670"/>
              <a:ext cx="404835" cy="709196"/>
            </a:xfrm>
            <a:prstGeom prst="rect">
              <a:avLst/>
            </a:prstGeom>
            <a:noFill/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2D5D7E5-1319-46CC-ACA8-1F316A438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2007" y="75145"/>
              <a:ext cx="550494" cy="67868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D192CCE-A793-4405-A4F3-F079D94FA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36" y="2305050"/>
              <a:ext cx="616055" cy="769318"/>
            </a:xfrm>
            <a:prstGeom prst="rect">
              <a:avLst/>
            </a:prstGeom>
            <a:noFill/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5BD2F36-452E-42B0-9E91-6A17D9318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021212" y="2328804"/>
              <a:ext cx="709288" cy="707625"/>
            </a:xfrm>
            <a:prstGeom prst="rect">
              <a:avLst/>
            </a:prstGeom>
            <a:noFill/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1113577-624F-409D-8BD5-994EFD761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1420" y="4610274"/>
              <a:ext cx="753210" cy="693777"/>
            </a:xfrm>
            <a:prstGeom prst="rect">
              <a:avLst/>
            </a:prstGeom>
            <a:noFill/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FCA34CF-8AE3-481D-A156-E1C3A1FD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6782" y="2343946"/>
              <a:ext cx="762886" cy="669034"/>
            </a:xfrm>
            <a:prstGeom prst="rect">
              <a:avLst/>
            </a:prstGeom>
            <a:noFill/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BD77CB-72F0-40A3-8C55-328EFE191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1225" y="2329467"/>
              <a:ext cx="624115" cy="735453"/>
            </a:xfrm>
            <a:prstGeom prst="rect">
              <a:avLst/>
            </a:prstGeom>
            <a:noFill/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1668BA7-BA37-43F4-ABFF-0F2C15729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01894" y="2323541"/>
              <a:ext cx="781095" cy="726601"/>
            </a:xfrm>
            <a:prstGeom prst="rect">
              <a:avLst/>
            </a:prstGeom>
            <a:noFill/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B810E93-CD09-4D47-BFA9-16E762224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3034" y="4591050"/>
              <a:ext cx="578528" cy="739858"/>
            </a:xfrm>
            <a:prstGeom prst="rect">
              <a:avLst/>
            </a:prstGeom>
            <a:noFill/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89E55F6-1170-4EE4-A130-E94E0404E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9510" y="4606290"/>
              <a:ext cx="521746" cy="703476"/>
            </a:xfrm>
            <a:prstGeom prst="rect">
              <a:avLst/>
            </a:prstGeom>
            <a:noFill/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466B4A0-580F-4315-A232-299A29F7D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8170" y="4606290"/>
              <a:ext cx="656586" cy="699322"/>
            </a:xfrm>
            <a:prstGeom prst="rect">
              <a:avLst/>
            </a:prstGeom>
            <a:noFill/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7C32DEE-C8A6-49AE-984B-A5F7D4C33111}"/>
                </a:ext>
              </a:extLst>
            </p:cNvPr>
            <p:cNvSpPr/>
            <p:nvPr/>
          </p:nvSpPr>
          <p:spPr>
            <a:xfrm>
              <a:off x="163261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A212992-D35C-4FED-A067-931439C38A84}"/>
                </a:ext>
              </a:extLst>
            </p:cNvPr>
            <p:cNvSpPr txBox="1"/>
            <p:nvPr/>
          </p:nvSpPr>
          <p:spPr>
            <a:xfrm>
              <a:off x="1639796" y="52706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22CF1A0F-E435-47E8-B043-68CDD7701B68}"/>
                </a:ext>
              </a:extLst>
            </p:cNvPr>
            <p:cNvSpPr/>
            <p:nvPr/>
          </p:nvSpPr>
          <p:spPr>
            <a:xfrm>
              <a:off x="787698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Илгир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756E4A6-9389-41AF-9119-F18985BE43B7}"/>
                </a:ext>
              </a:extLst>
            </p:cNvPr>
            <p:cNvSpPr/>
            <p:nvPr/>
          </p:nvSpPr>
          <p:spPr>
            <a:xfrm>
              <a:off x="9494987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551E97-2DEC-4E82-9962-77664839D1BB}"/>
                </a:ext>
              </a:extLst>
            </p:cNvPr>
            <p:cNvSpPr txBox="1"/>
            <p:nvPr/>
          </p:nvSpPr>
          <p:spPr>
            <a:xfrm>
              <a:off x="9502173" y="52706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BAC6DB5E-E80D-4863-B2BC-FB26BC033813}"/>
                </a:ext>
              </a:extLst>
            </p:cNvPr>
            <p:cNvSpPr/>
            <p:nvPr/>
          </p:nvSpPr>
          <p:spPr>
            <a:xfrm>
              <a:off x="8650075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</a:t>
              </a:r>
              <a:r>
                <a:rPr lang="ru-RU" sz="16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ө</a:t>
              </a:r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р</a:t>
              </a:r>
              <a:r>
                <a:rPr lang="ru-RU" sz="16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ө</a:t>
              </a:r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г</a:t>
              </a:r>
              <a:r>
                <a:rPr lang="ru-RU" sz="16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ө</a:t>
              </a:r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174E581-8EC1-491E-9B13-3023DC951F78}"/>
                </a:ext>
              </a:extLst>
            </p:cNvPr>
            <p:cNvSpPr/>
            <p:nvPr/>
          </p:nvSpPr>
          <p:spPr>
            <a:xfrm>
              <a:off x="753378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DE4515D-0672-41A8-9014-2C24B2ADF7E8}"/>
                </a:ext>
              </a:extLst>
            </p:cNvPr>
            <p:cNvSpPr txBox="1"/>
            <p:nvPr/>
          </p:nvSpPr>
          <p:spPr>
            <a:xfrm>
              <a:off x="7540974" y="52706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2DB9530D-1DF1-4E12-A187-DA5600AAE52B}"/>
                </a:ext>
              </a:extLst>
            </p:cNvPr>
            <p:cNvSpPr/>
            <p:nvPr/>
          </p:nvSpPr>
          <p:spPr>
            <a:xfrm>
              <a:off x="668887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Алгыр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E811576-3ECD-4DEB-917B-C207BE989696}"/>
                </a:ext>
              </a:extLst>
            </p:cNvPr>
            <p:cNvSpPr/>
            <p:nvPr/>
          </p:nvSpPr>
          <p:spPr>
            <a:xfrm>
              <a:off x="556379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9459B41-4F66-42CE-AB70-37495C2F357F}"/>
                </a:ext>
              </a:extLst>
            </p:cNvPr>
            <p:cNvSpPr txBox="1"/>
            <p:nvPr/>
          </p:nvSpPr>
          <p:spPr>
            <a:xfrm>
              <a:off x="5570984" y="52706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FAA9783E-C2E9-4215-A1D5-84EC8276C54E}"/>
                </a:ext>
              </a:extLst>
            </p:cNvPr>
            <p:cNvSpPr/>
            <p:nvPr/>
          </p:nvSpPr>
          <p:spPr>
            <a:xfrm>
              <a:off x="471888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Чилтен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04D1B38-4306-4CC2-AB02-A94BEDF77864}"/>
                </a:ext>
              </a:extLst>
            </p:cNvPr>
            <p:cNvSpPr/>
            <p:nvPr/>
          </p:nvSpPr>
          <p:spPr>
            <a:xfrm>
              <a:off x="360260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2A2FA36-685B-4FC5-893E-8D104B209A2B}"/>
                </a:ext>
              </a:extLst>
            </p:cNvPr>
            <p:cNvSpPr txBox="1"/>
            <p:nvPr/>
          </p:nvSpPr>
          <p:spPr>
            <a:xfrm>
              <a:off x="3609786" y="52706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48D49AC4-FD57-49E0-9D8D-A95FD08D06C2}"/>
                </a:ext>
              </a:extLst>
            </p:cNvPr>
            <p:cNvSpPr/>
            <p:nvPr/>
          </p:nvSpPr>
          <p:spPr>
            <a:xfrm>
              <a:off x="2757688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Зирек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0FAA6E2-CB42-4B29-9EF9-515A33755855}"/>
                </a:ext>
              </a:extLst>
            </p:cNvPr>
            <p:cNvSpPr/>
            <p:nvPr/>
          </p:nvSpPr>
          <p:spPr>
            <a:xfrm>
              <a:off x="163261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3FB3679-2423-4447-8321-E88E39444657}"/>
                </a:ext>
              </a:extLst>
            </p:cNvPr>
            <p:cNvSpPr txBox="1"/>
            <p:nvPr/>
          </p:nvSpPr>
          <p:spPr>
            <a:xfrm>
              <a:off x="1639796" y="2309412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6</a:t>
              </a: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FE857015-572C-4100-82D0-D1DFC981A8B2}"/>
                </a:ext>
              </a:extLst>
            </p:cNvPr>
            <p:cNvSpPr/>
            <p:nvPr/>
          </p:nvSpPr>
          <p:spPr>
            <a:xfrm>
              <a:off x="78769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Шып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AD69A6B-AE58-473B-B269-0870ABFE710D}"/>
                </a:ext>
              </a:extLst>
            </p:cNvPr>
            <p:cNvSpPr/>
            <p:nvPr/>
          </p:nvSpPr>
          <p:spPr>
            <a:xfrm>
              <a:off x="9494987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73CE59E-08C3-44A5-A3F9-8D4D981FE74B}"/>
                </a:ext>
              </a:extLst>
            </p:cNvPr>
            <p:cNvSpPr txBox="1"/>
            <p:nvPr/>
          </p:nvSpPr>
          <p:spPr>
            <a:xfrm>
              <a:off x="9443664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10</a:t>
              </a: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EF4B57DC-5476-48CF-9B84-73CB0574DBD7}"/>
                </a:ext>
              </a:extLst>
            </p:cNvPr>
            <p:cNvSpPr/>
            <p:nvPr/>
          </p:nvSpPr>
          <p:spPr>
            <a:xfrm>
              <a:off x="8650075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Билек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B426BF6-AE8C-46CF-B60C-88DFA0836249}"/>
                </a:ext>
              </a:extLst>
            </p:cNvPr>
            <p:cNvSpPr/>
            <p:nvPr/>
          </p:nvSpPr>
          <p:spPr>
            <a:xfrm>
              <a:off x="753378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CF027E1-3A36-42FB-809D-8377BB19FF75}"/>
                </a:ext>
              </a:extLst>
            </p:cNvPr>
            <p:cNvSpPr txBox="1"/>
            <p:nvPr/>
          </p:nvSpPr>
          <p:spPr>
            <a:xfrm>
              <a:off x="7540974" y="2309412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9</a:t>
              </a: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5E28D9CB-6807-4519-80FA-1B0FB7E3291C}"/>
                </a:ext>
              </a:extLst>
            </p:cNvPr>
            <p:cNvSpPr/>
            <p:nvPr/>
          </p:nvSpPr>
          <p:spPr>
            <a:xfrm>
              <a:off x="6637203" y="2758172"/>
              <a:ext cx="1184870" cy="25992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Тыншаар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45A1F7B-81F3-4E1D-9720-028A7CCF76AB}"/>
                </a:ext>
              </a:extLst>
            </p:cNvPr>
            <p:cNvSpPr/>
            <p:nvPr/>
          </p:nvSpPr>
          <p:spPr>
            <a:xfrm>
              <a:off x="556379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01243C2-6AF8-42B7-8564-DA8A029228B7}"/>
                </a:ext>
              </a:extLst>
            </p:cNvPr>
            <p:cNvSpPr txBox="1"/>
            <p:nvPr/>
          </p:nvSpPr>
          <p:spPr>
            <a:xfrm>
              <a:off x="5570984" y="2309412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8</a:t>
              </a:r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E50548B8-E173-4AD8-896F-B3BEE53B0EAD}"/>
                </a:ext>
              </a:extLst>
            </p:cNvPr>
            <p:cNvSpPr/>
            <p:nvPr/>
          </p:nvSpPr>
          <p:spPr>
            <a:xfrm>
              <a:off x="471888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Жайдар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BD389BC-874E-4AA5-831A-770175F2A0C2}"/>
                </a:ext>
              </a:extLst>
            </p:cNvPr>
            <p:cNvSpPr/>
            <p:nvPr/>
          </p:nvSpPr>
          <p:spPr>
            <a:xfrm>
              <a:off x="360260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D38071E-8CFB-4AED-89F0-6BF2DCDDA524}"/>
                </a:ext>
              </a:extLst>
            </p:cNvPr>
            <p:cNvSpPr txBox="1"/>
            <p:nvPr/>
          </p:nvSpPr>
          <p:spPr>
            <a:xfrm>
              <a:off x="3609786" y="2309412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7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B2F8461-CE68-4F22-9024-11F64D5D52E1}"/>
                </a:ext>
              </a:extLst>
            </p:cNvPr>
            <p:cNvSpPr/>
            <p:nvPr/>
          </p:nvSpPr>
          <p:spPr>
            <a:xfrm>
              <a:off x="275768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Шайдар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FA4F178-C18E-4B17-97BB-C41244A477A8}"/>
                </a:ext>
              </a:extLst>
            </p:cNvPr>
            <p:cNvSpPr/>
            <p:nvPr/>
          </p:nvSpPr>
          <p:spPr>
            <a:xfrm>
              <a:off x="163261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103C6F1-B0D3-420A-AFF2-D15C89F6BD58}"/>
                </a:ext>
              </a:extLst>
            </p:cNvPr>
            <p:cNvSpPr txBox="1"/>
            <p:nvPr/>
          </p:nvSpPr>
          <p:spPr>
            <a:xfrm>
              <a:off x="158128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11</a:t>
              </a: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99C0C6D0-53AD-49EC-8640-3A7934BCA3FA}"/>
                </a:ext>
              </a:extLst>
            </p:cNvPr>
            <p:cNvSpPr/>
            <p:nvPr/>
          </p:nvSpPr>
          <p:spPr>
            <a:xfrm>
              <a:off x="78769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Тапкыч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FE9832E-25A4-4A34-84B7-A548FD64A1C3}"/>
                </a:ext>
              </a:extLst>
            </p:cNvPr>
            <p:cNvSpPr/>
            <p:nvPr/>
          </p:nvSpPr>
          <p:spPr>
            <a:xfrm>
              <a:off x="9494987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6E878B5-DED9-4BF0-8393-3F00A4C6D92C}"/>
                </a:ext>
              </a:extLst>
            </p:cNvPr>
            <p:cNvSpPr txBox="1"/>
            <p:nvPr/>
          </p:nvSpPr>
          <p:spPr>
            <a:xfrm>
              <a:off x="9443664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15</a:t>
              </a:r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E126A3B4-AA19-424F-A952-57E0A9825E42}"/>
                </a:ext>
              </a:extLst>
            </p:cNvPr>
            <p:cNvSpPr/>
            <p:nvPr/>
          </p:nvSpPr>
          <p:spPr>
            <a:xfrm>
              <a:off x="8650075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Күлкүч</a:t>
              </a:r>
              <a:r>
                <a:rPr lang="ru-RU" sz="14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ү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63039EA-7698-49A0-B9B1-67C93F7B8B81}"/>
                </a:ext>
              </a:extLst>
            </p:cNvPr>
            <p:cNvSpPr/>
            <p:nvPr/>
          </p:nvSpPr>
          <p:spPr>
            <a:xfrm>
              <a:off x="753378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8D59961-B667-449C-97FB-06753BE278C7}"/>
                </a:ext>
              </a:extLst>
            </p:cNvPr>
            <p:cNvSpPr txBox="1"/>
            <p:nvPr/>
          </p:nvSpPr>
          <p:spPr>
            <a:xfrm>
              <a:off x="748246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14</a:t>
              </a:r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E675DA02-B5B0-436F-839E-2E0DB213A063}"/>
                </a:ext>
              </a:extLst>
            </p:cNvPr>
            <p:cNvSpPr/>
            <p:nvPr/>
          </p:nvSpPr>
          <p:spPr>
            <a:xfrm>
              <a:off x="668887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Тапалак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FE952C4-71CE-4F96-98D0-A65DB88BBD4E}"/>
                </a:ext>
              </a:extLst>
            </p:cNvPr>
            <p:cNvSpPr/>
            <p:nvPr/>
          </p:nvSpPr>
          <p:spPr>
            <a:xfrm>
              <a:off x="556379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CE17CAE-1E40-4F03-A13B-C70293A2B81C}"/>
                </a:ext>
              </a:extLst>
            </p:cNvPr>
            <p:cNvSpPr txBox="1"/>
            <p:nvPr/>
          </p:nvSpPr>
          <p:spPr>
            <a:xfrm>
              <a:off x="551247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13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4E5377AD-EB6C-4E40-86FA-B0499A742829}"/>
                </a:ext>
              </a:extLst>
            </p:cNvPr>
            <p:cNvSpPr/>
            <p:nvPr/>
          </p:nvSpPr>
          <p:spPr>
            <a:xfrm>
              <a:off x="471888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Тирек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7600F64-E049-47FA-B303-A7263B9C22AF}"/>
                </a:ext>
              </a:extLst>
            </p:cNvPr>
            <p:cNvSpPr/>
            <p:nvPr/>
          </p:nvSpPr>
          <p:spPr>
            <a:xfrm>
              <a:off x="360260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17DFA2D-61B6-4B1B-8515-028D24DF29C3}"/>
                </a:ext>
              </a:extLst>
            </p:cNvPr>
            <p:cNvSpPr txBox="1"/>
            <p:nvPr/>
          </p:nvSpPr>
          <p:spPr>
            <a:xfrm>
              <a:off x="355127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12</a:t>
              </a: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8551466C-FA4D-4C50-A9A1-85943F3DFFB0}"/>
                </a:ext>
              </a:extLst>
            </p:cNvPr>
            <p:cNvSpPr/>
            <p:nvPr/>
          </p:nvSpPr>
          <p:spPr>
            <a:xfrm>
              <a:off x="275768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Чечен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D0B7802B-C907-4E50-BF7E-EB549FBE9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880938" y="-23606"/>
              <a:ext cx="714402" cy="467581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8DF9EBAB-ACCF-4770-9B65-EE01C414D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841562" y="-23606"/>
              <a:ext cx="714402" cy="467581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590F30D-41CD-42D5-9FCF-D7DE40B3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802186" y="-23606"/>
              <a:ext cx="714402" cy="467581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D45A673-EB29-4C8C-8700-EF9DE2AF8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762810" y="-23606"/>
              <a:ext cx="714402" cy="467581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1CD0A7C6-3F0C-4970-96C4-793B4BCFE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20314" y="2237929"/>
              <a:ext cx="714402" cy="467581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B70F9538-F418-4DEB-8A40-F57FBAEF5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880938" y="2237929"/>
              <a:ext cx="714402" cy="467581"/>
            </a:xfrm>
            <a:prstGeom prst="rect">
              <a:avLst/>
            </a:prstGeom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07AAEAB-F9D9-4F88-BBE4-E4EBB4BB7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841562" y="2237929"/>
              <a:ext cx="714402" cy="467581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D596FC87-ABF4-42CB-96E6-45FB4EEE0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802186" y="2237929"/>
              <a:ext cx="714402" cy="467581"/>
            </a:xfrm>
            <a:prstGeom prst="rect">
              <a:avLst/>
            </a:prstGeom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FB8A5F99-7CF0-4792-B883-90EBB573D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762810" y="2237929"/>
              <a:ext cx="714402" cy="467581"/>
            </a:xfrm>
            <a:prstGeom prst="rect">
              <a:avLst/>
            </a:prstGeom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C1BD2E41-2627-46B6-90F3-9938F6873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25394" y="4498641"/>
              <a:ext cx="714402" cy="467581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DFA53B7E-8BE4-491E-80E0-F889A9377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886018" y="4498641"/>
              <a:ext cx="714402" cy="467581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8C1F3D0C-BBEE-4973-9508-29D9E9D5B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846642" y="4498641"/>
              <a:ext cx="714402" cy="467581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DDC4F632-5763-4D02-8EAD-3A01DB200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807266" y="4498641"/>
              <a:ext cx="714402" cy="467581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E6445DC3-17D1-4B75-8AD1-8E17626D1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767890" y="4498641"/>
              <a:ext cx="714402" cy="467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7079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EA84C94E-20B0-45E2-887C-B2998295ED22}"/>
              </a:ext>
            </a:extLst>
          </p:cNvPr>
          <p:cNvGrpSpPr/>
          <p:nvPr/>
        </p:nvGrpSpPr>
        <p:grpSpPr>
          <a:xfrm>
            <a:off x="77922" y="-23606"/>
            <a:ext cx="9784446" cy="5354514"/>
            <a:chOff x="77922" y="-23606"/>
            <a:chExt cx="9784446" cy="53545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4B625EF-5257-46EB-B6CC-5EE9F5E6A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3930" y="59905"/>
              <a:ext cx="606451" cy="7265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64B0BB6-F19A-4B8E-BD4B-394521B76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grayscl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574"/>
            <a:stretch/>
          </p:blipFill>
          <p:spPr>
            <a:xfrm>
              <a:off x="77922" y="139109"/>
              <a:ext cx="792743" cy="53962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7CF535-2CDE-4D2C-B5E0-26035088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8215" y="111542"/>
              <a:ext cx="697365" cy="64125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B3A9620-3C10-42D1-AAD4-0F6A17824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4223" y="65654"/>
              <a:ext cx="565168" cy="72021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7A20DD-4F30-4728-9340-3CB3D65D3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534" y="4598670"/>
              <a:ext cx="404835" cy="709196"/>
            </a:xfrm>
            <a:prstGeom prst="rect">
              <a:avLst/>
            </a:prstGeom>
            <a:noFill/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2D5D7E5-1319-46CC-ACA8-1F316A438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2007" y="75145"/>
              <a:ext cx="550494" cy="67868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D192CCE-A793-4405-A4F3-F079D94FA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36" y="2305050"/>
              <a:ext cx="616055" cy="769318"/>
            </a:xfrm>
            <a:prstGeom prst="rect">
              <a:avLst/>
            </a:prstGeom>
            <a:noFill/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5BD2F36-452E-42B0-9E91-6A17D9318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021212" y="2328804"/>
              <a:ext cx="709288" cy="707625"/>
            </a:xfrm>
            <a:prstGeom prst="rect">
              <a:avLst/>
            </a:prstGeom>
            <a:noFill/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1113577-624F-409D-8BD5-994EFD761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1420" y="4610274"/>
              <a:ext cx="753210" cy="693777"/>
            </a:xfrm>
            <a:prstGeom prst="rect">
              <a:avLst/>
            </a:prstGeom>
            <a:noFill/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FCA34CF-8AE3-481D-A156-E1C3A1FD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6782" y="2343946"/>
              <a:ext cx="762886" cy="669034"/>
            </a:xfrm>
            <a:prstGeom prst="rect">
              <a:avLst/>
            </a:prstGeom>
            <a:noFill/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BD77CB-72F0-40A3-8C55-328EFE191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1225" y="2329467"/>
              <a:ext cx="624115" cy="735453"/>
            </a:xfrm>
            <a:prstGeom prst="rect">
              <a:avLst/>
            </a:prstGeom>
            <a:noFill/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1668BA7-BA37-43F4-ABFF-0F2C15729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01894" y="2323541"/>
              <a:ext cx="781095" cy="726601"/>
            </a:xfrm>
            <a:prstGeom prst="rect">
              <a:avLst/>
            </a:prstGeom>
            <a:noFill/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B810E93-CD09-4D47-BFA9-16E762224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3034" y="4591050"/>
              <a:ext cx="578528" cy="739858"/>
            </a:xfrm>
            <a:prstGeom prst="rect">
              <a:avLst/>
            </a:prstGeom>
            <a:noFill/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89E55F6-1170-4EE4-A130-E94E0404E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9510" y="4606290"/>
              <a:ext cx="521746" cy="703476"/>
            </a:xfrm>
            <a:prstGeom prst="rect">
              <a:avLst/>
            </a:prstGeom>
            <a:noFill/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466B4A0-580F-4315-A232-299A29F7D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8170" y="4606290"/>
              <a:ext cx="656586" cy="699322"/>
            </a:xfrm>
            <a:prstGeom prst="rect">
              <a:avLst/>
            </a:prstGeom>
            <a:noFill/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7C32DEE-C8A6-49AE-984B-A5F7D4C33111}"/>
                </a:ext>
              </a:extLst>
            </p:cNvPr>
            <p:cNvSpPr/>
            <p:nvPr/>
          </p:nvSpPr>
          <p:spPr>
            <a:xfrm>
              <a:off x="163261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A212992-D35C-4FED-A067-931439C38A84}"/>
                </a:ext>
              </a:extLst>
            </p:cNvPr>
            <p:cNvSpPr txBox="1"/>
            <p:nvPr/>
          </p:nvSpPr>
          <p:spPr>
            <a:xfrm>
              <a:off x="1581287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16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756E4A6-9389-41AF-9119-F18985BE43B7}"/>
                </a:ext>
              </a:extLst>
            </p:cNvPr>
            <p:cNvSpPr/>
            <p:nvPr/>
          </p:nvSpPr>
          <p:spPr>
            <a:xfrm>
              <a:off x="9494987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551E97-2DEC-4E82-9962-77664839D1BB}"/>
                </a:ext>
              </a:extLst>
            </p:cNvPr>
            <p:cNvSpPr txBox="1"/>
            <p:nvPr/>
          </p:nvSpPr>
          <p:spPr>
            <a:xfrm>
              <a:off x="9443664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20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174E581-8EC1-491E-9B13-3023DC951F78}"/>
                </a:ext>
              </a:extLst>
            </p:cNvPr>
            <p:cNvSpPr/>
            <p:nvPr/>
          </p:nvSpPr>
          <p:spPr>
            <a:xfrm>
              <a:off x="753378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DE4515D-0672-41A8-9014-2C24B2ADF7E8}"/>
                </a:ext>
              </a:extLst>
            </p:cNvPr>
            <p:cNvSpPr txBox="1"/>
            <p:nvPr/>
          </p:nvSpPr>
          <p:spPr>
            <a:xfrm>
              <a:off x="7482465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19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E811576-3ECD-4DEB-917B-C207BE989696}"/>
                </a:ext>
              </a:extLst>
            </p:cNvPr>
            <p:cNvSpPr/>
            <p:nvPr/>
          </p:nvSpPr>
          <p:spPr>
            <a:xfrm>
              <a:off x="556379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9459B41-4F66-42CE-AB70-37495C2F357F}"/>
                </a:ext>
              </a:extLst>
            </p:cNvPr>
            <p:cNvSpPr txBox="1"/>
            <p:nvPr/>
          </p:nvSpPr>
          <p:spPr>
            <a:xfrm>
              <a:off x="5512475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18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04D1B38-4306-4CC2-AB02-A94BEDF77864}"/>
                </a:ext>
              </a:extLst>
            </p:cNvPr>
            <p:cNvSpPr/>
            <p:nvPr/>
          </p:nvSpPr>
          <p:spPr>
            <a:xfrm>
              <a:off x="360260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2A2FA36-685B-4FC5-893E-8D104B209A2B}"/>
                </a:ext>
              </a:extLst>
            </p:cNvPr>
            <p:cNvSpPr txBox="1"/>
            <p:nvPr/>
          </p:nvSpPr>
          <p:spPr>
            <a:xfrm>
              <a:off x="3551277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17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0FAA6E2-CB42-4B29-9EF9-515A33755855}"/>
                </a:ext>
              </a:extLst>
            </p:cNvPr>
            <p:cNvSpPr/>
            <p:nvPr/>
          </p:nvSpPr>
          <p:spPr>
            <a:xfrm>
              <a:off x="163261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3FB3679-2423-4447-8321-E88E39444657}"/>
                </a:ext>
              </a:extLst>
            </p:cNvPr>
            <p:cNvSpPr txBox="1"/>
            <p:nvPr/>
          </p:nvSpPr>
          <p:spPr>
            <a:xfrm>
              <a:off x="1581287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21</a:t>
              </a: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AD69A6B-AE58-473B-B269-0870ABFE710D}"/>
                </a:ext>
              </a:extLst>
            </p:cNvPr>
            <p:cNvSpPr/>
            <p:nvPr/>
          </p:nvSpPr>
          <p:spPr>
            <a:xfrm>
              <a:off x="9494987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73CE59E-08C3-44A5-A3F9-8D4D981FE74B}"/>
                </a:ext>
              </a:extLst>
            </p:cNvPr>
            <p:cNvSpPr txBox="1"/>
            <p:nvPr/>
          </p:nvSpPr>
          <p:spPr>
            <a:xfrm>
              <a:off x="9443664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B426BF6-AE8C-46CF-B60C-88DFA0836249}"/>
                </a:ext>
              </a:extLst>
            </p:cNvPr>
            <p:cNvSpPr/>
            <p:nvPr/>
          </p:nvSpPr>
          <p:spPr>
            <a:xfrm>
              <a:off x="753378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CF027E1-3A36-42FB-809D-8377BB19FF75}"/>
                </a:ext>
              </a:extLst>
            </p:cNvPr>
            <p:cNvSpPr txBox="1"/>
            <p:nvPr/>
          </p:nvSpPr>
          <p:spPr>
            <a:xfrm>
              <a:off x="7482465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24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45A1F7B-81F3-4E1D-9720-028A7CCF76AB}"/>
                </a:ext>
              </a:extLst>
            </p:cNvPr>
            <p:cNvSpPr/>
            <p:nvPr/>
          </p:nvSpPr>
          <p:spPr>
            <a:xfrm>
              <a:off x="556379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01243C2-6AF8-42B7-8564-DA8A029228B7}"/>
                </a:ext>
              </a:extLst>
            </p:cNvPr>
            <p:cNvSpPr txBox="1"/>
            <p:nvPr/>
          </p:nvSpPr>
          <p:spPr>
            <a:xfrm>
              <a:off x="5512475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23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BD389BC-874E-4AA5-831A-770175F2A0C2}"/>
                </a:ext>
              </a:extLst>
            </p:cNvPr>
            <p:cNvSpPr/>
            <p:nvPr/>
          </p:nvSpPr>
          <p:spPr>
            <a:xfrm>
              <a:off x="360260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D38071E-8CFB-4AED-89F0-6BF2DCDDA524}"/>
                </a:ext>
              </a:extLst>
            </p:cNvPr>
            <p:cNvSpPr txBox="1"/>
            <p:nvPr/>
          </p:nvSpPr>
          <p:spPr>
            <a:xfrm>
              <a:off x="3551277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22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FA4F178-C18E-4B17-97BB-C41244A477A8}"/>
                </a:ext>
              </a:extLst>
            </p:cNvPr>
            <p:cNvSpPr/>
            <p:nvPr/>
          </p:nvSpPr>
          <p:spPr>
            <a:xfrm>
              <a:off x="163261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103C6F1-B0D3-420A-AFF2-D15C89F6BD58}"/>
                </a:ext>
              </a:extLst>
            </p:cNvPr>
            <p:cNvSpPr txBox="1"/>
            <p:nvPr/>
          </p:nvSpPr>
          <p:spPr>
            <a:xfrm>
              <a:off x="158128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26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FE9832E-25A4-4A34-84B7-A548FD64A1C3}"/>
                </a:ext>
              </a:extLst>
            </p:cNvPr>
            <p:cNvSpPr/>
            <p:nvPr/>
          </p:nvSpPr>
          <p:spPr>
            <a:xfrm>
              <a:off x="9494987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6E878B5-DED9-4BF0-8393-3F00A4C6D92C}"/>
                </a:ext>
              </a:extLst>
            </p:cNvPr>
            <p:cNvSpPr txBox="1"/>
            <p:nvPr/>
          </p:nvSpPr>
          <p:spPr>
            <a:xfrm>
              <a:off x="9443664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30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63039EA-7698-49A0-B9B1-67C93F7B8B81}"/>
                </a:ext>
              </a:extLst>
            </p:cNvPr>
            <p:cNvSpPr/>
            <p:nvPr/>
          </p:nvSpPr>
          <p:spPr>
            <a:xfrm>
              <a:off x="753378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8D59961-B667-449C-97FB-06753BE278C7}"/>
                </a:ext>
              </a:extLst>
            </p:cNvPr>
            <p:cNvSpPr txBox="1"/>
            <p:nvPr/>
          </p:nvSpPr>
          <p:spPr>
            <a:xfrm>
              <a:off x="748246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29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FE952C4-71CE-4F96-98D0-A65DB88BBD4E}"/>
                </a:ext>
              </a:extLst>
            </p:cNvPr>
            <p:cNvSpPr/>
            <p:nvPr/>
          </p:nvSpPr>
          <p:spPr>
            <a:xfrm>
              <a:off x="556379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CE17CAE-1E40-4F03-A13B-C70293A2B81C}"/>
                </a:ext>
              </a:extLst>
            </p:cNvPr>
            <p:cNvSpPr txBox="1"/>
            <p:nvPr/>
          </p:nvSpPr>
          <p:spPr>
            <a:xfrm>
              <a:off x="551247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28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7600F64-E049-47FA-B303-A7263B9C22AF}"/>
                </a:ext>
              </a:extLst>
            </p:cNvPr>
            <p:cNvSpPr/>
            <p:nvPr/>
          </p:nvSpPr>
          <p:spPr>
            <a:xfrm>
              <a:off x="360260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17DFA2D-61B6-4B1B-8515-028D24DF29C3}"/>
                </a:ext>
              </a:extLst>
            </p:cNvPr>
            <p:cNvSpPr txBox="1"/>
            <p:nvPr/>
          </p:nvSpPr>
          <p:spPr>
            <a:xfrm>
              <a:off x="355127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27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565658C-BF4B-4B04-8B43-1AD1F24A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0314" y="-23606"/>
              <a:ext cx="714402" cy="467581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D0B7802B-C907-4E50-BF7E-EB549FBE9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0938" y="-23606"/>
              <a:ext cx="714402" cy="467581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8DF9EBAB-ACCF-4770-9B65-EE01C414D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41562" y="-23606"/>
              <a:ext cx="714402" cy="467581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590F30D-41CD-42D5-9FCF-D7DE40B3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802186" y="-23606"/>
              <a:ext cx="714402" cy="467581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D45A673-EB29-4C8C-8700-EF9DE2AF8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62810" y="-23606"/>
              <a:ext cx="714402" cy="467581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1CD0A7C6-3F0C-4970-96C4-793B4BCFE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0314" y="2237929"/>
              <a:ext cx="714402" cy="467581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B70F9538-F418-4DEB-8A40-F57FBAEF5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0938" y="2237929"/>
              <a:ext cx="714402" cy="467581"/>
            </a:xfrm>
            <a:prstGeom prst="rect">
              <a:avLst/>
            </a:prstGeom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07AAEAB-F9D9-4F88-BBE4-E4EBB4BB7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41562" y="2237929"/>
              <a:ext cx="714402" cy="467581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D596FC87-ABF4-42CB-96E6-45FB4EEE0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802186" y="2237929"/>
              <a:ext cx="714402" cy="467581"/>
            </a:xfrm>
            <a:prstGeom prst="rect">
              <a:avLst/>
            </a:prstGeom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FB8A5F99-7CF0-4792-B883-90EBB573D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62810" y="2237929"/>
              <a:ext cx="714402" cy="467581"/>
            </a:xfrm>
            <a:prstGeom prst="rect">
              <a:avLst/>
            </a:prstGeom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C1BD2E41-2627-46B6-90F3-9938F6873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5394" y="4498641"/>
              <a:ext cx="714402" cy="467581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DFA53B7E-8BE4-491E-80E0-F889A9377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6018" y="4498641"/>
              <a:ext cx="714402" cy="467581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8C1F3D0C-BBEE-4973-9508-29D9E9D5B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46642" y="4498641"/>
              <a:ext cx="714402" cy="467581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DDC4F632-5763-4D02-8EAD-3A01DB200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807266" y="4498641"/>
              <a:ext cx="714402" cy="467581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E6445DC3-17D1-4B75-8AD1-8E17626D1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67890" y="4498641"/>
              <a:ext cx="714402" cy="467581"/>
            </a:xfrm>
            <a:prstGeom prst="rect">
              <a:avLst/>
            </a:prstGeom>
          </p:spPr>
        </p:pic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B8A4679F-5A84-44C3-9A62-E0D21B541B03}"/>
                </a:ext>
              </a:extLst>
            </p:cNvPr>
            <p:cNvSpPr/>
            <p:nvPr/>
          </p:nvSpPr>
          <p:spPr>
            <a:xfrm>
              <a:off x="655328" y="447158"/>
              <a:ext cx="1306242" cy="22864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Шамдагай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16C153CF-21C4-4BC5-82FF-0242C2DAE2F7}"/>
                </a:ext>
              </a:extLst>
            </p:cNvPr>
            <p:cNvSpPr/>
            <p:nvPr/>
          </p:nvSpPr>
          <p:spPr>
            <a:xfrm>
              <a:off x="8473700" y="490429"/>
              <a:ext cx="1354378" cy="22387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Баракелде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F2230514-DA38-4841-9DD0-960382E5DEE1}"/>
                </a:ext>
              </a:extLst>
            </p:cNvPr>
            <p:cNvSpPr/>
            <p:nvPr/>
          </p:nvSpPr>
          <p:spPr>
            <a:xfrm>
              <a:off x="668887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Ой-Ой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4" name="Rectangle: Rounded Corners 143">
              <a:extLst>
                <a:ext uri="{FF2B5EF4-FFF2-40B4-BE49-F238E27FC236}">
                  <a16:creationId xmlns:a16="http://schemas.microsoft.com/office/drawing/2014/main" id="{8D4A358D-ABD7-4A27-8C2D-E570D2216D69}"/>
                </a:ext>
              </a:extLst>
            </p:cNvPr>
            <p:cNvSpPr/>
            <p:nvPr/>
          </p:nvSpPr>
          <p:spPr>
            <a:xfrm>
              <a:off x="471888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Ай-Ай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B9709478-41C9-4B12-B211-34B2E47B2312}"/>
                </a:ext>
              </a:extLst>
            </p:cNvPr>
            <p:cNvSpPr/>
            <p:nvPr/>
          </p:nvSpPr>
          <p:spPr>
            <a:xfrm>
              <a:off x="2625745" y="436514"/>
              <a:ext cx="1306242" cy="22043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Чыдамкай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7362A2B6-0CBE-4E57-8141-6C20FB0BA672}"/>
                </a:ext>
              </a:extLst>
            </p:cNvPr>
            <p:cNvSpPr/>
            <p:nvPr/>
          </p:nvSpPr>
          <p:spPr>
            <a:xfrm>
              <a:off x="78769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Балбан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4ABB8D28-427D-4698-ABFA-4FF59F3C5D9E}"/>
                </a:ext>
              </a:extLst>
            </p:cNvPr>
            <p:cNvSpPr/>
            <p:nvPr/>
          </p:nvSpPr>
          <p:spPr>
            <a:xfrm>
              <a:off x="8650075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Зер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D3B3118E-3990-43D6-9509-44936680BE4C}"/>
                </a:ext>
              </a:extLst>
            </p:cNvPr>
            <p:cNvSpPr/>
            <p:nvPr/>
          </p:nvSpPr>
          <p:spPr>
            <a:xfrm>
              <a:off x="668887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Уста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9CC0D404-7A57-4211-B9C6-1A7C7BACEE3D}"/>
                </a:ext>
              </a:extLst>
            </p:cNvPr>
            <p:cNvSpPr/>
            <p:nvPr/>
          </p:nvSpPr>
          <p:spPr>
            <a:xfrm>
              <a:off x="471888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Дыйкан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EBCA5BAF-29F0-4DC4-A9CB-884129DA2DBF}"/>
                </a:ext>
              </a:extLst>
            </p:cNvPr>
            <p:cNvSpPr/>
            <p:nvPr/>
          </p:nvSpPr>
          <p:spPr>
            <a:xfrm>
              <a:off x="275768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Багбан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F15E8F91-9562-47BA-9405-1F6F3998CC03}"/>
                </a:ext>
              </a:extLst>
            </p:cNvPr>
            <p:cNvSpPr/>
            <p:nvPr/>
          </p:nvSpPr>
          <p:spPr>
            <a:xfrm>
              <a:off x="78769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Тапалак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3781FECF-56B4-4331-AFC6-51F5133D104C}"/>
                </a:ext>
              </a:extLst>
            </p:cNvPr>
            <p:cNvSpPr/>
            <p:nvPr/>
          </p:nvSpPr>
          <p:spPr>
            <a:xfrm>
              <a:off x="8650075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Адам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C0917E9F-5E71-4469-BFE8-213D9DB3E9FA}"/>
                </a:ext>
              </a:extLst>
            </p:cNvPr>
            <p:cNvSpPr/>
            <p:nvPr/>
          </p:nvSpPr>
          <p:spPr>
            <a:xfrm>
              <a:off x="668887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Байкуш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41F7D5B3-82CE-4402-96E2-20BE153C2E8F}"/>
                </a:ext>
              </a:extLst>
            </p:cNvPr>
            <p:cNvSpPr/>
            <p:nvPr/>
          </p:nvSpPr>
          <p:spPr>
            <a:xfrm>
              <a:off x="471888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</a:t>
              </a:r>
              <a:r>
                <a:rPr lang="ru-RU" sz="16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ө</a:t>
              </a:r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с</a:t>
              </a:r>
              <a:r>
                <a:rPr lang="ru-RU" sz="16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ө</a:t>
              </a:r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м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5A5E1DC-AF81-4DE4-98B1-E7D752431783}"/>
                </a:ext>
              </a:extLst>
            </p:cNvPr>
            <p:cNvSpPr/>
            <p:nvPr/>
          </p:nvSpPr>
          <p:spPr>
            <a:xfrm>
              <a:off x="275768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Чыр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2E2FC214-9CBC-4EF7-8F73-3FF10FF1EC0F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99258458-8E92-4EC4-B931-456DE7B1B3B3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7D264B70-1CC6-41DD-82E3-2BB881E7663A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2E79CE4C-0470-44C8-BD72-71CA378F6FC7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391463A9-0F23-4BE2-9FAC-86B9CE34EB0E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30CEE4E8-EBCE-4BEA-87C0-0CDACE705723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D276E3A5-2EAC-42EB-B96C-419F28BACA80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0CB31A9A-E700-4A1B-A9E5-4A9CBD483B16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DEB9DB00-D258-4F86-9D57-DD5643B408E7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A19DD5BF-9F3E-447B-9954-2F4B6F157B9D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6CD98CB2-B9CC-476B-BAEE-C13E113D15E7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AA9BB0F7-99C9-4D5D-A79C-B42347C05F9E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461B887-2B54-4D33-ADD2-DB0BC750D3EC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BBB7CC2B-6B69-48FB-B05E-77FAAA1C63F8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CF273A98-720B-47B9-9D68-183E9850603A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5" name="Table 194">
                <a:extLst>
                  <a:ext uri="{FF2B5EF4-FFF2-40B4-BE49-F238E27FC236}">
                    <a16:creationId xmlns:a16="http://schemas.microsoft.com/office/drawing/2014/main" id="{AA63FAFA-44A7-440D-BFE2-CE2F801FC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108672"/>
                  </p:ext>
                </p:extLst>
              </p:nvPr>
            </p:nvGraphicFramePr>
            <p:xfrm>
              <a:off x="94468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5" name="Table 194">
                <a:extLst>
                  <a:ext uri="{FF2B5EF4-FFF2-40B4-BE49-F238E27FC236}">
                    <a16:creationId xmlns:a16="http://schemas.microsoft.com/office/drawing/2014/main" id="{AA63FAFA-44A7-440D-BFE2-CE2F801FC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108672"/>
                  </p:ext>
                </p:extLst>
              </p:nvPr>
            </p:nvGraphicFramePr>
            <p:xfrm>
              <a:off x="94468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6" name="Table 195">
                <a:extLst>
                  <a:ext uri="{FF2B5EF4-FFF2-40B4-BE49-F238E27FC236}">
                    <a16:creationId xmlns:a16="http://schemas.microsoft.com/office/drawing/2014/main" id="{5FFA4F26-DB5E-4DFF-89F8-C2B9641211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5588790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52%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6" name="Table 195">
                <a:extLst>
                  <a:ext uri="{FF2B5EF4-FFF2-40B4-BE49-F238E27FC236}">
                    <a16:creationId xmlns:a16="http://schemas.microsoft.com/office/drawing/2014/main" id="{5FFA4F26-DB5E-4DFF-89F8-C2B9641211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5588790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7" name="Table 196">
                <a:extLst>
                  <a:ext uri="{FF2B5EF4-FFF2-40B4-BE49-F238E27FC236}">
                    <a16:creationId xmlns:a16="http://schemas.microsoft.com/office/drawing/2014/main" id="{6ECC8B8F-8628-45FD-9982-0C3814A491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5146020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0.27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7" name="Table 196">
                <a:extLst>
                  <a:ext uri="{FF2B5EF4-FFF2-40B4-BE49-F238E27FC236}">
                    <a16:creationId xmlns:a16="http://schemas.microsoft.com/office/drawing/2014/main" id="{6ECC8B8F-8628-45FD-9982-0C3814A491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5146020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8" name="Table 197">
                <a:extLst>
                  <a:ext uri="{FF2B5EF4-FFF2-40B4-BE49-F238E27FC236}">
                    <a16:creationId xmlns:a16="http://schemas.microsoft.com/office/drawing/2014/main" id="{61259525-6677-4671-8CD8-8224DAF13C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9436832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0.56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8" name="Table 197">
                <a:extLst>
                  <a:ext uri="{FF2B5EF4-FFF2-40B4-BE49-F238E27FC236}">
                    <a16:creationId xmlns:a16="http://schemas.microsoft.com/office/drawing/2014/main" id="{61259525-6677-4671-8CD8-8224DAF13C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9436832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ADFDAD7F-CAD3-4B19-AEB2-4E2298AEA7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1473178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41%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ADFDAD7F-CAD3-4B19-AEB2-4E2298AEA7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1473178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853ED422-394B-4896-BD1E-DF9E477218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9835462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0.79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853ED422-394B-4896-BD1E-DF9E477218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9835462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FC7DB0A-5AE9-4893-8179-5EE643893A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0241068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0.33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64%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FC7DB0A-5AE9-4893-8179-5EE643893A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0241068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0C8FB08E-5526-4C19-A33E-8B8B883065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3841422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0.74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0C8FB08E-5526-4C19-A33E-8B8B883065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3841422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B846F9D-670E-4561-983F-BF34AAED0F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729831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B846F9D-670E-4561-983F-BF34AAED0F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729831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r="-654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101075" r="-654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397872" r="-654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A0FF0045-075C-4A20-9F64-716F4635AA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830744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0.81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A0FF0045-075C-4A20-9F64-716F4635AA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830744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E33DBCA1-18FF-4B94-A0A6-35A24E4D09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289867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E33DBCA1-18FF-4B94-A0A6-35A24E4D09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289867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85829C31-1D82-4113-B18B-7504440E2D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1160866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58%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85829C31-1D82-4113-B18B-7504440E2D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1160866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DC9F3879-166E-411C-89E3-B737253F96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2207395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64%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0.71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DC9F3879-166E-411C-89E3-B737253F96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2207395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FBB9CCDF-2420-450B-B194-B2F87572C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1970996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0.91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FBB9CCDF-2420-450B-B194-B2F87572C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1970996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1648277-BA9C-4757-8866-6B0260D6C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4598280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44%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1648277-BA9C-4757-8866-6B0260D6C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4598280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6388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8030646"/>
                  </p:ext>
                </p:extLst>
              </p:nvPr>
            </p:nvGraphicFramePr>
            <p:xfrm>
              <a:off x="89617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0.24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8030646"/>
                  </p:ext>
                </p:extLst>
              </p:nvPr>
            </p:nvGraphicFramePr>
            <p:xfrm>
              <a:off x="89617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894858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0.32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28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894858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7400138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81%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7400138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4124318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0.63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4124318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7724958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0.71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7724958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7495823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0.62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7495823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4861218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4861218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1850055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0.47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21%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1850055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1832143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71%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1832143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r="-654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t="-101075" r="-654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t="-397872" r="-654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3101665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34%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3101665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654825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654825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0539658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68%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0539658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043958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74%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043958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7709423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41%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130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7709423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7649609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0.37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38%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7649609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2D7AE908-DCD9-44B2-9F39-398ADB3B6BF8}"/>
              </a:ext>
            </a:extLst>
          </p:cNvPr>
          <p:cNvGrpSpPr/>
          <p:nvPr/>
        </p:nvGrpSpPr>
        <p:grpSpPr>
          <a:xfrm>
            <a:off x="77922" y="-23606"/>
            <a:ext cx="9784446" cy="5354514"/>
            <a:chOff x="77922" y="-23606"/>
            <a:chExt cx="9784446" cy="53545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4B625EF-5257-46EB-B6CC-5EE9F5E6A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grayscl/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3930" y="59905"/>
              <a:ext cx="606451" cy="7265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64B0BB6-F19A-4B8E-BD4B-394521B76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grayscl/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574"/>
            <a:stretch/>
          </p:blipFill>
          <p:spPr>
            <a:xfrm>
              <a:off x="77922" y="139109"/>
              <a:ext cx="792743" cy="53962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7CF535-2CDE-4D2C-B5E0-26035088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grayscl/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8215" y="111542"/>
              <a:ext cx="697365" cy="64125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B3A9620-3C10-42D1-AAD4-0F6A17824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4223" y="65654"/>
              <a:ext cx="565168" cy="72021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7A20DD-4F30-4728-9340-3CB3D65D3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534" y="4598670"/>
              <a:ext cx="404835" cy="709196"/>
            </a:xfrm>
            <a:prstGeom prst="rect">
              <a:avLst/>
            </a:prstGeom>
            <a:noFill/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2D5D7E5-1319-46CC-ACA8-1F316A438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2007" y="75145"/>
              <a:ext cx="550494" cy="67868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D192CCE-A793-4405-A4F3-F079D94FA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36" y="2305050"/>
              <a:ext cx="616055" cy="769318"/>
            </a:xfrm>
            <a:prstGeom prst="rect">
              <a:avLst/>
            </a:prstGeom>
            <a:noFill/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5BD2F36-452E-42B0-9E91-6A17D9318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021212" y="2328804"/>
              <a:ext cx="709288" cy="707625"/>
            </a:xfrm>
            <a:prstGeom prst="rect">
              <a:avLst/>
            </a:prstGeom>
            <a:noFill/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1113577-624F-409D-8BD5-994EFD761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1420" y="4610274"/>
              <a:ext cx="753210" cy="693777"/>
            </a:xfrm>
            <a:prstGeom prst="rect">
              <a:avLst/>
            </a:prstGeom>
            <a:noFill/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FCA34CF-8AE3-481D-A156-E1C3A1FD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6782" y="2343946"/>
              <a:ext cx="762886" cy="669034"/>
            </a:xfrm>
            <a:prstGeom prst="rect">
              <a:avLst/>
            </a:prstGeom>
            <a:noFill/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BD77CB-72F0-40A3-8C55-328EFE191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1225" y="2329467"/>
              <a:ext cx="624115" cy="735453"/>
            </a:xfrm>
            <a:prstGeom prst="rect">
              <a:avLst/>
            </a:prstGeom>
            <a:noFill/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1668BA7-BA37-43F4-ABFF-0F2C15729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01894" y="2323541"/>
              <a:ext cx="781095" cy="726601"/>
            </a:xfrm>
            <a:prstGeom prst="rect">
              <a:avLst/>
            </a:prstGeom>
            <a:noFill/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B810E93-CD09-4D47-BFA9-16E762224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3034" y="4591050"/>
              <a:ext cx="578528" cy="739858"/>
            </a:xfrm>
            <a:prstGeom prst="rect">
              <a:avLst/>
            </a:prstGeom>
            <a:noFill/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89E55F6-1170-4EE4-A130-E94E0404E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9510" y="4606290"/>
              <a:ext cx="521746" cy="703476"/>
            </a:xfrm>
            <a:prstGeom prst="rect">
              <a:avLst/>
            </a:prstGeom>
            <a:noFill/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466B4A0-580F-4315-A232-299A29F7D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8170" y="4606290"/>
              <a:ext cx="656586" cy="699322"/>
            </a:xfrm>
            <a:prstGeom prst="rect">
              <a:avLst/>
            </a:prstGeom>
            <a:noFill/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7C32DEE-C8A6-49AE-984B-A5F7D4C33111}"/>
                </a:ext>
              </a:extLst>
            </p:cNvPr>
            <p:cNvSpPr/>
            <p:nvPr/>
          </p:nvSpPr>
          <p:spPr>
            <a:xfrm>
              <a:off x="163261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A212992-D35C-4FED-A067-931439C38A84}"/>
                </a:ext>
              </a:extLst>
            </p:cNvPr>
            <p:cNvSpPr txBox="1"/>
            <p:nvPr/>
          </p:nvSpPr>
          <p:spPr>
            <a:xfrm>
              <a:off x="1581287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31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22CF1A0F-E435-47E8-B043-68CDD7701B68}"/>
                </a:ext>
              </a:extLst>
            </p:cNvPr>
            <p:cNvSpPr/>
            <p:nvPr/>
          </p:nvSpPr>
          <p:spPr>
            <a:xfrm>
              <a:off x="787698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Жоро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756E4A6-9389-41AF-9119-F18985BE43B7}"/>
                </a:ext>
              </a:extLst>
            </p:cNvPr>
            <p:cNvSpPr/>
            <p:nvPr/>
          </p:nvSpPr>
          <p:spPr>
            <a:xfrm>
              <a:off x="9494987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551E97-2DEC-4E82-9962-77664839D1BB}"/>
                </a:ext>
              </a:extLst>
            </p:cNvPr>
            <p:cNvSpPr txBox="1"/>
            <p:nvPr/>
          </p:nvSpPr>
          <p:spPr>
            <a:xfrm>
              <a:off x="9443664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35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BAC6DB5E-E80D-4863-B2BC-FB26BC033813}"/>
                </a:ext>
              </a:extLst>
            </p:cNvPr>
            <p:cNvSpPr/>
            <p:nvPr/>
          </p:nvSpPr>
          <p:spPr>
            <a:xfrm>
              <a:off x="8650075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Тиштээк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174E581-8EC1-491E-9B13-3023DC951F78}"/>
                </a:ext>
              </a:extLst>
            </p:cNvPr>
            <p:cNvSpPr/>
            <p:nvPr/>
          </p:nvSpPr>
          <p:spPr>
            <a:xfrm>
              <a:off x="753378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DE4515D-0672-41A8-9014-2C24B2ADF7E8}"/>
                </a:ext>
              </a:extLst>
            </p:cNvPr>
            <p:cNvSpPr txBox="1"/>
            <p:nvPr/>
          </p:nvSpPr>
          <p:spPr>
            <a:xfrm>
              <a:off x="7482465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34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2DB9530D-1DF1-4E12-A187-DA5600AAE52B}"/>
                </a:ext>
              </a:extLst>
            </p:cNvPr>
            <p:cNvSpPr/>
            <p:nvPr/>
          </p:nvSpPr>
          <p:spPr>
            <a:xfrm>
              <a:off x="6688875" y="480228"/>
              <a:ext cx="1212293" cy="26620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Акылман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E811576-3ECD-4DEB-917B-C207BE989696}"/>
                </a:ext>
              </a:extLst>
            </p:cNvPr>
            <p:cNvSpPr/>
            <p:nvPr/>
          </p:nvSpPr>
          <p:spPr>
            <a:xfrm>
              <a:off x="556379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9459B41-4F66-42CE-AB70-37495C2F357F}"/>
                </a:ext>
              </a:extLst>
            </p:cNvPr>
            <p:cNvSpPr txBox="1"/>
            <p:nvPr/>
          </p:nvSpPr>
          <p:spPr>
            <a:xfrm>
              <a:off x="5512475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33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FAA9783E-C2E9-4215-A1D5-84EC8276C54E}"/>
                </a:ext>
              </a:extLst>
            </p:cNvPr>
            <p:cNvSpPr/>
            <p:nvPr/>
          </p:nvSpPr>
          <p:spPr>
            <a:xfrm>
              <a:off x="471888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Дос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04D1B38-4306-4CC2-AB02-A94BEDF77864}"/>
                </a:ext>
              </a:extLst>
            </p:cNvPr>
            <p:cNvSpPr/>
            <p:nvPr/>
          </p:nvSpPr>
          <p:spPr>
            <a:xfrm>
              <a:off x="360260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2A2FA36-685B-4FC5-893E-8D104B209A2B}"/>
                </a:ext>
              </a:extLst>
            </p:cNvPr>
            <p:cNvSpPr txBox="1"/>
            <p:nvPr/>
          </p:nvSpPr>
          <p:spPr>
            <a:xfrm>
              <a:off x="3551277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32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48D49AC4-FD57-49E0-9D8D-A95FD08D06C2}"/>
                </a:ext>
              </a:extLst>
            </p:cNvPr>
            <p:cNvSpPr/>
            <p:nvPr/>
          </p:nvSpPr>
          <p:spPr>
            <a:xfrm>
              <a:off x="2757688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Чоро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0FAA6E2-CB42-4B29-9EF9-515A33755855}"/>
                </a:ext>
              </a:extLst>
            </p:cNvPr>
            <p:cNvSpPr/>
            <p:nvPr/>
          </p:nvSpPr>
          <p:spPr>
            <a:xfrm>
              <a:off x="163261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3FB3679-2423-4447-8321-E88E39444657}"/>
                </a:ext>
              </a:extLst>
            </p:cNvPr>
            <p:cNvSpPr txBox="1"/>
            <p:nvPr/>
          </p:nvSpPr>
          <p:spPr>
            <a:xfrm>
              <a:off x="1581287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36</a:t>
              </a: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FE857015-572C-4100-82D0-D1DFC981A8B2}"/>
                </a:ext>
              </a:extLst>
            </p:cNvPr>
            <p:cNvSpPr/>
            <p:nvPr/>
          </p:nvSpPr>
          <p:spPr>
            <a:xfrm>
              <a:off x="78769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Көөдөн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AD69A6B-AE58-473B-B269-0870ABFE710D}"/>
                </a:ext>
              </a:extLst>
            </p:cNvPr>
            <p:cNvSpPr/>
            <p:nvPr/>
          </p:nvSpPr>
          <p:spPr>
            <a:xfrm>
              <a:off x="9494987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73CE59E-08C3-44A5-A3F9-8D4D981FE74B}"/>
                </a:ext>
              </a:extLst>
            </p:cNvPr>
            <p:cNvSpPr txBox="1"/>
            <p:nvPr/>
          </p:nvSpPr>
          <p:spPr>
            <a:xfrm>
              <a:off x="9443664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40</a:t>
              </a: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EF4B57DC-5476-48CF-9B84-73CB0574DBD7}"/>
                </a:ext>
              </a:extLst>
            </p:cNvPr>
            <p:cNvSpPr/>
            <p:nvPr/>
          </p:nvSpPr>
          <p:spPr>
            <a:xfrm>
              <a:off x="8650075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Тентек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B426BF6-AE8C-46CF-B60C-88DFA0836249}"/>
                </a:ext>
              </a:extLst>
            </p:cNvPr>
            <p:cNvSpPr/>
            <p:nvPr/>
          </p:nvSpPr>
          <p:spPr>
            <a:xfrm>
              <a:off x="753378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CF027E1-3A36-42FB-809D-8377BB19FF75}"/>
                </a:ext>
              </a:extLst>
            </p:cNvPr>
            <p:cNvSpPr txBox="1"/>
            <p:nvPr/>
          </p:nvSpPr>
          <p:spPr>
            <a:xfrm>
              <a:off x="7482465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39</a:t>
              </a: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5E28D9CB-6807-4519-80FA-1B0FB7E3291C}"/>
                </a:ext>
              </a:extLst>
            </p:cNvPr>
            <p:cNvSpPr/>
            <p:nvPr/>
          </p:nvSpPr>
          <p:spPr>
            <a:xfrm>
              <a:off x="668887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Жоош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45A1F7B-81F3-4E1D-9720-028A7CCF76AB}"/>
                </a:ext>
              </a:extLst>
            </p:cNvPr>
            <p:cNvSpPr/>
            <p:nvPr/>
          </p:nvSpPr>
          <p:spPr>
            <a:xfrm>
              <a:off x="556379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01243C2-6AF8-42B7-8564-DA8A029228B7}"/>
                </a:ext>
              </a:extLst>
            </p:cNvPr>
            <p:cNvSpPr txBox="1"/>
            <p:nvPr/>
          </p:nvSpPr>
          <p:spPr>
            <a:xfrm>
              <a:off x="5512475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38</a:t>
              </a:r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E50548B8-E173-4AD8-896F-B3BEE53B0EAD}"/>
                </a:ext>
              </a:extLst>
            </p:cNvPr>
            <p:cNvSpPr/>
            <p:nvPr/>
          </p:nvSpPr>
          <p:spPr>
            <a:xfrm>
              <a:off x="471888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Чаар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BD389BC-874E-4AA5-831A-770175F2A0C2}"/>
                </a:ext>
              </a:extLst>
            </p:cNvPr>
            <p:cNvSpPr/>
            <p:nvPr/>
          </p:nvSpPr>
          <p:spPr>
            <a:xfrm>
              <a:off x="360260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D38071E-8CFB-4AED-89F0-6BF2DCDDA524}"/>
                </a:ext>
              </a:extLst>
            </p:cNvPr>
            <p:cNvSpPr txBox="1"/>
            <p:nvPr/>
          </p:nvSpPr>
          <p:spPr>
            <a:xfrm>
              <a:off x="3551277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37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B2F8461-CE68-4F22-9024-11F64D5D52E1}"/>
                </a:ext>
              </a:extLst>
            </p:cNvPr>
            <p:cNvSpPr/>
            <p:nvPr/>
          </p:nvSpPr>
          <p:spPr>
            <a:xfrm>
              <a:off x="275768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Ала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FA4F178-C18E-4B17-97BB-C41244A477A8}"/>
                </a:ext>
              </a:extLst>
            </p:cNvPr>
            <p:cNvSpPr/>
            <p:nvPr/>
          </p:nvSpPr>
          <p:spPr>
            <a:xfrm>
              <a:off x="163261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103C6F1-B0D3-420A-AFF2-D15C89F6BD58}"/>
                </a:ext>
              </a:extLst>
            </p:cNvPr>
            <p:cNvSpPr txBox="1"/>
            <p:nvPr/>
          </p:nvSpPr>
          <p:spPr>
            <a:xfrm>
              <a:off x="158128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41</a:t>
              </a: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99C0C6D0-53AD-49EC-8640-3A7934BCA3FA}"/>
                </a:ext>
              </a:extLst>
            </p:cNvPr>
            <p:cNvSpPr/>
            <p:nvPr/>
          </p:nvSpPr>
          <p:spPr>
            <a:xfrm>
              <a:off x="78769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Сынчы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FE9832E-25A4-4A34-84B7-A548FD64A1C3}"/>
                </a:ext>
              </a:extLst>
            </p:cNvPr>
            <p:cNvSpPr/>
            <p:nvPr/>
          </p:nvSpPr>
          <p:spPr>
            <a:xfrm>
              <a:off x="9494987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6E878B5-DED9-4BF0-8393-3F00A4C6D92C}"/>
                </a:ext>
              </a:extLst>
            </p:cNvPr>
            <p:cNvSpPr txBox="1"/>
            <p:nvPr/>
          </p:nvSpPr>
          <p:spPr>
            <a:xfrm>
              <a:off x="9443664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45</a:t>
              </a:r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E126A3B4-AA19-424F-A952-57E0A9825E42}"/>
                </a:ext>
              </a:extLst>
            </p:cNvPr>
            <p:cNvSpPr/>
            <p:nvPr/>
          </p:nvSpPr>
          <p:spPr>
            <a:xfrm>
              <a:off x="8650075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Сары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63039EA-7698-49A0-B9B1-67C93F7B8B81}"/>
                </a:ext>
              </a:extLst>
            </p:cNvPr>
            <p:cNvSpPr/>
            <p:nvPr/>
          </p:nvSpPr>
          <p:spPr>
            <a:xfrm>
              <a:off x="753378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8D59961-B667-449C-97FB-06753BE278C7}"/>
                </a:ext>
              </a:extLst>
            </p:cNvPr>
            <p:cNvSpPr txBox="1"/>
            <p:nvPr/>
          </p:nvSpPr>
          <p:spPr>
            <a:xfrm>
              <a:off x="748246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44</a:t>
              </a:r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E675DA02-B5B0-436F-839E-2E0DB213A063}"/>
                </a:ext>
              </a:extLst>
            </p:cNvPr>
            <p:cNvSpPr/>
            <p:nvPr/>
          </p:nvSpPr>
          <p:spPr>
            <a:xfrm>
              <a:off x="668887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Тынч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FE952C4-71CE-4F96-98D0-A65DB88BBD4E}"/>
                </a:ext>
              </a:extLst>
            </p:cNvPr>
            <p:cNvSpPr/>
            <p:nvPr/>
          </p:nvSpPr>
          <p:spPr>
            <a:xfrm>
              <a:off x="556379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CE17CAE-1E40-4F03-A13B-C70293A2B81C}"/>
                </a:ext>
              </a:extLst>
            </p:cNvPr>
            <p:cNvSpPr txBox="1"/>
            <p:nvPr/>
          </p:nvSpPr>
          <p:spPr>
            <a:xfrm>
              <a:off x="551247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43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4E5377AD-EB6C-4E40-86FA-B0499A742829}"/>
                </a:ext>
              </a:extLst>
            </p:cNvPr>
            <p:cNvSpPr/>
            <p:nvPr/>
          </p:nvSpPr>
          <p:spPr>
            <a:xfrm>
              <a:off x="471888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Зээндүү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7600F64-E049-47FA-B303-A7263B9C22AF}"/>
                </a:ext>
              </a:extLst>
            </p:cNvPr>
            <p:cNvSpPr/>
            <p:nvPr/>
          </p:nvSpPr>
          <p:spPr>
            <a:xfrm>
              <a:off x="360260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17DFA2D-61B6-4B1B-8515-028D24DF29C3}"/>
                </a:ext>
              </a:extLst>
            </p:cNvPr>
            <p:cNvSpPr txBox="1"/>
            <p:nvPr/>
          </p:nvSpPr>
          <p:spPr>
            <a:xfrm>
              <a:off x="355127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42</a:t>
              </a: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8551466C-FA4D-4C50-A9A1-85943F3DFFB0}"/>
                </a:ext>
              </a:extLst>
            </p:cNvPr>
            <p:cNvSpPr/>
            <p:nvPr/>
          </p:nvSpPr>
          <p:spPr>
            <a:xfrm>
              <a:off x="275768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Камчы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565658C-BF4B-4B04-8B43-1AD1F24A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20314" y="-23606"/>
              <a:ext cx="714402" cy="467581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D0B7802B-C907-4E50-BF7E-EB549FBE9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880938" y="-23606"/>
              <a:ext cx="714402" cy="467581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8DF9EBAB-ACCF-4770-9B65-EE01C414D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841562" y="-23606"/>
              <a:ext cx="714402" cy="467581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590F30D-41CD-42D5-9FCF-D7DE40B3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802186" y="-23606"/>
              <a:ext cx="714402" cy="467581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D45A673-EB29-4C8C-8700-EF9DE2AF8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762810" y="-23606"/>
              <a:ext cx="714402" cy="467581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1CD0A7C6-3F0C-4970-96C4-793B4BCFE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20314" y="2237929"/>
              <a:ext cx="714402" cy="467581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B70F9538-F418-4DEB-8A40-F57FBAEF5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880938" y="2237929"/>
              <a:ext cx="714402" cy="467581"/>
            </a:xfrm>
            <a:prstGeom prst="rect">
              <a:avLst/>
            </a:prstGeom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07AAEAB-F9D9-4F88-BBE4-E4EBB4BB7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841562" y="2237929"/>
              <a:ext cx="714402" cy="467581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D596FC87-ABF4-42CB-96E6-45FB4EEE0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802186" y="2237929"/>
              <a:ext cx="714402" cy="467581"/>
            </a:xfrm>
            <a:prstGeom prst="rect">
              <a:avLst/>
            </a:prstGeom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FB8A5F99-7CF0-4792-B883-90EBB573D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762810" y="2237929"/>
              <a:ext cx="714402" cy="467581"/>
            </a:xfrm>
            <a:prstGeom prst="rect">
              <a:avLst/>
            </a:prstGeom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C1BD2E41-2627-46B6-90F3-9938F6873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25394" y="4498641"/>
              <a:ext cx="714402" cy="467581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DFA53B7E-8BE4-491E-80E0-F889A9377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886018" y="4498641"/>
              <a:ext cx="714402" cy="467581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8C1F3D0C-BBEE-4973-9508-29D9E9D5B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846642" y="4498641"/>
              <a:ext cx="714402" cy="467581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DDC4F632-5763-4D02-8EAD-3A01DB200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807266" y="4498641"/>
              <a:ext cx="714402" cy="467581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E6445DC3-17D1-4B75-8AD1-8E17626D1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767890" y="4498641"/>
              <a:ext cx="714402" cy="467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6896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EA84C94E-20B0-45E2-887C-B2998295ED22}"/>
              </a:ext>
            </a:extLst>
          </p:cNvPr>
          <p:cNvGrpSpPr/>
          <p:nvPr/>
        </p:nvGrpSpPr>
        <p:grpSpPr>
          <a:xfrm>
            <a:off x="77922" y="-23606"/>
            <a:ext cx="9784446" cy="5354514"/>
            <a:chOff x="77922" y="-23606"/>
            <a:chExt cx="9784446" cy="53545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4B625EF-5257-46EB-B6CC-5EE9F5E6A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3930" y="59905"/>
              <a:ext cx="606451" cy="7265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64B0BB6-F19A-4B8E-BD4B-394521B76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grayscl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574"/>
            <a:stretch/>
          </p:blipFill>
          <p:spPr>
            <a:xfrm>
              <a:off x="77922" y="139109"/>
              <a:ext cx="792743" cy="53962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7CF535-2CDE-4D2C-B5E0-26035088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8215" y="111542"/>
              <a:ext cx="697365" cy="64125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B3A9620-3C10-42D1-AAD4-0F6A17824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4223" y="65654"/>
              <a:ext cx="565168" cy="72021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7A20DD-4F30-4728-9340-3CB3D65D3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534" y="4598670"/>
              <a:ext cx="404835" cy="709196"/>
            </a:xfrm>
            <a:prstGeom prst="rect">
              <a:avLst/>
            </a:prstGeom>
            <a:noFill/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2D5D7E5-1319-46CC-ACA8-1F316A438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2007" y="75145"/>
              <a:ext cx="550494" cy="67868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D192CCE-A793-4405-A4F3-F079D94FA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36" y="2305050"/>
              <a:ext cx="616055" cy="769318"/>
            </a:xfrm>
            <a:prstGeom prst="rect">
              <a:avLst/>
            </a:prstGeom>
            <a:noFill/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5BD2F36-452E-42B0-9E91-6A17D9318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021212" y="2328804"/>
              <a:ext cx="709288" cy="707625"/>
            </a:xfrm>
            <a:prstGeom prst="rect">
              <a:avLst/>
            </a:prstGeom>
            <a:noFill/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1113577-624F-409D-8BD5-994EFD761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1420" y="4610274"/>
              <a:ext cx="753210" cy="693777"/>
            </a:xfrm>
            <a:prstGeom prst="rect">
              <a:avLst/>
            </a:prstGeom>
            <a:noFill/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FCA34CF-8AE3-481D-A156-E1C3A1FD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6782" y="2343946"/>
              <a:ext cx="762886" cy="669034"/>
            </a:xfrm>
            <a:prstGeom prst="rect">
              <a:avLst/>
            </a:prstGeom>
            <a:noFill/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BD77CB-72F0-40A3-8C55-328EFE191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1225" y="2329467"/>
              <a:ext cx="624115" cy="735453"/>
            </a:xfrm>
            <a:prstGeom prst="rect">
              <a:avLst/>
            </a:prstGeom>
            <a:noFill/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1668BA7-BA37-43F4-ABFF-0F2C15729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01894" y="2323541"/>
              <a:ext cx="781095" cy="726601"/>
            </a:xfrm>
            <a:prstGeom prst="rect">
              <a:avLst/>
            </a:prstGeom>
            <a:noFill/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B810E93-CD09-4D47-BFA9-16E762224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3034" y="4591050"/>
              <a:ext cx="578528" cy="739858"/>
            </a:xfrm>
            <a:prstGeom prst="rect">
              <a:avLst/>
            </a:prstGeom>
            <a:noFill/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89E55F6-1170-4EE4-A130-E94E0404E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9510" y="4606290"/>
              <a:ext cx="521746" cy="703476"/>
            </a:xfrm>
            <a:prstGeom prst="rect">
              <a:avLst/>
            </a:prstGeom>
            <a:noFill/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466B4A0-580F-4315-A232-299A29F7D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8170" y="4606290"/>
              <a:ext cx="656586" cy="699322"/>
            </a:xfrm>
            <a:prstGeom prst="rect">
              <a:avLst/>
            </a:prstGeom>
            <a:noFill/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7C32DEE-C8A6-49AE-984B-A5F7D4C33111}"/>
                </a:ext>
              </a:extLst>
            </p:cNvPr>
            <p:cNvSpPr/>
            <p:nvPr/>
          </p:nvSpPr>
          <p:spPr>
            <a:xfrm>
              <a:off x="163261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A212992-D35C-4FED-A067-931439C38A84}"/>
                </a:ext>
              </a:extLst>
            </p:cNvPr>
            <p:cNvSpPr txBox="1"/>
            <p:nvPr/>
          </p:nvSpPr>
          <p:spPr>
            <a:xfrm>
              <a:off x="1581287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46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756E4A6-9389-41AF-9119-F18985BE43B7}"/>
                </a:ext>
              </a:extLst>
            </p:cNvPr>
            <p:cNvSpPr/>
            <p:nvPr/>
          </p:nvSpPr>
          <p:spPr>
            <a:xfrm>
              <a:off x="9494987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551E97-2DEC-4E82-9962-77664839D1BB}"/>
                </a:ext>
              </a:extLst>
            </p:cNvPr>
            <p:cNvSpPr txBox="1"/>
            <p:nvPr/>
          </p:nvSpPr>
          <p:spPr>
            <a:xfrm>
              <a:off x="9443664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50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174E581-8EC1-491E-9B13-3023DC951F78}"/>
                </a:ext>
              </a:extLst>
            </p:cNvPr>
            <p:cNvSpPr/>
            <p:nvPr/>
          </p:nvSpPr>
          <p:spPr>
            <a:xfrm>
              <a:off x="753378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DE4515D-0672-41A8-9014-2C24B2ADF7E8}"/>
                </a:ext>
              </a:extLst>
            </p:cNvPr>
            <p:cNvSpPr txBox="1"/>
            <p:nvPr/>
          </p:nvSpPr>
          <p:spPr>
            <a:xfrm>
              <a:off x="7482465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49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E811576-3ECD-4DEB-917B-C207BE989696}"/>
                </a:ext>
              </a:extLst>
            </p:cNvPr>
            <p:cNvSpPr/>
            <p:nvPr/>
          </p:nvSpPr>
          <p:spPr>
            <a:xfrm>
              <a:off x="556379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9459B41-4F66-42CE-AB70-37495C2F357F}"/>
                </a:ext>
              </a:extLst>
            </p:cNvPr>
            <p:cNvSpPr txBox="1"/>
            <p:nvPr/>
          </p:nvSpPr>
          <p:spPr>
            <a:xfrm>
              <a:off x="5512475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48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04D1B38-4306-4CC2-AB02-A94BEDF77864}"/>
                </a:ext>
              </a:extLst>
            </p:cNvPr>
            <p:cNvSpPr/>
            <p:nvPr/>
          </p:nvSpPr>
          <p:spPr>
            <a:xfrm>
              <a:off x="360260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2A2FA36-685B-4FC5-893E-8D104B209A2B}"/>
                </a:ext>
              </a:extLst>
            </p:cNvPr>
            <p:cNvSpPr txBox="1"/>
            <p:nvPr/>
          </p:nvSpPr>
          <p:spPr>
            <a:xfrm>
              <a:off x="3551277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47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0FAA6E2-CB42-4B29-9EF9-515A33755855}"/>
                </a:ext>
              </a:extLst>
            </p:cNvPr>
            <p:cNvSpPr/>
            <p:nvPr/>
          </p:nvSpPr>
          <p:spPr>
            <a:xfrm>
              <a:off x="163261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3FB3679-2423-4447-8321-E88E39444657}"/>
                </a:ext>
              </a:extLst>
            </p:cNvPr>
            <p:cNvSpPr txBox="1"/>
            <p:nvPr/>
          </p:nvSpPr>
          <p:spPr>
            <a:xfrm>
              <a:off x="1581287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51</a:t>
              </a: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AD69A6B-AE58-473B-B269-0870ABFE710D}"/>
                </a:ext>
              </a:extLst>
            </p:cNvPr>
            <p:cNvSpPr/>
            <p:nvPr/>
          </p:nvSpPr>
          <p:spPr>
            <a:xfrm>
              <a:off x="9494987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73CE59E-08C3-44A5-A3F9-8D4D981FE74B}"/>
                </a:ext>
              </a:extLst>
            </p:cNvPr>
            <p:cNvSpPr txBox="1"/>
            <p:nvPr/>
          </p:nvSpPr>
          <p:spPr>
            <a:xfrm>
              <a:off x="9443664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B426BF6-AE8C-46CF-B60C-88DFA0836249}"/>
                </a:ext>
              </a:extLst>
            </p:cNvPr>
            <p:cNvSpPr/>
            <p:nvPr/>
          </p:nvSpPr>
          <p:spPr>
            <a:xfrm>
              <a:off x="753378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CF027E1-3A36-42FB-809D-8377BB19FF75}"/>
                </a:ext>
              </a:extLst>
            </p:cNvPr>
            <p:cNvSpPr txBox="1"/>
            <p:nvPr/>
          </p:nvSpPr>
          <p:spPr>
            <a:xfrm>
              <a:off x="7482465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54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45A1F7B-81F3-4E1D-9720-028A7CCF76AB}"/>
                </a:ext>
              </a:extLst>
            </p:cNvPr>
            <p:cNvSpPr/>
            <p:nvPr/>
          </p:nvSpPr>
          <p:spPr>
            <a:xfrm>
              <a:off x="556379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01243C2-6AF8-42B7-8564-DA8A029228B7}"/>
                </a:ext>
              </a:extLst>
            </p:cNvPr>
            <p:cNvSpPr txBox="1"/>
            <p:nvPr/>
          </p:nvSpPr>
          <p:spPr>
            <a:xfrm>
              <a:off x="5512475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53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BD389BC-874E-4AA5-831A-770175F2A0C2}"/>
                </a:ext>
              </a:extLst>
            </p:cNvPr>
            <p:cNvSpPr/>
            <p:nvPr/>
          </p:nvSpPr>
          <p:spPr>
            <a:xfrm>
              <a:off x="360260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D38071E-8CFB-4AED-89F0-6BF2DCDDA524}"/>
                </a:ext>
              </a:extLst>
            </p:cNvPr>
            <p:cNvSpPr txBox="1"/>
            <p:nvPr/>
          </p:nvSpPr>
          <p:spPr>
            <a:xfrm>
              <a:off x="3551277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52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FA4F178-C18E-4B17-97BB-C41244A477A8}"/>
                </a:ext>
              </a:extLst>
            </p:cNvPr>
            <p:cNvSpPr/>
            <p:nvPr/>
          </p:nvSpPr>
          <p:spPr>
            <a:xfrm>
              <a:off x="163261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103C6F1-B0D3-420A-AFF2-D15C89F6BD58}"/>
                </a:ext>
              </a:extLst>
            </p:cNvPr>
            <p:cNvSpPr txBox="1"/>
            <p:nvPr/>
          </p:nvSpPr>
          <p:spPr>
            <a:xfrm>
              <a:off x="158128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56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FE9832E-25A4-4A34-84B7-A548FD64A1C3}"/>
                </a:ext>
              </a:extLst>
            </p:cNvPr>
            <p:cNvSpPr/>
            <p:nvPr/>
          </p:nvSpPr>
          <p:spPr>
            <a:xfrm>
              <a:off x="9494987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6E878B5-DED9-4BF0-8393-3F00A4C6D92C}"/>
                </a:ext>
              </a:extLst>
            </p:cNvPr>
            <p:cNvSpPr txBox="1"/>
            <p:nvPr/>
          </p:nvSpPr>
          <p:spPr>
            <a:xfrm>
              <a:off x="9443664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60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63039EA-7698-49A0-B9B1-67C93F7B8B81}"/>
                </a:ext>
              </a:extLst>
            </p:cNvPr>
            <p:cNvSpPr/>
            <p:nvPr/>
          </p:nvSpPr>
          <p:spPr>
            <a:xfrm>
              <a:off x="753378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8D59961-B667-449C-97FB-06753BE278C7}"/>
                </a:ext>
              </a:extLst>
            </p:cNvPr>
            <p:cNvSpPr txBox="1"/>
            <p:nvPr/>
          </p:nvSpPr>
          <p:spPr>
            <a:xfrm>
              <a:off x="748246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59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FE952C4-71CE-4F96-98D0-A65DB88BBD4E}"/>
                </a:ext>
              </a:extLst>
            </p:cNvPr>
            <p:cNvSpPr/>
            <p:nvPr/>
          </p:nvSpPr>
          <p:spPr>
            <a:xfrm>
              <a:off x="556379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CE17CAE-1E40-4F03-A13B-C70293A2B81C}"/>
                </a:ext>
              </a:extLst>
            </p:cNvPr>
            <p:cNvSpPr txBox="1"/>
            <p:nvPr/>
          </p:nvSpPr>
          <p:spPr>
            <a:xfrm>
              <a:off x="551247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58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7600F64-E049-47FA-B303-A7263B9C22AF}"/>
                </a:ext>
              </a:extLst>
            </p:cNvPr>
            <p:cNvSpPr/>
            <p:nvPr/>
          </p:nvSpPr>
          <p:spPr>
            <a:xfrm>
              <a:off x="360260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17DFA2D-61B6-4B1B-8515-028D24DF29C3}"/>
                </a:ext>
              </a:extLst>
            </p:cNvPr>
            <p:cNvSpPr txBox="1"/>
            <p:nvPr/>
          </p:nvSpPr>
          <p:spPr>
            <a:xfrm>
              <a:off x="355127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57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565658C-BF4B-4B04-8B43-1AD1F24A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0314" y="-23606"/>
              <a:ext cx="714402" cy="467581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D0B7802B-C907-4E50-BF7E-EB549FBE9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0938" y="-23606"/>
              <a:ext cx="714402" cy="467581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8DF9EBAB-ACCF-4770-9B65-EE01C414D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41562" y="-23606"/>
              <a:ext cx="714402" cy="467581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590F30D-41CD-42D5-9FCF-D7DE40B3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802186" y="-23606"/>
              <a:ext cx="714402" cy="467581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D45A673-EB29-4C8C-8700-EF9DE2AF8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62810" y="-23606"/>
              <a:ext cx="714402" cy="467581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1CD0A7C6-3F0C-4970-96C4-793B4BCFE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0314" y="2237929"/>
              <a:ext cx="714402" cy="467581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B70F9538-F418-4DEB-8A40-F57FBAEF5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0938" y="2237929"/>
              <a:ext cx="714402" cy="467581"/>
            </a:xfrm>
            <a:prstGeom prst="rect">
              <a:avLst/>
            </a:prstGeom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07AAEAB-F9D9-4F88-BBE4-E4EBB4BB7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41562" y="2237929"/>
              <a:ext cx="714402" cy="467581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D596FC87-ABF4-42CB-96E6-45FB4EEE0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802186" y="2237929"/>
              <a:ext cx="714402" cy="467581"/>
            </a:xfrm>
            <a:prstGeom prst="rect">
              <a:avLst/>
            </a:prstGeom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FB8A5F99-7CF0-4792-B883-90EBB573D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62810" y="2237929"/>
              <a:ext cx="714402" cy="467581"/>
            </a:xfrm>
            <a:prstGeom prst="rect">
              <a:avLst/>
            </a:prstGeom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C1BD2E41-2627-46B6-90F3-9938F6873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5394" y="4498641"/>
              <a:ext cx="714402" cy="467581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DFA53B7E-8BE4-491E-80E0-F889A9377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6018" y="4498641"/>
              <a:ext cx="714402" cy="467581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8C1F3D0C-BBEE-4973-9508-29D9E9D5B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46642" y="4498641"/>
              <a:ext cx="714402" cy="467581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DDC4F632-5763-4D02-8EAD-3A01DB200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807266" y="4498641"/>
              <a:ext cx="714402" cy="467581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E6445DC3-17D1-4B75-8AD1-8E17626D1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67890" y="4498641"/>
              <a:ext cx="714402" cy="467581"/>
            </a:xfrm>
            <a:prstGeom prst="rect">
              <a:avLst/>
            </a:prstGeom>
          </p:spPr>
        </p:pic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B8A4679F-5A84-44C3-9A62-E0D21B541B03}"/>
                </a:ext>
              </a:extLst>
            </p:cNvPr>
            <p:cNvSpPr/>
            <p:nvPr/>
          </p:nvSpPr>
          <p:spPr>
            <a:xfrm>
              <a:off x="787698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Куш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16C153CF-21C4-4BC5-82FF-0242C2DAE2F7}"/>
                </a:ext>
              </a:extLst>
            </p:cNvPr>
            <p:cNvSpPr/>
            <p:nvPr/>
          </p:nvSpPr>
          <p:spPr>
            <a:xfrm>
              <a:off x="8650075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Кара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F2230514-DA38-4841-9DD0-960382E5DEE1}"/>
                </a:ext>
              </a:extLst>
            </p:cNvPr>
            <p:cNvSpPr/>
            <p:nvPr/>
          </p:nvSpPr>
          <p:spPr>
            <a:xfrm>
              <a:off x="668887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Далдаке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4" name="Rectangle: Rounded Corners 143">
              <a:extLst>
                <a:ext uri="{FF2B5EF4-FFF2-40B4-BE49-F238E27FC236}">
                  <a16:creationId xmlns:a16="http://schemas.microsoft.com/office/drawing/2014/main" id="{8D4A358D-ABD7-4A27-8C2D-E570D2216D69}"/>
                </a:ext>
              </a:extLst>
            </p:cNvPr>
            <p:cNvSpPr/>
            <p:nvPr/>
          </p:nvSpPr>
          <p:spPr>
            <a:xfrm>
              <a:off x="471888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Тартпас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B9709478-41C9-4B12-B211-34B2E47B2312}"/>
                </a:ext>
              </a:extLst>
            </p:cNvPr>
            <p:cNvSpPr/>
            <p:nvPr/>
          </p:nvSpPr>
          <p:spPr>
            <a:xfrm>
              <a:off x="2757688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Коркпоз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7362A2B6-0CBE-4E57-8141-6C20FB0BA672}"/>
                </a:ext>
              </a:extLst>
            </p:cNvPr>
            <p:cNvSpPr/>
            <p:nvPr/>
          </p:nvSpPr>
          <p:spPr>
            <a:xfrm>
              <a:off x="78769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Узун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4ABB8D28-427D-4698-ABFA-4FF59F3C5D9E}"/>
                </a:ext>
              </a:extLst>
            </p:cNvPr>
            <p:cNvSpPr/>
            <p:nvPr/>
          </p:nvSpPr>
          <p:spPr>
            <a:xfrm>
              <a:off x="8650075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Тыржык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D3B3118E-3990-43D6-9509-44936680BE4C}"/>
                </a:ext>
              </a:extLst>
            </p:cNvPr>
            <p:cNvSpPr/>
            <p:nvPr/>
          </p:nvSpPr>
          <p:spPr>
            <a:xfrm>
              <a:off x="668887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Быжы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9CC0D404-7A57-4211-B9C6-1A7C7BACEE3D}"/>
                </a:ext>
              </a:extLst>
            </p:cNvPr>
            <p:cNvSpPr/>
            <p:nvPr/>
          </p:nvSpPr>
          <p:spPr>
            <a:xfrm>
              <a:off x="471888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Шайыр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EBCA5BAF-29F0-4DC4-A9CB-884129DA2DBF}"/>
                </a:ext>
              </a:extLst>
            </p:cNvPr>
            <p:cNvSpPr/>
            <p:nvPr/>
          </p:nvSpPr>
          <p:spPr>
            <a:xfrm>
              <a:off x="275768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Кыска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F15E8F91-9562-47BA-9405-1F6F3998CC03}"/>
                </a:ext>
              </a:extLst>
            </p:cNvPr>
            <p:cNvSpPr/>
            <p:nvPr/>
          </p:nvSpPr>
          <p:spPr>
            <a:xfrm>
              <a:off x="78769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Жумшак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3781FECF-56B4-4331-AFC6-51F5133D104C}"/>
                </a:ext>
              </a:extLst>
            </p:cNvPr>
            <p:cNvSpPr/>
            <p:nvPr/>
          </p:nvSpPr>
          <p:spPr>
            <a:xfrm>
              <a:off x="8650075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Түнт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C0917E9F-5E71-4469-BFE8-213D9DB3E9FA}"/>
                </a:ext>
              </a:extLst>
            </p:cNvPr>
            <p:cNvSpPr/>
            <p:nvPr/>
          </p:nvSpPr>
          <p:spPr>
            <a:xfrm>
              <a:off x="668887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Уйкучу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41F7D5B3-82CE-4402-96E2-20BE153C2E8F}"/>
                </a:ext>
              </a:extLst>
            </p:cNvPr>
            <p:cNvSpPr/>
            <p:nvPr/>
          </p:nvSpPr>
          <p:spPr>
            <a:xfrm>
              <a:off x="471888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Назик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5A5E1DC-AF81-4DE4-98B1-E7D752431783}"/>
                </a:ext>
              </a:extLst>
            </p:cNvPr>
            <p:cNvSpPr/>
            <p:nvPr/>
          </p:nvSpPr>
          <p:spPr>
            <a:xfrm>
              <a:off x="2547742" y="4980494"/>
              <a:ext cx="1347808" cy="28814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Бакырчаак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2E2FC214-9CBC-4EF7-8F73-3FF10FF1EC0F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99258458-8E92-4EC4-B931-456DE7B1B3B3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7D264B70-1CC6-41DD-82E3-2BB881E7663A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2E79CE4C-0470-44C8-BD72-71CA378F6FC7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391463A9-0F23-4BE2-9FAC-86B9CE34EB0E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30CEE4E8-EBCE-4BEA-87C0-0CDACE705723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D276E3A5-2EAC-42EB-B96C-419F28BACA80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0CB31A9A-E700-4A1B-A9E5-4A9CBD483B16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DEB9DB00-D258-4F86-9D57-DD5643B408E7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A19DD5BF-9F3E-447B-9954-2F4B6F157B9D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6CD98CB2-B9CC-476B-BAEE-C13E113D15E7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AA9BB0F7-99C9-4D5D-A79C-B42347C05F9E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461B887-2B54-4D33-ADD2-DB0BC750D3EC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BBB7CC2B-6B69-48FB-B05E-77FAAA1C63F8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CF273A98-720B-47B9-9D68-183E9850603A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5" name="Table 194">
                <a:extLst>
                  <a:ext uri="{FF2B5EF4-FFF2-40B4-BE49-F238E27FC236}">
                    <a16:creationId xmlns:a16="http://schemas.microsoft.com/office/drawing/2014/main" id="{AA63FAFA-44A7-440D-BFE2-CE2F801FC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2459203"/>
                  </p:ext>
                </p:extLst>
              </p:nvPr>
            </p:nvGraphicFramePr>
            <p:xfrm>
              <a:off x="89617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42%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5" name="Table 194">
                <a:extLst>
                  <a:ext uri="{FF2B5EF4-FFF2-40B4-BE49-F238E27FC236}">
                    <a16:creationId xmlns:a16="http://schemas.microsoft.com/office/drawing/2014/main" id="{AA63FAFA-44A7-440D-BFE2-CE2F801FC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2459203"/>
                  </p:ext>
                </p:extLst>
              </p:nvPr>
            </p:nvGraphicFramePr>
            <p:xfrm>
              <a:off x="89617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6" name="Table 195">
                <a:extLst>
                  <a:ext uri="{FF2B5EF4-FFF2-40B4-BE49-F238E27FC236}">
                    <a16:creationId xmlns:a16="http://schemas.microsoft.com/office/drawing/2014/main" id="{5FFA4F26-DB5E-4DFF-89F8-C2B9641211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2674234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30.3%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6" name="Table 195">
                <a:extLst>
                  <a:ext uri="{FF2B5EF4-FFF2-40B4-BE49-F238E27FC236}">
                    <a16:creationId xmlns:a16="http://schemas.microsoft.com/office/drawing/2014/main" id="{5FFA4F26-DB5E-4DFF-89F8-C2B9641211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2674234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7" name="Table 196">
                <a:extLst>
                  <a:ext uri="{FF2B5EF4-FFF2-40B4-BE49-F238E27FC236}">
                    <a16:creationId xmlns:a16="http://schemas.microsoft.com/office/drawing/2014/main" id="{6ECC8B8F-8628-45FD-9982-0C3814A491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1708297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0.608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7" name="Table 196">
                <a:extLst>
                  <a:ext uri="{FF2B5EF4-FFF2-40B4-BE49-F238E27FC236}">
                    <a16:creationId xmlns:a16="http://schemas.microsoft.com/office/drawing/2014/main" id="{6ECC8B8F-8628-45FD-9982-0C3814A491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1708297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8" name="Table 197">
                <a:extLst>
                  <a:ext uri="{FF2B5EF4-FFF2-40B4-BE49-F238E27FC236}">
                    <a16:creationId xmlns:a16="http://schemas.microsoft.com/office/drawing/2014/main" id="{61259525-6677-4671-8CD8-8224DAF13C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926113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30.5%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8" name="Table 197">
                <a:extLst>
                  <a:ext uri="{FF2B5EF4-FFF2-40B4-BE49-F238E27FC236}">
                    <a16:creationId xmlns:a16="http://schemas.microsoft.com/office/drawing/2014/main" id="{61259525-6677-4671-8CD8-8224DAF13C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926113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ADFDAD7F-CAD3-4B19-AEB2-4E2298AEA7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4650361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210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0.555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ADFDAD7F-CAD3-4B19-AEB2-4E2298AEA7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4650361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853ED422-394B-4896-BD1E-DF9E477218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6202415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46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82.1%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853ED422-394B-4896-BD1E-DF9E477218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6202415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FC7DB0A-5AE9-4893-8179-5EE643893A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9149449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92.3%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FC7DB0A-5AE9-4893-8179-5EE643893A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9149449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0C8FB08E-5526-4C19-A33E-8B8B883065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3488363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71.3%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48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0C8FB08E-5526-4C19-A33E-8B8B883065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3488363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B846F9D-670E-4561-983F-BF34AAED0F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370054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77.9%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B846F9D-670E-4561-983F-BF34AAED0F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370054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r="-654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101075" r="-654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397872" r="-654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A0FF0045-075C-4A20-9F64-716F4635AA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4207955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180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A0FF0045-075C-4A20-9F64-716F4635AA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4207955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E33DBCA1-18FF-4B94-A0A6-35A24E4D09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3946078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0.402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40.4%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E33DBCA1-18FF-4B94-A0A6-35A24E4D09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3946078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85829C31-1D82-4113-B18B-7504440E2D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3230666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66.8%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85829C31-1D82-4113-B18B-7504440E2D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3230666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DC9F3879-166E-411C-89E3-B737253F96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8185364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0.467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0.818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DC9F3879-166E-411C-89E3-B737253F96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8185364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FBB9CCDF-2420-450B-B194-B2F87572C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3694784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0.731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146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FBB9CCDF-2420-450B-B194-B2F87572C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3694784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1648277-BA9C-4757-8866-6B0260D6C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9460183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0.342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1648277-BA9C-4757-8866-6B0260D6C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9460183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50784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79B624-C95B-9889-33DC-58B3B080A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57297" y="1050460"/>
            <a:ext cx="6764835" cy="48502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ABEC04-0841-FCCF-C6FA-B80A96761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85200" y="1039955"/>
            <a:ext cx="6785843" cy="485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453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F237D1-698E-6402-5BF9-5EE9CD107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66617" y="1045503"/>
            <a:ext cx="6693261" cy="4766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E84904-D31A-A4F7-671E-9167789ED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44701" y="1045504"/>
            <a:ext cx="6762570" cy="476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43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Түрдүү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  <a:p>
            <a:pPr algn="ctr" defTabSz="478226">
              <a:defRPr/>
            </a:pPr>
            <a:endParaRPr lang="en-GB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678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10670</TotalTime>
  <Words>829</Words>
  <Application>Microsoft Office PowerPoint</Application>
  <PresentationFormat>A4 Paper (210x297 mm)</PresentationFormat>
  <Paragraphs>558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Verdana</vt:lpstr>
      <vt:lpstr>Cambria Math</vt:lpstr>
      <vt:lpstr>Aharoni</vt:lpstr>
      <vt:lpstr>Arial</vt:lpstr>
      <vt:lpstr>Snap ITC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545</cp:revision>
  <cp:lastPrinted>2024-09-02T18:47:36Z</cp:lastPrinted>
  <dcterms:created xsi:type="dcterms:W3CDTF">2017-01-17T16:57:04Z</dcterms:created>
  <dcterms:modified xsi:type="dcterms:W3CDTF">2024-09-02T18:50:18Z</dcterms:modified>
</cp:coreProperties>
</file>