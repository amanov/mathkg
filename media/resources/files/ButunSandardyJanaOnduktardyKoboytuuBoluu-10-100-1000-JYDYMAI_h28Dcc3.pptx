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56"/>
  </p:notesMasterIdLst>
  <p:sldIdLst>
    <p:sldId id="989" r:id="rId3"/>
    <p:sldId id="831" r:id="rId4"/>
    <p:sldId id="995" r:id="rId5"/>
    <p:sldId id="996" r:id="rId6"/>
    <p:sldId id="942" r:id="rId7"/>
    <p:sldId id="997" r:id="rId8"/>
    <p:sldId id="958" r:id="rId9"/>
    <p:sldId id="998" r:id="rId10"/>
    <p:sldId id="944" r:id="rId11"/>
    <p:sldId id="999" r:id="rId12"/>
    <p:sldId id="960" r:id="rId13"/>
    <p:sldId id="1000" r:id="rId14"/>
    <p:sldId id="947" r:id="rId15"/>
    <p:sldId id="1001" r:id="rId16"/>
    <p:sldId id="948" r:id="rId17"/>
    <p:sldId id="1002" r:id="rId18"/>
    <p:sldId id="959" r:id="rId19"/>
    <p:sldId id="1003" r:id="rId20"/>
    <p:sldId id="949" r:id="rId21"/>
    <p:sldId id="1004" r:id="rId22"/>
    <p:sldId id="951" r:id="rId23"/>
    <p:sldId id="1005" r:id="rId24"/>
    <p:sldId id="945" r:id="rId25"/>
    <p:sldId id="1006" r:id="rId26"/>
    <p:sldId id="943" r:id="rId27"/>
    <p:sldId id="1007" r:id="rId28"/>
    <p:sldId id="961" r:id="rId29"/>
    <p:sldId id="1008" r:id="rId30"/>
    <p:sldId id="955" r:id="rId31"/>
    <p:sldId id="977" r:id="rId32"/>
    <p:sldId id="946" r:id="rId33"/>
    <p:sldId id="1009" r:id="rId34"/>
    <p:sldId id="950" r:id="rId35"/>
    <p:sldId id="1010" r:id="rId36"/>
    <p:sldId id="962" r:id="rId37"/>
    <p:sldId id="1011" r:id="rId38"/>
    <p:sldId id="957" r:id="rId39"/>
    <p:sldId id="1012" r:id="rId40"/>
    <p:sldId id="953" r:id="rId41"/>
    <p:sldId id="1013" r:id="rId42"/>
    <p:sldId id="963" r:id="rId43"/>
    <p:sldId id="1014" r:id="rId44"/>
    <p:sldId id="952" r:id="rId45"/>
    <p:sldId id="1015" r:id="rId46"/>
    <p:sldId id="964" r:id="rId47"/>
    <p:sldId id="1016" r:id="rId48"/>
    <p:sldId id="956" r:id="rId49"/>
    <p:sldId id="1017" r:id="rId50"/>
    <p:sldId id="965" r:id="rId51"/>
    <p:sldId id="1018" r:id="rId52"/>
    <p:sldId id="954" r:id="rId53"/>
    <p:sldId id="833" r:id="rId54"/>
    <p:sldId id="993" r:id="rId55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57"/>
    </p:embeddedFont>
    <p:embeddedFont>
      <p:font typeface="Bernard MT Condensed" panose="02050806060905020404" pitchFamily="18" charset="0"/>
      <p:regular r:id="rId5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89"/>
          </p14:sldIdLst>
        </p14:section>
        <p14:section name="Титулдук слайд" id="{8EFE0B80-9125-4ADC-A13A-755B3EC2010F}">
          <p14:sldIdLst>
            <p14:sldId id="831"/>
            <p14:sldId id="995"/>
          </p14:sldIdLst>
        </p14:section>
        <p14:section name="Оюн" id="{267FD0E9-36B9-4F9E-842D-CBFE57676936}">
          <p14:sldIdLst>
            <p14:sldId id="996"/>
            <p14:sldId id="942"/>
            <p14:sldId id="997"/>
            <p14:sldId id="958"/>
            <p14:sldId id="998"/>
            <p14:sldId id="944"/>
            <p14:sldId id="999"/>
            <p14:sldId id="960"/>
            <p14:sldId id="1000"/>
            <p14:sldId id="947"/>
            <p14:sldId id="1001"/>
            <p14:sldId id="948"/>
            <p14:sldId id="1002"/>
            <p14:sldId id="959"/>
            <p14:sldId id="1003"/>
            <p14:sldId id="949"/>
            <p14:sldId id="1004"/>
            <p14:sldId id="951"/>
            <p14:sldId id="1005"/>
            <p14:sldId id="945"/>
            <p14:sldId id="1006"/>
            <p14:sldId id="943"/>
            <p14:sldId id="1007"/>
            <p14:sldId id="961"/>
            <p14:sldId id="1008"/>
            <p14:sldId id="955"/>
            <p14:sldId id="977"/>
            <p14:sldId id="946"/>
            <p14:sldId id="1009"/>
            <p14:sldId id="950"/>
            <p14:sldId id="1010"/>
            <p14:sldId id="962"/>
            <p14:sldId id="1011"/>
            <p14:sldId id="957"/>
            <p14:sldId id="1012"/>
            <p14:sldId id="953"/>
            <p14:sldId id="1013"/>
            <p14:sldId id="963"/>
            <p14:sldId id="1014"/>
            <p14:sldId id="952"/>
            <p14:sldId id="1015"/>
            <p14:sldId id="964"/>
            <p14:sldId id="1016"/>
            <p14:sldId id="956"/>
            <p14:sldId id="1017"/>
            <p14:sldId id="965"/>
            <p14:sldId id="1018"/>
            <p14:sldId id="954"/>
            <p14:sldId id="833"/>
          </p14:sldIdLst>
        </p14:section>
        <p14:section name="Кайтарым байланыш" id="{A90643DD-829B-4166-9CBD-16FDD7C35951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117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1.fntdata"/><Relationship Id="rId61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041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573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6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07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281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8827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6646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100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61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52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5966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39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19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Бүтүн жана ондук сандар – 10, 100, 1000гө көбөйтүү жана бөлүү ––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335466" y="782122"/>
            <a:ext cx="10576933" cy="2450883"/>
            <a:chOff x="-335466" y="2105561"/>
            <a:chExt cx="10576933" cy="245088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335466" y="2105561"/>
              <a:ext cx="10576933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!</a:t>
              </a:r>
              <a:endParaRPr lang="en-US" sz="115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331176" y="3745523"/>
            <a:ext cx="9243648" cy="2563836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10го, 100гө, 1000ге көбөйтүү жана бөлүү</a:t>
            </a:r>
            <a:endParaRPr lang="en-US" sz="44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593498" y="1879271"/>
            <a:ext cx="27190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 ×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83221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533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333811" y="1879271"/>
            <a:ext cx="323838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90 ÷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3709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448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074126" y="1879271"/>
            <a:ext cx="37577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92 ×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9200</a:t>
            </a:r>
          </a:p>
        </p:txBody>
      </p:sp>
    </p:spTree>
    <p:extLst>
      <p:ext uri="{BB962C8B-B14F-4D97-AF65-F5344CB8AC3E}">
        <p14:creationId xmlns:p14="http://schemas.microsoft.com/office/powerpoint/2010/main" val="182887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666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593498" y="1879271"/>
            <a:ext cx="27190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 ÷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0,4</a:t>
            </a:r>
          </a:p>
        </p:txBody>
      </p:sp>
    </p:spTree>
    <p:extLst>
      <p:ext uri="{BB962C8B-B14F-4D97-AF65-F5344CB8AC3E}">
        <p14:creationId xmlns:p14="http://schemas.microsoft.com/office/powerpoint/2010/main" val="413083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811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074127" y="1879271"/>
            <a:ext cx="37577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61 ×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6100</a:t>
            </a:r>
          </a:p>
        </p:txBody>
      </p:sp>
    </p:spTree>
    <p:extLst>
      <p:ext uri="{BB962C8B-B14F-4D97-AF65-F5344CB8AC3E}">
        <p14:creationId xmlns:p14="http://schemas.microsoft.com/office/powerpoint/2010/main" val="19412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1524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203970" y="1879271"/>
            <a:ext cx="349807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2,7 ×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532788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914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333811" y="1879271"/>
            <a:ext cx="323838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44 ÷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4,4</a:t>
            </a:r>
          </a:p>
        </p:txBody>
      </p:sp>
    </p:spTree>
    <p:extLst>
      <p:ext uri="{BB962C8B-B14F-4D97-AF65-F5344CB8AC3E}">
        <p14:creationId xmlns:p14="http://schemas.microsoft.com/office/powerpoint/2010/main" val="143401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14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074126" y="1879271"/>
            <a:ext cx="375776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 × 1000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7000</a:t>
            </a:r>
          </a:p>
        </p:txBody>
      </p:sp>
    </p:spTree>
    <p:extLst>
      <p:ext uri="{BB962C8B-B14F-4D97-AF65-F5344CB8AC3E}">
        <p14:creationId xmlns:p14="http://schemas.microsoft.com/office/powerpoint/2010/main" val="70937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221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554753" y="1879271"/>
            <a:ext cx="479650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8100 ÷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201813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104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944283" y="1879271"/>
            <a:ext cx="40174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0,2 ×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0132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07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333811" y="1879271"/>
            <a:ext cx="323838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 ÷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0,06</a:t>
            </a:r>
          </a:p>
        </p:txBody>
      </p:sp>
    </p:spTree>
    <p:extLst>
      <p:ext uri="{BB962C8B-B14F-4D97-AF65-F5344CB8AC3E}">
        <p14:creationId xmlns:p14="http://schemas.microsoft.com/office/powerpoint/2010/main" val="146620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8034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684598" y="1879271"/>
            <a:ext cx="45368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2,5 × 1000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2500</a:t>
            </a:r>
          </a:p>
        </p:txBody>
      </p:sp>
    </p:spTree>
    <p:extLst>
      <p:ext uri="{BB962C8B-B14F-4D97-AF65-F5344CB8AC3E}">
        <p14:creationId xmlns:p14="http://schemas.microsoft.com/office/powerpoint/2010/main" val="352593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436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814441" y="1879271"/>
            <a:ext cx="42771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2428 ÷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242,8</a:t>
            </a:r>
          </a:p>
        </p:txBody>
      </p:sp>
    </p:spTree>
    <p:extLst>
      <p:ext uri="{BB962C8B-B14F-4D97-AF65-F5344CB8AC3E}">
        <p14:creationId xmlns:p14="http://schemas.microsoft.com/office/powerpoint/2010/main" val="919113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136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424911" y="1879271"/>
            <a:ext cx="50561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0,09 × 1000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3932101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30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074126" y="1879271"/>
            <a:ext cx="37577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93 ÷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0,93</a:t>
            </a:r>
          </a:p>
        </p:txBody>
      </p:sp>
    </p:spTree>
    <p:extLst>
      <p:ext uri="{BB962C8B-B14F-4D97-AF65-F5344CB8AC3E}">
        <p14:creationId xmlns:p14="http://schemas.microsoft.com/office/powerpoint/2010/main" val="240371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022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424911" y="1879271"/>
            <a:ext cx="50561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0,013 ×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1,3</a:t>
            </a:r>
          </a:p>
        </p:txBody>
      </p:sp>
    </p:spTree>
    <p:extLst>
      <p:ext uri="{BB962C8B-B14F-4D97-AF65-F5344CB8AC3E}">
        <p14:creationId xmlns:p14="http://schemas.microsoft.com/office/powerpoint/2010/main" val="341689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461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814440" y="1879271"/>
            <a:ext cx="42771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722 ÷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7,22</a:t>
            </a:r>
          </a:p>
        </p:txBody>
      </p:sp>
    </p:spTree>
    <p:extLst>
      <p:ext uri="{BB962C8B-B14F-4D97-AF65-F5344CB8AC3E}">
        <p14:creationId xmlns:p14="http://schemas.microsoft.com/office/powerpoint/2010/main" val="133873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568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295069" y="1879271"/>
            <a:ext cx="53158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3450 ÷ 1000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3,45</a:t>
            </a:r>
          </a:p>
        </p:txBody>
      </p:sp>
    </p:spTree>
    <p:extLst>
      <p:ext uri="{BB962C8B-B14F-4D97-AF65-F5344CB8AC3E}">
        <p14:creationId xmlns:p14="http://schemas.microsoft.com/office/powerpoint/2010/main" val="48273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073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424911" y="1879271"/>
            <a:ext cx="50561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1,08 × 1000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1080</a:t>
            </a:r>
          </a:p>
        </p:txBody>
      </p:sp>
    </p:spTree>
    <p:extLst>
      <p:ext uri="{BB962C8B-B14F-4D97-AF65-F5344CB8AC3E}">
        <p14:creationId xmlns:p14="http://schemas.microsoft.com/office/powerpoint/2010/main" val="58258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322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3074127" y="1879271"/>
            <a:ext cx="37577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67 ÷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0,67</a:t>
            </a:r>
          </a:p>
        </p:txBody>
      </p:sp>
    </p:spTree>
    <p:extLst>
      <p:ext uri="{BB962C8B-B14F-4D97-AF65-F5344CB8AC3E}">
        <p14:creationId xmlns:p14="http://schemas.microsoft.com/office/powerpoint/2010/main" val="286784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434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424910" y="1879271"/>
            <a:ext cx="505619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0,0506 ×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0,506</a:t>
            </a:r>
          </a:p>
        </p:txBody>
      </p:sp>
    </p:spTree>
    <p:extLst>
      <p:ext uri="{BB962C8B-B14F-4D97-AF65-F5344CB8AC3E}">
        <p14:creationId xmlns:p14="http://schemas.microsoft.com/office/powerpoint/2010/main" val="146026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38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944283" y="1879271"/>
            <a:ext cx="40174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0,8 ÷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0,008</a:t>
            </a:r>
          </a:p>
        </p:txBody>
      </p:sp>
    </p:spTree>
    <p:extLst>
      <p:ext uri="{BB962C8B-B14F-4D97-AF65-F5344CB8AC3E}">
        <p14:creationId xmlns:p14="http://schemas.microsoft.com/office/powerpoint/2010/main" val="3619938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4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165224" y="1879271"/>
            <a:ext cx="55755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4,0084 × 100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400,84</a:t>
            </a:r>
          </a:p>
        </p:txBody>
      </p:sp>
    </p:spTree>
    <p:extLst>
      <p:ext uri="{BB962C8B-B14F-4D97-AF65-F5344CB8AC3E}">
        <p14:creationId xmlns:p14="http://schemas.microsoft.com/office/powerpoint/2010/main" val="358924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93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492369"/>
            <a:ext cx="6957647" cy="5345723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4297983" y="542840"/>
            <a:ext cx="1310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Эсепте: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EF7DF-56CE-464C-8F92-29D59405616C}"/>
              </a:ext>
            </a:extLst>
          </p:cNvPr>
          <p:cNvSpPr txBox="1"/>
          <p:nvPr/>
        </p:nvSpPr>
        <p:spPr>
          <a:xfrm>
            <a:off x="2684598" y="1879271"/>
            <a:ext cx="453681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4,6 ÷ 1000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2916110" y="4035669"/>
            <a:ext cx="4073776" cy="910722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0,0046</a:t>
            </a:r>
          </a:p>
        </p:txBody>
      </p:sp>
    </p:spTree>
    <p:extLst>
      <p:ext uri="{BB962C8B-B14F-4D97-AF65-F5344CB8AC3E}">
        <p14:creationId xmlns:p14="http://schemas.microsoft.com/office/powerpoint/2010/main" val="223654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8354</TotalTime>
  <Words>354</Words>
  <Application>Microsoft Office PowerPoint</Application>
  <PresentationFormat>A4 Paper (210x297 mm)</PresentationFormat>
  <Paragraphs>147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Bernard MT Condensed</vt:lpstr>
      <vt:lpstr>Calibri Light</vt:lpstr>
      <vt:lpstr>Arial</vt:lpstr>
      <vt:lpstr>Berlin Sans FB Demi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369</cp:revision>
  <cp:lastPrinted>2017-12-31T22:38:51Z</cp:lastPrinted>
  <dcterms:created xsi:type="dcterms:W3CDTF">2017-01-17T16:57:04Z</dcterms:created>
  <dcterms:modified xsi:type="dcterms:W3CDTF">2024-08-25T16:32:01Z</dcterms:modified>
</cp:coreProperties>
</file>