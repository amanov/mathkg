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1"/>
  </p:notesMasterIdLst>
  <p:sldIdLst>
    <p:sldId id="962" r:id="rId2"/>
    <p:sldId id="971" r:id="rId3"/>
    <p:sldId id="972" r:id="rId4"/>
    <p:sldId id="973" r:id="rId5"/>
    <p:sldId id="974" r:id="rId6"/>
    <p:sldId id="967" r:id="rId7"/>
    <p:sldId id="964" r:id="rId8"/>
    <p:sldId id="969" r:id="rId9"/>
    <p:sldId id="970" r:id="rId10"/>
    <p:sldId id="983" r:id="rId11"/>
    <p:sldId id="975" r:id="rId12"/>
    <p:sldId id="976" r:id="rId13"/>
    <p:sldId id="977" r:id="rId14"/>
    <p:sldId id="978" r:id="rId15"/>
    <p:sldId id="979" r:id="rId16"/>
    <p:sldId id="980" r:id="rId17"/>
    <p:sldId id="981" r:id="rId18"/>
    <p:sldId id="982" r:id="rId19"/>
    <p:sldId id="963" r:id="rId20"/>
  </p:sldIdLst>
  <p:sldSz cx="9906000" cy="6858000" type="A4"/>
  <p:notesSz cx="7104063" cy="10234613"/>
  <p:embeddedFontLst>
    <p:embeddedFont>
      <p:font typeface="Eras Bold ITC" panose="020B0907030504020204" pitchFamily="34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DB5DF34-11F2-4C38-BBC7-78EF4EE8A68D}">
          <p14:sldIdLst>
            <p14:sldId id="962"/>
          </p14:sldIdLst>
        </p14:section>
        <p14:section name="Көрсөтүү үчүн" id="{059544AC-2C27-45B1-9F95-F87DF8854DD6}">
          <p14:sldIdLst>
            <p14:sldId id="971"/>
            <p14:sldId id="972"/>
            <p14:sldId id="973"/>
            <p14:sldId id="974"/>
          </p14:sldIdLst>
        </p14:section>
        <p14:section name="Жооптор" id="{1FEDB314-42DC-4694-9B04-D4A4AAE625F7}">
          <p14:sldIdLst>
            <p14:sldId id="967"/>
            <p14:sldId id="964"/>
            <p14:sldId id="969"/>
            <p14:sldId id="970"/>
            <p14:sldId id="983"/>
          </p14:sldIdLst>
        </p14:section>
        <p14:section name="Таркатма иш кагаздары" id="{A78D9305-6AAE-4715-A210-52F6908F30F7}">
          <p14:sldIdLst>
            <p14:sldId id="975"/>
            <p14:sldId id="976"/>
            <p14:sldId id="977"/>
            <p14:sldId id="978"/>
            <p14:sldId id="979"/>
            <p14:sldId id="980"/>
            <p14:sldId id="981"/>
            <p14:sldId id="982"/>
          </p14:sldIdLst>
        </p14:section>
        <p14:section name="Кайтарым байланыш" id="{72B377EB-FCC6-4223-A5B3-A8EDE34CDCC6}">
          <p14:sldIdLst>
            <p14:sldId id="9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4.wdp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microsoft.com/office/2007/relationships/hdphoto" Target="../media/hdphoto2.wdp"/><Relationship Id="rId1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5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image" Target="../media/image26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microsoft.com/office/2007/relationships/hdphoto" Target="../media/hdphoto6.wdp"/><Relationship Id="rId9" Type="http://schemas.microsoft.com/office/2007/relationships/hdphoto" Target="../media/hdphoto7.wdp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image" Target="../media/image26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microsoft.com/office/2007/relationships/hdphoto" Target="../media/hdphoto6.wdp"/><Relationship Id="rId9" Type="http://schemas.microsoft.com/office/2007/relationships/hdphoto" Target="../media/hdphoto7.wdp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4.wdp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microsoft.com/office/2007/relationships/hdphoto" Target="../media/hdphoto2.wdp"/><Relationship Id="rId1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image" Target="../media/image26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microsoft.com/office/2007/relationships/hdphoto" Target="../media/hdphoto6.wdp"/><Relationship Id="rId9" Type="http://schemas.microsoft.com/office/2007/relationships/hdphoto" Target="../media/hdphoto7.wdp"/><Relationship Id="rId1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image" Target="../media/image26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microsoft.com/office/2007/relationships/hdphoto" Target="../media/hdphoto6.wdp"/><Relationship Id="rId9" Type="http://schemas.microsoft.com/office/2007/relationships/hdphoto" Target="../media/hdphoto7.wdp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4.wdp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microsoft.com/office/2007/relationships/hdphoto" Target="../media/hdphoto2.wdp"/><Relationship Id="rId1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image" Target="../media/image26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microsoft.com/office/2007/relationships/hdphoto" Target="../media/hdphoto6.wdp"/><Relationship Id="rId9" Type="http://schemas.microsoft.com/office/2007/relationships/hdphoto" Target="../media/hdphoto7.wdp"/><Relationship Id="rId1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image" Target="../media/image26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microsoft.com/office/2007/relationships/hdphoto" Target="../media/hdphoto6.wdp"/><Relationship Id="rId9" Type="http://schemas.microsoft.com/office/2007/relationships/hdphoto" Target="../media/hdphoto7.wdp"/><Relationship Id="rId1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Көндүм Б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баракчалары татаалдашып, 2 өлчөмдө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ECC345A-626A-4018-95D7-8C604F401814}"/>
              </a:ext>
            </a:extLst>
          </p:cNvPr>
          <p:cNvGrpSpPr/>
          <p:nvPr/>
        </p:nvGrpSpPr>
        <p:grpSpPr>
          <a:xfrm>
            <a:off x="8261989" y="6130803"/>
            <a:ext cx="1319169" cy="461665"/>
            <a:chOff x="375289" y="1977903"/>
            <a:chExt cx="1319169" cy="461665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CADCBF2-0C3D-4D20-9FA8-773E05EFEB5E}"/>
                </a:ext>
              </a:extLst>
            </p:cNvPr>
            <p:cNvSpPr txBox="1"/>
            <p:nvPr/>
          </p:nvSpPr>
          <p:spPr>
            <a:xfrm>
              <a:off x="778823" y="1977903"/>
              <a:ext cx="9156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Баш кийим</a:t>
              </a:r>
            </a:p>
            <a:p>
              <a:pPr algn="ctr"/>
              <a:r>
                <a:rPr lang="ky-KG" sz="1200" dirty="0"/>
                <a:t>5,82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B420620-3084-4FC9-B6A6-08516A63B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7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9" y="2005578"/>
              <a:ext cx="556400" cy="379917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E493C22-C09E-4E5F-8427-1511535BAA54}"/>
              </a:ext>
            </a:extLst>
          </p:cNvPr>
          <p:cNvGrpSpPr/>
          <p:nvPr/>
        </p:nvGrpSpPr>
        <p:grpSpPr>
          <a:xfrm>
            <a:off x="8221293" y="3668482"/>
            <a:ext cx="1475870" cy="694810"/>
            <a:chOff x="277443" y="5878282"/>
            <a:chExt cx="1475870" cy="694810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B9FD651-1407-4687-956F-DB6459A9F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443" y="5878282"/>
              <a:ext cx="772011" cy="69481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829124-B5A0-4879-B535-1643E6868900}"/>
                </a:ext>
              </a:extLst>
            </p:cNvPr>
            <p:cNvSpPr txBox="1"/>
            <p:nvPr/>
          </p:nvSpPr>
          <p:spPr>
            <a:xfrm>
              <a:off x="1052479" y="6013407"/>
              <a:ext cx="7008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Көйнөк </a:t>
              </a:r>
            </a:p>
            <a:p>
              <a:pPr algn="ctr"/>
              <a:r>
                <a:rPr lang="ky-KG" sz="1200" dirty="0"/>
                <a:t>21,09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4934E3-441E-4D0E-81E5-471AAC529FCD}"/>
              </a:ext>
            </a:extLst>
          </p:cNvPr>
          <p:cNvGrpSpPr/>
          <p:nvPr/>
        </p:nvGrpSpPr>
        <p:grpSpPr>
          <a:xfrm>
            <a:off x="7874756" y="4907426"/>
            <a:ext cx="1380495" cy="694810"/>
            <a:chOff x="416681" y="4621676"/>
            <a:chExt cx="1380495" cy="694810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117917E-99CE-45AA-85FD-69A93F761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681" y="4621676"/>
              <a:ext cx="637271" cy="69481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89D371-C938-4D18-8589-416136738430}"/>
                </a:ext>
              </a:extLst>
            </p:cNvPr>
            <p:cNvSpPr txBox="1"/>
            <p:nvPr/>
          </p:nvSpPr>
          <p:spPr>
            <a:xfrm>
              <a:off x="958740" y="4791437"/>
              <a:ext cx="8384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 Футболка</a:t>
              </a:r>
            </a:p>
            <a:p>
              <a:pPr algn="ctr"/>
              <a:r>
                <a:rPr lang="ky-KG" sz="1200" dirty="0"/>
                <a:t>20,17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81314FB-05C4-4AEC-A206-58D9ED78CCBF}"/>
              </a:ext>
            </a:extLst>
          </p:cNvPr>
          <p:cNvGrpSpPr/>
          <p:nvPr/>
        </p:nvGrpSpPr>
        <p:grpSpPr>
          <a:xfrm>
            <a:off x="8436181" y="1773717"/>
            <a:ext cx="1300858" cy="694811"/>
            <a:chOff x="2990744" y="3432597"/>
            <a:chExt cx="1300858" cy="69481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F48DE73-6AB4-4378-8E99-CA02BFFC6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87061">
              <a:off x="2990744" y="3432597"/>
              <a:ext cx="667670" cy="69481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A9A699-332D-4F2D-9949-AFA3A3F5B5A1}"/>
                </a:ext>
              </a:extLst>
            </p:cNvPr>
            <p:cNvSpPr txBox="1"/>
            <p:nvPr/>
          </p:nvSpPr>
          <p:spPr>
            <a:xfrm>
              <a:off x="3568327" y="3486338"/>
              <a:ext cx="7232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Джинсы</a:t>
              </a:r>
            </a:p>
            <a:p>
              <a:pPr algn="ctr"/>
              <a:r>
                <a:rPr lang="ky-KG" sz="1200" dirty="0"/>
                <a:t>23,54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2B007C0-4B4D-4627-B55D-C93513147AB4}"/>
              </a:ext>
            </a:extLst>
          </p:cNvPr>
          <p:cNvGrpSpPr/>
          <p:nvPr/>
        </p:nvGrpSpPr>
        <p:grpSpPr>
          <a:xfrm>
            <a:off x="5466479" y="5779416"/>
            <a:ext cx="1530697" cy="916850"/>
            <a:chOff x="2866154" y="2026566"/>
            <a:chExt cx="1530697" cy="91685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2D14210-7121-4558-A1C4-99F93CD57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76097">
              <a:off x="2866154" y="2026566"/>
              <a:ext cx="916850" cy="91685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EC689AF-7933-4B08-B039-9557A429E6D1}"/>
                </a:ext>
              </a:extLst>
            </p:cNvPr>
            <p:cNvSpPr txBox="1"/>
            <p:nvPr/>
          </p:nvSpPr>
          <p:spPr>
            <a:xfrm>
              <a:off x="3745711" y="2256055"/>
              <a:ext cx="651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Юбка</a:t>
              </a:r>
            </a:p>
            <a:p>
              <a:pPr algn="ctr"/>
              <a:r>
                <a:rPr lang="ky-KG" sz="1200" dirty="0"/>
                <a:t>23,52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3277C7-C363-48C7-BA76-5085B5A964AC}"/>
              </a:ext>
            </a:extLst>
          </p:cNvPr>
          <p:cNvGrpSpPr/>
          <p:nvPr/>
        </p:nvGrpSpPr>
        <p:grpSpPr>
          <a:xfrm>
            <a:off x="5323787" y="1175642"/>
            <a:ext cx="1323973" cy="1112587"/>
            <a:chOff x="332687" y="2947292"/>
            <a:chExt cx="1323973" cy="1112587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80F050B-73A0-4B9E-9ECB-365196681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87" y="2947292"/>
              <a:ext cx="556294" cy="111258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F689343-6741-4164-9203-007A26EDCDA5}"/>
                </a:ext>
              </a:extLst>
            </p:cNvPr>
            <p:cNvSpPr txBox="1"/>
            <p:nvPr/>
          </p:nvSpPr>
          <p:spPr>
            <a:xfrm>
              <a:off x="816622" y="3386587"/>
              <a:ext cx="8400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Кол сумка</a:t>
              </a:r>
            </a:p>
            <a:p>
              <a:pPr algn="ctr"/>
              <a:r>
                <a:rPr lang="ky-KG" sz="1200" dirty="0"/>
                <a:t>14,54$</a:t>
              </a:r>
              <a:endParaRPr lang="en-GB" sz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4527503-1B30-47AB-8AAF-BD1FAE7278AE}"/>
              </a:ext>
            </a:extLst>
          </p:cNvPr>
          <p:cNvGrpSpPr/>
          <p:nvPr/>
        </p:nvGrpSpPr>
        <p:grpSpPr>
          <a:xfrm>
            <a:off x="5553098" y="3308479"/>
            <a:ext cx="1128134" cy="906879"/>
            <a:chOff x="3009923" y="5699254"/>
            <a:chExt cx="1128134" cy="906879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D83AFD2-B068-4A99-A6EE-8FA53DD209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70"/>
            <a:stretch/>
          </p:blipFill>
          <p:spPr>
            <a:xfrm>
              <a:off x="3009923" y="5699254"/>
              <a:ext cx="629312" cy="906879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6149F6-F3C6-4886-99AD-B31DB971B0CE}"/>
                </a:ext>
              </a:extLst>
            </p:cNvPr>
            <p:cNvSpPr txBox="1"/>
            <p:nvPr/>
          </p:nvSpPr>
          <p:spPr>
            <a:xfrm>
              <a:off x="3472490" y="5805590"/>
              <a:ext cx="6655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Көйнөк</a:t>
              </a:r>
            </a:p>
            <a:p>
              <a:pPr algn="ctr"/>
              <a:r>
                <a:rPr lang="ky-KG" sz="1200" dirty="0"/>
                <a:t>28,15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077EF31-EDEC-4450-9407-BCF1E6D4DC59}"/>
              </a:ext>
            </a:extLst>
          </p:cNvPr>
          <p:cNvGrpSpPr/>
          <p:nvPr/>
        </p:nvGrpSpPr>
        <p:grpSpPr>
          <a:xfrm>
            <a:off x="6919022" y="958989"/>
            <a:ext cx="1671643" cy="593484"/>
            <a:chOff x="2861372" y="4616589"/>
            <a:chExt cx="1671643" cy="593484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698B9DD-9871-4251-ACAF-16F253942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1372" y="4616589"/>
              <a:ext cx="926414" cy="59348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D13BACF-4D6F-4E84-90D4-1491891E2510}"/>
                </a:ext>
              </a:extLst>
            </p:cNvPr>
            <p:cNvSpPr txBox="1"/>
            <p:nvPr/>
          </p:nvSpPr>
          <p:spPr>
            <a:xfrm>
              <a:off x="3676049" y="4625182"/>
              <a:ext cx="856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Бут кийим</a:t>
              </a:r>
            </a:p>
            <a:p>
              <a:pPr algn="ctr"/>
              <a:r>
                <a:rPr lang="ky-KG" sz="1200" dirty="0"/>
                <a:t>23,67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5BD1095-FC23-471A-A50B-DF5C30767EC5}"/>
              </a:ext>
            </a:extLst>
          </p:cNvPr>
          <p:cNvGrpSpPr/>
          <p:nvPr/>
        </p:nvGrpSpPr>
        <p:grpSpPr>
          <a:xfrm>
            <a:off x="6917876" y="2566600"/>
            <a:ext cx="1358676" cy="694810"/>
            <a:chOff x="3050726" y="842575"/>
            <a:chExt cx="1358676" cy="694810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849C5CC-CE93-4528-8E23-CC4AB1DA2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0726" y="842575"/>
              <a:ext cx="547706" cy="69481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0E76EF-00DD-4F09-911C-C54C8B4F26FC}"/>
                </a:ext>
              </a:extLst>
            </p:cNvPr>
            <p:cNvSpPr txBox="1"/>
            <p:nvPr/>
          </p:nvSpPr>
          <p:spPr>
            <a:xfrm>
              <a:off x="3583534" y="934333"/>
              <a:ext cx="825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Толстовка</a:t>
              </a:r>
            </a:p>
            <a:p>
              <a:pPr algn="ctr"/>
              <a:r>
                <a:rPr lang="ky-KG" sz="1200" dirty="0"/>
                <a:t>23,08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48873D-9592-4957-972C-0AF810EB5925}"/>
              </a:ext>
            </a:extLst>
          </p:cNvPr>
          <p:cNvGrpSpPr/>
          <p:nvPr/>
        </p:nvGrpSpPr>
        <p:grpSpPr>
          <a:xfrm>
            <a:off x="5861171" y="4784280"/>
            <a:ext cx="1276457" cy="526317"/>
            <a:chOff x="393821" y="936180"/>
            <a:chExt cx="1276457" cy="526317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40021791-AD60-476F-8705-B366645F1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821" y="936180"/>
              <a:ext cx="564706" cy="50760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64C0A76-5BF0-4E49-9812-1A31E2293D42}"/>
                </a:ext>
              </a:extLst>
            </p:cNvPr>
            <p:cNvSpPr txBox="1"/>
            <p:nvPr/>
          </p:nvSpPr>
          <p:spPr>
            <a:xfrm>
              <a:off x="1019138" y="1000832"/>
              <a:ext cx="651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Байпак</a:t>
              </a:r>
            </a:p>
            <a:p>
              <a:pPr algn="ctr"/>
              <a:r>
                <a:rPr lang="ky-KG" sz="1200" dirty="0"/>
                <a:t>5,63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596A022-E493-4C24-8AAC-EB401DDB499E}"/>
              </a:ext>
            </a:extLst>
          </p:cNvPr>
          <p:cNvSpPr/>
          <p:nvPr/>
        </p:nvSpPr>
        <p:spPr>
          <a:xfrm>
            <a:off x="5008245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141940-5423-4852-ADC8-34A617D36170}"/>
              </a:ext>
            </a:extLst>
          </p:cNvPr>
          <p:cNvSpPr txBox="1"/>
          <p:nvPr/>
        </p:nvSpPr>
        <p:spPr>
          <a:xfrm>
            <a:off x="6377033" y="-26377"/>
            <a:ext cx="2850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арзан</a:t>
            </a:r>
            <a:r>
              <a:rPr lang="en-GB" sz="1200" b="1" dirty="0"/>
              <a:t>                       </a:t>
            </a:r>
            <a:r>
              <a:rPr lang="ky-KG" sz="1200" b="1" dirty="0"/>
              <a:t>                </a:t>
            </a:r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Кымбат</a:t>
            </a:r>
            <a:endParaRPr lang="en-US" sz="1200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2FF4177-BFBC-488C-A2DE-F3DC65667EBB}"/>
              </a:ext>
            </a:extLst>
          </p:cNvPr>
          <p:cNvCxnSpPr>
            <a:cxnSpLocks/>
          </p:cNvCxnSpPr>
          <p:nvPr/>
        </p:nvCxnSpPr>
        <p:spPr>
          <a:xfrm>
            <a:off x="7267928" y="135570"/>
            <a:ext cx="1029716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E6B9189-4CB5-4E9F-A444-5321E42FB263}"/>
              </a:ext>
            </a:extLst>
          </p:cNvPr>
          <p:cNvSpPr txBox="1"/>
          <p:nvPr/>
        </p:nvSpPr>
        <p:spPr>
          <a:xfrm>
            <a:off x="4944726" y="25744"/>
            <a:ext cx="10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Кийим-кече</a:t>
            </a:r>
            <a:endParaRPr lang="en-GB" sz="1400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D1FC51-9D2A-4C5D-B512-878A07D4AD15}"/>
              </a:ext>
            </a:extLst>
          </p:cNvPr>
          <p:cNvSpPr txBox="1"/>
          <p:nvPr/>
        </p:nvSpPr>
        <p:spPr>
          <a:xfrm>
            <a:off x="5517178" y="333521"/>
            <a:ext cx="3939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Кийимдердин тизмесин эң арзандан эң кымбатка чейин </a:t>
            </a:r>
          </a:p>
          <a:p>
            <a:pPr algn="ctr"/>
            <a:r>
              <a:rPr lang="ky-KG" sz="1200" dirty="0"/>
              <a:t>баа тартибинде ирээтте.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12634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B5F2627-0751-4EC9-833F-6DFABCA0C042}"/>
              </a:ext>
            </a:extLst>
          </p:cNvPr>
          <p:cNvGrpSpPr/>
          <p:nvPr/>
        </p:nvGrpSpPr>
        <p:grpSpPr>
          <a:xfrm>
            <a:off x="5461336" y="6132825"/>
            <a:ext cx="1243951" cy="516499"/>
            <a:chOff x="517861" y="3408675"/>
            <a:chExt cx="1243951" cy="51649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25A42F1-035D-4220-8486-BD9E60CA5899}"/>
                </a:ext>
              </a:extLst>
            </p:cNvPr>
            <p:cNvSpPr txBox="1"/>
            <p:nvPr/>
          </p:nvSpPr>
          <p:spPr>
            <a:xfrm>
              <a:off x="1182871" y="3460167"/>
              <a:ext cx="5789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Донат</a:t>
              </a:r>
            </a:p>
            <a:p>
              <a:pPr algn="ctr"/>
              <a:r>
                <a:rPr lang="ky-KG" sz="1200" dirty="0"/>
                <a:t>1,18 $</a:t>
              </a:r>
              <a:endParaRPr lang="en-GB" sz="1200" dirty="0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177A85E-106F-486E-85B8-8F7F5E26C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3408675"/>
              <a:ext cx="516499" cy="516499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90A002-9E11-4FB0-B1AA-D184B5278DA2}"/>
              </a:ext>
            </a:extLst>
          </p:cNvPr>
          <p:cNvGrpSpPr/>
          <p:nvPr/>
        </p:nvGrpSpPr>
        <p:grpSpPr>
          <a:xfrm>
            <a:off x="8223586" y="2375876"/>
            <a:ext cx="1208686" cy="524067"/>
            <a:chOff x="517861" y="2518751"/>
            <a:chExt cx="1208686" cy="524067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AF795ED-AEA7-4ADD-A4A5-7C3774ED3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2526319"/>
              <a:ext cx="516499" cy="516499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8C51291-EBFB-40B4-B239-09E366F411E8}"/>
                </a:ext>
              </a:extLst>
            </p:cNvPr>
            <p:cNvSpPr txBox="1"/>
            <p:nvPr/>
          </p:nvSpPr>
          <p:spPr>
            <a:xfrm>
              <a:off x="837137" y="2518751"/>
              <a:ext cx="8894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Балмуздак</a:t>
              </a:r>
            </a:p>
            <a:p>
              <a:pPr algn="ctr"/>
              <a:r>
                <a:rPr lang="ky-KG" sz="1200" dirty="0"/>
                <a:t>1,10 $</a:t>
              </a:r>
              <a:endParaRPr lang="en-GB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F74350-17DD-43B3-BAE9-C6356B66B658}"/>
              </a:ext>
            </a:extLst>
          </p:cNvPr>
          <p:cNvGrpSpPr/>
          <p:nvPr/>
        </p:nvGrpSpPr>
        <p:grpSpPr>
          <a:xfrm>
            <a:off x="6948696" y="4191214"/>
            <a:ext cx="1814741" cy="516499"/>
            <a:chOff x="517861" y="1643963"/>
            <a:chExt cx="1814741" cy="516499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A3C95EB-E2E8-4FF6-9566-CF4C2F6C7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1643963"/>
              <a:ext cx="516499" cy="516499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74DE665-B606-4380-96D2-D0CC1B186F7F}"/>
                </a:ext>
              </a:extLst>
            </p:cNvPr>
            <p:cNvSpPr txBox="1"/>
            <p:nvPr/>
          </p:nvSpPr>
          <p:spPr>
            <a:xfrm>
              <a:off x="793911" y="1691131"/>
              <a:ext cx="15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1 тоголок балмуздак</a:t>
              </a:r>
            </a:p>
            <a:p>
              <a:pPr algn="ctr"/>
              <a:r>
                <a:rPr lang="ky-KG" sz="1200" dirty="0"/>
                <a:t>1,06 $</a:t>
              </a:r>
              <a:endParaRPr lang="en-GB" sz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49A019B-4F25-435D-97F9-A2579482A6CE}"/>
              </a:ext>
            </a:extLst>
          </p:cNvPr>
          <p:cNvGrpSpPr/>
          <p:nvPr/>
        </p:nvGrpSpPr>
        <p:grpSpPr>
          <a:xfrm>
            <a:off x="6842461" y="763709"/>
            <a:ext cx="1982274" cy="555058"/>
            <a:chOff x="517861" y="6116759"/>
            <a:chExt cx="1982274" cy="555058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F67984C-DDD8-4887-9332-AD87DBA3A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6155318"/>
              <a:ext cx="516499" cy="516499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777C0A5-7CB4-4DFA-9708-4543AEF932CD}"/>
                </a:ext>
              </a:extLst>
            </p:cNvPr>
            <p:cNvSpPr txBox="1"/>
            <p:nvPr/>
          </p:nvSpPr>
          <p:spPr>
            <a:xfrm>
              <a:off x="961444" y="6116759"/>
              <a:ext cx="15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3 тоголок балмуздак</a:t>
              </a:r>
            </a:p>
            <a:p>
              <a:pPr algn="ctr"/>
              <a:r>
                <a:rPr lang="ky-KG" sz="1200" dirty="0"/>
                <a:t>1,78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32B851D-A466-4ED2-8B4B-8F85ED7E2632}"/>
              </a:ext>
            </a:extLst>
          </p:cNvPr>
          <p:cNvGrpSpPr/>
          <p:nvPr/>
        </p:nvGrpSpPr>
        <p:grpSpPr>
          <a:xfrm>
            <a:off x="7906276" y="3289268"/>
            <a:ext cx="1969715" cy="552575"/>
            <a:chOff x="3020077" y="3077474"/>
            <a:chExt cx="1969715" cy="55257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40E656C-CCE3-4BAB-BC57-39F7259C8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3077474"/>
              <a:ext cx="516499" cy="516499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493CE53-E41C-4580-9726-0D3EEB483C6D}"/>
                </a:ext>
              </a:extLst>
            </p:cNvPr>
            <p:cNvSpPr txBox="1"/>
            <p:nvPr/>
          </p:nvSpPr>
          <p:spPr>
            <a:xfrm>
              <a:off x="3513619" y="3168384"/>
              <a:ext cx="14761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өсумдүк кесмелери</a:t>
              </a:r>
            </a:p>
            <a:p>
              <a:pPr algn="ctr"/>
              <a:r>
                <a:rPr lang="ky-KG" sz="1200" dirty="0"/>
                <a:t>2,09 $</a:t>
              </a:r>
              <a:endParaRPr lang="en-GB" sz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28B59FB-FE99-4774-822F-AB97D7F722CA}"/>
              </a:ext>
            </a:extLst>
          </p:cNvPr>
          <p:cNvGrpSpPr/>
          <p:nvPr/>
        </p:nvGrpSpPr>
        <p:grpSpPr>
          <a:xfrm>
            <a:off x="6782452" y="1937351"/>
            <a:ext cx="1133319" cy="516499"/>
            <a:chOff x="3020077" y="5442551"/>
            <a:chExt cx="1133319" cy="516499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A99FA02-1582-4ECC-9538-8D346DBAC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5442551"/>
              <a:ext cx="516499" cy="516499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CC6861F-78B0-47FA-819F-700068397CFA}"/>
                </a:ext>
              </a:extLst>
            </p:cNvPr>
            <p:cNvSpPr txBox="1"/>
            <p:nvPr/>
          </p:nvSpPr>
          <p:spPr>
            <a:xfrm>
              <a:off x="3580802" y="5484318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Тако</a:t>
              </a:r>
            </a:p>
            <a:p>
              <a:pPr algn="ctr"/>
              <a:r>
                <a:rPr lang="ky-KG" sz="1200" dirty="0"/>
                <a:t>2,47 $</a:t>
              </a:r>
              <a:endParaRPr lang="en-GB" sz="12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3A11706-2F6F-4062-943E-48B81ED970C7}"/>
              </a:ext>
            </a:extLst>
          </p:cNvPr>
          <p:cNvGrpSpPr/>
          <p:nvPr/>
        </p:nvGrpSpPr>
        <p:grpSpPr>
          <a:xfrm>
            <a:off x="5239402" y="1144563"/>
            <a:ext cx="1135389" cy="516499"/>
            <a:chOff x="3020077" y="6230913"/>
            <a:chExt cx="1135389" cy="51649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9CB3446-1E44-4224-8D61-BF5BC131E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6230913"/>
              <a:ext cx="516499" cy="516499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99556F8-3107-4CB1-A751-326230076D55}"/>
                </a:ext>
              </a:extLst>
            </p:cNvPr>
            <p:cNvSpPr txBox="1"/>
            <p:nvPr/>
          </p:nvSpPr>
          <p:spPr>
            <a:xfrm>
              <a:off x="3530936" y="6276623"/>
              <a:ext cx="6245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Бургер</a:t>
              </a:r>
            </a:p>
            <a:p>
              <a:pPr algn="ctr"/>
              <a:r>
                <a:rPr lang="ky-KG" sz="1200" dirty="0"/>
                <a:t>2,51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CBDAD9-A24D-4C59-B362-2AF4E406B0FD}"/>
              </a:ext>
            </a:extLst>
          </p:cNvPr>
          <p:cNvGrpSpPr/>
          <p:nvPr/>
        </p:nvGrpSpPr>
        <p:grpSpPr>
          <a:xfrm>
            <a:off x="5306077" y="2548506"/>
            <a:ext cx="1243920" cy="516499"/>
            <a:chOff x="3020077" y="1500756"/>
            <a:chExt cx="1243920" cy="51649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967C344-12F0-4BA9-A26C-12A11F2A7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1500756"/>
              <a:ext cx="516499" cy="516499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B8BB053-EAF4-473F-8BEC-737E7B6DDA5C}"/>
                </a:ext>
              </a:extLst>
            </p:cNvPr>
            <p:cNvSpPr txBox="1"/>
            <p:nvPr/>
          </p:nvSpPr>
          <p:spPr>
            <a:xfrm>
              <a:off x="3455313" y="1538368"/>
              <a:ext cx="8086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Шоколад</a:t>
              </a:r>
            </a:p>
            <a:p>
              <a:pPr algn="ctr"/>
              <a:r>
                <a:rPr lang="ky-KG" sz="1200" dirty="0"/>
                <a:t>1,85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96D87B-F921-46ED-8972-7BB90D67D09D}"/>
              </a:ext>
            </a:extLst>
          </p:cNvPr>
          <p:cNvGrpSpPr/>
          <p:nvPr/>
        </p:nvGrpSpPr>
        <p:grpSpPr>
          <a:xfrm>
            <a:off x="8411227" y="1131497"/>
            <a:ext cx="1209564" cy="555550"/>
            <a:chOff x="3020077" y="712397"/>
            <a:chExt cx="1209564" cy="55555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6814BE4-65BE-4537-BD1B-60033D9EA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712397"/>
              <a:ext cx="516499" cy="516499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DCA6E81-5BBD-498F-A120-CA5978C94295}"/>
                </a:ext>
              </a:extLst>
            </p:cNvPr>
            <p:cNvSpPr txBox="1"/>
            <p:nvPr/>
          </p:nvSpPr>
          <p:spPr>
            <a:xfrm>
              <a:off x="3572795" y="806282"/>
              <a:ext cx="6568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Хот дог</a:t>
              </a:r>
            </a:p>
            <a:p>
              <a:pPr algn="ctr"/>
              <a:r>
                <a:rPr lang="ky-KG" sz="1200" dirty="0"/>
                <a:t>1,82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1F838D-EAB8-4C35-B9F3-B75E2C594CE3}"/>
              </a:ext>
            </a:extLst>
          </p:cNvPr>
          <p:cNvGrpSpPr/>
          <p:nvPr/>
        </p:nvGrpSpPr>
        <p:grpSpPr>
          <a:xfrm>
            <a:off x="7145097" y="5382937"/>
            <a:ext cx="1129506" cy="639667"/>
            <a:chOff x="468072" y="5173387"/>
            <a:chExt cx="1129506" cy="639667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057B523-84FB-46B0-BB82-5FA1DFAE6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072" y="5173387"/>
              <a:ext cx="616076" cy="616076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DEE7D7D-FDD4-4B0D-B89C-1FC0A7D70E45}"/>
                </a:ext>
              </a:extLst>
            </p:cNvPr>
            <p:cNvSpPr txBox="1"/>
            <p:nvPr/>
          </p:nvSpPr>
          <p:spPr>
            <a:xfrm>
              <a:off x="1024984" y="5351389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Чай</a:t>
              </a:r>
            </a:p>
            <a:p>
              <a:pPr algn="ctr"/>
              <a:r>
                <a:rPr lang="ky-KG" sz="1200" dirty="0"/>
                <a:t>1,77 $</a:t>
              </a:r>
              <a:endParaRPr lang="en-GB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8231D7-DC7B-44FF-BAEC-5B4C5D73942A}"/>
              </a:ext>
            </a:extLst>
          </p:cNvPr>
          <p:cNvGrpSpPr/>
          <p:nvPr/>
        </p:nvGrpSpPr>
        <p:grpSpPr>
          <a:xfrm>
            <a:off x="8566486" y="4688786"/>
            <a:ext cx="1169922" cy="542195"/>
            <a:chOff x="517861" y="735911"/>
            <a:chExt cx="1169922" cy="542195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C06EB2A-7992-4E5C-9AF9-4C193E7F0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761607"/>
              <a:ext cx="516499" cy="516499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DC5B1F4-85E0-4FBA-BE01-5686613F5F20}"/>
                </a:ext>
              </a:extLst>
            </p:cNvPr>
            <p:cNvSpPr txBox="1"/>
            <p:nvPr/>
          </p:nvSpPr>
          <p:spPr>
            <a:xfrm>
              <a:off x="1109035" y="735911"/>
              <a:ext cx="5787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Таттуу</a:t>
              </a:r>
            </a:p>
            <a:p>
              <a:pPr algn="ctr"/>
              <a:r>
                <a:rPr lang="ky-KG" sz="1200" dirty="0"/>
                <a:t>0,73 $</a:t>
              </a:r>
              <a:endParaRPr lang="en-GB" sz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04A7EA1-7E93-480D-9DB0-058025E42817}"/>
              </a:ext>
            </a:extLst>
          </p:cNvPr>
          <p:cNvGrpSpPr/>
          <p:nvPr/>
        </p:nvGrpSpPr>
        <p:grpSpPr>
          <a:xfrm>
            <a:off x="5334652" y="3980133"/>
            <a:ext cx="1050612" cy="549198"/>
            <a:chOff x="3020077" y="3865833"/>
            <a:chExt cx="1050612" cy="549198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42DDD0F-5963-45AB-BEC3-ADEB78B74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3865833"/>
              <a:ext cx="516499" cy="51649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9379D47-1779-4086-8852-76B773A82628}"/>
                </a:ext>
              </a:extLst>
            </p:cNvPr>
            <p:cNvSpPr txBox="1"/>
            <p:nvPr/>
          </p:nvSpPr>
          <p:spPr>
            <a:xfrm>
              <a:off x="3480977" y="3953366"/>
              <a:ext cx="5897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Кофе</a:t>
              </a:r>
            </a:p>
            <a:p>
              <a:pPr algn="ctr"/>
              <a:r>
                <a:rPr lang="ky-KG" sz="1200" dirty="0"/>
                <a:t>2,42 $</a:t>
              </a:r>
              <a:endParaRPr lang="en-GB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B38511-325F-4808-AC3C-986A984C1006}"/>
              </a:ext>
            </a:extLst>
          </p:cNvPr>
          <p:cNvGrpSpPr/>
          <p:nvPr/>
        </p:nvGrpSpPr>
        <p:grpSpPr>
          <a:xfrm>
            <a:off x="8439802" y="6080065"/>
            <a:ext cx="1116521" cy="516499"/>
            <a:chOff x="3020077" y="2289115"/>
            <a:chExt cx="1116521" cy="516499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26A09E4-997F-4C12-8E4D-CE31793A3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2289115"/>
              <a:ext cx="516499" cy="516499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3759895-AAA8-4A0B-9D0A-1F42FEF1B94C}"/>
                </a:ext>
              </a:extLst>
            </p:cNvPr>
            <p:cNvSpPr txBox="1"/>
            <p:nvPr/>
          </p:nvSpPr>
          <p:spPr>
            <a:xfrm>
              <a:off x="3564005" y="2339954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Кекс</a:t>
              </a:r>
            </a:p>
            <a:p>
              <a:pPr algn="ctr"/>
              <a:r>
                <a:rPr lang="ky-KG" sz="1200" dirty="0"/>
                <a:t>1,86 $</a:t>
              </a:r>
              <a:endParaRPr lang="en-GB" sz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948961F-7EDC-47F3-9FE5-795FFDF13615}"/>
              </a:ext>
            </a:extLst>
          </p:cNvPr>
          <p:cNvGrpSpPr/>
          <p:nvPr/>
        </p:nvGrpSpPr>
        <p:grpSpPr>
          <a:xfrm>
            <a:off x="5468002" y="5054242"/>
            <a:ext cx="1226977" cy="516499"/>
            <a:chOff x="3020077" y="4654192"/>
            <a:chExt cx="1226977" cy="51649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C0E7EA6-1CE0-4D8B-8BC2-00B2BA1FC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4654192"/>
              <a:ext cx="516499" cy="51649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748AFBE-D3D9-411B-B89E-F094868A0C28}"/>
                </a:ext>
              </a:extLst>
            </p:cNvPr>
            <p:cNvSpPr txBox="1"/>
            <p:nvPr/>
          </p:nvSpPr>
          <p:spPr>
            <a:xfrm>
              <a:off x="3514161" y="4690154"/>
              <a:ext cx="732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Сэндвич</a:t>
              </a:r>
            </a:p>
            <a:p>
              <a:pPr algn="ctr"/>
              <a:r>
                <a:rPr lang="ky-KG" sz="1200" dirty="0"/>
                <a:t>2,44 $</a:t>
              </a:r>
              <a:endParaRPr lang="en-GB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55A7DB1-4B3E-43AB-B112-35FB528DD0F6}"/>
              </a:ext>
            </a:extLst>
          </p:cNvPr>
          <p:cNvGrpSpPr/>
          <p:nvPr/>
        </p:nvGrpSpPr>
        <p:grpSpPr>
          <a:xfrm>
            <a:off x="6461461" y="3309956"/>
            <a:ext cx="1032093" cy="516499"/>
            <a:chOff x="517861" y="4291031"/>
            <a:chExt cx="1032093" cy="5164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125B44D-6B3F-46EF-A38D-90DCD0615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4291031"/>
              <a:ext cx="516499" cy="516499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0976AD9-FA9D-4E1F-939B-4A8B44CA6244}"/>
                </a:ext>
              </a:extLst>
            </p:cNvPr>
            <p:cNvSpPr txBox="1"/>
            <p:nvPr/>
          </p:nvSpPr>
          <p:spPr>
            <a:xfrm>
              <a:off x="977360" y="4342009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Фри </a:t>
              </a:r>
            </a:p>
            <a:p>
              <a:pPr algn="ctr"/>
              <a:r>
                <a:rPr lang="ky-KG" sz="1200" dirty="0"/>
                <a:t>1,74 $</a:t>
              </a:r>
              <a:endParaRPr lang="en-GB" sz="12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0F5D0CA-C4C6-44F0-9B34-E9903168F9F1}"/>
              </a:ext>
            </a:extLst>
          </p:cNvPr>
          <p:cNvSpPr/>
          <p:nvPr/>
        </p:nvSpPr>
        <p:spPr>
          <a:xfrm>
            <a:off x="5008245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3EE6A73-4E95-4894-804D-9751714A3453}"/>
              </a:ext>
            </a:extLst>
          </p:cNvPr>
          <p:cNvCxnSpPr>
            <a:cxnSpLocks/>
          </p:cNvCxnSpPr>
          <p:nvPr/>
        </p:nvCxnSpPr>
        <p:spPr>
          <a:xfrm>
            <a:off x="7128684" y="105090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D2B2834-D79F-478F-BD9E-46B15D9BFB8A}"/>
              </a:ext>
            </a:extLst>
          </p:cNvPr>
          <p:cNvSpPr txBox="1"/>
          <p:nvPr/>
        </p:nvSpPr>
        <p:spPr>
          <a:xfrm>
            <a:off x="4975727" y="30773"/>
            <a:ext cx="904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Тамак-аш</a:t>
            </a:r>
            <a:endParaRPr lang="en-GB" sz="1400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9A65C4E-077B-4CD0-AD83-33E588B9698C}"/>
              </a:ext>
            </a:extLst>
          </p:cNvPr>
          <p:cNvSpPr txBox="1"/>
          <p:nvPr/>
        </p:nvSpPr>
        <p:spPr>
          <a:xfrm>
            <a:off x="5742736" y="333521"/>
            <a:ext cx="3271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Тамак-аш тизмесин эң кичинеден чоңго чейин </a:t>
            </a:r>
          </a:p>
          <a:p>
            <a:pPr algn="ctr"/>
            <a:r>
              <a:rPr lang="ky-KG" sz="1200" dirty="0"/>
              <a:t>баа тартибинде ирээтинде .</a:t>
            </a: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5ECD76-A55B-147F-4F7A-E121E3B47D3C}"/>
              </a:ext>
            </a:extLst>
          </p:cNvPr>
          <p:cNvSpPr txBox="1"/>
          <p:nvPr/>
        </p:nvSpPr>
        <p:spPr>
          <a:xfrm>
            <a:off x="6121031" y="-46816"/>
            <a:ext cx="2850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арзан</a:t>
            </a:r>
            <a:r>
              <a:rPr lang="en-GB" sz="1200" b="1" dirty="0"/>
              <a:t>                       </a:t>
            </a:r>
            <a:r>
              <a:rPr lang="ky-KG" sz="1200" b="1" dirty="0"/>
              <a:t>                </a:t>
            </a:r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Кымбат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510637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04B22E2-FBA4-498F-B784-73AB9E9A639E}"/>
              </a:ext>
            </a:extLst>
          </p:cNvPr>
          <p:cNvGrpSpPr/>
          <p:nvPr/>
        </p:nvGrpSpPr>
        <p:grpSpPr>
          <a:xfrm>
            <a:off x="8043031" y="2377155"/>
            <a:ext cx="1467014" cy="549836"/>
            <a:chOff x="2994781" y="6168105"/>
            <a:chExt cx="1467014" cy="549836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4DC5DC3-A51B-4EFB-8D93-CB89DB542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4781" y="6168105"/>
              <a:ext cx="480677" cy="549836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CF6891E-6E6E-4D2C-9FD7-94604CCB29AC}"/>
                </a:ext>
              </a:extLst>
            </p:cNvPr>
            <p:cNvSpPr txBox="1"/>
            <p:nvPr/>
          </p:nvSpPr>
          <p:spPr>
            <a:xfrm>
              <a:off x="3515703" y="6221934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Канат</a:t>
              </a:r>
              <a:endParaRPr lang="en-GB" sz="1200" dirty="0"/>
            </a:p>
            <a:p>
              <a:pPr algn="ctr"/>
              <a:r>
                <a:rPr lang="en-GB" sz="1200" dirty="0"/>
                <a:t>10,6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D26905-D608-4DBB-86CF-A5E610C1E585}"/>
              </a:ext>
            </a:extLst>
          </p:cNvPr>
          <p:cNvGrpSpPr/>
          <p:nvPr/>
        </p:nvGrpSpPr>
        <p:grpSpPr>
          <a:xfrm>
            <a:off x="5463150" y="3471165"/>
            <a:ext cx="1594390" cy="583202"/>
            <a:chOff x="548250" y="3118740"/>
            <a:chExt cx="1594390" cy="583202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3EA24A7-39BC-4EE3-BA2B-C84EA0827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250" y="3118740"/>
              <a:ext cx="463828" cy="583202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323C53-095B-421E-907B-D5495B9BD208}"/>
                </a:ext>
              </a:extLst>
            </p:cNvPr>
            <p:cNvSpPr txBox="1"/>
            <p:nvPr/>
          </p:nvSpPr>
          <p:spPr>
            <a:xfrm>
              <a:off x="1039453" y="3178726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Карабала</a:t>
              </a:r>
              <a:endParaRPr lang="en-GB" sz="1200" dirty="0"/>
            </a:p>
            <a:p>
              <a:pPr algn="ctr"/>
              <a:r>
                <a:rPr lang="en-GB" sz="1200" dirty="0"/>
                <a:t>10,109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B2F35D4-8FB6-4CC5-B5EC-BD0E16D61A12}"/>
              </a:ext>
            </a:extLst>
          </p:cNvPr>
          <p:cNvGrpSpPr/>
          <p:nvPr/>
        </p:nvGrpSpPr>
        <p:grpSpPr>
          <a:xfrm>
            <a:off x="8030499" y="3340186"/>
            <a:ext cx="1706083" cy="526420"/>
            <a:chOff x="2978695" y="3199155"/>
            <a:chExt cx="1706083" cy="52642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8F53165-00D2-47DD-9015-09A08FFD2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8695" y="3199155"/>
              <a:ext cx="512848" cy="52642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92FAAC0-6BF1-4F87-B02B-CF04368C533C}"/>
                </a:ext>
              </a:extLst>
            </p:cNvPr>
            <p:cNvSpPr txBox="1"/>
            <p:nvPr/>
          </p:nvSpPr>
          <p:spPr>
            <a:xfrm>
              <a:off x="3581591" y="3257408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Акылай</a:t>
              </a:r>
              <a:endParaRPr lang="en-GB" sz="1200" dirty="0"/>
            </a:p>
            <a:p>
              <a:pPr algn="ctr"/>
              <a:r>
                <a:rPr lang="en-GB" sz="1200" dirty="0"/>
                <a:t>10,507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3366976-5BD9-42F0-842F-67E132AF5070}"/>
              </a:ext>
            </a:extLst>
          </p:cNvPr>
          <p:cNvGrpSpPr/>
          <p:nvPr/>
        </p:nvGrpSpPr>
        <p:grpSpPr>
          <a:xfrm>
            <a:off x="7440261" y="4218321"/>
            <a:ext cx="1619783" cy="539824"/>
            <a:chOff x="544161" y="1075071"/>
            <a:chExt cx="1619783" cy="53982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FE4D83F-3012-429B-B6EE-60736A9C5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161" y="1075071"/>
              <a:ext cx="472007" cy="53982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9759198-13F8-422B-8D4E-AF38EC57A076}"/>
                </a:ext>
              </a:extLst>
            </p:cNvPr>
            <p:cNvSpPr txBox="1"/>
            <p:nvPr/>
          </p:nvSpPr>
          <p:spPr>
            <a:xfrm>
              <a:off x="1060757" y="1133794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Акылбек</a:t>
              </a:r>
              <a:endParaRPr lang="en-GB" sz="1200" dirty="0"/>
            </a:p>
            <a:p>
              <a:pPr algn="ctr"/>
              <a:r>
                <a:rPr lang="en-GB" sz="1200" dirty="0"/>
                <a:t>10,087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614A968-2D94-4B50-B0FC-0CAC7E29C53A}"/>
              </a:ext>
            </a:extLst>
          </p:cNvPr>
          <p:cNvGrpSpPr/>
          <p:nvPr/>
        </p:nvGrpSpPr>
        <p:grpSpPr>
          <a:xfrm>
            <a:off x="5252219" y="1040854"/>
            <a:ext cx="1693793" cy="511335"/>
            <a:chOff x="2994794" y="4165054"/>
            <a:chExt cx="1693793" cy="51133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CC52199-74B7-4271-A13D-47CB6486DDA5}"/>
                </a:ext>
              </a:extLst>
            </p:cNvPr>
            <p:cNvSpPr txBox="1"/>
            <p:nvPr/>
          </p:nvSpPr>
          <p:spPr>
            <a:xfrm>
              <a:off x="3585400" y="4165054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Даку</a:t>
              </a:r>
            </a:p>
            <a:p>
              <a:pPr algn="ctr"/>
              <a:r>
                <a:rPr lang="ky-KG" sz="1200" dirty="0"/>
                <a:t>10,518 секунд</a:t>
              </a:r>
              <a:endParaRPr lang="en-GB" sz="1200" dirty="0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A334F4C-7239-44B6-A40A-A9B9A9E3A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4794" y="4187332"/>
              <a:ext cx="480651" cy="489057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99B68CA-B9C8-41E4-BF10-14DADF48BBBE}"/>
              </a:ext>
            </a:extLst>
          </p:cNvPr>
          <p:cNvGrpSpPr/>
          <p:nvPr/>
        </p:nvGrpSpPr>
        <p:grpSpPr>
          <a:xfrm>
            <a:off x="5628617" y="5966821"/>
            <a:ext cx="1746231" cy="568202"/>
            <a:chOff x="2894942" y="5138146"/>
            <a:chExt cx="1746231" cy="56820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82C552-8838-4556-AA4E-5142A834E39A}"/>
                </a:ext>
              </a:extLst>
            </p:cNvPr>
            <p:cNvSpPr txBox="1"/>
            <p:nvPr/>
          </p:nvSpPr>
          <p:spPr>
            <a:xfrm>
              <a:off x="3616534" y="5160156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Айжан</a:t>
              </a:r>
              <a:endParaRPr lang="en-GB" sz="1200" dirty="0"/>
            </a:p>
            <a:p>
              <a:pPr algn="ctr"/>
              <a:r>
                <a:rPr lang="en-GB" sz="1200" dirty="0"/>
                <a:t>10,54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0EFB3A9D-F34C-499C-BD4C-106FC653D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4942" y="5138146"/>
              <a:ext cx="680354" cy="56820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BACE0F-3BA8-4119-9165-2F687607E48E}"/>
              </a:ext>
            </a:extLst>
          </p:cNvPr>
          <p:cNvGrpSpPr/>
          <p:nvPr/>
        </p:nvGrpSpPr>
        <p:grpSpPr>
          <a:xfrm>
            <a:off x="5339626" y="2587005"/>
            <a:ext cx="1568535" cy="497298"/>
            <a:chOff x="539026" y="4139580"/>
            <a:chExt cx="1568535" cy="49729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15448BD-B1CF-460E-957A-4A070AEB4406}"/>
                </a:ext>
              </a:extLst>
            </p:cNvPr>
            <p:cNvSpPr txBox="1"/>
            <p:nvPr/>
          </p:nvSpPr>
          <p:spPr>
            <a:xfrm>
              <a:off x="1161469" y="4175213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Актан</a:t>
              </a:r>
              <a:endParaRPr lang="en-GB" sz="1200" dirty="0"/>
            </a:p>
            <a:p>
              <a:pPr algn="ctr"/>
              <a:r>
                <a:rPr lang="en-GB" sz="1200" dirty="0"/>
                <a:t>10,4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9926D693-A446-45B3-B8E0-81B212BFB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026" y="4139580"/>
              <a:ext cx="482277" cy="491101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6EB020-2653-4412-B691-4A8B7DF34ECF}"/>
              </a:ext>
            </a:extLst>
          </p:cNvPr>
          <p:cNvGrpSpPr/>
          <p:nvPr/>
        </p:nvGrpSpPr>
        <p:grpSpPr>
          <a:xfrm>
            <a:off x="7948840" y="6135119"/>
            <a:ext cx="1765654" cy="526047"/>
            <a:chOff x="452665" y="5068319"/>
            <a:chExt cx="1765654" cy="52604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31D468-5317-4386-ACD5-056CCA22DFEF}"/>
                </a:ext>
              </a:extLst>
            </p:cNvPr>
            <p:cNvSpPr txBox="1"/>
            <p:nvPr/>
          </p:nvSpPr>
          <p:spPr>
            <a:xfrm>
              <a:off x="1115132" y="5104507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Айдана</a:t>
              </a:r>
              <a:endParaRPr lang="en-GB" sz="1200" dirty="0"/>
            </a:p>
            <a:p>
              <a:pPr algn="ctr"/>
              <a:r>
                <a:rPr lang="en-GB" sz="1200" dirty="0"/>
                <a:t>10,419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50E6A71-7C63-4773-8E87-67602AD5C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665" y="5068319"/>
              <a:ext cx="654999" cy="526047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C7BACF8-DAAA-4BA9-90FA-4E1BCF6E5FD1}"/>
              </a:ext>
            </a:extLst>
          </p:cNvPr>
          <p:cNvGrpSpPr/>
          <p:nvPr/>
        </p:nvGrpSpPr>
        <p:grpSpPr>
          <a:xfrm>
            <a:off x="7796713" y="5144497"/>
            <a:ext cx="1628532" cy="522178"/>
            <a:chOff x="3015163" y="1124947"/>
            <a:chExt cx="1628532" cy="522178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7128DE-1844-4F70-B011-E7EAB65F0170}"/>
                </a:ext>
              </a:extLst>
            </p:cNvPr>
            <p:cNvSpPr txBox="1"/>
            <p:nvPr/>
          </p:nvSpPr>
          <p:spPr>
            <a:xfrm>
              <a:off x="3461961" y="1185460"/>
              <a:ext cx="1181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Улан</a:t>
              </a:r>
              <a:endParaRPr lang="en-GB" sz="1200" dirty="0"/>
            </a:p>
            <a:p>
              <a:pPr algn="ctr"/>
              <a:r>
                <a:rPr lang="en-GB" sz="1200" dirty="0"/>
                <a:t>10,4417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18C7BC1-8D38-452C-8CAA-DD6881230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163" y="1124947"/>
              <a:ext cx="439912" cy="503206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4639FF-B8EC-42B1-8DBA-D9FFE6C17A3E}"/>
              </a:ext>
            </a:extLst>
          </p:cNvPr>
          <p:cNvGrpSpPr/>
          <p:nvPr/>
        </p:nvGrpSpPr>
        <p:grpSpPr>
          <a:xfrm>
            <a:off x="7827233" y="814283"/>
            <a:ext cx="1795710" cy="628569"/>
            <a:chOff x="378683" y="2052533"/>
            <a:chExt cx="1795710" cy="62856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4573C5C-B7D5-4741-9DAB-EB5FBE193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683" y="2052533"/>
              <a:ext cx="802963" cy="628569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DA54C8-E7FB-4399-A710-E700D618AD0B}"/>
                </a:ext>
              </a:extLst>
            </p:cNvPr>
            <p:cNvSpPr txBox="1"/>
            <p:nvPr/>
          </p:nvSpPr>
          <p:spPr>
            <a:xfrm>
              <a:off x="1228301" y="2097415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Жаку</a:t>
              </a:r>
              <a:endParaRPr lang="en-GB" sz="1200" dirty="0"/>
            </a:p>
            <a:p>
              <a:pPr algn="ctr"/>
              <a:r>
                <a:rPr lang="en-GB" sz="1200" dirty="0"/>
                <a:t>10,1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87903E-548D-4F15-B89A-E6BE3EDAA65F}"/>
              </a:ext>
            </a:extLst>
          </p:cNvPr>
          <p:cNvGrpSpPr/>
          <p:nvPr/>
        </p:nvGrpSpPr>
        <p:grpSpPr>
          <a:xfrm>
            <a:off x="6622965" y="1631381"/>
            <a:ext cx="1648957" cy="636061"/>
            <a:chOff x="497167" y="6032004"/>
            <a:chExt cx="1648957" cy="636061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D8DDCC4E-46BE-4F3F-9813-136F1596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167" y="6032004"/>
              <a:ext cx="565995" cy="636061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7E13893-B916-4303-966F-056C722CEFE4}"/>
                </a:ext>
              </a:extLst>
            </p:cNvPr>
            <p:cNvSpPr txBox="1"/>
            <p:nvPr/>
          </p:nvSpPr>
          <p:spPr>
            <a:xfrm>
              <a:off x="1121485" y="6091681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Тику</a:t>
              </a:r>
              <a:endParaRPr lang="en-GB" sz="1200" dirty="0"/>
            </a:p>
            <a:p>
              <a:pPr algn="ctr"/>
              <a:r>
                <a:rPr lang="en-GB" sz="1200" dirty="0"/>
                <a:t>10,43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444F1A6-BA0B-4352-93BB-1A4F4CF7F675}"/>
              </a:ext>
            </a:extLst>
          </p:cNvPr>
          <p:cNvGrpSpPr/>
          <p:nvPr/>
        </p:nvGrpSpPr>
        <p:grpSpPr>
          <a:xfrm>
            <a:off x="5247574" y="4871210"/>
            <a:ext cx="1898885" cy="647488"/>
            <a:chOff x="2771074" y="2089910"/>
            <a:chExt cx="1898885" cy="64748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973EF72-DEBA-48D1-8883-2B4E01B76159}"/>
                </a:ext>
              </a:extLst>
            </p:cNvPr>
            <p:cNvSpPr txBox="1"/>
            <p:nvPr/>
          </p:nvSpPr>
          <p:spPr>
            <a:xfrm>
              <a:off x="3723867" y="2162206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Анара</a:t>
              </a:r>
              <a:endParaRPr lang="en-GB" sz="1200" dirty="0"/>
            </a:p>
            <a:p>
              <a:pPr algn="ctr"/>
              <a:r>
                <a:rPr lang="en-GB" sz="1200" dirty="0"/>
                <a:t>10,5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A5D47CB-961B-40EE-B2E5-BB5E57BC4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1074" y="2089910"/>
              <a:ext cx="928090" cy="647488"/>
            </a:xfrm>
            <a:prstGeom prst="rect">
              <a:avLst/>
            </a:prstGeom>
          </p:spPr>
        </p:pic>
      </p:grp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B4FDDFE-2614-4663-ABCD-A0187C12C939}"/>
              </a:ext>
            </a:extLst>
          </p:cNvPr>
          <p:cNvSpPr/>
          <p:nvPr/>
        </p:nvSpPr>
        <p:spPr>
          <a:xfrm>
            <a:off x="5008245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8093AD-9E3F-4017-91A0-10DD45736711}"/>
              </a:ext>
            </a:extLst>
          </p:cNvPr>
          <p:cNvSpPr txBox="1"/>
          <p:nvPr/>
        </p:nvSpPr>
        <p:spPr>
          <a:xfrm>
            <a:off x="6259007" y="333521"/>
            <a:ext cx="3191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Жөө күлүктөрдү эң ылдамдан эң жайга чейин</a:t>
            </a:r>
          </a:p>
          <a:p>
            <a:pPr algn="ctr"/>
            <a:r>
              <a:rPr lang="ky-KG" sz="1200" dirty="0"/>
              <a:t> тизмелеңиз.</a:t>
            </a:r>
            <a:endParaRPr lang="en-GB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380C071-3F34-4D27-B4CA-036C5329FF33}"/>
              </a:ext>
            </a:extLst>
          </p:cNvPr>
          <p:cNvSpPr txBox="1"/>
          <p:nvPr/>
        </p:nvSpPr>
        <p:spPr>
          <a:xfrm>
            <a:off x="5051541" y="30849"/>
            <a:ext cx="1589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100 метр жарыш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09AC9748-7879-4A1A-A5CE-976B7B660220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84" y="304801"/>
            <a:ext cx="695576" cy="560822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D3320E3A-26C7-479D-8848-B307A58139A9}"/>
              </a:ext>
            </a:extLst>
          </p:cNvPr>
          <p:cNvSpPr txBox="1"/>
          <p:nvPr/>
        </p:nvSpPr>
        <p:spPr>
          <a:xfrm>
            <a:off x="6660925" y="-28273"/>
            <a:ext cx="2040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/>
              <a:t>Ылдам                        Жай</a:t>
            </a:r>
            <a:endParaRPr lang="en-GB" sz="1400" b="1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5584D06-011B-4D19-AADC-5EA78164209A}"/>
              </a:ext>
            </a:extLst>
          </p:cNvPr>
          <p:cNvCxnSpPr>
            <a:cxnSpLocks/>
          </p:cNvCxnSpPr>
          <p:nvPr/>
        </p:nvCxnSpPr>
        <p:spPr>
          <a:xfrm>
            <a:off x="7509459" y="112122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44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6D05D0F-97F8-42BE-979C-EB2405B0936D}"/>
              </a:ext>
            </a:extLst>
          </p:cNvPr>
          <p:cNvGrpSpPr/>
          <p:nvPr/>
        </p:nvGrpSpPr>
        <p:grpSpPr>
          <a:xfrm>
            <a:off x="6432047" y="5186079"/>
            <a:ext cx="1357367" cy="549836"/>
            <a:chOff x="488447" y="1099854"/>
            <a:chExt cx="1357367" cy="549836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4DC5DC3-A51B-4EFB-8D93-CB89DB542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447" y="1099854"/>
              <a:ext cx="480677" cy="549836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CF6891E-6E6E-4D2C-9FD7-94604CCB29AC}"/>
                </a:ext>
              </a:extLst>
            </p:cNvPr>
            <p:cNvSpPr txBox="1"/>
            <p:nvPr/>
          </p:nvSpPr>
          <p:spPr>
            <a:xfrm>
              <a:off x="978269" y="1157232"/>
              <a:ext cx="867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Фархат</a:t>
              </a:r>
              <a:endParaRPr lang="en-GB" sz="1200" dirty="0"/>
            </a:p>
            <a:p>
              <a:pPr algn="ctr"/>
              <a:r>
                <a:rPr lang="en-GB" sz="1200" dirty="0"/>
                <a:t>7,1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0178B8-A947-44F8-9928-BE08B8D1A29C}"/>
              </a:ext>
            </a:extLst>
          </p:cNvPr>
          <p:cNvGrpSpPr/>
          <p:nvPr/>
        </p:nvGrpSpPr>
        <p:grpSpPr>
          <a:xfrm>
            <a:off x="8002571" y="750693"/>
            <a:ext cx="1450375" cy="583202"/>
            <a:chOff x="2840021" y="1055493"/>
            <a:chExt cx="1450375" cy="583202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3EA24A7-39BC-4EE3-BA2B-C84EA0827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0021" y="1055493"/>
              <a:ext cx="463828" cy="583202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323C53-095B-421E-907B-D5495B9BD208}"/>
                </a:ext>
              </a:extLst>
            </p:cNvPr>
            <p:cNvSpPr txBox="1"/>
            <p:nvPr/>
          </p:nvSpPr>
          <p:spPr>
            <a:xfrm>
              <a:off x="3265757" y="1123791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Максат</a:t>
              </a:r>
              <a:endParaRPr lang="en-GB" sz="1200" dirty="0"/>
            </a:p>
            <a:p>
              <a:pPr algn="ctr"/>
              <a:r>
                <a:rPr lang="en-GB" sz="1200" dirty="0"/>
                <a:t>7,121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C5F5324-5173-45EE-934B-7D879912B490}"/>
              </a:ext>
            </a:extLst>
          </p:cNvPr>
          <p:cNvGrpSpPr/>
          <p:nvPr/>
        </p:nvGrpSpPr>
        <p:grpSpPr>
          <a:xfrm>
            <a:off x="7969781" y="2579125"/>
            <a:ext cx="1536126" cy="526420"/>
            <a:chOff x="2873906" y="5970025"/>
            <a:chExt cx="1536126" cy="52642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8F53165-00D2-47DD-9015-09A08FFD2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3906" y="5970025"/>
              <a:ext cx="512848" cy="52642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92FAAC0-6BF1-4F87-B02B-CF04368C533C}"/>
                </a:ext>
              </a:extLst>
            </p:cNvPr>
            <p:cNvSpPr txBox="1"/>
            <p:nvPr/>
          </p:nvSpPr>
          <p:spPr>
            <a:xfrm>
              <a:off x="3463940" y="6027783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Аку</a:t>
              </a:r>
              <a:endParaRPr lang="en-GB" sz="1200" dirty="0"/>
            </a:p>
            <a:p>
              <a:pPr algn="ctr"/>
              <a:r>
                <a:rPr lang="en-GB" sz="1200" dirty="0"/>
                <a:t>7,21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1EBBFE-D855-46B7-982B-52BA404F4030}"/>
              </a:ext>
            </a:extLst>
          </p:cNvPr>
          <p:cNvGrpSpPr/>
          <p:nvPr/>
        </p:nvGrpSpPr>
        <p:grpSpPr>
          <a:xfrm>
            <a:off x="5675627" y="3300129"/>
            <a:ext cx="1605865" cy="539824"/>
            <a:chOff x="494027" y="5995704"/>
            <a:chExt cx="1605865" cy="53982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FE4D83F-3012-429B-B6EE-60736A9C5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027" y="5995704"/>
              <a:ext cx="472007" cy="53982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9759198-13F8-422B-8D4E-AF38EC57A076}"/>
                </a:ext>
              </a:extLst>
            </p:cNvPr>
            <p:cNvSpPr txBox="1"/>
            <p:nvPr/>
          </p:nvSpPr>
          <p:spPr>
            <a:xfrm>
              <a:off x="996705" y="6012863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Айбек</a:t>
              </a:r>
              <a:endParaRPr lang="en-GB" sz="1200" dirty="0"/>
            </a:p>
            <a:p>
              <a:pPr algn="ctr"/>
              <a:r>
                <a:rPr lang="en-GB" sz="1200" dirty="0"/>
                <a:t>7,1205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1B7629-CBF4-49AE-8529-32DED0E3D662}"/>
              </a:ext>
            </a:extLst>
          </p:cNvPr>
          <p:cNvGrpSpPr/>
          <p:nvPr/>
        </p:nvGrpSpPr>
        <p:grpSpPr>
          <a:xfrm>
            <a:off x="5260485" y="4280442"/>
            <a:ext cx="1499460" cy="529100"/>
            <a:chOff x="488460" y="3985167"/>
            <a:chExt cx="1499460" cy="52910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CC52199-74B7-4271-A13D-47CB6486DDA5}"/>
                </a:ext>
              </a:extLst>
            </p:cNvPr>
            <p:cNvSpPr txBox="1"/>
            <p:nvPr/>
          </p:nvSpPr>
          <p:spPr>
            <a:xfrm>
              <a:off x="963281" y="405260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Тимур</a:t>
              </a:r>
              <a:endParaRPr lang="en-GB" sz="1200" dirty="0"/>
            </a:p>
            <a:p>
              <a:pPr algn="ctr"/>
              <a:r>
                <a:rPr lang="en-GB" sz="1200" dirty="0"/>
                <a:t>7,108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A334F4C-7239-44B6-A40A-A9B9A9E3A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460" y="3985167"/>
              <a:ext cx="480651" cy="489057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9D5B60B-B922-4CF8-8190-33C6214E1E5F}"/>
              </a:ext>
            </a:extLst>
          </p:cNvPr>
          <p:cNvGrpSpPr/>
          <p:nvPr/>
        </p:nvGrpSpPr>
        <p:grpSpPr>
          <a:xfrm>
            <a:off x="5389233" y="6109782"/>
            <a:ext cx="1506004" cy="587037"/>
            <a:chOff x="388608" y="4909632"/>
            <a:chExt cx="1506004" cy="58703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82C552-8838-4556-AA4E-5142A834E39A}"/>
                </a:ext>
              </a:extLst>
            </p:cNvPr>
            <p:cNvSpPr txBox="1"/>
            <p:nvPr/>
          </p:nvSpPr>
          <p:spPr>
            <a:xfrm>
              <a:off x="948520" y="5035004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Акылай</a:t>
              </a:r>
              <a:endParaRPr lang="en-GB" sz="1200" dirty="0"/>
            </a:p>
            <a:p>
              <a:pPr algn="ctr"/>
              <a:r>
                <a:rPr lang="en-GB" sz="1200" dirty="0"/>
                <a:t>7,12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0EFB3A9D-F34C-499C-BD4C-106FC653D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08" y="4909632"/>
              <a:ext cx="680354" cy="568202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CE67080-D01E-4CEA-8E3D-EB209ABC960D}"/>
              </a:ext>
            </a:extLst>
          </p:cNvPr>
          <p:cNvGrpSpPr/>
          <p:nvPr/>
        </p:nvGrpSpPr>
        <p:grpSpPr>
          <a:xfrm>
            <a:off x="7623117" y="3612911"/>
            <a:ext cx="1546085" cy="491101"/>
            <a:chOff x="2889192" y="4060586"/>
            <a:chExt cx="1546085" cy="49110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15448BD-B1CF-460E-957A-4A070AEB4406}"/>
                </a:ext>
              </a:extLst>
            </p:cNvPr>
            <p:cNvSpPr txBox="1"/>
            <p:nvPr/>
          </p:nvSpPr>
          <p:spPr>
            <a:xfrm>
              <a:off x="3410638" y="4063785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Алмаз</a:t>
              </a:r>
              <a:endParaRPr lang="en-GB" sz="1200" dirty="0"/>
            </a:p>
            <a:p>
              <a:pPr algn="ctr"/>
              <a:r>
                <a:rPr lang="en-GB" sz="1200" dirty="0"/>
                <a:t>7,126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9926D693-A446-45B3-B8E0-81B212BFB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9192" y="4060586"/>
              <a:ext cx="482277" cy="491101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6B4A43-B495-488E-9BF2-8ADCF0B43FFB}"/>
              </a:ext>
            </a:extLst>
          </p:cNvPr>
          <p:cNvGrpSpPr/>
          <p:nvPr/>
        </p:nvGrpSpPr>
        <p:grpSpPr>
          <a:xfrm>
            <a:off x="8002236" y="4666373"/>
            <a:ext cx="1615396" cy="547011"/>
            <a:chOff x="401286" y="2085098"/>
            <a:chExt cx="1615396" cy="54701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31D468-5317-4386-ACD5-056CCA22DFEF}"/>
                </a:ext>
              </a:extLst>
            </p:cNvPr>
            <p:cNvSpPr txBox="1"/>
            <p:nvPr/>
          </p:nvSpPr>
          <p:spPr>
            <a:xfrm>
              <a:off x="992043" y="2170444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Маку</a:t>
              </a:r>
              <a:endParaRPr lang="en-GB" sz="1200" dirty="0"/>
            </a:p>
            <a:p>
              <a:pPr algn="ctr"/>
              <a:r>
                <a:rPr lang="en-GB" sz="1200" dirty="0"/>
                <a:t>7,103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50E6A71-7C63-4773-8E87-67602AD5C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286" y="2085098"/>
              <a:ext cx="654999" cy="526047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8FCA3D-80C4-4774-AE4A-559A5B713553}"/>
              </a:ext>
            </a:extLst>
          </p:cNvPr>
          <p:cNvGrpSpPr/>
          <p:nvPr/>
        </p:nvGrpSpPr>
        <p:grpSpPr>
          <a:xfrm>
            <a:off x="5395154" y="1008203"/>
            <a:ext cx="1486885" cy="503206"/>
            <a:chOff x="508829" y="3046553"/>
            <a:chExt cx="1486885" cy="50320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7128DE-1844-4F70-B011-E7EAB65F0170}"/>
                </a:ext>
              </a:extLst>
            </p:cNvPr>
            <p:cNvSpPr txBox="1"/>
            <p:nvPr/>
          </p:nvSpPr>
          <p:spPr>
            <a:xfrm>
              <a:off x="971075" y="308598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Риддин</a:t>
              </a:r>
              <a:endParaRPr lang="en-GB" sz="1200" dirty="0"/>
            </a:p>
            <a:p>
              <a:pPr algn="ctr"/>
              <a:r>
                <a:rPr lang="en-GB" sz="1200" dirty="0"/>
                <a:t>7,105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18C7BC1-8D38-452C-8CAA-DD6881230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829" y="3046553"/>
              <a:ext cx="439912" cy="503206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8E1F713-8B9C-4DCF-88B3-C5DA2A6BE23F}"/>
              </a:ext>
            </a:extLst>
          </p:cNvPr>
          <p:cNvGrpSpPr/>
          <p:nvPr/>
        </p:nvGrpSpPr>
        <p:grpSpPr>
          <a:xfrm>
            <a:off x="7205599" y="1665466"/>
            <a:ext cx="1929084" cy="628569"/>
            <a:chOff x="2728849" y="3046591"/>
            <a:chExt cx="1929084" cy="62856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4573C5C-B7D5-4741-9DAB-EB5FBE193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8849" y="3046591"/>
              <a:ext cx="802963" cy="628569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DA54C8-E7FB-4399-A710-E700D618AD0B}"/>
                </a:ext>
              </a:extLst>
            </p:cNvPr>
            <p:cNvSpPr txBox="1"/>
            <p:nvPr/>
          </p:nvSpPr>
          <p:spPr>
            <a:xfrm>
              <a:off x="3554746" y="3143475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Айдан</a:t>
              </a:r>
              <a:endParaRPr lang="en-GB" sz="1200" dirty="0"/>
            </a:p>
            <a:p>
              <a:pPr algn="ctr"/>
              <a:r>
                <a:rPr lang="en-GB" sz="1200" dirty="0"/>
                <a:t>7,1253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2C91A44-8A98-40B8-818A-1522961160D8}"/>
              </a:ext>
            </a:extLst>
          </p:cNvPr>
          <p:cNvGrpSpPr/>
          <p:nvPr/>
        </p:nvGrpSpPr>
        <p:grpSpPr>
          <a:xfrm>
            <a:off x="8000358" y="5958929"/>
            <a:ext cx="1617268" cy="636061"/>
            <a:chOff x="2847333" y="2025104"/>
            <a:chExt cx="1617268" cy="636061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D8DDCC4E-46BE-4F3F-9813-136F1596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7333" y="2025104"/>
              <a:ext cx="565995" cy="636061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7E13893-B916-4303-966F-056C722CEFE4}"/>
                </a:ext>
              </a:extLst>
            </p:cNvPr>
            <p:cNvSpPr txBox="1"/>
            <p:nvPr/>
          </p:nvSpPr>
          <p:spPr>
            <a:xfrm>
              <a:off x="3439962" y="2106365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Венера</a:t>
              </a:r>
              <a:endParaRPr lang="en-GB" sz="1200" dirty="0"/>
            </a:p>
            <a:p>
              <a:pPr algn="ctr"/>
              <a:r>
                <a:rPr lang="en-GB" sz="1200" dirty="0"/>
                <a:t>7,125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7F72B14-2641-449F-A506-5C7805BC79D7}"/>
              </a:ext>
            </a:extLst>
          </p:cNvPr>
          <p:cNvGrpSpPr/>
          <p:nvPr/>
        </p:nvGrpSpPr>
        <p:grpSpPr>
          <a:xfrm>
            <a:off x="5257085" y="2155813"/>
            <a:ext cx="1863894" cy="647488"/>
            <a:chOff x="2666285" y="4937113"/>
            <a:chExt cx="1863894" cy="64748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973EF72-DEBA-48D1-8883-2B4E01B76159}"/>
                </a:ext>
              </a:extLst>
            </p:cNvPr>
            <p:cNvSpPr txBox="1"/>
            <p:nvPr/>
          </p:nvSpPr>
          <p:spPr>
            <a:xfrm>
              <a:off x="3505540" y="508775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Каныкей</a:t>
              </a:r>
              <a:endParaRPr lang="en-GB" sz="1200" dirty="0"/>
            </a:p>
            <a:p>
              <a:pPr algn="ctr"/>
              <a:r>
                <a:rPr lang="en-GB" sz="1200" dirty="0"/>
                <a:t>7,209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A5D47CB-961B-40EE-B2E5-BB5E57BC4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6285" y="4937113"/>
              <a:ext cx="928090" cy="647488"/>
            </a:xfrm>
            <a:prstGeom prst="rect">
              <a:avLst/>
            </a:prstGeom>
          </p:spPr>
        </p:pic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134F767-DB0B-4A5D-9BD1-0188F4724899}"/>
              </a:ext>
            </a:extLst>
          </p:cNvPr>
          <p:cNvSpPr/>
          <p:nvPr/>
        </p:nvSpPr>
        <p:spPr>
          <a:xfrm>
            <a:off x="49987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AEE7BC-5A03-4920-9165-E5B2C3413FB4}"/>
              </a:ext>
            </a:extLst>
          </p:cNvPr>
          <p:cNvSpPr txBox="1"/>
          <p:nvPr/>
        </p:nvSpPr>
        <p:spPr>
          <a:xfrm>
            <a:off x="4935079" y="37052"/>
            <a:ext cx="1472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60 метр жарыш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9FA8A651-FCC0-43C0-ACB7-A1B78327A95D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659" y="304801"/>
            <a:ext cx="695576" cy="560822"/>
          </a:xfrm>
          <a:prstGeom prst="rect">
            <a:avLst/>
          </a:prstGeom>
        </p:spPr>
      </p:pic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9E01A2A-1338-433E-A998-25E9B9FED8FA}"/>
              </a:ext>
            </a:extLst>
          </p:cNvPr>
          <p:cNvCxnSpPr>
            <a:cxnSpLocks/>
          </p:cNvCxnSpPr>
          <p:nvPr/>
        </p:nvCxnSpPr>
        <p:spPr>
          <a:xfrm>
            <a:off x="7499934" y="112122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BEE1C78-D35A-6C88-9547-35DF7DE92762}"/>
              </a:ext>
            </a:extLst>
          </p:cNvPr>
          <p:cNvSpPr txBox="1"/>
          <p:nvPr/>
        </p:nvSpPr>
        <p:spPr>
          <a:xfrm>
            <a:off x="6672385" y="-18818"/>
            <a:ext cx="2040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/>
              <a:t>Ылдам                        Жай</a:t>
            </a:r>
            <a:endParaRPr lang="en-GB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8E7B8-C82D-51CB-272E-4B5B85C30EDC}"/>
              </a:ext>
            </a:extLst>
          </p:cNvPr>
          <p:cNvSpPr txBox="1"/>
          <p:nvPr/>
        </p:nvSpPr>
        <p:spPr>
          <a:xfrm>
            <a:off x="6268917" y="304190"/>
            <a:ext cx="3191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Жөө күлүктөрдү эң ылдамдан эң жайга чейин</a:t>
            </a:r>
          </a:p>
          <a:p>
            <a:pPr algn="ctr"/>
            <a:r>
              <a:rPr lang="ky-KG" sz="1200" dirty="0"/>
              <a:t> тизмелеңиз.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699824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986EC81-D3D3-A5EE-EFC5-56D0231B01DF}"/>
              </a:ext>
            </a:extLst>
          </p:cNvPr>
          <p:cNvGrpSpPr/>
          <p:nvPr/>
        </p:nvGrpSpPr>
        <p:grpSpPr>
          <a:xfrm>
            <a:off x="557320" y="2249719"/>
            <a:ext cx="1319169" cy="461665"/>
            <a:chOff x="375289" y="1977903"/>
            <a:chExt cx="1319169" cy="46166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7CC5D1-4E04-B2B7-132E-92DA366E9CBD}"/>
                </a:ext>
              </a:extLst>
            </p:cNvPr>
            <p:cNvSpPr txBox="1"/>
            <p:nvPr/>
          </p:nvSpPr>
          <p:spPr>
            <a:xfrm>
              <a:off x="778823" y="1977903"/>
              <a:ext cx="9156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Баш кийим</a:t>
              </a:r>
            </a:p>
            <a:p>
              <a:pPr algn="ctr"/>
              <a:r>
                <a:rPr lang="ky-KG" sz="1200" dirty="0"/>
                <a:t>5,82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86771F-710E-DDA3-422F-7F4388316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7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9" y="2005578"/>
              <a:ext cx="556400" cy="379917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C1035BC-6156-E132-556B-83E86A54D800}"/>
              </a:ext>
            </a:extLst>
          </p:cNvPr>
          <p:cNvGrpSpPr/>
          <p:nvPr/>
        </p:nvGrpSpPr>
        <p:grpSpPr>
          <a:xfrm>
            <a:off x="627793" y="5905689"/>
            <a:ext cx="1475870" cy="694810"/>
            <a:chOff x="277443" y="5878282"/>
            <a:chExt cx="1475870" cy="69481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7D430E9-252A-A63D-74FF-FEB5F3D82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443" y="5878282"/>
              <a:ext cx="772011" cy="69481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B29426C-924F-D402-C50E-6408F40916A1}"/>
                </a:ext>
              </a:extLst>
            </p:cNvPr>
            <p:cNvSpPr txBox="1"/>
            <p:nvPr/>
          </p:nvSpPr>
          <p:spPr>
            <a:xfrm>
              <a:off x="1052479" y="6013407"/>
              <a:ext cx="7008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Көйнөк </a:t>
              </a:r>
            </a:p>
            <a:p>
              <a:pPr algn="ctr"/>
              <a:r>
                <a:rPr lang="ky-KG" sz="1200" dirty="0"/>
                <a:t>21,09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47913C-B23D-67DC-C482-9D6AF9FC999A}"/>
              </a:ext>
            </a:extLst>
          </p:cNvPr>
          <p:cNvGrpSpPr/>
          <p:nvPr/>
        </p:nvGrpSpPr>
        <p:grpSpPr>
          <a:xfrm>
            <a:off x="632266" y="4740712"/>
            <a:ext cx="1380495" cy="694810"/>
            <a:chOff x="416681" y="4621676"/>
            <a:chExt cx="1380495" cy="694810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17C1396-1071-5B39-3B60-4E98CA31C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681" y="4621676"/>
              <a:ext cx="637271" cy="69481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92BBB88-9286-24CB-AC0F-27E6E39D2339}"/>
                </a:ext>
              </a:extLst>
            </p:cNvPr>
            <p:cNvSpPr txBox="1"/>
            <p:nvPr/>
          </p:nvSpPr>
          <p:spPr>
            <a:xfrm>
              <a:off x="958740" y="4791437"/>
              <a:ext cx="8384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 Футболка</a:t>
              </a:r>
            </a:p>
            <a:p>
              <a:pPr algn="ctr"/>
              <a:r>
                <a:rPr lang="ky-KG" sz="1200" dirty="0"/>
                <a:t>20,17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D893332-3341-B694-D8CC-F2125165A4BF}"/>
              </a:ext>
            </a:extLst>
          </p:cNvPr>
          <p:cNvGrpSpPr/>
          <p:nvPr/>
        </p:nvGrpSpPr>
        <p:grpSpPr>
          <a:xfrm>
            <a:off x="2940916" y="3466209"/>
            <a:ext cx="1300858" cy="694811"/>
            <a:chOff x="2990744" y="3432597"/>
            <a:chExt cx="1300858" cy="694811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45FA475-DB16-C555-92EB-29CC99A5E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87061">
              <a:off x="2990744" y="3432597"/>
              <a:ext cx="667670" cy="694811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14A2E81-D5D4-F65C-0868-1AC3FC7EBE49}"/>
                </a:ext>
              </a:extLst>
            </p:cNvPr>
            <p:cNvSpPr txBox="1"/>
            <p:nvPr/>
          </p:nvSpPr>
          <p:spPr>
            <a:xfrm>
              <a:off x="3568327" y="3486338"/>
              <a:ext cx="7232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Джинсы</a:t>
              </a:r>
            </a:p>
            <a:p>
              <a:pPr algn="ctr"/>
              <a:r>
                <a:rPr lang="ky-KG" sz="1200" dirty="0"/>
                <a:t>23,54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971739C-6503-75C2-A922-ACF192DAFC52}"/>
              </a:ext>
            </a:extLst>
          </p:cNvPr>
          <p:cNvGrpSpPr/>
          <p:nvPr/>
        </p:nvGrpSpPr>
        <p:grpSpPr>
          <a:xfrm>
            <a:off x="2849653" y="2223386"/>
            <a:ext cx="1530697" cy="916850"/>
            <a:chOff x="2866154" y="2026566"/>
            <a:chExt cx="1530697" cy="91685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A01DF24-394E-D051-EAF1-8DC34BA60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76097">
              <a:off x="2866154" y="2026566"/>
              <a:ext cx="916850" cy="91685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C95E8E5-114B-360C-2FA6-03BB255A15DD}"/>
                </a:ext>
              </a:extLst>
            </p:cNvPr>
            <p:cNvSpPr txBox="1"/>
            <p:nvPr/>
          </p:nvSpPr>
          <p:spPr>
            <a:xfrm>
              <a:off x="3745711" y="2256055"/>
              <a:ext cx="651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Юбка</a:t>
              </a:r>
            </a:p>
            <a:p>
              <a:pPr algn="ctr"/>
              <a:r>
                <a:rPr lang="ky-KG" sz="1200" dirty="0"/>
                <a:t>23,52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E5F3AF9-F4DF-E074-9054-316A3674B2CF}"/>
              </a:ext>
            </a:extLst>
          </p:cNvPr>
          <p:cNvGrpSpPr/>
          <p:nvPr/>
        </p:nvGrpSpPr>
        <p:grpSpPr>
          <a:xfrm>
            <a:off x="590773" y="3182718"/>
            <a:ext cx="1323973" cy="1112587"/>
            <a:chOff x="332687" y="2947292"/>
            <a:chExt cx="1323973" cy="1112587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B80045CE-33D3-5A89-A385-79ACF8A58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87" y="2947292"/>
              <a:ext cx="556294" cy="1112587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FB18282-7FC1-4296-6E51-DF82E4D2270B}"/>
                </a:ext>
              </a:extLst>
            </p:cNvPr>
            <p:cNvSpPr txBox="1"/>
            <p:nvPr/>
          </p:nvSpPr>
          <p:spPr>
            <a:xfrm>
              <a:off x="816622" y="3386587"/>
              <a:ext cx="8400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Кол сумка</a:t>
              </a:r>
            </a:p>
            <a:p>
              <a:pPr algn="ctr"/>
              <a:r>
                <a:rPr lang="ky-KG" sz="1200" dirty="0"/>
                <a:t>14,54$</a:t>
              </a:r>
              <a:endParaRPr lang="en-GB" sz="12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1299207-8525-5DD3-72DB-962AD2AF2F11}"/>
              </a:ext>
            </a:extLst>
          </p:cNvPr>
          <p:cNvGrpSpPr/>
          <p:nvPr/>
        </p:nvGrpSpPr>
        <p:grpSpPr>
          <a:xfrm>
            <a:off x="3191526" y="5816821"/>
            <a:ext cx="1128134" cy="906879"/>
            <a:chOff x="3009923" y="5699254"/>
            <a:chExt cx="1128134" cy="906879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74700E4-FF35-4F7A-48DD-C84B0B781F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70"/>
            <a:stretch/>
          </p:blipFill>
          <p:spPr>
            <a:xfrm>
              <a:off x="3009923" y="5699254"/>
              <a:ext cx="629312" cy="906879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3F056EE-EF71-720D-1473-7DF74B878DED}"/>
                </a:ext>
              </a:extLst>
            </p:cNvPr>
            <p:cNvSpPr txBox="1"/>
            <p:nvPr/>
          </p:nvSpPr>
          <p:spPr>
            <a:xfrm>
              <a:off x="3472490" y="5805590"/>
              <a:ext cx="6655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Көйнөк</a:t>
              </a:r>
            </a:p>
            <a:p>
              <a:pPr algn="ctr"/>
              <a:r>
                <a:rPr lang="ky-KG" sz="1200" dirty="0"/>
                <a:t>28,15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CA0DEC9-50C6-8AE3-C18D-F9C4CEB6061B}"/>
              </a:ext>
            </a:extLst>
          </p:cNvPr>
          <p:cNvGrpSpPr/>
          <p:nvPr/>
        </p:nvGrpSpPr>
        <p:grpSpPr>
          <a:xfrm>
            <a:off x="2940916" y="4726797"/>
            <a:ext cx="1671643" cy="593484"/>
            <a:chOff x="2861372" y="4616589"/>
            <a:chExt cx="1671643" cy="593484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867BC459-C79A-A8CA-DC3C-808B47063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1372" y="4616589"/>
              <a:ext cx="926414" cy="59348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79FEC98-980A-4443-1103-BD4CDC169B96}"/>
                </a:ext>
              </a:extLst>
            </p:cNvPr>
            <p:cNvSpPr txBox="1"/>
            <p:nvPr/>
          </p:nvSpPr>
          <p:spPr>
            <a:xfrm>
              <a:off x="3676049" y="4625182"/>
              <a:ext cx="856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Бут кийим</a:t>
              </a:r>
            </a:p>
            <a:p>
              <a:pPr algn="ctr"/>
              <a:r>
                <a:rPr lang="ky-KG" sz="1200" dirty="0"/>
                <a:t>23,67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0D4BD32-C82B-5282-DF2D-CE32B0EDB640}"/>
              </a:ext>
            </a:extLst>
          </p:cNvPr>
          <p:cNvGrpSpPr/>
          <p:nvPr/>
        </p:nvGrpSpPr>
        <p:grpSpPr>
          <a:xfrm>
            <a:off x="2940916" y="996584"/>
            <a:ext cx="1358676" cy="694810"/>
            <a:chOff x="3050726" y="842575"/>
            <a:chExt cx="1358676" cy="694810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3C4C5CD-5D63-96BA-29B7-52B0354F7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0726" y="842575"/>
              <a:ext cx="547706" cy="694810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3F694C3-13EE-F7C6-41F7-DBA6950DBDEA}"/>
                </a:ext>
              </a:extLst>
            </p:cNvPr>
            <p:cNvSpPr txBox="1"/>
            <p:nvPr/>
          </p:nvSpPr>
          <p:spPr>
            <a:xfrm>
              <a:off x="3583534" y="934333"/>
              <a:ext cx="825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Толстовка</a:t>
              </a:r>
            </a:p>
            <a:p>
              <a:pPr algn="ctr"/>
              <a:r>
                <a:rPr lang="ky-KG" sz="1200" dirty="0"/>
                <a:t>23,08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B4F0C3E-33E4-AB14-651D-2D8E98703162}"/>
              </a:ext>
            </a:extLst>
          </p:cNvPr>
          <p:cNvGrpSpPr/>
          <p:nvPr/>
        </p:nvGrpSpPr>
        <p:grpSpPr>
          <a:xfrm>
            <a:off x="627443" y="1048738"/>
            <a:ext cx="1276457" cy="526317"/>
            <a:chOff x="393821" y="936180"/>
            <a:chExt cx="1276457" cy="526317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61061ED4-A719-D5AF-45E8-46BBA7DA2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821" y="936180"/>
              <a:ext cx="564706" cy="507601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4D9D4DC-8901-E3A7-C7B2-18FB200E447E}"/>
                </a:ext>
              </a:extLst>
            </p:cNvPr>
            <p:cNvSpPr txBox="1"/>
            <p:nvPr/>
          </p:nvSpPr>
          <p:spPr>
            <a:xfrm>
              <a:off x="1019138" y="1000832"/>
              <a:ext cx="651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Байпак</a:t>
              </a:r>
            </a:p>
            <a:p>
              <a:pPr algn="ctr"/>
              <a:r>
                <a:rPr lang="ky-KG" sz="1200" dirty="0"/>
                <a:t>5,63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2EED3D3-DB02-02AC-B78E-0AFE016433EE}"/>
              </a:ext>
            </a:extLst>
          </p:cNvPr>
          <p:cNvSpPr/>
          <p:nvPr/>
        </p:nvSpPr>
        <p:spPr>
          <a:xfrm>
            <a:off x="75112" y="27014"/>
            <a:ext cx="4877888" cy="669414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0B725E2-4A36-1291-738B-77F923761D32}"/>
              </a:ext>
            </a:extLst>
          </p:cNvPr>
          <p:cNvSpPr txBox="1"/>
          <p:nvPr/>
        </p:nvSpPr>
        <p:spPr>
          <a:xfrm>
            <a:off x="1443900" y="-25107"/>
            <a:ext cx="2850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арзан</a:t>
            </a:r>
            <a:r>
              <a:rPr lang="en-GB" sz="1200" b="1" dirty="0"/>
              <a:t>                       </a:t>
            </a:r>
            <a:r>
              <a:rPr lang="ky-KG" sz="1200" b="1" dirty="0"/>
              <a:t>                </a:t>
            </a:r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Кымбат</a:t>
            </a:r>
            <a:endParaRPr lang="en-US" sz="1200" b="1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39B2AD0-9EC9-274C-7A62-5717F579C355}"/>
              </a:ext>
            </a:extLst>
          </p:cNvPr>
          <p:cNvCxnSpPr>
            <a:cxnSpLocks/>
          </p:cNvCxnSpPr>
          <p:nvPr/>
        </p:nvCxnSpPr>
        <p:spPr>
          <a:xfrm>
            <a:off x="2334795" y="136840"/>
            <a:ext cx="1029716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1BB0E0F-C65D-0C71-750D-DC4F0F1BC112}"/>
              </a:ext>
            </a:extLst>
          </p:cNvPr>
          <p:cNvSpPr txBox="1"/>
          <p:nvPr/>
        </p:nvSpPr>
        <p:spPr>
          <a:xfrm>
            <a:off x="11593" y="27014"/>
            <a:ext cx="10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Кийим-кече</a:t>
            </a:r>
            <a:endParaRPr lang="en-GB" sz="1400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8B53F8-DE72-7354-9FCE-34B91D9F37F0}"/>
              </a:ext>
            </a:extLst>
          </p:cNvPr>
          <p:cNvSpPr txBox="1"/>
          <p:nvPr/>
        </p:nvSpPr>
        <p:spPr>
          <a:xfrm>
            <a:off x="584045" y="334791"/>
            <a:ext cx="3939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Кийимдердин тизмесин эң арзандан эң кымбатка чейин </a:t>
            </a:r>
          </a:p>
          <a:p>
            <a:pPr algn="ctr"/>
            <a:r>
              <a:rPr lang="ky-KG" sz="1200" dirty="0"/>
              <a:t>баа тартибинде ирээтте.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990328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916277-66FA-1E4B-71CF-0C37C25C10C6}"/>
              </a:ext>
            </a:extLst>
          </p:cNvPr>
          <p:cNvGrpSpPr/>
          <p:nvPr/>
        </p:nvGrpSpPr>
        <p:grpSpPr>
          <a:xfrm>
            <a:off x="489086" y="3708834"/>
            <a:ext cx="1243951" cy="516499"/>
            <a:chOff x="517861" y="3408675"/>
            <a:chExt cx="1243951" cy="51649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8F88519-7D55-82B8-D9EE-4C8196D9EC7F}"/>
                </a:ext>
              </a:extLst>
            </p:cNvPr>
            <p:cNvSpPr txBox="1"/>
            <p:nvPr/>
          </p:nvSpPr>
          <p:spPr>
            <a:xfrm>
              <a:off x="1182871" y="3460167"/>
              <a:ext cx="5789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Донат</a:t>
              </a:r>
            </a:p>
            <a:p>
              <a:pPr algn="ctr"/>
              <a:r>
                <a:rPr lang="ky-KG" sz="1200" dirty="0"/>
                <a:t>1,18 $</a:t>
              </a:r>
              <a:endParaRPr lang="en-GB" sz="1200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6E52C20-3E3B-1BA5-91AA-8C6F93882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3408675"/>
              <a:ext cx="516499" cy="516499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01B5421-0C82-057E-8A42-98782ED9CF2E}"/>
              </a:ext>
            </a:extLst>
          </p:cNvPr>
          <p:cNvGrpSpPr/>
          <p:nvPr/>
        </p:nvGrpSpPr>
        <p:grpSpPr>
          <a:xfrm>
            <a:off x="496009" y="2725243"/>
            <a:ext cx="1208686" cy="524067"/>
            <a:chOff x="517861" y="2518751"/>
            <a:chExt cx="1208686" cy="52406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D7942A8-E894-09AB-B53C-1AC3356A1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2526319"/>
              <a:ext cx="516499" cy="51649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76DF5DE-205A-E4A6-037C-F3C2A660B177}"/>
                </a:ext>
              </a:extLst>
            </p:cNvPr>
            <p:cNvSpPr txBox="1"/>
            <p:nvPr/>
          </p:nvSpPr>
          <p:spPr>
            <a:xfrm>
              <a:off x="837137" y="2518751"/>
              <a:ext cx="8894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Балмуздак</a:t>
              </a:r>
            </a:p>
            <a:p>
              <a:pPr algn="ctr"/>
              <a:r>
                <a:rPr lang="ky-KG" sz="1200" dirty="0"/>
                <a:t>1,10 $</a:t>
              </a:r>
              <a:endParaRPr lang="en-GB" sz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69CC0A6-3A0A-62DF-3978-A758417939D0}"/>
              </a:ext>
            </a:extLst>
          </p:cNvPr>
          <p:cNvGrpSpPr/>
          <p:nvPr/>
        </p:nvGrpSpPr>
        <p:grpSpPr>
          <a:xfrm>
            <a:off x="487969" y="1921157"/>
            <a:ext cx="1814741" cy="516499"/>
            <a:chOff x="517861" y="1643963"/>
            <a:chExt cx="1814741" cy="51649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13F176B-060F-7DA6-29B0-F0B66E5DC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1643963"/>
              <a:ext cx="516499" cy="51649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4F4274-35F5-3C76-0B6D-C5BF58A5F816}"/>
                </a:ext>
              </a:extLst>
            </p:cNvPr>
            <p:cNvSpPr txBox="1"/>
            <p:nvPr/>
          </p:nvSpPr>
          <p:spPr>
            <a:xfrm>
              <a:off x="793911" y="1691131"/>
              <a:ext cx="15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1 тоголок балмуздак</a:t>
              </a:r>
            </a:p>
            <a:p>
              <a:pPr algn="ctr"/>
              <a:r>
                <a:rPr lang="ky-KG" sz="1200" dirty="0"/>
                <a:t>1,06 $</a:t>
              </a:r>
              <a:endParaRPr lang="en-GB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A4F490-1EF8-406D-3D57-173F1AF62F7F}"/>
              </a:ext>
            </a:extLst>
          </p:cNvPr>
          <p:cNvGrpSpPr/>
          <p:nvPr/>
        </p:nvGrpSpPr>
        <p:grpSpPr>
          <a:xfrm>
            <a:off x="527913" y="6199665"/>
            <a:ext cx="1982274" cy="555058"/>
            <a:chOff x="517861" y="6116759"/>
            <a:chExt cx="1982274" cy="55505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14B7A2C-E4D1-D671-3C37-D2FE75A99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6155318"/>
              <a:ext cx="516499" cy="516499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2716CED-B91B-6C57-6876-6F19B0D8A520}"/>
                </a:ext>
              </a:extLst>
            </p:cNvPr>
            <p:cNvSpPr txBox="1"/>
            <p:nvPr/>
          </p:nvSpPr>
          <p:spPr>
            <a:xfrm>
              <a:off x="961444" y="6116759"/>
              <a:ext cx="15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3 тоголок балмуздак</a:t>
              </a:r>
            </a:p>
            <a:p>
              <a:pPr algn="ctr"/>
              <a:r>
                <a:rPr lang="ky-KG" sz="1200" dirty="0"/>
                <a:t>1,78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0C9467F-387C-CA7E-92D8-B2DA257A1F95}"/>
              </a:ext>
            </a:extLst>
          </p:cNvPr>
          <p:cNvGrpSpPr/>
          <p:nvPr/>
        </p:nvGrpSpPr>
        <p:grpSpPr>
          <a:xfrm>
            <a:off x="3100360" y="3186908"/>
            <a:ext cx="1806507" cy="582333"/>
            <a:chOff x="3025067" y="3047716"/>
            <a:chExt cx="1806507" cy="582333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3D78F15-1D11-8FE4-1F11-120E01398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067" y="3047716"/>
              <a:ext cx="516499" cy="516499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B06D4EB-C284-8E89-D28F-FBD046EA41B6}"/>
                </a:ext>
              </a:extLst>
            </p:cNvPr>
            <p:cNvSpPr txBox="1"/>
            <p:nvPr/>
          </p:nvSpPr>
          <p:spPr>
            <a:xfrm>
              <a:off x="3671833" y="3168384"/>
              <a:ext cx="11597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өсумдүк кесме</a:t>
              </a:r>
            </a:p>
            <a:p>
              <a:pPr algn="ctr"/>
              <a:r>
                <a:rPr lang="ky-KG" sz="1200" dirty="0"/>
                <a:t>2,09 $</a:t>
              </a:r>
              <a:endParaRPr lang="en-GB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1A3D31-B49C-F937-5728-598FFD02DB5D}"/>
              </a:ext>
            </a:extLst>
          </p:cNvPr>
          <p:cNvGrpSpPr/>
          <p:nvPr/>
        </p:nvGrpSpPr>
        <p:grpSpPr>
          <a:xfrm>
            <a:off x="3135396" y="5520974"/>
            <a:ext cx="1133319" cy="516499"/>
            <a:chOff x="3020077" y="5442551"/>
            <a:chExt cx="1133319" cy="516499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D3A4731-28E0-9308-AB6B-EE9126AA7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5442551"/>
              <a:ext cx="516499" cy="51649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39CB29-C7BF-B314-6C55-5D3597EE9DD1}"/>
                </a:ext>
              </a:extLst>
            </p:cNvPr>
            <p:cNvSpPr txBox="1"/>
            <p:nvPr/>
          </p:nvSpPr>
          <p:spPr>
            <a:xfrm>
              <a:off x="3580802" y="5484318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Тако</a:t>
              </a:r>
            </a:p>
            <a:p>
              <a:pPr algn="ctr"/>
              <a:r>
                <a:rPr lang="ky-KG" sz="1200" dirty="0"/>
                <a:t>2,47 $</a:t>
              </a:r>
              <a:endParaRPr lang="en-GB" sz="1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DABB392-C6E1-C12E-C45E-8696BEA31F5B}"/>
              </a:ext>
            </a:extLst>
          </p:cNvPr>
          <p:cNvGrpSpPr/>
          <p:nvPr/>
        </p:nvGrpSpPr>
        <p:grpSpPr>
          <a:xfrm>
            <a:off x="3144758" y="6269328"/>
            <a:ext cx="1135389" cy="516499"/>
            <a:chOff x="3020077" y="6230913"/>
            <a:chExt cx="1135389" cy="516499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1A8B996-8880-33F6-B40F-37E21937E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6230913"/>
              <a:ext cx="516499" cy="516499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6BAF53E-AA5D-7780-2DAD-B2BAB22B05F3}"/>
                </a:ext>
              </a:extLst>
            </p:cNvPr>
            <p:cNvSpPr txBox="1"/>
            <p:nvPr/>
          </p:nvSpPr>
          <p:spPr>
            <a:xfrm>
              <a:off x="3530936" y="6276623"/>
              <a:ext cx="6245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Бургер</a:t>
              </a:r>
            </a:p>
            <a:p>
              <a:pPr algn="ctr"/>
              <a:r>
                <a:rPr lang="ky-KG" sz="1200" dirty="0"/>
                <a:t>2,51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4BA481B-B3A2-7D5F-C945-9822A1AF7D6D}"/>
              </a:ext>
            </a:extLst>
          </p:cNvPr>
          <p:cNvGrpSpPr/>
          <p:nvPr/>
        </p:nvGrpSpPr>
        <p:grpSpPr>
          <a:xfrm>
            <a:off x="3129817" y="1572840"/>
            <a:ext cx="1243920" cy="516499"/>
            <a:chOff x="3020077" y="1500756"/>
            <a:chExt cx="1243920" cy="516499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E1FFFBC2-C62F-DD20-605B-8E9434B83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1500756"/>
              <a:ext cx="516499" cy="516499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89E92D8-8BAB-F21D-E9AD-1838AFA9F218}"/>
                </a:ext>
              </a:extLst>
            </p:cNvPr>
            <p:cNvSpPr txBox="1"/>
            <p:nvPr/>
          </p:nvSpPr>
          <p:spPr>
            <a:xfrm>
              <a:off x="3455313" y="1538368"/>
              <a:ext cx="8086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Шоколад</a:t>
              </a:r>
            </a:p>
            <a:p>
              <a:pPr algn="ctr"/>
              <a:r>
                <a:rPr lang="ky-KG" sz="1200" dirty="0"/>
                <a:t>1,85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F1B2113-55AD-FF59-EF8F-9B10A64B11DB}"/>
              </a:ext>
            </a:extLst>
          </p:cNvPr>
          <p:cNvGrpSpPr/>
          <p:nvPr/>
        </p:nvGrpSpPr>
        <p:grpSpPr>
          <a:xfrm>
            <a:off x="3100360" y="871807"/>
            <a:ext cx="1209564" cy="555550"/>
            <a:chOff x="3020077" y="712397"/>
            <a:chExt cx="1209564" cy="555550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B3C054E-CB60-6C27-FCF4-272B1F315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712397"/>
              <a:ext cx="516499" cy="516499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BBA5291-E110-2CDA-4174-210649C42D28}"/>
                </a:ext>
              </a:extLst>
            </p:cNvPr>
            <p:cNvSpPr txBox="1"/>
            <p:nvPr/>
          </p:nvSpPr>
          <p:spPr>
            <a:xfrm>
              <a:off x="3572795" y="806282"/>
              <a:ext cx="6568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Хот дог</a:t>
              </a:r>
            </a:p>
            <a:p>
              <a:pPr algn="ctr"/>
              <a:r>
                <a:rPr lang="ky-KG" sz="1200" dirty="0"/>
                <a:t>1,82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5847CA5-4B86-892C-03A0-01EEAD5085D5}"/>
              </a:ext>
            </a:extLst>
          </p:cNvPr>
          <p:cNvGrpSpPr/>
          <p:nvPr/>
        </p:nvGrpSpPr>
        <p:grpSpPr>
          <a:xfrm>
            <a:off x="534080" y="5272686"/>
            <a:ext cx="1129506" cy="639667"/>
            <a:chOff x="468072" y="5173387"/>
            <a:chExt cx="1129506" cy="639667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B947C13D-B011-C3E5-A7D4-2F6323807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072" y="5173387"/>
              <a:ext cx="616076" cy="616076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09A2880-4460-FFE9-9800-3082BFCEA98C}"/>
                </a:ext>
              </a:extLst>
            </p:cNvPr>
            <p:cNvSpPr txBox="1"/>
            <p:nvPr/>
          </p:nvSpPr>
          <p:spPr>
            <a:xfrm>
              <a:off x="1024984" y="5351389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Чай</a:t>
              </a:r>
            </a:p>
            <a:p>
              <a:pPr algn="ctr"/>
              <a:r>
                <a:rPr lang="ky-KG" sz="1200" dirty="0"/>
                <a:t>1,77 $</a:t>
              </a:r>
              <a:endParaRPr lang="en-GB" sz="12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F5CCBD0-7B36-86BA-A1C6-FEFC26465FF4}"/>
              </a:ext>
            </a:extLst>
          </p:cNvPr>
          <p:cNvGrpSpPr/>
          <p:nvPr/>
        </p:nvGrpSpPr>
        <p:grpSpPr>
          <a:xfrm>
            <a:off x="487969" y="1007528"/>
            <a:ext cx="1167421" cy="542195"/>
            <a:chOff x="517861" y="735911"/>
            <a:chExt cx="1167421" cy="542195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9F1B1F73-E225-555C-F0E2-0AC348B9D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761607"/>
              <a:ext cx="516499" cy="516499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A51DE41-DCF0-31BB-243E-C0F9E4DA2201}"/>
                </a:ext>
              </a:extLst>
            </p:cNvPr>
            <p:cNvSpPr txBox="1"/>
            <p:nvPr/>
          </p:nvSpPr>
          <p:spPr>
            <a:xfrm>
              <a:off x="1111535" y="735911"/>
              <a:ext cx="5737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Таттуу</a:t>
              </a:r>
            </a:p>
            <a:p>
              <a:pPr algn="ctr"/>
              <a:r>
                <a:rPr lang="ky-KG" sz="1200" dirty="0"/>
                <a:t>0,73 $</a:t>
              </a:r>
              <a:endParaRPr lang="en-GB" sz="120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605CDB8-8A45-4924-C618-3007BA59ECE1}"/>
              </a:ext>
            </a:extLst>
          </p:cNvPr>
          <p:cNvGrpSpPr/>
          <p:nvPr/>
        </p:nvGrpSpPr>
        <p:grpSpPr>
          <a:xfrm>
            <a:off x="3121010" y="3946255"/>
            <a:ext cx="1050612" cy="549198"/>
            <a:chOff x="3020077" y="3865833"/>
            <a:chExt cx="1050612" cy="549198"/>
          </a:xfrm>
        </p:grpSpPr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1C12E54B-00B0-706D-CFD6-E1FE48ECF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3865833"/>
              <a:ext cx="516499" cy="516499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91187B9-928A-5492-8D4F-3DDD00B632FD}"/>
                </a:ext>
              </a:extLst>
            </p:cNvPr>
            <p:cNvSpPr txBox="1"/>
            <p:nvPr/>
          </p:nvSpPr>
          <p:spPr>
            <a:xfrm>
              <a:off x="3480977" y="3953366"/>
              <a:ext cx="5897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Кофе</a:t>
              </a:r>
            </a:p>
            <a:p>
              <a:pPr algn="ctr"/>
              <a:r>
                <a:rPr lang="ky-KG" sz="1200" dirty="0"/>
                <a:t>2,42 $</a:t>
              </a:r>
              <a:endParaRPr lang="en-GB" sz="120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6FECC86-10D1-C370-62F2-06465B123DFC}"/>
              </a:ext>
            </a:extLst>
          </p:cNvPr>
          <p:cNvGrpSpPr/>
          <p:nvPr/>
        </p:nvGrpSpPr>
        <p:grpSpPr>
          <a:xfrm>
            <a:off x="3207972" y="2437983"/>
            <a:ext cx="1116521" cy="516499"/>
            <a:chOff x="3020077" y="2289115"/>
            <a:chExt cx="1116521" cy="516499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1A7E8C0-CE03-0C75-D448-9D1768300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2289115"/>
              <a:ext cx="516499" cy="516499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FFA72AE-D064-9624-AE47-5E5ADD40DDAB}"/>
                </a:ext>
              </a:extLst>
            </p:cNvPr>
            <p:cNvSpPr txBox="1"/>
            <p:nvPr/>
          </p:nvSpPr>
          <p:spPr>
            <a:xfrm>
              <a:off x="3564005" y="2339954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Кекс</a:t>
              </a:r>
            </a:p>
            <a:p>
              <a:pPr algn="ctr"/>
              <a:r>
                <a:rPr lang="ky-KG" sz="1200" dirty="0"/>
                <a:t>1,86 $</a:t>
              </a:r>
              <a:endParaRPr lang="en-GB" sz="120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727171-D686-D663-8552-E21E535ED824}"/>
              </a:ext>
            </a:extLst>
          </p:cNvPr>
          <p:cNvGrpSpPr/>
          <p:nvPr/>
        </p:nvGrpSpPr>
        <p:grpSpPr>
          <a:xfrm>
            <a:off x="3207972" y="4765408"/>
            <a:ext cx="1226977" cy="516499"/>
            <a:chOff x="3020077" y="4654192"/>
            <a:chExt cx="1226977" cy="516499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594BF62-28EF-2D66-6F2F-92C873D0A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4654192"/>
              <a:ext cx="516499" cy="51649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A5FA791-A19A-9076-667D-133CA16DBF58}"/>
                </a:ext>
              </a:extLst>
            </p:cNvPr>
            <p:cNvSpPr txBox="1"/>
            <p:nvPr/>
          </p:nvSpPr>
          <p:spPr>
            <a:xfrm>
              <a:off x="3514161" y="4690154"/>
              <a:ext cx="732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Сэндвич</a:t>
              </a:r>
            </a:p>
            <a:p>
              <a:pPr algn="ctr"/>
              <a:r>
                <a:rPr lang="ky-KG" sz="1200" dirty="0"/>
                <a:t>2,44 $</a:t>
              </a:r>
              <a:endParaRPr lang="en-GB" sz="1200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42ABC47-BD28-EB26-F9B4-2F8126877FDD}"/>
              </a:ext>
            </a:extLst>
          </p:cNvPr>
          <p:cNvGrpSpPr/>
          <p:nvPr/>
        </p:nvGrpSpPr>
        <p:grpSpPr>
          <a:xfrm>
            <a:off x="489538" y="4526387"/>
            <a:ext cx="1032093" cy="516499"/>
            <a:chOff x="517861" y="4291031"/>
            <a:chExt cx="1032093" cy="516499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B8FD676-7212-4E9F-7849-FB91405F7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4291031"/>
              <a:ext cx="516499" cy="516499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A4A6E7C-3677-5697-B126-6A609295DD5F}"/>
                </a:ext>
              </a:extLst>
            </p:cNvPr>
            <p:cNvSpPr txBox="1"/>
            <p:nvPr/>
          </p:nvSpPr>
          <p:spPr>
            <a:xfrm>
              <a:off x="977360" y="4342009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Фри </a:t>
              </a:r>
            </a:p>
            <a:p>
              <a:pPr algn="ctr"/>
              <a:r>
                <a:rPr lang="ky-KG" sz="1200" dirty="0"/>
                <a:t>1,74 $</a:t>
              </a:r>
              <a:endParaRPr lang="en-GB" sz="1200" dirty="0"/>
            </a:p>
          </p:txBody>
        </p:sp>
      </p:grp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2397C2EE-DE76-68AC-2430-75F7CFC153E5}"/>
              </a:ext>
            </a:extLst>
          </p:cNvPr>
          <p:cNvSpPr/>
          <p:nvPr/>
        </p:nvSpPr>
        <p:spPr>
          <a:xfrm>
            <a:off x="75112" y="44276"/>
            <a:ext cx="4877888" cy="6741551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3616796-94E5-67EE-C8F6-98E72A25EEF3}"/>
              </a:ext>
            </a:extLst>
          </p:cNvPr>
          <p:cNvCxnSpPr>
            <a:cxnSpLocks/>
          </p:cNvCxnSpPr>
          <p:nvPr/>
        </p:nvCxnSpPr>
        <p:spPr>
          <a:xfrm>
            <a:off x="2195551" y="141746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9230E4A-DD34-497B-AE15-0083DFE76AA3}"/>
              </a:ext>
            </a:extLst>
          </p:cNvPr>
          <p:cNvSpPr txBox="1"/>
          <p:nvPr/>
        </p:nvSpPr>
        <p:spPr>
          <a:xfrm>
            <a:off x="42594" y="67429"/>
            <a:ext cx="904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Тамак-аш</a:t>
            </a:r>
            <a:endParaRPr lang="en-GB" sz="1400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1F05DA4-E643-22D7-4263-3C2EB3360C6A}"/>
              </a:ext>
            </a:extLst>
          </p:cNvPr>
          <p:cNvSpPr txBox="1"/>
          <p:nvPr/>
        </p:nvSpPr>
        <p:spPr>
          <a:xfrm>
            <a:off x="809603" y="370177"/>
            <a:ext cx="3271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Тамак-аш тизмесин эң кичинеден чоңго чейин </a:t>
            </a:r>
          </a:p>
          <a:p>
            <a:pPr algn="ctr"/>
            <a:r>
              <a:rPr lang="ky-KG" sz="1200" dirty="0"/>
              <a:t>баа тартибинде ирээтинде .</a:t>
            </a:r>
            <a:endParaRPr lang="en-GB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8E5F7B-4455-B72D-2385-52528EFC997A}"/>
              </a:ext>
            </a:extLst>
          </p:cNvPr>
          <p:cNvSpPr txBox="1"/>
          <p:nvPr/>
        </p:nvSpPr>
        <p:spPr>
          <a:xfrm>
            <a:off x="1187898" y="-10160"/>
            <a:ext cx="2850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арзан</a:t>
            </a:r>
            <a:r>
              <a:rPr lang="en-GB" sz="1200" b="1" dirty="0"/>
              <a:t>                       </a:t>
            </a:r>
            <a:r>
              <a:rPr lang="ky-KG" sz="1200" b="1" dirty="0"/>
              <a:t>                </a:t>
            </a:r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Кымбат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85646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43692F5-35DF-6275-1C00-B7B3D8E6D735}"/>
              </a:ext>
            </a:extLst>
          </p:cNvPr>
          <p:cNvGrpSpPr/>
          <p:nvPr/>
        </p:nvGrpSpPr>
        <p:grpSpPr>
          <a:xfrm>
            <a:off x="3099477" y="6074715"/>
            <a:ext cx="1467014" cy="549836"/>
            <a:chOff x="2994781" y="6168105"/>
            <a:chExt cx="1467014" cy="54983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F040CE3-71C5-AE39-78C2-382BA4023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4781" y="6168105"/>
              <a:ext cx="480677" cy="54983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CB6C51C-89D2-B2E4-0B08-ED69080B81A6}"/>
                </a:ext>
              </a:extLst>
            </p:cNvPr>
            <p:cNvSpPr txBox="1"/>
            <p:nvPr/>
          </p:nvSpPr>
          <p:spPr>
            <a:xfrm>
              <a:off x="3515703" y="6221934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Канат</a:t>
              </a:r>
              <a:endParaRPr lang="en-GB" sz="1200" dirty="0"/>
            </a:p>
            <a:p>
              <a:pPr algn="ctr"/>
              <a:r>
                <a:rPr lang="en-GB" sz="1200" dirty="0"/>
                <a:t>10,6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3F99E82-942D-E585-7A94-883A485D2EA7}"/>
              </a:ext>
            </a:extLst>
          </p:cNvPr>
          <p:cNvGrpSpPr/>
          <p:nvPr/>
        </p:nvGrpSpPr>
        <p:grpSpPr>
          <a:xfrm>
            <a:off x="627576" y="2954177"/>
            <a:ext cx="1594390" cy="583202"/>
            <a:chOff x="548250" y="3118740"/>
            <a:chExt cx="1594390" cy="5832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2B718D6-A24E-E7B5-B269-76E777A0D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250" y="3118740"/>
              <a:ext cx="463828" cy="58320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1DAFCA-27EE-CB90-770A-11669930BAAF}"/>
                </a:ext>
              </a:extLst>
            </p:cNvPr>
            <p:cNvSpPr txBox="1"/>
            <p:nvPr/>
          </p:nvSpPr>
          <p:spPr>
            <a:xfrm>
              <a:off x="1039453" y="3178726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Карабала</a:t>
              </a:r>
              <a:endParaRPr lang="en-GB" sz="1200" dirty="0"/>
            </a:p>
            <a:p>
              <a:pPr algn="ctr"/>
              <a:r>
                <a:rPr lang="en-GB" sz="1200" dirty="0"/>
                <a:t>10,109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94C08EA-99DE-A1D7-A8DE-9F1288CC4CBA}"/>
              </a:ext>
            </a:extLst>
          </p:cNvPr>
          <p:cNvGrpSpPr/>
          <p:nvPr/>
        </p:nvGrpSpPr>
        <p:grpSpPr>
          <a:xfrm>
            <a:off x="3022254" y="3351616"/>
            <a:ext cx="1706083" cy="526420"/>
            <a:chOff x="2978695" y="3199155"/>
            <a:chExt cx="1706083" cy="52642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85262EA-F6FE-8630-3AFB-91B3E86CD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8695" y="3199155"/>
              <a:ext cx="512848" cy="5264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7FFEAD-33D7-0F81-4353-51672292C790}"/>
                </a:ext>
              </a:extLst>
            </p:cNvPr>
            <p:cNvSpPr txBox="1"/>
            <p:nvPr/>
          </p:nvSpPr>
          <p:spPr>
            <a:xfrm>
              <a:off x="3581591" y="3257408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Акылай</a:t>
              </a:r>
              <a:endParaRPr lang="en-GB" sz="1200" dirty="0"/>
            </a:p>
            <a:p>
              <a:pPr algn="ctr"/>
              <a:r>
                <a:rPr lang="en-GB" sz="1200" dirty="0"/>
                <a:t>10,507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EE9C48-7E60-2863-A993-740AC456B923}"/>
              </a:ext>
            </a:extLst>
          </p:cNvPr>
          <p:cNvGrpSpPr/>
          <p:nvPr/>
        </p:nvGrpSpPr>
        <p:grpSpPr>
          <a:xfrm>
            <a:off x="490834" y="1132311"/>
            <a:ext cx="1619783" cy="539824"/>
            <a:chOff x="544161" y="1075071"/>
            <a:chExt cx="1619783" cy="53982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3C85F1-5324-CC63-9CD8-FE62DB939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161" y="1075071"/>
              <a:ext cx="472007" cy="53982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DAD7A95-B6FC-166F-6436-C5164E456CDD}"/>
                </a:ext>
              </a:extLst>
            </p:cNvPr>
            <p:cNvSpPr txBox="1"/>
            <p:nvPr/>
          </p:nvSpPr>
          <p:spPr>
            <a:xfrm>
              <a:off x="1060757" y="1133794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Акылбек</a:t>
              </a:r>
              <a:endParaRPr lang="en-GB" sz="1200" dirty="0"/>
            </a:p>
            <a:p>
              <a:pPr algn="ctr"/>
              <a:r>
                <a:rPr lang="en-GB" sz="1200" dirty="0"/>
                <a:t>10,087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79CDA7-C8B7-14B0-7D36-7BF55D0856F3}"/>
              </a:ext>
            </a:extLst>
          </p:cNvPr>
          <p:cNvGrpSpPr/>
          <p:nvPr/>
        </p:nvGrpSpPr>
        <p:grpSpPr>
          <a:xfrm>
            <a:off x="3022254" y="4245290"/>
            <a:ext cx="1693793" cy="511335"/>
            <a:chOff x="2994794" y="4165054"/>
            <a:chExt cx="1693793" cy="51133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82BB4E0-371D-C38C-3A08-D41A690FB758}"/>
                </a:ext>
              </a:extLst>
            </p:cNvPr>
            <p:cNvSpPr txBox="1"/>
            <p:nvPr/>
          </p:nvSpPr>
          <p:spPr>
            <a:xfrm>
              <a:off x="3585400" y="4165054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Даку</a:t>
              </a:r>
            </a:p>
            <a:p>
              <a:pPr algn="ctr"/>
              <a:r>
                <a:rPr lang="ky-KG" sz="1200" dirty="0"/>
                <a:t>10,518 секунд</a:t>
              </a:r>
              <a:endParaRPr lang="en-GB" sz="1200" dirty="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C915FA0-4B34-65C3-B577-06DB93415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4794" y="4187332"/>
              <a:ext cx="480651" cy="489057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54E434-B76F-1C3E-C074-474FFCF68998}"/>
              </a:ext>
            </a:extLst>
          </p:cNvPr>
          <p:cNvGrpSpPr/>
          <p:nvPr/>
        </p:nvGrpSpPr>
        <p:grpSpPr>
          <a:xfrm>
            <a:off x="3032845" y="5167614"/>
            <a:ext cx="1746231" cy="568202"/>
            <a:chOff x="2894942" y="5138146"/>
            <a:chExt cx="1746231" cy="56820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B86CF8-8B1B-6B0E-0F3B-9DBCB56B8340}"/>
                </a:ext>
              </a:extLst>
            </p:cNvPr>
            <p:cNvSpPr txBox="1"/>
            <p:nvPr/>
          </p:nvSpPr>
          <p:spPr>
            <a:xfrm>
              <a:off x="3616534" y="5160156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Айжан</a:t>
              </a:r>
              <a:endParaRPr lang="en-GB" sz="1200" dirty="0"/>
            </a:p>
            <a:p>
              <a:pPr algn="ctr"/>
              <a:r>
                <a:rPr lang="en-GB" sz="1200" dirty="0"/>
                <a:t>10,54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6263987-2602-D570-C4C3-55C3C4190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4942" y="5138146"/>
              <a:ext cx="680354" cy="568202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CB6E4D-56C6-530E-18EC-F9777627DEE7}"/>
              </a:ext>
            </a:extLst>
          </p:cNvPr>
          <p:cNvGrpSpPr/>
          <p:nvPr/>
        </p:nvGrpSpPr>
        <p:grpSpPr>
          <a:xfrm>
            <a:off x="608083" y="3906749"/>
            <a:ext cx="1568535" cy="497298"/>
            <a:chOff x="539026" y="4139580"/>
            <a:chExt cx="1568535" cy="49729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0C088C-3AFD-D199-D5A9-4A98C2230975}"/>
                </a:ext>
              </a:extLst>
            </p:cNvPr>
            <p:cNvSpPr txBox="1"/>
            <p:nvPr/>
          </p:nvSpPr>
          <p:spPr>
            <a:xfrm>
              <a:off x="1161469" y="4175213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Актан</a:t>
              </a:r>
              <a:endParaRPr lang="en-GB" sz="1200" dirty="0"/>
            </a:p>
            <a:p>
              <a:pPr algn="ctr"/>
              <a:r>
                <a:rPr lang="en-GB" sz="1200" dirty="0"/>
                <a:t>10,4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4B76333-6B6C-BE62-DE2F-7E6F3CB18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026" y="4139580"/>
              <a:ext cx="482277" cy="491101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109C65-0BD7-6825-5D4E-86010F6EFC1B}"/>
              </a:ext>
            </a:extLst>
          </p:cNvPr>
          <p:cNvGrpSpPr/>
          <p:nvPr/>
        </p:nvGrpSpPr>
        <p:grpSpPr>
          <a:xfrm>
            <a:off x="623323" y="4876371"/>
            <a:ext cx="1765654" cy="526047"/>
            <a:chOff x="452665" y="5068319"/>
            <a:chExt cx="1765654" cy="52604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E9D4EE-3B3A-A6BB-20C4-CA9C3428467D}"/>
                </a:ext>
              </a:extLst>
            </p:cNvPr>
            <p:cNvSpPr txBox="1"/>
            <p:nvPr/>
          </p:nvSpPr>
          <p:spPr>
            <a:xfrm>
              <a:off x="1115132" y="5104507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Айдана</a:t>
              </a:r>
              <a:endParaRPr lang="en-GB" sz="1200" dirty="0"/>
            </a:p>
            <a:p>
              <a:pPr algn="ctr"/>
              <a:r>
                <a:rPr lang="en-GB" sz="1200" dirty="0"/>
                <a:t>10,419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EF35927-A2B0-0EBB-097A-8CB44E295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665" y="5068319"/>
              <a:ext cx="654999" cy="526047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232AFC2-449B-4F84-F055-F616FCBA145A}"/>
              </a:ext>
            </a:extLst>
          </p:cNvPr>
          <p:cNvGrpSpPr/>
          <p:nvPr/>
        </p:nvGrpSpPr>
        <p:grpSpPr>
          <a:xfrm>
            <a:off x="2940595" y="1192658"/>
            <a:ext cx="1628532" cy="522178"/>
            <a:chOff x="3015163" y="1124947"/>
            <a:chExt cx="1628532" cy="522178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536331B-CDD1-426A-6AFB-5883635D8AA8}"/>
                </a:ext>
              </a:extLst>
            </p:cNvPr>
            <p:cNvSpPr txBox="1"/>
            <p:nvPr/>
          </p:nvSpPr>
          <p:spPr>
            <a:xfrm>
              <a:off x="3461961" y="1185460"/>
              <a:ext cx="1181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Улан</a:t>
              </a:r>
              <a:endParaRPr lang="en-GB" sz="1200" dirty="0"/>
            </a:p>
            <a:p>
              <a:pPr algn="ctr"/>
              <a:r>
                <a:rPr lang="en-GB" sz="1200" dirty="0"/>
                <a:t>10,4417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944ADFF-20F5-55A7-EF38-7AB49D7A4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163" y="1124947"/>
              <a:ext cx="439912" cy="503206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F84BF55-3151-5623-BCF7-96200D49037C}"/>
              </a:ext>
            </a:extLst>
          </p:cNvPr>
          <p:cNvGrpSpPr/>
          <p:nvPr/>
        </p:nvGrpSpPr>
        <p:grpSpPr>
          <a:xfrm>
            <a:off x="490834" y="1896283"/>
            <a:ext cx="1795710" cy="628569"/>
            <a:chOff x="378683" y="2052533"/>
            <a:chExt cx="1795710" cy="628569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82C556A-870F-D29A-1B8E-31872AED8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683" y="2052533"/>
              <a:ext cx="802963" cy="628569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6A0BDA2-3722-2485-9B8A-4EEE6D54F773}"/>
                </a:ext>
              </a:extLst>
            </p:cNvPr>
            <p:cNvSpPr txBox="1"/>
            <p:nvPr/>
          </p:nvSpPr>
          <p:spPr>
            <a:xfrm>
              <a:off x="1228301" y="2097415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Жаку</a:t>
              </a:r>
              <a:endParaRPr lang="en-GB" sz="1200" dirty="0"/>
            </a:p>
            <a:p>
              <a:pPr algn="ctr"/>
              <a:r>
                <a:rPr lang="en-GB" sz="1200" dirty="0"/>
                <a:t>10,1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6CC7830-B7F2-F446-85BF-536F0CB8B4AB}"/>
              </a:ext>
            </a:extLst>
          </p:cNvPr>
          <p:cNvGrpSpPr/>
          <p:nvPr/>
        </p:nvGrpSpPr>
        <p:grpSpPr>
          <a:xfrm>
            <a:off x="527661" y="5884459"/>
            <a:ext cx="1648957" cy="636061"/>
            <a:chOff x="497167" y="6032004"/>
            <a:chExt cx="1648957" cy="636061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54D54AE9-0AB0-D22F-1105-E95C03869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167" y="6032004"/>
              <a:ext cx="565995" cy="636061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78B57BD-253F-6C28-4CA4-231204CDBEB0}"/>
                </a:ext>
              </a:extLst>
            </p:cNvPr>
            <p:cNvSpPr txBox="1"/>
            <p:nvPr/>
          </p:nvSpPr>
          <p:spPr>
            <a:xfrm>
              <a:off x="1121485" y="6091681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Тику</a:t>
              </a:r>
              <a:endParaRPr lang="en-GB" sz="1200" dirty="0"/>
            </a:p>
            <a:p>
              <a:pPr algn="ctr"/>
              <a:r>
                <a:rPr lang="en-GB" sz="1200" dirty="0"/>
                <a:t>10,43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D24A987-E9A9-5F25-4203-9D3B82241D00}"/>
              </a:ext>
            </a:extLst>
          </p:cNvPr>
          <p:cNvGrpSpPr/>
          <p:nvPr/>
        </p:nvGrpSpPr>
        <p:grpSpPr>
          <a:xfrm>
            <a:off x="2880191" y="2147501"/>
            <a:ext cx="1898885" cy="647488"/>
            <a:chOff x="2771074" y="2089910"/>
            <a:chExt cx="1898885" cy="64748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41EB4E0-D05B-DCA9-02F1-321C434B302E}"/>
                </a:ext>
              </a:extLst>
            </p:cNvPr>
            <p:cNvSpPr txBox="1"/>
            <p:nvPr/>
          </p:nvSpPr>
          <p:spPr>
            <a:xfrm>
              <a:off x="3723867" y="2162206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Анара</a:t>
              </a:r>
              <a:endParaRPr lang="en-GB" sz="1200" dirty="0"/>
            </a:p>
            <a:p>
              <a:pPr algn="ctr"/>
              <a:r>
                <a:rPr lang="en-GB" sz="1200" dirty="0"/>
                <a:t>10,5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649808DD-FA28-6877-C851-CA78FADE0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1074" y="2089910"/>
              <a:ext cx="928090" cy="647488"/>
            </a:xfrm>
            <a:prstGeom prst="rect">
              <a:avLst/>
            </a:prstGeom>
          </p:spPr>
        </p:pic>
      </p:grp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62C5617-EA30-8BD9-6F29-5FE76784B63D}"/>
              </a:ext>
            </a:extLst>
          </p:cNvPr>
          <p:cNvSpPr/>
          <p:nvPr/>
        </p:nvSpPr>
        <p:spPr>
          <a:xfrm>
            <a:off x="43296" y="19050"/>
            <a:ext cx="4834592" cy="6796671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4FA1AD-289F-21B8-1B7C-EF04918F1B25}"/>
              </a:ext>
            </a:extLst>
          </p:cNvPr>
          <p:cNvSpPr txBox="1"/>
          <p:nvPr/>
        </p:nvSpPr>
        <p:spPr>
          <a:xfrm>
            <a:off x="1250762" y="344951"/>
            <a:ext cx="3191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Жөө күлүктөрдү эң ылдамдан эң жайга чейин</a:t>
            </a:r>
          </a:p>
          <a:p>
            <a:pPr algn="ctr"/>
            <a:r>
              <a:rPr lang="ky-KG" sz="1200" dirty="0"/>
              <a:t> тизмелеңиз.</a:t>
            </a:r>
            <a:endParaRPr lang="en-GB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E17B07-4F8F-8F6E-01DB-7C9757368260}"/>
              </a:ext>
            </a:extLst>
          </p:cNvPr>
          <p:cNvSpPr txBox="1"/>
          <p:nvPr/>
        </p:nvSpPr>
        <p:spPr>
          <a:xfrm>
            <a:off x="43296" y="42279"/>
            <a:ext cx="1589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100 метр жарыш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2B214BB9-104A-075B-3DD8-3BEF1E155F22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39" y="316231"/>
            <a:ext cx="695576" cy="560822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21BDFA35-80FF-D68A-AAC2-6935AD6DD382}"/>
              </a:ext>
            </a:extLst>
          </p:cNvPr>
          <p:cNvSpPr txBox="1"/>
          <p:nvPr/>
        </p:nvSpPr>
        <p:spPr>
          <a:xfrm>
            <a:off x="1652680" y="-16843"/>
            <a:ext cx="2040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/>
              <a:t>Ылдам                        Жай</a:t>
            </a:r>
            <a:endParaRPr lang="en-GB" sz="1400" b="1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D361BEC-0BB5-344A-B930-3FB77C6712A6}"/>
              </a:ext>
            </a:extLst>
          </p:cNvPr>
          <p:cNvCxnSpPr>
            <a:cxnSpLocks/>
          </p:cNvCxnSpPr>
          <p:nvPr/>
        </p:nvCxnSpPr>
        <p:spPr>
          <a:xfrm>
            <a:off x="2501214" y="123552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32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444DD53-78FB-8FAC-F24C-308BB3691B7F}"/>
              </a:ext>
            </a:extLst>
          </p:cNvPr>
          <p:cNvGrpSpPr/>
          <p:nvPr/>
        </p:nvGrpSpPr>
        <p:grpSpPr>
          <a:xfrm>
            <a:off x="482577" y="1080491"/>
            <a:ext cx="1357367" cy="549836"/>
            <a:chOff x="488447" y="1099854"/>
            <a:chExt cx="1357367" cy="54983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0DB4524-B1FB-A01A-AB85-46343644A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447" y="1099854"/>
              <a:ext cx="480677" cy="549836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1504161-1434-CEBD-0773-D97A36A871FF}"/>
                </a:ext>
              </a:extLst>
            </p:cNvPr>
            <p:cNvSpPr txBox="1"/>
            <p:nvPr/>
          </p:nvSpPr>
          <p:spPr>
            <a:xfrm>
              <a:off x="978269" y="1157232"/>
              <a:ext cx="867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Фархат</a:t>
              </a:r>
              <a:endParaRPr lang="en-GB" sz="1200" dirty="0"/>
            </a:p>
            <a:p>
              <a:pPr algn="ctr"/>
              <a:r>
                <a:rPr lang="en-GB" sz="1200" dirty="0"/>
                <a:t>7,1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6C8450-207B-E6A4-CD9D-AD2353387548}"/>
              </a:ext>
            </a:extLst>
          </p:cNvPr>
          <p:cNvGrpSpPr/>
          <p:nvPr/>
        </p:nvGrpSpPr>
        <p:grpSpPr>
          <a:xfrm>
            <a:off x="2908342" y="1076608"/>
            <a:ext cx="1450375" cy="583202"/>
            <a:chOff x="2840021" y="1055493"/>
            <a:chExt cx="1450375" cy="58320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D5EC316-4E2C-B381-7FAB-F18623363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0021" y="1055493"/>
              <a:ext cx="463828" cy="58320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F6EB906-7C5B-B60C-2E51-206E4B4E928C}"/>
                </a:ext>
              </a:extLst>
            </p:cNvPr>
            <p:cNvSpPr txBox="1"/>
            <p:nvPr/>
          </p:nvSpPr>
          <p:spPr>
            <a:xfrm>
              <a:off x="3265757" y="1123791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Максат</a:t>
              </a:r>
              <a:endParaRPr lang="en-GB" sz="1200" dirty="0"/>
            </a:p>
            <a:p>
              <a:pPr algn="ctr"/>
              <a:r>
                <a:rPr lang="en-GB" sz="1200" dirty="0"/>
                <a:t>7,121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7A4CCE3-E69B-1E60-9B0C-D3F65DCD78DD}"/>
              </a:ext>
            </a:extLst>
          </p:cNvPr>
          <p:cNvGrpSpPr/>
          <p:nvPr/>
        </p:nvGrpSpPr>
        <p:grpSpPr>
          <a:xfrm>
            <a:off x="3062217" y="5981455"/>
            <a:ext cx="1536126" cy="526420"/>
            <a:chOff x="2873906" y="5970025"/>
            <a:chExt cx="1536126" cy="52642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E0F8E2A-F947-1E84-DA19-998DA357B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3906" y="5970025"/>
              <a:ext cx="512848" cy="52642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BE1D93-F54D-14CB-E79C-8E81230F705E}"/>
                </a:ext>
              </a:extLst>
            </p:cNvPr>
            <p:cNvSpPr txBox="1"/>
            <p:nvPr/>
          </p:nvSpPr>
          <p:spPr>
            <a:xfrm>
              <a:off x="3463940" y="6027783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Аку</a:t>
              </a:r>
              <a:endParaRPr lang="en-GB" sz="1200" dirty="0"/>
            </a:p>
            <a:p>
              <a:pPr algn="ctr"/>
              <a:r>
                <a:rPr lang="en-GB" sz="1200" dirty="0"/>
                <a:t>7,21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9F6F0B-A450-F12D-4618-A30174DE8BF4}"/>
              </a:ext>
            </a:extLst>
          </p:cNvPr>
          <p:cNvGrpSpPr/>
          <p:nvPr/>
        </p:nvGrpSpPr>
        <p:grpSpPr>
          <a:xfrm>
            <a:off x="572796" y="6082731"/>
            <a:ext cx="1605865" cy="539824"/>
            <a:chOff x="494027" y="5995704"/>
            <a:chExt cx="1605865" cy="53982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EACEF12-CCD2-B066-47AB-9F442C322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027" y="5995704"/>
              <a:ext cx="472007" cy="53982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C2CA7B-ADB4-1E8A-44E1-EDE56E2F78D6}"/>
                </a:ext>
              </a:extLst>
            </p:cNvPr>
            <p:cNvSpPr txBox="1"/>
            <p:nvPr/>
          </p:nvSpPr>
          <p:spPr>
            <a:xfrm>
              <a:off x="996705" y="6012863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Айбек</a:t>
              </a:r>
              <a:endParaRPr lang="en-GB" sz="1200" dirty="0"/>
            </a:p>
            <a:p>
              <a:pPr algn="ctr"/>
              <a:r>
                <a:rPr lang="en-GB" sz="1200" dirty="0"/>
                <a:t>7,1205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BEC80FB-53E6-0C54-BAE3-A8E3B1F955EC}"/>
              </a:ext>
            </a:extLst>
          </p:cNvPr>
          <p:cNvGrpSpPr/>
          <p:nvPr/>
        </p:nvGrpSpPr>
        <p:grpSpPr>
          <a:xfrm>
            <a:off x="532616" y="4007780"/>
            <a:ext cx="1499460" cy="529100"/>
            <a:chOff x="488460" y="3985167"/>
            <a:chExt cx="1499460" cy="52910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DCBAF58-D7C0-176D-CF3D-997AD8E1D239}"/>
                </a:ext>
              </a:extLst>
            </p:cNvPr>
            <p:cNvSpPr txBox="1"/>
            <p:nvPr/>
          </p:nvSpPr>
          <p:spPr>
            <a:xfrm>
              <a:off x="963281" y="405260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Тимур</a:t>
              </a:r>
              <a:endParaRPr lang="en-GB" sz="1200" dirty="0"/>
            </a:p>
            <a:p>
              <a:pPr algn="ctr"/>
              <a:r>
                <a:rPr lang="en-GB" sz="1200" dirty="0"/>
                <a:t>7,108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B1436E9-626C-917D-A168-FF1E9F1C1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460" y="3985167"/>
              <a:ext cx="480651" cy="489057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037D7B9-FCE0-2692-29CF-8B9A71419213}"/>
              </a:ext>
            </a:extLst>
          </p:cNvPr>
          <p:cNvGrpSpPr/>
          <p:nvPr/>
        </p:nvGrpSpPr>
        <p:grpSpPr>
          <a:xfrm>
            <a:off x="443178" y="4929365"/>
            <a:ext cx="1506004" cy="587037"/>
            <a:chOff x="388608" y="4909632"/>
            <a:chExt cx="1506004" cy="587037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2AA27D9-9855-A7BF-3DD9-C7DFF9B6652B}"/>
                </a:ext>
              </a:extLst>
            </p:cNvPr>
            <p:cNvSpPr txBox="1"/>
            <p:nvPr/>
          </p:nvSpPr>
          <p:spPr>
            <a:xfrm>
              <a:off x="948520" y="5035004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Акылай</a:t>
              </a:r>
              <a:endParaRPr lang="en-GB" sz="1200" dirty="0"/>
            </a:p>
            <a:p>
              <a:pPr algn="ctr"/>
              <a:r>
                <a:rPr lang="en-GB" sz="1200" dirty="0"/>
                <a:t>7,12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8836186-C4D9-85F6-9C5B-E8F4B7EAD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08" y="4909632"/>
              <a:ext cx="680354" cy="568202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60546E9-FA13-83C1-888F-EE45CEE16E86}"/>
              </a:ext>
            </a:extLst>
          </p:cNvPr>
          <p:cNvGrpSpPr/>
          <p:nvPr/>
        </p:nvGrpSpPr>
        <p:grpSpPr>
          <a:xfrm>
            <a:off x="2936376" y="4060496"/>
            <a:ext cx="1546085" cy="491101"/>
            <a:chOff x="2889192" y="4060586"/>
            <a:chExt cx="1546085" cy="491101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033EED3-DD5D-FC78-695E-82BD6FC7A6B4}"/>
                </a:ext>
              </a:extLst>
            </p:cNvPr>
            <p:cNvSpPr txBox="1"/>
            <p:nvPr/>
          </p:nvSpPr>
          <p:spPr>
            <a:xfrm>
              <a:off x="3410638" y="4063785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Алмаз</a:t>
              </a:r>
              <a:endParaRPr lang="en-GB" sz="1200" dirty="0"/>
            </a:p>
            <a:p>
              <a:pPr algn="ctr"/>
              <a:r>
                <a:rPr lang="en-GB" sz="1200" dirty="0"/>
                <a:t>7,126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1C48C431-15F7-AB9E-CB24-296B5BA1B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9192" y="4060586"/>
              <a:ext cx="482277" cy="491101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32A4829-A737-D318-4453-863707495C40}"/>
              </a:ext>
            </a:extLst>
          </p:cNvPr>
          <p:cNvGrpSpPr/>
          <p:nvPr/>
        </p:nvGrpSpPr>
        <p:grpSpPr>
          <a:xfrm>
            <a:off x="482577" y="2096528"/>
            <a:ext cx="1615396" cy="547011"/>
            <a:chOff x="401286" y="2085098"/>
            <a:chExt cx="1615396" cy="54701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908DEC3-F800-41CE-16AD-E779B638ACB3}"/>
                </a:ext>
              </a:extLst>
            </p:cNvPr>
            <p:cNvSpPr txBox="1"/>
            <p:nvPr/>
          </p:nvSpPr>
          <p:spPr>
            <a:xfrm>
              <a:off x="992043" y="2170444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Маку</a:t>
              </a:r>
              <a:endParaRPr lang="en-GB" sz="1200" dirty="0"/>
            </a:p>
            <a:p>
              <a:pPr algn="ctr"/>
              <a:r>
                <a:rPr lang="en-GB" sz="1200" dirty="0"/>
                <a:t>7,103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CDCC51F3-1F10-5235-63E8-2122A3166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286" y="2085098"/>
              <a:ext cx="654999" cy="526047"/>
            </a:xfrm>
            <a:prstGeom prst="rect">
              <a:avLst/>
            </a:prstGeom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C4CCE99-0AE5-14D6-3DE0-FEA76D7303EC}"/>
              </a:ext>
            </a:extLst>
          </p:cNvPr>
          <p:cNvGrpSpPr/>
          <p:nvPr/>
        </p:nvGrpSpPr>
        <p:grpSpPr>
          <a:xfrm>
            <a:off x="443178" y="2915738"/>
            <a:ext cx="1486885" cy="503206"/>
            <a:chOff x="508829" y="3046553"/>
            <a:chExt cx="1486885" cy="503206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0D6DB6C-F5C3-6BB5-88C9-2285EC9CAB02}"/>
                </a:ext>
              </a:extLst>
            </p:cNvPr>
            <p:cNvSpPr txBox="1"/>
            <p:nvPr/>
          </p:nvSpPr>
          <p:spPr>
            <a:xfrm>
              <a:off x="971075" y="308598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Риддин</a:t>
              </a:r>
              <a:endParaRPr lang="en-GB" sz="1200" dirty="0"/>
            </a:p>
            <a:p>
              <a:pPr algn="ctr"/>
              <a:r>
                <a:rPr lang="en-GB" sz="1200" dirty="0"/>
                <a:t>7,105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8C5D4674-0E9A-A667-3ABB-E2F48785A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829" y="3046553"/>
              <a:ext cx="439912" cy="503206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FACC9BB-CDD6-8CD7-05D7-F7095CBA7596}"/>
              </a:ext>
            </a:extLst>
          </p:cNvPr>
          <p:cNvGrpSpPr/>
          <p:nvPr/>
        </p:nvGrpSpPr>
        <p:grpSpPr>
          <a:xfrm>
            <a:off x="2908342" y="2976648"/>
            <a:ext cx="1929084" cy="628569"/>
            <a:chOff x="2728849" y="3046591"/>
            <a:chExt cx="1929084" cy="62856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C622B72-A531-4A5B-1AE9-8329B4F22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8849" y="3046591"/>
              <a:ext cx="802963" cy="628569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6CB8B52-9D52-8A0C-8E3D-5EED6C753EE7}"/>
                </a:ext>
              </a:extLst>
            </p:cNvPr>
            <p:cNvSpPr txBox="1"/>
            <p:nvPr/>
          </p:nvSpPr>
          <p:spPr>
            <a:xfrm>
              <a:off x="3554746" y="3143475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Айдан</a:t>
              </a:r>
              <a:endParaRPr lang="en-GB" sz="1200" dirty="0"/>
            </a:p>
            <a:p>
              <a:pPr algn="ctr"/>
              <a:r>
                <a:rPr lang="en-GB" sz="1200" dirty="0"/>
                <a:t>7,1253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65AF4F7-CA54-C1B2-267B-C5620FE5B39D}"/>
              </a:ext>
            </a:extLst>
          </p:cNvPr>
          <p:cNvGrpSpPr/>
          <p:nvPr/>
        </p:nvGrpSpPr>
        <p:grpSpPr>
          <a:xfrm>
            <a:off x="2908342" y="1996120"/>
            <a:ext cx="1617268" cy="636061"/>
            <a:chOff x="2847333" y="2025104"/>
            <a:chExt cx="1617268" cy="636061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5C3099E-751C-3635-BA51-36C7CF12C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7333" y="2025104"/>
              <a:ext cx="565995" cy="636061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B9D63DA-298B-776B-ED5A-E6C81E781189}"/>
                </a:ext>
              </a:extLst>
            </p:cNvPr>
            <p:cNvSpPr txBox="1"/>
            <p:nvPr/>
          </p:nvSpPr>
          <p:spPr>
            <a:xfrm>
              <a:off x="3439962" y="2106365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Венера</a:t>
              </a:r>
              <a:endParaRPr lang="en-GB" sz="1200" dirty="0"/>
            </a:p>
            <a:p>
              <a:pPr algn="ctr"/>
              <a:r>
                <a:rPr lang="en-GB" sz="1200" dirty="0"/>
                <a:t>7,125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2708351-D7B3-7915-EA55-5DC0F4D678C7}"/>
              </a:ext>
            </a:extLst>
          </p:cNvPr>
          <p:cNvGrpSpPr/>
          <p:nvPr/>
        </p:nvGrpSpPr>
        <p:grpSpPr>
          <a:xfrm>
            <a:off x="2868269" y="4989307"/>
            <a:ext cx="1863894" cy="647488"/>
            <a:chOff x="2666285" y="4937113"/>
            <a:chExt cx="1863894" cy="647488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29F4665-2E58-8B98-D3E1-83CF10E66BC0}"/>
                </a:ext>
              </a:extLst>
            </p:cNvPr>
            <p:cNvSpPr txBox="1"/>
            <p:nvPr/>
          </p:nvSpPr>
          <p:spPr>
            <a:xfrm>
              <a:off x="3505540" y="508775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Каныкей</a:t>
              </a:r>
              <a:endParaRPr lang="en-GB" sz="1200" dirty="0"/>
            </a:p>
            <a:p>
              <a:pPr algn="ctr"/>
              <a:r>
                <a:rPr lang="en-GB" sz="1200" dirty="0"/>
                <a:t>7,209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20A9C72-CE94-2702-408B-DB19693EC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6285" y="4937113"/>
              <a:ext cx="928090" cy="647488"/>
            </a:xfrm>
            <a:prstGeom prst="rect">
              <a:avLst/>
            </a:prstGeom>
          </p:spPr>
        </p:pic>
      </p:grp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075D9AAB-6CDA-B7FE-6F0A-A522E9730064}"/>
              </a:ext>
            </a:extLst>
          </p:cNvPr>
          <p:cNvSpPr/>
          <p:nvPr/>
        </p:nvSpPr>
        <p:spPr>
          <a:xfrm>
            <a:off x="63641" y="19050"/>
            <a:ext cx="4877888" cy="6715398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EA9D1D-0F50-C8B3-28F4-462814552559}"/>
              </a:ext>
            </a:extLst>
          </p:cNvPr>
          <p:cNvSpPr txBox="1"/>
          <p:nvPr/>
        </p:nvSpPr>
        <p:spPr>
          <a:xfrm>
            <a:off x="0" y="48482"/>
            <a:ext cx="1472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60 метр жарыш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A8B3CDA-63DC-C25E-3F1C-99A5F99556D7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80" y="316231"/>
            <a:ext cx="695576" cy="560822"/>
          </a:xfrm>
          <a:prstGeom prst="rect">
            <a:avLst/>
          </a:prstGeom>
        </p:spPr>
      </p:pic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309AD59-E00D-7C6C-A937-7F3C24DF687A}"/>
              </a:ext>
            </a:extLst>
          </p:cNvPr>
          <p:cNvCxnSpPr>
            <a:cxnSpLocks/>
          </p:cNvCxnSpPr>
          <p:nvPr/>
        </p:nvCxnSpPr>
        <p:spPr>
          <a:xfrm>
            <a:off x="2564855" y="123552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75BFA394-06EC-CA68-433F-CDCD8B5E82E8}"/>
              </a:ext>
            </a:extLst>
          </p:cNvPr>
          <p:cNvSpPr txBox="1"/>
          <p:nvPr/>
        </p:nvSpPr>
        <p:spPr>
          <a:xfrm>
            <a:off x="1737306" y="-7388"/>
            <a:ext cx="2040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/>
              <a:t>Ылдам                        Жай</a:t>
            </a:r>
            <a:endParaRPr lang="en-GB" sz="14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8006F37-C65B-8999-9EFC-ECA03F8E6FCB}"/>
              </a:ext>
            </a:extLst>
          </p:cNvPr>
          <p:cNvSpPr txBox="1"/>
          <p:nvPr/>
        </p:nvSpPr>
        <p:spPr>
          <a:xfrm>
            <a:off x="1333838" y="315620"/>
            <a:ext cx="3191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Жөө күлүктөрдү эң ылдамдан эң жайга чейин</a:t>
            </a:r>
          </a:p>
          <a:p>
            <a:pPr algn="ctr"/>
            <a:r>
              <a:rPr lang="ky-KG" sz="1200" dirty="0"/>
              <a:t> тизмелеңиз.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93111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607DD6-4064-CFAD-E5B0-24783F368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53952" y="2797230"/>
            <a:ext cx="3400691" cy="4720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FB3BFB-D7E6-AD0B-A657-C650CCB31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71411" y="-614312"/>
            <a:ext cx="3365772" cy="47208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ECDE25-94CE-5BA4-0AC7-1F86831DD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648542" y="-753113"/>
            <a:ext cx="3408329" cy="49188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1540AD-3AA4-7D8D-6113-E67E32B6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678279" y="2649934"/>
            <a:ext cx="3348851" cy="491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04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F18C6DB-28B3-2097-EEEF-39BB34C0B9CE}"/>
              </a:ext>
            </a:extLst>
          </p:cNvPr>
          <p:cNvGrpSpPr/>
          <p:nvPr/>
        </p:nvGrpSpPr>
        <p:grpSpPr>
          <a:xfrm>
            <a:off x="8261989" y="6130803"/>
            <a:ext cx="1319169" cy="461665"/>
            <a:chOff x="375289" y="1977903"/>
            <a:chExt cx="1319169" cy="461665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0C6E18F-4A01-C20B-6124-9E28D7DAC626}"/>
                </a:ext>
              </a:extLst>
            </p:cNvPr>
            <p:cNvSpPr txBox="1"/>
            <p:nvPr/>
          </p:nvSpPr>
          <p:spPr>
            <a:xfrm>
              <a:off x="778823" y="1977903"/>
              <a:ext cx="9156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Баш кийим</a:t>
              </a:r>
            </a:p>
            <a:p>
              <a:pPr algn="ctr"/>
              <a:r>
                <a:rPr lang="ky-KG" sz="1200" dirty="0"/>
                <a:t>5,82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FBC6D274-CAA4-8F7B-6EC1-31684DECD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7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9" y="2005578"/>
              <a:ext cx="556400" cy="379917"/>
            </a:xfrm>
            <a:prstGeom prst="rect">
              <a:avLst/>
            </a:prstGeom>
          </p:spPr>
        </p:pic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27A77B6-7B90-5908-688F-746D557E7CE0}"/>
              </a:ext>
            </a:extLst>
          </p:cNvPr>
          <p:cNvGrpSpPr/>
          <p:nvPr/>
        </p:nvGrpSpPr>
        <p:grpSpPr>
          <a:xfrm>
            <a:off x="8221293" y="3668482"/>
            <a:ext cx="1475870" cy="694810"/>
            <a:chOff x="277443" y="5878282"/>
            <a:chExt cx="1475870" cy="694810"/>
          </a:xfrm>
        </p:grpSpPr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026EE5A7-8C3A-4457-9B16-76F977715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443" y="5878282"/>
              <a:ext cx="772011" cy="694810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BEC7456-339E-C626-9EE0-BECD4BCF6A31}"/>
                </a:ext>
              </a:extLst>
            </p:cNvPr>
            <p:cNvSpPr txBox="1"/>
            <p:nvPr/>
          </p:nvSpPr>
          <p:spPr>
            <a:xfrm>
              <a:off x="1052479" y="6013407"/>
              <a:ext cx="7008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Көйнөк </a:t>
              </a:r>
            </a:p>
            <a:p>
              <a:pPr algn="ctr"/>
              <a:r>
                <a:rPr lang="ky-KG" sz="1200" dirty="0"/>
                <a:t>21,09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A8FA07E-F1C8-1CE6-8662-66117512C0EF}"/>
              </a:ext>
            </a:extLst>
          </p:cNvPr>
          <p:cNvGrpSpPr/>
          <p:nvPr/>
        </p:nvGrpSpPr>
        <p:grpSpPr>
          <a:xfrm>
            <a:off x="7874756" y="4907426"/>
            <a:ext cx="1380495" cy="694810"/>
            <a:chOff x="416681" y="4621676"/>
            <a:chExt cx="1380495" cy="694810"/>
          </a:xfrm>
        </p:grpSpPr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5F3A92F4-6945-74F6-4723-65DD51ADC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681" y="4621676"/>
              <a:ext cx="637271" cy="69481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5BAA857-E065-04F1-BB2F-54CDF0136D79}"/>
                </a:ext>
              </a:extLst>
            </p:cNvPr>
            <p:cNvSpPr txBox="1"/>
            <p:nvPr/>
          </p:nvSpPr>
          <p:spPr>
            <a:xfrm>
              <a:off x="958740" y="4791437"/>
              <a:ext cx="8384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 Футболка</a:t>
              </a:r>
            </a:p>
            <a:p>
              <a:pPr algn="ctr"/>
              <a:r>
                <a:rPr lang="ky-KG" sz="1200" dirty="0"/>
                <a:t>20,17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292E6A6-1A3D-50A2-708F-994AFCB90C9D}"/>
              </a:ext>
            </a:extLst>
          </p:cNvPr>
          <p:cNvGrpSpPr/>
          <p:nvPr/>
        </p:nvGrpSpPr>
        <p:grpSpPr>
          <a:xfrm>
            <a:off x="8436181" y="1773717"/>
            <a:ext cx="1300858" cy="694811"/>
            <a:chOff x="2990744" y="3432597"/>
            <a:chExt cx="1300858" cy="694811"/>
          </a:xfrm>
        </p:grpSpPr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599C23BC-228B-6E4F-EE0A-44AFFFFA5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87061">
              <a:off x="2990744" y="3432597"/>
              <a:ext cx="667670" cy="694811"/>
            </a:xfrm>
            <a:prstGeom prst="rect">
              <a:avLst/>
            </a:prstGeom>
          </p:spPr>
        </p:pic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DBCF4484-FEDA-254C-1E88-FB22D5631BE7}"/>
                </a:ext>
              </a:extLst>
            </p:cNvPr>
            <p:cNvSpPr txBox="1"/>
            <p:nvPr/>
          </p:nvSpPr>
          <p:spPr>
            <a:xfrm>
              <a:off x="3568327" y="3486338"/>
              <a:ext cx="7232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Джинсы</a:t>
              </a:r>
            </a:p>
            <a:p>
              <a:pPr algn="ctr"/>
              <a:r>
                <a:rPr lang="ky-KG" sz="1200" dirty="0"/>
                <a:t>23,54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AD848E7-AC60-1F51-CFA7-B5E06EF98657}"/>
              </a:ext>
            </a:extLst>
          </p:cNvPr>
          <p:cNvGrpSpPr/>
          <p:nvPr/>
        </p:nvGrpSpPr>
        <p:grpSpPr>
          <a:xfrm>
            <a:off x="5466479" y="5779416"/>
            <a:ext cx="1530697" cy="916850"/>
            <a:chOff x="2866154" y="2026566"/>
            <a:chExt cx="1530697" cy="916850"/>
          </a:xfrm>
        </p:grpSpPr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6B7D9620-A510-8948-0E49-DDE9D9BB2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76097">
              <a:off x="2866154" y="2026566"/>
              <a:ext cx="916850" cy="916850"/>
            </a:xfrm>
            <a:prstGeom prst="rect">
              <a:avLst/>
            </a:prstGeom>
          </p:spPr>
        </p:pic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474A4F7D-CB04-D2CF-AE4F-0FDDCE0611A3}"/>
                </a:ext>
              </a:extLst>
            </p:cNvPr>
            <p:cNvSpPr txBox="1"/>
            <p:nvPr/>
          </p:nvSpPr>
          <p:spPr>
            <a:xfrm>
              <a:off x="3745711" y="2256055"/>
              <a:ext cx="651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Юбка</a:t>
              </a:r>
            </a:p>
            <a:p>
              <a:pPr algn="ctr"/>
              <a:r>
                <a:rPr lang="ky-KG" sz="1200" dirty="0"/>
                <a:t>23,52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012CCF1-E9C5-8478-B16A-60E4D0FB3205}"/>
              </a:ext>
            </a:extLst>
          </p:cNvPr>
          <p:cNvGrpSpPr/>
          <p:nvPr/>
        </p:nvGrpSpPr>
        <p:grpSpPr>
          <a:xfrm>
            <a:off x="5323787" y="1175642"/>
            <a:ext cx="1323973" cy="1112587"/>
            <a:chOff x="332687" y="2947292"/>
            <a:chExt cx="1323973" cy="1112587"/>
          </a:xfrm>
        </p:grpSpPr>
        <p:pic>
          <p:nvPicPr>
            <p:cNvPr id="159" name="Picture 158">
              <a:extLst>
                <a:ext uri="{FF2B5EF4-FFF2-40B4-BE49-F238E27FC236}">
                  <a16:creationId xmlns:a16="http://schemas.microsoft.com/office/drawing/2014/main" id="{EB35D047-FD8A-2DD6-4F6B-C844F47D9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87" y="2947292"/>
              <a:ext cx="556294" cy="1112587"/>
            </a:xfrm>
            <a:prstGeom prst="rect">
              <a:avLst/>
            </a:prstGeom>
          </p:spPr>
        </p:pic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7A86341A-80DE-C5FC-354E-F83777F40D11}"/>
                </a:ext>
              </a:extLst>
            </p:cNvPr>
            <p:cNvSpPr txBox="1"/>
            <p:nvPr/>
          </p:nvSpPr>
          <p:spPr>
            <a:xfrm>
              <a:off x="816622" y="3386587"/>
              <a:ext cx="8400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Кол сумка</a:t>
              </a:r>
            </a:p>
            <a:p>
              <a:pPr algn="ctr"/>
              <a:r>
                <a:rPr lang="ky-KG" sz="1200" dirty="0"/>
                <a:t>14,54$</a:t>
              </a:r>
              <a:endParaRPr lang="en-GB" sz="120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53347FA-3FCF-6438-08DF-29D29084A0C8}"/>
              </a:ext>
            </a:extLst>
          </p:cNvPr>
          <p:cNvGrpSpPr/>
          <p:nvPr/>
        </p:nvGrpSpPr>
        <p:grpSpPr>
          <a:xfrm>
            <a:off x="5553098" y="3308479"/>
            <a:ext cx="1128134" cy="906879"/>
            <a:chOff x="3009923" y="5699254"/>
            <a:chExt cx="1128134" cy="906879"/>
          </a:xfrm>
        </p:grpSpPr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BA75BD22-5022-DE88-C57B-A83419A27C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70"/>
            <a:stretch/>
          </p:blipFill>
          <p:spPr>
            <a:xfrm>
              <a:off x="3009923" y="5699254"/>
              <a:ext cx="629312" cy="906879"/>
            </a:xfrm>
            <a:prstGeom prst="rect">
              <a:avLst/>
            </a:prstGeom>
          </p:spPr>
        </p:pic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A067342-7CC1-BC19-0A22-741C07C7DB1E}"/>
                </a:ext>
              </a:extLst>
            </p:cNvPr>
            <p:cNvSpPr txBox="1"/>
            <p:nvPr/>
          </p:nvSpPr>
          <p:spPr>
            <a:xfrm>
              <a:off x="3472490" y="5805590"/>
              <a:ext cx="6655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Көйнөк</a:t>
              </a:r>
            </a:p>
            <a:p>
              <a:pPr algn="ctr"/>
              <a:r>
                <a:rPr lang="ky-KG" sz="1200" dirty="0"/>
                <a:t>28,15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8C73E47-8BA9-4FF7-A47D-75E768377EC1}"/>
              </a:ext>
            </a:extLst>
          </p:cNvPr>
          <p:cNvGrpSpPr/>
          <p:nvPr/>
        </p:nvGrpSpPr>
        <p:grpSpPr>
          <a:xfrm>
            <a:off x="6919022" y="958989"/>
            <a:ext cx="1671643" cy="593484"/>
            <a:chOff x="2861372" y="4616589"/>
            <a:chExt cx="1671643" cy="593484"/>
          </a:xfrm>
        </p:grpSpPr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CC561AB6-1979-7947-6ADF-30B41D010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1372" y="4616589"/>
              <a:ext cx="926414" cy="593484"/>
            </a:xfrm>
            <a:prstGeom prst="rect">
              <a:avLst/>
            </a:prstGeom>
          </p:spPr>
        </p:pic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90724E9-4000-52C0-4FBC-F28F82C44647}"/>
                </a:ext>
              </a:extLst>
            </p:cNvPr>
            <p:cNvSpPr txBox="1"/>
            <p:nvPr/>
          </p:nvSpPr>
          <p:spPr>
            <a:xfrm>
              <a:off x="3676049" y="4625182"/>
              <a:ext cx="856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Бут кийим</a:t>
              </a:r>
            </a:p>
            <a:p>
              <a:pPr algn="ctr"/>
              <a:r>
                <a:rPr lang="ky-KG" sz="1200" dirty="0"/>
                <a:t>23,67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2ADF950-EF31-41A9-DB5F-AD67E60A3BFA}"/>
              </a:ext>
            </a:extLst>
          </p:cNvPr>
          <p:cNvGrpSpPr/>
          <p:nvPr/>
        </p:nvGrpSpPr>
        <p:grpSpPr>
          <a:xfrm>
            <a:off x="6917876" y="2566600"/>
            <a:ext cx="1358676" cy="694810"/>
            <a:chOff x="3050726" y="842575"/>
            <a:chExt cx="1358676" cy="694810"/>
          </a:xfrm>
        </p:grpSpPr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758D7641-A098-F1D1-59DD-755996340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0726" y="842575"/>
              <a:ext cx="547706" cy="694810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40785E2-6B20-5155-D4F0-4E633BA04130}"/>
                </a:ext>
              </a:extLst>
            </p:cNvPr>
            <p:cNvSpPr txBox="1"/>
            <p:nvPr/>
          </p:nvSpPr>
          <p:spPr>
            <a:xfrm>
              <a:off x="3583534" y="934333"/>
              <a:ext cx="825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Толстовка</a:t>
              </a:r>
            </a:p>
            <a:p>
              <a:pPr algn="ctr"/>
              <a:r>
                <a:rPr lang="ky-KG" sz="1200" dirty="0"/>
                <a:t>23,08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93170CB7-C0B3-0C66-FF0A-8D8AEB25A46D}"/>
              </a:ext>
            </a:extLst>
          </p:cNvPr>
          <p:cNvGrpSpPr/>
          <p:nvPr/>
        </p:nvGrpSpPr>
        <p:grpSpPr>
          <a:xfrm>
            <a:off x="5861171" y="4784280"/>
            <a:ext cx="1276457" cy="526317"/>
            <a:chOff x="393821" y="936180"/>
            <a:chExt cx="1276457" cy="526317"/>
          </a:xfrm>
        </p:grpSpPr>
        <p:pic>
          <p:nvPicPr>
            <p:cNvPr id="171" name="Picture 170">
              <a:extLst>
                <a:ext uri="{FF2B5EF4-FFF2-40B4-BE49-F238E27FC236}">
                  <a16:creationId xmlns:a16="http://schemas.microsoft.com/office/drawing/2014/main" id="{18462F04-356C-6836-B747-863C79269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821" y="936180"/>
              <a:ext cx="564706" cy="507601"/>
            </a:xfrm>
            <a:prstGeom prst="rect">
              <a:avLst/>
            </a:prstGeom>
          </p:spPr>
        </p:pic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CAE7974-DA2E-5B92-20F1-5D1C017FA0C8}"/>
                </a:ext>
              </a:extLst>
            </p:cNvPr>
            <p:cNvSpPr txBox="1"/>
            <p:nvPr/>
          </p:nvSpPr>
          <p:spPr>
            <a:xfrm>
              <a:off x="1019138" y="1000832"/>
              <a:ext cx="651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Байпак</a:t>
              </a:r>
            </a:p>
            <a:p>
              <a:pPr algn="ctr"/>
              <a:r>
                <a:rPr lang="ky-KG" sz="1200" dirty="0"/>
                <a:t>5,63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69CEEB77-328F-6143-46F8-28E399722BA6}"/>
              </a:ext>
            </a:extLst>
          </p:cNvPr>
          <p:cNvSpPr/>
          <p:nvPr/>
        </p:nvSpPr>
        <p:spPr>
          <a:xfrm>
            <a:off x="5008245" y="7620"/>
            <a:ext cx="4832821" cy="671481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2A968B7-E6FE-AA70-21E0-015ADEF88046}"/>
              </a:ext>
            </a:extLst>
          </p:cNvPr>
          <p:cNvSpPr txBox="1"/>
          <p:nvPr/>
        </p:nvSpPr>
        <p:spPr>
          <a:xfrm>
            <a:off x="6377033" y="-26377"/>
            <a:ext cx="2850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арзан</a:t>
            </a:r>
            <a:r>
              <a:rPr lang="en-GB" sz="1200" b="1" dirty="0"/>
              <a:t>                       </a:t>
            </a:r>
            <a:r>
              <a:rPr lang="ky-KG" sz="1200" b="1" dirty="0"/>
              <a:t>                </a:t>
            </a:r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Кымбат</a:t>
            </a:r>
            <a:endParaRPr lang="en-US" sz="1200" b="1" dirty="0"/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88CF3639-924E-8AB4-FB6C-5C89720E542B}"/>
              </a:ext>
            </a:extLst>
          </p:cNvPr>
          <p:cNvCxnSpPr>
            <a:cxnSpLocks/>
          </p:cNvCxnSpPr>
          <p:nvPr/>
        </p:nvCxnSpPr>
        <p:spPr>
          <a:xfrm>
            <a:off x="7267928" y="135570"/>
            <a:ext cx="1029716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DB4EF985-1B8F-B317-446E-9AB7BE3DD773}"/>
              </a:ext>
            </a:extLst>
          </p:cNvPr>
          <p:cNvSpPr txBox="1"/>
          <p:nvPr/>
        </p:nvSpPr>
        <p:spPr>
          <a:xfrm>
            <a:off x="4944726" y="25744"/>
            <a:ext cx="10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Кийим-кече</a:t>
            </a:r>
            <a:endParaRPr lang="en-GB" sz="1400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5B4FFCE-C5C0-44CB-7394-E55B95EAC6AE}"/>
              </a:ext>
            </a:extLst>
          </p:cNvPr>
          <p:cNvSpPr txBox="1"/>
          <p:nvPr/>
        </p:nvSpPr>
        <p:spPr>
          <a:xfrm>
            <a:off x="5517178" y="333521"/>
            <a:ext cx="3939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Кийимдердин тизмесин эң арзандан эң кымбатка чейин </a:t>
            </a:r>
          </a:p>
          <a:p>
            <a:pPr algn="ctr"/>
            <a:r>
              <a:rPr lang="ky-KG" sz="1200" dirty="0"/>
              <a:t>баа тартибинде ирээтте.</a:t>
            </a:r>
            <a:endParaRPr lang="en-GB" sz="1200" dirty="0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42CDC191-0DFA-5DC5-1476-288F31637451}"/>
              </a:ext>
            </a:extLst>
          </p:cNvPr>
          <p:cNvGrpSpPr/>
          <p:nvPr/>
        </p:nvGrpSpPr>
        <p:grpSpPr>
          <a:xfrm>
            <a:off x="3294356" y="6130803"/>
            <a:ext cx="1319169" cy="461665"/>
            <a:chOff x="375289" y="1977903"/>
            <a:chExt cx="1319169" cy="461665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BBA04158-92EF-A59F-02BB-90A594763131}"/>
                </a:ext>
              </a:extLst>
            </p:cNvPr>
            <p:cNvSpPr txBox="1"/>
            <p:nvPr/>
          </p:nvSpPr>
          <p:spPr>
            <a:xfrm>
              <a:off x="778823" y="1977903"/>
              <a:ext cx="9156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Баш кийим</a:t>
              </a:r>
            </a:p>
            <a:p>
              <a:pPr algn="ctr"/>
              <a:r>
                <a:rPr lang="ky-KG" sz="1200" dirty="0"/>
                <a:t>5,82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  <p:pic>
          <p:nvPicPr>
            <p:cNvPr id="215" name="Picture 214">
              <a:extLst>
                <a:ext uri="{FF2B5EF4-FFF2-40B4-BE49-F238E27FC236}">
                  <a16:creationId xmlns:a16="http://schemas.microsoft.com/office/drawing/2014/main" id="{57574905-3467-732D-1359-8ACA98005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7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9" y="2005578"/>
              <a:ext cx="556400" cy="379917"/>
            </a:xfrm>
            <a:prstGeom prst="rect">
              <a:avLst/>
            </a:prstGeom>
          </p:spPr>
        </p:pic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8590E58B-4065-C145-02EA-DEACC8C7EB9D}"/>
              </a:ext>
            </a:extLst>
          </p:cNvPr>
          <p:cNvGrpSpPr/>
          <p:nvPr/>
        </p:nvGrpSpPr>
        <p:grpSpPr>
          <a:xfrm>
            <a:off x="3253660" y="3668482"/>
            <a:ext cx="1475870" cy="694810"/>
            <a:chOff x="277443" y="5878282"/>
            <a:chExt cx="1475870" cy="694810"/>
          </a:xfrm>
        </p:grpSpPr>
        <p:pic>
          <p:nvPicPr>
            <p:cNvPr id="217" name="Picture 216">
              <a:extLst>
                <a:ext uri="{FF2B5EF4-FFF2-40B4-BE49-F238E27FC236}">
                  <a16:creationId xmlns:a16="http://schemas.microsoft.com/office/drawing/2014/main" id="{70459328-6DB9-A2F6-D1D4-0A9F60C0A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443" y="5878282"/>
              <a:ext cx="772011" cy="694810"/>
            </a:xfrm>
            <a:prstGeom prst="rect">
              <a:avLst/>
            </a:prstGeom>
          </p:spPr>
        </p:pic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4D9E9FA-F85E-A66E-8537-078B37CC6E6A}"/>
                </a:ext>
              </a:extLst>
            </p:cNvPr>
            <p:cNvSpPr txBox="1"/>
            <p:nvPr/>
          </p:nvSpPr>
          <p:spPr>
            <a:xfrm>
              <a:off x="1052479" y="6013407"/>
              <a:ext cx="7008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Көйнөк </a:t>
              </a:r>
            </a:p>
            <a:p>
              <a:pPr algn="ctr"/>
              <a:r>
                <a:rPr lang="ky-KG" sz="1200" dirty="0"/>
                <a:t>21,09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9C858CA-D127-39FD-94DA-A3322524ABDB}"/>
              </a:ext>
            </a:extLst>
          </p:cNvPr>
          <p:cNvGrpSpPr/>
          <p:nvPr/>
        </p:nvGrpSpPr>
        <p:grpSpPr>
          <a:xfrm>
            <a:off x="2907123" y="4907426"/>
            <a:ext cx="1380495" cy="694810"/>
            <a:chOff x="416681" y="4621676"/>
            <a:chExt cx="1380495" cy="694810"/>
          </a:xfrm>
        </p:grpSpPr>
        <p:pic>
          <p:nvPicPr>
            <p:cNvPr id="220" name="Picture 219">
              <a:extLst>
                <a:ext uri="{FF2B5EF4-FFF2-40B4-BE49-F238E27FC236}">
                  <a16:creationId xmlns:a16="http://schemas.microsoft.com/office/drawing/2014/main" id="{E62E13D5-ED44-ACB7-98F1-7931E0F69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681" y="4621676"/>
              <a:ext cx="637271" cy="694810"/>
            </a:xfrm>
            <a:prstGeom prst="rect">
              <a:avLst/>
            </a:prstGeom>
          </p:spPr>
        </p:pic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4EE37CC-5A3D-48AF-7F41-1B93F60BC116}"/>
                </a:ext>
              </a:extLst>
            </p:cNvPr>
            <p:cNvSpPr txBox="1"/>
            <p:nvPr/>
          </p:nvSpPr>
          <p:spPr>
            <a:xfrm>
              <a:off x="958740" y="4791437"/>
              <a:ext cx="8384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 Футболка</a:t>
              </a:r>
            </a:p>
            <a:p>
              <a:pPr algn="ctr"/>
              <a:r>
                <a:rPr lang="ky-KG" sz="1200" dirty="0"/>
                <a:t>20,17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5E768D78-9AEA-75D8-D6B0-232F259FA0F5}"/>
              </a:ext>
            </a:extLst>
          </p:cNvPr>
          <p:cNvGrpSpPr/>
          <p:nvPr/>
        </p:nvGrpSpPr>
        <p:grpSpPr>
          <a:xfrm>
            <a:off x="3468548" y="1773717"/>
            <a:ext cx="1300858" cy="694811"/>
            <a:chOff x="2990744" y="3432597"/>
            <a:chExt cx="1300858" cy="694811"/>
          </a:xfrm>
        </p:grpSpPr>
        <p:pic>
          <p:nvPicPr>
            <p:cNvPr id="223" name="Picture 222">
              <a:extLst>
                <a:ext uri="{FF2B5EF4-FFF2-40B4-BE49-F238E27FC236}">
                  <a16:creationId xmlns:a16="http://schemas.microsoft.com/office/drawing/2014/main" id="{04647A06-0754-261A-D92B-1E168BEC0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87061">
              <a:off x="2990744" y="3432597"/>
              <a:ext cx="667670" cy="694811"/>
            </a:xfrm>
            <a:prstGeom prst="rect">
              <a:avLst/>
            </a:prstGeom>
          </p:spPr>
        </p:pic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204A0F24-7A93-CFD3-2416-B2542A6F4BCF}"/>
                </a:ext>
              </a:extLst>
            </p:cNvPr>
            <p:cNvSpPr txBox="1"/>
            <p:nvPr/>
          </p:nvSpPr>
          <p:spPr>
            <a:xfrm>
              <a:off x="3568327" y="3486338"/>
              <a:ext cx="7232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Джинсы</a:t>
              </a:r>
            </a:p>
            <a:p>
              <a:pPr algn="ctr"/>
              <a:r>
                <a:rPr lang="ky-KG" sz="1200" dirty="0"/>
                <a:t>23,54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8FDEF7E-1F5C-757C-D21F-F0FA3AA88DE4}"/>
              </a:ext>
            </a:extLst>
          </p:cNvPr>
          <p:cNvGrpSpPr/>
          <p:nvPr/>
        </p:nvGrpSpPr>
        <p:grpSpPr>
          <a:xfrm>
            <a:off x="498846" y="5779416"/>
            <a:ext cx="1530697" cy="916850"/>
            <a:chOff x="2866154" y="2026566"/>
            <a:chExt cx="1530697" cy="916850"/>
          </a:xfrm>
        </p:grpSpPr>
        <p:pic>
          <p:nvPicPr>
            <p:cNvPr id="226" name="Picture 225">
              <a:extLst>
                <a:ext uri="{FF2B5EF4-FFF2-40B4-BE49-F238E27FC236}">
                  <a16:creationId xmlns:a16="http://schemas.microsoft.com/office/drawing/2014/main" id="{43BC4E60-4847-9DED-5EDB-F4EEC0FCC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76097">
              <a:off x="2866154" y="2026566"/>
              <a:ext cx="916850" cy="916850"/>
            </a:xfrm>
            <a:prstGeom prst="rect">
              <a:avLst/>
            </a:prstGeom>
          </p:spPr>
        </p:pic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E1217BB8-661D-182C-221A-601D585EB2DC}"/>
                </a:ext>
              </a:extLst>
            </p:cNvPr>
            <p:cNvSpPr txBox="1"/>
            <p:nvPr/>
          </p:nvSpPr>
          <p:spPr>
            <a:xfrm>
              <a:off x="3745711" y="2256055"/>
              <a:ext cx="651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Юбка</a:t>
              </a:r>
            </a:p>
            <a:p>
              <a:pPr algn="ctr"/>
              <a:r>
                <a:rPr lang="ky-KG" sz="1200" dirty="0"/>
                <a:t>23,52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1B5DDC01-E475-45A0-0BFC-431428C680FB}"/>
              </a:ext>
            </a:extLst>
          </p:cNvPr>
          <p:cNvGrpSpPr/>
          <p:nvPr/>
        </p:nvGrpSpPr>
        <p:grpSpPr>
          <a:xfrm>
            <a:off x="356154" y="1175642"/>
            <a:ext cx="1323973" cy="1112587"/>
            <a:chOff x="332687" y="2947292"/>
            <a:chExt cx="1323973" cy="1112587"/>
          </a:xfrm>
        </p:grpSpPr>
        <p:pic>
          <p:nvPicPr>
            <p:cNvPr id="229" name="Picture 228">
              <a:extLst>
                <a:ext uri="{FF2B5EF4-FFF2-40B4-BE49-F238E27FC236}">
                  <a16:creationId xmlns:a16="http://schemas.microsoft.com/office/drawing/2014/main" id="{D3FE06B1-7C7B-EB60-A8DE-081EF2917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87" y="2947292"/>
              <a:ext cx="556294" cy="1112587"/>
            </a:xfrm>
            <a:prstGeom prst="rect">
              <a:avLst/>
            </a:prstGeom>
          </p:spPr>
        </p:pic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C629AB0D-140F-5D7D-7FAE-40B7F5FF2CDE}"/>
                </a:ext>
              </a:extLst>
            </p:cNvPr>
            <p:cNvSpPr txBox="1"/>
            <p:nvPr/>
          </p:nvSpPr>
          <p:spPr>
            <a:xfrm>
              <a:off x="816622" y="3386587"/>
              <a:ext cx="8400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Кол сумка</a:t>
              </a:r>
            </a:p>
            <a:p>
              <a:pPr algn="ctr"/>
              <a:r>
                <a:rPr lang="ky-KG" sz="1200" dirty="0"/>
                <a:t>14,54$</a:t>
              </a:r>
              <a:endParaRPr lang="en-GB" sz="1200" dirty="0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528D104E-E49C-87BE-1762-EB2CB465DAF5}"/>
              </a:ext>
            </a:extLst>
          </p:cNvPr>
          <p:cNvGrpSpPr/>
          <p:nvPr/>
        </p:nvGrpSpPr>
        <p:grpSpPr>
          <a:xfrm>
            <a:off x="585465" y="3308479"/>
            <a:ext cx="1128134" cy="906879"/>
            <a:chOff x="3009923" y="5699254"/>
            <a:chExt cx="1128134" cy="906879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03BABAB5-6E22-8104-81C3-AEFE67F118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70"/>
            <a:stretch/>
          </p:blipFill>
          <p:spPr>
            <a:xfrm>
              <a:off x="3009923" y="5699254"/>
              <a:ext cx="629312" cy="906879"/>
            </a:xfrm>
            <a:prstGeom prst="rect">
              <a:avLst/>
            </a:prstGeom>
          </p:spPr>
        </p:pic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17988BD-F613-6E53-CD46-403A21F0F439}"/>
                </a:ext>
              </a:extLst>
            </p:cNvPr>
            <p:cNvSpPr txBox="1"/>
            <p:nvPr/>
          </p:nvSpPr>
          <p:spPr>
            <a:xfrm>
              <a:off x="3472490" y="5805590"/>
              <a:ext cx="6655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Көйнөк</a:t>
              </a:r>
            </a:p>
            <a:p>
              <a:pPr algn="ctr"/>
              <a:r>
                <a:rPr lang="ky-KG" sz="1200" dirty="0"/>
                <a:t>28,15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3DA5DDB-2AD4-0283-B5CF-4F009B3F63DA}"/>
              </a:ext>
            </a:extLst>
          </p:cNvPr>
          <p:cNvGrpSpPr/>
          <p:nvPr/>
        </p:nvGrpSpPr>
        <p:grpSpPr>
          <a:xfrm>
            <a:off x="1951389" y="958989"/>
            <a:ext cx="1671643" cy="593484"/>
            <a:chOff x="2861372" y="4616589"/>
            <a:chExt cx="1671643" cy="593484"/>
          </a:xfrm>
        </p:grpSpPr>
        <p:pic>
          <p:nvPicPr>
            <p:cNvPr id="235" name="Picture 234">
              <a:extLst>
                <a:ext uri="{FF2B5EF4-FFF2-40B4-BE49-F238E27FC236}">
                  <a16:creationId xmlns:a16="http://schemas.microsoft.com/office/drawing/2014/main" id="{793691DF-5AF3-6DF8-08DB-FD095E6FA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1372" y="4616589"/>
              <a:ext cx="926414" cy="593484"/>
            </a:xfrm>
            <a:prstGeom prst="rect">
              <a:avLst/>
            </a:prstGeom>
          </p:spPr>
        </p:pic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96D1B27A-7365-E1F9-DCBF-D2CACDA48B05}"/>
                </a:ext>
              </a:extLst>
            </p:cNvPr>
            <p:cNvSpPr txBox="1"/>
            <p:nvPr/>
          </p:nvSpPr>
          <p:spPr>
            <a:xfrm>
              <a:off x="3676049" y="4625182"/>
              <a:ext cx="856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Бут кийим</a:t>
              </a:r>
            </a:p>
            <a:p>
              <a:pPr algn="ctr"/>
              <a:r>
                <a:rPr lang="ky-KG" sz="1200" dirty="0"/>
                <a:t>23,67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1101179-3124-8D10-6265-69E24309BB85}"/>
              </a:ext>
            </a:extLst>
          </p:cNvPr>
          <p:cNvGrpSpPr/>
          <p:nvPr/>
        </p:nvGrpSpPr>
        <p:grpSpPr>
          <a:xfrm>
            <a:off x="1950243" y="2566600"/>
            <a:ext cx="1358676" cy="694810"/>
            <a:chOff x="3050726" y="842575"/>
            <a:chExt cx="1358676" cy="694810"/>
          </a:xfrm>
        </p:grpSpPr>
        <p:pic>
          <p:nvPicPr>
            <p:cNvPr id="238" name="Picture 237">
              <a:extLst>
                <a:ext uri="{FF2B5EF4-FFF2-40B4-BE49-F238E27FC236}">
                  <a16:creationId xmlns:a16="http://schemas.microsoft.com/office/drawing/2014/main" id="{AEF3DA5D-C3FE-C0A1-36A1-1BA7A9E37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0726" y="842575"/>
              <a:ext cx="547706" cy="694810"/>
            </a:xfrm>
            <a:prstGeom prst="rect">
              <a:avLst/>
            </a:prstGeom>
          </p:spPr>
        </p:pic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717CD7BF-B7AC-7CD2-1691-217BC84D7795}"/>
                </a:ext>
              </a:extLst>
            </p:cNvPr>
            <p:cNvSpPr txBox="1"/>
            <p:nvPr/>
          </p:nvSpPr>
          <p:spPr>
            <a:xfrm>
              <a:off x="3583534" y="934333"/>
              <a:ext cx="825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Толстовка</a:t>
              </a:r>
            </a:p>
            <a:p>
              <a:pPr algn="ctr"/>
              <a:r>
                <a:rPr lang="ky-KG" sz="1200" dirty="0"/>
                <a:t>23,08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6B0436AA-3B07-22B0-DF3A-F6CC1B9B0104}"/>
              </a:ext>
            </a:extLst>
          </p:cNvPr>
          <p:cNvGrpSpPr/>
          <p:nvPr/>
        </p:nvGrpSpPr>
        <p:grpSpPr>
          <a:xfrm>
            <a:off x="893538" y="4784280"/>
            <a:ext cx="1276457" cy="526317"/>
            <a:chOff x="393821" y="936180"/>
            <a:chExt cx="1276457" cy="526317"/>
          </a:xfrm>
        </p:grpSpPr>
        <p:pic>
          <p:nvPicPr>
            <p:cNvPr id="241" name="Picture 240">
              <a:extLst>
                <a:ext uri="{FF2B5EF4-FFF2-40B4-BE49-F238E27FC236}">
                  <a16:creationId xmlns:a16="http://schemas.microsoft.com/office/drawing/2014/main" id="{F1C386D6-3C2B-3865-2F66-108EF640E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821" y="936180"/>
              <a:ext cx="564706" cy="507601"/>
            </a:xfrm>
            <a:prstGeom prst="rect">
              <a:avLst/>
            </a:prstGeom>
          </p:spPr>
        </p:pic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18920D74-F24E-BBBF-C63D-0425BB6E0E9C}"/>
                </a:ext>
              </a:extLst>
            </p:cNvPr>
            <p:cNvSpPr txBox="1"/>
            <p:nvPr/>
          </p:nvSpPr>
          <p:spPr>
            <a:xfrm>
              <a:off x="1019138" y="1000832"/>
              <a:ext cx="651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Байпак</a:t>
              </a:r>
            </a:p>
            <a:p>
              <a:pPr algn="ctr"/>
              <a:r>
                <a:rPr lang="ky-KG" sz="1200" dirty="0"/>
                <a:t>5,63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28E0CE04-AD5F-87D2-F014-F03C05D0FB3E}"/>
              </a:ext>
            </a:extLst>
          </p:cNvPr>
          <p:cNvSpPr/>
          <p:nvPr/>
        </p:nvSpPr>
        <p:spPr>
          <a:xfrm>
            <a:off x="40612" y="7620"/>
            <a:ext cx="4832821" cy="671481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6F49DCE1-48B0-70BE-4BC2-5C6B5DF4C185}"/>
              </a:ext>
            </a:extLst>
          </p:cNvPr>
          <p:cNvSpPr txBox="1"/>
          <p:nvPr/>
        </p:nvSpPr>
        <p:spPr>
          <a:xfrm>
            <a:off x="1409400" y="-26377"/>
            <a:ext cx="2850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арзан</a:t>
            </a:r>
            <a:r>
              <a:rPr lang="en-GB" sz="1200" b="1" dirty="0"/>
              <a:t>                       </a:t>
            </a:r>
            <a:r>
              <a:rPr lang="ky-KG" sz="1200" b="1" dirty="0"/>
              <a:t>                </a:t>
            </a:r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Кымбат</a:t>
            </a:r>
            <a:endParaRPr lang="en-US" sz="1200" b="1" dirty="0"/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E1CE27B1-7B0C-DFB3-5467-475656C79CF7}"/>
              </a:ext>
            </a:extLst>
          </p:cNvPr>
          <p:cNvCxnSpPr>
            <a:cxnSpLocks/>
          </p:cNvCxnSpPr>
          <p:nvPr/>
        </p:nvCxnSpPr>
        <p:spPr>
          <a:xfrm>
            <a:off x="2300295" y="135570"/>
            <a:ext cx="1029716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815F322D-1146-8200-90F2-780BA37EB9B5}"/>
              </a:ext>
            </a:extLst>
          </p:cNvPr>
          <p:cNvSpPr txBox="1"/>
          <p:nvPr/>
        </p:nvSpPr>
        <p:spPr>
          <a:xfrm>
            <a:off x="-22907" y="25744"/>
            <a:ext cx="10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Кийим-кече</a:t>
            </a:r>
            <a:endParaRPr lang="en-GB" sz="1400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4BAA18D8-6AD5-960E-BDFD-066DB80A7888}"/>
              </a:ext>
            </a:extLst>
          </p:cNvPr>
          <p:cNvSpPr txBox="1"/>
          <p:nvPr/>
        </p:nvSpPr>
        <p:spPr>
          <a:xfrm>
            <a:off x="549545" y="333521"/>
            <a:ext cx="3939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Кийимдердин тизмесин эң арзандан эң кымбатка чейин </a:t>
            </a:r>
          </a:p>
          <a:p>
            <a:pPr algn="ctr"/>
            <a:r>
              <a:rPr lang="ky-KG" sz="1200" dirty="0"/>
              <a:t>баа тартибинде ирээтте.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223110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6F6D6A8-7034-CAB4-1BC1-0881CA69B797}"/>
              </a:ext>
            </a:extLst>
          </p:cNvPr>
          <p:cNvGrpSpPr/>
          <p:nvPr/>
        </p:nvGrpSpPr>
        <p:grpSpPr>
          <a:xfrm>
            <a:off x="5461336" y="6132825"/>
            <a:ext cx="1243951" cy="516499"/>
            <a:chOff x="517861" y="3408675"/>
            <a:chExt cx="1243951" cy="51649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A48AB44-14D3-DDE3-CE5F-73B876BA7C45}"/>
                </a:ext>
              </a:extLst>
            </p:cNvPr>
            <p:cNvSpPr txBox="1"/>
            <p:nvPr/>
          </p:nvSpPr>
          <p:spPr>
            <a:xfrm>
              <a:off x="1182871" y="3460167"/>
              <a:ext cx="5789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Донат</a:t>
              </a:r>
            </a:p>
            <a:p>
              <a:pPr algn="ctr"/>
              <a:r>
                <a:rPr lang="ky-KG" sz="1200" dirty="0"/>
                <a:t>1,18 $</a:t>
              </a:r>
              <a:endParaRPr lang="en-GB" sz="1200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1341CDB-2E90-07BB-C92A-A419CE63F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3408675"/>
              <a:ext cx="516499" cy="516499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610BF3D-CED9-62C0-D5F6-49BDA1492FE7}"/>
              </a:ext>
            </a:extLst>
          </p:cNvPr>
          <p:cNvGrpSpPr/>
          <p:nvPr/>
        </p:nvGrpSpPr>
        <p:grpSpPr>
          <a:xfrm>
            <a:off x="8223586" y="2375876"/>
            <a:ext cx="1208686" cy="524067"/>
            <a:chOff x="517861" y="2518751"/>
            <a:chExt cx="1208686" cy="524067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65DDCBF-E1C3-1C8A-F69C-FA839C51C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2526319"/>
              <a:ext cx="516499" cy="51649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FC72CD7-2A6D-678D-B446-57A2D276ACEE}"/>
                </a:ext>
              </a:extLst>
            </p:cNvPr>
            <p:cNvSpPr txBox="1"/>
            <p:nvPr/>
          </p:nvSpPr>
          <p:spPr>
            <a:xfrm>
              <a:off x="837137" y="2518751"/>
              <a:ext cx="8894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Балмуздак</a:t>
              </a:r>
            </a:p>
            <a:p>
              <a:pPr algn="ctr"/>
              <a:r>
                <a:rPr lang="ky-KG" sz="1200" dirty="0"/>
                <a:t>1,10 $</a:t>
              </a:r>
              <a:endParaRPr lang="en-GB" sz="1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6BA6073-27B3-E3CC-1B50-E8EC20D57B25}"/>
              </a:ext>
            </a:extLst>
          </p:cNvPr>
          <p:cNvGrpSpPr/>
          <p:nvPr/>
        </p:nvGrpSpPr>
        <p:grpSpPr>
          <a:xfrm>
            <a:off x="6948696" y="4191214"/>
            <a:ext cx="1814741" cy="516499"/>
            <a:chOff x="517861" y="1643963"/>
            <a:chExt cx="1814741" cy="516499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F13926C-4BCF-1ED6-2117-7C3ACC152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1643963"/>
              <a:ext cx="516499" cy="516499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399C31B-9F89-E482-FC3B-FD34D8F6783E}"/>
                </a:ext>
              </a:extLst>
            </p:cNvPr>
            <p:cNvSpPr txBox="1"/>
            <p:nvPr/>
          </p:nvSpPr>
          <p:spPr>
            <a:xfrm>
              <a:off x="793911" y="1691131"/>
              <a:ext cx="15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1 тоголок балмуздак</a:t>
              </a:r>
            </a:p>
            <a:p>
              <a:pPr algn="ctr"/>
              <a:r>
                <a:rPr lang="ky-KG" sz="1200" dirty="0"/>
                <a:t>1,06 $</a:t>
              </a:r>
              <a:endParaRPr lang="en-GB" sz="120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36BB8C-75A9-967D-FB6B-DFA7214A8310}"/>
              </a:ext>
            </a:extLst>
          </p:cNvPr>
          <p:cNvGrpSpPr/>
          <p:nvPr/>
        </p:nvGrpSpPr>
        <p:grpSpPr>
          <a:xfrm>
            <a:off x="6842461" y="763709"/>
            <a:ext cx="1982274" cy="555058"/>
            <a:chOff x="517861" y="6116759"/>
            <a:chExt cx="1982274" cy="555058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960AAFA0-E4BA-F627-4FB0-1C1BFF791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6155318"/>
              <a:ext cx="516499" cy="516499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19EE818-3DBC-7452-F406-F49676F58E74}"/>
                </a:ext>
              </a:extLst>
            </p:cNvPr>
            <p:cNvSpPr txBox="1"/>
            <p:nvPr/>
          </p:nvSpPr>
          <p:spPr>
            <a:xfrm>
              <a:off x="961444" y="6116759"/>
              <a:ext cx="15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3 тоголок балмуздак</a:t>
              </a:r>
            </a:p>
            <a:p>
              <a:pPr algn="ctr"/>
              <a:r>
                <a:rPr lang="ky-KG" sz="1200" dirty="0"/>
                <a:t>1,78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E2CE0EE-4007-972D-6853-52D25445C12E}"/>
              </a:ext>
            </a:extLst>
          </p:cNvPr>
          <p:cNvGrpSpPr/>
          <p:nvPr/>
        </p:nvGrpSpPr>
        <p:grpSpPr>
          <a:xfrm>
            <a:off x="7906276" y="3289268"/>
            <a:ext cx="1969715" cy="552575"/>
            <a:chOff x="3020077" y="3077474"/>
            <a:chExt cx="1969715" cy="552575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13F456F1-F8CD-E0DB-AE56-688EE5AB1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3077474"/>
              <a:ext cx="516499" cy="516499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AB81EBE-C4F0-C113-5889-6226477FA556}"/>
                </a:ext>
              </a:extLst>
            </p:cNvPr>
            <p:cNvSpPr txBox="1"/>
            <p:nvPr/>
          </p:nvSpPr>
          <p:spPr>
            <a:xfrm>
              <a:off x="3513619" y="3168384"/>
              <a:ext cx="14761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өсумдүк кесмелери</a:t>
              </a:r>
            </a:p>
            <a:p>
              <a:pPr algn="ctr"/>
              <a:r>
                <a:rPr lang="ky-KG" sz="1200" dirty="0"/>
                <a:t>2,09 $</a:t>
              </a:r>
              <a:endParaRPr lang="en-GB" sz="12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66B692E-3842-0B72-D032-4A9150390C6C}"/>
              </a:ext>
            </a:extLst>
          </p:cNvPr>
          <p:cNvGrpSpPr/>
          <p:nvPr/>
        </p:nvGrpSpPr>
        <p:grpSpPr>
          <a:xfrm>
            <a:off x="6782452" y="1937351"/>
            <a:ext cx="1133319" cy="516499"/>
            <a:chOff x="3020077" y="5442551"/>
            <a:chExt cx="1133319" cy="516499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39389A5A-96FF-0ABE-C8D2-5CDDD2E64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5442551"/>
              <a:ext cx="516499" cy="51649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B4EB2F4-1BDE-714D-26C8-D261D73BBB31}"/>
                </a:ext>
              </a:extLst>
            </p:cNvPr>
            <p:cNvSpPr txBox="1"/>
            <p:nvPr/>
          </p:nvSpPr>
          <p:spPr>
            <a:xfrm>
              <a:off x="3580802" y="5484318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Тако</a:t>
              </a:r>
            </a:p>
            <a:p>
              <a:pPr algn="ctr"/>
              <a:r>
                <a:rPr lang="ky-KG" sz="1200" dirty="0"/>
                <a:t>2,47 $</a:t>
              </a:r>
              <a:endParaRPr lang="en-GB" sz="120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F7DC899-FB1C-C451-EBF6-928797D37B7F}"/>
              </a:ext>
            </a:extLst>
          </p:cNvPr>
          <p:cNvGrpSpPr/>
          <p:nvPr/>
        </p:nvGrpSpPr>
        <p:grpSpPr>
          <a:xfrm>
            <a:off x="5239402" y="1144563"/>
            <a:ext cx="1135389" cy="516499"/>
            <a:chOff x="3020077" y="6230913"/>
            <a:chExt cx="1135389" cy="516499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4CB4160-28C5-5D53-8D01-716AC2B2B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6230913"/>
              <a:ext cx="516499" cy="516499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D20659F-AC6F-C7B2-0D38-101491C14084}"/>
                </a:ext>
              </a:extLst>
            </p:cNvPr>
            <p:cNvSpPr txBox="1"/>
            <p:nvPr/>
          </p:nvSpPr>
          <p:spPr>
            <a:xfrm>
              <a:off x="3530936" y="6276623"/>
              <a:ext cx="6245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Бургер</a:t>
              </a:r>
            </a:p>
            <a:p>
              <a:pPr algn="ctr"/>
              <a:r>
                <a:rPr lang="ky-KG" sz="1200" dirty="0"/>
                <a:t>2,51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59129EA-E88D-1707-F2CE-AE90B699FB34}"/>
              </a:ext>
            </a:extLst>
          </p:cNvPr>
          <p:cNvGrpSpPr/>
          <p:nvPr/>
        </p:nvGrpSpPr>
        <p:grpSpPr>
          <a:xfrm>
            <a:off x="5306077" y="2548506"/>
            <a:ext cx="1243920" cy="516499"/>
            <a:chOff x="3020077" y="1500756"/>
            <a:chExt cx="1243920" cy="51649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DAF38E2-500F-4E52-1B23-37387E51B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1500756"/>
              <a:ext cx="516499" cy="516499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648A021-837E-548E-FE11-7161A0167895}"/>
                </a:ext>
              </a:extLst>
            </p:cNvPr>
            <p:cNvSpPr txBox="1"/>
            <p:nvPr/>
          </p:nvSpPr>
          <p:spPr>
            <a:xfrm>
              <a:off x="3455313" y="1538368"/>
              <a:ext cx="8086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Шоколад</a:t>
              </a:r>
            </a:p>
            <a:p>
              <a:pPr algn="ctr"/>
              <a:r>
                <a:rPr lang="ky-KG" sz="1200" dirty="0"/>
                <a:t>1,85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AFBAC7D-4A9A-AFB2-64F5-EBCB0CDD754D}"/>
              </a:ext>
            </a:extLst>
          </p:cNvPr>
          <p:cNvGrpSpPr/>
          <p:nvPr/>
        </p:nvGrpSpPr>
        <p:grpSpPr>
          <a:xfrm>
            <a:off x="8411227" y="1131497"/>
            <a:ext cx="1209564" cy="555550"/>
            <a:chOff x="3020077" y="712397"/>
            <a:chExt cx="1209564" cy="555550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AA059F8-7192-06E1-1424-64E0CEED7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712397"/>
              <a:ext cx="516499" cy="516499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A832463-3035-E7E3-F493-2DB322786892}"/>
                </a:ext>
              </a:extLst>
            </p:cNvPr>
            <p:cNvSpPr txBox="1"/>
            <p:nvPr/>
          </p:nvSpPr>
          <p:spPr>
            <a:xfrm>
              <a:off x="3572795" y="806282"/>
              <a:ext cx="6568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Хот дог</a:t>
              </a:r>
            </a:p>
            <a:p>
              <a:pPr algn="ctr"/>
              <a:r>
                <a:rPr lang="ky-KG" sz="1200" dirty="0"/>
                <a:t>1,82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FBAB21D-D6C4-67B3-D423-71EDA43C7EDB}"/>
              </a:ext>
            </a:extLst>
          </p:cNvPr>
          <p:cNvGrpSpPr/>
          <p:nvPr/>
        </p:nvGrpSpPr>
        <p:grpSpPr>
          <a:xfrm>
            <a:off x="7145097" y="5382937"/>
            <a:ext cx="1129506" cy="639667"/>
            <a:chOff x="468072" y="5173387"/>
            <a:chExt cx="1129506" cy="639667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417587D0-C020-3DA9-06F4-2A728B086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072" y="5173387"/>
              <a:ext cx="616076" cy="616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76F346A-10AD-E79B-F8EA-97BACFA39E1C}"/>
                </a:ext>
              </a:extLst>
            </p:cNvPr>
            <p:cNvSpPr txBox="1"/>
            <p:nvPr/>
          </p:nvSpPr>
          <p:spPr>
            <a:xfrm>
              <a:off x="1024984" y="5351389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Чай</a:t>
              </a:r>
            </a:p>
            <a:p>
              <a:pPr algn="ctr"/>
              <a:r>
                <a:rPr lang="ky-KG" sz="1200" dirty="0"/>
                <a:t>1,77 $</a:t>
              </a:r>
              <a:endParaRPr lang="en-GB" sz="12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3CF3DA5-6BAA-5775-E605-8163A7C9BC63}"/>
              </a:ext>
            </a:extLst>
          </p:cNvPr>
          <p:cNvGrpSpPr/>
          <p:nvPr/>
        </p:nvGrpSpPr>
        <p:grpSpPr>
          <a:xfrm>
            <a:off x="8566486" y="4688786"/>
            <a:ext cx="1167421" cy="542195"/>
            <a:chOff x="517861" y="735911"/>
            <a:chExt cx="1167421" cy="54219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75BA072-7E15-1CDF-35DA-CFD9CC9C7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761607"/>
              <a:ext cx="516499" cy="516499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5336F8D-E066-972B-A282-20DB4AFAF3E0}"/>
                </a:ext>
              </a:extLst>
            </p:cNvPr>
            <p:cNvSpPr txBox="1"/>
            <p:nvPr/>
          </p:nvSpPr>
          <p:spPr>
            <a:xfrm>
              <a:off x="1111535" y="735911"/>
              <a:ext cx="5737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Таттуу</a:t>
              </a:r>
            </a:p>
            <a:p>
              <a:pPr algn="ctr"/>
              <a:r>
                <a:rPr lang="ky-KG" sz="1200" dirty="0"/>
                <a:t>0,73 $</a:t>
              </a:r>
              <a:endParaRPr lang="en-GB" sz="1200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45C8859-7B37-6844-CC8F-70744B76C054}"/>
              </a:ext>
            </a:extLst>
          </p:cNvPr>
          <p:cNvGrpSpPr/>
          <p:nvPr/>
        </p:nvGrpSpPr>
        <p:grpSpPr>
          <a:xfrm>
            <a:off x="5334652" y="3980133"/>
            <a:ext cx="1050612" cy="549198"/>
            <a:chOff x="3020077" y="3865833"/>
            <a:chExt cx="1050612" cy="549198"/>
          </a:xfrm>
        </p:grpSpPr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2869A54-B674-C57E-F294-75F1BC763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3865833"/>
              <a:ext cx="516499" cy="516499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2C87EC7-7CD7-ADA8-CD89-C5750DE5B0A5}"/>
                </a:ext>
              </a:extLst>
            </p:cNvPr>
            <p:cNvSpPr txBox="1"/>
            <p:nvPr/>
          </p:nvSpPr>
          <p:spPr>
            <a:xfrm>
              <a:off x="3480977" y="3953366"/>
              <a:ext cx="5897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Кофе</a:t>
              </a:r>
            </a:p>
            <a:p>
              <a:pPr algn="ctr"/>
              <a:r>
                <a:rPr lang="ky-KG" sz="1200" dirty="0"/>
                <a:t>2,42 $</a:t>
              </a:r>
              <a:endParaRPr lang="en-GB" sz="1200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78C2E37-95A1-F0B9-9011-A6A156AF2DAD}"/>
              </a:ext>
            </a:extLst>
          </p:cNvPr>
          <p:cNvGrpSpPr/>
          <p:nvPr/>
        </p:nvGrpSpPr>
        <p:grpSpPr>
          <a:xfrm>
            <a:off x="8439802" y="6080065"/>
            <a:ext cx="1116521" cy="516499"/>
            <a:chOff x="3020077" y="2289115"/>
            <a:chExt cx="1116521" cy="516499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4295798-9C45-81E2-949C-D9816B745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2289115"/>
              <a:ext cx="516499" cy="51649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6E3913E-AB65-B43A-B975-5DDF51126562}"/>
                </a:ext>
              </a:extLst>
            </p:cNvPr>
            <p:cNvSpPr txBox="1"/>
            <p:nvPr/>
          </p:nvSpPr>
          <p:spPr>
            <a:xfrm>
              <a:off x="3564005" y="2339954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Кекс</a:t>
              </a:r>
            </a:p>
            <a:p>
              <a:pPr algn="ctr"/>
              <a:r>
                <a:rPr lang="ky-KG" sz="1200" dirty="0"/>
                <a:t>1,86 $</a:t>
              </a:r>
              <a:endParaRPr lang="en-GB" sz="12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229E440-F665-7D84-5E98-48431C13CC1C}"/>
              </a:ext>
            </a:extLst>
          </p:cNvPr>
          <p:cNvGrpSpPr/>
          <p:nvPr/>
        </p:nvGrpSpPr>
        <p:grpSpPr>
          <a:xfrm>
            <a:off x="5468002" y="5054242"/>
            <a:ext cx="1226977" cy="516499"/>
            <a:chOff x="3020077" y="4654192"/>
            <a:chExt cx="1226977" cy="516499"/>
          </a:xfrm>
        </p:grpSpPr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071DE368-2377-F12B-8AF0-366A9DE5E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4654192"/>
              <a:ext cx="516499" cy="516499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9EF7D04-231B-4709-30C1-B2E83751AED4}"/>
                </a:ext>
              </a:extLst>
            </p:cNvPr>
            <p:cNvSpPr txBox="1"/>
            <p:nvPr/>
          </p:nvSpPr>
          <p:spPr>
            <a:xfrm>
              <a:off x="3514161" y="4690154"/>
              <a:ext cx="732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Сэндвич</a:t>
              </a:r>
            </a:p>
            <a:p>
              <a:pPr algn="ctr"/>
              <a:r>
                <a:rPr lang="ky-KG" sz="1200" dirty="0"/>
                <a:t>2,44 $</a:t>
              </a:r>
              <a:endParaRPr lang="en-GB" sz="1200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1CBA613-3B01-48C2-1E78-240E02D2FA35}"/>
              </a:ext>
            </a:extLst>
          </p:cNvPr>
          <p:cNvGrpSpPr/>
          <p:nvPr/>
        </p:nvGrpSpPr>
        <p:grpSpPr>
          <a:xfrm>
            <a:off x="6461461" y="3309956"/>
            <a:ext cx="1032093" cy="516499"/>
            <a:chOff x="517861" y="4291031"/>
            <a:chExt cx="1032093" cy="516499"/>
          </a:xfrm>
        </p:grpSpPr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1052C23F-0ED4-528A-0282-10B4E2EEF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4291031"/>
              <a:ext cx="516499" cy="516499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1CE700E-2264-D570-86C9-1EB864CCB70B}"/>
                </a:ext>
              </a:extLst>
            </p:cNvPr>
            <p:cNvSpPr txBox="1"/>
            <p:nvPr/>
          </p:nvSpPr>
          <p:spPr>
            <a:xfrm>
              <a:off x="977360" y="4342009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Фри </a:t>
              </a:r>
            </a:p>
            <a:p>
              <a:pPr algn="ctr"/>
              <a:r>
                <a:rPr lang="ky-KG" sz="1200" dirty="0"/>
                <a:t>1,74 $</a:t>
              </a:r>
              <a:endParaRPr lang="en-GB" sz="1200" dirty="0"/>
            </a:p>
          </p:txBody>
        </p:sp>
      </p:grp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A2FAE72D-E3BA-65A5-42F0-AB170350DF70}"/>
              </a:ext>
            </a:extLst>
          </p:cNvPr>
          <p:cNvSpPr/>
          <p:nvPr/>
        </p:nvSpPr>
        <p:spPr>
          <a:xfrm>
            <a:off x="5033747" y="52970"/>
            <a:ext cx="4832824" cy="6677743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E9FE331-3198-022F-5F46-F853E62A3DC4}"/>
              </a:ext>
            </a:extLst>
          </p:cNvPr>
          <p:cNvCxnSpPr>
            <a:cxnSpLocks/>
          </p:cNvCxnSpPr>
          <p:nvPr/>
        </p:nvCxnSpPr>
        <p:spPr>
          <a:xfrm>
            <a:off x="7100710" y="190028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B79902A-5CFD-0D85-D1FF-8ABC10C78484}"/>
              </a:ext>
            </a:extLst>
          </p:cNvPr>
          <p:cNvSpPr txBox="1"/>
          <p:nvPr/>
        </p:nvSpPr>
        <p:spPr>
          <a:xfrm>
            <a:off x="4975727" y="30773"/>
            <a:ext cx="904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Тамак-аш</a:t>
            </a:r>
            <a:endParaRPr lang="en-GB" sz="1400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031BA70-3181-E66F-86A7-057B40FC906F}"/>
              </a:ext>
            </a:extLst>
          </p:cNvPr>
          <p:cNvSpPr txBox="1"/>
          <p:nvPr/>
        </p:nvSpPr>
        <p:spPr>
          <a:xfrm>
            <a:off x="5742736" y="333521"/>
            <a:ext cx="3271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Тамак-аш тизмесин эң кичинеден чоңго чейин </a:t>
            </a:r>
          </a:p>
          <a:p>
            <a:pPr algn="ctr"/>
            <a:r>
              <a:rPr lang="ky-KG" sz="1200" dirty="0"/>
              <a:t>баа тартибинде ирээтинде .</a:t>
            </a:r>
            <a:endParaRPr lang="en-GB" sz="12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6359E03-E80A-CFCB-36D8-1479507CA6CB}"/>
              </a:ext>
            </a:extLst>
          </p:cNvPr>
          <p:cNvSpPr txBox="1"/>
          <p:nvPr/>
        </p:nvSpPr>
        <p:spPr>
          <a:xfrm>
            <a:off x="6090408" y="58179"/>
            <a:ext cx="2850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арзан</a:t>
            </a:r>
            <a:r>
              <a:rPr lang="en-GB" sz="1200" b="1" dirty="0"/>
              <a:t>                       </a:t>
            </a:r>
            <a:r>
              <a:rPr lang="ky-KG" sz="1200" b="1" dirty="0"/>
              <a:t>                </a:t>
            </a:r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Кымбат</a:t>
            </a:r>
            <a:endParaRPr lang="en-US" sz="1200" b="1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D891C25-4B74-113F-8E8B-D8DA5EA9D8D9}"/>
              </a:ext>
            </a:extLst>
          </p:cNvPr>
          <p:cNvGrpSpPr/>
          <p:nvPr/>
        </p:nvGrpSpPr>
        <p:grpSpPr>
          <a:xfrm>
            <a:off x="492520" y="6155022"/>
            <a:ext cx="1243951" cy="516499"/>
            <a:chOff x="517861" y="3408675"/>
            <a:chExt cx="1243951" cy="516499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E5AB3C8-7FF5-86D1-EC70-0EB397FBA4CF}"/>
                </a:ext>
              </a:extLst>
            </p:cNvPr>
            <p:cNvSpPr txBox="1"/>
            <p:nvPr/>
          </p:nvSpPr>
          <p:spPr>
            <a:xfrm>
              <a:off x="1182871" y="3460167"/>
              <a:ext cx="5789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Донат</a:t>
              </a:r>
            </a:p>
            <a:p>
              <a:pPr algn="ctr"/>
              <a:r>
                <a:rPr lang="ky-KG" sz="1200" dirty="0"/>
                <a:t>1,18 $</a:t>
              </a:r>
              <a:endParaRPr lang="en-GB" sz="1200" dirty="0"/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72472C7D-203C-A2E5-F8AD-9F08EF5E4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3408675"/>
              <a:ext cx="516499" cy="516499"/>
            </a:xfrm>
            <a:prstGeom prst="rect">
              <a:avLst/>
            </a:prstGeom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77F1D8A-FBC3-4951-BA65-AB3F03290E1D}"/>
              </a:ext>
            </a:extLst>
          </p:cNvPr>
          <p:cNvGrpSpPr/>
          <p:nvPr/>
        </p:nvGrpSpPr>
        <p:grpSpPr>
          <a:xfrm>
            <a:off x="3254770" y="2398073"/>
            <a:ext cx="1208686" cy="524067"/>
            <a:chOff x="517861" y="2518751"/>
            <a:chExt cx="1208686" cy="524067"/>
          </a:xfrm>
        </p:grpSpPr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1C0DB709-42CF-35F2-7B6C-2005710E7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2526319"/>
              <a:ext cx="516499" cy="516499"/>
            </a:xfrm>
            <a:prstGeom prst="rect">
              <a:avLst/>
            </a:prstGeom>
          </p:spPr>
        </p:pic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62E6446-5C4D-829B-E8E0-0FFE898A08EF}"/>
                </a:ext>
              </a:extLst>
            </p:cNvPr>
            <p:cNvSpPr txBox="1"/>
            <p:nvPr/>
          </p:nvSpPr>
          <p:spPr>
            <a:xfrm>
              <a:off x="837137" y="2518751"/>
              <a:ext cx="8894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Балмуздак</a:t>
              </a:r>
            </a:p>
            <a:p>
              <a:pPr algn="ctr"/>
              <a:r>
                <a:rPr lang="ky-KG" sz="1200" dirty="0"/>
                <a:t>1,10 $</a:t>
              </a:r>
              <a:endParaRPr lang="en-GB" sz="1200" dirty="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BF6A036-1F44-78ED-F1B5-453D4C9573FD}"/>
              </a:ext>
            </a:extLst>
          </p:cNvPr>
          <p:cNvGrpSpPr/>
          <p:nvPr/>
        </p:nvGrpSpPr>
        <p:grpSpPr>
          <a:xfrm>
            <a:off x="1979880" y="4213411"/>
            <a:ext cx="1814741" cy="516499"/>
            <a:chOff x="517861" y="1643963"/>
            <a:chExt cx="1814741" cy="516499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AEABA594-43EB-269A-DE60-C9D5953DF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1643963"/>
              <a:ext cx="516499" cy="516499"/>
            </a:xfrm>
            <a:prstGeom prst="rect">
              <a:avLst/>
            </a:prstGeom>
          </p:spPr>
        </p:pic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0F60B17C-7283-A4D7-B542-45EFE8ABFD4B}"/>
                </a:ext>
              </a:extLst>
            </p:cNvPr>
            <p:cNvSpPr txBox="1"/>
            <p:nvPr/>
          </p:nvSpPr>
          <p:spPr>
            <a:xfrm>
              <a:off x="793911" y="1691131"/>
              <a:ext cx="15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1 тоголок балмуздак</a:t>
              </a:r>
            </a:p>
            <a:p>
              <a:pPr algn="ctr"/>
              <a:r>
                <a:rPr lang="ky-KG" sz="1200" dirty="0"/>
                <a:t>1,06 $</a:t>
              </a:r>
              <a:endParaRPr lang="en-GB" sz="120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2E9AC06-C175-2C1E-5979-6555BB322CE8}"/>
              </a:ext>
            </a:extLst>
          </p:cNvPr>
          <p:cNvGrpSpPr/>
          <p:nvPr/>
        </p:nvGrpSpPr>
        <p:grpSpPr>
          <a:xfrm>
            <a:off x="1873645" y="785906"/>
            <a:ext cx="1982274" cy="555058"/>
            <a:chOff x="517861" y="6116759"/>
            <a:chExt cx="1982274" cy="555058"/>
          </a:xfrm>
        </p:grpSpPr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83AC90F0-AAB1-0AFF-E7A5-6D66C8F6B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6155318"/>
              <a:ext cx="516499" cy="516499"/>
            </a:xfrm>
            <a:prstGeom prst="rect">
              <a:avLst/>
            </a:prstGeom>
          </p:spPr>
        </p:pic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C45DF59-735E-D539-07FC-E72DF8BE37FF}"/>
                </a:ext>
              </a:extLst>
            </p:cNvPr>
            <p:cNvSpPr txBox="1"/>
            <p:nvPr/>
          </p:nvSpPr>
          <p:spPr>
            <a:xfrm>
              <a:off x="961444" y="6116759"/>
              <a:ext cx="15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3 тоголок балмуздак</a:t>
              </a:r>
            </a:p>
            <a:p>
              <a:pPr algn="ctr"/>
              <a:r>
                <a:rPr lang="ky-KG" sz="1200" dirty="0"/>
                <a:t>1,78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5A1735B-BA3F-BE06-B0BB-61BD03ADD3CC}"/>
              </a:ext>
            </a:extLst>
          </p:cNvPr>
          <p:cNvGrpSpPr/>
          <p:nvPr/>
        </p:nvGrpSpPr>
        <p:grpSpPr>
          <a:xfrm>
            <a:off x="2937460" y="3311465"/>
            <a:ext cx="1969715" cy="552575"/>
            <a:chOff x="3020077" y="3077474"/>
            <a:chExt cx="1969715" cy="552575"/>
          </a:xfrm>
        </p:grpSpPr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E070CD86-A76C-5C49-1C47-1B67E4464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3077474"/>
              <a:ext cx="516499" cy="516499"/>
            </a:xfrm>
            <a:prstGeom prst="rect">
              <a:avLst/>
            </a:prstGeom>
          </p:spPr>
        </p:pic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CB49BBEA-E7D0-37BF-4B92-F1925A3A4EC6}"/>
                </a:ext>
              </a:extLst>
            </p:cNvPr>
            <p:cNvSpPr txBox="1"/>
            <p:nvPr/>
          </p:nvSpPr>
          <p:spPr>
            <a:xfrm>
              <a:off x="3513619" y="3168384"/>
              <a:ext cx="14761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өсумдүк кесмелери</a:t>
              </a:r>
            </a:p>
            <a:p>
              <a:pPr algn="ctr"/>
              <a:r>
                <a:rPr lang="ky-KG" sz="1200" dirty="0"/>
                <a:t>2,09 $</a:t>
              </a:r>
              <a:endParaRPr lang="en-GB" sz="1200" dirty="0"/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AEB1C26A-1CB1-E4A9-13FE-EBC101102B7F}"/>
              </a:ext>
            </a:extLst>
          </p:cNvPr>
          <p:cNvGrpSpPr/>
          <p:nvPr/>
        </p:nvGrpSpPr>
        <p:grpSpPr>
          <a:xfrm>
            <a:off x="1813636" y="1959548"/>
            <a:ext cx="1133319" cy="516499"/>
            <a:chOff x="3020077" y="5442551"/>
            <a:chExt cx="1133319" cy="516499"/>
          </a:xfrm>
        </p:grpSpPr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9205D339-6E77-A115-79DF-1CD922ADA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5442551"/>
              <a:ext cx="516499" cy="516499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C3412B57-21A3-F887-2695-F28C1AF67BE3}"/>
                </a:ext>
              </a:extLst>
            </p:cNvPr>
            <p:cNvSpPr txBox="1"/>
            <p:nvPr/>
          </p:nvSpPr>
          <p:spPr>
            <a:xfrm>
              <a:off x="3580802" y="5484318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Тако</a:t>
              </a:r>
            </a:p>
            <a:p>
              <a:pPr algn="ctr"/>
              <a:r>
                <a:rPr lang="ky-KG" sz="1200" dirty="0"/>
                <a:t>2,47 $</a:t>
              </a:r>
              <a:endParaRPr lang="en-GB" sz="1200" dirty="0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12E4CBD-EEC3-3E77-2494-759619FCAF66}"/>
              </a:ext>
            </a:extLst>
          </p:cNvPr>
          <p:cNvGrpSpPr/>
          <p:nvPr/>
        </p:nvGrpSpPr>
        <p:grpSpPr>
          <a:xfrm>
            <a:off x="270586" y="1166760"/>
            <a:ext cx="1135389" cy="516499"/>
            <a:chOff x="3020077" y="6230913"/>
            <a:chExt cx="1135389" cy="516499"/>
          </a:xfrm>
        </p:grpSpPr>
        <p:pic>
          <p:nvPicPr>
            <p:cNvPr id="171" name="Picture 170">
              <a:extLst>
                <a:ext uri="{FF2B5EF4-FFF2-40B4-BE49-F238E27FC236}">
                  <a16:creationId xmlns:a16="http://schemas.microsoft.com/office/drawing/2014/main" id="{895CE593-442B-6C72-60FD-72070BD18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6230913"/>
              <a:ext cx="516499" cy="516499"/>
            </a:xfrm>
            <a:prstGeom prst="rect">
              <a:avLst/>
            </a:prstGeom>
          </p:spPr>
        </p:pic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551010DF-BAD8-91BC-758E-999C3F839546}"/>
                </a:ext>
              </a:extLst>
            </p:cNvPr>
            <p:cNvSpPr txBox="1"/>
            <p:nvPr/>
          </p:nvSpPr>
          <p:spPr>
            <a:xfrm>
              <a:off x="3530936" y="6276623"/>
              <a:ext cx="6245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Бургер</a:t>
              </a:r>
            </a:p>
            <a:p>
              <a:pPr algn="ctr"/>
              <a:r>
                <a:rPr lang="ky-KG" sz="1200" dirty="0"/>
                <a:t>2,51 </a:t>
              </a:r>
              <a:r>
                <a:rPr lang="en-US" sz="1200" dirty="0"/>
                <a:t>$</a:t>
              </a:r>
              <a:endParaRPr lang="en-GB" sz="120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169A2FA-2CE2-456C-9CEE-D20ACE9EDD07}"/>
              </a:ext>
            </a:extLst>
          </p:cNvPr>
          <p:cNvGrpSpPr/>
          <p:nvPr/>
        </p:nvGrpSpPr>
        <p:grpSpPr>
          <a:xfrm>
            <a:off x="337261" y="2570703"/>
            <a:ext cx="1243920" cy="516499"/>
            <a:chOff x="3020077" y="1500756"/>
            <a:chExt cx="1243920" cy="516499"/>
          </a:xfrm>
        </p:grpSpPr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F40E2232-FF3A-AD72-D6F2-78AA57066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1500756"/>
              <a:ext cx="516499" cy="516499"/>
            </a:xfrm>
            <a:prstGeom prst="rect">
              <a:avLst/>
            </a:prstGeom>
          </p:spPr>
        </p:pic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000E97C-05C0-4509-C236-8AD731FAEB79}"/>
                </a:ext>
              </a:extLst>
            </p:cNvPr>
            <p:cNvSpPr txBox="1"/>
            <p:nvPr/>
          </p:nvSpPr>
          <p:spPr>
            <a:xfrm>
              <a:off x="3455313" y="1538368"/>
              <a:ext cx="8086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Шоколад</a:t>
              </a:r>
            </a:p>
            <a:p>
              <a:pPr algn="ctr"/>
              <a:r>
                <a:rPr lang="ky-KG" sz="1200" dirty="0"/>
                <a:t>1,85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343A5BE-072A-3BC6-F457-5F89E0003CC6}"/>
              </a:ext>
            </a:extLst>
          </p:cNvPr>
          <p:cNvGrpSpPr/>
          <p:nvPr/>
        </p:nvGrpSpPr>
        <p:grpSpPr>
          <a:xfrm>
            <a:off x="3442411" y="1153694"/>
            <a:ext cx="1209564" cy="555550"/>
            <a:chOff x="3020077" y="712397"/>
            <a:chExt cx="1209564" cy="555550"/>
          </a:xfrm>
        </p:grpSpPr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CA9D6FF6-CDCD-7D40-B091-B569B1990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712397"/>
              <a:ext cx="516499" cy="516499"/>
            </a:xfrm>
            <a:prstGeom prst="rect">
              <a:avLst/>
            </a:prstGeom>
          </p:spPr>
        </p:pic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3554CCB2-9D85-DDA7-4067-52018B3AF708}"/>
                </a:ext>
              </a:extLst>
            </p:cNvPr>
            <p:cNvSpPr txBox="1"/>
            <p:nvPr/>
          </p:nvSpPr>
          <p:spPr>
            <a:xfrm>
              <a:off x="3572795" y="806282"/>
              <a:ext cx="6568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Хот дог</a:t>
              </a:r>
            </a:p>
            <a:p>
              <a:pPr algn="ctr"/>
              <a:r>
                <a:rPr lang="ky-KG" sz="1200" dirty="0"/>
                <a:t>1,82</a:t>
              </a:r>
              <a:r>
                <a:rPr lang="en-US" sz="1200" dirty="0"/>
                <a:t> $</a:t>
              </a:r>
              <a:endParaRPr lang="en-GB" sz="1200" dirty="0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DAFF6754-8EA9-C882-AB98-4E661BA769CE}"/>
              </a:ext>
            </a:extLst>
          </p:cNvPr>
          <p:cNvGrpSpPr/>
          <p:nvPr/>
        </p:nvGrpSpPr>
        <p:grpSpPr>
          <a:xfrm>
            <a:off x="2176281" y="5405134"/>
            <a:ext cx="1129506" cy="639667"/>
            <a:chOff x="468072" y="5173387"/>
            <a:chExt cx="1129506" cy="639667"/>
          </a:xfrm>
        </p:grpSpPr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D506CA35-4561-9A5C-FE43-41A00D0A1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072" y="5173387"/>
              <a:ext cx="616076" cy="616076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7B5B94B-5957-4395-005D-016EFED1F878}"/>
                </a:ext>
              </a:extLst>
            </p:cNvPr>
            <p:cNvSpPr txBox="1"/>
            <p:nvPr/>
          </p:nvSpPr>
          <p:spPr>
            <a:xfrm>
              <a:off x="1024984" y="5351389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Чай</a:t>
              </a:r>
            </a:p>
            <a:p>
              <a:pPr algn="ctr"/>
              <a:r>
                <a:rPr lang="ky-KG" sz="1200" dirty="0"/>
                <a:t>1,77 $</a:t>
              </a:r>
              <a:endParaRPr lang="en-GB" sz="120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69A1CEBD-8CD4-8B1C-2C9D-A1064B840C0D}"/>
              </a:ext>
            </a:extLst>
          </p:cNvPr>
          <p:cNvGrpSpPr/>
          <p:nvPr/>
        </p:nvGrpSpPr>
        <p:grpSpPr>
          <a:xfrm>
            <a:off x="3597670" y="4710983"/>
            <a:ext cx="1399858" cy="542195"/>
            <a:chOff x="517861" y="735911"/>
            <a:chExt cx="1399858" cy="542195"/>
          </a:xfrm>
        </p:grpSpPr>
        <p:pic>
          <p:nvPicPr>
            <p:cNvPr id="183" name="Picture 182">
              <a:extLst>
                <a:ext uri="{FF2B5EF4-FFF2-40B4-BE49-F238E27FC236}">
                  <a16:creationId xmlns:a16="http://schemas.microsoft.com/office/drawing/2014/main" id="{36EBE672-339E-4AA2-583C-002677395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761607"/>
              <a:ext cx="516499" cy="516499"/>
            </a:xfrm>
            <a:prstGeom prst="rect">
              <a:avLst/>
            </a:prstGeom>
          </p:spPr>
        </p:pic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6677F15F-AAAA-FBB4-6570-5E4DFF6F1A5E}"/>
                </a:ext>
              </a:extLst>
            </p:cNvPr>
            <p:cNvSpPr txBox="1"/>
            <p:nvPr/>
          </p:nvSpPr>
          <p:spPr>
            <a:xfrm>
              <a:off x="879101" y="735911"/>
              <a:ext cx="10386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Сормо таттуу</a:t>
              </a:r>
            </a:p>
            <a:p>
              <a:pPr algn="ctr"/>
              <a:r>
                <a:rPr lang="ky-KG" sz="1200" dirty="0"/>
                <a:t>0,73 $</a:t>
              </a:r>
              <a:endParaRPr lang="en-GB" sz="1200" dirty="0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2CD756B-196D-4E02-AF84-C26F116C01CF}"/>
              </a:ext>
            </a:extLst>
          </p:cNvPr>
          <p:cNvGrpSpPr/>
          <p:nvPr/>
        </p:nvGrpSpPr>
        <p:grpSpPr>
          <a:xfrm>
            <a:off x="365836" y="4002330"/>
            <a:ext cx="1050612" cy="549198"/>
            <a:chOff x="3020077" y="3865833"/>
            <a:chExt cx="1050612" cy="549198"/>
          </a:xfrm>
        </p:grpSpPr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52C88CBA-5A27-9318-E424-4352FEF85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3865833"/>
              <a:ext cx="516499" cy="516499"/>
            </a:xfrm>
            <a:prstGeom prst="rect">
              <a:avLst/>
            </a:prstGeom>
          </p:spPr>
        </p:pic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00657C2A-439D-D891-0B8E-39D351D150B2}"/>
                </a:ext>
              </a:extLst>
            </p:cNvPr>
            <p:cNvSpPr txBox="1"/>
            <p:nvPr/>
          </p:nvSpPr>
          <p:spPr>
            <a:xfrm>
              <a:off x="3480977" y="3953366"/>
              <a:ext cx="5897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Кофе</a:t>
              </a:r>
            </a:p>
            <a:p>
              <a:pPr algn="ctr"/>
              <a:r>
                <a:rPr lang="ky-KG" sz="1200" dirty="0"/>
                <a:t>2,42 $</a:t>
              </a:r>
              <a:endParaRPr lang="en-GB" sz="1200" dirty="0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81B7839C-63F0-135A-65F4-DBCADAA5D698}"/>
              </a:ext>
            </a:extLst>
          </p:cNvPr>
          <p:cNvGrpSpPr/>
          <p:nvPr/>
        </p:nvGrpSpPr>
        <p:grpSpPr>
          <a:xfrm>
            <a:off x="3470986" y="6102262"/>
            <a:ext cx="1116521" cy="516499"/>
            <a:chOff x="3020077" y="2289115"/>
            <a:chExt cx="1116521" cy="516499"/>
          </a:xfrm>
        </p:grpSpPr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762626E2-C057-0287-22F6-09D15521D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2289115"/>
              <a:ext cx="516499" cy="516499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B687B371-9D3C-7314-803F-D3535445A3E0}"/>
                </a:ext>
              </a:extLst>
            </p:cNvPr>
            <p:cNvSpPr txBox="1"/>
            <p:nvPr/>
          </p:nvSpPr>
          <p:spPr>
            <a:xfrm>
              <a:off x="3564005" y="2339954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Кекс</a:t>
              </a:r>
            </a:p>
            <a:p>
              <a:pPr algn="ctr"/>
              <a:r>
                <a:rPr lang="ky-KG" sz="1200" dirty="0"/>
                <a:t>1,86 $</a:t>
              </a:r>
              <a:endParaRPr lang="en-GB" sz="1200" dirty="0"/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3A1C55B-34BA-19D0-ADDD-10842BCFE932}"/>
              </a:ext>
            </a:extLst>
          </p:cNvPr>
          <p:cNvGrpSpPr/>
          <p:nvPr/>
        </p:nvGrpSpPr>
        <p:grpSpPr>
          <a:xfrm>
            <a:off x="499186" y="5076439"/>
            <a:ext cx="1226977" cy="516499"/>
            <a:chOff x="3020077" y="4654192"/>
            <a:chExt cx="1226977" cy="516499"/>
          </a:xfrm>
        </p:grpSpPr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AF79AE34-C132-1EA9-CE31-DF4B20B99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0077" y="4654192"/>
              <a:ext cx="516499" cy="516499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E1C6829F-C369-4188-5488-5171D0A7FE81}"/>
                </a:ext>
              </a:extLst>
            </p:cNvPr>
            <p:cNvSpPr txBox="1"/>
            <p:nvPr/>
          </p:nvSpPr>
          <p:spPr>
            <a:xfrm>
              <a:off x="3514161" y="4690154"/>
              <a:ext cx="732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Сэндвич</a:t>
              </a:r>
            </a:p>
            <a:p>
              <a:pPr algn="ctr"/>
              <a:r>
                <a:rPr lang="ky-KG" sz="1200" dirty="0"/>
                <a:t>2,44 $</a:t>
              </a:r>
              <a:endParaRPr lang="en-GB" sz="1200" dirty="0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9AC1944B-33EE-80CE-6AB5-AF6C46650EF8}"/>
              </a:ext>
            </a:extLst>
          </p:cNvPr>
          <p:cNvGrpSpPr/>
          <p:nvPr/>
        </p:nvGrpSpPr>
        <p:grpSpPr>
          <a:xfrm>
            <a:off x="1492645" y="3332153"/>
            <a:ext cx="1032093" cy="516499"/>
            <a:chOff x="517861" y="4291031"/>
            <a:chExt cx="1032093" cy="516499"/>
          </a:xfrm>
        </p:grpSpPr>
        <p:pic>
          <p:nvPicPr>
            <p:cNvPr id="195" name="Picture 194">
              <a:extLst>
                <a:ext uri="{FF2B5EF4-FFF2-40B4-BE49-F238E27FC236}">
                  <a16:creationId xmlns:a16="http://schemas.microsoft.com/office/drawing/2014/main" id="{1392C695-F2E9-38AD-0194-98E0E7A94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1" y="4291031"/>
              <a:ext cx="516499" cy="516499"/>
            </a:xfrm>
            <a:prstGeom prst="rect">
              <a:avLst/>
            </a:prstGeom>
          </p:spPr>
        </p:pic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37F2F97-BB89-C9F6-9298-78B0F6E88377}"/>
                </a:ext>
              </a:extLst>
            </p:cNvPr>
            <p:cNvSpPr txBox="1"/>
            <p:nvPr/>
          </p:nvSpPr>
          <p:spPr>
            <a:xfrm>
              <a:off x="977360" y="4342009"/>
              <a:ext cx="572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Фри </a:t>
              </a:r>
            </a:p>
            <a:p>
              <a:pPr algn="ctr"/>
              <a:r>
                <a:rPr lang="ky-KG" sz="1200" dirty="0"/>
                <a:t>1,74 $</a:t>
              </a:r>
              <a:endParaRPr lang="en-GB" sz="1200" dirty="0"/>
            </a:p>
          </p:txBody>
        </p:sp>
      </p:grp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915C885F-6D91-8F04-94F5-449B01425989}"/>
              </a:ext>
            </a:extLst>
          </p:cNvPr>
          <p:cNvSpPr/>
          <p:nvPr/>
        </p:nvSpPr>
        <p:spPr>
          <a:xfrm>
            <a:off x="39429" y="29817"/>
            <a:ext cx="4849859" cy="670089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032B627-5A21-697C-E5F7-F91C69A3E96A}"/>
              </a:ext>
            </a:extLst>
          </p:cNvPr>
          <p:cNvCxnSpPr>
            <a:cxnSpLocks/>
          </p:cNvCxnSpPr>
          <p:nvPr/>
        </p:nvCxnSpPr>
        <p:spPr>
          <a:xfrm>
            <a:off x="2176281" y="196678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DA327772-F757-25C5-37AF-CAA6D3C2BD7B}"/>
              </a:ext>
            </a:extLst>
          </p:cNvPr>
          <p:cNvSpPr txBox="1"/>
          <p:nvPr/>
        </p:nvSpPr>
        <p:spPr>
          <a:xfrm>
            <a:off x="6911" y="52970"/>
            <a:ext cx="904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Тамак-аш</a:t>
            </a:r>
            <a:endParaRPr lang="en-GB" sz="1400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B3F0FB9-CB5F-61BF-FCF9-8F8EBBE25A9E}"/>
              </a:ext>
            </a:extLst>
          </p:cNvPr>
          <p:cNvSpPr txBox="1"/>
          <p:nvPr/>
        </p:nvSpPr>
        <p:spPr>
          <a:xfrm>
            <a:off x="773920" y="355718"/>
            <a:ext cx="3271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Тамак-аш тизмесин эң кичинеден чоңго чейин </a:t>
            </a:r>
          </a:p>
          <a:p>
            <a:pPr algn="ctr"/>
            <a:r>
              <a:rPr lang="ky-KG" sz="1200" dirty="0"/>
              <a:t>баа тартибинде ирээтинде .</a:t>
            </a:r>
            <a:endParaRPr lang="en-GB" sz="12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BF7AA4D9-956E-2AC7-90CD-9EDE8847489A}"/>
              </a:ext>
            </a:extLst>
          </p:cNvPr>
          <p:cNvSpPr txBox="1"/>
          <p:nvPr/>
        </p:nvSpPr>
        <p:spPr>
          <a:xfrm>
            <a:off x="1181732" y="58179"/>
            <a:ext cx="2850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арзан</a:t>
            </a:r>
            <a:r>
              <a:rPr lang="en-GB" sz="1200" b="1" dirty="0"/>
              <a:t>                       </a:t>
            </a:r>
            <a:r>
              <a:rPr lang="ky-KG" sz="1200" b="1" dirty="0"/>
              <a:t>                </a:t>
            </a:r>
            <a:r>
              <a:rPr lang="en-US" sz="1200" b="1" dirty="0" err="1"/>
              <a:t>Эң</a:t>
            </a:r>
            <a:r>
              <a:rPr lang="en-US" sz="1200" b="1" dirty="0"/>
              <a:t> </a:t>
            </a:r>
            <a:r>
              <a:rPr lang="en-US" sz="1200" b="1" dirty="0" err="1"/>
              <a:t>Кымбат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78570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9F4CED7-D636-A839-4D69-D20E7C0B2577}"/>
              </a:ext>
            </a:extLst>
          </p:cNvPr>
          <p:cNvGrpSpPr/>
          <p:nvPr/>
        </p:nvGrpSpPr>
        <p:grpSpPr>
          <a:xfrm>
            <a:off x="8043031" y="2377155"/>
            <a:ext cx="1467014" cy="549836"/>
            <a:chOff x="2994781" y="6168105"/>
            <a:chExt cx="1467014" cy="54983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BC32B22-D372-74B5-922D-A7A38D384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4781" y="6168105"/>
              <a:ext cx="480677" cy="54983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BF7EE4-AB0E-05EB-4DDF-F5D2122ACA6F}"/>
                </a:ext>
              </a:extLst>
            </p:cNvPr>
            <p:cNvSpPr txBox="1"/>
            <p:nvPr/>
          </p:nvSpPr>
          <p:spPr>
            <a:xfrm>
              <a:off x="3515703" y="6221934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Канат</a:t>
              </a:r>
              <a:endParaRPr lang="en-GB" sz="1200" dirty="0"/>
            </a:p>
            <a:p>
              <a:pPr algn="ctr"/>
              <a:r>
                <a:rPr lang="en-GB" sz="1200" dirty="0"/>
                <a:t>10,6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748E4B-F599-9425-1AD9-DEC7236E8583}"/>
              </a:ext>
            </a:extLst>
          </p:cNvPr>
          <p:cNvGrpSpPr/>
          <p:nvPr/>
        </p:nvGrpSpPr>
        <p:grpSpPr>
          <a:xfrm>
            <a:off x="5463150" y="3471165"/>
            <a:ext cx="1594390" cy="583202"/>
            <a:chOff x="548250" y="3118740"/>
            <a:chExt cx="1594390" cy="58320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F1D7ADC-88C6-8AEC-4B44-177E5EA94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250" y="3118740"/>
              <a:ext cx="463828" cy="58320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A34EBC1-B0C9-47F4-A19B-20B7280422BE}"/>
                </a:ext>
              </a:extLst>
            </p:cNvPr>
            <p:cNvSpPr txBox="1"/>
            <p:nvPr/>
          </p:nvSpPr>
          <p:spPr>
            <a:xfrm>
              <a:off x="1039453" y="3178726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Карабала</a:t>
              </a:r>
              <a:endParaRPr lang="en-GB" sz="1200" dirty="0"/>
            </a:p>
            <a:p>
              <a:pPr algn="ctr"/>
              <a:r>
                <a:rPr lang="en-GB" sz="1200" dirty="0"/>
                <a:t>10,109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8200E0-1F3A-DE8D-C47B-5BCCAD5100C0}"/>
              </a:ext>
            </a:extLst>
          </p:cNvPr>
          <p:cNvGrpSpPr/>
          <p:nvPr/>
        </p:nvGrpSpPr>
        <p:grpSpPr>
          <a:xfrm>
            <a:off x="8030499" y="3340186"/>
            <a:ext cx="1706083" cy="526420"/>
            <a:chOff x="2978695" y="3199155"/>
            <a:chExt cx="1706083" cy="52642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D84161B-4E4B-93A0-B163-C4B91CD6F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8695" y="3199155"/>
              <a:ext cx="512848" cy="52642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BCE0EB-B711-31C2-374B-7306234AB0D3}"/>
                </a:ext>
              </a:extLst>
            </p:cNvPr>
            <p:cNvSpPr txBox="1"/>
            <p:nvPr/>
          </p:nvSpPr>
          <p:spPr>
            <a:xfrm>
              <a:off x="3581591" y="3257408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Акылай</a:t>
              </a:r>
              <a:endParaRPr lang="en-GB" sz="1200" dirty="0"/>
            </a:p>
            <a:p>
              <a:pPr algn="ctr"/>
              <a:r>
                <a:rPr lang="en-GB" sz="1200" dirty="0"/>
                <a:t>10,507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B2181BA-90A2-1268-5A8A-0109BE9DFC01}"/>
              </a:ext>
            </a:extLst>
          </p:cNvPr>
          <p:cNvGrpSpPr/>
          <p:nvPr/>
        </p:nvGrpSpPr>
        <p:grpSpPr>
          <a:xfrm>
            <a:off x="7440261" y="4218321"/>
            <a:ext cx="1619783" cy="539824"/>
            <a:chOff x="544161" y="1075071"/>
            <a:chExt cx="1619783" cy="53982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89D0322-9EED-2BE0-28AD-374E0A32F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161" y="1075071"/>
              <a:ext cx="472007" cy="53982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0CF5DA-8655-ABB3-AD87-441CAE9FDA45}"/>
                </a:ext>
              </a:extLst>
            </p:cNvPr>
            <p:cNvSpPr txBox="1"/>
            <p:nvPr/>
          </p:nvSpPr>
          <p:spPr>
            <a:xfrm>
              <a:off x="1060757" y="1133794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Акылбек</a:t>
              </a:r>
              <a:endParaRPr lang="en-GB" sz="1200" dirty="0"/>
            </a:p>
            <a:p>
              <a:pPr algn="ctr"/>
              <a:r>
                <a:rPr lang="en-GB" sz="1200" dirty="0"/>
                <a:t>10,087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85D985-8B40-3C71-CB55-AAB736A03D43}"/>
              </a:ext>
            </a:extLst>
          </p:cNvPr>
          <p:cNvGrpSpPr/>
          <p:nvPr/>
        </p:nvGrpSpPr>
        <p:grpSpPr>
          <a:xfrm>
            <a:off x="5252219" y="1040854"/>
            <a:ext cx="1693793" cy="511335"/>
            <a:chOff x="2994794" y="4165054"/>
            <a:chExt cx="1693793" cy="51133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0A11B3C-B2A9-18DA-0154-8097D3D99414}"/>
                </a:ext>
              </a:extLst>
            </p:cNvPr>
            <p:cNvSpPr txBox="1"/>
            <p:nvPr/>
          </p:nvSpPr>
          <p:spPr>
            <a:xfrm>
              <a:off x="3585400" y="4165054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Даку</a:t>
              </a:r>
            </a:p>
            <a:p>
              <a:pPr algn="ctr"/>
              <a:r>
                <a:rPr lang="ky-KG" sz="1200" dirty="0"/>
                <a:t>10,518 секунд</a:t>
              </a:r>
              <a:endParaRPr lang="en-GB" sz="1200" dirty="0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574C699-60B8-B08E-9E12-95743932F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4794" y="4187332"/>
              <a:ext cx="480651" cy="489057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CF8EC3D-1E42-267E-E379-35037BE6BF92}"/>
              </a:ext>
            </a:extLst>
          </p:cNvPr>
          <p:cNvGrpSpPr/>
          <p:nvPr/>
        </p:nvGrpSpPr>
        <p:grpSpPr>
          <a:xfrm>
            <a:off x="5628617" y="5966821"/>
            <a:ext cx="1746231" cy="568202"/>
            <a:chOff x="2894942" y="5138146"/>
            <a:chExt cx="1746231" cy="56820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DE3FE5-C64D-1669-62B6-290A47258F64}"/>
                </a:ext>
              </a:extLst>
            </p:cNvPr>
            <p:cNvSpPr txBox="1"/>
            <p:nvPr/>
          </p:nvSpPr>
          <p:spPr>
            <a:xfrm>
              <a:off x="3616534" y="5160156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Айжан</a:t>
              </a:r>
              <a:endParaRPr lang="en-GB" sz="1200" dirty="0"/>
            </a:p>
            <a:p>
              <a:pPr algn="ctr"/>
              <a:r>
                <a:rPr lang="en-GB" sz="1200" dirty="0"/>
                <a:t>10,54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92686055-B403-0C79-0F8A-AE21FC463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4942" y="5138146"/>
              <a:ext cx="680354" cy="568202"/>
            </a:xfrm>
            <a:prstGeom prst="rect">
              <a:avLst/>
            </a:prstGeom>
          </p:spPr>
        </p:pic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04F6536-695D-BD7D-15E8-67632B3FC7BC}"/>
              </a:ext>
            </a:extLst>
          </p:cNvPr>
          <p:cNvGrpSpPr/>
          <p:nvPr/>
        </p:nvGrpSpPr>
        <p:grpSpPr>
          <a:xfrm>
            <a:off x="5339626" y="2587005"/>
            <a:ext cx="1568535" cy="497298"/>
            <a:chOff x="539026" y="4139580"/>
            <a:chExt cx="1568535" cy="497298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8B52BCC-FE55-5529-E8ED-F620056C1E7F}"/>
                </a:ext>
              </a:extLst>
            </p:cNvPr>
            <p:cNvSpPr txBox="1"/>
            <p:nvPr/>
          </p:nvSpPr>
          <p:spPr>
            <a:xfrm>
              <a:off x="1161469" y="4175213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Актан</a:t>
              </a:r>
              <a:endParaRPr lang="en-GB" sz="1200" dirty="0"/>
            </a:p>
            <a:p>
              <a:pPr algn="ctr"/>
              <a:r>
                <a:rPr lang="en-GB" sz="1200" dirty="0"/>
                <a:t>10,4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6E0766F0-352A-7BEB-D0BE-380EB0EF5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026" y="4139580"/>
              <a:ext cx="482277" cy="491101"/>
            </a:xfrm>
            <a:prstGeom prst="rect">
              <a:avLst/>
            </a:prstGeom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1615F47-1785-C355-D3C1-977F48A4FCCD}"/>
              </a:ext>
            </a:extLst>
          </p:cNvPr>
          <p:cNvGrpSpPr/>
          <p:nvPr/>
        </p:nvGrpSpPr>
        <p:grpSpPr>
          <a:xfrm>
            <a:off x="7948840" y="6135119"/>
            <a:ext cx="1765654" cy="526047"/>
            <a:chOff x="452665" y="5068319"/>
            <a:chExt cx="1765654" cy="5260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2484BC9-5125-5BF9-AE86-7448BFC326E7}"/>
                </a:ext>
              </a:extLst>
            </p:cNvPr>
            <p:cNvSpPr txBox="1"/>
            <p:nvPr/>
          </p:nvSpPr>
          <p:spPr>
            <a:xfrm>
              <a:off x="1115132" y="5104507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Айдана</a:t>
              </a:r>
              <a:endParaRPr lang="en-GB" sz="1200" dirty="0"/>
            </a:p>
            <a:p>
              <a:pPr algn="ctr"/>
              <a:r>
                <a:rPr lang="en-GB" sz="1200" dirty="0"/>
                <a:t>10,419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0FC76D73-5C34-44E4-714B-F0F48EAF3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665" y="5068319"/>
              <a:ext cx="654999" cy="526047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699E73A-6A24-F7E9-DEB9-C7CF3863A2CD}"/>
              </a:ext>
            </a:extLst>
          </p:cNvPr>
          <p:cNvGrpSpPr/>
          <p:nvPr/>
        </p:nvGrpSpPr>
        <p:grpSpPr>
          <a:xfrm>
            <a:off x="7796713" y="5144497"/>
            <a:ext cx="1628532" cy="522178"/>
            <a:chOff x="3015163" y="1124947"/>
            <a:chExt cx="1628532" cy="522178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4153AC7-E7D0-CED6-5EFC-61E3D1C8AB41}"/>
                </a:ext>
              </a:extLst>
            </p:cNvPr>
            <p:cNvSpPr txBox="1"/>
            <p:nvPr/>
          </p:nvSpPr>
          <p:spPr>
            <a:xfrm>
              <a:off x="3461961" y="1185460"/>
              <a:ext cx="1181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Улан</a:t>
              </a:r>
              <a:endParaRPr lang="en-GB" sz="1200" dirty="0"/>
            </a:p>
            <a:p>
              <a:pPr algn="ctr"/>
              <a:r>
                <a:rPr lang="en-GB" sz="1200" dirty="0"/>
                <a:t>10,4417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966A6724-07E9-0C02-40E8-2EA998FF4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163" y="1124947"/>
              <a:ext cx="439912" cy="503206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6AD04C8-A672-D550-B4CC-11BE69BEE31B}"/>
              </a:ext>
            </a:extLst>
          </p:cNvPr>
          <p:cNvGrpSpPr/>
          <p:nvPr/>
        </p:nvGrpSpPr>
        <p:grpSpPr>
          <a:xfrm>
            <a:off x="7827233" y="814283"/>
            <a:ext cx="1795710" cy="628569"/>
            <a:chOff x="378683" y="2052533"/>
            <a:chExt cx="1795710" cy="628569"/>
          </a:xfrm>
        </p:grpSpPr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4A30F70A-2B60-DC3D-F9BD-B52A7CDB4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683" y="2052533"/>
              <a:ext cx="802963" cy="628569"/>
            </a:xfrm>
            <a:prstGeom prst="rect">
              <a:avLst/>
            </a:prstGeom>
          </p:spPr>
        </p:pic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2D5A024-4CFB-81D5-D21D-0866581C3073}"/>
                </a:ext>
              </a:extLst>
            </p:cNvPr>
            <p:cNvSpPr txBox="1"/>
            <p:nvPr/>
          </p:nvSpPr>
          <p:spPr>
            <a:xfrm>
              <a:off x="1228301" y="2097415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Жаку</a:t>
              </a:r>
              <a:endParaRPr lang="en-GB" sz="1200" dirty="0"/>
            </a:p>
            <a:p>
              <a:pPr algn="ctr"/>
              <a:r>
                <a:rPr lang="en-GB" sz="1200" dirty="0"/>
                <a:t>10,1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23ECA10-63DF-1423-B4F3-A84175E7198C}"/>
              </a:ext>
            </a:extLst>
          </p:cNvPr>
          <p:cNvGrpSpPr/>
          <p:nvPr/>
        </p:nvGrpSpPr>
        <p:grpSpPr>
          <a:xfrm>
            <a:off x="6622965" y="1631381"/>
            <a:ext cx="1648957" cy="636061"/>
            <a:chOff x="497167" y="6032004"/>
            <a:chExt cx="1648957" cy="636061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6C310278-C239-D37C-28F6-D09183513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167" y="6032004"/>
              <a:ext cx="565995" cy="636061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28C30151-FDA9-23CB-7C3B-1D608C148400}"/>
                </a:ext>
              </a:extLst>
            </p:cNvPr>
            <p:cNvSpPr txBox="1"/>
            <p:nvPr/>
          </p:nvSpPr>
          <p:spPr>
            <a:xfrm>
              <a:off x="1121485" y="6091681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Тику</a:t>
              </a:r>
              <a:endParaRPr lang="en-GB" sz="1200" dirty="0"/>
            </a:p>
            <a:p>
              <a:pPr algn="ctr"/>
              <a:r>
                <a:rPr lang="en-GB" sz="1200" dirty="0"/>
                <a:t>10,43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99362F0-D047-3D5F-8ED8-4C5B206F4AF3}"/>
              </a:ext>
            </a:extLst>
          </p:cNvPr>
          <p:cNvGrpSpPr/>
          <p:nvPr/>
        </p:nvGrpSpPr>
        <p:grpSpPr>
          <a:xfrm>
            <a:off x="5247574" y="4871210"/>
            <a:ext cx="1898885" cy="647488"/>
            <a:chOff x="2771074" y="2089910"/>
            <a:chExt cx="1898885" cy="647488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0A38F43-8685-179E-5392-4B7221CDC4F3}"/>
                </a:ext>
              </a:extLst>
            </p:cNvPr>
            <p:cNvSpPr txBox="1"/>
            <p:nvPr/>
          </p:nvSpPr>
          <p:spPr>
            <a:xfrm>
              <a:off x="3723867" y="2162206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Анара</a:t>
              </a:r>
              <a:endParaRPr lang="en-GB" sz="1200" dirty="0"/>
            </a:p>
            <a:p>
              <a:pPr algn="ctr"/>
              <a:r>
                <a:rPr lang="en-GB" sz="1200" dirty="0"/>
                <a:t>10,5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E832647D-1C10-9C89-B34F-ED296B7A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1074" y="2089910"/>
              <a:ext cx="928090" cy="647488"/>
            </a:xfrm>
            <a:prstGeom prst="rect">
              <a:avLst/>
            </a:prstGeom>
          </p:spPr>
        </p:pic>
      </p:grp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7FBF5490-7DC9-912B-3142-B91C4B36BBEE}"/>
              </a:ext>
            </a:extLst>
          </p:cNvPr>
          <p:cNvSpPr/>
          <p:nvPr/>
        </p:nvSpPr>
        <p:spPr>
          <a:xfrm>
            <a:off x="5008245" y="7620"/>
            <a:ext cx="4877888" cy="6738258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2D9EA97-AEF0-2E89-755A-3DF7723D863A}"/>
              </a:ext>
            </a:extLst>
          </p:cNvPr>
          <p:cNvSpPr txBox="1"/>
          <p:nvPr/>
        </p:nvSpPr>
        <p:spPr>
          <a:xfrm>
            <a:off x="6259007" y="333521"/>
            <a:ext cx="3191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Жөө күлүктөрдү эң ылдамдан эң жайга чейин</a:t>
            </a:r>
          </a:p>
          <a:p>
            <a:pPr algn="ctr"/>
            <a:r>
              <a:rPr lang="ky-KG" sz="1200" dirty="0"/>
              <a:t> тизмелеңиз.</a:t>
            </a:r>
            <a:endParaRPr lang="en-GB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5DA37DA-ECF6-37B8-721C-715A15A151C5}"/>
              </a:ext>
            </a:extLst>
          </p:cNvPr>
          <p:cNvSpPr txBox="1"/>
          <p:nvPr/>
        </p:nvSpPr>
        <p:spPr>
          <a:xfrm>
            <a:off x="5051541" y="30849"/>
            <a:ext cx="1589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100 метр жарыш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8BA1F132-EEFF-8B89-9E54-8960D3EBC0C3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84" y="304801"/>
            <a:ext cx="695576" cy="560822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6DEDA1AB-9227-95F9-6150-BF1C2665B1E1}"/>
              </a:ext>
            </a:extLst>
          </p:cNvPr>
          <p:cNvSpPr txBox="1"/>
          <p:nvPr/>
        </p:nvSpPr>
        <p:spPr>
          <a:xfrm>
            <a:off x="6660925" y="-28273"/>
            <a:ext cx="2040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/>
              <a:t>Ылдам                        Жай</a:t>
            </a:r>
            <a:endParaRPr lang="en-GB" sz="1400" b="1" dirty="0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860839E-296A-0C55-5CCB-FEDE4872503B}"/>
              </a:ext>
            </a:extLst>
          </p:cNvPr>
          <p:cNvCxnSpPr>
            <a:cxnSpLocks/>
          </p:cNvCxnSpPr>
          <p:nvPr/>
        </p:nvCxnSpPr>
        <p:spPr>
          <a:xfrm>
            <a:off x="7509459" y="112122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6AE94B6-7167-ACEF-FD4F-A438B4F1FE5D}"/>
              </a:ext>
            </a:extLst>
          </p:cNvPr>
          <p:cNvGrpSpPr/>
          <p:nvPr/>
        </p:nvGrpSpPr>
        <p:grpSpPr>
          <a:xfrm>
            <a:off x="3084687" y="2400384"/>
            <a:ext cx="1467014" cy="549836"/>
            <a:chOff x="2994781" y="6168105"/>
            <a:chExt cx="1467014" cy="549836"/>
          </a:xfrm>
        </p:grpSpPr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67C5C74B-388D-3407-18B3-B76D26833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4781" y="6168105"/>
              <a:ext cx="480677" cy="549836"/>
            </a:xfrm>
            <a:prstGeom prst="rect">
              <a:avLst/>
            </a:prstGeom>
          </p:spPr>
        </p:pic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2E59B22-8EEE-1438-4A4B-DA92B489782B}"/>
                </a:ext>
              </a:extLst>
            </p:cNvPr>
            <p:cNvSpPr txBox="1"/>
            <p:nvPr/>
          </p:nvSpPr>
          <p:spPr>
            <a:xfrm>
              <a:off x="3515703" y="6221934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Канат</a:t>
              </a:r>
              <a:endParaRPr lang="en-GB" sz="1200" dirty="0"/>
            </a:p>
            <a:p>
              <a:pPr algn="ctr"/>
              <a:r>
                <a:rPr lang="en-GB" sz="1200" dirty="0"/>
                <a:t>10,6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4D10C7D-97AF-76FF-D326-CF074992A5CC}"/>
              </a:ext>
            </a:extLst>
          </p:cNvPr>
          <p:cNvGrpSpPr/>
          <p:nvPr/>
        </p:nvGrpSpPr>
        <p:grpSpPr>
          <a:xfrm>
            <a:off x="504806" y="3494394"/>
            <a:ext cx="1594390" cy="583202"/>
            <a:chOff x="548250" y="3118740"/>
            <a:chExt cx="1594390" cy="583202"/>
          </a:xfrm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713D7B6-10F7-AC66-F7F5-618CD9881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250" y="3118740"/>
              <a:ext cx="463828" cy="583202"/>
            </a:xfrm>
            <a:prstGeom prst="rect">
              <a:avLst/>
            </a:prstGeom>
          </p:spPr>
        </p:pic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9C1FD49-BD2B-0EDD-6DD5-DB4C1B1DCF80}"/>
                </a:ext>
              </a:extLst>
            </p:cNvPr>
            <p:cNvSpPr txBox="1"/>
            <p:nvPr/>
          </p:nvSpPr>
          <p:spPr>
            <a:xfrm>
              <a:off x="1039453" y="3178726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Карабала</a:t>
              </a:r>
              <a:endParaRPr lang="en-GB" sz="1200" dirty="0"/>
            </a:p>
            <a:p>
              <a:pPr algn="ctr"/>
              <a:r>
                <a:rPr lang="en-GB" sz="1200" dirty="0"/>
                <a:t>10,109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EC35697-32E2-217D-BEE9-B62E0B690DCC}"/>
              </a:ext>
            </a:extLst>
          </p:cNvPr>
          <p:cNvGrpSpPr/>
          <p:nvPr/>
        </p:nvGrpSpPr>
        <p:grpSpPr>
          <a:xfrm>
            <a:off x="3072155" y="3363415"/>
            <a:ext cx="1706083" cy="526420"/>
            <a:chOff x="2978695" y="3199155"/>
            <a:chExt cx="1706083" cy="526420"/>
          </a:xfrm>
        </p:grpSpPr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B16FE3C-D18E-2FE0-4AD7-F5A352DE9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8695" y="3199155"/>
              <a:ext cx="512848" cy="526420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4BEE8AA-8AD4-CD4A-C484-B51B18140AAF}"/>
                </a:ext>
              </a:extLst>
            </p:cNvPr>
            <p:cNvSpPr txBox="1"/>
            <p:nvPr/>
          </p:nvSpPr>
          <p:spPr>
            <a:xfrm>
              <a:off x="3581591" y="3257408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Акылай</a:t>
              </a:r>
              <a:endParaRPr lang="en-GB" sz="1200" dirty="0"/>
            </a:p>
            <a:p>
              <a:pPr algn="ctr"/>
              <a:r>
                <a:rPr lang="en-GB" sz="1200" dirty="0"/>
                <a:t>10,507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B4B3770-A28F-C366-EBA8-1156FC6CA389}"/>
              </a:ext>
            </a:extLst>
          </p:cNvPr>
          <p:cNvGrpSpPr/>
          <p:nvPr/>
        </p:nvGrpSpPr>
        <p:grpSpPr>
          <a:xfrm>
            <a:off x="2481917" y="4241550"/>
            <a:ext cx="1619783" cy="539824"/>
            <a:chOff x="544161" y="1075071"/>
            <a:chExt cx="1619783" cy="539824"/>
          </a:xfrm>
        </p:grpSpPr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AC4966C3-E19D-C6C1-823F-0E02132C3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161" y="1075071"/>
              <a:ext cx="472007" cy="539824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B1D8FA5-584A-BB0C-D503-B19BC27FD8C4}"/>
                </a:ext>
              </a:extLst>
            </p:cNvPr>
            <p:cNvSpPr txBox="1"/>
            <p:nvPr/>
          </p:nvSpPr>
          <p:spPr>
            <a:xfrm>
              <a:off x="1060757" y="1133794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Акылбек</a:t>
              </a:r>
              <a:endParaRPr lang="en-GB" sz="1200" dirty="0"/>
            </a:p>
            <a:p>
              <a:pPr algn="ctr"/>
              <a:r>
                <a:rPr lang="en-GB" sz="1200" dirty="0"/>
                <a:t>10,087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BF393C5-B6BA-7139-475E-FE9D037C8AAC}"/>
              </a:ext>
            </a:extLst>
          </p:cNvPr>
          <p:cNvGrpSpPr/>
          <p:nvPr/>
        </p:nvGrpSpPr>
        <p:grpSpPr>
          <a:xfrm>
            <a:off x="293875" y="1064083"/>
            <a:ext cx="1693793" cy="511335"/>
            <a:chOff x="2994794" y="4165054"/>
            <a:chExt cx="1693793" cy="51133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F455840-A3AE-8E47-A020-B9CAB7E65479}"/>
                </a:ext>
              </a:extLst>
            </p:cNvPr>
            <p:cNvSpPr txBox="1"/>
            <p:nvPr/>
          </p:nvSpPr>
          <p:spPr>
            <a:xfrm>
              <a:off x="3585400" y="4165054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Даку</a:t>
              </a:r>
            </a:p>
            <a:p>
              <a:pPr algn="ctr"/>
              <a:r>
                <a:rPr lang="ky-KG" sz="1200" dirty="0"/>
                <a:t>10,518 секунд</a:t>
              </a:r>
              <a:endParaRPr lang="en-GB" sz="1200" dirty="0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AAAAA082-266A-E665-39D7-12BBCA3EE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4794" y="4187332"/>
              <a:ext cx="480651" cy="489057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FFA24DE-B061-543A-93AE-754BAED5FD6A}"/>
              </a:ext>
            </a:extLst>
          </p:cNvPr>
          <p:cNvGrpSpPr/>
          <p:nvPr/>
        </p:nvGrpSpPr>
        <p:grpSpPr>
          <a:xfrm>
            <a:off x="670273" y="5990050"/>
            <a:ext cx="1746231" cy="568202"/>
            <a:chOff x="2894942" y="5138146"/>
            <a:chExt cx="1746231" cy="568202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67BBF9B-4668-FAB4-52C8-CF7C1715411F}"/>
                </a:ext>
              </a:extLst>
            </p:cNvPr>
            <p:cNvSpPr txBox="1"/>
            <p:nvPr/>
          </p:nvSpPr>
          <p:spPr>
            <a:xfrm>
              <a:off x="3616534" y="5160156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Айжан</a:t>
              </a:r>
              <a:endParaRPr lang="en-GB" sz="1200" dirty="0"/>
            </a:p>
            <a:p>
              <a:pPr algn="ctr"/>
              <a:r>
                <a:rPr lang="en-GB" sz="1200" dirty="0"/>
                <a:t>10,54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AB50D22C-7596-C088-13BA-3357CB058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4942" y="5138146"/>
              <a:ext cx="680354" cy="568202"/>
            </a:xfrm>
            <a:prstGeom prst="rect">
              <a:avLst/>
            </a:prstGeom>
          </p:spPr>
        </p:pic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A0F6FF7-7FBA-A9BB-41E6-CB1E466E564C}"/>
              </a:ext>
            </a:extLst>
          </p:cNvPr>
          <p:cNvGrpSpPr/>
          <p:nvPr/>
        </p:nvGrpSpPr>
        <p:grpSpPr>
          <a:xfrm>
            <a:off x="381282" y="2610234"/>
            <a:ext cx="1568535" cy="497298"/>
            <a:chOff x="539026" y="4139580"/>
            <a:chExt cx="1568535" cy="497298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D247F75-BB45-A9EC-71DB-6607ACAD0635}"/>
                </a:ext>
              </a:extLst>
            </p:cNvPr>
            <p:cNvSpPr txBox="1"/>
            <p:nvPr/>
          </p:nvSpPr>
          <p:spPr>
            <a:xfrm>
              <a:off x="1161469" y="4175213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Актан</a:t>
              </a:r>
              <a:endParaRPr lang="en-GB" sz="1200" dirty="0"/>
            </a:p>
            <a:p>
              <a:pPr algn="ctr"/>
              <a:r>
                <a:rPr lang="en-GB" sz="1200" dirty="0"/>
                <a:t>10,4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B4ABBA36-66F2-E9A5-25E3-E49D5A7FD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026" y="4139580"/>
              <a:ext cx="482277" cy="491101"/>
            </a:xfrm>
            <a:prstGeom prst="rect">
              <a:avLst/>
            </a:prstGeom>
          </p:spPr>
        </p:pic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747C01B-FA8F-7043-C618-31A75E491FC4}"/>
              </a:ext>
            </a:extLst>
          </p:cNvPr>
          <p:cNvGrpSpPr/>
          <p:nvPr/>
        </p:nvGrpSpPr>
        <p:grpSpPr>
          <a:xfrm>
            <a:off x="2990496" y="6158348"/>
            <a:ext cx="1765654" cy="526047"/>
            <a:chOff x="452665" y="5068319"/>
            <a:chExt cx="1765654" cy="526047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018171B6-F723-796B-AEF4-9CEAA988941E}"/>
                </a:ext>
              </a:extLst>
            </p:cNvPr>
            <p:cNvSpPr txBox="1"/>
            <p:nvPr/>
          </p:nvSpPr>
          <p:spPr>
            <a:xfrm>
              <a:off x="1115132" y="5104507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Айдана</a:t>
              </a:r>
              <a:endParaRPr lang="en-GB" sz="1200" dirty="0"/>
            </a:p>
            <a:p>
              <a:pPr algn="ctr"/>
              <a:r>
                <a:rPr lang="en-GB" sz="1200" dirty="0"/>
                <a:t>10,419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DB3FF3A8-5050-580E-FC20-C204146AB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665" y="5068319"/>
              <a:ext cx="654999" cy="526047"/>
            </a:xfrm>
            <a:prstGeom prst="rect">
              <a:avLst/>
            </a:prstGeom>
          </p:spPr>
        </p:pic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5733A19-2217-7696-ABF6-31E76DD37723}"/>
              </a:ext>
            </a:extLst>
          </p:cNvPr>
          <p:cNvGrpSpPr/>
          <p:nvPr/>
        </p:nvGrpSpPr>
        <p:grpSpPr>
          <a:xfrm>
            <a:off x="2838369" y="5167726"/>
            <a:ext cx="1628532" cy="522178"/>
            <a:chOff x="3015163" y="1124947"/>
            <a:chExt cx="1628532" cy="522178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442CECB-AE1E-6A6E-D353-2EC845C1F392}"/>
                </a:ext>
              </a:extLst>
            </p:cNvPr>
            <p:cNvSpPr txBox="1"/>
            <p:nvPr/>
          </p:nvSpPr>
          <p:spPr>
            <a:xfrm>
              <a:off x="3461961" y="1185460"/>
              <a:ext cx="1181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Улан</a:t>
              </a:r>
              <a:endParaRPr lang="en-GB" sz="1200" dirty="0"/>
            </a:p>
            <a:p>
              <a:pPr algn="ctr"/>
              <a:r>
                <a:rPr lang="en-GB" sz="1200" dirty="0"/>
                <a:t>10,4417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39C73EFD-BF6A-4A33-90E8-BABD3EFEF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163" y="1124947"/>
              <a:ext cx="439912" cy="503206"/>
            </a:xfrm>
            <a:prstGeom prst="rect">
              <a:avLst/>
            </a:prstGeom>
          </p:spPr>
        </p:pic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475BBDD-B2DB-53A1-DAB0-C536C4155F27}"/>
              </a:ext>
            </a:extLst>
          </p:cNvPr>
          <p:cNvGrpSpPr/>
          <p:nvPr/>
        </p:nvGrpSpPr>
        <p:grpSpPr>
          <a:xfrm>
            <a:off x="2868889" y="837512"/>
            <a:ext cx="1795710" cy="628569"/>
            <a:chOff x="378683" y="2052533"/>
            <a:chExt cx="1795710" cy="628569"/>
          </a:xfrm>
        </p:grpSpPr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B6B887BC-0F5D-B16F-6CC7-797E4484E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683" y="2052533"/>
              <a:ext cx="802963" cy="628569"/>
            </a:xfrm>
            <a:prstGeom prst="rect">
              <a:avLst/>
            </a:prstGeom>
          </p:spPr>
        </p:pic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932A9D28-57B6-80C3-F553-FFBB14858E12}"/>
                </a:ext>
              </a:extLst>
            </p:cNvPr>
            <p:cNvSpPr txBox="1"/>
            <p:nvPr/>
          </p:nvSpPr>
          <p:spPr>
            <a:xfrm>
              <a:off x="1228301" y="2097415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Жаку</a:t>
              </a:r>
              <a:endParaRPr lang="en-GB" sz="1200" dirty="0"/>
            </a:p>
            <a:p>
              <a:pPr algn="ctr"/>
              <a:r>
                <a:rPr lang="en-GB" sz="1200" dirty="0"/>
                <a:t>10,1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684C1E3-EBF7-DD1A-FB5D-07185C10B4B4}"/>
              </a:ext>
            </a:extLst>
          </p:cNvPr>
          <p:cNvGrpSpPr/>
          <p:nvPr/>
        </p:nvGrpSpPr>
        <p:grpSpPr>
          <a:xfrm>
            <a:off x="1664621" y="1654610"/>
            <a:ext cx="1648957" cy="636061"/>
            <a:chOff x="497167" y="6032004"/>
            <a:chExt cx="1648957" cy="636061"/>
          </a:xfrm>
        </p:grpSpPr>
        <p:pic>
          <p:nvPicPr>
            <p:cNvPr id="159" name="Picture 158">
              <a:extLst>
                <a:ext uri="{FF2B5EF4-FFF2-40B4-BE49-F238E27FC236}">
                  <a16:creationId xmlns:a16="http://schemas.microsoft.com/office/drawing/2014/main" id="{688036D0-0953-A335-F357-F4D11B85B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167" y="6032004"/>
              <a:ext cx="565995" cy="636061"/>
            </a:xfrm>
            <a:prstGeom prst="rect">
              <a:avLst/>
            </a:prstGeom>
          </p:spPr>
        </p:pic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3AEF1FF8-138B-280A-63CD-7945FF86158B}"/>
                </a:ext>
              </a:extLst>
            </p:cNvPr>
            <p:cNvSpPr txBox="1"/>
            <p:nvPr/>
          </p:nvSpPr>
          <p:spPr>
            <a:xfrm>
              <a:off x="1121485" y="6091681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Тику</a:t>
              </a:r>
              <a:endParaRPr lang="en-GB" sz="1200" dirty="0"/>
            </a:p>
            <a:p>
              <a:pPr algn="ctr"/>
              <a:r>
                <a:rPr lang="en-GB" sz="1200" dirty="0"/>
                <a:t>10,43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91ED688-12BC-81E3-9C7D-12A2CB42AA59}"/>
              </a:ext>
            </a:extLst>
          </p:cNvPr>
          <p:cNvGrpSpPr/>
          <p:nvPr/>
        </p:nvGrpSpPr>
        <p:grpSpPr>
          <a:xfrm>
            <a:off x="289230" y="4894439"/>
            <a:ext cx="1898885" cy="647488"/>
            <a:chOff x="2771074" y="2089910"/>
            <a:chExt cx="1898885" cy="647488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1C1F7231-1EE3-D88D-37E0-818D284A7018}"/>
                </a:ext>
              </a:extLst>
            </p:cNvPr>
            <p:cNvSpPr txBox="1"/>
            <p:nvPr/>
          </p:nvSpPr>
          <p:spPr>
            <a:xfrm>
              <a:off x="3723867" y="2162206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Анара</a:t>
              </a:r>
              <a:endParaRPr lang="en-GB" sz="1200" dirty="0"/>
            </a:p>
            <a:p>
              <a:pPr algn="ctr"/>
              <a:r>
                <a:rPr lang="en-GB" sz="1200" dirty="0"/>
                <a:t>10,5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63" name="Picture 162">
              <a:extLst>
                <a:ext uri="{FF2B5EF4-FFF2-40B4-BE49-F238E27FC236}">
                  <a16:creationId xmlns:a16="http://schemas.microsoft.com/office/drawing/2014/main" id="{E20881C7-88C0-F166-8624-F489311AD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1074" y="2089910"/>
              <a:ext cx="928090" cy="647488"/>
            </a:xfrm>
            <a:prstGeom prst="rect">
              <a:avLst/>
            </a:prstGeom>
          </p:spPr>
        </p:pic>
      </p:grp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31436157-FB92-CB96-8101-540C985A8EA8}"/>
              </a:ext>
            </a:extLst>
          </p:cNvPr>
          <p:cNvSpPr/>
          <p:nvPr/>
        </p:nvSpPr>
        <p:spPr>
          <a:xfrm>
            <a:off x="49900" y="30849"/>
            <a:ext cx="4918099" cy="669180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04AAC54-A152-73F7-F83C-46468553B0AD}"/>
              </a:ext>
            </a:extLst>
          </p:cNvPr>
          <p:cNvSpPr txBox="1"/>
          <p:nvPr/>
        </p:nvSpPr>
        <p:spPr>
          <a:xfrm>
            <a:off x="1300663" y="356750"/>
            <a:ext cx="3191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Жөө күлүктөрдү эң ылдамдан эң жайга чейин</a:t>
            </a:r>
          </a:p>
          <a:p>
            <a:pPr algn="ctr"/>
            <a:r>
              <a:rPr lang="ky-KG" sz="1200" dirty="0"/>
              <a:t> тизмелеңиз.</a:t>
            </a:r>
            <a:endParaRPr lang="en-GB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117E224-B16E-F61F-3210-A82F1357FCFE}"/>
              </a:ext>
            </a:extLst>
          </p:cNvPr>
          <p:cNvSpPr txBox="1"/>
          <p:nvPr/>
        </p:nvSpPr>
        <p:spPr>
          <a:xfrm>
            <a:off x="93197" y="54078"/>
            <a:ext cx="1589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100 метр жарыш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3F1310E7-CE43-23E0-8644-5C5FAE34A16E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0" y="328030"/>
            <a:ext cx="695576" cy="560822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C084F6F4-30AD-61DB-0040-90A87B286E92}"/>
              </a:ext>
            </a:extLst>
          </p:cNvPr>
          <p:cNvSpPr txBox="1"/>
          <p:nvPr/>
        </p:nvSpPr>
        <p:spPr>
          <a:xfrm>
            <a:off x="1702581" y="-5044"/>
            <a:ext cx="2040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/>
              <a:t>Ылдам                        Жай</a:t>
            </a:r>
            <a:endParaRPr lang="en-GB" sz="1400" b="1" dirty="0"/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6862FD9-2705-338A-3240-6EA0BEB4E168}"/>
              </a:ext>
            </a:extLst>
          </p:cNvPr>
          <p:cNvCxnSpPr>
            <a:cxnSpLocks/>
          </p:cNvCxnSpPr>
          <p:nvPr/>
        </p:nvCxnSpPr>
        <p:spPr>
          <a:xfrm>
            <a:off x="2551115" y="135351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939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CA4938-0CAE-B12B-F584-9D094EFE98B0}"/>
              </a:ext>
            </a:extLst>
          </p:cNvPr>
          <p:cNvGrpSpPr/>
          <p:nvPr/>
        </p:nvGrpSpPr>
        <p:grpSpPr>
          <a:xfrm>
            <a:off x="6432047" y="5186079"/>
            <a:ext cx="1357367" cy="549836"/>
            <a:chOff x="488447" y="1099854"/>
            <a:chExt cx="1357367" cy="54983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479E928-67A0-39B2-5A70-910624D35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447" y="1099854"/>
              <a:ext cx="480677" cy="54983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F04E34-8C30-D4EF-8ED4-179CCF2E6B7E}"/>
                </a:ext>
              </a:extLst>
            </p:cNvPr>
            <p:cNvSpPr txBox="1"/>
            <p:nvPr/>
          </p:nvSpPr>
          <p:spPr>
            <a:xfrm>
              <a:off x="978269" y="1157232"/>
              <a:ext cx="867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Фархат</a:t>
              </a:r>
              <a:endParaRPr lang="en-GB" sz="1200" dirty="0"/>
            </a:p>
            <a:p>
              <a:pPr algn="ctr"/>
              <a:r>
                <a:rPr lang="en-GB" sz="1200" dirty="0"/>
                <a:t>7,1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DE8408-15A0-6219-D9B0-9D5BAF4940C0}"/>
              </a:ext>
            </a:extLst>
          </p:cNvPr>
          <p:cNvGrpSpPr/>
          <p:nvPr/>
        </p:nvGrpSpPr>
        <p:grpSpPr>
          <a:xfrm>
            <a:off x="8002571" y="750693"/>
            <a:ext cx="1450375" cy="583202"/>
            <a:chOff x="2840021" y="1055493"/>
            <a:chExt cx="1450375" cy="58320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E5B43CB-8759-31AB-8A0F-2DF4ACFA9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0021" y="1055493"/>
              <a:ext cx="463828" cy="58320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C1F4A8-2AD5-6192-A722-D9C9F78C1332}"/>
                </a:ext>
              </a:extLst>
            </p:cNvPr>
            <p:cNvSpPr txBox="1"/>
            <p:nvPr/>
          </p:nvSpPr>
          <p:spPr>
            <a:xfrm>
              <a:off x="3265757" y="1123791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Максат</a:t>
              </a:r>
              <a:endParaRPr lang="en-GB" sz="1200" dirty="0"/>
            </a:p>
            <a:p>
              <a:pPr algn="ctr"/>
              <a:r>
                <a:rPr lang="en-GB" sz="1200" dirty="0"/>
                <a:t>7,121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6E776C-2B2F-5289-ADAA-DF04655915D3}"/>
              </a:ext>
            </a:extLst>
          </p:cNvPr>
          <p:cNvGrpSpPr/>
          <p:nvPr/>
        </p:nvGrpSpPr>
        <p:grpSpPr>
          <a:xfrm>
            <a:off x="7969781" y="2579125"/>
            <a:ext cx="1536126" cy="526420"/>
            <a:chOff x="2873906" y="5970025"/>
            <a:chExt cx="1536126" cy="52642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E6F2C7-44F0-6A32-D011-E8A39CDD3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3906" y="5970025"/>
              <a:ext cx="512848" cy="52642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E531728-AB52-9898-3E34-9DBEF9F4CA38}"/>
                </a:ext>
              </a:extLst>
            </p:cNvPr>
            <p:cNvSpPr txBox="1"/>
            <p:nvPr/>
          </p:nvSpPr>
          <p:spPr>
            <a:xfrm>
              <a:off x="3463940" y="6027783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Аку</a:t>
              </a:r>
              <a:endParaRPr lang="en-GB" sz="1200" dirty="0"/>
            </a:p>
            <a:p>
              <a:pPr algn="ctr"/>
              <a:r>
                <a:rPr lang="en-GB" sz="1200" dirty="0"/>
                <a:t>7,21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C770E6-51EE-78A7-CFC2-83FE482B7BE0}"/>
              </a:ext>
            </a:extLst>
          </p:cNvPr>
          <p:cNvGrpSpPr/>
          <p:nvPr/>
        </p:nvGrpSpPr>
        <p:grpSpPr>
          <a:xfrm>
            <a:off x="5675627" y="3300129"/>
            <a:ext cx="1605865" cy="539824"/>
            <a:chOff x="494027" y="5995704"/>
            <a:chExt cx="1605865" cy="53982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8AAB15C-2FF0-8B4F-9E36-C450757CB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027" y="5995704"/>
              <a:ext cx="472007" cy="53982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2D66046-4CA0-5B3A-36EE-254AEC7730BE}"/>
                </a:ext>
              </a:extLst>
            </p:cNvPr>
            <p:cNvSpPr txBox="1"/>
            <p:nvPr/>
          </p:nvSpPr>
          <p:spPr>
            <a:xfrm>
              <a:off x="996705" y="6012863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Айбек</a:t>
              </a:r>
              <a:endParaRPr lang="en-GB" sz="1200" dirty="0"/>
            </a:p>
            <a:p>
              <a:pPr algn="ctr"/>
              <a:r>
                <a:rPr lang="en-GB" sz="1200" dirty="0"/>
                <a:t>7,1205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42F71C-30C8-12B8-BA9E-7A413DADC8A2}"/>
              </a:ext>
            </a:extLst>
          </p:cNvPr>
          <p:cNvGrpSpPr/>
          <p:nvPr/>
        </p:nvGrpSpPr>
        <p:grpSpPr>
          <a:xfrm>
            <a:off x="5260485" y="4280442"/>
            <a:ext cx="1499460" cy="529100"/>
            <a:chOff x="488460" y="3985167"/>
            <a:chExt cx="1499460" cy="52910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1AA8D8A-7844-C1D7-F2BE-A30D3E61C9A4}"/>
                </a:ext>
              </a:extLst>
            </p:cNvPr>
            <p:cNvSpPr txBox="1"/>
            <p:nvPr/>
          </p:nvSpPr>
          <p:spPr>
            <a:xfrm>
              <a:off x="963281" y="405260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Тимур</a:t>
              </a:r>
              <a:endParaRPr lang="en-GB" sz="1200" dirty="0"/>
            </a:p>
            <a:p>
              <a:pPr algn="ctr"/>
              <a:r>
                <a:rPr lang="en-GB" sz="1200" dirty="0"/>
                <a:t>7,108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CE48B89-B202-0E58-9DE5-5D3539AA7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460" y="3985167"/>
              <a:ext cx="480651" cy="489057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E4FE5B-8085-3857-628C-787161F3AC13}"/>
              </a:ext>
            </a:extLst>
          </p:cNvPr>
          <p:cNvGrpSpPr/>
          <p:nvPr/>
        </p:nvGrpSpPr>
        <p:grpSpPr>
          <a:xfrm>
            <a:off x="5389233" y="6109782"/>
            <a:ext cx="1506004" cy="587037"/>
            <a:chOff x="388608" y="4909632"/>
            <a:chExt cx="1506004" cy="58703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B7FD906-DBA8-0369-18DB-B1459F528CC9}"/>
                </a:ext>
              </a:extLst>
            </p:cNvPr>
            <p:cNvSpPr txBox="1"/>
            <p:nvPr/>
          </p:nvSpPr>
          <p:spPr>
            <a:xfrm>
              <a:off x="948520" y="5035004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Акылай</a:t>
              </a:r>
              <a:endParaRPr lang="en-GB" sz="1200" dirty="0"/>
            </a:p>
            <a:p>
              <a:pPr algn="ctr"/>
              <a:r>
                <a:rPr lang="en-GB" sz="1200" dirty="0"/>
                <a:t>7,12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AC20E52C-20B3-CE11-FE20-B93B9D2E2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08" y="4909632"/>
              <a:ext cx="680354" cy="568202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96049D2-0A2D-5D91-EA24-E0A567749A1B}"/>
              </a:ext>
            </a:extLst>
          </p:cNvPr>
          <p:cNvGrpSpPr/>
          <p:nvPr/>
        </p:nvGrpSpPr>
        <p:grpSpPr>
          <a:xfrm>
            <a:off x="7623117" y="3612911"/>
            <a:ext cx="1546085" cy="491101"/>
            <a:chOff x="2889192" y="4060586"/>
            <a:chExt cx="1546085" cy="491101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0DB2367-F5FE-1E4B-2253-C10D8FB8A171}"/>
                </a:ext>
              </a:extLst>
            </p:cNvPr>
            <p:cNvSpPr txBox="1"/>
            <p:nvPr/>
          </p:nvSpPr>
          <p:spPr>
            <a:xfrm>
              <a:off x="3410638" y="4063785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Алмаз</a:t>
              </a:r>
              <a:endParaRPr lang="en-GB" sz="1200" dirty="0"/>
            </a:p>
            <a:p>
              <a:pPr algn="ctr"/>
              <a:r>
                <a:rPr lang="en-GB" sz="1200" dirty="0"/>
                <a:t>7,126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021A2A74-8364-CE4B-E2B3-512512479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9192" y="4060586"/>
              <a:ext cx="482277" cy="491101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E8E5CCC-7763-91E3-2C34-7B7B5244E798}"/>
              </a:ext>
            </a:extLst>
          </p:cNvPr>
          <p:cNvGrpSpPr/>
          <p:nvPr/>
        </p:nvGrpSpPr>
        <p:grpSpPr>
          <a:xfrm>
            <a:off x="8002236" y="4666373"/>
            <a:ext cx="1615396" cy="547011"/>
            <a:chOff x="401286" y="2085098"/>
            <a:chExt cx="1615396" cy="547011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AF4B267-4FE9-1E9E-A174-7AE74117FA13}"/>
                </a:ext>
              </a:extLst>
            </p:cNvPr>
            <p:cNvSpPr txBox="1"/>
            <p:nvPr/>
          </p:nvSpPr>
          <p:spPr>
            <a:xfrm>
              <a:off x="992043" y="2170444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Маку</a:t>
              </a:r>
              <a:endParaRPr lang="en-GB" sz="1200" dirty="0"/>
            </a:p>
            <a:p>
              <a:pPr algn="ctr"/>
              <a:r>
                <a:rPr lang="en-GB" sz="1200" dirty="0"/>
                <a:t>7,103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4A31AED1-CA39-601E-4937-044A458A4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286" y="2085098"/>
              <a:ext cx="654999" cy="526047"/>
            </a:xfrm>
            <a:prstGeom prst="rect">
              <a:avLst/>
            </a:prstGeom>
          </p:spPr>
        </p:pic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0EAC7A5-1D8B-E242-2F36-4D59B9F1F7DC}"/>
              </a:ext>
            </a:extLst>
          </p:cNvPr>
          <p:cNvGrpSpPr/>
          <p:nvPr/>
        </p:nvGrpSpPr>
        <p:grpSpPr>
          <a:xfrm>
            <a:off x="5395154" y="1008203"/>
            <a:ext cx="1486885" cy="503206"/>
            <a:chOff x="508829" y="3046553"/>
            <a:chExt cx="1486885" cy="503206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A495E5C-9327-0092-EAE6-82C6630EFA5D}"/>
                </a:ext>
              </a:extLst>
            </p:cNvPr>
            <p:cNvSpPr txBox="1"/>
            <p:nvPr/>
          </p:nvSpPr>
          <p:spPr>
            <a:xfrm>
              <a:off x="971075" y="308598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Риддин</a:t>
              </a:r>
              <a:endParaRPr lang="en-GB" sz="1200" dirty="0"/>
            </a:p>
            <a:p>
              <a:pPr algn="ctr"/>
              <a:r>
                <a:rPr lang="en-GB" sz="1200" dirty="0"/>
                <a:t>7,105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B01B4000-67ED-80FD-5FA1-9913A7E38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829" y="3046553"/>
              <a:ext cx="439912" cy="503206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B5E6411-FB25-1AAB-D95A-7648D56F2EAD}"/>
              </a:ext>
            </a:extLst>
          </p:cNvPr>
          <p:cNvGrpSpPr/>
          <p:nvPr/>
        </p:nvGrpSpPr>
        <p:grpSpPr>
          <a:xfrm>
            <a:off x="7205599" y="1665466"/>
            <a:ext cx="1929084" cy="628569"/>
            <a:chOff x="2728849" y="3046591"/>
            <a:chExt cx="1929084" cy="628569"/>
          </a:xfrm>
        </p:grpSpPr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0C8CE998-DAFE-F0B1-85E5-701A8A5D8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8849" y="3046591"/>
              <a:ext cx="802963" cy="628569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6685B50-0CED-86C8-4695-A8FC39F6EAFB}"/>
                </a:ext>
              </a:extLst>
            </p:cNvPr>
            <p:cNvSpPr txBox="1"/>
            <p:nvPr/>
          </p:nvSpPr>
          <p:spPr>
            <a:xfrm>
              <a:off x="3554746" y="3143475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Айдан</a:t>
              </a:r>
              <a:endParaRPr lang="en-GB" sz="1200" dirty="0"/>
            </a:p>
            <a:p>
              <a:pPr algn="ctr"/>
              <a:r>
                <a:rPr lang="en-GB" sz="1200" dirty="0"/>
                <a:t>7,1253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3F0011D-9FD7-0303-1AD6-C3E2E7372707}"/>
              </a:ext>
            </a:extLst>
          </p:cNvPr>
          <p:cNvGrpSpPr/>
          <p:nvPr/>
        </p:nvGrpSpPr>
        <p:grpSpPr>
          <a:xfrm>
            <a:off x="8000358" y="5958929"/>
            <a:ext cx="1617268" cy="636061"/>
            <a:chOff x="2847333" y="2025104"/>
            <a:chExt cx="1617268" cy="636061"/>
          </a:xfrm>
        </p:grpSpPr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4BCA3FC5-6F3E-55BD-7B83-3D69FAA69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7333" y="2025104"/>
              <a:ext cx="565995" cy="636061"/>
            </a:xfrm>
            <a:prstGeom prst="rect">
              <a:avLst/>
            </a:prstGeom>
          </p:spPr>
        </p:pic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B38CB49-E224-0A1A-03FC-A8949456704E}"/>
                </a:ext>
              </a:extLst>
            </p:cNvPr>
            <p:cNvSpPr txBox="1"/>
            <p:nvPr/>
          </p:nvSpPr>
          <p:spPr>
            <a:xfrm>
              <a:off x="3439962" y="2106365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Венера</a:t>
              </a:r>
              <a:endParaRPr lang="en-GB" sz="1200" dirty="0"/>
            </a:p>
            <a:p>
              <a:pPr algn="ctr"/>
              <a:r>
                <a:rPr lang="en-GB" sz="1200" dirty="0"/>
                <a:t>7,125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B3ED01F-C9BB-E5D0-3F61-F193F33B67E1}"/>
              </a:ext>
            </a:extLst>
          </p:cNvPr>
          <p:cNvGrpSpPr/>
          <p:nvPr/>
        </p:nvGrpSpPr>
        <p:grpSpPr>
          <a:xfrm>
            <a:off x="5257085" y="2155813"/>
            <a:ext cx="1863894" cy="647488"/>
            <a:chOff x="2666285" y="4937113"/>
            <a:chExt cx="1863894" cy="647488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4979040-B44C-B1A0-7C8C-58AC30AD0A17}"/>
                </a:ext>
              </a:extLst>
            </p:cNvPr>
            <p:cNvSpPr txBox="1"/>
            <p:nvPr/>
          </p:nvSpPr>
          <p:spPr>
            <a:xfrm>
              <a:off x="3505540" y="508775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Каныкей</a:t>
              </a:r>
              <a:endParaRPr lang="en-GB" sz="1200" dirty="0"/>
            </a:p>
            <a:p>
              <a:pPr algn="ctr"/>
              <a:r>
                <a:rPr lang="en-GB" sz="1200" dirty="0"/>
                <a:t>7,209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AD8AF582-C72A-D2FB-3D7D-C81295FFF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6285" y="4937113"/>
              <a:ext cx="928090" cy="647488"/>
            </a:xfrm>
            <a:prstGeom prst="rect">
              <a:avLst/>
            </a:prstGeom>
          </p:spPr>
        </p:pic>
      </p:grp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94865C32-5658-34BD-CF53-42E74A9791DB}"/>
              </a:ext>
            </a:extLst>
          </p:cNvPr>
          <p:cNvSpPr/>
          <p:nvPr/>
        </p:nvSpPr>
        <p:spPr>
          <a:xfrm>
            <a:off x="4998720" y="7620"/>
            <a:ext cx="4686225" cy="6813328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3075D36-EAE8-36E8-C0DC-7828483B3AA7}"/>
              </a:ext>
            </a:extLst>
          </p:cNvPr>
          <p:cNvSpPr txBox="1"/>
          <p:nvPr/>
        </p:nvSpPr>
        <p:spPr>
          <a:xfrm>
            <a:off x="4935079" y="37052"/>
            <a:ext cx="1472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60 метр жарыш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44EB805D-CC67-DC4D-BAB5-A8ACCE0C8902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659" y="304801"/>
            <a:ext cx="695576" cy="560822"/>
          </a:xfrm>
          <a:prstGeom prst="rect">
            <a:avLst/>
          </a:prstGeom>
        </p:spPr>
      </p:pic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2C70562-4E5B-7F08-DE38-AFAD15DFAF7D}"/>
              </a:ext>
            </a:extLst>
          </p:cNvPr>
          <p:cNvCxnSpPr>
            <a:cxnSpLocks/>
          </p:cNvCxnSpPr>
          <p:nvPr/>
        </p:nvCxnSpPr>
        <p:spPr>
          <a:xfrm>
            <a:off x="7499934" y="112122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74403756-0517-4B72-EDD6-504387C960FC}"/>
              </a:ext>
            </a:extLst>
          </p:cNvPr>
          <p:cNvSpPr txBox="1"/>
          <p:nvPr/>
        </p:nvSpPr>
        <p:spPr>
          <a:xfrm>
            <a:off x="6672385" y="-18818"/>
            <a:ext cx="2040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/>
              <a:t>Ылдам                        Жай</a:t>
            </a:r>
            <a:endParaRPr lang="en-GB" sz="1400" b="1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55C7EBC-C8D6-4D94-914C-10F1E42A804B}"/>
              </a:ext>
            </a:extLst>
          </p:cNvPr>
          <p:cNvSpPr txBox="1"/>
          <p:nvPr/>
        </p:nvSpPr>
        <p:spPr>
          <a:xfrm>
            <a:off x="6268917" y="304190"/>
            <a:ext cx="3191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Жөө күлүктөрдү эң ылдамдан эң жайга чейин</a:t>
            </a:r>
          </a:p>
          <a:p>
            <a:pPr algn="ctr"/>
            <a:r>
              <a:rPr lang="ky-KG" sz="1200" dirty="0"/>
              <a:t> тизмелеңиз.</a:t>
            </a:r>
            <a:endParaRPr lang="en-GB" sz="12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93CB2E0-08B8-F4E3-B3F3-C093AF784795}"/>
              </a:ext>
            </a:extLst>
          </p:cNvPr>
          <p:cNvGrpSpPr/>
          <p:nvPr/>
        </p:nvGrpSpPr>
        <p:grpSpPr>
          <a:xfrm>
            <a:off x="1514990" y="5215511"/>
            <a:ext cx="1357367" cy="549836"/>
            <a:chOff x="488447" y="1099854"/>
            <a:chExt cx="1357367" cy="549836"/>
          </a:xfrm>
        </p:grpSpPr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74E13BA5-879F-EB3F-0CCB-E71DEA7A4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447" y="1099854"/>
              <a:ext cx="480677" cy="549836"/>
            </a:xfrm>
            <a:prstGeom prst="rect">
              <a:avLst/>
            </a:prstGeom>
          </p:spPr>
        </p:pic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20C39A8-6864-4330-A52F-D37221F92724}"/>
                </a:ext>
              </a:extLst>
            </p:cNvPr>
            <p:cNvSpPr txBox="1"/>
            <p:nvPr/>
          </p:nvSpPr>
          <p:spPr>
            <a:xfrm>
              <a:off x="978269" y="1157232"/>
              <a:ext cx="867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Фархат</a:t>
              </a:r>
              <a:endParaRPr lang="en-GB" sz="1200" dirty="0"/>
            </a:p>
            <a:p>
              <a:pPr algn="ctr"/>
              <a:r>
                <a:rPr lang="en-GB" sz="1200" dirty="0"/>
                <a:t>7,1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EFFE5DC-939B-53A4-40C1-A8EFE4835AF6}"/>
              </a:ext>
            </a:extLst>
          </p:cNvPr>
          <p:cNvGrpSpPr/>
          <p:nvPr/>
        </p:nvGrpSpPr>
        <p:grpSpPr>
          <a:xfrm>
            <a:off x="3085514" y="780125"/>
            <a:ext cx="1450375" cy="583202"/>
            <a:chOff x="2840021" y="1055493"/>
            <a:chExt cx="1450375" cy="583202"/>
          </a:xfrm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FA03CA38-67ED-48B6-7B55-980984FA8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0021" y="1055493"/>
              <a:ext cx="463828" cy="583202"/>
            </a:xfrm>
            <a:prstGeom prst="rect">
              <a:avLst/>
            </a:prstGeom>
          </p:spPr>
        </p:pic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C02F76-0545-AEEE-562D-2094DB6F5EFC}"/>
                </a:ext>
              </a:extLst>
            </p:cNvPr>
            <p:cNvSpPr txBox="1"/>
            <p:nvPr/>
          </p:nvSpPr>
          <p:spPr>
            <a:xfrm>
              <a:off x="3265757" y="1123791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Максат</a:t>
              </a:r>
              <a:endParaRPr lang="en-GB" sz="1200" dirty="0"/>
            </a:p>
            <a:p>
              <a:pPr algn="ctr"/>
              <a:r>
                <a:rPr lang="en-GB" sz="1200" dirty="0"/>
                <a:t>7,121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07A7D03-56CD-8C51-3EAB-DCA7853CFA91}"/>
              </a:ext>
            </a:extLst>
          </p:cNvPr>
          <p:cNvGrpSpPr/>
          <p:nvPr/>
        </p:nvGrpSpPr>
        <p:grpSpPr>
          <a:xfrm>
            <a:off x="3052724" y="2608557"/>
            <a:ext cx="1536126" cy="526420"/>
            <a:chOff x="2873906" y="5970025"/>
            <a:chExt cx="1536126" cy="526420"/>
          </a:xfrm>
        </p:grpSpPr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DE86324E-1B82-FB11-1077-D742BBEF2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3906" y="5970025"/>
              <a:ext cx="512848" cy="526420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DD3C370-E1D5-6D7B-80E5-C149B0320013}"/>
                </a:ext>
              </a:extLst>
            </p:cNvPr>
            <p:cNvSpPr txBox="1"/>
            <p:nvPr/>
          </p:nvSpPr>
          <p:spPr>
            <a:xfrm>
              <a:off x="3463940" y="6027783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Аку</a:t>
              </a:r>
              <a:endParaRPr lang="en-GB" sz="1200" dirty="0"/>
            </a:p>
            <a:p>
              <a:pPr algn="ctr"/>
              <a:r>
                <a:rPr lang="en-GB" sz="1200" dirty="0"/>
                <a:t>7,21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DDEBFFD-A067-3A76-7B1E-049AD3FD5C0A}"/>
              </a:ext>
            </a:extLst>
          </p:cNvPr>
          <p:cNvGrpSpPr/>
          <p:nvPr/>
        </p:nvGrpSpPr>
        <p:grpSpPr>
          <a:xfrm>
            <a:off x="758570" y="3329561"/>
            <a:ext cx="1605865" cy="539824"/>
            <a:chOff x="494027" y="5995704"/>
            <a:chExt cx="1605865" cy="539824"/>
          </a:xfrm>
        </p:grpSpPr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19DC6A0F-5D40-2AB7-6C83-2870D7C44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027" y="5995704"/>
              <a:ext cx="472007" cy="539824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4E5C8EC-80FD-BE3A-01B2-619161630F2A}"/>
                </a:ext>
              </a:extLst>
            </p:cNvPr>
            <p:cNvSpPr txBox="1"/>
            <p:nvPr/>
          </p:nvSpPr>
          <p:spPr>
            <a:xfrm>
              <a:off x="996705" y="6012863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Айбек</a:t>
              </a:r>
              <a:endParaRPr lang="en-GB" sz="1200" dirty="0"/>
            </a:p>
            <a:p>
              <a:pPr algn="ctr"/>
              <a:r>
                <a:rPr lang="en-GB" sz="1200" dirty="0"/>
                <a:t>7,1205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A50879E-F91C-2DEF-F26E-F0D550AF2264}"/>
              </a:ext>
            </a:extLst>
          </p:cNvPr>
          <p:cNvGrpSpPr/>
          <p:nvPr/>
        </p:nvGrpSpPr>
        <p:grpSpPr>
          <a:xfrm>
            <a:off x="343428" y="4309874"/>
            <a:ext cx="1499460" cy="529100"/>
            <a:chOff x="488460" y="3985167"/>
            <a:chExt cx="1499460" cy="529100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520E68E-4F53-82B4-70EF-470AC456C937}"/>
                </a:ext>
              </a:extLst>
            </p:cNvPr>
            <p:cNvSpPr txBox="1"/>
            <p:nvPr/>
          </p:nvSpPr>
          <p:spPr>
            <a:xfrm>
              <a:off x="963281" y="405260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Тимур</a:t>
              </a:r>
              <a:endParaRPr lang="en-GB" sz="1200" dirty="0"/>
            </a:p>
            <a:p>
              <a:pPr algn="ctr"/>
              <a:r>
                <a:rPr lang="en-GB" sz="1200" dirty="0"/>
                <a:t>7,108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63F96B52-4B77-6402-D0EA-C0E2EF449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460" y="3985167"/>
              <a:ext cx="480651" cy="489057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ECF71A4-F8A8-323B-ACA2-868666A808BC}"/>
              </a:ext>
            </a:extLst>
          </p:cNvPr>
          <p:cNvGrpSpPr/>
          <p:nvPr/>
        </p:nvGrpSpPr>
        <p:grpSpPr>
          <a:xfrm>
            <a:off x="472176" y="6139214"/>
            <a:ext cx="1506004" cy="587037"/>
            <a:chOff x="388608" y="4909632"/>
            <a:chExt cx="1506004" cy="587037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DA42E99-5127-7A41-FF66-95CB62AAAF1D}"/>
                </a:ext>
              </a:extLst>
            </p:cNvPr>
            <p:cNvSpPr txBox="1"/>
            <p:nvPr/>
          </p:nvSpPr>
          <p:spPr>
            <a:xfrm>
              <a:off x="948520" y="5035004"/>
              <a:ext cx="946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Акылай</a:t>
              </a:r>
              <a:endParaRPr lang="en-GB" sz="1200" dirty="0"/>
            </a:p>
            <a:p>
              <a:pPr algn="ctr"/>
              <a:r>
                <a:rPr lang="en-GB" sz="1200" dirty="0"/>
                <a:t>7,12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55CC2F78-8DE0-47C1-B01A-83750E74D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grayscl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08" y="4909632"/>
              <a:ext cx="680354" cy="568202"/>
            </a:xfrm>
            <a:prstGeom prst="rect">
              <a:avLst/>
            </a:prstGeom>
          </p:spPr>
        </p:pic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C9A228B-2224-4848-AFF5-AE4D44420028}"/>
              </a:ext>
            </a:extLst>
          </p:cNvPr>
          <p:cNvGrpSpPr/>
          <p:nvPr/>
        </p:nvGrpSpPr>
        <p:grpSpPr>
          <a:xfrm>
            <a:off x="2706060" y="3642343"/>
            <a:ext cx="1546085" cy="491101"/>
            <a:chOff x="2889192" y="4060586"/>
            <a:chExt cx="1546085" cy="491101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0B1D93FB-42E8-6F52-5C6E-C6AFC2891D1F}"/>
                </a:ext>
              </a:extLst>
            </p:cNvPr>
            <p:cNvSpPr txBox="1"/>
            <p:nvPr/>
          </p:nvSpPr>
          <p:spPr>
            <a:xfrm>
              <a:off x="3410638" y="4063785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Алмаз</a:t>
              </a:r>
              <a:endParaRPr lang="en-GB" sz="1200" dirty="0"/>
            </a:p>
            <a:p>
              <a:pPr algn="ctr"/>
              <a:r>
                <a:rPr lang="en-GB" sz="1200" dirty="0"/>
                <a:t>7,126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AE5227D8-9461-73C9-5781-B55A28A69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9192" y="4060586"/>
              <a:ext cx="482277" cy="491101"/>
            </a:xfrm>
            <a:prstGeom prst="rect">
              <a:avLst/>
            </a:prstGeom>
          </p:spPr>
        </p:pic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763233A-8077-642A-15E8-7D9BABD3A5F5}"/>
              </a:ext>
            </a:extLst>
          </p:cNvPr>
          <p:cNvGrpSpPr/>
          <p:nvPr/>
        </p:nvGrpSpPr>
        <p:grpSpPr>
          <a:xfrm>
            <a:off x="3085179" y="4695805"/>
            <a:ext cx="1615396" cy="547011"/>
            <a:chOff x="401286" y="2085098"/>
            <a:chExt cx="1615396" cy="547011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5249AAF-C7FA-57FB-D67F-3561A79C9AAB}"/>
                </a:ext>
              </a:extLst>
            </p:cNvPr>
            <p:cNvSpPr txBox="1"/>
            <p:nvPr/>
          </p:nvSpPr>
          <p:spPr>
            <a:xfrm>
              <a:off x="992043" y="2170444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Маку</a:t>
              </a:r>
              <a:endParaRPr lang="en-GB" sz="1200" dirty="0"/>
            </a:p>
            <a:p>
              <a:pPr algn="ctr"/>
              <a:r>
                <a:rPr lang="en-GB" sz="1200" dirty="0"/>
                <a:t>7,103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D09CD856-84AB-6E81-3222-D391D21BA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286" y="2085098"/>
              <a:ext cx="654999" cy="526047"/>
            </a:xfrm>
            <a:prstGeom prst="rect">
              <a:avLst/>
            </a:prstGeom>
          </p:spPr>
        </p:pic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92F9B46-B650-14EA-1998-97024DCFCD0E}"/>
              </a:ext>
            </a:extLst>
          </p:cNvPr>
          <p:cNvGrpSpPr/>
          <p:nvPr/>
        </p:nvGrpSpPr>
        <p:grpSpPr>
          <a:xfrm>
            <a:off x="478097" y="1037635"/>
            <a:ext cx="1486885" cy="503206"/>
            <a:chOff x="508829" y="3046553"/>
            <a:chExt cx="1486885" cy="503206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241B9848-C805-0937-1E20-7C3ED1662959}"/>
                </a:ext>
              </a:extLst>
            </p:cNvPr>
            <p:cNvSpPr txBox="1"/>
            <p:nvPr/>
          </p:nvSpPr>
          <p:spPr>
            <a:xfrm>
              <a:off x="971075" y="308598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Риддин</a:t>
              </a:r>
              <a:endParaRPr lang="en-GB" sz="1200" dirty="0"/>
            </a:p>
            <a:p>
              <a:pPr algn="ctr"/>
              <a:r>
                <a:rPr lang="en-GB" sz="1200" dirty="0"/>
                <a:t>7,105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AA23C2C2-D66C-9287-AFC6-34CA58538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829" y="3046553"/>
              <a:ext cx="439912" cy="503206"/>
            </a:xfrm>
            <a:prstGeom prst="rect">
              <a:avLst/>
            </a:prstGeom>
          </p:spPr>
        </p:pic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4DBB9CD-8D7F-0241-CD88-00668944F885}"/>
              </a:ext>
            </a:extLst>
          </p:cNvPr>
          <p:cNvGrpSpPr/>
          <p:nvPr/>
        </p:nvGrpSpPr>
        <p:grpSpPr>
          <a:xfrm>
            <a:off x="2288542" y="1694898"/>
            <a:ext cx="1929084" cy="628569"/>
            <a:chOff x="2728849" y="3046591"/>
            <a:chExt cx="1929084" cy="628569"/>
          </a:xfrm>
        </p:grpSpPr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230FAC5C-CAF1-8398-E43C-A1A08E679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8849" y="3046591"/>
              <a:ext cx="802963" cy="628569"/>
            </a:xfrm>
            <a:prstGeom prst="rect">
              <a:avLst/>
            </a:prstGeom>
          </p:spPr>
        </p:pic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3BA882D-761C-A9A3-9147-EC5D479FB456}"/>
                </a:ext>
              </a:extLst>
            </p:cNvPr>
            <p:cNvSpPr txBox="1"/>
            <p:nvPr/>
          </p:nvSpPr>
          <p:spPr>
            <a:xfrm>
              <a:off x="3554746" y="3143475"/>
              <a:ext cx="11031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Айдан</a:t>
              </a:r>
              <a:endParaRPr lang="en-GB" sz="1200" dirty="0"/>
            </a:p>
            <a:p>
              <a:pPr algn="ctr"/>
              <a:r>
                <a:rPr lang="en-GB" sz="1200" dirty="0"/>
                <a:t>7,1253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C0F4801-F5E9-A815-95EA-70143794652D}"/>
              </a:ext>
            </a:extLst>
          </p:cNvPr>
          <p:cNvGrpSpPr/>
          <p:nvPr/>
        </p:nvGrpSpPr>
        <p:grpSpPr>
          <a:xfrm>
            <a:off x="3083301" y="5988361"/>
            <a:ext cx="1617268" cy="636061"/>
            <a:chOff x="2847333" y="2025104"/>
            <a:chExt cx="1617268" cy="636061"/>
          </a:xfrm>
        </p:grpSpPr>
        <p:pic>
          <p:nvPicPr>
            <p:cNvPr id="159" name="Picture 158">
              <a:extLst>
                <a:ext uri="{FF2B5EF4-FFF2-40B4-BE49-F238E27FC236}">
                  <a16:creationId xmlns:a16="http://schemas.microsoft.com/office/drawing/2014/main" id="{46DC000F-65F0-4B43-0944-E65BBF4A3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7333" y="2025104"/>
              <a:ext cx="565995" cy="636061"/>
            </a:xfrm>
            <a:prstGeom prst="rect">
              <a:avLst/>
            </a:prstGeom>
          </p:spPr>
        </p:pic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407B5788-F53D-A270-6147-A6F091A4622C}"/>
                </a:ext>
              </a:extLst>
            </p:cNvPr>
            <p:cNvSpPr txBox="1"/>
            <p:nvPr/>
          </p:nvSpPr>
          <p:spPr>
            <a:xfrm>
              <a:off x="3439962" y="2106365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Венера</a:t>
              </a:r>
              <a:endParaRPr lang="en-GB" sz="1200" dirty="0"/>
            </a:p>
            <a:p>
              <a:pPr algn="ctr"/>
              <a:r>
                <a:rPr lang="en-GB" sz="1200" dirty="0"/>
                <a:t>7,125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28CCF0D-311A-C79F-E551-2B01E8DD7C27}"/>
              </a:ext>
            </a:extLst>
          </p:cNvPr>
          <p:cNvGrpSpPr/>
          <p:nvPr/>
        </p:nvGrpSpPr>
        <p:grpSpPr>
          <a:xfrm>
            <a:off x="340028" y="2185245"/>
            <a:ext cx="1863894" cy="647488"/>
            <a:chOff x="2666285" y="4937113"/>
            <a:chExt cx="1863894" cy="647488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81AD7EA4-121B-6016-3C10-C2DECBA8186A}"/>
                </a:ext>
              </a:extLst>
            </p:cNvPr>
            <p:cNvSpPr txBox="1"/>
            <p:nvPr/>
          </p:nvSpPr>
          <p:spPr>
            <a:xfrm>
              <a:off x="3505540" y="5087752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200" dirty="0"/>
                <a:t>Каныкей</a:t>
              </a:r>
              <a:endParaRPr lang="en-GB" sz="1200" dirty="0"/>
            </a:p>
            <a:p>
              <a:pPr algn="ctr"/>
              <a:r>
                <a:rPr lang="en-GB" sz="1200" dirty="0"/>
                <a:t>7,209 </a:t>
              </a:r>
              <a:r>
                <a:rPr lang="ky-KG" sz="1200" dirty="0"/>
                <a:t>секунд</a:t>
              </a:r>
              <a:endParaRPr lang="en-GB" sz="1200" dirty="0"/>
            </a:p>
          </p:txBody>
        </p:sp>
        <p:pic>
          <p:nvPicPr>
            <p:cNvPr id="163" name="Picture 162">
              <a:extLst>
                <a:ext uri="{FF2B5EF4-FFF2-40B4-BE49-F238E27FC236}">
                  <a16:creationId xmlns:a16="http://schemas.microsoft.com/office/drawing/2014/main" id="{E0D0C653-E199-6C46-CBC1-F899745B7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6285" y="4937113"/>
              <a:ext cx="928090" cy="647488"/>
            </a:xfrm>
            <a:prstGeom prst="rect">
              <a:avLst/>
            </a:prstGeom>
          </p:spPr>
        </p:pic>
      </p:grp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E35DA1AD-3638-FB55-CF32-E2ED45712329}"/>
              </a:ext>
            </a:extLst>
          </p:cNvPr>
          <p:cNvSpPr/>
          <p:nvPr/>
        </p:nvSpPr>
        <p:spPr>
          <a:xfrm>
            <a:off x="81663" y="37052"/>
            <a:ext cx="4686225" cy="678389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4FC20BA-D994-99FF-9735-60A8DAA85F1D}"/>
              </a:ext>
            </a:extLst>
          </p:cNvPr>
          <p:cNvSpPr txBox="1"/>
          <p:nvPr/>
        </p:nvSpPr>
        <p:spPr>
          <a:xfrm>
            <a:off x="18022" y="66484"/>
            <a:ext cx="1472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60 метр жарыш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26D6A56D-0AD2-F3C6-3D74-65015133EA2A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02" y="334233"/>
            <a:ext cx="695576" cy="560822"/>
          </a:xfrm>
          <a:prstGeom prst="rect">
            <a:avLst/>
          </a:prstGeom>
        </p:spPr>
      </p:pic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0A1731E0-357D-3890-B6C2-6E82972150A3}"/>
              </a:ext>
            </a:extLst>
          </p:cNvPr>
          <p:cNvCxnSpPr>
            <a:cxnSpLocks/>
          </p:cNvCxnSpPr>
          <p:nvPr/>
        </p:nvCxnSpPr>
        <p:spPr>
          <a:xfrm>
            <a:off x="2582877" y="141554"/>
            <a:ext cx="6068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BA5C4834-80C0-84EA-B05B-37E5FEED5878}"/>
              </a:ext>
            </a:extLst>
          </p:cNvPr>
          <p:cNvSpPr txBox="1"/>
          <p:nvPr/>
        </p:nvSpPr>
        <p:spPr>
          <a:xfrm>
            <a:off x="1755328" y="10614"/>
            <a:ext cx="2040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/>
              <a:t>Ылдам                        Жай</a:t>
            </a:r>
            <a:endParaRPr lang="en-GB" sz="1400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0985D9F-7030-1D56-CB75-067D525AFF2C}"/>
              </a:ext>
            </a:extLst>
          </p:cNvPr>
          <p:cNvSpPr txBox="1"/>
          <p:nvPr/>
        </p:nvSpPr>
        <p:spPr>
          <a:xfrm>
            <a:off x="1351860" y="333622"/>
            <a:ext cx="3191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Жөө күлүктөрдү эң ылдамдан эң жайга чейин</a:t>
            </a:r>
          </a:p>
          <a:p>
            <a:pPr algn="ctr"/>
            <a:r>
              <a:rPr lang="ky-KG" sz="1200" dirty="0"/>
              <a:t> тизмелеңиз.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576113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4359BB-277D-F7B1-E2F8-FD4DD5B28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1334" y="970265"/>
            <a:ext cx="6854605" cy="4914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A4B49-9C63-A759-CE5A-2CDAB3A5E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19893" y="1031224"/>
            <a:ext cx="6854605" cy="47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225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3F5C49-2CFB-7C01-A85C-4C7D3D7F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04201" y="1078003"/>
            <a:ext cx="6755048" cy="4745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768C45-CB3F-A844-4D66-A75E65C23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4515" y="1015364"/>
            <a:ext cx="6755048" cy="482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1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0C42B4-47B1-0714-C8CA-68BDC29E2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22821" y="949820"/>
            <a:ext cx="6725641" cy="4826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921467-2738-4C8A-244C-5F6F74738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0179" y="949820"/>
            <a:ext cx="6725641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38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26BF6A-C7C7-16A7-AA33-87EBC26BA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45934" y="1035412"/>
            <a:ext cx="6736377" cy="4787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670A90-E229-05F4-F503-ECBB37892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15558" y="974601"/>
            <a:ext cx="6736377" cy="478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33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11136</TotalTime>
  <Words>932</Words>
  <Application>Microsoft Office PowerPoint</Application>
  <PresentationFormat>A4 Paper (210x297 mm)</PresentationFormat>
  <Paragraphs>474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 Light</vt:lpstr>
      <vt:lpstr>Arial</vt:lpstr>
      <vt:lpstr>Eras Bold ITC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545</cp:revision>
  <cp:lastPrinted>2022-03-16T06:54:08Z</cp:lastPrinted>
  <dcterms:created xsi:type="dcterms:W3CDTF">2017-01-17T16:57:04Z</dcterms:created>
  <dcterms:modified xsi:type="dcterms:W3CDTF">2024-09-20T07:45:18Z</dcterms:modified>
</cp:coreProperties>
</file>