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7"/>
  </p:notesMasterIdLst>
  <p:sldIdLst>
    <p:sldId id="974" r:id="rId2"/>
    <p:sldId id="975" r:id="rId3"/>
    <p:sldId id="976" r:id="rId4"/>
    <p:sldId id="977" r:id="rId5"/>
    <p:sldId id="947" r:id="rId6"/>
    <p:sldId id="978" r:id="rId7"/>
    <p:sldId id="949" r:id="rId8"/>
    <p:sldId id="979" r:id="rId9"/>
    <p:sldId id="951" r:id="rId10"/>
    <p:sldId id="980" r:id="rId11"/>
    <p:sldId id="955" r:id="rId12"/>
    <p:sldId id="981" r:id="rId13"/>
    <p:sldId id="953" r:id="rId14"/>
    <p:sldId id="982" r:id="rId15"/>
    <p:sldId id="957" r:id="rId16"/>
    <p:sldId id="983" r:id="rId17"/>
    <p:sldId id="959" r:id="rId18"/>
    <p:sldId id="984" r:id="rId19"/>
    <p:sldId id="961" r:id="rId20"/>
    <p:sldId id="985" r:id="rId21"/>
    <p:sldId id="963" r:id="rId22"/>
    <p:sldId id="986" r:id="rId23"/>
    <p:sldId id="965" r:id="rId24"/>
    <p:sldId id="833" r:id="rId25"/>
    <p:sldId id="993" r:id="rId2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28"/>
    </p:embeddedFont>
    <p:embeddedFont>
      <p:font typeface="Bernard MT Condensed" panose="02050806060905020404" pitchFamily="18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Оюн" id="{267FD0E9-36B9-4F9E-842D-CBFE57676936}">
          <p14:sldIdLst>
            <p14:sldId id="977"/>
            <p14:sldId id="947"/>
            <p14:sldId id="978"/>
            <p14:sldId id="949"/>
            <p14:sldId id="979"/>
            <p14:sldId id="951"/>
            <p14:sldId id="980"/>
            <p14:sldId id="955"/>
            <p14:sldId id="981"/>
            <p14:sldId id="953"/>
            <p14:sldId id="982"/>
            <p14:sldId id="957"/>
            <p14:sldId id="983"/>
            <p14:sldId id="959"/>
            <p14:sldId id="984"/>
            <p14:sldId id="961"/>
            <p14:sldId id="985"/>
            <p14:sldId id="963"/>
            <p14:sldId id="986"/>
            <p14:sldId id="965"/>
            <p14:sldId id="833"/>
          </p14:sldIdLst>
        </p14:section>
        <p14:section name="Кайтарым байланыш" id="{F3D720CF-F566-46A6-9361-125255B68FA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18160" y="3320056"/>
            <a:ext cx="9111946" cy="3537944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Кайталануучу ондуктарды ирээттөө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69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20320"/>
            <a:ext cx="9573245" cy="7009607"/>
            <a:chOff x="0" y="20320"/>
            <a:chExt cx="9573245" cy="700960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20320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026160" y="327334"/>
            <a:ext cx="759968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4041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0,4344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25557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82294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59578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052163" y="233998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</a:t>
            </a:r>
            <a:r>
              <a:rPr lang="ky-KG" sz="4000" dirty="0"/>
              <a:t> чоң 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1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46861" y="327334"/>
            <a:ext cx="7529694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037976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0,767 767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15768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0,67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0,767</a:t>
              </a:r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B8D5BD-917C-1771-FC6C-84A0E40847A4}"/>
              </a:ext>
            </a:extLst>
          </p:cNvPr>
          <p:cNvSpPr txBox="1"/>
          <p:nvPr/>
        </p:nvSpPr>
        <p:spPr>
          <a:xfrm>
            <a:off x="825609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7798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173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733263" y="327334"/>
            <a:ext cx="643947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1103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0,11 222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0,20 101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0,21 111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0,212 212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37597" y="224315"/>
            <a:ext cx="5830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b="1" dirty="0"/>
              <a:t>Эң чоң сан </a:t>
            </a:r>
          </a:p>
          <a:p>
            <a:pPr algn="ctr"/>
            <a:r>
              <a:rPr lang="ky-KG" sz="4000" dirty="0"/>
              <a:t>кайсынысы?</a:t>
            </a:r>
            <a:endParaRPr lang="en-GB" sz="4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0,212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0,201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0,21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0,112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9132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49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924560" y="327334"/>
            <a:ext cx="755199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393349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0,30 404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0,3444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0,403 403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0,434 343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0,403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0,304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B99B9-5C0C-9399-128C-77FCC5D4F398}"/>
              </a:ext>
            </a:extLst>
          </p:cNvPr>
          <p:cNvSpPr txBox="1"/>
          <p:nvPr/>
        </p:nvSpPr>
        <p:spPr>
          <a:xfrm>
            <a:off x="776610" y="237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1732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6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63600" y="327334"/>
            <a:ext cx="76129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80020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0,80 999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0,89 999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0,98 989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0,989 989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0,989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0,809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0,989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0,89</a:t>
              </a:r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33A25-7B9B-ACA5-3307-92D831FC72B2}"/>
              </a:ext>
            </a:extLst>
          </p:cNvPr>
          <p:cNvSpPr txBox="1"/>
          <p:nvPr/>
        </p:nvSpPr>
        <p:spPr>
          <a:xfrm>
            <a:off x="697517" y="23997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93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4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43280" y="327334"/>
            <a:ext cx="763327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77423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0,6767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0,70 606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0,706 706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0,7666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0,67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85CDE14-A503-4CDC-A9D1-9D12B0395A01}"/>
              </a:ext>
            </a:extLst>
          </p:cNvPr>
          <p:cNvSpPr/>
          <p:nvPr/>
        </p:nvSpPr>
        <p:spPr>
          <a:xfrm>
            <a:off x="3212475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0,706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0,706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0,76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F5F0375-67B8-47B7-A3B3-CDDB525C6E66}"/>
              </a:ext>
            </a:extLst>
          </p:cNvPr>
          <p:cNvSpPr/>
          <p:nvPr/>
        </p:nvSpPr>
        <p:spPr>
          <a:xfrm>
            <a:off x="670797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C8836-FEED-A0AE-C724-5B7BC461F10A}"/>
              </a:ext>
            </a:extLst>
          </p:cNvPr>
          <p:cNvSpPr txBox="1"/>
          <p:nvPr/>
        </p:nvSpPr>
        <p:spPr>
          <a:xfrm>
            <a:off x="776610" y="213507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92190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12800" y="327334"/>
            <a:ext cx="766375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606171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0,145 145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0,14 555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0,1555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0,51 414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0,514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0,145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90FCD-F1F2-FAA0-26FC-159C7F3D4FCC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2806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44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782320" y="327334"/>
            <a:ext cx="769423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40636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0,034 034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0,03 434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0,043 043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0,3434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0,034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0,34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0,043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0,034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8E6A1F-60B5-4EC8-805A-5E8018ADC9D3}"/>
              </a:ext>
            </a:extLst>
          </p:cNvPr>
          <p:cNvSpPr/>
          <p:nvPr/>
        </p:nvSpPr>
        <p:spPr>
          <a:xfrm>
            <a:off x="358724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8A2E81-8105-4048-B10E-5FE1A3353574}"/>
              </a:ext>
            </a:extLst>
          </p:cNvPr>
          <p:cNvSpPr/>
          <p:nvPr/>
        </p:nvSpPr>
        <p:spPr>
          <a:xfrm>
            <a:off x="6333202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8A2AB-7D3A-C2DA-964A-B9BA960C56F4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1720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80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73760" y="327334"/>
            <a:ext cx="768096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70202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0,877 877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0,8787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0,87 888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0,877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54721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0,878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3E1B55-42B1-4C60-B585-4614214EC9D2}"/>
              </a:ext>
            </a:extLst>
          </p:cNvPr>
          <p:cNvSpPr/>
          <p:nvPr/>
        </p:nvSpPr>
        <p:spPr>
          <a:xfrm>
            <a:off x="670797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26AF2-8F69-79EE-D54A-85E5FA46EC1D}"/>
              </a:ext>
            </a:extLst>
          </p:cNvPr>
          <p:cNvSpPr txBox="1"/>
          <p:nvPr/>
        </p:nvSpPr>
        <p:spPr>
          <a:xfrm>
            <a:off x="776610" y="204694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үчүнчү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5763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27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802640" y="327334"/>
            <a:ext cx="767391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69838"/>
              </p:ext>
            </p:extLst>
          </p:nvPr>
        </p:nvGraphicFramePr>
        <p:xfrm>
          <a:off x="3681268" y="4355964"/>
          <a:ext cx="25434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0,445 445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0,54 545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0,545 545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524706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0,545 555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86A27-765F-41AD-A943-DB21675C783B}"/>
              </a:ext>
            </a:extLst>
          </p:cNvPr>
          <p:cNvGrpSpPr/>
          <p:nvPr/>
        </p:nvGrpSpPr>
        <p:grpSpPr>
          <a:xfrm>
            <a:off x="2004708" y="1606083"/>
            <a:ext cx="2744463" cy="1234799"/>
            <a:chOff x="1786280" y="1775779"/>
            <a:chExt cx="2744463" cy="123479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1D9584-D70A-457C-91D4-05FD9B7B2D27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1A4E46-3246-4172-9E96-7D0AB0F0A28E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6DD858-5DE5-4A70-8563-1069DBA2249F}"/>
              </a:ext>
            </a:extLst>
          </p:cNvPr>
          <p:cNvGrpSpPr/>
          <p:nvPr/>
        </p:nvGrpSpPr>
        <p:grpSpPr>
          <a:xfrm>
            <a:off x="2004707" y="3023475"/>
            <a:ext cx="2744463" cy="1234799"/>
            <a:chOff x="1786280" y="1775779"/>
            <a:chExt cx="2744463" cy="123479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F792547-B2C7-4C7C-A1F9-A04B941DA172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8B2AD5-81AA-47D9-AD7F-CFF7FD257CE5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46976D-07C2-4428-86DE-AEF45C85023B}"/>
              </a:ext>
            </a:extLst>
          </p:cNvPr>
          <p:cNvGrpSpPr/>
          <p:nvPr/>
        </p:nvGrpSpPr>
        <p:grpSpPr>
          <a:xfrm>
            <a:off x="5123942" y="1588456"/>
            <a:ext cx="2744463" cy="1234799"/>
            <a:chOff x="1786280" y="1775779"/>
            <a:chExt cx="2744463" cy="123479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857810D-92F8-4403-A0AC-5B9CE8879031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3451AC-AFF1-4A18-ADA0-617C1FE63C2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0,445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CF2C6B-5664-422C-8D1C-202FAC8B7892}"/>
              </a:ext>
            </a:extLst>
          </p:cNvPr>
          <p:cNvGrpSpPr/>
          <p:nvPr/>
        </p:nvGrpSpPr>
        <p:grpSpPr>
          <a:xfrm>
            <a:off x="5123941" y="3005848"/>
            <a:ext cx="2744463" cy="1234799"/>
            <a:chOff x="1786280" y="1775779"/>
            <a:chExt cx="2744463" cy="1234799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4D91D0B-90EF-45D1-A912-DFBC637A5403}"/>
                </a:ext>
              </a:extLst>
            </p:cNvPr>
            <p:cNvSpPr/>
            <p:nvPr/>
          </p:nvSpPr>
          <p:spPr>
            <a:xfrm>
              <a:off x="1786280" y="1775779"/>
              <a:ext cx="2744463" cy="1234799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95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AAC73F3-DF8C-4370-8D7A-809C7640CBA1}"/>
                </a:ext>
              </a:extLst>
            </p:cNvPr>
            <p:cNvSpPr txBox="1"/>
            <p:nvPr/>
          </p:nvSpPr>
          <p:spPr>
            <a:xfrm>
              <a:off x="2190137" y="1885347"/>
              <a:ext cx="19367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6000" dirty="0"/>
                <a:t>0,545</a:t>
              </a: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AB6F17C6-C64F-4941-A68F-D193654C767D}"/>
              </a:ext>
            </a:extLst>
          </p:cNvPr>
          <p:cNvSpPr/>
          <p:nvPr/>
        </p:nvSpPr>
        <p:spPr>
          <a:xfrm>
            <a:off x="358724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A74F59-5C09-4BEE-A342-1CF6D4AB901B}"/>
              </a:ext>
            </a:extLst>
          </p:cNvPr>
          <p:cNvSpPr/>
          <p:nvPr/>
        </p:nvSpPr>
        <p:spPr>
          <a:xfrm>
            <a:off x="3947126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FB2340-3293-4ED3-8592-4C0BA3B39761}"/>
              </a:ext>
            </a:extLst>
          </p:cNvPr>
          <p:cNvSpPr/>
          <p:nvPr/>
        </p:nvSpPr>
        <p:spPr>
          <a:xfrm>
            <a:off x="6333202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12D6BA-55AF-4EFE-9DA3-589E8B663E09}"/>
              </a:ext>
            </a:extLst>
          </p:cNvPr>
          <p:cNvSpPr/>
          <p:nvPr/>
        </p:nvSpPr>
        <p:spPr>
          <a:xfrm>
            <a:off x="7067853" y="1678730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8E7AA6B-023C-4A21-BFA8-30EEC7094383}"/>
              </a:ext>
            </a:extLst>
          </p:cNvPr>
          <p:cNvSpPr/>
          <p:nvPr/>
        </p:nvSpPr>
        <p:spPr>
          <a:xfrm>
            <a:off x="3212475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0043F4-8E8A-4F6F-9D8A-6C09B69C45A3}"/>
              </a:ext>
            </a:extLst>
          </p:cNvPr>
          <p:cNvSpPr/>
          <p:nvPr/>
        </p:nvSpPr>
        <p:spPr>
          <a:xfrm>
            <a:off x="3947126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47AAA9F-0B93-46EC-8CB4-4209475E5028}"/>
              </a:ext>
            </a:extLst>
          </p:cNvPr>
          <p:cNvSpPr/>
          <p:nvPr/>
        </p:nvSpPr>
        <p:spPr>
          <a:xfrm>
            <a:off x="7067853" y="3144729"/>
            <a:ext cx="175846" cy="175846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093F4-AF7C-7D1D-B984-0BDEB91809F8}"/>
              </a:ext>
            </a:extLst>
          </p:cNvPr>
          <p:cNvSpPr txBox="1"/>
          <p:nvPr/>
        </p:nvSpPr>
        <p:spPr>
          <a:xfrm>
            <a:off x="782320" y="219880"/>
            <a:ext cx="7945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 сандарды ирээттегенде, </a:t>
            </a:r>
            <a:r>
              <a:rPr lang="ky-KG" sz="4000" b="1" dirty="0"/>
              <a:t>экинчи чоң </a:t>
            </a:r>
            <a:r>
              <a:rPr lang="ky-KG" sz="4000" dirty="0"/>
              <a:t>сан кайсы сан болот?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778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8391</TotalTime>
  <Words>378</Words>
  <Application>Microsoft Office PowerPoint</Application>
  <PresentationFormat>A4 Paper (210x297 mm)</PresentationFormat>
  <Paragraphs>138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Bernard MT Condensed</vt:lpstr>
      <vt:lpstr>Arial</vt:lpstr>
      <vt:lpstr>Calibri</vt:lpstr>
      <vt:lpstr>Berlin Sans FB Demi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363</cp:revision>
  <cp:lastPrinted>2017-12-31T22:38:51Z</cp:lastPrinted>
  <dcterms:created xsi:type="dcterms:W3CDTF">2017-01-17T16:57:04Z</dcterms:created>
  <dcterms:modified xsi:type="dcterms:W3CDTF">2024-10-22T08:55:42Z</dcterms:modified>
</cp:coreProperties>
</file>