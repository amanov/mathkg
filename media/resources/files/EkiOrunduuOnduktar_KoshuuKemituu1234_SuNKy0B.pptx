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7" r:id="rId4"/>
    <p:sldId id="944" r:id="rId5"/>
    <p:sldId id="943" r:id="rId6"/>
    <p:sldId id="945" r:id="rId7"/>
    <p:sldId id="948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Көрсөтүү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" id="{A78D9305-6AAE-4715-A210-52F6908F30F7}">
          <p14:sldIdLst>
            <p14:sldId id="945"/>
          </p14:sldIdLst>
        </p14:section>
        <p14:section name="Кайтарым байланыш" id="{F3D720CF-F566-46A6-9361-125255B68FA6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84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88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963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70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орундуу ондуктар Кошуу жана кемитүү–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616938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0.16 + 0.23 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8784-A260-A1B5-0BA5-32D8E85A128F}"/>
              </a:ext>
            </a:extLst>
          </p:cNvPr>
          <p:cNvSpPr txBox="1"/>
          <p:nvPr/>
        </p:nvSpPr>
        <p:spPr>
          <a:xfrm>
            <a:off x="1616938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0.86 − 0.24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66FA1-12DD-4E62-FC2E-F7587369DA22}"/>
              </a:ext>
            </a:extLst>
          </p:cNvPr>
          <p:cNvSpPr txBox="1"/>
          <p:nvPr/>
        </p:nvSpPr>
        <p:spPr>
          <a:xfrm>
            <a:off x="6579636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0.28 + 0.34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97353-727C-5BF2-8EFC-E4A896F86155}"/>
              </a:ext>
            </a:extLst>
          </p:cNvPr>
          <p:cNvSpPr txBox="1"/>
          <p:nvPr/>
        </p:nvSpPr>
        <p:spPr>
          <a:xfrm>
            <a:off x="4973876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DC0B5-F549-AF68-E215-EB794DF496B5}"/>
              </a:ext>
            </a:extLst>
          </p:cNvPr>
          <p:cNvSpPr txBox="1"/>
          <p:nvPr/>
        </p:nvSpPr>
        <p:spPr>
          <a:xfrm>
            <a:off x="6579636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0.43 − 0.07 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A719E-785F-3ECA-2CC9-248B95B463AF}"/>
              </a:ext>
            </a:extLst>
          </p:cNvPr>
          <p:cNvSpPr txBox="1"/>
          <p:nvPr/>
        </p:nvSpPr>
        <p:spPr>
          <a:xfrm>
            <a:off x="1049474" y="3937505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2.37 + 1.18 + 0.2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47D14-445D-A669-AFFC-2BA6180B114E}"/>
              </a:ext>
            </a:extLst>
          </p:cNvPr>
          <p:cNvSpPr txBox="1"/>
          <p:nvPr/>
        </p:nvSpPr>
        <p:spPr>
          <a:xfrm>
            <a:off x="11178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B1557-F973-AEC8-119E-F87958714AE4}"/>
              </a:ext>
            </a:extLst>
          </p:cNvPr>
          <p:cNvSpPr txBox="1"/>
          <p:nvPr/>
        </p:nvSpPr>
        <p:spPr>
          <a:xfrm>
            <a:off x="1616938" y="5284167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6.45 − 3.58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2073B-973A-ED46-764D-B3AAE4FDCEDC}"/>
              </a:ext>
            </a:extLst>
          </p:cNvPr>
          <p:cNvSpPr txBox="1"/>
          <p:nvPr/>
        </p:nvSpPr>
        <p:spPr>
          <a:xfrm>
            <a:off x="6449792" y="3937505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8.52 + 3.791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3B5AF-1825-26B2-676C-486E937DFF79}"/>
              </a:ext>
            </a:extLst>
          </p:cNvPr>
          <p:cNvSpPr txBox="1"/>
          <p:nvPr/>
        </p:nvSpPr>
        <p:spPr>
          <a:xfrm>
            <a:off x="4973876" y="3439863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01C95-0DC4-7117-3030-754E08505500}"/>
              </a:ext>
            </a:extLst>
          </p:cNvPr>
          <p:cNvSpPr txBox="1"/>
          <p:nvPr/>
        </p:nvSpPr>
        <p:spPr>
          <a:xfrm>
            <a:off x="5683786" y="5284167"/>
            <a:ext cx="2973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7.63 − 1.85 + 1.5 – 0.003 = </a:t>
            </a:r>
          </a:p>
        </p:txBody>
      </p:sp>
    </p:spTree>
    <p:extLst>
      <p:ext uri="{BB962C8B-B14F-4D97-AF65-F5344CB8AC3E}">
        <p14:creationId xmlns:p14="http://schemas.microsoft.com/office/powerpoint/2010/main" val="33864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616938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0.16 + 0.23 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3226775" y="52410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0.39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8784-A260-A1B5-0BA5-32D8E85A128F}"/>
              </a:ext>
            </a:extLst>
          </p:cNvPr>
          <p:cNvSpPr txBox="1"/>
          <p:nvPr/>
        </p:nvSpPr>
        <p:spPr>
          <a:xfrm>
            <a:off x="1616938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0.86 − 0.24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3831A-BDAE-87F9-B0A4-CEF6685159A0}"/>
              </a:ext>
            </a:extLst>
          </p:cNvPr>
          <p:cNvSpPr txBox="1"/>
          <p:nvPr/>
        </p:nvSpPr>
        <p:spPr>
          <a:xfrm>
            <a:off x="3226775" y="1870767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0.62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66FA1-12DD-4E62-FC2E-F7587369DA22}"/>
              </a:ext>
            </a:extLst>
          </p:cNvPr>
          <p:cNvSpPr txBox="1"/>
          <p:nvPr/>
        </p:nvSpPr>
        <p:spPr>
          <a:xfrm>
            <a:off x="6579636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0.28 + 0.34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97353-727C-5BF2-8EFC-E4A896F86155}"/>
              </a:ext>
            </a:extLst>
          </p:cNvPr>
          <p:cNvSpPr txBox="1"/>
          <p:nvPr/>
        </p:nvSpPr>
        <p:spPr>
          <a:xfrm>
            <a:off x="4973876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4F1BD-7D04-DC10-5329-CAEB6D211754}"/>
              </a:ext>
            </a:extLst>
          </p:cNvPr>
          <p:cNvSpPr txBox="1"/>
          <p:nvPr/>
        </p:nvSpPr>
        <p:spPr>
          <a:xfrm>
            <a:off x="8189473" y="52410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DC0B5-F549-AF68-E215-EB794DF496B5}"/>
              </a:ext>
            </a:extLst>
          </p:cNvPr>
          <p:cNvSpPr txBox="1"/>
          <p:nvPr/>
        </p:nvSpPr>
        <p:spPr>
          <a:xfrm>
            <a:off x="6579636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0.43 − 0.07 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79191-0A4C-44F8-2D2A-B761D8C93416}"/>
              </a:ext>
            </a:extLst>
          </p:cNvPr>
          <p:cNvSpPr txBox="1"/>
          <p:nvPr/>
        </p:nvSpPr>
        <p:spPr>
          <a:xfrm>
            <a:off x="8189473" y="1870767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A719E-785F-3ECA-2CC9-248B95B463AF}"/>
              </a:ext>
            </a:extLst>
          </p:cNvPr>
          <p:cNvSpPr txBox="1"/>
          <p:nvPr/>
        </p:nvSpPr>
        <p:spPr>
          <a:xfrm>
            <a:off x="1049474" y="3937505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2.37 + 1.18 + 0.2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47D14-445D-A669-AFFC-2BA6180B114E}"/>
              </a:ext>
            </a:extLst>
          </p:cNvPr>
          <p:cNvSpPr txBox="1"/>
          <p:nvPr/>
        </p:nvSpPr>
        <p:spPr>
          <a:xfrm>
            <a:off x="11178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1F2478-448A-DB96-E674-8025389FFC21}"/>
              </a:ext>
            </a:extLst>
          </p:cNvPr>
          <p:cNvSpPr txBox="1"/>
          <p:nvPr/>
        </p:nvSpPr>
        <p:spPr>
          <a:xfrm>
            <a:off x="3226775" y="3957261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3.75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B1557-F973-AEC8-119E-F87958714AE4}"/>
              </a:ext>
            </a:extLst>
          </p:cNvPr>
          <p:cNvSpPr txBox="1"/>
          <p:nvPr/>
        </p:nvSpPr>
        <p:spPr>
          <a:xfrm>
            <a:off x="1616938" y="5284167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6.45 − 3.58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3FBEC-238B-A236-67FD-857A17A7E7E2}"/>
              </a:ext>
            </a:extLst>
          </p:cNvPr>
          <p:cNvSpPr txBox="1"/>
          <p:nvPr/>
        </p:nvSpPr>
        <p:spPr>
          <a:xfrm>
            <a:off x="3226775" y="530392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2.87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2073B-973A-ED46-764D-B3AAE4FDCEDC}"/>
              </a:ext>
            </a:extLst>
          </p:cNvPr>
          <p:cNvSpPr txBox="1"/>
          <p:nvPr/>
        </p:nvSpPr>
        <p:spPr>
          <a:xfrm>
            <a:off x="6449792" y="3937505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8.52 + 3.791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3B5AF-1825-26B2-676C-486E937DFF79}"/>
              </a:ext>
            </a:extLst>
          </p:cNvPr>
          <p:cNvSpPr txBox="1"/>
          <p:nvPr/>
        </p:nvSpPr>
        <p:spPr>
          <a:xfrm>
            <a:off x="4973876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C2276A-7EA6-245B-EEC2-F0D7A618C2CD}"/>
              </a:ext>
            </a:extLst>
          </p:cNvPr>
          <p:cNvSpPr txBox="1"/>
          <p:nvPr/>
        </p:nvSpPr>
        <p:spPr>
          <a:xfrm>
            <a:off x="8059630" y="3957261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12.311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01C95-0DC4-7117-3030-754E08505500}"/>
              </a:ext>
            </a:extLst>
          </p:cNvPr>
          <p:cNvSpPr txBox="1"/>
          <p:nvPr/>
        </p:nvSpPr>
        <p:spPr>
          <a:xfrm>
            <a:off x="5683786" y="5284167"/>
            <a:ext cx="2973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7.63 − 1.85 + 1.5 – 0.003 =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A76A60-FEF7-4AF8-ADBD-986D8977F337}"/>
              </a:ext>
            </a:extLst>
          </p:cNvPr>
          <p:cNvSpPr txBox="1"/>
          <p:nvPr/>
        </p:nvSpPr>
        <p:spPr>
          <a:xfrm>
            <a:off x="8623315" y="5303923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7.277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" grpId="0" animBg="1"/>
      <p:bldP spid="7" grpId="0" animBg="1"/>
      <p:bldP spid="9" grpId="0" animBg="1"/>
      <p:bldP spid="12" grpId="0" animBg="1"/>
      <p:bldP spid="17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2DF02C-0301-9BF8-5B4A-A999DAC08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52959" y="1118541"/>
            <a:ext cx="6673616" cy="4620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A8E42C-F135-984D-8E1E-72E9267F4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85346" y="1118542"/>
            <a:ext cx="6673616" cy="462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5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10533</TotalTime>
  <Words>171</Words>
  <Application>Microsoft Office PowerPoint</Application>
  <PresentationFormat>A4 Paper (210x297 mm)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2024-06-03T08:30:11Z</dcterms:modified>
</cp:coreProperties>
</file>