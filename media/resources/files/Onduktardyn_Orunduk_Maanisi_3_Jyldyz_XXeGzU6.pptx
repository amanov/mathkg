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4"/>
  </p:notesMasterIdLst>
  <p:sldIdLst>
    <p:sldId id="974" r:id="rId2"/>
    <p:sldId id="992" r:id="rId3"/>
    <p:sldId id="993" r:id="rId4"/>
    <p:sldId id="946" r:id="rId5"/>
    <p:sldId id="944" r:id="rId6"/>
    <p:sldId id="945" r:id="rId7"/>
    <p:sldId id="947" r:id="rId8"/>
    <p:sldId id="948" r:id="rId9"/>
    <p:sldId id="949" r:id="rId10"/>
    <p:sldId id="950" r:id="rId11"/>
    <p:sldId id="951" r:id="rId12"/>
    <p:sldId id="952" r:id="rId13"/>
    <p:sldId id="953" r:id="rId14"/>
    <p:sldId id="954" r:id="rId15"/>
    <p:sldId id="955" r:id="rId16"/>
    <p:sldId id="956" r:id="rId17"/>
    <p:sldId id="957" r:id="rId18"/>
    <p:sldId id="958" r:id="rId19"/>
    <p:sldId id="959" r:id="rId20"/>
    <p:sldId id="960" r:id="rId21"/>
    <p:sldId id="961" r:id="rId22"/>
    <p:sldId id="991" r:id="rId23"/>
  </p:sldIdLst>
  <p:sldSz cx="9906000" cy="6858000" type="A4"/>
  <p:notesSz cx="7104063" cy="10234613"/>
  <p:embeddedFontLst>
    <p:embeddedFont>
      <p:font typeface="Impact" panose="020B0806030902050204" pitchFamily="34" charset="0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A175B4B2-7702-460A-9D19-16C6D87F9647}">
          <p14:sldIdLst>
            <p14:sldId id="974"/>
            <p14:sldId id="992"/>
          </p14:sldIdLst>
        </p14:section>
        <p14:section name="Титулдук слайд" id="{76D7527B-D9C4-4309-ACBC-EC28A22071E9}">
          <p14:sldIdLst>
            <p14:sldId id="993"/>
            <p14:sldId id="946"/>
          </p14:sldIdLst>
        </p14:section>
        <p14:section name="Оюн тактасы" id="{D281CBD9-7B92-4FCC-AFB8-1C2B3F21FC7F}">
          <p14:sldIdLst>
            <p14:sldId id="944"/>
          </p14:sldIdLst>
        </p14:section>
        <p14:section name="Суроолор" id="{64787FE5-435B-45FB-9E3C-3E7B3B7FD75A}">
          <p14:sldIdLst>
            <p14:sldId id="945"/>
            <p14:sldId id="947"/>
            <p14:sldId id="948"/>
            <p14:sldId id="949"/>
            <p14:sldId id="950"/>
            <p14:sldId id="951"/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</p14:sldIdLst>
        </p14:section>
        <p14:section name="Кайтарым байланыш" id="{43C036EF-7ED4-4ECD-AA59-7BE6FD15FB5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FFFFFF"/>
    <a:srgbClr val="00B0F0"/>
    <a:srgbClr val="00FF00"/>
    <a:srgbClr val="0000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37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2000" r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audio" Target="../media/audio2.wav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audio" Target="../media/audio1.wav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image" Target="../media/image7.png"/><Relationship Id="rId15" Type="http://schemas.openxmlformats.org/officeDocument/2006/relationships/slide" Target="slide15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image" Target="../media/image6.jpeg"/><Relationship Id="rId9" Type="http://schemas.openxmlformats.org/officeDocument/2006/relationships/slide" Target="slide9.xml"/><Relationship Id="rId14" Type="http://schemas.openxmlformats.org/officeDocument/2006/relationships/slide" Target="slide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Орундук мааниси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3 жылдыз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иш-чарада 2 команда оюн тактасына катары менен 3 жылдызды коюу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Суроого өтүү үчүн тордогу чакмакты басыңыз.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Жооп үчүн «Жооп» кутучасын басып, оюн тактасына кайтыңыз.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Ошол чарчыга жылдыз коюу үчүн команданын түсүн басыңыз..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225689"/>
            <a:ext cx="9906000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оюн ийкемдүү жана ар кандай жолдор менен иштетилиши мүмкүн: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Командалар суроолорду өз алдынча тандай алышат, эгерде алардын жообу туура эмес болсо, башка командага упайын «өздөрүнө» чегерип алуу мүмкүнчүлүгү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Бардык команда мүчөлөрү бир суроону чыгарууга мүмкүндүгү бар  жана жооп берүү үчүн бир окуучу тандалат.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Ар бир команданын жеке окуучулары бир эле учурда эң тез жооп берүү үчүн ат салышат.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Кызыл / Көк команданын окуучлары жупталышы мүмкүн. Андан кийин мугалим же команданын кайсынысы жоопту тезирээк туура тапканын баалай алат (мини-такталарды колдонуу менен) же ар бир жупта канча кызыл/көк команданын мүчөсү утуп алганы боюнча класстан сурамжылоо жүргүзүп, жалпы жеңүүчү команданы аныктасак болот.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17457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166887" y="1656444"/>
            <a:ext cx="5046561" cy="4977434"/>
          </a:xfrm>
          <a:prstGeom prst="rect">
            <a:avLst/>
          </a:prstGeom>
        </p:spPr>
      </p:pic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995807" y="1050048"/>
            <a:ext cx="6686673" cy="311180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0" y="1540696"/>
            <a:ext cx="3177688" cy="291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9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02397" y="395320"/>
            <a:ext cx="5301205" cy="1080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Эң биринчи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sp>
        <p:nvSpPr>
          <p:cNvPr id="4" name="WordArt 6">
            <a:extLst>
              <a:ext uri="{FF2B5EF4-FFF2-40B4-BE49-F238E27FC236}">
                <a16:creationId xmlns:a16="http://schemas.microsoft.com/office/drawing/2014/main" id="{75D78BDE-1FDB-4C09-93F0-C098628AE9C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06951" y="187265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катарынан 3 жылдыз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1633970" y="3261109"/>
            <a:ext cx="1938749" cy="19121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997135" y="3261109"/>
            <a:ext cx="1938749" cy="19121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360300" y="3261109"/>
            <a:ext cx="1938749" cy="1912193"/>
          </a:xfrm>
          <a:prstGeom prst="rect">
            <a:avLst/>
          </a:prstGeom>
        </p:spPr>
      </p:pic>
      <p:sp>
        <p:nvSpPr>
          <p:cNvPr id="3" name="WordArt 6">
            <a:extLst>
              <a:ext uri="{FF2B5EF4-FFF2-40B4-BE49-F238E27FC236}">
                <a16:creationId xmlns:a16="http://schemas.microsoft.com/office/drawing/2014/main" id="{C60395B0-38BB-A7A9-B4CB-D0296F0FE7E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71111" y="5471569"/>
            <a:ext cx="6692098" cy="99111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Right">
                <a:rot lat="0" lon="21239998" rev="0"/>
              </a:camera>
              <a:lightRig rig="legacyHarsh3" dir="l"/>
            </a:scene3d>
            <a:sp3d extrusionH="430200" prstMaterial="legacyMatte">
              <a:extrusionClr>
                <a:srgbClr val="C0C0C0"/>
              </a:extrusionClr>
              <a:contourClr>
                <a:srgbClr val="EAEAEA"/>
              </a:contourClr>
            </a:sp3d>
          </a:bodyPr>
          <a:lstStyle/>
          <a:p>
            <a:pPr algn="ctr"/>
            <a:r>
              <a:rPr lang="ky-KG" sz="3600" kern="10" dirty="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EAEAEA"/>
                    </a:gs>
                    <a:gs pos="17999">
                      <a:srgbClr val="777777"/>
                    </a:gs>
                    <a:gs pos="31000">
                      <a:srgbClr val="292929"/>
                    </a:gs>
                    <a:gs pos="33000">
                      <a:srgbClr val="B2B2B2"/>
                    </a:gs>
                    <a:gs pos="37000">
                      <a:srgbClr val="FFFFFF"/>
                    </a:gs>
                    <a:gs pos="78999">
                      <a:srgbClr val="5F5F5F"/>
                    </a:gs>
                    <a:gs pos="87000">
                      <a:srgbClr val="5F5F5F"/>
                    </a:gs>
                    <a:gs pos="100000">
                      <a:srgbClr val="CBCBCB"/>
                    </a:gs>
                  </a:gsLst>
                  <a:lin ang="18900000" scaled="1"/>
                </a:gradFill>
                <a:latin typeface="Impact" panose="020B0806030902050204" pitchFamily="34" charset="0"/>
              </a:rPr>
              <a:t>топ жеңет </a:t>
            </a:r>
            <a:endParaRPr lang="en-GB" sz="3600" kern="10" dirty="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EAEAEA"/>
                  </a:gs>
                  <a:gs pos="17999">
                    <a:srgbClr val="777777"/>
                  </a:gs>
                  <a:gs pos="31000">
                    <a:srgbClr val="292929"/>
                  </a:gs>
                  <a:gs pos="33000">
                    <a:srgbClr val="B2B2B2"/>
                  </a:gs>
                  <a:gs pos="37000">
                    <a:srgbClr val="FFFFFF"/>
                  </a:gs>
                  <a:gs pos="78999">
                    <a:srgbClr val="5F5F5F"/>
                  </a:gs>
                  <a:gs pos="87000">
                    <a:srgbClr val="5F5F5F"/>
                  </a:gs>
                  <a:gs pos="100000">
                    <a:srgbClr val="CBCBCB"/>
                  </a:gs>
                </a:gsLst>
                <a:lin ang="18900000" scaled="1"/>
              </a:gra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34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91366" y="1146794"/>
            <a:ext cx="1440000" cy="13212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4497" y="1139814"/>
            <a:ext cx="1353739" cy="1335196"/>
          </a:xfrm>
          <a:prstGeom prst="rect">
            <a:avLst/>
          </a:prstGeom>
        </p:spPr>
      </p:pic>
      <p:sp>
        <p:nvSpPr>
          <p:cNvPr id="3" name="Text Box 163">
            <a:extLst>
              <a:ext uri="{FF2B5EF4-FFF2-40B4-BE49-F238E27FC236}">
                <a16:creationId xmlns:a16="http://schemas.microsoft.com/office/drawing/2014/main" id="{3ECA8849-9ECA-4B7C-915E-2BF9ABAD8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130" y="0"/>
            <a:ext cx="1440000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А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1080742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7" name="Text Box 163">
            <a:extLst>
              <a:ext uri="{FF2B5EF4-FFF2-40B4-BE49-F238E27FC236}">
                <a16:creationId xmlns:a16="http://schemas.microsoft.com/office/drawing/2014/main" id="{3A28D92D-0F51-4EC3-AA76-5CD564277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622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Б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 Box 163">
            <a:extLst>
              <a:ext uri="{FF2B5EF4-FFF2-40B4-BE49-F238E27FC236}">
                <a16:creationId xmlns:a16="http://schemas.microsoft.com/office/drawing/2014/main" id="{7C17E817-BCEB-41DF-938B-C2C428576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6245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В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Text Box 163">
            <a:extLst>
              <a:ext uri="{FF2B5EF4-FFF2-40B4-BE49-F238E27FC236}">
                <a16:creationId xmlns:a16="http://schemas.microsoft.com/office/drawing/2014/main" id="{5C1E009B-5F5E-4C8E-90D3-C053480CE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7869" y="0"/>
            <a:ext cx="1435131" cy="1080742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ky-KG" altLang="en-US" sz="6600" dirty="0">
                <a:solidFill>
                  <a:schemeClr val="bg1"/>
                </a:solidFill>
                <a:latin typeface="Impact" panose="020B0806030902050204" pitchFamily="34" charset="0"/>
              </a:rPr>
              <a:t>Г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7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162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8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6496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20" name="Rectangle 19">
            <a:hlinkClick r:id="rId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5158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3800" y="1146794"/>
            <a:ext cx="1440000" cy="132123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6931" y="1139814"/>
            <a:ext cx="1353739" cy="1335196"/>
          </a:xfrm>
          <a:prstGeom prst="rect">
            <a:avLst/>
          </a:prstGeom>
        </p:spPr>
      </p:pic>
      <p:sp>
        <p:nvSpPr>
          <p:cNvPr id="4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058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930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2" name="Rectangle 41">
            <a:hlinkClick r:id="rId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7592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9208" y="1149220"/>
            <a:ext cx="1440000" cy="132123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5002339" y="1142240"/>
            <a:ext cx="1353739" cy="1335196"/>
          </a:xfrm>
          <a:prstGeom prst="rect">
            <a:avLst/>
          </a:prstGeom>
        </p:spPr>
      </p:pic>
      <p:sp>
        <p:nvSpPr>
          <p:cNvPr id="4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9466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338" y="108926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47" name="Rectangle 46">
            <a:hlinkClick r:id="rId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53000" y="108926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400824" y="1146794"/>
            <a:ext cx="1440000" cy="132123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3955" y="1139814"/>
            <a:ext cx="1353739" cy="1335196"/>
          </a:xfrm>
          <a:prstGeom prst="rect">
            <a:avLst/>
          </a:prstGeom>
        </p:spPr>
      </p:pic>
      <p:sp>
        <p:nvSpPr>
          <p:cNvPr id="5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1082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5954" y="1086838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2" name="Rectangle 51">
            <a:hlinkClick r:id="rId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4616" y="1086838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7832" y="2582480"/>
            <a:ext cx="1440000" cy="132123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30963" y="2575500"/>
            <a:ext cx="1353739" cy="1335196"/>
          </a:xfrm>
          <a:prstGeom prst="rect">
            <a:avLst/>
          </a:prstGeom>
        </p:spPr>
      </p:pic>
      <p:sp>
        <p:nvSpPr>
          <p:cNvPr id="5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09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962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57" name="Rectangle 56">
            <a:hlinkClick r:id="rId1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81624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20266" y="2582480"/>
            <a:ext cx="1440000" cy="132123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63397" y="2575500"/>
            <a:ext cx="1353739" cy="1335196"/>
          </a:xfrm>
          <a:prstGeom prst="rect">
            <a:avLst/>
          </a:prstGeom>
        </p:spPr>
      </p:pic>
      <p:sp>
        <p:nvSpPr>
          <p:cNvPr id="6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0524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5396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2" name="Rectangle 61">
            <a:hlinkClick r:id="rId1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14058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5674" y="2584906"/>
            <a:ext cx="1440000" cy="132123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8805" y="2577926"/>
            <a:ext cx="1353739" cy="1335196"/>
          </a:xfrm>
          <a:prstGeom prst="rect">
            <a:avLst/>
          </a:prstGeom>
        </p:spPr>
      </p:pic>
      <p:sp>
        <p:nvSpPr>
          <p:cNvPr id="6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5932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0804" y="2524950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67" name="Rectangle 66">
            <a:hlinkClick r:id="rId12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9466" y="2524950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7290" y="2582480"/>
            <a:ext cx="1440000" cy="1321237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40421" y="2575500"/>
            <a:ext cx="1353739" cy="1335196"/>
          </a:xfrm>
          <a:prstGeom prst="rect">
            <a:avLst/>
          </a:prstGeom>
        </p:spPr>
      </p:pic>
      <p:sp>
        <p:nvSpPr>
          <p:cNvPr id="7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7548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420" y="2522524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2" name="Rectangle 71">
            <a:hlinkClick r:id="rId13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91082" y="2522524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82964" y="4021203"/>
            <a:ext cx="1440000" cy="1321237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6095" y="4014223"/>
            <a:ext cx="1353739" cy="1335196"/>
          </a:xfrm>
          <a:prstGeom prst="rect">
            <a:avLst/>
          </a:prstGeom>
        </p:spPr>
      </p:pic>
      <p:sp>
        <p:nvSpPr>
          <p:cNvPr id="7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22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094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77" name="Rectangle 76">
            <a:hlinkClick r:id="rId14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6756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5398" y="4021203"/>
            <a:ext cx="1440000" cy="132123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8529" y="4014223"/>
            <a:ext cx="1353739" cy="1335196"/>
          </a:xfrm>
          <a:prstGeom prst="rect">
            <a:avLst/>
          </a:prstGeom>
        </p:spPr>
      </p:pic>
      <p:sp>
        <p:nvSpPr>
          <p:cNvPr id="8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5656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0528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2" name="Rectangle 81">
            <a:hlinkClick r:id="rId15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9190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3" name="Picture 8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50806" y="4023629"/>
            <a:ext cx="1440000" cy="132123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3937" y="4016649"/>
            <a:ext cx="1353739" cy="1335196"/>
          </a:xfrm>
          <a:prstGeom prst="rect">
            <a:avLst/>
          </a:prstGeom>
        </p:spPr>
      </p:pic>
      <p:sp>
        <p:nvSpPr>
          <p:cNvPr id="8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64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5936" y="3963673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87" name="Rectangle 86">
            <a:hlinkClick r:id="rId16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4598" y="3963673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88" name="Picture 8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92422" y="4021203"/>
            <a:ext cx="1440000" cy="1321237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5553" y="4014223"/>
            <a:ext cx="1353739" cy="1335196"/>
          </a:xfrm>
          <a:prstGeom prst="rect">
            <a:avLst/>
          </a:prstGeom>
        </p:spPr>
      </p:pic>
      <p:sp>
        <p:nvSpPr>
          <p:cNvPr id="9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2680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7552" y="3961247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2" name="Rectangle 91">
            <a:hlinkClick r:id="rId17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6214" y="3961247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2079430" y="5462985"/>
            <a:ext cx="1440000" cy="132123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2122561" y="5456005"/>
            <a:ext cx="1353739" cy="1335196"/>
          </a:xfrm>
          <a:prstGeom prst="rect">
            <a:avLst/>
          </a:prstGeom>
        </p:spPr>
      </p:pic>
      <p:sp>
        <p:nvSpPr>
          <p:cNvPr id="9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68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4560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97" name="Rectangle 96">
            <a:hlinkClick r:id="rId18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2073222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3511864" y="5462985"/>
            <a:ext cx="1440000" cy="1321237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3554995" y="5456005"/>
            <a:ext cx="1353739" cy="1335196"/>
          </a:xfrm>
          <a:prstGeom prst="rect">
            <a:avLst/>
          </a:prstGeom>
        </p:spPr>
      </p:pic>
      <p:sp>
        <p:nvSpPr>
          <p:cNvPr id="10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122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6994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2" name="Rectangle 101">
            <a:hlinkClick r:id="rId19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3505656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4947272" y="5465411"/>
            <a:ext cx="1440000" cy="132123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4990403" y="5458431"/>
            <a:ext cx="1353739" cy="1335196"/>
          </a:xfrm>
          <a:prstGeom prst="rect">
            <a:avLst/>
          </a:prstGeom>
        </p:spPr>
      </p:pic>
      <p:sp>
        <p:nvSpPr>
          <p:cNvPr id="105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530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6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2402" y="5405455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07" name="Rectangle 106">
            <a:hlinkClick r:id="rId20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4941064" y="5405455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3F2D66DB-7876-44EA-9C5B-36830F80C0F6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" t="6045" r="3104" b="6222"/>
          <a:stretch/>
        </p:blipFill>
        <p:spPr>
          <a:xfrm>
            <a:off x="6388888" y="5462985"/>
            <a:ext cx="1440000" cy="1321237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F5590176-A48F-4F24-8DE7-5227B96CAF1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9" t="628" r="16037" b="2986"/>
          <a:stretch/>
        </p:blipFill>
        <p:spPr>
          <a:xfrm>
            <a:off x="6432019" y="5456005"/>
            <a:ext cx="1353739" cy="1335196"/>
          </a:xfrm>
          <a:prstGeom prst="rect">
            <a:avLst/>
          </a:prstGeom>
        </p:spPr>
      </p:pic>
      <p:sp>
        <p:nvSpPr>
          <p:cNvPr id="110" name="AutoShape 85">
            <a:extLst>
              <a:ext uri="{FF2B5EF4-FFF2-40B4-BE49-F238E27FC236}">
                <a16:creationId xmlns:a16="http://schemas.microsoft.com/office/drawing/2014/main" id="{BCDBE527-57FF-47DB-AA80-BA5A3059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146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0">
                <a:schemeClr val="bg1">
                  <a:alpha val="0"/>
                </a:schemeClr>
              </a:gs>
              <a:gs pos="56000">
                <a:srgbClr val="FF5050">
                  <a:alpha val="54999"/>
                </a:srgb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1" name="AutoShape 86">
            <a:extLst>
              <a:ext uri="{FF2B5EF4-FFF2-40B4-BE49-F238E27FC236}">
                <a16:creationId xmlns:a16="http://schemas.microsoft.com/office/drawing/2014/main" id="{7218EE7D-9473-4824-A62A-4724E4457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4018" y="5403029"/>
            <a:ext cx="720000" cy="1440000"/>
          </a:xfrm>
          <a:prstGeom prst="roundRect">
            <a:avLst>
              <a:gd name="adj" fmla="val 30458"/>
            </a:avLst>
          </a:prstGeom>
          <a:gradFill rotWithShape="1">
            <a:gsLst>
              <a:gs pos="41000">
                <a:srgbClr val="00B0F0">
                  <a:alpha val="54902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GB" altLang="en-US" sz="4800"/>
          </a:p>
        </p:txBody>
      </p:sp>
      <p:sp>
        <p:nvSpPr>
          <p:cNvPr id="112" name="Rectangle 111">
            <a:hlinkClick r:id="rId21" action="ppaction://hlinksldjump"/>
            <a:extLst>
              <a:ext uri="{FF2B5EF4-FFF2-40B4-BE49-F238E27FC236}">
                <a16:creationId xmlns:a16="http://schemas.microsoft.com/office/drawing/2014/main" id="{17D7FC88-BFFA-43C6-B1DA-5BA00B667A84}"/>
              </a:ext>
            </a:extLst>
          </p:cNvPr>
          <p:cNvSpPr/>
          <p:nvPr/>
        </p:nvSpPr>
        <p:spPr>
          <a:xfrm>
            <a:off x="6382680" y="5403029"/>
            <a:ext cx="1440000" cy="1440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grpSp>
        <p:nvGrpSpPr>
          <p:cNvPr id="5" name="Group 4"/>
          <p:cNvGrpSpPr/>
          <p:nvPr/>
        </p:nvGrpSpPr>
        <p:grpSpPr>
          <a:xfrm>
            <a:off x="3509776" y="5545390"/>
            <a:ext cx="2872740" cy="1134000"/>
            <a:chOff x="3509776" y="5337040"/>
            <a:chExt cx="2872740" cy="1134000"/>
          </a:xfrm>
        </p:grpSpPr>
        <p:sp>
          <p:nvSpPr>
            <p:cNvPr id="122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277520" y="5389180"/>
            <a:ext cx="5440006" cy="11430"/>
            <a:chOff x="2277520" y="5180830"/>
            <a:chExt cx="5440006" cy="11430"/>
          </a:xfrm>
        </p:grpSpPr>
        <p:sp>
          <p:nvSpPr>
            <p:cNvPr id="11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2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518561" y="4079920"/>
            <a:ext cx="2872740" cy="1134000"/>
            <a:chOff x="3509776" y="5337040"/>
            <a:chExt cx="2872740" cy="1134000"/>
          </a:xfrm>
        </p:grpSpPr>
        <p:sp>
          <p:nvSpPr>
            <p:cNvPr id="12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2" name="Group 131"/>
          <p:cNvGrpSpPr/>
          <p:nvPr/>
        </p:nvGrpSpPr>
        <p:grpSpPr>
          <a:xfrm>
            <a:off x="2277520" y="3945190"/>
            <a:ext cx="5440006" cy="11430"/>
            <a:chOff x="2277520" y="5180830"/>
            <a:chExt cx="5440006" cy="11430"/>
          </a:xfrm>
        </p:grpSpPr>
        <p:sp>
          <p:nvSpPr>
            <p:cNvPr id="13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6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37" name="Group 136"/>
          <p:cNvGrpSpPr/>
          <p:nvPr/>
        </p:nvGrpSpPr>
        <p:grpSpPr>
          <a:xfrm>
            <a:off x="2277520" y="2512630"/>
            <a:ext cx="5440006" cy="11430"/>
            <a:chOff x="2277520" y="5180830"/>
            <a:chExt cx="5440006" cy="11430"/>
          </a:xfrm>
        </p:grpSpPr>
        <p:sp>
          <p:nvSpPr>
            <p:cNvPr id="13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7520" y="518464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3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460" y="518083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0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8830" y="519226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1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82820" y="5188450"/>
              <a:ext cx="1134706" cy="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3518561" y="2609260"/>
            <a:ext cx="2872740" cy="1134000"/>
            <a:chOff x="3509776" y="5337040"/>
            <a:chExt cx="2872740" cy="1134000"/>
          </a:xfrm>
        </p:grpSpPr>
        <p:sp>
          <p:nvSpPr>
            <p:cNvPr id="143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4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5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grpSp>
        <p:nvGrpSpPr>
          <p:cNvPr id="146" name="Group 145"/>
          <p:cNvGrpSpPr/>
          <p:nvPr/>
        </p:nvGrpSpPr>
        <p:grpSpPr>
          <a:xfrm>
            <a:off x="3520440" y="1192912"/>
            <a:ext cx="2872740" cy="1134000"/>
            <a:chOff x="3509776" y="5337040"/>
            <a:chExt cx="2872740" cy="1134000"/>
          </a:xfrm>
        </p:grpSpPr>
        <p:sp>
          <p:nvSpPr>
            <p:cNvPr id="147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977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8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233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  <p:sp>
          <p:nvSpPr>
            <p:cNvPr id="149" name="Line 64">
              <a:extLst>
                <a:ext uri="{FF2B5EF4-FFF2-40B4-BE49-F238E27FC236}">
                  <a16:creationId xmlns:a16="http://schemas.microsoft.com/office/drawing/2014/main" id="{41070F33-0622-49A3-A481-C1A996CD47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82516" y="5337040"/>
              <a:ext cx="0" cy="1134000"/>
            </a:xfrm>
            <a:prstGeom prst="line">
              <a:avLst/>
            </a:prstGeom>
            <a:noFill/>
            <a:ln w="76200" cap="rnd">
              <a:solidFill>
                <a:schemeClr val="bg1">
                  <a:lumMod val="65000"/>
                </a:schemeClr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sz="2400"/>
            </a:p>
          </p:txBody>
        </p:sp>
      </p:grpSp>
      <p:sp>
        <p:nvSpPr>
          <p:cNvPr id="150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2521504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1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3962266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2" name="Text Box 224">
            <a:extLst>
              <a:ext uri="{FF2B5EF4-FFF2-40B4-BE49-F238E27FC236}">
                <a16:creationId xmlns:a16="http://schemas.microsoft.com/office/drawing/2014/main" id="{6B82ABC4-13E1-417B-A5C8-8384F4DDB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7" y="5403029"/>
            <a:ext cx="2072998" cy="1440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20000">
                <a:srgbClr val="000040"/>
              </a:gs>
              <a:gs pos="50000">
                <a:srgbClr val="400040"/>
              </a:gs>
              <a:gs pos="75000">
                <a:srgbClr val="8F0040"/>
              </a:gs>
              <a:gs pos="89999">
                <a:srgbClr val="F27300"/>
              </a:gs>
              <a:gs pos="100000">
                <a:srgbClr val="FFBF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7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1080742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8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2521504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59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3962266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60" name="Text Box 218">
            <a:extLst>
              <a:ext uri="{FF2B5EF4-FFF2-40B4-BE49-F238E27FC236}">
                <a16:creationId xmlns:a16="http://schemas.microsoft.com/office/drawing/2014/main" id="{BD48BAEC-5575-43D3-901D-B778CB8B4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296" y="5403029"/>
            <a:ext cx="2073600" cy="1440000"/>
          </a:xfrm>
          <a:prstGeom prst="rect">
            <a:avLst/>
          </a:prstGeom>
          <a:gradFill rotWithShape="1">
            <a:gsLst>
              <a:gs pos="0">
                <a:srgbClr val="FFBF00"/>
              </a:gs>
              <a:gs pos="10001">
                <a:srgbClr val="F27300"/>
              </a:gs>
              <a:gs pos="25000">
                <a:srgbClr val="8F0040"/>
              </a:gs>
              <a:gs pos="50000">
                <a:srgbClr val="400040"/>
              </a:gs>
              <a:gs pos="80000">
                <a:srgbClr val="000040"/>
              </a:gs>
              <a:gs pos="100000">
                <a:srgbClr val="000000"/>
              </a:gs>
            </a:gsLst>
            <a:lin ang="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 anchorCtr="1"/>
          <a:lstStyle>
            <a:lvl1pPr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1pPr>
            <a:lvl2pPr marL="742950" indent="-28575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2pPr>
            <a:lvl3pPr marL="11430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3pPr>
            <a:lvl4pPr marL="16002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4pPr>
            <a:lvl5pPr marL="2057400" indent="-228600" algn="ctr"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rgbClr val="FF0000"/>
                </a:solidFill>
                <a:latin typeface="Castellar" panose="020A0402060406010301" pitchFamily="18" charset="0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6600" dirty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en-US" altLang="en-US" sz="66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62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7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0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1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7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3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4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1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5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5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69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0" fill="hold">
                      <p:stCondLst>
                        <p:cond delay="0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7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7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92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1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0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22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7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31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seq concurrent="1" nextAc="seek">
              <p:cTn id="247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55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5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5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2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69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7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6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seq concurrent="1" nextAc="seek">
              <p:cTn id="286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7" fill="hold">
                      <p:stCondLst>
                        <p:cond delay="0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3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94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9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5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6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7" dur="2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8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0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2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1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325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6" fill="hold">
                      <p:stCondLst>
                        <p:cond delay="0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2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3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4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3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2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47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6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36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5" fill="hold">
                      <p:stCondLst>
                        <p:cond delay="0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9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0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1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72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73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6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378" restart="whenNotActive" fill="hold" evtFilter="cancelBubble" nodeType="interactiveSeq">
                <p:stCondLst>
                  <p:cond evt="onClick" delay="0">
                    <p:tgtEl>
                      <p:spTgt spid="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9" fill="hold">
                      <p:stCondLst>
                        <p:cond delay="0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3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2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5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86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8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0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7"/>
                  </p:tgtEl>
                </p:cond>
              </p:nextCondLst>
            </p:seq>
            <p:seq concurrent="1" nextAc="seek">
              <p:cTn id="403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4" fill="hold">
                      <p:stCondLst>
                        <p:cond delay="0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8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2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11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2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15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2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4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25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2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8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6"/>
                  </p:tgtEl>
                </p:cond>
              </p:nextCondLst>
            </p:seq>
            <p:seq concurrent="1" nextAc="seek">
              <p:cTn id="431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2" fill="hold">
                      <p:stCondLst>
                        <p:cond delay="0"/>
                      </p:stCondLst>
                      <p:childTnLst>
                        <p:par>
                          <p:cTn id="433" fill="hold">
                            <p:stCondLst>
                              <p:cond delay="0"/>
                            </p:stCondLst>
                            <p:childTnLst>
                              <p:par>
                                <p:cTn id="4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44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7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8" dur="2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9" dur="2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50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1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5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1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2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3" dur="2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64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7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1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6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7" dur="2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8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9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0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9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"/>
                  </p:tgtEl>
                </p:cond>
              </p:nextCondLst>
            </p:seq>
            <p:seq concurrent="1" nextAc="seek">
              <p:cTn id="495" restart="whenNotActive" fill="hold" evtFilter="cancelBubble" nodeType="interactiveSeq">
                <p:stCondLst>
                  <p:cond evt="onClick" delay="0">
                    <p:tgtEl>
                      <p:spTgt spid="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0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1" dur="2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2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9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03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0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6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7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"/>
                  </p:tgtEl>
                </p:cond>
              </p:nextCondLst>
            </p:seq>
            <p:seq concurrent="1" nextAc="seek">
              <p:cTn id="520" restart="whenNotActive" fill="hold" evtFilter="cancelBubble" nodeType="interactiveSeq">
                <p:stCondLst>
                  <p:cond evt="onClick" delay="0">
                    <p:tgtEl>
                      <p:spTgt spid="1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1" fill="hold">
                      <p:stCondLst>
                        <p:cond delay="0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5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6" dur="2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7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28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29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1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3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0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9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0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1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3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2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43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5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6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1"/>
                  </p:tgtEl>
                </p:cond>
              </p:nextCondLst>
            </p:seq>
            <p:seq concurrent="1" nextAc="seek">
              <p:cTn id="54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9" fill="hold">
                      <p:stCondLst>
                        <p:cond delay="0"/>
                      </p:stCondLst>
                      <p:childTnLst>
                        <p:par>
                          <p:cTn id="550" fill="hold">
                            <p:stCondLst>
                              <p:cond delay="0"/>
                            </p:stCondLst>
                            <p:childTnLst>
                              <p:par>
                                <p:cTn id="55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seq concurrent="1" nextAc="seek">
              <p:cTn id="559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0" fill="hold">
                      <p:stCondLst>
                        <p:cond delay="0"/>
                      </p:stCondLst>
                      <p:childTnLst>
                        <p:par>
                          <p:cTn id="561" fill="hold">
                            <p:stCondLst>
                              <p:cond delay="0"/>
                            </p:stCondLst>
                            <p:childTnLst>
                              <p:par>
                                <p:cTn id="5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4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5" dur="2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6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6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8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0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71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8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9" dur="2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81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582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85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587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4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59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9" fill="hold">
                      <p:stCondLst>
                        <p:cond delay="0"/>
                      </p:stCondLst>
                      <p:childTnLst>
                        <p:par>
                          <p:cTn id="600" fill="hold">
                            <p:stCondLst>
                              <p:cond delay="0"/>
                            </p:stCondLst>
                            <p:childTnLst>
                              <p:par>
                                <p:cTn id="60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3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4" dur="2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5" dur="2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arge2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06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7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10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612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7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8" dur="2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9" dur="2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robomov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620" presetID="22" presetClass="exit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21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22" presetClass="exit" presetSubtype="8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24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7" grpId="2" animBg="1"/>
      <p:bldP spid="18" grpId="0" animBg="1"/>
      <p:bldP spid="18" grpId="1" animBg="1"/>
      <p:bldP spid="18" grpId="2" animBg="1"/>
      <p:bldP spid="20" grpId="0" animBg="1"/>
      <p:bldP spid="40" grpId="0" animBg="1"/>
      <p:bldP spid="40" grpId="1" animBg="1"/>
      <p:bldP spid="40" grpId="2" animBg="1"/>
      <p:bldP spid="41" grpId="0" animBg="1"/>
      <p:bldP spid="41" grpId="1" animBg="1"/>
      <p:bldP spid="41" grpId="2" animBg="1"/>
      <p:bldP spid="42" grpId="0" animBg="1"/>
      <p:bldP spid="45" grpId="0" animBg="1"/>
      <p:bldP spid="45" grpId="1" animBg="1"/>
      <p:bldP spid="45" grpId="2" animBg="1"/>
      <p:bldP spid="46" grpId="0" animBg="1"/>
      <p:bldP spid="46" grpId="1" animBg="1"/>
      <p:bldP spid="46" grpId="2" animBg="1"/>
      <p:bldP spid="47" grpId="0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2" grpId="0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2" grpId="0" animBg="1"/>
      <p:bldP spid="65" grpId="0" animBg="1"/>
      <p:bldP spid="65" grpId="1" animBg="1"/>
      <p:bldP spid="65" grpId="2" animBg="1"/>
      <p:bldP spid="66" grpId="0" animBg="1"/>
      <p:bldP spid="66" grpId="1" animBg="1"/>
      <p:bldP spid="66" grpId="2" animBg="1"/>
      <p:bldP spid="67" grpId="0" animBg="1"/>
      <p:bldP spid="70" grpId="0" animBg="1"/>
      <p:bldP spid="70" grpId="1" animBg="1"/>
      <p:bldP spid="70" grpId="2" animBg="1"/>
      <p:bldP spid="71" grpId="0" animBg="1"/>
      <p:bldP spid="71" grpId="1" animBg="1"/>
      <p:bldP spid="71" grpId="2" animBg="1"/>
      <p:bldP spid="72" grpId="0" animBg="1"/>
      <p:bldP spid="75" grpId="0" animBg="1"/>
      <p:bldP spid="75" grpId="1" animBg="1"/>
      <p:bldP spid="75" grpId="2" animBg="1"/>
      <p:bldP spid="76" grpId="0" animBg="1"/>
      <p:bldP spid="76" grpId="1" animBg="1"/>
      <p:bldP spid="76" grpId="2" animBg="1"/>
      <p:bldP spid="77" grpId="0" animBg="1"/>
      <p:bldP spid="80" grpId="0" animBg="1"/>
      <p:bldP spid="80" grpId="1" animBg="1"/>
      <p:bldP spid="80" grpId="2" animBg="1"/>
      <p:bldP spid="81" grpId="0" animBg="1"/>
      <p:bldP spid="81" grpId="1" animBg="1"/>
      <p:bldP spid="81" grpId="2" animBg="1"/>
      <p:bldP spid="82" grpId="0" animBg="1"/>
      <p:bldP spid="85" grpId="0" animBg="1"/>
      <p:bldP spid="85" grpId="1" animBg="1"/>
      <p:bldP spid="85" grpId="2" animBg="1"/>
      <p:bldP spid="86" grpId="0" animBg="1"/>
      <p:bldP spid="86" grpId="1" animBg="1"/>
      <p:bldP spid="86" grpId="2" animBg="1"/>
      <p:bldP spid="87" grpId="0" animBg="1"/>
      <p:bldP spid="90" grpId="0" animBg="1"/>
      <p:bldP spid="90" grpId="1" animBg="1"/>
      <p:bldP spid="90" grpId="2" animBg="1"/>
      <p:bldP spid="91" grpId="0" animBg="1"/>
      <p:bldP spid="91" grpId="1" animBg="1"/>
      <p:bldP spid="91" grpId="2" animBg="1"/>
      <p:bldP spid="92" grpId="0" animBg="1"/>
      <p:bldP spid="95" grpId="0" animBg="1"/>
      <p:bldP spid="95" grpId="1" animBg="1"/>
      <p:bldP spid="95" grpId="2" animBg="1"/>
      <p:bldP spid="96" grpId="0" animBg="1"/>
      <p:bldP spid="96" grpId="1" animBg="1"/>
      <p:bldP spid="96" grpId="2" animBg="1"/>
      <p:bldP spid="97" grpId="0" animBg="1"/>
      <p:bldP spid="100" grpId="0" animBg="1"/>
      <p:bldP spid="100" grpId="1" animBg="1"/>
      <p:bldP spid="100" grpId="2" animBg="1"/>
      <p:bldP spid="101" grpId="0" animBg="1"/>
      <p:bldP spid="101" grpId="1" animBg="1"/>
      <p:bldP spid="101" grpId="2" animBg="1"/>
      <p:bldP spid="102" grpId="0" animBg="1"/>
      <p:bldP spid="105" grpId="0" animBg="1"/>
      <p:bldP spid="105" grpId="1" animBg="1"/>
      <p:bldP spid="105" grpId="2" animBg="1"/>
      <p:bldP spid="106" grpId="0" animBg="1"/>
      <p:bldP spid="106" grpId="1" animBg="1"/>
      <p:bldP spid="106" grpId="2" animBg="1"/>
      <p:bldP spid="107" grpId="0" animBg="1"/>
      <p:bldP spid="110" grpId="0" animBg="1"/>
      <p:bldP spid="110" grpId="1" animBg="1"/>
      <p:bldP spid="110" grpId="2" animBg="1"/>
      <p:bldP spid="111" grpId="0" animBg="1"/>
      <p:bldP spid="111" grpId="1" animBg="1"/>
      <p:bldP spid="111" grpId="2" animBg="1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hlinkClick r:id="" action="ppaction://hlinkshowjump?jump=previousslide"/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2020744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4F11A3-6BDF-4576-8F10-5746C52DEFB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F7E414-D6D6-4AA7-985B-BD86C4FF451C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2F592-9DC5-4E06-9DA7-B40E0BE75FFC}"/>
              </a:ext>
            </a:extLst>
          </p:cNvPr>
          <p:cNvSpPr txBox="1"/>
          <p:nvPr/>
        </p:nvSpPr>
        <p:spPr>
          <a:xfrm>
            <a:off x="3769823" y="2198789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5,73</a:t>
            </a:r>
          </a:p>
        </p:txBody>
      </p:sp>
    </p:spTree>
    <p:extLst>
      <p:ext uri="{BB962C8B-B14F-4D97-AF65-F5344CB8AC3E}">
        <p14:creationId xmlns:p14="http://schemas.microsoft.com/office/powerpoint/2010/main" val="2630427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8942DED-F4EE-4F38-BE65-1FFC47F3F13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69BF2-AD00-445F-BA30-5E3DC7B37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70298BA-7C69-4511-9885-38947D41A0AF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CDFBFEB-B286-45BB-835F-50D089CE48D6}"/>
              </a:ext>
            </a:extLst>
          </p:cNvPr>
          <p:cNvSpPr/>
          <p:nvPr/>
        </p:nvSpPr>
        <p:spPr>
          <a:xfrm>
            <a:off x="2030392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9/1000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D9C268-BCA4-4C5B-9029-BB1074F432D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FB978-22FF-4437-9697-FCFC28BDB98C}"/>
              </a:ext>
            </a:extLst>
          </p:cNvPr>
          <p:cNvSpPr txBox="1"/>
          <p:nvPr/>
        </p:nvSpPr>
        <p:spPr>
          <a:xfrm>
            <a:off x="3458038" y="2198789"/>
            <a:ext cx="29899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6,319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471B68-5939-3331-B248-9E45A666099F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 </a:t>
            </a:r>
            <a:r>
              <a:rPr lang="en-US" sz="3200" b="1" dirty="0"/>
              <a:t>9</a:t>
            </a:r>
            <a:r>
              <a:rPr lang="ru-RU" sz="3200" b="1" dirty="0"/>
              <a:t>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58641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65E01ACF-7C6F-400B-822F-D6F2B90355AF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73D047-951B-499C-8B0B-ADE07A6785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35849F7-13A3-41F4-8C17-6C913EDF8941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B8B9221-30DA-4292-928F-35DE32DB7D97}"/>
              </a:ext>
            </a:extLst>
          </p:cNvPr>
          <p:cNvSpPr/>
          <p:nvPr/>
        </p:nvSpPr>
        <p:spPr>
          <a:xfrm>
            <a:off x="2020744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29/100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26FC2A-B260-4864-8BCB-90C28DD37FF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A4417-58D9-45B1-AD27-7D18E7895793}"/>
              </a:ext>
            </a:extLst>
          </p:cNvPr>
          <p:cNvSpPr txBox="1"/>
          <p:nvPr/>
        </p:nvSpPr>
        <p:spPr>
          <a:xfrm>
            <a:off x="3146254" y="2198789"/>
            <a:ext cx="3613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7,2913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E510F4-3101-F26C-DEB8-8FD57DBE9F8C}"/>
              </a:ext>
            </a:extLst>
          </p:cNvPr>
          <p:cNvSpPr txBox="1"/>
          <p:nvPr/>
        </p:nvSpPr>
        <p:spPr>
          <a:xfrm>
            <a:off x="1564882" y="584352"/>
            <a:ext cx="67665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en-US" sz="3200" b="1" dirty="0"/>
              <a:t>2 </a:t>
            </a:r>
            <a:r>
              <a:rPr lang="ky-KG" sz="3200" b="1" dirty="0"/>
              <a:t>жана 9</a:t>
            </a:r>
            <a:r>
              <a:rPr lang="ru-RU" sz="3200" b="1" dirty="0"/>
              <a:t> сандары </a:t>
            </a:r>
          </a:p>
          <a:p>
            <a:pPr algn="ctr"/>
            <a:r>
              <a:rPr lang="ru-RU" sz="3200" dirty="0"/>
              <a:t>кандай маанилерге(үлүшкө)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54459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EACA2938-B6ED-4751-9979-21333F838B3C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27D869-4B85-49CF-8BDB-216A0B06B1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CF6119F-D903-4BE9-9033-16E4CE131570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6E64E3D-1C99-4673-BB45-09427CDDD552}"/>
              </a:ext>
            </a:extLst>
          </p:cNvPr>
          <p:cNvSpPr/>
          <p:nvPr/>
        </p:nvSpPr>
        <p:spPr>
          <a:xfrm>
            <a:off x="2035216" y="5550502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3866F8-C900-4CCB-BE35-F237F2C6C99C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97D7A0-5CF7-4F11-9667-99B7982E9E07}"/>
              </a:ext>
            </a:extLst>
          </p:cNvPr>
          <p:cNvSpPr txBox="1"/>
          <p:nvPr/>
        </p:nvSpPr>
        <p:spPr>
          <a:xfrm>
            <a:off x="3458038" y="2198789"/>
            <a:ext cx="29899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0,173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FAEAD-77D0-3EB0-8907-0903EF7E75B7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20709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CFBAFC9-1E79-4611-BDF0-32AB4477B378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961BB-1560-45EE-9479-A49F2E2DD4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14304282-E1B8-4B55-B9F5-E3F4908DD56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DBF6ED3D-B5FD-4595-8B2C-56C707E35365}"/>
              </a:ext>
            </a:extLst>
          </p:cNvPr>
          <p:cNvSpPr/>
          <p:nvPr/>
        </p:nvSpPr>
        <p:spPr>
          <a:xfrm>
            <a:off x="2035216" y="558225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BFC576-38E4-4AB9-8617-4DFC43D094F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2B1DF5-F021-405C-B7B4-5F3A519B7382}"/>
              </a:ext>
            </a:extLst>
          </p:cNvPr>
          <p:cNvSpPr txBox="1"/>
          <p:nvPr/>
        </p:nvSpPr>
        <p:spPr>
          <a:xfrm>
            <a:off x="2834470" y="2198789"/>
            <a:ext cx="42370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12,7358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84B0B-00D6-6A0A-1643-584E641721F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3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4837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63A3AC2-9CD0-4132-A16F-1981CA0A4512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E5F296-742B-4B7E-A933-1907B0089C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665AC10E-A22D-4C41-B030-3E47E1E21DAC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90A63B87-20AC-4E86-9801-1F694BCE0E0E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2A53BB-7AB6-4381-847A-AF1E960288B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CDADDD-37EC-44DC-A11F-FD1DC8B16D25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4,0172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42A7DD-1A2E-9BEE-3461-D0C593A41FC2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16624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FDB7CAF3-60CB-45DE-A932-DEA901595220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7115F0-5210-4429-87FB-95E2B9CF44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431BAAF-B3D0-4EA8-A574-6861C1704862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2910249-08AE-4FFE-8093-26B22D22B58C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3/10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C790D4C-3233-49BC-9A4D-39AC4CCB299F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09745A-8B66-4458-B186-9ADC0CD8CBE2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10,305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E72C3-6C61-05A1-6F57-2B29990006B6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3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652305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34B818B-A4C3-4F0D-9C84-FF53906252B5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917D4-38F4-4AD1-98BD-765BBF3C34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B1CFB9C-C1CC-4EEF-A111-F539FE4AF105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81EC2F06-88EE-4D82-8F2E-5393ADD21AD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73/1000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03DBDE-3596-4FBC-98BC-F507B0740626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CE0EE9-9CD9-45C7-A114-E6A87AF53689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0,2738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28803E-8ADC-8BDA-A968-39C7E36AC760}"/>
              </a:ext>
            </a:extLst>
          </p:cNvPr>
          <p:cNvSpPr txBox="1"/>
          <p:nvPr/>
        </p:nvSpPr>
        <p:spPr>
          <a:xfrm>
            <a:off x="1564883" y="584352"/>
            <a:ext cx="6766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жана 3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03960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52F50AB1-AF87-4B03-941F-A008237993E4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3187E-288C-42BE-B699-0213A6B4BF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A36A2A6A-9D72-456C-B0CD-72F9A28F439D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53928741-D0EE-4BA5-A582-369AFE3B67B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16CEF0F-C20E-443D-AF5F-AFDCDCB152D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/>
              <a:t>What value do the</a:t>
            </a:r>
          </a:p>
          <a:p>
            <a:pPr algn="ctr"/>
            <a:r>
              <a:rPr lang="en-GB" sz="2000"/>
              <a:t>digits 7 &amp; 3 have in this number?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00CEC-ECFE-410F-9B6D-34C959C00BA8}"/>
              </a:ext>
            </a:extLst>
          </p:cNvPr>
          <p:cNvSpPr txBox="1"/>
          <p:nvPr/>
        </p:nvSpPr>
        <p:spPr>
          <a:xfrm>
            <a:off x="3146255" y="2198789"/>
            <a:ext cx="36134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15,018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921E7E-0909-B64D-EB18-8C2F9A3CC4B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13036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0D05F5F2-2061-4287-81CF-0930BDCB666B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B2106F-9041-4026-A6F2-592FE1ECF8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9C745E6-95EA-4B53-93C7-D9CB409D92D3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60D3F78A-50B0-497F-9EC4-9E22870BC121}"/>
              </a:ext>
            </a:extLst>
          </p:cNvPr>
          <p:cNvSpPr/>
          <p:nvPr/>
        </p:nvSpPr>
        <p:spPr>
          <a:xfrm>
            <a:off x="2035216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9/1000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EA130C-1853-4769-9E11-B88B9AA56B3C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4D102-E076-441E-861C-A0885B9CA2F5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6,3591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D6E68-A21C-AEE1-219C-7FA06E862768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9</a:t>
            </a:r>
            <a:r>
              <a:rPr lang="ru-RU" sz="3200" b="1" dirty="0"/>
              <a:t>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41914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C29A4A6-87B3-43BD-9194-EF3614F06200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78AEDE-FF17-44D5-A818-8AE52BE613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6EDCE5F-2C4F-45FB-8873-F16E4B9644ED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6917EF8-2D7E-427F-A55C-BD4E6070F168}"/>
              </a:ext>
            </a:extLst>
          </p:cNvPr>
          <p:cNvSpPr/>
          <p:nvPr/>
        </p:nvSpPr>
        <p:spPr>
          <a:xfrm>
            <a:off x="2020744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0/10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9B5579-E860-4607-B79B-DEEE767D79C1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3BE00-39F4-4D01-AE44-22A809946774}"/>
              </a:ext>
            </a:extLst>
          </p:cNvPr>
          <p:cNvSpPr txBox="1"/>
          <p:nvPr/>
        </p:nvSpPr>
        <p:spPr>
          <a:xfrm>
            <a:off x="2834470" y="2198789"/>
            <a:ext cx="42370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65,0177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F357A0-50CF-1377-B0F2-7A9F44992443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0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93529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4042A76-2159-49DB-ACA3-68055B89770A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59726-D035-492B-B3FA-F3E307916A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F129A38D-E68B-4395-8AB6-7769154C6A9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047229E1-BBD6-4A9F-B0AA-F4CCB6759A0B}"/>
              </a:ext>
            </a:extLst>
          </p:cNvPr>
          <p:cNvSpPr/>
          <p:nvPr/>
        </p:nvSpPr>
        <p:spPr>
          <a:xfrm>
            <a:off x="2020744" y="5572093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13/1000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CF60CD-5DCF-4392-98FB-6CA4E98C726E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68443-B91E-4D7E-9E25-6018349C6076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7,9132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4E2C2-920A-27A4-2A3F-7BD7BD277DA5}"/>
              </a:ext>
            </a:extLst>
          </p:cNvPr>
          <p:cNvSpPr txBox="1"/>
          <p:nvPr/>
        </p:nvSpPr>
        <p:spPr>
          <a:xfrm>
            <a:off x="1808723" y="650920"/>
            <a:ext cx="676659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жана 3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23023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6C58AC9-6D8A-4518-B28C-5CB917CA4153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8C99B-E752-48C9-A0C0-13DB32BD4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E89A01CA-BE6C-465A-99D1-A717622C9787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BDFAE581-4D7A-42ED-8370-05F62286EED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6/100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1ECF48-B16F-4B1C-B9E4-CC185A3249F3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51E85-8CB7-4804-8808-CBC9D772EA76}"/>
              </a:ext>
            </a:extLst>
          </p:cNvPr>
          <p:cNvSpPr txBox="1"/>
          <p:nvPr/>
        </p:nvSpPr>
        <p:spPr>
          <a:xfrm>
            <a:off x="3146254" y="2198789"/>
            <a:ext cx="36134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7,1642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CE1E4-F744-06EA-24C2-DF8CDE98950E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6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53114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D8969EC4-F27C-4EE7-A19D-C29966A949EC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EB668D-18A1-44C3-AC74-B04E84A8B3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D5B97287-EFAA-4F2E-9C42-0DC8274C721A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CC27C06-3D45-445A-A73E-38B1678A6B79}"/>
              </a:ext>
            </a:extLst>
          </p:cNvPr>
          <p:cNvSpPr/>
          <p:nvPr/>
        </p:nvSpPr>
        <p:spPr>
          <a:xfrm>
            <a:off x="2020744" y="5559122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15/100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45F1BD-BEA5-4876-928A-6315EF906BC7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4A10A-8C8F-4E85-9528-1495F1852C01}"/>
              </a:ext>
            </a:extLst>
          </p:cNvPr>
          <p:cNvSpPr txBox="1"/>
          <p:nvPr/>
        </p:nvSpPr>
        <p:spPr>
          <a:xfrm>
            <a:off x="2522686" y="2198789"/>
            <a:ext cx="48606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0,153822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EEF98-D6CD-A071-862D-565F744EE29C}"/>
              </a:ext>
            </a:extLst>
          </p:cNvPr>
          <p:cNvSpPr txBox="1"/>
          <p:nvPr/>
        </p:nvSpPr>
        <p:spPr>
          <a:xfrm>
            <a:off x="1463093" y="584352"/>
            <a:ext cx="697017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1 жана 5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87624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83684459-5D7D-4E60-8FCC-5E7CCDC5197A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E95F3-682A-4678-B2D4-B24DDFB7E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8D4B6BA3-FBAB-4311-B51A-28ADB8D974B4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A0A07372-51F1-4980-8AF6-7F8620C2484D}"/>
              </a:ext>
            </a:extLst>
          </p:cNvPr>
          <p:cNvSpPr/>
          <p:nvPr/>
        </p:nvSpPr>
        <p:spPr>
          <a:xfrm>
            <a:off x="2035216" y="5559425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28/100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6AAB0F-6869-4288-85EE-D88DAD52964D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7E5893-4F0D-4764-B16C-EB558622947A}"/>
              </a:ext>
            </a:extLst>
          </p:cNvPr>
          <p:cNvSpPr txBox="1"/>
          <p:nvPr/>
        </p:nvSpPr>
        <p:spPr>
          <a:xfrm>
            <a:off x="2522686" y="2198789"/>
            <a:ext cx="48606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100,2843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D137D-7A75-4693-7D02-6DF0832F8AD6}"/>
              </a:ext>
            </a:extLst>
          </p:cNvPr>
          <p:cNvSpPr txBox="1"/>
          <p:nvPr/>
        </p:nvSpPr>
        <p:spPr>
          <a:xfrm>
            <a:off x="1564884" y="584352"/>
            <a:ext cx="67665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2 жана 8 сандары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1470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B4391F05-DB07-434B-8BA4-E6CEF8DED49D}"/>
              </a:ext>
            </a:extLst>
          </p:cNvPr>
          <p:cNvSpPr/>
          <p:nvPr/>
        </p:nvSpPr>
        <p:spPr>
          <a:xfrm>
            <a:off x="2025568" y="5559426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85249-3E2A-4CFC-936A-78EC57710D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02" r="6546" b="23643"/>
          <a:stretch/>
        </p:blipFill>
        <p:spPr>
          <a:xfrm>
            <a:off x="-23150" y="5246073"/>
            <a:ext cx="9942653" cy="1629289"/>
          </a:xfrm>
          <a:prstGeom prst="rect">
            <a:avLst/>
          </a:prstGeom>
        </p:spPr>
      </p:pic>
      <p:sp>
        <p:nvSpPr>
          <p:cNvPr id="4" name="Rounded Rectangle 6">
            <a:extLst>
              <a:ext uri="{FF2B5EF4-FFF2-40B4-BE49-F238E27FC236}">
                <a16:creationId xmlns:a16="http://schemas.microsoft.com/office/drawing/2014/main" id="{0F7BB3A1-6363-4966-B462-C26EA4B04836}"/>
              </a:ext>
            </a:extLst>
          </p:cNvPr>
          <p:cNvSpPr/>
          <p:nvPr/>
        </p:nvSpPr>
        <p:spPr>
          <a:xfrm>
            <a:off x="2030392" y="5559427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dirty="0">
                <a:solidFill>
                  <a:schemeClr val="tx1"/>
                </a:solidFill>
              </a:rPr>
              <a:t>Жообу</a:t>
            </a:r>
            <a:endParaRPr lang="en-GB" sz="1950" dirty="0">
              <a:solidFill>
                <a:schemeClr val="tx1"/>
              </a:solidFill>
            </a:endParaRPr>
          </a:p>
        </p:txBody>
      </p:sp>
      <p:sp>
        <p:nvSpPr>
          <p:cNvPr id="5" name="Rounded Rectangle 5">
            <a:hlinkClick r:id="rId3" action="ppaction://hlinksldjump"/>
            <a:extLst>
              <a:ext uri="{FF2B5EF4-FFF2-40B4-BE49-F238E27FC236}">
                <a16:creationId xmlns:a16="http://schemas.microsoft.com/office/drawing/2014/main" id="{27F1EF31-0FED-439F-864E-81C51A9D501E}"/>
              </a:ext>
            </a:extLst>
          </p:cNvPr>
          <p:cNvSpPr/>
          <p:nvPr/>
        </p:nvSpPr>
        <p:spPr>
          <a:xfrm>
            <a:off x="2035216" y="5552104"/>
            <a:ext cx="5845216" cy="909983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600" dirty="0">
                <a:solidFill>
                  <a:schemeClr val="tx1"/>
                </a:solidFill>
              </a:rPr>
              <a:t>7/100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A434CA-26A5-4384-BD86-82057648C3C5}"/>
              </a:ext>
            </a:extLst>
          </p:cNvPr>
          <p:cNvSpPr/>
          <p:nvPr/>
        </p:nvSpPr>
        <p:spPr>
          <a:xfrm>
            <a:off x="586154" y="275178"/>
            <a:ext cx="8733692" cy="4896604"/>
          </a:xfrm>
          <a:prstGeom prst="roundRect">
            <a:avLst>
              <a:gd name="adj" fmla="val 5973"/>
            </a:avLst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25BE9D-652E-47D3-9215-E54542658392}"/>
              </a:ext>
            </a:extLst>
          </p:cNvPr>
          <p:cNvSpPr txBox="1"/>
          <p:nvPr/>
        </p:nvSpPr>
        <p:spPr>
          <a:xfrm>
            <a:off x="2834470" y="2198789"/>
            <a:ext cx="42370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6,87144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422B5-EB59-1949-B35E-50BCD99B65E3}"/>
              </a:ext>
            </a:extLst>
          </p:cNvPr>
          <p:cNvSpPr txBox="1"/>
          <p:nvPr/>
        </p:nvSpPr>
        <p:spPr>
          <a:xfrm>
            <a:off x="2365901" y="584352"/>
            <a:ext cx="516455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Берилген ондукта</a:t>
            </a:r>
            <a:r>
              <a:rPr lang="en-US" sz="3200" dirty="0"/>
              <a:t>,</a:t>
            </a:r>
            <a:r>
              <a:rPr lang="ru-RU" sz="3200" dirty="0"/>
              <a:t> </a:t>
            </a:r>
            <a:r>
              <a:rPr lang="ru-RU" sz="3200" b="1" dirty="0"/>
              <a:t>7 саны </a:t>
            </a:r>
          </a:p>
          <a:p>
            <a:pPr algn="ctr"/>
            <a:r>
              <a:rPr lang="ru-RU" sz="3200" dirty="0"/>
              <a:t>кандай мааниге(үлүшкө) ээ?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347426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10452</TotalTime>
  <Words>493</Words>
  <Application>Microsoft Office PowerPoint</Application>
  <PresentationFormat>A4 Paper (210x297 mm)</PresentationFormat>
  <Paragraphs>130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Calibri</vt:lpstr>
      <vt:lpstr>Impact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481</cp:revision>
  <cp:lastPrinted>2017-12-31T22:38:51Z</cp:lastPrinted>
  <dcterms:created xsi:type="dcterms:W3CDTF">2017-01-17T16:57:04Z</dcterms:created>
  <dcterms:modified xsi:type="dcterms:W3CDTF">2024-09-23T17:39:16Z</dcterms:modified>
</cp:coreProperties>
</file>