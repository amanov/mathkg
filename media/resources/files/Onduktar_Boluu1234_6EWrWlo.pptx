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9" r:id="rId3"/>
    <p:sldId id="947" r:id="rId4"/>
    <p:sldId id="946" r:id="rId5"/>
    <p:sldId id="948" r:id="rId6"/>
    <p:sldId id="950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2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98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29871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65855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0,1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7020242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0,6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03952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64,5 ÷ 1,5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93416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22,72 ÷ 7,1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4595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65855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0,1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284666" y="186245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7020242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0,6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7239053" y="186245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03952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64,5 ÷ 1,5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2284667" y="529561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93416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22,72 ÷ 7,1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7206993" y="5295611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3,2</a:t>
            </a:r>
          </a:p>
        </p:txBody>
      </p:sp>
    </p:spTree>
    <p:extLst>
      <p:ext uri="{BB962C8B-B14F-4D97-AF65-F5344CB8AC3E}">
        <p14:creationId xmlns:p14="http://schemas.microsoft.com/office/powerpoint/2010/main" val="191382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9D3B67-B0AB-21F4-8C4F-0D8304A66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29969" y="1093097"/>
            <a:ext cx="6453664" cy="44482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246763-0AA2-FD51-D2A2-C409AD3B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6788" y="1049017"/>
            <a:ext cx="6453665" cy="453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6204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26514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10537</TotalTime>
  <Words>114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2023-10-07T04:45:51Z</dcterms:modified>
</cp:coreProperties>
</file>