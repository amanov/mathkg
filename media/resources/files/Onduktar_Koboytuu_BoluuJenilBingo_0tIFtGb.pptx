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79" r:id="rId2"/>
    <p:sldId id="980" r:id="rId3"/>
    <p:sldId id="965" r:id="rId4"/>
    <p:sldId id="957" r:id="rId5"/>
    <p:sldId id="958" r:id="rId6"/>
    <p:sldId id="966" r:id="rId7"/>
    <p:sldId id="959" r:id="rId8"/>
    <p:sldId id="971" r:id="rId9"/>
    <p:sldId id="978" r:id="rId10"/>
    <p:sldId id="960" r:id="rId11"/>
    <p:sldId id="967" r:id="rId12"/>
    <p:sldId id="961" r:id="rId13"/>
    <p:sldId id="976" r:id="rId14"/>
    <p:sldId id="962" r:id="rId15"/>
    <p:sldId id="972" r:id="rId16"/>
    <p:sldId id="977" r:id="rId17"/>
    <p:sldId id="963" r:id="rId18"/>
    <p:sldId id="969" r:id="rId19"/>
    <p:sldId id="964" r:id="rId20"/>
    <p:sldId id="940" r:id="rId21"/>
    <p:sldId id="96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3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&amp; Бөлүү 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182120" y="3696211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Көбөйтүү &amp; Бөлүү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921349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0.7</a:t>
            </a:r>
          </a:p>
        </p:txBody>
      </p:sp>
    </p:spTree>
    <p:extLst>
      <p:ext uri="{BB962C8B-B14F-4D97-AF65-F5344CB8AC3E}">
        <p14:creationId xmlns:p14="http://schemas.microsoft.com/office/powerpoint/2010/main" val="4454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2.1</a:t>
            </a:r>
          </a:p>
        </p:txBody>
      </p:sp>
    </p:spTree>
    <p:extLst>
      <p:ext uri="{BB962C8B-B14F-4D97-AF65-F5344CB8AC3E}">
        <p14:creationId xmlns:p14="http://schemas.microsoft.com/office/powerpoint/2010/main" val="100918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÷ 0.5</a:t>
            </a:r>
          </a:p>
        </p:txBody>
      </p:sp>
    </p:spTree>
    <p:extLst>
      <p:ext uri="{BB962C8B-B14F-4D97-AF65-F5344CB8AC3E}">
        <p14:creationId xmlns:p14="http://schemas.microsoft.com/office/powerpoint/2010/main" val="317018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× 4</a:t>
            </a:r>
          </a:p>
        </p:txBody>
      </p:sp>
    </p:spTree>
    <p:extLst>
      <p:ext uri="{BB962C8B-B14F-4D97-AF65-F5344CB8AC3E}">
        <p14:creationId xmlns:p14="http://schemas.microsoft.com/office/powerpoint/2010/main" val="133745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3.6 ÷ 3</a:t>
            </a:r>
          </a:p>
        </p:txBody>
      </p:sp>
    </p:spTree>
    <p:extLst>
      <p:ext uri="{BB962C8B-B14F-4D97-AF65-F5344CB8AC3E}">
        <p14:creationId xmlns:p14="http://schemas.microsoft.com/office/powerpoint/2010/main" val="125224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1.8 ÷ 0.2</a:t>
            </a:r>
          </a:p>
        </p:txBody>
      </p:sp>
    </p:spTree>
    <p:extLst>
      <p:ext uri="{BB962C8B-B14F-4D97-AF65-F5344CB8AC3E}">
        <p14:creationId xmlns:p14="http://schemas.microsoft.com/office/powerpoint/2010/main" val="367003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8.4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1.2 × 7</a:t>
            </a:r>
          </a:p>
        </p:txBody>
      </p:sp>
    </p:spTree>
    <p:extLst>
      <p:ext uri="{BB962C8B-B14F-4D97-AF65-F5344CB8AC3E}">
        <p14:creationId xmlns:p14="http://schemas.microsoft.com/office/powerpoint/2010/main" val="417384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0.8 ÷ 4</a:t>
            </a:r>
          </a:p>
        </p:txBody>
      </p:sp>
    </p:spTree>
    <p:extLst>
      <p:ext uri="{BB962C8B-B14F-4D97-AF65-F5344CB8AC3E}">
        <p14:creationId xmlns:p14="http://schemas.microsoft.com/office/powerpoint/2010/main" val="261276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0.2 × 0.9</a:t>
            </a:r>
          </a:p>
        </p:txBody>
      </p:sp>
    </p:spTree>
    <p:extLst>
      <p:ext uri="{BB962C8B-B14F-4D97-AF65-F5344CB8AC3E}">
        <p14:creationId xmlns:p14="http://schemas.microsoft.com/office/powerpoint/2010/main" val="270292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2.8 ÷ 1.4</a:t>
            </a:r>
          </a:p>
        </p:txBody>
      </p:sp>
    </p:spTree>
    <p:extLst>
      <p:ext uri="{BB962C8B-B14F-4D97-AF65-F5344CB8AC3E}">
        <p14:creationId xmlns:p14="http://schemas.microsoft.com/office/powerpoint/2010/main" val="114179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0.2 × 3.2</a:t>
            </a:r>
          </a:p>
        </p:txBody>
      </p:sp>
    </p:spTree>
    <p:extLst>
      <p:ext uri="{BB962C8B-B14F-4D97-AF65-F5344CB8AC3E}">
        <p14:creationId xmlns:p14="http://schemas.microsoft.com/office/powerpoint/2010/main" val="247613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÷ 2</a:t>
            </a:r>
          </a:p>
        </p:txBody>
      </p:sp>
    </p:spTree>
    <p:extLst>
      <p:ext uri="{BB962C8B-B14F-4D97-AF65-F5344CB8AC3E}">
        <p14:creationId xmlns:p14="http://schemas.microsoft.com/office/powerpoint/2010/main" val="63824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1.5 ÷ 0.5</a:t>
            </a:r>
          </a:p>
        </p:txBody>
      </p:sp>
    </p:spTree>
    <p:extLst>
      <p:ext uri="{BB962C8B-B14F-4D97-AF65-F5344CB8AC3E}">
        <p14:creationId xmlns:p14="http://schemas.microsoft.com/office/powerpoint/2010/main" val="150463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1.4 × 0.3</a:t>
            </a:r>
          </a:p>
        </p:txBody>
      </p:sp>
    </p:spTree>
    <p:extLst>
      <p:ext uri="{BB962C8B-B14F-4D97-AF65-F5344CB8AC3E}">
        <p14:creationId xmlns:p14="http://schemas.microsoft.com/office/powerpoint/2010/main" val="364590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0.8 ÷ 5</a:t>
            </a:r>
          </a:p>
        </p:txBody>
      </p:sp>
    </p:spTree>
    <p:extLst>
      <p:ext uri="{BB962C8B-B14F-4D97-AF65-F5344CB8AC3E}">
        <p14:creationId xmlns:p14="http://schemas.microsoft.com/office/powerpoint/2010/main" val="230977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1.1 × 1.8</a:t>
            </a:r>
          </a:p>
        </p:txBody>
      </p:sp>
    </p:spTree>
    <p:extLst>
      <p:ext uri="{BB962C8B-B14F-4D97-AF65-F5344CB8AC3E}">
        <p14:creationId xmlns:p14="http://schemas.microsoft.com/office/powerpoint/2010/main" val="333145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8751</TotalTime>
  <Words>230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2024-10-22T08:27:34Z</dcterms:modified>
</cp:coreProperties>
</file>