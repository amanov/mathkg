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891" r:id="rId4"/>
    <p:sldId id="896" r:id="rId5"/>
    <p:sldId id="894" r:id="rId6"/>
    <p:sldId id="903" r:id="rId7"/>
    <p:sldId id="887" r:id="rId8"/>
    <p:sldId id="904" r:id="rId9"/>
    <p:sldId id="901" r:id="rId10"/>
    <p:sldId id="898" r:id="rId11"/>
    <p:sldId id="895" r:id="rId12"/>
    <p:sldId id="899" r:id="rId13"/>
    <p:sldId id="897" r:id="rId14"/>
    <p:sldId id="893" r:id="rId15"/>
    <p:sldId id="900" r:id="rId16"/>
    <p:sldId id="902" r:id="rId17"/>
    <p:sldId id="892" r:id="rId18"/>
    <p:sldId id="905" r:id="rId19"/>
    <p:sldId id="1063" r:id="rId20"/>
    <p:sldId id="889" r:id="rId21"/>
    <p:sldId id="1061" r:id="rId22"/>
    <p:sldId id="1062" r:id="rId23"/>
    <p:sldId id="967" r:id="rId24"/>
  </p:sldIdLst>
  <p:sldSz cx="9906000" cy="6858000" type="A4"/>
  <p:notesSz cx="7104063" cy="10234613"/>
  <p:embeddedFontLst>
    <p:embeddedFont>
      <p:font typeface="Algerian" panose="04020705040A02060702" pitchFamily="82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891"/>
            <p14:sldId id="896"/>
            <p14:sldId id="894"/>
            <p14:sldId id="903"/>
            <p14:sldId id="887"/>
            <p14:sldId id="904"/>
            <p14:sldId id="901"/>
            <p14:sldId id="898"/>
            <p14:sldId id="895"/>
            <p14:sldId id="899"/>
            <p14:sldId id="897"/>
            <p14:sldId id="893"/>
            <p14:sldId id="900"/>
            <p14:sldId id="902"/>
            <p14:sldId id="892"/>
            <p14:sldId id="905"/>
          </p14:sldIdLst>
        </p14:section>
        <p14:section name="Мугалимдин жооп баракчасы" id="{E2D7BDB3-F176-4040-BFF6-DC0F47462F39}">
          <p14:sldIdLst>
            <p14:sldId id="1063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9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Ондуктар – Турмуштан эсептер – Калькулятор менен иштөө – Казына Издөө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250825" y="-167322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Чыныгы - турмуштук маселелер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356577" y="199870"/>
            <a:ext cx="8643713" cy="156966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9600" b="0" i="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83F6-8A20-46CF-BDC7-846001044B86}"/>
              </a:ext>
            </a:extLst>
          </p:cNvPr>
          <p:cNvSpPr txBox="1"/>
          <p:nvPr/>
        </p:nvSpPr>
        <p:spPr>
          <a:xfrm>
            <a:off x="955088" y="2700638"/>
            <a:ext cx="799584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Наабайчы 3 ондогон торт бышыргысы келет.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Ар бир тортко 126 грамм ун керектелет.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Наабайчыга канча кап, 1 кгдык ун керек?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98965A-3220-4F24-85D8-7CB1D1BC19DE}"/>
              </a:ext>
            </a:extLst>
          </p:cNvPr>
          <p:cNvSpPr txBox="1"/>
          <p:nvPr/>
        </p:nvSpPr>
        <p:spPr>
          <a:xfrm>
            <a:off x="1229912" y="0"/>
            <a:ext cx="594265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97,07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1877762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4D0D02-1D07-49E4-8EA8-7E7C01E41B9B}"/>
              </a:ext>
            </a:extLst>
          </p:cNvPr>
          <p:cNvSpPr txBox="1"/>
          <p:nvPr/>
        </p:nvSpPr>
        <p:spPr>
          <a:xfrm>
            <a:off x="926334" y="2700638"/>
            <a:ext cx="805335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Даниарда пицца жасоо үчүн 2,5 кг ун бар.</a:t>
            </a:r>
          </a:p>
          <a:p>
            <a:pPr algn="ctr"/>
            <a:r>
              <a:rPr lang="ky-KG" sz="3200" dirty="0"/>
              <a:t>Ар бир пиццага 328 гр ун туура келет.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Мүмкүн болушунча көп пицца жасагандан </a:t>
            </a:r>
          </a:p>
          <a:p>
            <a:pPr algn="ctr"/>
            <a:r>
              <a:rPr lang="ky-KG" sz="3200" dirty="0"/>
              <a:t>кийин Даниар канча грамм ун ашып калат?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AF0969-662A-4E46-8D40-C89A780A723E}"/>
              </a:ext>
            </a:extLst>
          </p:cNvPr>
          <p:cNvSpPr txBox="1"/>
          <p:nvPr/>
        </p:nvSpPr>
        <p:spPr>
          <a:xfrm>
            <a:off x="1789360" y="0"/>
            <a:ext cx="4823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350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34214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25BDAE-1082-4974-B66F-2C777835F2E4}"/>
              </a:ext>
            </a:extLst>
          </p:cNvPr>
          <p:cNvSpPr txBox="1"/>
          <p:nvPr/>
        </p:nvSpPr>
        <p:spPr>
          <a:xfrm>
            <a:off x="1330728" y="2426318"/>
            <a:ext cx="645881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Театрга 164 чоң киши жана </a:t>
            </a:r>
          </a:p>
          <a:p>
            <a:pPr algn="ctr"/>
            <a:r>
              <a:rPr lang="ky-KG" sz="3200" dirty="0"/>
              <a:t>72 бала келип билет сатып алышты.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Чоңдордун билети 5,50сом турат.</a:t>
            </a:r>
          </a:p>
          <a:p>
            <a:pPr algn="ctr"/>
            <a:r>
              <a:rPr lang="ky-KG" sz="3200" dirty="0"/>
              <a:t>Балдар билетинин баасы 2,50сом.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Театр канча киреше тапты?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015A32-334C-4292-A7EE-BC988D777DAE}"/>
              </a:ext>
            </a:extLst>
          </p:cNvPr>
          <p:cNvSpPr txBox="1"/>
          <p:nvPr/>
        </p:nvSpPr>
        <p:spPr>
          <a:xfrm>
            <a:off x="3735404" y="0"/>
            <a:ext cx="931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63088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4D5A2-EEAF-4DCB-9E09-8F9B9FCED7A9}"/>
              </a:ext>
            </a:extLst>
          </p:cNvPr>
          <p:cNvSpPr txBox="1"/>
          <p:nvPr/>
        </p:nvSpPr>
        <p:spPr>
          <a:xfrm>
            <a:off x="176566" y="2454416"/>
            <a:ext cx="8983933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Ресторанга шорпо жасоо үчүн 6,470 кг </a:t>
            </a:r>
          </a:p>
          <a:p>
            <a:pPr algn="ctr"/>
            <a:r>
              <a:rPr lang="ky-KG" sz="3200" dirty="0"/>
              <a:t>жашылча керектелет.</a:t>
            </a:r>
          </a:p>
          <a:p>
            <a:pPr algn="ctr"/>
            <a:r>
              <a:rPr lang="ky-KG" sz="3200" dirty="0"/>
              <a:t>Ар биринин салмагы 112 граммдан болгон </a:t>
            </a:r>
          </a:p>
          <a:p>
            <a:pPr algn="ctr"/>
            <a:r>
              <a:rPr lang="ky-KG" sz="3200" dirty="0"/>
              <a:t>45 сабиз сатып алышты. Буга кошумча</a:t>
            </a:r>
          </a:p>
          <a:p>
            <a:pPr algn="ctr"/>
            <a:r>
              <a:rPr lang="ky-KG" sz="3200" dirty="0"/>
              <a:t>ар биринин салмагы 65 граммдан болгон пиязды </a:t>
            </a:r>
          </a:p>
          <a:p>
            <a:pPr algn="ctr"/>
            <a:r>
              <a:rPr lang="ky-KG" sz="3200" dirty="0"/>
              <a:t>да сатып алышты.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Дагы канча пияз сатып алуу керек?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7B579-9D8C-4965-A2F0-4F9763561705}"/>
              </a:ext>
            </a:extLst>
          </p:cNvPr>
          <p:cNvSpPr txBox="1"/>
          <p:nvPr/>
        </p:nvSpPr>
        <p:spPr>
          <a:xfrm>
            <a:off x="2162859" y="0"/>
            <a:ext cx="4076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45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3294420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32808-4C80-4DC1-9A3B-A65FADC1A249}"/>
              </a:ext>
            </a:extLst>
          </p:cNvPr>
          <p:cNvSpPr txBox="1"/>
          <p:nvPr/>
        </p:nvSpPr>
        <p:spPr>
          <a:xfrm>
            <a:off x="426673" y="2700638"/>
            <a:ext cx="9052670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Машина басып өткөн ар бир чакырымга 0,24 литр </a:t>
            </a:r>
          </a:p>
          <a:p>
            <a:pPr algn="ctr"/>
            <a:r>
              <a:rPr lang="ky-KG" sz="3200" dirty="0"/>
              <a:t>бензин сарптайт.</a:t>
            </a:r>
          </a:p>
          <a:p>
            <a:pPr algn="ctr"/>
            <a:r>
              <a:rPr lang="ky-KG" sz="3200" dirty="0"/>
              <a:t>Мики машинада 126 км жолду басып өттү.</a:t>
            </a:r>
          </a:p>
          <a:p>
            <a:pPr algn="ctr"/>
            <a:r>
              <a:rPr lang="ky-KG" sz="3200" dirty="0"/>
              <a:t>Бензиндин 1 литри 3,21 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Мики 126 км жолду басып өтүү үчүн</a:t>
            </a:r>
          </a:p>
          <a:p>
            <a:pPr algn="ctr"/>
            <a:r>
              <a:rPr lang="ky-KG" sz="3200" dirty="0"/>
              <a:t> күйүүчү майга канча төлөдү?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8E91F6-7271-4EBA-BF42-3F7F519681F0}"/>
              </a:ext>
            </a:extLst>
          </p:cNvPr>
          <p:cNvSpPr txBox="1"/>
          <p:nvPr/>
        </p:nvSpPr>
        <p:spPr>
          <a:xfrm>
            <a:off x="2162859" y="0"/>
            <a:ext cx="4076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27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1754324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981297-C807-487C-A7D0-8D2ECCA9A006}"/>
              </a:ext>
            </a:extLst>
          </p:cNvPr>
          <p:cNvSpPr txBox="1"/>
          <p:nvPr/>
        </p:nvSpPr>
        <p:spPr>
          <a:xfrm>
            <a:off x="367098" y="2382368"/>
            <a:ext cx="917180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Бейшемби күнү тематикалык парк 627 билет сатты.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Ар бир билеттин баасы 54,99сом.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Бейшемби күнкү программага парктын </a:t>
            </a:r>
          </a:p>
          <a:p>
            <a:pPr algn="ctr"/>
            <a:r>
              <a:rPr lang="ky-KG" sz="3200" dirty="0"/>
              <a:t>уюштуруучулары 18 273 сом короткон.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Тематикалык парк бейшемби күнү канча </a:t>
            </a:r>
          </a:p>
          <a:p>
            <a:pPr algn="ctr"/>
            <a:r>
              <a:rPr lang="ky-KG" sz="3200" dirty="0"/>
              <a:t>пайда табат?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14921-E758-49D8-BDC1-478CBF24B7EF}"/>
              </a:ext>
            </a:extLst>
          </p:cNvPr>
          <p:cNvSpPr txBox="1"/>
          <p:nvPr/>
        </p:nvSpPr>
        <p:spPr>
          <a:xfrm>
            <a:off x="3361904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942458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D8F508-2DCA-4915-B396-F474105DF497}"/>
              </a:ext>
            </a:extLst>
          </p:cNvPr>
          <p:cNvSpPr txBox="1"/>
          <p:nvPr/>
        </p:nvSpPr>
        <p:spPr>
          <a:xfrm>
            <a:off x="1185218" y="2700638"/>
            <a:ext cx="7535589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Сары кыз жума сайын 12,50сом </a:t>
            </a:r>
          </a:p>
          <a:p>
            <a:pPr algn="ctr"/>
            <a:r>
              <a:rPr lang="ky-KG" sz="3200" dirty="0"/>
              <a:t>стипендия акчасын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315 сом турган велосипед </a:t>
            </a:r>
          </a:p>
          <a:p>
            <a:pPr algn="ctr"/>
            <a:r>
              <a:rPr lang="ky-KG" sz="3200" dirty="0"/>
              <a:t>сатып алуу үчүн акча чогултуп жатат.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Велосипед сатып алуу үчүн ал дагы канча </a:t>
            </a:r>
          </a:p>
          <a:p>
            <a:pPr algn="ctr"/>
            <a:r>
              <a:rPr lang="ky-KG" sz="3200" dirty="0"/>
              <a:t>жумага акча чогултушу керек?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0E9D3-2714-4DB1-A67E-A676788B897E}"/>
              </a:ext>
            </a:extLst>
          </p:cNvPr>
          <p:cNvSpPr txBox="1"/>
          <p:nvPr/>
        </p:nvSpPr>
        <p:spPr>
          <a:xfrm>
            <a:off x="1789360" y="0"/>
            <a:ext cx="4823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185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2944231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49BB35-E651-42D5-AC5D-37A2C7ED01B9}"/>
              </a:ext>
            </a:extLst>
          </p:cNvPr>
          <p:cNvSpPr txBox="1"/>
          <p:nvPr/>
        </p:nvSpPr>
        <p:spPr>
          <a:xfrm>
            <a:off x="293583" y="2516777"/>
            <a:ext cx="9318833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Дарика 426 кишилик паркка саякат уюштуруп жатат.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Бир автобуста 74 киши батат.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Сапарга бир автобус жалдоо үчүн 106сом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Дарика паркка саякат үчүн, транспортко </a:t>
            </a:r>
          </a:p>
          <a:p>
            <a:pPr algn="ctr"/>
            <a:r>
              <a:rPr lang="ky-KG" sz="3200" dirty="0"/>
              <a:t>канча акча коротушу керек?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BADD9C-E3C8-4C85-A058-148A485D3F1E}"/>
              </a:ext>
            </a:extLst>
          </p:cNvPr>
          <p:cNvSpPr txBox="1"/>
          <p:nvPr/>
        </p:nvSpPr>
        <p:spPr>
          <a:xfrm>
            <a:off x="3050120" y="0"/>
            <a:ext cx="23022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78</a:t>
            </a:r>
            <a:r>
              <a:rPr lang="ky-KG" sz="11500" dirty="0"/>
              <a:t>с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378490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8318E8-F008-43C5-969E-C382EFDA98DE}"/>
              </a:ext>
            </a:extLst>
          </p:cNvPr>
          <p:cNvSpPr txBox="1"/>
          <p:nvPr/>
        </p:nvSpPr>
        <p:spPr>
          <a:xfrm>
            <a:off x="588524" y="2700638"/>
            <a:ext cx="872899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Дөөлөт баш кийим жасап иштейт.</a:t>
            </a:r>
          </a:p>
          <a:p>
            <a:pPr algn="ctr"/>
            <a:r>
              <a:rPr lang="ky-KG" sz="3200" dirty="0"/>
              <a:t>Ал жасаган ар бир калпак үчүн 1,25сом акы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Дөөлөт саатына 7 баш кийим жасай алат.</a:t>
            </a:r>
          </a:p>
          <a:p>
            <a:pPr algn="ctr"/>
            <a:r>
              <a:rPr lang="ky-KG" sz="3200" dirty="0"/>
              <a:t>Ал күнүнө 8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Дөөлөт бир жумада канча акча таба алат?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DB3ADB-1796-4218-84DB-D28DC4225B99}"/>
              </a:ext>
            </a:extLst>
          </p:cNvPr>
          <p:cNvSpPr txBox="1"/>
          <p:nvPr/>
        </p:nvSpPr>
        <p:spPr>
          <a:xfrm>
            <a:off x="1415859" y="0"/>
            <a:ext cx="5570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1082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2736293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E368F3-A0A7-449F-B291-D021D3B9E1DB}"/>
              </a:ext>
            </a:extLst>
          </p:cNvPr>
          <p:cNvSpPr txBox="1"/>
          <p:nvPr/>
        </p:nvSpPr>
        <p:spPr>
          <a:xfrm>
            <a:off x="671225" y="2700638"/>
            <a:ext cx="85635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Жыпара 35 оюнчук жасоо үчүн материалдарды </a:t>
            </a:r>
          </a:p>
          <a:p>
            <a:pPr algn="ctr"/>
            <a:r>
              <a:rPr lang="ky-KG" sz="3200" dirty="0"/>
              <a:t>сатып алуу үчүн 47,25сом төлөйт.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ар бир оюнчукту 2,56сомго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20 оюнчук сатуудан канча пайда табат?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D694C6-F299-486F-90DA-4F7CB134A2A4}"/>
              </a:ext>
            </a:extLst>
          </p:cNvPr>
          <p:cNvSpPr txBox="1"/>
          <p:nvPr/>
        </p:nvSpPr>
        <p:spPr>
          <a:xfrm>
            <a:off x="1789360" y="0"/>
            <a:ext cx="48237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636</a:t>
            </a:r>
            <a:r>
              <a:rPr lang="ky-KG" sz="11500" dirty="0"/>
              <a:t>сом</a:t>
            </a:r>
            <a:endParaRPr lang="en-GB" sz="115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465897-43F8-4DB6-831F-7505473EE66D}"/>
              </a:ext>
            </a:extLst>
          </p:cNvPr>
          <p:cNvSpPr txBox="1"/>
          <p:nvPr/>
        </p:nvSpPr>
        <p:spPr>
          <a:xfrm>
            <a:off x="2019799" y="6211556"/>
            <a:ext cx="5866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(Сак болгула! Бир оюнчуктан канча пайда?)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15007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C5B29-888A-4D63-ABD9-3EF8FC1DCABB}"/>
              </a:ext>
            </a:extLst>
          </p:cNvPr>
          <p:cNvSpPr txBox="1"/>
          <p:nvPr/>
        </p:nvSpPr>
        <p:spPr>
          <a:xfrm>
            <a:off x="1435792" y="2571509"/>
            <a:ext cx="6445162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Бир компьютер 464</a:t>
            </a:r>
            <a:r>
              <a:rPr lang="en-US" sz="3200" dirty="0"/>
              <a:t>$</a:t>
            </a:r>
            <a:r>
              <a:rPr lang="ru-RU" sz="3200" dirty="0"/>
              <a:t> турат.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Депозит 152</a:t>
            </a:r>
            <a:r>
              <a:rPr lang="en-US" sz="3200" dirty="0"/>
              <a:t>$</a:t>
            </a:r>
            <a:r>
              <a:rPr lang="ru-RU" sz="3200" dirty="0"/>
              <a:t>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Калганы 4 ай сайын</a:t>
            </a:r>
            <a:r>
              <a:rPr lang="en-US" sz="3200" dirty="0"/>
              <a:t>, </a:t>
            </a:r>
            <a:r>
              <a:rPr lang="ky-KG" sz="3200" dirty="0"/>
              <a:t>бөлүп</a:t>
            </a:r>
            <a:r>
              <a:rPr lang="ru-RU" sz="3200" dirty="0"/>
              <a:t> төлөнөт.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Ар бир төлөм канча турат?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6D0B3-E83C-4D42-A070-3B8B641D85E3}"/>
              </a:ext>
            </a:extLst>
          </p:cNvPr>
          <p:cNvSpPr txBox="1"/>
          <p:nvPr/>
        </p:nvSpPr>
        <p:spPr>
          <a:xfrm>
            <a:off x="2988405" y="0"/>
            <a:ext cx="242566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204</a:t>
            </a:r>
          </a:p>
        </p:txBody>
      </p:sp>
    </p:spTree>
    <p:extLst>
      <p:ext uri="{BB962C8B-B14F-4D97-AF65-F5344CB8AC3E}">
        <p14:creationId xmlns:p14="http://schemas.microsoft.com/office/powerpoint/2010/main" val="168134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961120" y="2677233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EDF4F6-9526-4430-8556-CB35B3B2E322}"/>
              </a:ext>
            </a:extLst>
          </p:cNvPr>
          <p:cNvSpPr txBox="1"/>
          <p:nvPr/>
        </p:nvSpPr>
        <p:spPr>
          <a:xfrm>
            <a:off x="77447" y="2355278"/>
            <a:ext cx="9555949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Дику 3,371 кг жемиш сатып алышы керек.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ар биринин салмагы 325 грамм </a:t>
            </a:r>
          </a:p>
          <a:p>
            <a:pPr algn="ctr"/>
            <a:r>
              <a:rPr lang="ky-KG" sz="3200" dirty="0"/>
              <a:t>болгон 5 манго, ар биринин салмагы </a:t>
            </a:r>
          </a:p>
          <a:p>
            <a:pPr algn="ctr"/>
            <a:r>
              <a:rPr lang="ky-KG" sz="3200" dirty="0"/>
              <a:t>249 грамм болгон 4 алма сатып алды.</a:t>
            </a:r>
          </a:p>
          <a:p>
            <a:pPr algn="ctr"/>
            <a:r>
              <a:rPr lang="ky-KG" sz="3200" dirty="0"/>
              <a:t>Ошондой эле ар биринин салмагы 125 грамм болгон </a:t>
            </a:r>
          </a:p>
          <a:p>
            <a:pPr algn="ctr"/>
            <a:r>
              <a:rPr lang="ky-KG" sz="3200" dirty="0"/>
              <a:t>апельсиндерди сатып алды.</a:t>
            </a:r>
          </a:p>
          <a:p>
            <a:pPr algn="ctr"/>
            <a:r>
              <a:rPr lang="ky-KG" sz="3200" dirty="0"/>
              <a:t>Ал канча апельсин сатып алды?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9C9A9-9D37-4508-84B6-096857657D1C}"/>
              </a:ext>
            </a:extLst>
          </p:cNvPr>
          <p:cNvSpPr txBox="1"/>
          <p:nvPr/>
        </p:nvSpPr>
        <p:spPr>
          <a:xfrm>
            <a:off x="1370172" y="0"/>
            <a:ext cx="566212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1313,32</a:t>
            </a:r>
            <a:r>
              <a:rPr lang="ky-KG" sz="11500" dirty="0"/>
              <a:t>с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793310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ED667-45E3-4D9C-90EF-B37A3367CDA4}"/>
              </a:ext>
            </a:extLst>
          </p:cNvPr>
          <p:cNvSpPr txBox="1"/>
          <p:nvPr/>
        </p:nvSpPr>
        <p:spPr>
          <a:xfrm>
            <a:off x="777093" y="2700638"/>
            <a:ext cx="835183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Марат 7 сааттык жумуш күн үчүн 142 сом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Саламат саатына 15сом маяна алат жана </a:t>
            </a:r>
          </a:p>
          <a:p>
            <a:pPr algn="ctr"/>
            <a:r>
              <a:rPr lang="ky-KG" sz="3200" dirty="0"/>
              <a:t>жумасына 35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Марат 5 күндүк жумада канча акча алат?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9FCB75-6168-426A-B5F1-07DE95133314}"/>
              </a:ext>
            </a:extLst>
          </p:cNvPr>
          <p:cNvSpPr txBox="1"/>
          <p:nvPr/>
        </p:nvSpPr>
        <p:spPr>
          <a:xfrm>
            <a:off x="1229913" y="0"/>
            <a:ext cx="594265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24,20</a:t>
            </a:r>
            <a:r>
              <a:rPr lang="ky-KG" sz="11500" dirty="0"/>
              <a:t>сом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492845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DA5700-E50D-4257-8325-B21FBA356A7D}"/>
              </a:ext>
            </a:extLst>
          </p:cNvPr>
          <p:cNvSpPr txBox="1"/>
          <p:nvPr/>
        </p:nvSpPr>
        <p:spPr>
          <a:xfrm>
            <a:off x="402567" y="2700638"/>
            <a:ext cx="910088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Жаңы муздаткыч, бир төлөм менен </a:t>
            </a:r>
            <a:r>
              <a:rPr lang="en-US" sz="3200" dirty="0"/>
              <a:t>9</a:t>
            </a:r>
            <a:r>
              <a:rPr lang="ky-KG" sz="3200" dirty="0"/>
              <a:t>999сом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Же болбосо, сиз аны 12да, ай сайын </a:t>
            </a:r>
          </a:p>
          <a:p>
            <a:pPr algn="ctr"/>
            <a:r>
              <a:rPr lang="ky-KG" sz="3200" dirty="0"/>
              <a:t>870сомдон төлөп  сатып алсаңыз болот.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Муздаткычты бир төлөм менен сатып алсаңыз,</a:t>
            </a:r>
          </a:p>
          <a:p>
            <a:pPr algn="ctr"/>
            <a:r>
              <a:rPr lang="ky-KG" sz="3200" dirty="0"/>
              <a:t> канча үнөмдөйсүз?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559C6B-86DA-4576-9A65-403240B2DDD5}"/>
              </a:ext>
            </a:extLst>
          </p:cNvPr>
          <p:cNvSpPr txBox="1"/>
          <p:nvPr/>
        </p:nvSpPr>
        <p:spPr>
          <a:xfrm>
            <a:off x="3361904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528547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019A8-9757-4BD1-885B-DD04752BB8DD}"/>
              </a:ext>
            </a:extLst>
          </p:cNvPr>
          <p:cNvSpPr txBox="1"/>
          <p:nvPr/>
        </p:nvSpPr>
        <p:spPr>
          <a:xfrm>
            <a:off x="610326" y="2700638"/>
            <a:ext cx="868539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Аяна телевизор сатып алгысы келет.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Бул  5230 сом ага кошумча 131,72 сомдон</a:t>
            </a:r>
          </a:p>
          <a:p>
            <a:pPr algn="ctr"/>
            <a:r>
              <a:rPr lang="ky-KG" sz="3200" dirty="0"/>
              <a:t> 6 айлык төлөмдөрдү түзөт.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Аяна телевизор үчүн жалпысынан канча төлөйт?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F9ECB5-A7BF-46B5-A438-5E16E90D48E0}"/>
              </a:ext>
            </a:extLst>
          </p:cNvPr>
          <p:cNvSpPr txBox="1"/>
          <p:nvPr/>
        </p:nvSpPr>
        <p:spPr>
          <a:xfrm>
            <a:off x="3735404" y="0"/>
            <a:ext cx="931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23172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C301B0-BADA-458C-8EDE-A499281F0580}"/>
              </a:ext>
            </a:extLst>
          </p:cNvPr>
          <p:cNvSpPr txBox="1"/>
          <p:nvPr/>
        </p:nvSpPr>
        <p:spPr>
          <a:xfrm>
            <a:off x="246472" y="2700638"/>
            <a:ext cx="9413090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Полли 32 окуучудан турган классына </a:t>
            </a:r>
            <a:endParaRPr lang="en-US" sz="3200" dirty="0"/>
          </a:p>
          <a:p>
            <a:pPr algn="ctr"/>
            <a:r>
              <a:rPr lang="ky-KG" sz="3200" dirty="0"/>
              <a:t>балмуздак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Балмуздак 6 даанадан таңгакталып 4,50 доллардан, </a:t>
            </a:r>
            <a:endParaRPr lang="en-US" sz="3200" dirty="0"/>
          </a:p>
          <a:p>
            <a:pPr algn="ctr"/>
            <a:r>
              <a:rPr lang="ky-KG" sz="3200" dirty="0"/>
              <a:t>өзүнчө 2,25 доллардан сатылат.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Полли ар бир окуучуга балмуздак сатып алуу үчүн </a:t>
            </a:r>
            <a:endParaRPr lang="en-US" sz="3200" dirty="0"/>
          </a:p>
          <a:p>
            <a:pPr algn="ctr"/>
            <a:r>
              <a:rPr lang="ky-KG" sz="3200" dirty="0"/>
              <a:t>канча акча коротушу керек?</a:t>
            </a:r>
            <a:endParaRPr lang="en-GB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530137-268F-4CBE-8A29-FA7B1C18CF42}"/>
              </a:ext>
            </a:extLst>
          </p:cNvPr>
          <p:cNvSpPr txBox="1"/>
          <p:nvPr/>
        </p:nvSpPr>
        <p:spPr>
          <a:xfrm>
            <a:off x="1356543" y="107081"/>
            <a:ext cx="56893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16 205,73</a:t>
            </a:r>
            <a:r>
              <a:rPr lang="ky-KG" sz="9600" dirty="0"/>
              <a:t>с</a:t>
            </a:r>
            <a:endParaRPr lang="en-GB" sz="9600" dirty="0"/>
          </a:p>
        </p:txBody>
      </p:sp>
    </p:spTree>
    <p:extLst>
      <p:ext uri="{BB962C8B-B14F-4D97-AF65-F5344CB8AC3E}">
        <p14:creationId xmlns:p14="http://schemas.microsoft.com/office/powerpoint/2010/main" val="2559033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359004"/>
              </p:ext>
            </p:extLst>
          </p:nvPr>
        </p:nvGraphicFramePr>
        <p:xfrm>
          <a:off x="87088" y="391888"/>
          <a:ext cx="9753596" cy="627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415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375138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1125415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3751383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</a:tblGrid>
              <a:tr h="497736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97,07 </a:t>
                      </a:r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636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24. 20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6 026,32сом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185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26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1082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441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025085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350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22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63836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204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16 205,73 сом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9596"/>
                  </a:ext>
                </a:extLst>
              </a:tr>
              <a:tr h="721917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78</a:t>
                      </a:r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1" dirty="0">
                          <a:solidFill>
                            <a:sysClr val="windowText" lastClr="000000"/>
                          </a:solidFill>
                        </a:rPr>
                        <a:t>27</a:t>
                      </a:r>
                      <a:r>
                        <a:rPr lang="en-US" sz="3200" b="1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ky-KG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314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3067458" y="0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235132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116287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542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803989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 err="1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o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c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E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b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a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04964" y="54354"/>
            <a:ext cx="369607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8369</TotalTime>
  <Words>771</Words>
  <Application>Microsoft Office PowerPoint</Application>
  <PresentationFormat>A4 Paper (210x297 mm)</PresentationFormat>
  <Paragraphs>231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Algerian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2019-03-15T08:45:00Z</cp:lastPrinted>
  <dcterms:created xsi:type="dcterms:W3CDTF">2017-01-17T16:57:04Z</dcterms:created>
  <dcterms:modified xsi:type="dcterms:W3CDTF">2024-09-05T17:02:27Z</dcterms:modified>
</cp:coreProperties>
</file>