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8"/>
  </p:notesMasterIdLst>
  <p:sldIdLst>
    <p:sldId id="950" r:id="rId3"/>
    <p:sldId id="948" r:id="rId4"/>
    <p:sldId id="947" r:id="rId5"/>
    <p:sldId id="949" r:id="rId6"/>
    <p:sldId id="951" r:id="rId7"/>
  </p:sldIdLst>
  <p:sldSz cx="9906000" cy="6858000" type="A4"/>
  <p:notesSz cx="7104063" cy="10234613"/>
  <p:embeddedFontLst>
    <p:embeddedFont>
      <p:font typeface="Calibri" panose="020F0502020204030204" pitchFamily="34" charset="0"/>
      <p:regular r:id="rId9"/>
      <p:bold r:id="rId10"/>
      <p:italic r:id="rId11"/>
      <p:boldItalic r:id="rId12"/>
    </p:embeddedFont>
    <p:embeddedFont>
      <p:font typeface="Calibri Light" panose="020F0302020204030204" pitchFamily="34" charset="0"/>
      <p:regular r:id="rId13"/>
      <p:italic r:id="rId1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75B6"/>
    <a:srgbClr val="1D4999"/>
    <a:srgbClr val="FFC000"/>
    <a:srgbClr val="FFFFFF"/>
    <a:srgbClr val="00B050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83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font" Target="fonts/font4.fntdata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3.fntdata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font" Target="fonts/font2.fntdata"/><Relationship Id="rId4" Type="http://schemas.openxmlformats.org/officeDocument/2006/relationships/slide" Target="slides/slide2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07/10/2023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999433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4648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96811C2A-B71F-CBD3-3879-0A5328D7E6A7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D2CCD2-7DC9-F591-BCDE-B2246412F9A0}"/>
              </a:ext>
            </a:extLst>
          </p:cNvPr>
          <p:cNvSpPr txBox="1"/>
          <p:nvPr/>
        </p:nvSpPr>
        <p:spPr>
          <a:xfrm>
            <a:off x="0" y="1717040"/>
            <a:ext cx="928624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 Сандуу Ондуктар – Бөлүү – </a:t>
            </a:r>
            <a:r>
              <a:rPr lang="ru-RU" sz="2400" dirty="0">
                <a:solidFill>
                  <a:schemeClr val="accent4"/>
                </a:solidFill>
              </a:rPr>
              <a:t>ЖЕҢИЛ, </a:t>
            </a:r>
            <a:r>
              <a:rPr lang="ru-RU" sz="2400" dirty="0">
                <a:solidFill>
                  <a:srgbClr val="00B050"/>
                </a:solidFill>
              </a:rPr>
              <a:t>ОРТО,</a:t>
            </a:r>
            <a:r>
              <a:rPr lang="ru-RU" sz="2400" dirty="0">
                <a:solidFill>
                  <a:schemeClr val="accent1">
                    <a:lumMod val="75000"/>
                  </a:schemeClr>
                </a:solidFill>
              </a:rPr>
              <a:t> ООР</a:t>
            </a:r>
            <a:endParaRPr lang="en-US" sz="2400" dirty="0">
              <a:solidFill>
                <a:schemeClr val="accent1">
                  <a:lumMod val="75000"/>
                </a:schemeClr>
              </a:solidFill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accent1">
                  <a:lumMod val="7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суроолорду көрсөтсө болот же таратма материал катары берсе болот.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74133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5B1D818-0124-4249-A022-EC89CA27E32E}"/>
              </a:ext>
            </a:extLst>
          </p:cNvPr>
          <p:cNvSpPr/>
          <p:nvPr/>
        </p:nvSpPr>
        <p:spPr>
          <a:xfrm>
            <a:off x="131191" y="770610"/>
            <a:ext cx="2893439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08AA5B6-BDAA-4273-BD45-4FCBFD97AECC}"/>
              </a:ext>
            </a:extLst>
          </p:cNvPr>
          <p:cNvSpPr/>
          <p:nvPr/>
        </p:nvSpPr>
        <p:spPr>
          <a:xfrm>
            <a:off x="3448431" y="768084"/>
            <a:ext cx="3036730" cy="5967995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4191793-1A1E-41D5-B627-ECE63AC2F12C}"/>
              </a:ext>
            </a:extLst>
          </p:cNvPr>
          <p:cNvSpPr/>
          <p:nvPr/>
        </p:nvSpPr>
        <p:spPr>
          <a:xfrm>
            <a:off x="6765671" y="768084"/>
            <a:ext cx="3036730" cy="5967996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2E75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9E7C1E-455E-7680-3454-3DBC2E1C6D4B}"/>
              </a:ext>
            </a:extLst>
          </p:cNvPr>
          <p:cNvSpPr txBox="1"/>
          <p:nvPr/>
        </p:nvSpPr>
        <p:spPr>
          <a:xfrm>
            <a:off x="1036994" y="770610"/>
            <a:ext cx="12086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/>
              <a:t>Calculate:</a:t>
            </a:r>
            <a:endParaRPr lang="en-GB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711D04-F12E-CB12-F691-04ADE4C95760}"/>
              </a:ext>
            </a:extLst>
          </p:cNvPr>
          <p:cNvSpPr txBox="1"/>
          <p:nvPr/>
        </p:nvSpPr>
        <p:spPr>
          <a:xfrm>
            <a:off x="131166" y="143567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21CCA7-8106-2E73-1A89-A6E130768E35}"/>
              </a:ext>
            </a:extLst>
          </p:cNvPr>
          <p:cNvSpPr txBox="1"/>
          <p:nvPr/>
        </p:nvSpPr>
        <p:spPr>
          <a:xfrm>
            <a:off x="968907" y="1389510"/>
            <a:ext cx="8178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80 ÷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D2BB55-7094-15C2-DC6F-3899D846B693}"/>
              </a:ext>
            </a:extLst>
          </p:cNvPr>
          <p:cNvSpPr txBox="1"/>
          <p:nvPr/>
        </p:nvSpPr>
        <p:spPr>
          <a:xfrm>
            <a:off x="131166" y="233721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880345-BBDB-0DB9-648A-2626B7801283}"/>
              </a:ext>
            </a:extLst>
          </p:cNvPr>
          <p:cNvSpPr txBox="1"/>
          <p:nvPr/>
        </p:nvSpPr>
        <p:spPr>
          <a:xfrm>
            <a:off x="936847" y="2291043"/>
            <a:ext cx="8819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8 ÷ 0.2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B6CF379-29CF-C4CC-CE07-C6BE641C3933}"/>
              </a:ext>
            </a:extLst>
          </p:cNvPr>
          <p:cNvSpPr txBox="1"/>
          <p:nvPr/>
        </p:nvSpPr>
        <p:spPr>
          <a:xfrm>
            <a:off x="131166" y="323874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1522AD-FA5F-1643-8898-32DC6660A3A3}"/>
              </a:ext>
            </a:extLst>
          </p:cNvPr>
          <p:cNvSpPr txBox="1"/>
          <p:nvPr/>
        </p:nvSpPr>
        <p:spPr>
          <a:xfrm>
            <a:off x="936847" y="3192576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 ÷ 0.3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A4A657-4AD4-5A23-DBCE-23D968040FF6}"/>
              </a:ext>
            </a:extLst>
          </p:cNvPr>
          <p:cNvSpPr txBox="1"/>
          <p:nvPr/>
        </p:nvSpPr>
        <p:spPr>
          <a:xfrm>
            <a:off x="131166" y="4140276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CB37BED-DDBD-9C09-FC7B-BF2B4C0C3C81}"/>
              </a:ext>
            </a:extLst>
          </p:cNvPr>
          <p:cNvSpPr txBox="1"/>
          <p:nvPr/>
        </p:nvSpPr>
        <p:spPr>
          <a:xfrm>
            <a:off x="871926" y="4094109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12 ÷ 0.5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A43999-9527-3FFD-FD68-4728309CA4E8}"/>
              </a:ext>
            </a:extLst>
          </p:cNvPr>
          <p:cNvSpPr txBox="1"/>
          <p:nvPr/>
        </p:nvSpPr>
        <p:spPr>
          <a:xfrm>
            <a:off x="131166" y="504180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9A2298C-9A46-6359-B138-C65A4F9E26DE}"/>
              </a:ext>
            </a:extLst>
          </p:cNvPr>
          <p:cNvSpPr txBox="1"/>
          <p:nvPr/>
        </p:nvSpPr>
        <p:spPr>
          <a:xfrm>
            <a:off x="839867" y="4995642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7.8 ÷ 0.6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41583D9-F1C3-BDDA-8171-0B806BB9E816}"/>
              </a:ext>
            </a:extLst>
          </p:cNvPr>
          <p:cNvSpPr txBox="1"/>
          <p:nvPr/>
        </p:nvSpPr>
        <p:spPr>
          <a:xfrm>
            <a:off x="131166" y="594334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99E152-0FF1-4092-7FCE-636CE02A9BF6}"/>
              </a:ext>
            </a:extLst>
          </p:cNvPr>
          <p:cNvSpPr txBox="1"/>
          <p:nvPr/>
        </p:nvSpPr>
        <p:spPr>
          <a:xfrm>
            <a:off x="936846" y="5897173"/>
            <a:ext cx="8819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0.8 ÷ 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5CFD575-297B-65B9-90CF-83A1A1358976}"/>
              </a:ext>
            </a:extLst>
          </p:cNvPr>
          <p:cNvSpPr txBox="1"/>
          <p:nvPr/>
        </p:nvSpPr>
        <p:spPr>
          <a:xfrm>
            <a:off x="4353773" y="770610"/>
            <a:ext cx="12086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/>
              <a:t>Calculate:</a:t>
            </a:r>
            <a:endParaRPr lang="en-GB" sz="2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611709-0A6A-4A7F-DF76-2FC470647201}"/>
              </a:ext>
            </a:extLst>
          </p:cNvPr>
          <p:cNvSpPr txBox="1"/>
          <p:nvPr/>
        </p:nvSpPr>
        <p:spPr>
          <a:xfrm>
            <a:off x="3447945" y="143567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3CF05AE-C88B-0ACA-AD49-A91C09DB4625}"/>
              </a:ext>
            </a:extLst>
          </p:cNvPr>
          <p:cNvSpPr txBox="1"/>
          <p:nvPr/>
        </p:nvSpPr>
        <p:spPr>
          <a:xfrm>
            <a:off x="4188705" y="1389510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16 ÷ 0.2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BD1618-5E66-6EA2-2CEE-E1F3879CCA4A}"/>
              </a:ext>
            </a:extLst>
          </p:cNvPr>
          <p:cNvSpPr txBox="1"/>
          <p:nvPr/>
        </p:nvSpPr>
        <p:spPr>
          <a:xfrm>
            <a:off x="3447945" y="233721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D9798DF-354B-A861-C45D-5187D51280D5}"/>
              </a:ext>
            </a:extLst>
          </p:cNvPr>
          <p:cNvSpPr txBox="1"/>
          <p:nvPr/>
        </p:nvSpPr>
        <p:spPr>
          <a:xfrm>
            <a:off x="4253626" y="2291043"/>
            <a:ext cx="8819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 ÷ 1.2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838337-48C2-2EA5-28CD-A85493E2C18E}"/>
              </a:ext>
            </a:extLst>
          </p:cNvPr>
          <p:cNvSpPr txBox="1"/>
          <p:nvPr/>
        </p:nvSpPr>
        <p:spPr>
          <a:xfrm>
            <a:off x="3447945" y="323874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E6A461C-E212-70C2-8277-C8A628D2907F}"/>
              </a:ext>
            </a:extLst>
          </p:cNvPr>
          <p:cNvSpPr txBox="1"/>
          <p:nvPr/>
        </p:nvSpPr>
        <p:spPr>
          <a:xfrm>
            <a:off x="4188705" y="3192576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15 ÷ 1.5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09DB326-5AF0-71A9-0968-FF80CE746736}"/>
              </a:ext>
            </a:extLst>
          </p:cNvPr>
          <p:cNvSpPr txBox="1"/>
          <p:nvPr/>
        </p:nvSpPr>
        <p:spPr>
          <a:xfrm>
            <a:off x="3447945" y="4140276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3788B7F-C27F-F03B-9195-445BADA31ADA}"/>
              </a:ext>
            </a:extLst>
          </p:cNvPr>
          <p:cNvSpPr txBox="1"/>
          <p:nvPr/>
        </p:nvSpPr>
        <p:spPr>
          <a:xfrm>
            <a:off x="4156645" y="4094109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9.1 ÷ 1.3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3F2C321-C6AD-80BE-F02E-2501C9F361E2}"/>
              </a:ext>
            </a:extLst>
          </p:cNvPr>
          <p:cNvSpPr txBox="1"/>
          <p:nvPr/>
        </p:nvSpPr>
        <p:spPr>
          <a:xfrm>
            <a:off x="3447945" y="504180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318AB89-D2B6-3C79-667A-4D48E1F84234}"/>
              </a:ext>
            </a:extLst>
          </p:cNvPr>
          <p:cNvSpPr txBox="1"/>
          <p:nvPr/>
        </p:nvSpPr>
        <p:spPr>
          <a:xfrm>
            <a:off x="4156646" y="4995642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9.6 ÷ 0.4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B721F94-E6C4-1D6E-979C-392D88508E58}"/>
              </a:ext>
            </a:extLst>
          </p:cNvPr>
          <p:cNvSpPr txBox="1"/>
          <p:nvPr/>
        </p:nvSpPr>
        <p:spPr>
          <a:xfrm>
            <a:off x="3447945" y="594334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77ABBE8-ECE8-950B-C675-4FCDB2499D57}"/>
              </a:ext>
            </a:extLst>
          </p:cNvPr>
          <p:cNvSpPr txBox="1"/>
          <p:nvPr/>
        </p:nvSpPr>
        <p:spPr>
          <a:xfrm>
            <a:off x="4091722" y="5897173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51.1 ÷ 0.7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DB03C20-039D-B2B0-4D8F-F9435541FF7F}"/>
              </a:ext>
            </a:extLst>
          </p:cNvPr>
          <p:cNvSpPr txBox="1"/>
          <p:nvPr/>
        </p:nvSpPr>
        <p:spPr>
          <a:xfrm>
            <a:off x="7662238" y="770610"/>
            <a:ext cx="12086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/>
              <a:t>Calculate:</a:t>
            </a:r>
            <a:endParaRPr lang="en-GB" sz="20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F186FA7-3D68-AB47-2F1F-D307AECC432A}"/>
              </a:ext>
            </a:extLst>
          </p:cNvPr>
          <p:cNvSpPr txBox="1"/>
          <p:nvPr/>
        </p:nvSpPr>
        <p:spPr>
          <a:xfrm>
            <a:off x="6756410" y="143567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B364D0A-8131-E4AB-CDA6-CDA44F6C6960}"/>
              </a:ext>
            </a:extLst>
          </p:cNvPr>
          <p:cNvSpPr txBox="1"/>
          <p:nvPr/>
        </p:nvSpPr>
        <p:spPr>
          <a:xfrm>
            <a:off x="7400188" y="1389510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16.8 ÷ 0.6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5379B12-F9E4-6A50-9A60-6D62525E83C2}"/>
              </a:ext>
            </a:extLst>
          </p:cNvPr>
          <p:cNvSpPr txBox="1"/>
          <p:nvPr/>
        </p:nvSpPr>
        <p:spPr>
          <a:xfrm>
            <a:off x="6756410" y="233721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4718B95-FE9E-131C-6E9F-76166DAAAB80}"/>
              </a:ext>
            </a:extLst>
          </p:cNvPr>
          <p:cNvSpPr txBox="1"/>
          <p:nvPr/>
        </p:nvSpPr>
        <p:spPr>
          <a:xfrm>
            <a:off x="7497170" y="2291043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 ÷ 0.04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5C5C9B6-E397-FDC7-9A81-D09B6AA84BDE}"/>
              </a:ext>
            </a:extLst>
          </p:cNvPr>
          <p:cNvSpPr txBox="1"/>
          <p:nvPr/>
        </p:nvSpPr>
        <p:spPr>
          <a:xfrm>
            <a:off x="6756410" y="323874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1099CBE-E7F2-C9DC-11D1-BC8B2FD23CEE}"/>
              </a:ext>
            </a:extLst>
          </p:cNvPr>
          <p:cNvSpPr txBox="1"/>
          <p:nvPr/>
        </p:nvSpPr>
        <p:spPr>
          <a:xfrm>
            <a:off x="7497170" y="3192576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 ÷ 0.25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A798EDB-4B18-59E3-B243-6050CA887C9F}"/>
              </a:ext>
            </a:extLst>
          </p:cNvPr>
          <p:cNvSpPr txBox="1"/>
          <p:nvPr/>
        </p:nvSpPr>
        <p:spPr>
          <a:xfrm>
            <a:off x="6756410" y="4140276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764DBCE-B578-C99E-0474-EFE72E599F39}"/>
              </a:ext>
            </a:extLst>
          </p:cNvPr>
          <p:cNvSpPr txBox="1"/>
          <p:nvPr/>
        </p:nvSpPr>
        <p:spPr>
          <a:xfrm>
            <a:off x="7400190" y="4094109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86.4 ÷ 0.8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36DEF77-7CAC-FE2B-D130-E21631130376}"/>
              </a:ext>
            </a:extLst>
          </p:cNvPr>
          <p:cNvSpPr txBox="1"/>
          <p:nvPr/>
        </p:nvSpPr>
        <p:spPr>
          <a:xfrm>
            <a:off x="6756410" y="504180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0C56044-70EB-A080-BF35-47BEB2F6F382}"/>
              </a:ext>
            </a:extLst>
          </p:cNvPr>
          <p:cNvSpPr txBox="1"/>
          <p:nvPr/>
        </p:nvSpPr>
        <p:spPr>
          <a:xfrm>
            <a:off x="7465111" y="4995642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9.4 ÷ 0.4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AB5E1E0-7D21-4B44-29CE-1BD603F8F5D0}"/>
              </a:ext>
            </a:extLst>
          </p:cNvPr>
          <p:cNvSpPr txBox="1"/>
          <p:nvPr/>
        </p:nvSpPr>
        <p:spPr>
          <a:xfrm>
            <a:off x="6756410" y="594334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4455E16-B78B-3729-B1FB-C06B86F4B5FE}"/>
              </a:ext>
            </a:extLst>
          </p:cNvPr>
          <p:cNvSpPr txBox="1"/>
          <p:nvPr/>
        </p:nvSpPr>
        <p:spPr>
          <a:xfrm>
            <a:off x="7400186" y="5897173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58.2 ÷ 1.2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1DBF99-71A0-0E65-8112-D979B2695A70}"/>
              </a:ext>
            </a:extLst>
          </p:cNvPr>
          <p:cNvSpPr txBox="1"/>
          <p:nvPr/>
        </p:nvSpPr>
        <p:spPr>
          <a:xfrm>
            <a:off x="675537" y="86195"/>
            <a:ext cx="19315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accent4"/>
                </a:solidFill>
              </a:rPr>
              <a:t>ЖЕҢИЛ</a:t>
            </a:r>
            <a:endParaRPr lang="en-US" sz="3200" b="1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DE010D-53A8-0234-65DF-41B44029F2C9}"/>
              </a:ext>
            </a:extLst>
          </p:cNvPr>
          <p:cNvSpPr/>
          <p:nvPr/>
        </p:nvSpPr>
        <p:spPr>
          <a:xfrm>
            <a:off x="4540965" y="146364"/>
            <a:ext cx="1189265" cy="464435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3200" b="1" dirty="0">
                <a:solidFill>
                  <a:srgbClr val="00B050"/>
                </a:solidFill>
              </a:rPr>
              <a:t>ОРТО</a:t>
            </a:r>
            <a:endParaRPr lang="en-US" sz="2000" b="1" dirty="0">
              <a:solidFill>
                <a:srgbClr val="00B05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314292-EC1F-3D6F-9DB4-98865CEB9006}"/>
              </a:ext>
            </a:extLst>
          </p:cNvPr>
          <p:cNvSpPr txBox="1"/>
          <p:nvPr/>
        </p:nvSpPr>
        <p:spPr>
          <a:xfrm>
            <a:off x="7563879" y="53306"/>
            <a:ext cx="13070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solidFill>
                  <a:schemeClr val="accent1">
                    <a:lumMod val="75000"/>
                  </a:schemeClr>
                </a:solidFill>
              </a:rPr>
              <a:t>ООР</a:t>
            </a:r>
            <a:endParaRPr lang="en-US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7260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5B1D818-0124-4249-A022-EC89CA27E32E}"/>
              </a:ext>
            </a:extLst>
          </p:cNvPr>
          <p:cNvSpPr/>
          <p:nvPr/>
        </p:nvSpPr>
        <p:spPr>
          <a:xfrm>
            <a:off x="131191" y="770610"/>
            <a:ext cx="2925498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08AA5B6-BDAA-4273-BD45-4FCBFD97AECC}"/>
              </a:ext>
            </a:extLst>
          </p:cNvPr>
          <p:cNvSpPr/>
          <p:nvPr/>
        </p:nvSpPr>
        <p:spPr>
          <a:xfrm>
            <a:off x="3448430" y="770610"/>
            <a:ext cx="3020257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4191793-1A1E-41D5-B627-ECE63AC2F12C}"/>
              </a:ext>
            </a:extLst>
          </p:cNvPr>
          <p:cNvSpPr/>
          <p:nvPr/>
        </p:nvSpPr>
        <p:spPr>
          <a:xfrm>
            <a:off x="6765671" y="722047"/>
            <a:ext cx="2916809" cy="6014033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2E75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4D98E1C-37EB-42FE-85B3-A4EB60295B1D}"/>
              </a:ext>
            </a:extLst>
          </p:cNvPr>
          <p:cNvSpPr/>
          <p:nvPr/>
        </p:nvSpPr>
        <p:spPr>
          <a:xfrm>
            <a:off x="1407639" y="112237"/>
            <a:ext cx="467360" cy="456974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9E7C1E-455E-7680-3454-3DBC2E1C6D4B}"/>
              </a:ext>
            </a:extLst>
          </p:cNvPr>
          <p:cNvSpPr txBox="1"/>
          <p:nvPr/>
        </p:nvSpPr>
        <p:spPr>
          <a:xfrm>
            <a:off x="1036994" y="770610"/>
            <a:ext cx="12086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/>
              <a:t>Calculate:</a:t>
            </a:r>
            <a:endParaRPr lang="en-GB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711D04-F12E-CB12-F691-04ADE4C95760}"/>
              </a:ext>
            </a:extLst>
          </p:cNvPr>
          <p:cNvSpPr txBox="1"/>
          <p:nvPr/>
        </p:nvSpPr>
        <p:spPr>
          <a:xfrm>
            <a:off x="131166" y="143567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31A427F-196C-869D-687E-1BD8D14F75F6}"/>
              </a:ext>
            </a:extLst>
          </p:cNvPr>
          <p:cNvSpPr txBox="1"/>
          <p:nvPr/>
        </p:nvSpPr>
        <p:spPr>
          <a:xfrm>
            <a:off x="2216588" y="1389510"/>
            <a:ext cx="63030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40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21CCA7-8106-2E73-1A89-A6E130768E35}"/>
              </a:ext>
            </a:extLst>
          </p:cNvPr>
          <p:cNvSpPr txBox="1"/>
          <p:nvPr/>
        </p:nvSpPr>
        <p:spPr>
          <a:xfrm>
            <a:off x="968907" y="1389510"/>
            <a:ext cx="8178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80 ÷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D2BB55-7094-15C2-DC6F-3899D846B693}"/>
              </a:ext>
            </a:extLst>
          </p:cNvPr>
          <p:cNvSpPr txBox="1"/>
          <p:nvPr/>
        </p:nvSpPr>
        <p:spPr>
          <a:xfrm>
            <a:off x="131166" y="233721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31A0B7-78F1-5216-D0C2-7B155B3F6C32}"/>
              </a:ext>
            </a:extLst>
          </p:cNvPr>
          <p:cNvSpPr txBox="1"/>
          <p:nvPr/>
        </p:nvSpPr>
        <p:spPr>
          <a:xfrm>
            <a:off x="2216588" y="2291043"/>
            <a:ext cx="63030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40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880345-BBDB-0DB9-648A-2626B7801283}"/>
              </a:ext>
            </a:extLst>
          </p:cNvPr>
          <p:cNvSpPr txBox="1"/>
          <p:nvPr/>
        </p:nvSpPr>
        <p:spPr>
          <a:xfrm>
            <a:off x="936847" y="2291043"/>
            <a:ext cx="8819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8 ÷ 0.2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B6CF379-29CF-C4CC-CE07-C6BE641C3933}"/>
              </a:ext>
            </a:extLst>
          </p:cNvPr>
          <p:cNvSpPr txBox="1"/>
          <p:nvPr/>
        </p:nvSpPr>
        <p:spPr>
          <a:xfrm>
            <a:off x="131166" y="323874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FE7FEC4-D710-CFA1-CA46-95D109D14E46}"/>
              </a:ext>
            </a:extLst>
          </p:cNvPr>
          <p:cNvSpPr txBox="1"/>
          <p:nvPr/>
        </p:nvSpPr>
        <p:spPr>
          <a:xfrm>
            <a:off x="2216588" y="3192576"/>
            <a:ext cx="63030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30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1522AD-FA5F-1643-8898-32DC6660A3A3}"/>
              </a:ext>
            </a:extLst>
          </p:cNvPr>
          <p:cNvSpPr txBox="1"/>
          <p:nvPr/>
        </p:nvSpPr>
        <p:spPr>
          <a:xfrm>
            <a:off x="936847" y="3192576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 ÷ 0.3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A4A657-4AD4-5A23-DBCE-23D968040FF6}"/>
              </a:ext>
            </a:extLst>
          </p:cNvPr>
          <p:cNvSpPr txBox="1"/>
          <p:nvPr/>
        </p:nvSpPr>
        <p:spPr>
          <a:xfrm>
            <a:off x="131166" y="4140276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7B6B3DE-1DD9-244B-7FE7-9EACD48B5AF3}"/>
              </a:ext>
            </a:extLst>
          </p:cNvPr>
          <p:cNvSpPr txBox="1"/>
          <p:nvPr/>
        </p:nvSpPr>
        <p:spPr>
          <a:xfrm>
            <a:off x="2216588" y="4094109"/>
            <a:ext cx="63030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24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CB37BED-DDBD-9C09-FC7B-BF2B4C0C3C81}"/>
              </a:ext>
            </a:extLst>
          </p:cNvPr>
          <p:cNvSpPr txBox="1"/>
          <p:nvPr/>
        </p:nvSpPr>
        <p:spPr>
          <a:xfrm>
            <a:off x="871926" y="4094109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12 ÷ 0.5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A43999-9527-3FFD-FD68-4728309CA4E8}"/>
              </a:ext>
            </a:extLst>
          </p:cNvPr>
          <p:cNvSpPr txBox="1"/>
          <p:nvPr/>
        </p:nvSpPr>
        <p:spPr>
          <a:xfrm>
            <a:off x="131166" y="504180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60C4DC-F317-145B-D9DF-9F9D7F8D137C}"/>
              </a:ext>
            </a:extLst>
          </p:cNvPr>
          <p:cNvSpPr txBox="1"/>
          <p:nvPr/>
        </p:nvSpPr>
        <p:spPr>
          <a:xfrm>
            <a:off x="2152468" y="4995642"/>
            <a:ext cx="630301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13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9A2298C-9A46-6359-B138-C65A4F9E26DE}"/>
              </a:ext>
            </a:extLst>
          </p:cNvPr>
          <p:cNvSpPr txBox="1"/>
          <p:nvPr/>
        </p:nvSpPr>
        <p:spPr>
          <a:xfrm>
            <a:off x="839867" y="4995642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7.8 ÷ 0.6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41583D9-F1C3-BDDA-8171-0B806BB9E816}"/>
              </a:ext>
            </a:extLst>
          </p:cNvPr>
          <p:cNvSpPr txBox="1"/>
          <p:nvPr/>
        </p:nvSpPr>
        <p:spPr>
          <a:xfrm>
            <a:off x="131166" y="594334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444248F-4317-E717-338F-6EC0FB76F99D}"/>
              </a:ext>
            </a:extLst>
          </p:cNvPr>
          <p:cNvSpPr txBox="1"/>
          <p:nvPr/>
        </p:nvSpPr>
        <p:spPr>
          <a:xfrm>
            <a:off x="2152469" y="5897173"/>
            <a:ext cx="694421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0.4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99E152-0FF1-4092-7FCE-636CE02A9BF6}"/>
              </a:ext>
            </a:extLst>
          </p:cNvPr>
          <p:cNvSpPr txBox="1"/>
          <p:nvPr/>
        </p:nvSpPr>
        <p:spPr>
          <a:xfrm>
            <a:off x="936846" y="5897173"/>
            <a:ext cx="8819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0.8 ÷ 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5CFD575-297B-65B9-90CF-83A1A1358976}"/>
              </a:ext>
            </a:extLst>
          </p:cNvPr>
          <p:cNvSpPr txBox="1"/>
          <p:nvPr/>
        </p:nvSpPr>
        <p:spPr>
          <a:xfrm>
            <a:off x="4353773" y="770610"/>
            <a:ext cx="12086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/>
              <a:t>Calculate:</a:t>
            </a:r>
            <a:endParaRPr lang="en-GB" sz="2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611709-0A6A-4A7F-DF76-2FC470647201}"/>
              </a:ext>
            </a:extLst>
          </p:cNvPr>
          <p:cNvSpPr txBox="1"/>
          <p:nvPr/>
        </p:nvSpPr>
        <p:spPr>
          <a:xfrm>
            <a:off x="3447945" y="143567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044DD7E-54F6-F1A8-6E29-8E5D4B2309FF}"/>
              </a:ext>
            </a:extLst>
          </p:cNvPr>
          <p:cNvSpPr txBox="1"/>
          <p:nvPr/>
        </p:nvSpPr>
        <p:spPr>
          <a:xfrm>
            <a:off x="5437966" y="1389510"/>
            <a:ext cx="63030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80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3CF05AE-C88B-0ACA-AD49-A91C09DB4625}"/>
              </a:ext>
            </a:extLst>
          </p:cNvPr>
          <p:cNvSpPr txBox="1"/>
          <p:nvPr/>
        </p:nvSpPr>
        <p:spPr>
          <a:xfrm>
            <a:off x="4188705" y="1389510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16 ÷ 0.2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BD1618-5E66-6EA2-2CEE-E1F3879CCA4A}"/>
              </a:ext>
            </a:extLst>
          </p:cNvPr>
          <p:cNvSpPr txBox="1"/>
          <p:nvPr/>
        </p:nvSpPr>
        <p:spPr>
          <a:xfrm>
            <a:off x="3447945" y="233721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BBDBDB3-2F5B-650E-5878-BC6D9BDF1812}"/>
              </a:ext>
            </a:extLst>
          </p:cNvPr>
          <p:cNvSpPr txBox="1"/>
          <p:nvPr/>
        </p:nvSpPr>
        <p:spPr>
          <a:xfrm>
            <a:off x="5437966" y="2291043"/>
            <a:ext cx="500458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D9798DF-354B-A861-C45D-5187D51280D5}"/>
              </a:ext>
            </a:extLst>
          </p:cNvPr>
          <p:cNvSpPr txBox="1"/>
          <p:nvPr/>
        </p:nvSpPr>
        <p:spPr>
          <a:xfrm>
            <a:off x="4253626" y="2291043"/>
            <a:ext cx="8819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 ÷ 1.2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838337-48C2-2EA5-28CD-A85493E2C18E}"/>
              </a:ext>
            </a:extLst>
          </p:cNvPr>
          <p:cNvSpPr txBox="1"/>
          <p:nvPr/>
        </p:nvSpPr>
        <p:spPr>
          <a:xfrm>
            <a:off x="3447945" y="323874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D39DF58-9B7D-3B58-C849-134871BFB372}"/>
              </a:ext>
            </a:extLst>
          </p:cNvPr>
          <p:cNvSpPr txBox="1"/>
          <p:nvPr/>
        </p:nvSpPr>
        <p:spPr>
          <a:xfrm>
            <a:off x="5437966" y="3192576"/>
            <a:ext cx="630301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10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E6A461C-E212-70C2-8277-C8A628D2907F}"/>
              </a:ext>
            </a:extLst>
          </p:cNvPr>
          <p:cNvSpPr txBox="1"/>
          <p:nvPr/>
        </p:nvSpPr>
        <p:spPr>
          <a:xfrm>
            <a:off x="4188705" y="3192576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15 ÷ 1.5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09DB326-5AF0-71A9-0968-FF80CE746736}"/>
              </a:ext>
            </a:extLst>
          </p:cNvPr>
          <p:cNvSpPr txBox="1"/>
          <p:nvPr/>
        </p:nvSpPr>
        <p:spPr>
          <a:xfrm>
            <a:off x="3447945" y="4140276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30C4BAB-7EC7-0F72-C44F-07D0CEFFD290}"/>
              </a:ext>
            </a:extLst>
          </p:cNvPr>
          <p:cNvSpPr txBox="1"/>
          <p:nvPr/>
        </p:nvSpPr>
        <p:spPr>
          <a:xfrm>
            <a:off x="5437966" y="4094109"/>
            <a:ext cx="500458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3788B7F-C27F-F03B-9195-445BADA31ADA}"/>
              </a:ext>
            </a:extLst>
          </p:cNvPr>
          <p:cNvSpPr txBox="1"/>
          <p:nvPr/>
        </p:nvSpPr>
        <p:spPr>
          <a:xfrm>
            <a:off x="4156645" y="4094109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9.1 ÷ 1.3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3F2C321-C6AD-80BE-F02E-2501C9F361E2}"/>
              </a:ext>
            </a:extLst>
          </p:cNvPr>
          <p:cNvSpPr txBox="1"/>
          <p:nvPr/>
        </p:nvSpPr>
        <p:spPr>
          <a:xfrm>
            <a:off x="3447945" y="504180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765A5CC-50B1-3093-0439-566D3CF72554}"/>
              </a:ext>
            </a:extLst>
          </p:cNvPr>
          <p:cNvSpPr txBox="1"/>
          <p:nvPr/>
        </p:nvSpPr>
        <p:spPr>
          <a:xfrm>
            <a:off x="5437966" y="4995642"/>
            <a:ext cx="630301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24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318AB89-D2B6-3C79-667A-4D48E1F84234}"/>
              </a:ext>
            </a:extLst>
          </p:cNvPr>
          <p:cNvSpPr txBox="1"/>
          <p:nvPr/>
        </p:nvSpPr>
        <p:spPr>
          <a:xfrm>
            <a:off x="4156646" y="4995642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9.6 ÷ 0.4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B721F94-E6C4-1D6E-979C-392D88508E58}"/>
              </a:ext>
            </a:extLst>
          </p:cNvPr>
          <p:cNvSpPr txBox="1"/>
          <p:nvPr/>
        </p:nvSpPr>
        <p:spPr>
          <a:xfrm>
            <a:off x="3447945" y="594334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4BE6E70-E76B-82A7-7EC2-58C4C017F192}"/>
              </a:ext>
            </a:extLst>
          </p:cNvPr>
          <p:cNvSpPr txBox="1"/>
          <p:nvPr/>
        </p:nvSpPr>
        <p:spPr>
          <a:xfrm>
            <a:off x="5437966" y="5897173"/>
            <a:ext cx="630301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73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77ABBE8-ECE8-950B-C675-4FCDB2499D57}"/>
              </a:ext>
            </a:extLst>
          </p:cNvPr>
          <p:cNvSpPr txBox="1"/>
          <p:nvPr/>
        </p:nvSpPr>
        <p:spPr>
          <a:xfrm>
            <a:off x="4091722" y="5897173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51.1 ÷ 0.7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DB03C20-039D-B2B0-4D8F-F9435541FF7F}"/>
              </a:ext>
            </a:extLst>
          </p:cNvPr>
          <p:cNvSpPr txBox="1"/>
          <p:nvPr/>
        </p:nvSpPr>
        <p:spPr>
          <a:xfrm>
            <a:off x="7662238" y="770610"/>
            <a:ext cx="12086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/>
              <a:t>Calculate:</a:t>
            </a:r>
            <a:endParaRPr lang="en-GB" sz="20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F186FA7-3D68-AB47-2F1F-D307AECC432A}"/>
              </a:ext>
            </a:extLst>
          </p:cNvPr>
          <p:cNvSpPr txBox="1"/>
          <p:nvPr/>
        </p:nvSpPr>
        <p:spPr>
          <a:xfrm>
            <a:off x="6756410" y="143567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323C489-41BA-759A-29F2-DBF5B0DE1156}"/>
              </a:ext>
            </a:extLst>
          </p:cNvPr>
          <p:cNvSpPr txBox="1"/>
          <p:nvPr/>
        </p:nvSpPr>
        <p:spPr>
          <a:xfrm>
            <a:off x="8746431" y="1389510"/>
            <a:ext cx="630301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28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B364D0A-8131-E4AB-CDA6-CDA44F6C6960}"/>
              </a:ext>
            </a:extLst>
          </p:cNvPr>
          <p:cNvSpPr txBox="1"/>
          <p:nvPr/>
        </p:nvSpPr>
        <p:spPr>
          <a:xfrm>
            <a:off x="7400188" y="1389510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16.8 ÷ 0.6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5379B12-F9E4-6A50-9A60-6D62525E83C2}"/>
              </a:ext>
            </a:extLst>
          </p:cNvPr>
          <p:cNvSpPr txBox="1"/>
          <p:nvPr/>
        </p:nvSpPr>
        <p:spPr>
          <a:xfrm>
            <a:off x="6756410" y="233721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9C4EE24-0AB9-9EB5-54B2-B86B66BBC00F}"/>
              </a:ext>
            </a:extLst>
          </p:cNvPr>
          <p:cNvSpPr txBox="1"/>
          <p:nvPr/>
        </p:nvSpPr>
        <p:spPr>
          <a:xfrm>
            <a:off x="8746431" y="2291043"/>
            <a:ext cx="630301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50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4718B95-FE9E-131C-6E9F-76166DAAAB80}"/>
              </a:ext>
            </a:extLst>
          </p:cNvPr>
          <p:cNvSpPr txBox="1"/>
          <p:nvPr/>
        </p:nvSpPr>
        <p:spPr>
          <a:xfrm>
            <a:off x="7497170" y="2291043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 ÷ 0.04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5C5C9B6-E397-FDC7-9A81-D09B6AA84BDE}"/>
              </a:ext>
            </a:extLst>
          </p:cNvPr>
          <p:cNvSpPr txBox="1"/>
          <p:nvPr/>
        </p:nvSpPr>
        <p:spPr>
          <a:xfrm>
            <a:off x="6756410" y="323874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CE272F5-7E66-56C1-844F-5D496D738565}"/>
              </a:ext>
            </a:extLst>
          </p:cNvPr>
          <p:cNvSpPr txBox="1"/>
          <p:nvPr/>
        </p:nvSpPr>
        <p:spPr>
          <a:xfrm>
            <a:off x="8746431" y="3192576"/>
            <a:ext cx="630301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36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1099CBE-E7F2-C9DC-11D1-BC8B2FD23CEE}"/>
              </a:ext>
            </a:extLst>
          </p:cNvPr>
          <p:cNvSpPr txBox="1"/>
          <p:nvPr/>
        </p:nvSpPr>
        <p:spPr>
          <a:xfrm>
            <a:off x="7497170" y="3192576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 ÷ 0.25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A798EDB-4B18-59E3-B243-6050CA887C9F}"/>
              </a:ext>
            </a:extLst>
          </p:cNvPr>
          <p:cNvSpPr txBox="1"/>
          <p:nvPr/>
        </p:nvSpPr>
        <p:spPr>
          <a:xfrm>
            <a:off x="6756410" y="4140276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B5FBBEE-CD82-C9FE-462D-0E46DE1FAB99}"/>
              </a:ext>
            </a:extLst>
          </p:cNvPr>
          <p:cNvSpPr txBox="1"/>
          <p:nvPr/>
        </p:nvSpPr>
        <p:spPr>
          <a:xfrm>
            <a:off x="8746431" y="4094109"/>
            <a:ext cx="76014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108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764DBCE-B578-C99E-0474-EFE72E599F39}"/>
              </a:ext>
            </a:extLst>
          </p:cNvPr>
          <p:cNvSpPr txBox="1"/>
          <p:nvPr/>
        </p:nvSpPr>
        <p:spPr>
          <a:xfrm>
            <a:off x="7400190" y="4094109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86.4 ÷ 0.8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36DEF77-7CAC-FE2B-D130-E21631130376}"/>
              </a:ext>
            </a:extLst>
          </p:cNvPr>
          <p:cNvSpPr txBox="1"/>
          <p:nvPr/>
        </p:nvSpPr>
        <p:spPr>
          <a:xfrm>
            <a:off x="6756410" y="504180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F44C3EB-254A-5D82-E6E4-56D95ECCD31C}"/>
              </a:ext>
            </a:extLst>
          </p:cNvPr>
          <p:cNvSpPr txBox="1"/>
          <p:nvPr/>
        </p:nvSpPr>
        <p:spPr>
          <a:xfrm>
            <a:off x="8746431" y="4995642"/>
            <a:ext cx="824265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23.5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0C56044-70EB-A080-BF35-47BEB2F6F382}"/>
              </a:ext>
            </a:extLst>
          </p:cNvPr>
          <p:cNvSpPr txBox="1"/>
          <p:nvPr/>
        </p:nvSpPr>
        <p:spPr>
          <a:xfrm>
            <a:off x="7465111" y="4995642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9.4 ÷ 0.4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AB5E1E0-7D21-4B44-29CE-1BD603F8F5D0}"/>
              </a:ext>
            </a:extLst>
          </p:cNvPr>
          <p:cNvSpPr txBox="1"/>
          <p:nvPr/>
        </p:nvSpPr>
        <p:spPr>
          <a:xfrm>
            <a:off x="6756410" y="594334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03FF185-354C-CEC0-4E58-FB3997B5AFDD}"/>
              </a:ext>
            </a:extLst>
          </p:cNvPr>
          <p:cNvSpPr txBox="1"/>
          <p:nvPr/>
        </p:nvSpPr>
        <p:spPr>
          <a:xfrm>
            <a:off x="8746431" y="5897173"/>
            <a:ext cx="824265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48.5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4455E16-B78B-3729-B1FB-C06B86F4B5FE}"/>
              </a:ext>
            </a:extLst>
          </p:cNvPr>
          <p:cNvSpPr txBox="1"/>
          <p:nvPr/>
        </p:nvSpPr>
        <p:spPr>
          <a:xfrm>
            <a:off x="7400186" y="5897173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58.2 ÷ 1.2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9A3372-5766-DFEB-4EAD-034DE7FBB1E3}"/>
              </a:ext>
            </a:extLst>
          </p:cNvPr>
          <p:cNvSpPr txBox="1"/>
          <p:nvPr/>
        </p:nvSpPr>
        <p:spPr>
          <a:xfrm>
            <a:off x="784744" y="137272"/>
            <a:ext cx="19315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accent4"/>
                </a:solidFill>
              </a:rPr>
              <a:t>ЖЕҢИЛ</a:t>
            </a:r>
            <a:endParaRPr lang="en-US" sz="3200" b="1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308BA3-78A7-9397-D0A5-51B24FBE8D12}"/>
              </a:ext>
            </a:extLst>
          </p:cNvPr>
          <p:cNvSpPr/>
          <p:nvPr/>
        </p:nvSpPr>
        <p:spPr>
          <a:xfrm>
            <a:off x="4358367" y="203259"/>
            <a:ext cx="1189265" cy="464435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3200" b="1" dirty="0">
                <a:solidFill>
                  <a:srgbClr val="00B050"/>
                </a:solidFill>
              </a:rPr>
              <a:t>ОРТО</a:t>
            </a:r>
            <a:endParaRPr lang="en-US" sz="2000" b="1" dirty="0">
              <a:solidFill>
                <a:srgbClr val="00B05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C1C886-5FC6-6CEB-952E-6A106A3D381E}"/>
              </a:ext>
            </a:extLst>
          </p:cNvPr>
          <p:cNvSpPr txBox="1"/>
          <p:nvPr/>
        </p:nvSpPr>
        <p:spPr>
          <a:xfrm>
            <a:off x="7497170" y="112237"/>
            <a:ext cx="13070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solidFill>
                  <a:schemeClr val="accent1">
                    <a:lumMod val="75000"/>
                  </a:schemeClr>
                </a:solidFill>
              </a:rPr>
              <a:t>ООР</a:t>
            </a:r>
            <a:endParaRPr lang="en-US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3731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7" grpId="0" animBg="1"/>
      <p:bldP spid="21" grpId="0" animBg="1"/>
      <p:bldP spid="24" grpId="0" animBg="1"/>
      <p:bldP spid="27" grpId="0" animBg="1"/>
      <p:bldP spid="31" grpId="0" animBg="1"/>
      <p:bldP spid="39" grpId="0" animBg="1"/>
      <p:bldP spid="42" grpId="0" animBg="1"/>
      <p:bldP spid="45" grpId="0" animBg="1"/>
      <p:bldP spid="51" grpId="0" animBg="1"/>
      <p:bldP spid="54" grpId="0" animBg="1"/>
      <p:bldP spid="58" grpId="0" animBg="1"/>
      <p:bldP spid="61" grpId="0" animBg="1"/>
      <p:bldP spid="64" grpId="0" animBg="1"/>
      <p:bldP spid="67" grpId="0" animBg="1"/>
      <p:bldP spid="70" grpId="0" animBg="1"/>
      <p:bldP spid="7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F43EB19-6A04-2796-E041-733B82D4F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4551680" cy="35356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F98EE8F-264D-FD1B-6800-B56D522769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6130" y="0"/>
            <a:ext cx="5299870" cy="353568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4BDDAC2-40DA-709F-8BF3-1D70A7C4C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50" y="3627952"/>
            <a:ext cx="4551680" cy="323004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58A6C74-A2FA-4D66-D045-AEDD451E3D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579" y="3627952"/>
            <a:ext cx="5190971" cy="3230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1643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1383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3107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40000"/>
            <a:lumOff val="60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10622</TotalTime>
  <Words>301</Words>
  <Application>Microsoft Office PowerPoint</Application>
  <PresentationFormat>A4 Paper (210x297 mm)</PresentationFormat>
  <Paragraphs>120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544</cp:revision>
  <cp:lastPrinted>2017-12-31T22:38:51Z</cp:lastPrinted>
  <dcterms:created xsi:type="dcterms:W3CDTF">2017-01-17T16:57:04Z</dcterms:created>
  <dcterms:modified xsi:type="dcterms:W3CDTF">2023-10-07T04:28:41Z</dcterms:modified>
</cp:coreProperties>
</file>