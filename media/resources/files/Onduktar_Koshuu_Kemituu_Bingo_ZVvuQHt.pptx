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9" r:id="rId4"/>
    <p:sldId id="970" r:id="rId5"/>
    <p:sldId id="851" r:id="rId6"/>
    <p:sldId id="961" r:id="rId7"/>
    <p:sldId id="962" r:id="rId8"/>
    <p:sldId id="967" r:id="rId9"/>
    <p:sldId id="968" r:id="rId10"/>
    <p:sldId id="949" r:id="rId11"/>
    <p:sldId id="951" r:id="rId12"/>
    <p:sldId id="959" r:id="rId13"/>
    <p:sldId id="960" r:id="rId14"/>
    <p:sldId id="963" r:id="rId15"/>
    <p:sldId id="965" r:id="rId16"/>
    <p:sldId id="953" r:id="rId17"/>
    <p:sldId id="966" r:id="rId18"/>
    <p:sldId id="952" r:id="rId19"/>
    <p:sldId id="964" r:id="rId20"/>
    <p:sldId id="950" r:id="rId21"/>
    <p:sldId id="958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68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379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11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119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89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18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295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980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666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970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232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3075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221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9140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14828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940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13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4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867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521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38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0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588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931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125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555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49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19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Кошуу жана кемитүү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Бинго 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111761" y="2599664"/>
            <a:ext cx="9794239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 жана кемитүү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86761" y="1556204"/>
            <a:ext cx="674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12.2</a:t>
            </a:r>
          </a:p>
        </p:txBody>
      </p:sp>
    </p:spTree>
    <p:extLst>
      <p:ext uri="{BB962C8B-B14F-4D97-AF65-F5344CB8AC3E}">
        <p14:creationId xmlns:p14="http://schemas.microsoft.com/office/powerpoint/2010/main" val="414405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86761" y="1556204"/>
            <a:ext cx="674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11.5</a:t>
            </a:r>
          </a:p>
        </p:txBody>
      </p:sp>
    </p:spTree>
    <p:extLst>
      <p:ext uri="{BB962C8B-B14F-4D97-AF65-F5344CB8AC3E}">
        <p14:creationId xmlns:p14="http://schemas.microsoft.com/office/powerpoint/2010/main" val="291283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13.5</a:t>
            </a:r>
          </a:p>
        </p:txBody>
      </p:sp>
    </p:spTree>
    <p:extLst>
      <p:ext uri="{BB962C8B-B14F-4D97-AF65-F5344CB8AC3E}">
        <p14:creationId xmlns:p14="http://schemas.microsoft.com/office/powerpoint/2010/main" val="263007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10.4</a:t>
            </a:r>
          </a:p>
        </p:txBody>
      </p:sp>
    </p:spTree>
    <p:extLst>
      <p:ext uri="{BB962C8B-B14F-4D97-AF65-F5344CB8AC3E}">
        <p14:creationId xmlns:p14="http://schemas.microsoft.com/office/powerpoint/2010/main" val="271050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0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5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14.3</a:t>
            </a:r>
          </a:p>
        </p:txBody>
      </p:sp>
    </p:spTree>
    <p:extLst>
      <p:ext uri="{BB962C8B-B14F-4D97-AF65-F5344CB8AC3E}">
        <p14:creationId xmlns:p14="http://schemas.microsoft.com/office/powerpoint/2010/main" val="328338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3.2</a:t>
            </a:r>
          </a:p>
        </p:txBody>
      </p:sp>
    </p:spTree>
    <p:extLst>
      <p:ext uri="{BB962C8B-B14F-4D97-AF65-F5344CB8AC3E}">
        <p14:creationId xmlns:p14="http://schemas.microsoft.com/office/powerpoint/2010/main" val="24696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8.5</a:t>
            </a:r>
          </a:p>
        </p:txBody>
      </p:sp>
    </p:spTree>
    <p:extLst>
      <p:ext uri="{BB962C8B-B14F-4D97-AF65-F5344CB8AC3E}">
        <p14:creationId xmlns:p14="http://schemas.microsoft.com/office/powerpoint/2010/main" val="19746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5.0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16.1</a:t>
            </a:r>
          </a:p>
        </p:txBody>
      </p:sp>
    </p:spTree>
    <p:extLst>
      <p:ext uri="{BB962C8B-B14F-4D97-AF65-F5344CB8AC3E}">
        <p14:creationId xmlns:p14="http://schemas.microsoft.com/office/powerpoint/2010/main" val="4006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6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99440"/>
            <a:ext cx="9906000" cy="51304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8829</TotalTime>
  <Words>564</Words>
  <Application>Microsoft Office PowerPoint</Application>
  <PresentationFormat>A4 Paper (210x297 mm)</PresentationFormat>
  <Paragraphs>219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2024-05-07T04:29:31Z</dcterms:modified>
</cp:coreProperties>
</file>