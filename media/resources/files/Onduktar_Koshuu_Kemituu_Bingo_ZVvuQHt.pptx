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  <p:sldMasterId id="2147483730" r:id="rId3"/>
  </p:sldMasterIdLst>
  <p:notesMasterIdLst>
    <p:notesMasterId r:id="rId25"/>
  </p:notesMasterIdLst>
  <p:sldIdLst>
    <p:sldId id="969" r:id="rId4"/>
    <p:sldId id="970" r:id="rId5"/>
    <p:sldId id="851" r:id="rId6"/>
    <p:sldId id="961" r:id="rId7"/>
    <p:sldId id="962" r:id="rId8"/>
    <p:sldId id="967" r:id="rId9"/>
    <p:sldId id="968" r:id="rId10"/>
    <p:sldId id="949" r:id="rId11"/>
    <p:sldId id="951" r:id="rId12"/>
    <p:sldId id="959" r:id="rId13"/>
    <p:sldId id="960" r:id="rId14"/>
    <p:sldId id="963" r:id="rId15"/>
    <p:sldId id="965" r:id="rId16"/>
    <p:sldId id="953" r:id="rId17"/>
    <p:sldId id="966" r:id="rId18"/>
    <p:sldId id="952" r:id="rId19"/>
    <p:sldId id="964" r:id="rId20"/>
    <p:sldId id="950" r:id="rId21"/>
    <p:sldId id="958" r:id="rId22"/>
    <p:sldId id="940" r:id="rId23"/>
    <p:sldId id="274" r:id="rId24"/>
  </p:sldIdLst>
  <p:sldSz cx="9906000" cy="6858000" type="A4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225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07/05/2024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86687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3799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70118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1191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30892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811868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2295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98097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866636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1970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12329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630754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5/7/2024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82217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5/7/2024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591402"/>
      </p:ext>
    </p:extLst>
  </p:cSld>
  <p:clrMapOvr>
    <a:masterClrMapping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5/7/2024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0148281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5/7/2024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99402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5/7/2024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4137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5/7/2024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142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5/7/2024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78672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5/7/2024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45212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5/7/2024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63890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5/7/2024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4046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5/7/2024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05884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89311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81259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45556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5" Type="http://schemas.openxmlformats.org/officeDocument/2006/relationships/theme" Target="../theme/theme3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496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5/7/2024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1197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1" r:id="rId1"/>
    <p:sldLayoutId id="2147483732" r:id="rId2"/>
    <p:sldLayoutId id="2147483733" r:id="rId3"/>
    <p:sldLayoutId id="2147483734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740" r:id="rId10"/>
    <p:sldLayoutId id="2147483741" r:id="rId11"/>
    <p:sldLayoutId id="2147483742" r:id="rId12"/>
    <p:sldLayoutId id="2147483743" r:id="rId13"/>
    <p:sldLayoutId id="2147483744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538480" y="1361441"/>
            <a:ext cx="8605520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орундуу ондуктар – Кошуу жана кемитүү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Бинго ,жооптору менен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тордон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тогуз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тандап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аларды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дептериндеги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3х3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квадратка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туш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келди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жайгаштырышы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бардыгы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85629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111761" y="2599664"/>
            <a:ext cx="9794239" cy="452431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96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Ондуктарды кошуу жана кемитүү</a:t>
            </a:r>
          </a:p>
        </p:txBody>
      </p:sp>
    </p:spTree>
    <p:extLst>
      <p:ext uri="{BB962C8B-B14F-4D97-AF65-F5344CB8AC3E}">
        <p14:creationId xmlns:p14="http://schemas.microsoft.com/office/powerpoint/2010/main" val="1810214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92100" y="1197032"/>
          <a:ext cx="9321800" cy="4430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0450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772295460"/>
                    </a:ext>
                  </a:extLst>
                </a:gridCol>
              </a:tblGrid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13.5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14.3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5.0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12.2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11.5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16.1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986472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726618" y="19616"/>
            <a:ext cx="845276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/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525719" y="6041522"/>
            <a:ext cx="400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Китепке/дептерге 3х3 торчо тартыңыз.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368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586761" y="1556204"/>
            <a:ext cx="67491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</a:t>
            </a:r>
            <a:r>
              <a:rPr lang="ru-RU" sz="2400" dirty="0"/>
              <a:t>умманы толтуруу үчүн бул сандарды колдонгула.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555406" y="2129783"/>
            <a:ext cx="68118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</a:t>
            </a:r>
            <a:r>
              <a:rPr lang="ru-RU" sz="2400" dirty="0"/>
              <a:t>натыйжа кандай болот?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8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12.2</a:t>
            </a:r>
          </a:p>
        </p:txBody>
      </p:sp>
    </p:spTree>
    <p:extLst>
      <p:ext uri="{BB962C8B-B14F-4D97-AF65-F5344CB8AC3E}">
        <p14:creationId xmlns:p14="http://schemas.microsoft.com/office/powerpoint/2010/main" val="4144058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586761" y="1556204"/>
            <a:ext cx="67491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</a:t>
            </a:r>
            <a:r>
              <a:rPr lang="ru-RU" sz="2400" dirty="0"/>
              <a:t>умманы толтуруу үчүн бул сандарды колдонгула.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555406" y="2129783"/>
            <a:ext cx="68118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</a:t>
            </a:r>
            <a:r>
              <a:rPr lang="ru-RU" sz="2400" dirty="0"/>
              <a:t>натыйжа кандай болот?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6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11.5</a:t>
            </a:r>
          </a:p>
        </p:txBody>
      </p:sp>
    </p:spTree>
    <p:extLst>
      <p:ext uri="{BB962C8B-B14F-4D97-AF65-F5344CB8AC3E}">
        <p14:creationId xmlns:p14="http://schemas.microsoft.com/office/powerpoint/2010/main" val="2912838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569929" y="1556204"/>
            <a:ext cx="6782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</a:t>
            </a:r>
            <a:r>
              <a:rPr lang="ru-RU" sz="2400" dirty="0"/>
              <a:t>умманы толтуруу үчүн бул сандарды колдонгула.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094736" y="2129783"/>
            <a:ext cx="7733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кичинекей </a:t>
            </a:r>
            <a:r>
              <a:rPr lang="ru-RU" sz="2400" dirty="0"/>
              <a:t>натыйжа кандай болот?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7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13.5</a:t>
            </a:r>
          </a:p>
        </p:txBody>
      </p:sp>
    </p:spTree>
    <p:extLst>
      <p:ext uri="{BB962C8B-B14F-4D97-AF65-F5344CB8AC3E}">
        <p14:creationId xmlns:p14="http://schemas.microsoft.com/office/powerpoint/2010/main" val="2630071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569929" y="1556204"/>
            <a:ext cx="6782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</a:t>
            </a:r>
            <a:r>
              <a:rPr lang="ru-RU" sz="2400" dirty="0"/>
              <a:t>умманы толтуруу үчүн бул сандарды колдонгула.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094736" y="2129783"/>
            <a:ext cx="7733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кичинекей </a:t>
            </a:r>
            <a:r>
              <a:rPr lang="ru-RU" sz="2400" dirty="0"/>
              <a:t>натыйжа кандай болот?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6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10.4</a:t>
            </a:r>
          </a:p>
        </p:txBody>
      </p:sp>
    </p:spTree>
    <p:extLst>
      <p:ext uri="{BB962C8B-B14F-4D97-AF65-F5344CB8AC3E}">
        <p14:creationId xmlns:p14="http://schemas.microsoft.com/office/powerpoint/2010/main" val="2710500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569929" y="1556204"/>
            <a:ext cx="6782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</a:t>
            </a:r>
            <a:r>
              <a:rPr lang="ru-RU" sz="2400" dirty="0"/>
              <a:t>умманы толтуруу үчүн бул сандарды колдонгула.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555406" y="2129783"/>
            <a:ext cx="68118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</a:t>
            </a:r>
            <a:r>
              <a:rPr lang="ru-RU" sz="2400" dirty="0"/>
              <a:t>натыйжа кандай болот?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241965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23168F8-C3AD-2040-34D1-5FB9EC58A192}"/>
              </a:ext>
            </a:extLst>
          </p:cNvPr>
          <p:cNvSpPr/>
          <p:nvPr/>
        </p:nvSpPr>
        <p:spPr>
          <a:xfrm>
            <a:off x="4516583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27E12A-F2C0-42F3-11C8-E3F001B98710}"/>
              </a:ext>
            </a:extLst>
          </p:cNvPr>
          <p:cNvSpPr/>
          <p:nvPr/>
        </p:nvSpPr>
        <p:spPr>
          <a:xfrm>
            <a:off x="5791201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5.3</a:t>
            </a:r>
          </a:p>
        </p:txBody>
      </p:sp>
      <p:sp>
        <p:nvSpPr>
          <p:cNvPr id="58" name="Minus Sign 57">
            <a:extLst>
              <a:ext uri="{FF2B5EF4-FFF2-40B4-BE49-F238E27FC236}">
                <a16:creationId xmlns:a16="http://schemas.microsoft.com/office/drawing/2014/main" id="{36F856FF-7CF1-AC7A-A74A-0B1A37B9CBE9}"/>
              </a:ext>
            </a:extLst>
          </p:cNvPr>
          <p:cNvSpPr/>
          <p:nvPr/>
        </p:nvSpPr>
        <p:spPr>
          <a:xfrm>
            <a:off x="2672690" y="4329112"/>
            <a:ext cx="788194" cy="788194"/>
          </a:xfrm>
          <a:prstGeom prst="mathMinus">
            <a:avLst>
              <a:gd name="adj1" fmla="val 13249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0738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51" grpId="0"/>
      <p:bldP spid="52" grpId="0"/>
      <p:bldP spid="5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569929" y="1556204"/>
            <a:ext cx="6782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</a:t>
            </a:r>
            <a:r>
              <a:rPr lang="ru-RU" sz="2400" dirty="0"/>
              <a:t>умманы толтуруу үчүн бул сандарды колдонгула.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555406" y="2129783"/>
            <a:ext cx="68118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</a:t>
            </a:r>
            <a:r>
              <a:rPr lang="ru-RU" sz="2400" dirty="0"/>
              <a:t>натыйжа кандай болот?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241965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23168F8-C3AD-2040-34D1-5FB9EC58A192}"/>
              </a:ext>
            </a:extLst>
          </p:cNvPr>
          <p:cNvSpPr/>
          <p:nvPr/>
        </p:nvSpPr>
        <p:spPr>
          <a:xfrm>
            <a:off x="4516583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27E12A-F2C0-42F3-11C8-E3F001B98710}"/>
              </a:ext>
            </a:extLst>
          </p:cNvPr>
          <p:cNvSpPr/>
          <p:nvPr/>
        </p:nvSpPr>
        <p:spPr>
          <a:xfrm>
            <a:off x="5791201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6.4</a:t>
            </a:r>
          </a:p>
        </p:txBody>
      </p:sp>
      <p:sp>
        <p:nvSpPr>
          <p:cNvPr id="58" name="Minus Sign 57">
            <a:extLst>
              <a:ext uri="{FF2B5EF4-FFF2-40B4-BE49-F238E27FC236}">
                <a16:creationId xmlns:a16="http://schemas.microsoft.com/office/drawing/2014/main" id="{36F856FF-7CF1-AC7A-A74A-0B1A37B9CBE9}"/>
              </a:ext>
            </a:extLst>
          </p:cNvPr>
          <p:cNvSpPr/>
          <p:nvPr/>
        </p:nvSpPr>
        <p:spPr>
          <a:xfrm>
            <a:off x="2672690" y="4329112"/>
            <a:ext cx="788194" cy="788194"/>
          </a:xfrm>
          <a:prstGeom prst="mathMinus">
            <a:avLst>
              <a:gd name="adj1" fmla="val 13249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085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51" grpId="0"/>
      <p:bldP spid="52" grpId="0"/>
      <p:bldP spid="5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569929" y="1556204"/>
            <a:ext cx="6782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</a:t>
            </a:r>
            <a:r>
              <a:rPr lang="ru-RU" sz="2400" dirty="0"/>
              <a:t>умманы толтуруу үчүн бул сандарды колдонгула.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094736" y="2129783"/>
            <a:ext cx="7733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кичинекей </a:t>
            </a:r>
            <a:r>
              <a:rPr lang="ru-RU" sz="2400" dirty="0"/>
              <a:t>натыйжа кандай болот?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241965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23168F8-C3AD-2040-34D1-5FB9EC58A192}"/>
              </a:ext>
            </a:extLst>
          </p:cNvPr>
          <p:cNvSpPr/>
          <p:nvPr/>
        </p:nvSpPr>
        <p:spPr>
          <a:xfrm>
            <a:off x="4516583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27E12A-F2C0-42F3-11C8-E3F001B98710}"/>
              </a:ext>
            </a:extLst>
          </p:cNvPr>
          <p:cNvSpPr/>
          <p:nvPr/>
        </p:nvSpPr>
        <p:spPr>
          <a:xfrm>
            <a:off x="5791201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0.4</a:t>
            </a:r>
          </a:p>
        </p:txBody>
      </p:sp>
      <p:sp>
        <p:nvSpPr>
          <p:cNvPr id="58" name="Minus Sign 57">
            <a:extLst>
              <a:ext uri="{FF2B5EF4-FFF2-40B4-BE49-F238E27FC236}">
                <a16:creationId xmlns:a16="http://schemas.microsoft.com/office/drawing/2014/main" id="{36F856FF-7CF1-AC7A-A74A-0B1A37B9CBE9}"/>
              </a:ext>
            </a:extLst>
          </p:cNvPr>
          <p:cNvSpPr/>
          <p:nvPr/>
        </p:nvSpPr>
        <p:spPr>
          <a:xfrm>
            <a:off x="2672690" y="4329112"/>
            <a:ext cx="788194" cy="788194"/>
          </a:xfrm>
          <a:prstGeom prst="mathMinus">
            <a:avLst>
              <a:gd name="adj1" fmla="val 13249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2505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51" grpId="0"/>
      <p:bldP spid="52" grpId="0"/>
      <p:bldP spid="5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569929" y="1556204"/>
            <a:ext cx="6782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</a:t>
            </a:r>
            <a:r>
              <a:rPr lang="ru-RU" sz="2400" dirty="0"/>
              <a:t>умманы толтуруу үчүн бул сандарды колдонгула.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094736" y="2129783"/>
            <a:ext cx="7733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кичинекей </a:t>
            </a:r>
            <a:r>
              <a:rPr lang="ru-RU" sz="2400" dirty="0"/>
              <a:t>натыйжа кандай болот?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241965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23168F8-C3AD-2040-34D1-5FB9EC58A192}"/>
              </a:ext>
            </a:extLst>
          </p:cNvPr>
          <p:cNvSpPr/>
          <p:nvPr/>
        </p:nvSpPr>
        <p:spPr>
          <a:xfrm>
            <a:off x="4516583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27E12A-F2C0-42F3-11C8-E3F001B98710}"/>
              </a:ext>
            </a:extLst>
          </p:cNvPr>
          <p:cNvSpPr/>
          <p:nvPr/>
        </p:nvSpPr>
        <p:spPr>
          <a:xfrm>
            <a:off x="5791201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0.9</a:t>
            </a:r>
          </a:p>
        </p:txBody>
      </p:sp>
      <p:sp>
        <p:nvSpPr>
          <p:cNvPr id="58" name="Minus Sign 57">
            <a:extLst>
              <a:ext uri="{FF2B5EF4-FFF2-40B4-BE49-F238E27FC236}">
                <a16:creationId xmlns:a16="http://schemas.microsoft.com/office/drawing/2014/main" id="{36F856FF-7CF1-AC7A-A74A-0B1A37B9CBE9}"/>
              </a:ext>
            </a:extLst>
          </p:cNvPr>
          <p:cNvSpPr/>
          <p:nvPr/>
        </p:nvSpPr>
        <p:spPr>
          <a:xfrm>
            <a:off x="2672690" y="4329112"/>
            <a:ext cx="788194" cy="788194"/>
          </a:xfrm>
          <a:prstGeom prst="mathMinus">
            <a:avLst>
              <a:gd name="adj1" fmla="val 13249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6569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51" grpId="0"/>
      <p:bldP spid="52" grpId="0"/>
      <p:bldP spid="5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569929" y="1556204"/>
            <a:ext cx="6782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</a:t>
            </a:r>
            <a:r>
              <a:rPr lang="ru-RU" sz="2400" dirty="0"/>
              <a:t>умманы толтуруу үчүн бул сандарды колдонгула.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555406" y="2129783"/>
            <a:ext cx="68118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</a:t>
            </a:r>
            <a:r>
              <a:rPr lang="ru-RU" sz="2400" dirty="0"/>
              <a:t>натыйжа кандай болот?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14.3</a:t>
            </a:r>
          </a:p>
        </p:txBody>
      </p:sp>
    </p:spTree>
    <p:extLst>
      <p:ext uri="{BB962C8B-B14F-4D97-AF65-F5344CB8AC3E}">
        <p14:creationId xmlns:p14="http://schemas.microsoft.com/office/powerpoint/2010/main" val="3283383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569929" y="1556204"/>
            <a:ext cx="6782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</a:t>
            </a:r>
            <a:r>
              <a:rPr lang="ru-RU" sz="2400" dirty="0"/>
              <a:t>умманы толтуруу үчүн бул сандарды колдонгула.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094736" y="2129783"/>
            <a:ext cx="7733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кичинекей </a:t>
            </a:r>
            <a:r>
              <a:rPr lang="ru-RU" sz="2400" dirty="0"/>
              <a:t>натыйжа кандай болот?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3.2</a:t>
            </a:r>
          </a:p>
        </p:txBody>
      </p:sp>
    </p:spTree>
    <p:extLst>
      <p:ext uri="{BB962C8B-B14F-4D97-AF65-F5344CB8AC3E}">
        <p14:creationId xmlns:p14="http://schemas.microsoft.com/office/powerpoint/2010/main" val="2469697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569929" y="1556204"/>
            <a:ext cx="6782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</a:t>
            </a:r>
            <a:r>
              <a:rPr lang="ru-RU" sz="2400" dirty="0"/>
              <a:t>умманы толтуруу үчүн бул сандарды колдонгула.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555406" y="2129783"/>
            <a:ext cx="68118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</a:t>
            </a:r>
            <a:r>
              <a:rPr lang="ru-RU" sz="2400" dirty="0"/>
              <a:t>натыйжа кандай болот?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241965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23168F8-C3AD-2040-34D1-5FB9EC58A192}"/>
              </a:ext>
            </a:extLst>
          </p:cNvPr>
          <p:cNvSpPr/>
          <p:nvPr/>
        </p:nvSpPr>
        <p:spPr>
          <a:xfrm>
            <a:off x="4516583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27E12A-F2C0-42F3-11C8-E3F001B98710}"/>
              </a:ext>
            </a:extLst>
          </p:cNvPr>
          <p:cNvSpPr/>
          <p:nvPr/>
        </p:nvSpPr>
        <p:spPr>
          <a:xfrm>
            <a:off x="5791201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5.4</a:t>
            </a:r>
          </a:p>
        </p:txBody>
      </p:sp>
      <p:sp>
        <p:nvSpPr>
          <p:cNvPr id="58" name="Minus Sign 57">
            <a:extLst>
              <a:ext uri="{FF2B5EF4-FFF2-40B4-BE49-F238E27FC236}">
                <a16:creationId xmlns:a16="http://schemas.microsoft.com/office/drawing/2014/main" id="{36F856FF-7CF1-AC7A-A74A-0B1A37B9CBE9}"/>
              </a:ext>
            </a:extLst>
          </p:cNvPr>
          <p:cNvSpPr/>
          <p:nvPr/>
        </p:nvSpPr>
        <p:spPr>
          <a:xfrm>
            <a:off x="2672690" y="4329112"/>
            <a:ext cx="788194" cy="788194"/>
          </a:xfrm>
          <a:prstGeom prst="mathMinus">
            <a:avLst>
              <a:gd name="adj1" fmla="val 13249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3002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51" grpId="0"/>
      <p:bldP spid="52" grpId="0"/>
      <p:bldP spid="5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569929" y="1556204"/>
            <a:ext cx="6782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</a:t>
            </a:r>
            <a:r>
              <a:rPr lang="ru-RU" sz="2400" dirty="0"/>
              <a:t>умманы толтуруу үчүн бул сандарды колдонгула.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094736" y="2129783"/>
            <a:ext cx="7733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кичинекей </a:t>
            </a:r>
            <a:r>
              <a:rPr lang="ru-RU" sz="2400" dirty="0"/>
              <a:t>натыйжа кандай болот?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8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8.5</a:t>
            </a:r>
          </a:p>
        </p:txBody>
      </p:sp>
    </p:spTree>
    <p:extLst>
      <p:ext uri="{BB962C8B-B14F-4D97-AF65-F5344CB8AC3E}">
        <p14:creationId xmlns:p14="http://schemas.microsoft.com/office/powerpoint/2010/main" val="1974651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569929" y="1556204"/>
            <a:ext cx="6782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</a:t>
            </a:r>
            <a:r>
              <a:rPr lang="ru-RU" sz="2400" dirty="0"/>
              <a:t>умманы толтуруу үчүн бул сандарды колдонгула.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555406" y="2129783"/>
            <a:ext cx="68118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</a:t>
            </a:r>
            <a:r>
              <a:rPr lang="ru-RU" sz="2400" dirty="0"/>
              <a:t>натыйжа кандай болот?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241965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23168F8-C3AD-2040-34D1-5FB9EC58A192}"/>
              </a:ext>
            </a:extLst>
          </p:cNvPr>
          <p:cNvSpPr/>
          <p:nvPr/>
        </p:nvSpPr>
        <p:spPr>
          <a:xfrm>
            <a:off x="4516583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27E12A-F2C0-42F3-11C8-E3F001B98710}"/>
              </a:ext>
            </a:extLst>
          </p:cNvPr>
          <p:cNvSpPr/>
          <p:nvPr/>
        </p:nvSpPr>
        <p:spPr>
          <a:xfrm>
            <a:off x="5791201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5.0</a:t>
            </a:r>
          </a:p>
        </p:txBody>
      </p:sp>
      <p:sp>
        <p:nvSpPr>
          <p:cNvPr id="58" name="Minus Sign 57">
            <a:extLst>
              <a:ext uri="{FF2B5EF4-FFF2-40B4-BE49-F238E27FC236}">
                <a16:creationId xmlns:a16="http://schemas.microsoft.com/office/drawing/2014/main" id="{36F856FF-7CF1-AC7A-A74A-0B1A37B9CBE9}"/>
              </a:ext>
            </a:extLst>
          </p:cNvPr>
          <p:cNvSpPr/>
          <p:nvPr/>
        </p:nvSpPr>
        <p:spPr>
          <a:xfrm>
            <a:off x="2672690" y="4329112"/>
            <a:ext cx="788194" cy="788194"/>
          </a:xfrm>
          <a:prstGeom prst="mathMinus">
            <a:avLst>
              <a:gd name="adj1" fmla="val 13249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0679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51" grpId="0"/>
      <p:bldP spid="52" grpId="0"/>
      <p:bldP spid="5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569929" y="1556204"/>
            <a:ext cx="6782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</a:t>
            </a:r>
            <a:r>
              <a:rPr lang="ru-RU" sz="2400" dirty="0"/>
              <a:t>умманы толтуруу үчүн бул сандарды колдонгула.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555406" y="2129783"/>
            <a:ext cx="68118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</a:t>
            </a:r>
            <a:r>
              <a:rPr lang="ru-RU" sz="2400" dirty="0"/>
              <a:t>натыйжа кандай болот?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6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16.1</a:t>
            </a:r>
          </a:p>
        </p:txBody>
      </p:sp>
    </p:spTree>
    <p:extLst>
      <p:ext uri="{BB962C8B-B14F-4D97-AF65-F5344CB8AC3E}">
        <p14:creationId xmlns:p14="http://schemas.microsoft.com/office/powerpoint/2010/main" val="400623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569929" y="1556204"/>
            <a:ext cx="6782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</a:t>
            </a:r>
            <a:r>
              <a:rPr lang="ru-RU" sz="2400" dirty="0"/>
              <a:t>умманы толтуруу үчүн бул сандарды колдонгула.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094736" y="2129783"/>
            <a:ext cx="7733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кичинекей </a:t>
            </a:r>
            <a:r>
              <a:rPr lang="ru-RU" sz="2400" dirty="0"/>
              <a:t>натыйжа кандай болот?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241965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23168F8-C3AD-2040-34D1-5FB9EC58A192}"/>
              </a:ext>
            </a:extLst>
          </p:cNvPr>
          <p:cNvSpPr/>
          <p:nvPr/>
        </p:nvSpPr>
        <p:spPr>
          <a:xfrm>
            <a:off x="4516583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27E12A-F2C0-42F3-11C8-E3F001B98710}"/>
              </a:ext>
            </a:extLst>
          </p:cNvPr>
          <p:cNvSpPr/>
          <p:nvPr/>
        </p:nvSpPr>
        <p:spPr>
          <a:xfrm>
            <a:off x="5791201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0.7</a:t>
            </a:r>
          </a:p>
        </p:txBody>
      </p:sp>
      <p:sp>
        <p:nvSpPr>
          <p:cNvPr id="58" name="Minus Sign 57">
            <a:extLst>
              <a:ext uri="{FF2B5EF4-FFF2-40B4-BE49-F238E27FC236}">
                <a16:creationId xmlns:a16="http://schemas.microsoft.com/office/drawing/2014/main" id="{36F856FF-7CF1-AC7A-A74A-0B1A37B9CBE9}"/>
              </a:ext>
            </a:extLst>
          </p:cNvPr>
          <p:cNvSpPr/>
          <p:nvPr/>
        </p:nvSpPr>
        <p:spPr>
          <a:xfrm>
            <a:off x="2672690" y="4329112"/>
            <a:ext cx="788194" cy="788194"/>
          </a:xfrm>
          <a:prstGeom prst="mathMinus">
            <a:avLst>
              <a:gd name="adj1" fmla="val 13249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3768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51" grpId="0"/>
      <p:bldP spid="52" grpId="0"/>
      <p:bldP spid="5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569929" y="1556204"/>
            <a:ext cx="6782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</a:t>
            </a:r>
            <a:r>
              <a:rPr lang="ru-RU" sz="2400" dirty="0"/>
              <a:t>умманы толтуруу үчүн бул сандарды колдонгула.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094736" y="2129783"/>
            <a:ext cx="7733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кичинекей </a:t>
            </a:r>
            <a:r>
              <a:rPr lang="ru-RU" sz="2400" dirty="0"/>
              <a:t>натыйжа кандай болот?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241965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23168F8-C3AD-2040-34D1-5FB9EC58A192}"/>
              </a:ext>
            </a:extLst>
          </p:cNvPr>
          <p:cNvSpPr/>
          <p:nvPr/>
        </p:nvSpPr>
        <p:spPr>
          <a:xfrm>
            <a:off x="4516583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27E12A-F2C0-42F3-11C8-E3F001B98710}"/>
              </a:ext>
            </a:extLst>
          </p:cNvPr>
          <p:cNvSpPr/>
          <p:nvPr/>
        </p:nvSpPr>
        <p:spPr>
          <a:xfrm>
            <a:off x="5791201" y="28263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1.7</a:t>
            </a:r>
          </a:p>
        </p:txBody>
      </p:sp>
      <p:sp>
        <p:nvSpPr>
          <p:cNvPr id="58" name="Minus Sign 57">
            <a:extLst>
              <a:ext uri="{FF2B5EF4-FFF2-40B4-BE49-F238E27FC236}">
                <a16:creationId xmlns:a16="http://schemas.microsoft.com/office/drawing/2014/main" id="{36F856FF-7CF1-AC7A-A74A-0B1A37B9CBE9}"/>
              </a:ext>
            </a:extLst>
          </p:cNvPr>
          <p:cNvSpPr/>
          <p:nvPr/>
        </p:nvSpPr>
        <p:spPr>
          <a:xfrm>
            <a:off x="2672690" y="4329112"/>
            <a:ext cx="788194" cy="788194"/>
          </a:xfrm>
          <a:prstGeom prst="mathMinus">
            <a:avLst>
              <a:gd name="adj1" fmla="val 13249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744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51" grpId="0"/>
      <p:bldP spid="52" grpId="0"/>
      <p:bldP spid="5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929352"/>
              </p:ext>
            </p:extLst>
          </p:nvPr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891624"/>
              </p:ext>
            </p:extLst>
          </p:nvPr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005975"/>
              </p:ext>
            </p:extLst>
          </p:nvPr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737508"/>
              </p:ext>
            </p:extLst>
          </p:nvPr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065140"/>
              </p:ext>
            </p:extLst>
          </p:nvPr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819278"/>
              </p:ext>
            </p:extLst>
          </p:nvPr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02619"/>
              </p:ext>
            </p:extLst>
          </p:nvPr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19173"/>
              </p:ext>
            </p:extLst>
          </p:nvPr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741186"/>
              </p:ext>
            </p:extLst>
          </p:nvPr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690728"/>
              </p:ext>
            </p:extLst>
          </p:nvPr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700732"/>
              </p:ext>
            </p:extLst>
          </p:nvPr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54783"/>
              </p:ext>
            </p:extLst>
          </p:nvPr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329546"/>
              </p:ext>
            </p:extLst>
          </p:nvPr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55289"/>
              </p:ext>
            </p:extLst>
          </p:nvPr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402805"/>
              </p:ext>
            </p:extLst>
          </p:nvPr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8449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99440"/>
            <a:ext cx="9906000" cy="513048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40000"/>
            <a:lumOff val="60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8829</TotalTime>
  <Words>564</Words>
  <Application>Microsoft Office PowerPoint</Application>
  <PresentationFormat>A4 Paper (210x297 mm)</PresentationFormat>
  <Paragraphs>219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Calibri</vt:lpstr>
      <vt:lpstr>Arial</vt:lpstr>
      <vt:lpstr>Calibri Light</vt:lpstr>
      <vt:lpstr>Office Theme</vt:lpstr>
      <vt:lpstr>1_Office Theme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405</cp:revision>
  <cp:lastPrinted>2017-12-31T22:38:51Z</cp:lastPrinted>
  <dcterms:created xsi:type="dcterms:W3CDTF">2017-01-17T16:57:04Z</dcterms:created>
  <dcterms:modified xsi:type="dcterms:W3CDTF">2024-05-07T04:29:31Z</dcterms:modified>
</cp:coreProperties>
</file>