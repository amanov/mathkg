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941"/>
          </p14:sldIdLst>
        </p14:section>
        <p14:section name="Тарсиа Курак" id="{531F805A-1DCC-40B3-8FB9-6E08FCFE2E5B}">
          <p14:sldIdLst>
            <p14:sldId id="939"/>
          </p14:sldIdLst>
        </p14:section>
        <p14:section name="Жарым бет тарсиа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34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</a:t>
            </a:r>
            <a:r>
              <a:rPr kumimoji="0" lang="th-TH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15B723D-DEEB-4FF8-90A7-1E363BF7EE9B}"/>
              </a:ext>
            </a:extLst>
          </p:cNvPr>
          <p:cNvGrpSpPr/>
          <p:nvPr/>
        </p:nvGrpSpPr>
        <p:grpSpPr>
          <a:xfrm>
            <a:off x="0" y="0"/>
            <a:ext cx="9904682" cy="6858000"/>
            <a:chOff x="0" y="0"/>
            <a:chExt cx="9904682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F0749C7-072A-4525-A89E-A5901E33A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083D29-9D09-45FF-B48C-027F78252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3000" y="0"/>
              <a:ext cx="495168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C3C90D3-B692-4032-8F6E-5E509956AB1D}"/>
              </a:ext>
            </a:extLst>
          </p:cNvPr>
          <p:cNvGrpSpPr/>
          <p:nvPr/>
        </p:nvGrpSpPr>
        <p:grpSpPr>
          <a:xfrm rot="16200000">
            <a:off x="-1053927" y="1053926"/>
            <a:ext cx="6852573" cy="4744720"/>
            <a:chOff x="0" y="0"/>
            <a:chExt cx="9904682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3ED40A-7206-45D6-924B-07D5997DD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ED98AA-80DF-4BC8-8D88-BD19CE120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1682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230AD58-072D-4C92-97CB-F951DFD14605}"/>
              </a:ext>
            </a:extLst>
          </p:cNvPr>
          <p:cNvGrpSpPr/>
          <p:nvPr/>
        </p:nvGrpSpPr>
        <p:grpSpPr>
          <a:xfrm rot="16200000">
            <a:off x="4107356" y="1073420"/>
            <a:ext cx="6852573" cy="4744720"/>
            <a:chOff x="0" y="0"/>
            <a:chExt cx="9904682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4F33E8-3D2B-4086-897C-8DB00A35F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36C27A-9080-45DB-926A-5D295FFDD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168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EEC59A-3E64-4924-9A7E-6830B8B88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564" y="28575"/>
            <a:ext cx="8039100" cy="6829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764F77-B41A-6D64-21D0-7FAF5D39EE65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150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2019-05-06T04:02:32Z</cp:lastPrinted>
  <dcterms:created xsi:type="dcterms:W3CDTF">2017-01-17T16:57:04Z</dcterms:created>
  <dcterms:modified xsi:type="dcterms:W3CDTF">2024-06-03T05:26:56Z</dcterms:modified>
</cp:coreProperties>
</file>