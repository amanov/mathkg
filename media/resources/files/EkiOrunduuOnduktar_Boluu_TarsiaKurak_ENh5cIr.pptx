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941" r:id="rId4"/>
    <p:sldId id="939" r:id="rId5"/>
    <p:sldId id="833" r:id="rId6"/>
    <p:sldId id="834" r:id="rId7"/>
    <p:sldId id="942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0"/>
            <p14:sldId id="281"/>
          </p14:sldIdLst>
        </p14:section>
        <p14:section name="Титулдук слайд" id="{0A3A3963-DD06-45C2-8B7F-F345A3B1520E}">
          <p14:sldIdLst>
            <p14:sldId id="941"/>
          </p14:sldIdLst>
        </p14:section>
        <p14:section name="Тарсиа Курак" id="{531F805A-1DCC-40B3-8FB9-6E08FCFE2E5B}">
          <p14:sldIdLst>
            <p14:sldId id="939"/>
          </p14:sldIdLst>
        </p14:section>
        <p14:section name="Жарым бет тарсиа курак" id="{5DF08072-BA7F-4529-9AD7-1EC420FF613B}">
          <p14:sldIdLst>
            <p14:sldId id="833"/>
          </p14:sldIdLst>
        </p14:section>
        <p14:section name="Жообу" id="{56223EB8-1375-4DC7-8A6D-5C55890171F0}">
          <p14:sldIdLst>
            <p14:sldId id="834"/>
          </p14:sldIdLst>
        </p14:section>
        <p14:section name="Кайтарым байланыш" id="{F3D720CF-F566-46A6-9361-125255B68FA6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03/06/2024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6/3/2024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5349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Сандуу Ондуктар –</a:t>
            </a:r>
            <a:r>
              <a:rPr kumimoji="0" lang="th-TH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БӨЛҮҮ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Тарсиа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450563" y="658443"/>
            <a:ext cx="35468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Үч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бурчтуктарды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459D4FD-5636-5FC5-4A67-199E51BA88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7D556D-E971-0216-A444-C472A29CB3C7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1163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15B723D-DEEB-4FF8-90A7-1E363BF7EE9B}"/>
              </a:ext>
            </a:extLst>
          </p:cNvPr>
          <p:cNvGrpSpPr/>
          <p:nvPr/>
        </p:nvGrpSpPr>
        <p:grpSpPr>
          <a:xfrm>
            <a:off x="0" y="0"/>
            <a:ext cx="9904682" cy="6858000"/>
            <a:chOff x="0" y="0"/>
            <a:chExt cx="9904682" cy="68580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F0749C7-072A-4525-A89E-A5901E33A6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4967502" cy="6858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8083D29-9D09-45FF-B48C-027F782527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53000" y="0"/>
              <a:ext cx="4951682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4C3C90D3-B692-4032-8F6E-5E509956AB1D}"/>
              </a:ext>
            </a:extLst>
          </p:cNvPr>
          <p:cNvGrpSpPr/>
          <p:nvPr/>
        </p:nvGrpSpPr>
        <p:grpSpPr>
          <a:xfrm rot="16200000">
            <a:off x="-1053927" y="1053926"/>
            <a:ext cx="6852573" cy="4744720"/>
            <a:chOff x="0" y="0"/>
            <a:chExt cx="9904682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3ED40A-7206-45D6-924B-07D5997DDB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7502" cy="685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AED98AA-80DF-4BC8-8D88-BD19CE1201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3000" y="0"/>
              <a:ext cx="4951682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30AD58-072D-4C92-97CB-F951DFD14605}"/>
              </a:ext>
            </a:extLst>
          </p:cNvPr>
          <p:cNvGrpSpPr/>
          <p:nvPr/>
        </p:nvGrpSpPr>
        <p:grpSpPr>
          <a:xfrm rot="16200000">
            <a:off x="4107356" y="1073420"/>
            <a:ext cx="6852573" cy="4744720"/>
            <a:chOff x="0" y="0"/>
            <a:chExt cx="9904682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C4F33E8-3D2B-4086-897C-8DB00A35FB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7502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C36C27A-9080-45DB-926A-5D295FFDD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3000" y="0"/>
              <a:ext cx="4951682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BEEC59A-3E64-4924-9A7E-6830B8B88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564" y="28575"/>
            <a:ext cx="8039100" cy="682942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B764F77-B41A-6D64-21D0-7FAF5D39EE65}"/>
              </a:ext>
            </a:extLst>
          </p:cNvPr>
          <p:cNvSpPr/>
          <p:nvPr/>
        </p:nvSpPr>
        <p:spPr>
          <a:xfrm>
            <a:off x="112381" y="186267"/>
            <a:ext cx="4182528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8363</TotalTime>
  <Words>150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</vt:lpstr>
      <vt:lpstr>Calibri Light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358</cp:revision>
  <cp:lastPrinted>2019-05-06T04:02:32Z</cp:lastPrinted>
  <dcterms:created xsi:type="dcterms:W3CDTF">2017-01-17T16:57:04Z</dcterms:created>
  <dcterms:modified xsi:type="dcterms:W3CDTF">2024-06-03T05:26:56Z</dcterms:modified>
</cp:coreProperties>
</file>