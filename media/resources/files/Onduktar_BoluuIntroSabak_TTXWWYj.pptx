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1" r:id="rId3"/>
  </p:sldMasterIdLst>
  <p:notesMasterIdLst>
    <p:notesMasterId r:id="rId48"/>
  </p:notesMasterIdLst>
  <p:handoutMasterIdLst>
    <p:handoutMasterId r:id="rId49"/>
  </p:handoutMasterIdLst>
  <p:sldIdLst>
    <p:sldId id="257" r:id="rId4"/>
    <p:sldId id="1143" r:id="rId5"/>
    <p:sldId id="1145" r:id="rId6"/>
    <p:sldId id="1144" r:id="rId7"/>
    <p:sldId id="1123" r:id="rId8"/>
    <p:sldId id="1124" r:id="rId9"/>
    <p:sldId id="1122" r:id="rId10"/>
    <p:sldId id="1125" r:id="rId11"/>
    <p:sldId id="1103" r:id="rId12"/>
    <p:sldId id="1126" r:id="rId13"/>
    <p:sldId id="1108" r:id="rId14"/>
    <p:sldId id="1084" r:id="rId15"/>
    <p:sldId id="1109" r:id="rId16"/>
    <p:sldId id="1110" r:id="rId17"/>
    <p:sldId id="1111" r:id="rId18"/>
    <p:sldId id="1100" r:id="rId19"/>
    <p:sldId id="1112" r:id="rId20"/>
    <p:sldId id="1113" r:id="rId21"/>
    <p:sldId id="1114" r:id="rId22"/>
    <p:sldId id="1115" r:id="rId23"/>
    <p:sldId id="1101" r:id="rId24"/>
    <p:sldId id="1116" r:id="rId25"/>
    <p:sldId id="1139" r:id="rId26"/>
    <p:sldId id="1138" r:id="rId27"/>
    <p:sldId id="1102" r:id="rId28"/>
    <p:sldId id="1117" r:id="rId29"/>
    <p:sldId id="1118" r:id="rId30"/>
    <p:sldId id="1119" r:id="rId31"/>
    <p:sldId id="1120" r:id="rId32"/>
    <p:sldId id="1105" r:id="rId33"/>
    <p:sldId id="1128" r:id="rId34"/>
    <p:sldId id="1129" r:id="rId35"/>
    <p:sldId id="1130" r:id="rId36"/>
    <p:sldId id="1141" r:id="rId37"/>
    <p:sldId id="1127" r:id="rId38"/>
    <p:sldId id="1132" r:id="rId39"/>
    <p:sldId id="1135" r:id="rId40"/>
    <p:sldId id="1133" r:id="rId41"/>
    <p:sldId id="1131" r:id="rId42"/>
    <p:sldId id="1134" r:id="rId43"/>
    <p:sldId id="1137" r:id="rId44"/>
    <p:sldId id="1136" r:id="rId45"/>
    <p:sldId id="1142" r:id="rId46"/>
    <p:sldId id="942" r:id="rId47"/>
  </p:sldIdLst>
  <p:sldSz cx="9906000" cy="6858000" type="A4"/>
  <p:notesSz cx="7104063" cy="10234613"/>
  <p:embeddedFontLst>
    <p:embeddedFont>
      <p:font typeface="Stencil" panose="040409050D0802020404" pitchFamily="82" charset="0"/>
      <p:regular r:id="rId5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CA4"/>
    <a:srgbClr val="FFFF0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86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468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font" Target="fonts/font1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24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95446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12996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30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63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08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319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30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28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47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47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84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5451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812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4833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9156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2664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8682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5845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2982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3912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9549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013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7328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686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4093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326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104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1 Сандык Ондуктар – Бөлүү – </a:t>
            </a:r>
            <a:r>
              <a:rPr lang="ky-KG" dirty="0"/>
              <a:t>Сабак</a:t>
            </a:r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3657600" y="112216"/>
            <a:ext cx="7641034" cy="1137642"/>
          </a:xfrm>
        </p:spPr>
        <p:txBody>
          <a:bodyPr>
            <a:normAutofit/>
          </a:bodyPr>
          <a:lstStyle/>
          <a:p>
            <a:pPr algn="r"/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F577E0-8D55-5658-398E-9914E4E5A771}"/>
              </a:ext>
            </a:extLst>
          </p:cNvPr>
          <p:cNvSpPr/>
          <p:nvPr/>
        </p:nvSpPr>
        <p:spPr>
          <a:xfrm>
            <a:off x="2215844" y="2378826"/>
            <a:ext cx="5495076" cy="160297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227AA-087B-F932-FF8B-85EA4BAB399A}"/>
              </a:ext>
            </a:extLst>
          </p:cNvPr>
          <p:cNvSpPr txBox="1"/>
          <p:nvPr/>
        </p:nvSpPr>
        <p:spPr>
          <a:xfrm>
            <a:off x="3211139" y="2718646"/>
            <a:ext cx="35044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16  ÷  8  =  ?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02C2987-F31F-F7A7-63F3-A507384FFD26}"/>
              </a:ext>
            </a:extLst>
          </p:cNvPr>
          <p:cNvSpPr/>
          <p:nvPr/>
        </p:nvSpPr>
        <p:spPr>
          <a:xfrm flipH="1" flipV="1">
            <a:off x="6871335" y="1039087"/>
            <a:ext cx="403628" cy="172073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0478E-A1C3-6E0E-28C9-28FD446A3884}"/>
              </a:ext>
            </a:extLst>
          </p:cNvPr>
          <p:cNvSpPr txBox="1"/>
          <p:nvPr/>
        </p:nvSpPr>
        <p:spPr>
          <a:xfrm>
            <a:off x="4356891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FF0000"/>
                </a:solidFill>
              </a:rPr>
              <a:t>бөлүүчү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AF5B4-5501-12F9-BE1F-328783E03143}"/>
              </a:ext>
            </a:extLst>
          </p:cNvPr>
          <p:cNvSpPr txBox="1"/>
          <p:nvPr/>
        </p:nvSpPr>
        <p:spPr>
          <a:xfrm>
            <a:off x="1632333" y="738331"/>
            <a:ext cx="1700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FF0000"/>
                </a:solidFill>
              </a:rPr>
              <a:t>бөлүнүүчү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EE727-2A7F-8E26-8007-40E4B7B7EE89}"/>
              </a:ext>
            </a:extLst>
          </p:cNvPr>
          <p:cNvSpPr txBox="1"/>
          <p:nvPr/>
        </p:nvSpPr>
        <p:spPr>
          <a:xfrm>
            <a:off x="6543138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FF0000"/>
                </a:solidFill>
              </a:rPr>
              <a:t>бөлүк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56C6E36-96DC-7F38-28B2-4A740D7D4B43}"/>
              </a:ext>
            </a:extLst>
          </p:cNvPr>
          <p:cNvSpPr/>
          <p:nvPr/>
        </p:nvSpPr>
        <p:spPr>
          <a:xfrm flipV="1">
            <a:off x="4930282" y="1030777"/>
            <a:ext cx="204160" cy="162929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2272" h="1294004">
                <a:moveTo>
                  <a:pt x="59673" y="0"/>
                </a:moveTo>
                <a:cubicBezTo>
                  <a:pt x="-158980" y="667699"/>
                  <a:pt x="311643" y="812011"/>
                  <a:pt x="72591" y="1294004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C6DBD95-F99A-CF6E-C9B9-BA4E65662564}"/>
              </a:ext>
            </a:extLst>
          </p:cNvPr>
          <p:cNvSpPr/>
          <p:nvPr/>
        </p:nvSpPr>
        <p:spPr>
          <a:xfrm flipV="1">
            <a:off x="2482216" y="1155465"/>
            <a:ext cx="640080" cy="165423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323B6E-BB61-485E-6332-513EB0239E5E}"/>
              </a:ext>
            </a:extLst>
          </p:cNvPr>
          <p:cNvSpPr txBox="1"/>
          <p:nvPr/>
        </p:nvSpPr>
        <p:spPr>
          <a:xfrm>
            <a:off x="1575418" y="4761080"/>
            <a:ext cx="712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' </a:t>
            </a:r>
            <a:r>
              <a:rPr lang="ru-RU" sz="2400" dirty="0">
                <a:solidFill>
                  <a:srgbClr val="FF0000"/>
                </a:solidFill>
              </a:rPr>
              <a:t>Бөлүк</a:t>
            </a:r>
            <a:r>
              <a:rPr lang="ru-RU" sz="2400" dirty="0"/>
              <a:t> ар дайым </a:t>
            </a:r>
            <a:r>
              <a:rPr lang="ru-RU" sz="2400" dirty="0">
                <a:solidFill>
                  <a:srgbClr val="FF0000"/>
                </a:solidFill>
              </a:rPr>
              <a:t>бөлүнүүчүдөн</a:t>
            </a:r>
            <a:r>
              <a:rPr lang="ru-RU" sz="2400" dirty="0"/>
              <a:t> кичине болот'</a:t>
            </a: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BE9647-AC23-2CF8-78FA-B25AE91B58CC}"/>
              </a:ext>
            </a:extLst>
          </p:cNvPr>
          <p:cNvSpPr txBox="1"/>
          <p:nvPr/>
        </p:nvSpPr>
        <p:spPr>
          <a:xfrm>
            <a:off x="1592658" y="5639879"/>
            <a:ext cx="6720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Сиз макулсузбу?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4570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D75EB02-5E56-2167-2703-7CBB4846E69C}"/>
              </a:ext>
            </a:extLst>
          </p:cNvPr>
          <p:cNvSpPr/>
          <p:nvPr/>
        </p:nvSpPr>
        <p:spPr>
          <a:xfrm>
            <a:off x="1104898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Partial Circle 2">
            <a:extLst>
              <a:ext uri="{FF2B5EF4-FFF2-40B4-BE49-F238E27FC236}">
                <a16:creationId xmlns:a16="http://schemas.microsoft.com/office/drawing/2014/main" id="{7BDF3ADF-4ED6-4B77-20DF-731D7D9936B1}"/>
              </a:ext>
            </a:extLst>
          </p:cNvPr>
          <p:cNvSpPr/>
          <p:nvPr/>
        </p:nvSpPr>
        <p:spPr>
          <a:xfrm>
            <a:off x="5681661" y="1104898"/>
            <a:ext cx="1190627" cy="1190627"/>
          </a:xfrm>
          <a:prstGeom prst="pie">
            <a:avLst>
              <a:gd name="adj1" fmla="val 5380817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30F0C-32A5-14F1-C859-E77A868FE2B0}"/>
              </a:ext>
            </a:extLst>
          </p:cNvPr>
          <p:cNvSpPr txBox="1"/>
          <p:nvPr/>
        </p:nvSpPr>
        <p:spPr>
          <a:xfrm>
            <a:off x="4224745" y="2470996"/>
            <a:ext cx="21804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2 ÷ 0.5 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8D17D-5DF8-8212-0BE0-DBA7D49E739F}"/>
              </a:ext>
            </a:extLst>
          </p:cNvPr>
          <p:cNvSpPr txBox="1"/>
          <p:nvPr/>
        </p:nvSpPr>
        <p:spPr>
          <a:xfrm>
            <a:off x="2770832" y="365971"/>
            <a:ext cx="436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2 бүтүндүктө канча жарым бар?</a:t>
            </a:r>
            <a:endParaRPr lang="en-GB" sz="2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77C898-A7E1-9A06-F198-069284DE11A6}"/>
              </a:ext>
            </a:extLst>
          </p:cNvPr>
          <p:cNvSpPr/>
          <p:nvPr/>
        </p:nvSpPr>
        <p:spPr>
          <a:xfrm>
            <a:off x="2752723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293F3-9B6E-1157-0F4A-2D8BEC12EC85}"/>
              </a:ext>
            </a:extLst>
          </p:cNvPr>
          <p:cNvSpPr txBox="1"/>
          <p:nvPr/>
        </p:nvSpPr>
        <p:spPr>
          <a:xfrm>
            <a:off x="4583753" y="128471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÷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5F9847-3B13-64C7-9A3E-FACAA65748BA}"/>
              </a:ext>
            </a:extLst>
          </p:cNvPr>
          <p:cNvSpPr txBox="1"/>
          <p:nvPr/>
        </p:nvSpPr>
        <p:spPr>
          <a:xfrm>
            <a:off x="7019098" y="128471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=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E9CCC-59ED-8012-F4FE-44D0ACDF0404}"/>
              </a:ext>
            </a:extLst>
          </p:cNvPr>
          <p:cNvSpPr txBox="1"/>
          <p:nvPr/>
        </p:nvSpPr>
        <p:spPr>
          <a:xfrm>
            <a:off x="8371498" y="1284713"/>
            <a:ext cx="497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AD1E5E-F7C6-A74D-4D07-6C82C05F2A8B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AEEE4E-6F72-78A5-57F2-0051EAC6A304}"/>
              </a:ext>
            </a:extLst>
          </p:cNvPr>
          <p:cNvSpPr/>
          <p:nvPr/>
        </p:nvSpPr>
        <p:spPr>
          <a:xfrm>
            <a:off x="179069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B1CA96-9472-718C-2A82-E6983FC05F64}"/>
              </a:ext>
            </a:extLst>
          </p:cNvPr>
          <p:cNvSpPr txBox="1"/>
          <p:nvPr/>
        </p:nvSpPr>
        <p:spPr>
          <a:xfrm>
            <a:off x="4218727" y="5804746"/>
            <a:ext cx="2440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3 ÷ 0.25  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B2F7E7-F23D-7FBF-5DA8-57D8A2982468}"/>
              </a:ext>
            </a:extLst>
          </p:cNvPr>
          <p:cNvSpPr txBox="1"/>
          <p:nvPr/>
        </p:nvSpPr>
        <p:spPr>
          <a:xfrm>
            <a:off x="2936125" y="3699721"/>
            <a:ext cx="4357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3 бүтүндүктө канча чейрек бар?</a:t>
            </a:r>
            <a:endParaRPr lang="en-GB" sz="24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CB8611-619C-751D-E0AC-95FFB7E8A01C}"/>
              </a:ext>
            </a:extLst>
          </p:cNvPr>
          <p:cNvSpPr/>
          <p:nvPr/>
        </p:nvSpPr>
        <p:spPr>
          <a:xfrm>
            <a:off x="31432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68FC8-CC36-B54D-F3BB-CBBE3CB6FDE1}"/>
              </a:ext>
            </a:extLst>
          </p:cNvPr>
          <p:cNvSpPr txBox="1"/>
          <p:nvPr/>
        </p:nvSpPr>
        <p:spPr>
          <a:xfrm>
            <a:off x="4583753" y="461846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D62D78-18E5-E178-B157-219CDFE800C6}"/>
              </a:ext>
            </a:extLst>
          </p:cNvPr>
          <p:cNvSpPr txBox="1"/>
          <p:nvPr/>
        </p:nvSpPr>
        <p:spPr>
          <a:xfrm>
            <a:off x="7019098" y="461846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0265D1-B96D-E741-8589-0EB5426A89E8}"/>
              </a:ext>
            </a:extLst>
          </p:cNvPr>
          <p:cNvSpPr txBox="1"/>
          <p:nvPr/>
        </p:nvSpPr>
        <p:spPr>
          <a:xfrm>
            <a:off x="8215205" y="4618463"/>
            <a:ext cx="809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12</a:t>
            </a:r>
          </a:p>
        </p:txBody>
      </p:sp>
      <p:sp>
        <p:nvSpPr>
          <p:cNvPr id="20" name="Partial Circle 19">
            <a:extLst>
              <a:ext uri="{FF2B5EF4-FFF2-40B4-BE49-F238E27FC236}">
                <a16:creationId xmlns:a16="http://schemas.microsoft.com/office/drawing/2014/main" id="{B95B2A79-46A5-09DD-A3D1-BE2C4B382FB4}"/>
              </a:ext>
            </a:extLst>
          </p:cNvPr>
          <p:cNvSpPr/>
          <p:nvPr/>
        </p:nvSpPr>
        <p:spPr>
          <a:xfrm>
            <a:off x="5681661" y="4438648"/>
            <a:ext cx="1162050" cy="1162050"/>
          </a:xfrm>
          <a:prstGeom prst="pie">
            <a:avLst>
              <a:gd name="adj1" fmla="val 10818845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8FED638-3F78-EDEE-9EBC-0EFA5A90B703}"/>
              </a:ext>
            </a:extLst>
          </p:cNvPr>
          <p:cNvSpPr/>
          <p:nvPr/>
        </p:nvSpPr>
        <p:spPr>
          <a:xfrm>
            <a:off x="4381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D20ADAC-7256-68FD-8241-2785841B1E1C}"/>
              </a:ext>
            </a:extLst>
          </p:cNvPr>
          <p:cNvCxnSpPr>
            <a:cxnSpLocks/>
          </p:cNvCxnSpPr>
          <p:nvPr/>
        </p:nvCxnSpPr>
        <p:spPr>
          <a:xfrm flipH="1">
            <a:off x="2647950" y="3429000"/>
            <a:ext cx="4610100" cy="0"/>
          </a:xfrm>
          <a:prstGeom prst="line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4205ECF-5E67-1548-D926-5BF59A23FA2F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1700212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8310814-658C-8208-DDB8-C0E93EF68E19}"/>
              </a:ext>
            </a:extLst>
          </p:cNvPr>
          <p:cNvCxnSpPr>
            <a:cxnSpLocks/>
            <a:stCxn id="6" idx="0"/>
            <a:endCxn id="6" idx="4"/>
          </p:cNvCxnSpPr>
          <p:nvPr/>
        </p:nvCxnSpPr>
        <p:spPr>
          <a:xfrm>
            <a:off x="3348037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70C786E-FE33-5C9F-70C8-51C5E1D1E3B1}"/>
              </a:ext>
            </a:extLst>
          </p:cNvPr>
          <p:cNvCxnSpPr>
            <a:cxnSpLocks/>
            <a:stCxn id="15" idx="0"/>
            <a:endCxn id="15" idx="4"/>
          </p:cNvCxnSpPr>
          <p:nvPr/>
        </p:nvCxnSpPr>
        <p:spPr>
          <a:xfrm>
            <a:off x="37385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7C20D1F-6438-37CD-3447-0892690B5588}"/>
              </a:ext>
            </a:extLst>
          </p:cNvPr>
          <p:cNvCxnSpPr>
            <a:cxnSpLocks/>
            <a:stCxn id="15" idx="6"/>
            <a:endCxn id="15" idx="2"/>
          </p:cNvCxnSpPr>
          <p:nvPr/>
        </p:nvCxnSpPr>
        <p:spPr>
          <a:xfrm flipH="1">
            <a:off x="31432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FE44950-3BE8-08A5-F74D-EA8F96E4855B}"/>
              </a:ext>
            </a:extLst>
          </p:cNvPr>
          <p:cNvCxnSpPr>
            <a:cxnSpLocks/>
            <a:stCxn id="11" idx="6"/>
            <a:endCxn id="11" idx="2"/>
          </p:cNvCxnSpPr>
          <p:nvPr/>
        </p:nvCxnSpPr>
        <p:spPr>
          <a:xfrm flipH="1">
            <a:off x="179069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97C3AC-6247-288F-A633-276415CCAA6F}"/>
              </a:ext>
            </a:extLst>
          </p:cNvPr>
          <p:cNvCxnSpPr>
            <a:cxnSpLocks/>
            <a:stCxn id="11" idx="0"/>
            <a:endCxn id="11" idx="4"/>
          </p:cNvCxnSpPr>
          <p:nvPr/>
        </p:nvCxnSpPr>
        <p:spPr>
          <a:xfrm>
            <a:off x="238601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B6AE621-0FF3-694B-4EA4-B03A2520B061}"/>
              </a:ext>
            </a:extLst>
          </p:cNvPr>
          <p:cNvCxnSpPr>
            <a:cxnSpLocks/>
            <a:stCxn id="21" idx="0"/>
            <a:endCxn id="21" idx="4"/>
          </p:cNvCxnSpPr>
          <p:nvPr/>
        </p:nvCxnSpPr>
        <p:spPr>
          <a:xfrm>
            <a:off x="10334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FB47795-E7AC-F0A7-4820-6BDE11CEDD94}"/>
              </a:ext>
            </a:extLst>
          </p:cNvPr>
          <p:cNvCxnSpPr>
            <a:cxnSpLocks/>
            <a:stCxn id="21" idx="6"/>
            <a:endCxn id="21" idx="2"/>
          </p:cNvCxnSpPr>
          <p:nvPr/>
        </p:nvCxnSpPr>
        <p:spPr>
          <a:xfrm flipH="1">
            <a:off x="4381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06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3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8C1E0A-33C7-6208-128C-009A7FCA6540}"/>
              </a:ext>
            </a:extLst>
          </p:cNvPr>
          <p:cNvSpPr txBox="1"/>
          <p:nvPr/>
        </p:nvSpPr>
        <p:spPr>
          <a:xfrm>
            <a:off x="5284825" y="2226487"/>
            <a:ext cx="4030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10  ÷  0.5  = 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0950B-4E04-8580-457F-EA326BF4701D}"/>
              </a:ext>
            </a:extLst>
          </p:cNvPr>
          <p:cNvSpPr txBox="1"/>
          <p:nvPr/>
        </p:nvSpPr>
        <p:spPr>
          <a:xfrm>
            <a:off x="629007" y="1467605"/>
            <a:ext cx="3504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10  ÷  5  = 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F186A-69D1-3892-366E-DCDE2271F649}"/>
              </a:ext>
            </a:extLst>
          </p:cNvPr>
          <p:cNvSpPr txBox="1"/>
          <p:nvPr/>
        </p:nvSpPr>
        <p:spPr>
          <a:xfrm>
            <a:off x="-301180" y="708455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10до канча 5 бар?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76A28-EA18-4D43-3BB0-36E1ECA1E343}"/>
              </a:ext>
            </a:extLst>
          </p:cNvPr>
          <p:cNvSpPr txBox="1"/>
          <p:nvPr/>
        </p:nvSpPr>
        <p:spPr>
          <a:xfrm>
            <a:off x="4617530" y="1467336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10до канча 0,5 бар?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3BFDEA-D7F7-2E16-2DCA-A9F72595B243}"/>
              </a:ext>
            </a:extLst>
          </p:cNvPr>
          <p:cNvSpPr txBox="1"/>
          <p:nvPr/>
        </p:nvSpPr>
        <p:spPr>
          <a:xfrm>
            <a:off x="8605359" y="2226487"/>
            <a:ext cx="886781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D5C9FF-923D-7570-4460-A906E0807122}"/>
              </a:ext>
            </a:extLst>
          </p:cNvPr>
          <p:cNvSpPr txBox="1"/>
          <p:nvPr/>
        </p:nvSpPr>
        <p:spPr>
          <a:xfrm>
            <a:off x="3618337" y="1467605"/>
            <a:ext cx="535724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44FCBC-E2E5-7699-8A3B-9E24F2E571EE}"/>
              </a:ext>
            </a:extLst>
          </p:cNvPr>
          <p:cNvSpPr/>
          <p:nvPr/>
        </p:nvSpPr>
        <p:spPr>
          <a:xfrm>
            <a:off x="1434465" y="4406308"/>
            <a:ext cx="6915150" cy="153919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ru-RU" sz="2400" dirty="0"/>
              <a:t>Бөлүүчү 1ден аз болгондо, натыйжа </a:t>
            </a:r>
            <a:r>
              <a:rPr lang="ru-RU" sz="2400" dirty="0">
                <a:solidFill>
                  <a:srgbClr val="FF0000"/>
                </a:solidFill>
              </a:rPr>
              <a:t>бөлүнүүчү</a:t>
            </a:r>
            <a:r>
              <a:rPr lang="ru-RU" sz="2400" dirty="0"/>
              <a:t> чоң болот.</a:t>
            </a:r>
            <a:endParaRPr lang="en-GB" sz="2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8F734D-A477-E8DD-454B-6580DF65836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3845B51-3470-285B-1C6C-3E5E6F5F3510}"/>
              </a:ext>
            </a:extLst>
          </p:cNvPr>
          <p:cNvSpPr/>
          <p:nvPr/>
        </p:nvSpPr>
        <p:spPr>
          <a:xfrm rot="11243172" flipV="1">
            <a:off x="4843482" y="3109082"/>
            <a:ext cx="2548043" cy="177500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  <a:gd name="connsiteX0" fmla="*/ 16747 w 1577807"/>
              <a:gd name="connsiteY0" fmla="*/ 0 h 1451136"/>
              <a:gd name="connsiteX1" fmla="*/ 1557917 w 1577807"/>
              <a:gd name="connsiteY1" fmla="*/ 1451136 h 1451136"/>
              <a:gd name="connsiteX0" fmla="*/ 0 w 1567714"/>
              <a:gd name="connsiteY0" fmla="*/ 0 h 1451136"/>
              <a:gd name="connsiteX1" fmla="*/ 1541170 w 1567714"/>
              <a:gd name="connsiteY1" fmla="*/ 1451136 h 1451136"/>
              <a:gd name="connsiteX0" fmla="*/ 0 w 1636709"/>
              <a:gd name="connsiteY0" fmla="*/ 0 h 1423350"/>
              <a:gd name="connsiteX1" fmla="*/ 1611263 w 1636709"/>
              <a:gd name="connsiteY1" fmla="*/ 1423350 h 1423350"/>
              <a:gd name="connsiteX0" fmla="*/ 0 w 1611263"/>
              <a:gd name="connsiteY0" fmla="*/ 0 h 1423350"/>
              <a:gd name="connsiteX1" fmla="*/ 1611263 w 1611263"/>
              <a:gd name="connsiteY1" fmla="*/ 1423350 h 1423350"/>
              <a:gd name="connsiteX0" fmla="*/ 2535 w 1613798"/>
              <a:gd name="connsiteY0" fmla="*/ 0 h 1423350"/>
              <a:gd name="connsiteX1" fmla="*/ 1613798 w 1613798"/>
              <a:gd name="connsiteY1" fmla="*/ 1423350 h 1423350"/>
              <a:gd name="connsiteX0" fmla="*/ 2596 w 1588991"/>
              <a:gd name="connsiteY0" fmla="*/ 0 h 1465445"/>
              <a:gd name="connsiteX1" fmla="*/ 1588991 w 1588991"/>
              <a:gd name="connsiteY1" fmla="*/ 1465445 h 1465445"/>
              <a:gd name="connsiteX0" fmla="*/ 2589 w 1592032"/>
              <a:gd name="connsiteY0" fmla="*/ 0 h 1320960"/>
              <a:gd name="connsiteX1" fmla="*/ 1592032 w 1592032"/>
              <a:gd name="connsiteY1" fmla="*/ 1320960 h 1320960"/>
              <a:gd name="connsiteX0" fmla="*/ 1620 w 1591063"/>
              <a:gd name="connsiteY0" fmla="*/ 0 h 1320960"/>
              <a:gd name="connsiteX1" fmla="*/ 1591063 w 1591063"/>
              <a:gd name="connsiteY1" fmla="*/ 1320960 h 132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91063" h="1320960">
                <a:moveTo>
                  <a:pt x="1620" y="0"/>
                </a:moveTo>
                <a:cubicBezTo>
                  <a:pt x="-58319" y="919991"/>
                  <a:pt x="1565106" y="815071"/>
                  <a:pt x="1591063" y="132096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37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10 ÷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100 ÷ 20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DEC7BC2-861E-41FC-5C0F-098A2FA6F3DE}"/>
              </a:ext>
            </a:extLst>
          </p:cNvPr>
          <p:cNvGrpSpPr/>
          <p:nvPr/>
        </p:nvGrpSpPr>
        <p:grpSpPr>
          <a:xfrm>
            <a:off x="5412048" y="2069696"/>
            <a:ext cx="3897380" cy="4239492"/>
            <a:chOff x="4937761" y="515389"/>
            <a:chExt cx="4829695" cy="52536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4937761" y="515389"/>
              <a:ext cx="4829695" cy="39069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4937761" y="1055716"/>
              <a:ext cx="4829695" cy="39069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4937761" y="1596043"/>
              <a:ext cx="4829695" cy="39069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4937761" y="2136370"/>
              <a:ext cx="4829695" cy="39069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4937761" y="2676697"/>
              <a:ext cx="4829695" cy="39069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4937761" y="3217024"/>
              <a:ext cx="4829695" cy="39069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4937761" y="3757351"/>
              <a:ext cx="4829695" cy="39069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4937761" y="4297678"/>
              <a:ext cx="4829695" cy="39069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67489C0-DB47-9F78-4083-115D1467F2C9}"/>
                </a:ext>
              </a:extLst>
            </p:cNvPr>
            <p:cNvGrpSpPr/>
            <p:nvPr/>
          </p:nvGrpSpPr>
          <p:grpSpPr>
            <a:xfrm>
              <a:off x="4937761" y="4838005"/>
              <a:ext cx="4829695" cy="390699"/>
              <a:chOff x="5162204" y="515389"/>
              <a:chExt cx="4829695" cy="390699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065E2F59-6866-78B6-FC29-EB1EFA02E7B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18074E4C-CF60-8986-4417-00D5F7B9EA42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7E14F7F4-95B5-3D5F-6F03-E36FFB43A18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3D1B0140-7FBD-E2DC-EA39-EC44E2E36777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2B53C62F-47F2-EFEC-7A4B-8923411C0AD8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19F65242-ABA4-E1F5-310F-A676F87E21A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D7CA2A3B-C00E-FF5F-91D2-D540D1A7C871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B76EEEB6-5F4F-B6AE-CA02-5AF095751E2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F393BACF-C7CC-4011-BA55-A449994F44C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705E1858-C587-2044-6241-51C32C80246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FCDFC1E-D0FA-15E9-4047-9C0902B7F29F}"/>
                </a:ext>
              </a:extLst>
            </p:cNvPr>
            <p:cNvGrpSpPr/>
            <p:nvPr/>
          </p:nvGrpSpPr>
          <p:grpSpPr>
            <a:xfrm>
              <a:off x="4937761" y="5378335"/>
              <a:ext cx="4829695" cy="390699"/>
              <a:chOff x="5162204" y="515389"/>
              <a:chExt cx="4829695" cy="390699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770FC949-14B8-ED82-A017-BA3822667F2C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7BF8884B-B2C7-8EE1-2C34-3ACEDC6BA2DB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45A8B423-E081-3C50-AEEF-988E1EF11711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B2477FBD-4288-9895-D55F-AF68FDF45B8C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268BB93D-B6E8-FF74-090E-A4C1958710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E73575E4-B8D1-0CF9-8E32-5B974BA377B0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C876ADF0-5FF5-6B9E-9217-12F9AC8D720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20C550C6-68EC-5137-21A4-D8ABA6C6593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54A6A97F-5C2A-5DDC-AD62-70D735F4103A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E0317A77-8867-A764-BB93-C635F3527D9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353C0F55-EF69-63B4-9B36-CC4C49825BDC}"/>
              </a:ext>
            </a:extLst>
          </p:cNvPr>
          <p:cNvGrpSpPr/>
          <p:nvPr/>
        </p:nvGrpSpPr>
        <p:grpSpPr>
          <a:xfrm>
            <a:off x="2290277" y="2069696"/>
            <a:ext cx="315279" cy="4239492"/>
            <a:chOff x="2369590" y="307571"/>
            <a:chExt cx="315279" cy="4239492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369590" y="30757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369590" y="74359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369590" y="117961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369590" y="161564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369590" y="205166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369590" y="248768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369590" y="292371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369590" y="3359735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7DB5B822-4D14-B7F6-CC28-D3AD9B344441}"/>
                </a:ext>
              </a:extLst>
            </p:cNvPr>
            <p:cNvSpPr/>
            <p:nvPr/>
          </p:nvSpPr>
          <p:spPr>
            <a:xfrm>
              <a:off x="2369590" y="379575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B055211B-1F8A-22D0-4F3A-6CAE38259751}"/>
                </a:ext>
              </a:extLst>
            </p:cNvPr>
            <p:cNvSpPr/>
            <p:nvPr/>
          </p:nvSpPr>
          <p:spPr>
            <a:xfrm>
              <a:off x="2369590" y="423178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3" name="Right Bracket 232">
            <a:extLst>
              <a:ext uri="{FF2B5EF4-FFF2-40B4-BE49-F238E27FC236}">
                <a16:creationId xmlns:a16="http://schemas.microsoft.com/office/drawing/2014/main" id="{9A703B77-3F17-CA13-4F11-F3D5586B4F8B}"/>
              </a:ext>
            </a:extLst>
          </p:cNvPr>
          <p:cNvSpPr/>
          <p:nvPr/>
        </p:nvSpPr>
        <p:spPr>
          <a:xfrm rot="10800000">
            <a:off x="5001314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8" name="Right Bracket 237">
            <a:extLst>
              <a:ext uri="{FF2B5EF4-FFF2-40B4-BE49-F238E27FC236}">
                <a16:creationId xmlns:a16="http://schemas.microsoft.com/office/drawing/2014/main" id="{546D7429-FE06-48DD-41E6-F2D3A007EC4B}"/>
              </a:ext>
            </a:extLst>
          </p:cNvPr>
          <p:cNvSpPr/>
          <p:nvPr/>
        </p:nvSpPr>
        <p:spPr>
          <a:xfrm rot="10800000">
            <a:off x="1992107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9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эки эсеп</a:t>
            </a:r>
            <a:r>
              <a:rPr lang="ky-KG" sz="2000" dirty="0"/>
              <a:t>тин</a:t>
            </a:r>
            <a:r>
              <a:rPr lang="ru-RU" sz="2000" dirty="0"/>
              <a:t> кандай окшоштугу бар, жана кандай айырмасы бар?</a:t>
            </a:r>
            <a:endParaRPr lang="en-GB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0A0BA9-86A4-86C8-4BA9-52EC142FA3D0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98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 ÷ 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80 ÷ 40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900CC3-7517-AEE9-C10F-20DE2144CAAD}"/>
              </a:ext>
            </a:extLst>
          </p:cNvPr>
          <p:cNvGrpSpPr/>
          <p:nvPr/>
        </p:nvGrpSpPr>
        <p:grpSpPr>
          <a:xfrm>
            <a:off x="5412048" y="2069696"/>
            <a:ext cx="3897380" cy="3367443"/>
            <a:chOff x="5412048" y="2069696"/>
            <a:chExt cx="3897380" cy="336744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5412048" y="2069696"/>
              <a:ext cx="3897380" cy="31527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5412048" y="2505719"/>
              <a:ext cx="3897380" cy="31527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5412048" y="2941743"/>
              <a:ext cx="3897380" cy="31527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5412048" y="3377766"/>
              <a:ext cx="3897380" cy="31527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5412048" y="3813789"/>
              <a:ext cx="3897380" cy="31527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5412048" y="4249813"/>
              <a:ext cx="3897380" cy="31527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5412048" y="4685836"/>
              <a:ext cx="3897380" cy="31527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5412048" y="5121860"/>
              <a:ext cx="3897380" cy="31527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C393080-6B6E-0332-22F0-5309E0855C9C}"/>
              </a:ext>
            </a:extLst>
          </p:cNvPr>
          <p:cNvGrpSpPr/>
          <p:nvPr/>
        </p:nvGrpSpPr>
        <p:grpSpPr>
          <a:xfrm>
            <a:off x="2290277" y="2069696"/>
            <a:ext cx="315279" cy="3367443"/>
            <a:chOff x="2290277" y="2069696"/>
            <a:chExt cx="315279" cy="3367443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290277" y="206969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290277" y="250571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290277" y="294174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290277" y="337776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290277" y="381378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290277" y="424981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290277" y="468583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290277" y="5121860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8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эки эсеп</a:t>
            </a:r>
            <a:r>
              <a:rPr lang="ky-KG" sz="2000" dirty="0"/>
              <a:t>тин</a:t>
            </a:r>
            <a:r>
              <a:rPr lang="ru-RU" sz="2000" dirty="0"/>
              <a:t> кандай окшоштугу бар, жана кандай айырмасы бар?</a:t>
            </a:r>
            <a:endParaRPr lang="en-GB" sz="2000" dirty="0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915F3B03-6CB9-EDBF-2D3C-7AEB723A275C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35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4" grpId="0" animBg="1"/>
      <p:bldP spid="235" grpId="0" animBg="1"/>
      <p:bldP spid="236" grpId="0" animBg="1"/>
      <p:bldP spid="2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192571-08B0-298E-160D-6F8F02587CAF}"/>
              </a:ext>
            </a:extLst>
          </p:cNvPr>
          <p:cNvSpPr/>
          <p:nvPr/>
        </p:nvSpPr>
        <p:spPr>
          <a:xfrm>
            <a:off x="13144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 ÷ 0.8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11E8F-591D-0BE6-34F9-BAF144317266}"/>
              </a:ext>
            </a:extLst>
          </p:cNvPr>
          <p:cNvSpPr txBox="1"/>
          <p:nvPr/>
        </p:nvSpPr>
        <p:spPr>
          <a:xfrm>
            <a:off x="2602760" y="527478"/>
            <a:ext cx="4717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эсепти кантип </a:t>
            </a:r>
            <a:r>
              <a:rPr lang="ru-RU" sz="2000" b="1" dirty="0"/>
              <a:t>сүрөттөп</a:t>
            </a:r>
            <a:r>
              <a:rPr lang="ru-RU" sz="2000" dirty="0"/>
              <a:t> бере алабыз?</a:t>
            </a:r>
            <a:endParaRPr lang="en-GB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5A6A5C-3509-E048-43DA-A056DE922BA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33130-CEA4-8636-0B79-FB66E90D1AB1}"/>
              </a:ext>
            </a:extLst>
          </p:cNvPr>
          <p:cNvSpPr txBox="1"/>
          <p:nvPr/>
        </p:nvSpPr>
        <p:spPr>
          <a:xfrm>
            <a:off x="960849" y="2403903"/>
            <a:ext cx="3028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4 бирдикте канча 0,8 бар?</a:t>
            </a:r>
            <a:endParaRPr lang="en-GB" sz="2000" dirty="0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1F8A69EB-3A75-DCCA-49D2-A9AA8A377A8B}"/>
              </a:ext>
            </a:extLst>
          </p:cNvPr>
          <p:cNvSpPr/>
          <p:nvPr/>
        </p:nvSpPr>
        <p:spPr>
          <a:xfrm>
            <a:off x="4784738" y="1614381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92672-4258-E772-EEDB-4EA537C7250E}"/>
              </a:ext>
            </a:extLst>
          </p:cNvPr>
          <p:cNvSpPr txBox="1"/>
          <p:nvPr/>
        </p:nvSpPr>
        <p:spPr>
          <a:xfrm>
            <a:off x="2244533" y="4306063"/>
            <a:ext cx="5433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Бөлүүдө биз </a:t>
            </a:r>
            <a:r>
              <a:rPr lang="ru-RU" sz="2000" b="1" dirty="0"/>
              <a:t>бүтүн санга бөлүүнү </a:t>
            </a:r>
            <a:r>
              <a:rPr lang="ru-RU" sz="2000" dirty="0"/>
              <a:t>туура көрөбүз.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556CB-C8B8-9936-761F-A48CAD1D92CE}"/>
              </a:ext>
            </a:extLst>
          </p:cNvPr>
          <p:cNvSpPr txBox="1"/>
          <p:nvPr/>
        </p:nvSpPr>
        <p:spPr>
          <a:xfrm>
            <a:off x="4330401" y="5351565"/>
            <a:ext cx="25287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ондук эмес,</a:t>
            </a:r>
            <a:endParaRPr lang="en-US" sz="2000" dirty="0">
              <a:solidFill>
                <a:srgbClr val="FF0000"/>
              </a:solidFill>
            </a:endParaRPr>
          </a:p>
          <a:p>
            <a:pPr algn="ctr"/>
            <a:r>
              <a:rPr lang="ru-RU" sz="2000" dirty="0">
                <a:solidFill>
                  <a:srgbClr val="FF0000"/>
                </a:solidFill>
              </a:rPr>
              <a:t> "тегерек</a:t>
            </a:r>
            <a:r>
              <a:rPr lang="ky-KG" sz="2000" dirty="0">
                <a:solidFill>
                  <a:srgbClr val="FF0000"/>
                </a:solidFill>
              </a:rPr>
              <a:t>телген</a:t>
            </a:r>
            <a:r>
              <a:rPr lang="ru-RU" sz="2000" dirty="0">
                <a:solidFill>
                  <a:srgbClr val="FF0000"/>
                </a:solidFill>
              </a:rPr>
              <a:t>" сан</a:t>
            </a:r>
            <a:r>
              <a:rPr lang="en-GB" sz="2000" dirty="0">
                <a:solidFill>
                  <a:srgbClr val="FF0000"/>
                </a:solidFill>
              </a:rPr>
              <a:t>,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3B428DE-7495-6A31-EE7C-20F2A6E09396}"/>
              </a:ext>
            </a:extLst>
          </p:cNvPr>
          <p:cNvSpPr/>
          <p:nvPr/>
        </p:nvSpPr>
        <p:spPr>
          <a:xfrm>
            <a:off x="3360134" y="4706173"/>
            <a:ext cx="1424604" cy="86955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2563" h="847725">
                <a:moveTo>
                  <a:pt x="194438" y="0"/>
                </a:moveTo>
                <a:cubicBezTo>
                  <a:pt x="62676" y="252413"/>
                  <a:pt x="-269112" y="619125"/>
                  <a:pt x="432563" y="847725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E40AB7-600C-251B-0CC8-B4F5070C73EB}"/>
              </a:ext>
            </a:extLst>
          </p:cNvPr>
          <p:cNvSpPr/>
          <p:nvPr/>
        </p:nvSpPr>
        <p:spPr>
          <a:xfrm>
            <a:off x="61912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40 ÷ 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FCFF90-7EA8-20CC-D577-330FDDF3485E}"/>
              </a:ext>
            </a:extLst>
          </p:cNvPr>
          <p:cNvSpPr txBox="1"/>
          <p:nvPr/>
        </p:nvSpPr>
        <p:spPr>
          <a:xfrm>
            <a:off x="5980365" y="2659091"/>
            <a:ext cx="2964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40 бирдикте канча 8 бар?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9077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/>
      <p:bldP spid="9" grpId="0" animBg="1"/>
      <p:bldP spid="10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33F155-3E16-002A-4EA1-EBE6DF0E71BE}"/>
              </a:ext>
            </a:extLst>
          </p:cNvPr>
          <p:cNvSpPr txBox="1"/>
          <p:nvPr/>
        </p:nvSpPr>
        <p:spPr>
          <a:xfrm>
            <a:off x="488711" y="89328"/>
            <a:ext cx="8945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Бул эсептөөлөрдү кайра жазыңыз, алар бүтүн сандарды гана камтышы керек.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F11AB9-4229-DA20-D451-672DA820E20E}"/>
              </a:ext>
            </a:extLst>
          </p:cNvPr>
          <p:cNvSpPr/>
          <p:nvPr/>
        </p:nvSpPr>
        <p:spPr>
          <a:xfrm>
            <a:off x="514334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 ÷ 0.8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E823C0-C53A-FB97-48B4-3EACA345A13D}"/>
              </a:ext>
            </a:extLst>
          </p:cNvPr>
          <p:cNvSpPr/>
          <p:nvPr/>
        </p:nvSpPr>
        <p:spPr>
          <a:xfrm>
            <a:off x="514334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 ÷ 0.2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6930D9-7A47-F90E-99F8-0F790FB02EFF}"/>
              </a:ext>
            </a:extLst>
          </p:cNvPr>
          <p:cNvSpPr/>
          <p:nvPr/>
        </p:nvSpPr>
        <p:spPr>
          <a:xfrm>
            <a:off x="514334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9 ÷ 0.3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B7DDC6-855F-7E81-C0C7-366861EE9DDF}"/>
              </a:ext>
            </a:extLst>
          </p:cNvPr>
          <p:cNvSpPr/>
          <p:nvPr/>
        </p:nvSpPr>
        <p:spPr>
          <a:xfrm>
            <a:off x="514334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 ÷ 0.1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3635CC-511F-18B5-CCE6-4F29C5ED89B9}"/>
              </a:ext>
            </a:extLst>
          </p:cNvPr>
          <p:cNvSpPr/>
          <p:nvPr/>
        </p:nvSpPr>
        <p:spPr>
          <a:xfrm>
            <a:off x="514334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0.8 ÷ 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0A4802-E4FE-C521-3574-D41755AD47BE}"/>
              </a:ext>
            </a:extLst>
          </p:cNvPr>
          <p:cNvSpPr/>
          <p:nvPr/>
        </p:nvSpPr>
        <p:spPr>
          <a:xfrm>
            <a:off x="514334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0.4 ÷ 0.2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B88225-9CFD-D5B6-2261-491DC93A81FC}"/>
              </a:ext>
            </a:extLst>
          </p:cNvPr>
          <p:cNvSpPr/>
          <p:nvPr/>
        </p:nvSpPr>
        <p:spPr>
          <a:xfrm>
            <a:off x="2800777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30 ÷ 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DE2089-C555-0A35-5FEC-D7179945BBA7}"/>
              </a:ext>
            </a:extLst>
          </p:cNvPr>
          <p:cNvSpPr/>
          <p:nvPr/>
        </p:nvSpPr>
        <p:spPr>
          <a:xfrm>
            <a:off x="2800777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40 ÷ 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78C371-7BFD-1F3E-247F-5B9E6C7FDDB6}"/>
              </a:ext>
            </a:extLst>
          </p:cNvPr>
          <p:cNvSpPr/>
          <p:nvPr/>
        </p:nvSpPr>
        <p:spPr>
          <a:xfrm>
            <a:off x="2800777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90 ÷ 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8A77AA-9A77-BD69-36B7-0D9F8B3C2271}"/>
              </a:ext>
            </a:extLst>
          </p:cNvPr>
          <p:cNvSpPr/>
          <p:nvPr/>
        </p:nvSpPr>
        <p:spPr>
          <a:xfrm>
            <a:off x="2800777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10 ÷ 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478964-A04B-96B8-89B2-B9DCE29FD23B}"/>
              </a:ext>
            </a:extLst>
          </p:cNvPr>
          <p:cNvSpPr/>
          <p:nvPr/>
        </p:nvSpPr>
        <p:spPr>
          <a:xfrm>
            <a:off x="2800777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 ÷ 40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E89BD1-ECA9-CB4C-B965-07EF5395447B}"/>
              </a:ext>
            </a:extLst>
          </p:cNvPr>
          <p:cNvSpPr/>
          <p:nvPr/>
        </p:nvSpPr>
        <p:spPr>
          <a:xfrm>
            <a:off x="2800777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 ÷ 2</a:t>
            </a:r>
          </a:p>
        </p:txBody>
      </p:sp>
      <p:sp>
        <p:nvSpPr>
          <p:cNvPr id="5" name="Equals 4">
            <a:extLst>
              <a:ext uri="{FF2B5EF4-FFF2-40B4-BE49-F238E27FC236}">
                <a16:creationId xmlns:a16="http://schemas.microsoft.com/office/drawing/2014/main" id="{5519A075-29E7-6D0F-98D2-538334BC7724}"/>
              </a:ext>
            </a:extLst>
          </p:cNvPr>
          <p:cNvSpPr/>
          <p:nvPr/>
        </p:nvSpPr>
        <p:spPr>
          <a:xfrm>
            <a:off x="2223544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21057A76-E944-3C58-00C9-31DF5FCC0FFE}"/>
              </a:ext>
            </a:extLst>
          </p:cNvPr>
          <p:cNvSpPr/>
          <p:nvPr/>
        </p:nvSpPr>
        <p:spPr>
          <a:xfrm>
            <a:off x="2223544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4" name="Equals 13">
            <a:extLst>
              <a:ext uri="{FF2B5EF4-FFF2-40B4-BE49-F238E27FC236}">
                <a16:creationId xmlns:a16="http://schemas.microsoft.com/office/drawing/2014/main" id="{C956A95D-BC77-9D14-EC2A-92843644F6A7}"/>
              </a:ext>
            </a:extLst>
          </p:cNvPr>
          <p:cNvSpPr/>
          <p:nvPr/>
        </p:nvSpPr>
        <p:spPr>
          <a:xfrm>
            <a:off x="2223544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8" name="Equals 17">
            <a:extLst>
              <a:ext uri="{FF2B5EF4-FFF2-40B4-BE49-F238E27FC236}">
                <a16:creationId xmlns:a16="http://schemas.microsoft.com/office/drawing/2014/main" id="{A49F0C8D-2CFD-2304-F42D-E8F0E810127E}"/>
              </a:ext>
            </a:extLst>
          </p:cNvPr>
          <p:cNvSpPr/>
          <p:nvPr/>
        </p:nvSpPr>
        <p:spPr>
          <a:xfrm>
            <a:off x="2223544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6DCBA58-4BAB-3E9D-3B0C-D355B6ECC2D6}"/>
              </a:ext>
            </a:extLst>
          </p:cNvPr>
          <p:cNvSpPr/>
          <p:nvPr/>
        </p:nvSpPr>
        <p:spPr>
          <a:xfrm>
            <a:off x="2223544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7" name="Equals 26">
            <a:extLst>
              <a:ext uri="{FF2B5EF4-FFF2-40B4-BE49-F238E27FC236}">
                <a16:creationId xmlns:a16="http://schemas.microsoft.com/office/drawing/2014/main" id="{F4ECB044-8AF0-D56E-B053-9072C1027F7A}"/>
              </a:ext>
            </a:extLst>
          </p:cNvPr>
          <p:cNvSpPr/>
          <p:nvPr/>
        </p:nvSpPr>
        <p:spPr>
          <a:xfrm>
            <a:off x="2223544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1B6EF95-7D94-3D28-CC47-82A828E16BD3}"/>
              </a:ext>
            </a:extLst>
          </p:cNvPr>
          <p:cNvSpPr/>
          <p:nvPr/>
        </p:nvSpPr>
        <p:spPr>
          <a:xfrm>
            <a:off x="5536276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 ÷ 1.5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B581BFA-14AA-0FA0-4EF4-580F0086E560}"/>
              </a:ext>
            </a:extLst>
          </p:cNvPr>
          <p:cNvSpPr/>
          <p:nvPr/>
        </p:nvSpPr>
        <p:spPr>
          <a:xfrm>
            <a:off x="5536276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9 ÷ 2.7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E63B79B-1A14-A64A-1975-51E522EE421A}"/>
              </a:ext>
            </a:extLst>
          </p:cNvPr>
          <p:cNvSpPr/>
          <p:nvPr/>
        </p:nvSpPr>
        <p:spPr>
          <a:xfrm>
            <a:off x="5536276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2.4 ÷ 0.8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1DEF2BE-E34E-D148-FF56-26082DD83F33}"/>
              </a:ext>
            </a:extLst>
          </p:cNvPr>
          <p:cNvSpPr/>
          <p:nvPr/>
        </p:nvSpPr>
        <p:spPr>
          <a:xfrm>
            <a:off x="5536276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3.5 ÷ 1.4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6342D1B-6F8D-0494-1DE3-59D1733086B2}"/>
              </a:ext>
            </a:extLst>
          </p:cNvPr>
          <p:cNvSpPr/>
          <p:nvPr/>
        </p:nvSpPr>
        <p:spPr>
          <a:xfrm>
            <a:off x="5536276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0.6 ÷ 0.12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5254485-712D-AC32-2381-AEE583D13481}"/>
              </a:ext>
            </a:extLst>
          </p:cNvPr>
          <p:cNvSpPr/>
          <p:nvPr/>
        </p:nvSpPr>
        <p:spPr>
          <a:xfrm>
            <a:off x="5536276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3.42 ÷ 2.7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F005F1E-A62D-E302-1C1B-C1029A3F81BA}"/>
              </a:ext>
            </a:extLst>
          </p:cNvPr>
          <p:cNvSpPr/>
          <p:nvPr/>
        </p:nvSpPr>
        <p:spPr>
          <a:xfrm>
            <a:off x="7822719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60 ÷ 15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406E2F5-DA54-5164-E5F2-A354CEBF582B}"/>
              </a:ext>
            </a:extLst>
          </p:cNvPr>
          <p:cNvSpPr/>
          <p:nvPr/>
        </p:nvSpPr>
        <p:spPr>
          <a:xfrm>
            <a:off x="7822719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90 ÷ 27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4D8612F-4436-A638-C5B7-CAF02CFF7793}"/>
              </a:ext>
            </a:extLst>
          </p:cNvPr>
          <p:cNvSpPr/>
          <p:nvPr/>
        </p:nvSpPr>
        <p:spPr>
          <a:xfrm>
            <a:off x="7822719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24 ÷ 8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8E17CCF-C886-8C73-59FD-60DD8254AC99}"/>
              </a:ext>
            </a:extLst>
          </p:cNvPr>
          <p:cNvSpPr/>
          <p:nvPr/>
        </p:nvSpPr>
        <p:spPr>
          <a:xfrm>
            <a:off x="7822719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35 ÷ 14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F230B72-F297-CE78-56F5-80B64C0DB356}"/>
              </a:ext>
            </a:extLst>
          </p:cNvPr>
          <p:cNvSpPr/>
          <p:nvPr/>
        </p:nvSpPr>
        <p:spPr>
          <a:xfrm>
            <a:off x="7822719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600 ÷ 12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C05A4B4-4D37-8BA1-4ACD-4F9908EF72E4}"/>
              </a:ext>
            </a:extLst>
          </p:cNvPr>
          <p:cNvSpPr/>
          <p:nvPr/>
        </p:nvSpPr>
        <p:spPr>
          <a:xfrm>
            <a:off x="7822719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342 ÷ 270</a:t>
            </a:r>
          </a:p>
        </p:txBody>
      </p:sp>
      <p:sp>
        <p:nvSpPr>
          <p:cNvPr id="89" name="Equals 88">
            <a:extLst>
              <a:ext uri="{FF2B5EF4-FFF2-40B4-BE49-F238E27FC236}">
                <a16:creationId xmlns:a16="http://schemas.microsoft.com/office/drawing/2014/main" id="{01A83540-523B-3215-6F4E-68CBA5A44FB0}"/>
              </a:ext>
            </a:extLst>
          </p:cNvPr>
          <p:cNvSpPr/>
          <p:nvPr/>
        </p:nvSpPr>
        <p:spPr>
          <a:xfrm>
            <a:off x="7245486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93" name="Equals 92">
            <a:extLst>
              <a:ext uri="{FF2B5EF4-FFF2-40B4-BE49-F238E27FC236}">
                <a16:creationId xmlns:a16="http://schemas.microsoft.com/office/drawing/2014/main" id="{A1230896-058E-F480-E61D-FE395BAF68C5}"/>
              </a:ext>
            </a:extLst>
          </p:cNvPr>
          <p:cNvSpPr/>
          <p:nvPr/>
        </p:nvSpPr>
        <p:spPr>
          <a:xfrm>
            <a:off x="7245486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97" name="Equals 96">
            <a:extLst>
              <a:ext uri="{FF2B5EF4-FFF2-40B4-BE49-F238E27FC236}">
                <a16:creationId xmlns:a16="http://schemas.microsoft.com/office/drawing/2014/main" id="{6CFFE760-7579-7340-0CCF-FA8B5235A60F}"/>
              </a:ext>
            </a:extLst>
          </p:cNvPr>
          <p:cNvSpPr/>
          <p:nvPr/>
        </p:nvSpPr>
        <p:spPr>
          <a:xfrm>
            <a:off x="7245486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1" name="Equals 100">
            <a:extLst>
              <a:ext uri="{FF2B5EF4-FFF2-40B4-BE49-F238E27FC236}">
                <a16:creationId xmlns:a16="http://schemas.microsoft.com/office/drawing/2014/main" id="{D67CB577-986C-098B-EDCA-CD97B043958B}"/>
              </a:ext>
            </a:extLst>
          </p:cNvPr>
          <p:cNvSpPr/>
          <p:nvPr/>
        </p:nvSpPr>
        <p:spPr>
          <a:xfrm>
            <a:off x="7245486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5" name="Equals 104">
            <a:extLst>
              <a:ext uri="{FF2B5EF4-FFF2-40B4-BE49-F238E27FC236}">
                <a16:creationId xmlns:a16="http://schemas.microsoft.com/office/drawing/2014/main" id="{3789BA53-C286-1168-D493-0F37C4EA257E}"/>
              </a:ext>
            </a:extLst>
          </p:cNvPr>
          <p:cNvSpPr/>
          <p:nvPr/>
        </p:nvSpPr>
        <p:spPr>
          <a:xfrm>
            <a:off x="7245486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9" name="Equals 108">
            <a:extLst>
              <a:ext uri="{FF2B5EF4-FFF2-40B4-BE49-F238E27FC236}">
                <a16:creationId xmlns:a16="http://schemas.microsoft.com/office/drawing/2014/main" id="{8D0E9155-2B48-A116-ADA1-8B564DB04C5D}"/>
              </a:ext>
            </a:extLst>
          </p:cNvPr>
          <p:cNvSpPr/>
          <p:nvPr/>
        </p:nvSpPr>
        <p:spPr>
          <a:xfrm>
            <a:off x="7245486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35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3" grpId="0" animBg="1"/>
      <p:bldP spid="17" grpId="0" animBg="1"/>
      <p:bldP spid="21" grpId="0" animBg="1"/>
      <p:bldP spid="26" grpId="0" animBg="1"/>
      <p:bldP spid="88" grpId="0" animBg="1"/>
      <p:bldP spid="92" grpId="0" animBg="1"/>
      <p:bldP spid="96" grpId="0" animBg="1"/>
      <p:bldP spid="100" grpId="0" animBg="1"/>
      <p:bldP spid="104" grpId="0" animBg="1"/>
      <p:bldP spid="10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Жоопту табуудан мурун ар бир эсептөөнү бүтүн сандарга айландырыңыз.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710856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10232" y="64839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а</a:t>
            </a:r>
            <a:r>
              <a:rPr lang="en-GB" sz="2000" b="1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0.9  ÷  0.1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710856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10231" y="375735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в</a:t>
            </a:r>
            <a:r>
              <a:rPr lang="en-GB" sz="2000" b="1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0.9  ÷  0.3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715119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09685" y="648393"/>
            <a:ext cx="40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б</a:t>
            </a:r>
            <a:r>
              <a:rPr lang="en-GB" sz="2000" b="1" dirty="0"/>
              <a:t>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553304" y="401347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  ÷  0.15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7944425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300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32128" y="375735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г</a:t>
            </a:r>
            <a:r>
              <a:rPr lang="en-GB" sz="2000" b="1" dirty="0"/>
              <a:t>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89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Жоопту табуудан мурун ар бир эсептөөнү </a:t>
            </a:r>
            <a:r>
              <a:rPr lang="ru-RU" sz="2000" b="1" dirty="0"/>
              <a:t>бүтүн сандарга </a:t>
            </a:r>
            <a:r>
              <a:rPr lang="ru-RU" sz="2000" dirty="0"/>
              <a:t>айландырыңыз.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1.2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10232" y="64839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а</a:t>
            </a:r>
            <a:r>
              <a:rPr lang="en-GB" sz="2000" b="1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  ÷  0.7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606661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10231" y="375735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в</a:t>
            </a:r>
            <a:r>
              <a:rPr lang="en-GB" sz="2000" b="1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0.6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61092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09685" y="648393"/>
            <a:ext cx="40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б</a:t>
            </a:r>
            <a:r>
              <a:rPr lang="en-GB" sz="2000" b="1" dirty="0"/>
              <a:t>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553304" y="401347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0.09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8048620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32128" y="375735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г</a:t>
            </a:r>
            <a:r>
              <a:rPr lang="en-GB" sz="2000" b="1" dirty="0"/>
              <a:t>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00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4866AF-2819-FA28-AA8F-6C2E34063B71}"/>
              </a:ext>
            </a:extLst>
          </p:cNvPr>
          <p:cNvSpPr txBox="1"/>
          <p:nvPr/>
        </p:nvSpPr>
        <p:spPr>
          <a:xfrm>
            <a:off x="2092037" y="340384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43698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5" grpId="0"/>
      <p:bldP spid="86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785867"/>
              </p:ext>
            </p:extLst>
          </p:nvPr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38371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Stencil" panose="040409050D0802020404" pitchFamily="82" charset="0"/>
              </a:rPr>
              <a:t>Көрсөтмө</a:t>
            </a:r>
            <a:endParaRPr lang="en-GB" sz="20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30687" y="461422"/>
            <a:ext cx="1448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r>
              <a:rPr lang="en-GB" sz="2000" dirty="0"/>
              <a:t>: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4791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5" grpId="0"/>
      <p:bldP spid="8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216805"/>
              </p:ext>
            </p:extLst>
          </p:nvPr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3F13B75F-B7D7-2788-AD37-CB94B626E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216805"/>
              </p:ext>
            </p:extLst>
          </p:nvPr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E08E61-603F-5F6D-3377-9C464B9B0F78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FE86F8-0493-88EA-A7BA-DE33F4122696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B2E6CD-EBB0-CE22-4D41-A1D6436C7AA9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50B200-E0D1-322A-29D4-40B07632B654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80EAB-A3DA-3BF9-39C2-5D23536AA992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080AE1-5099-039F-F096-BD2DE3C42FF3}"/>
              </a:ext>
            </a:extLst>
          </p:cNvPr>
          <p:cNvSpPr txBox="1"/>
          <p:nvPr/>
        </p:nvSpPr>
        <p:spPr>
          <a:xfrm>
            <a:off x="6763913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0.3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A0713F-C6A4-3FD4-B77D-0A2764402DAE}"/>
              </a:ext>
            </a:extLst>
          </p:cNvPr>
          <p:cNvSpPr txBox="1"/>
          <p:nvPr/>
        </p:nvSpPr>
        <p:spPr>
          <a:xfrm>
            <a:off x="770346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2774D3-6CF9-DF91-7885-79EC2768B34A}"/>
              </a:ext>
            </a:extLst>
          </p:cNvPr>
          <p:cNvSpPr txBox="1"/>
          <p:nvPr/>
        </p:nvSpPr>
        <p:spPr>
          <a:xfrm>
            <a:off x="71811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98E11-F764-051D-F478-2BD079A050EA}"/>
              </a:ext>
            </a:extLst>
          </p:cNvPr>
          <p:cNvSpPr txBox="1"/>
          <p:nvPr/>
        </p:nvSpPr>
        <p:spPr>
          <a:xfrm>
            <a:off x="6561046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631DFD24-DA54-05B6-8757-A858E40FE53A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525B1663-A03F-5AA4-7638-67A39099D4F6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5B7BBD-CC34-C7FB-31DA-4AF67AF6ADEA}"/>
              </a:ext>
            </a:extLst>
          </p:cNvPr>
          <p:cNvSpPr txBox="1"/>
          <p:nvPr/>
        </p:nvSpPr>
        <p:spPr>
          <a:xfrm>
            <a:off x="9109122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CA0729-E164-640A-C947-2883AEC51982}"/>
              </a:ext>
            </a:extLst>
          </p:cNvPr>
          <p:cNvSpPr txBox="1"/>
          <p:nvPr/>
        </p:nvSpPr>
        <p:spPr>
          <a:xfrm>
            <a:off x="5261022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5FDF4-B283-FD7C-F07E-9F0E14586FE5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EF6C6D-8F7C-94F9-6600-B1F02A25CDB5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72889-E5BE-D43C-7CCB-19F4E68C0F69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E80576-A5AD-25D2-E5B4-AA11928BAE9A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766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3F13B75F-B7D7-2788-AD37-CB94B626E9E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E08E61-603F-5F6D-3377-9C464B9B0F78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FE86F8-0493-88EA-A7BA-DE33F4122696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B2E6CD-EBB0-CE22-4D41-A1D6436C7AA9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50B200-E0D1-322A-29D4-40B07632B654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80EAB-A3DA-3BF9-39C2-5D23536AA992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080AE1-5099-039F-F096-BD2DE3C42FF3}"/>
              </a:ext>
            </a:extLst>
          </p:cNvPr>
          <p:cNvSpPr txBox="1"/>
          <p:nvPr/>
        </p:nvSpPr>
        <p:spPr>
          <a:xfrm>
            <a:off x="6763913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A0713F-C6A4-3FD4-B77D-0A2764402DAE}"/>
              </a:ext>
            </a:extLst>
          </p:cNvPr>
          <p:cNvSpPr txBox="1"/>
          <p:nvPr/>
        </p:nvSpPr>
        <p:spPr>
          <a:xfrm>
            <a:off x="770346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2774D3-6CF9-DF91-7885-79EC2768B34A}"/>
              </a:ext>
            </a:extLst>
          </p:cNvPr>
          <p:cNvSpPr txBox="1"/>
          <p:nvPr/>
        </p:nvSpPr>
        <p:spPr>
          <a:xfrm>
            <a:off x="71811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98E11-F764-051D-F478-2BD079A050EA}"/>
              </a:ext>
            </a:extLst>
          </p:cNvPr>
          <p:cNvSpPr txBox="1"/>
          <p:nvPr/>
        </p:nvSpPr>
        <p:spPr>
          <a:xfrm>
            <a:off x="6561046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631DFD24-DA54-05B6-8757-A858E40FE53A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525B1663-A03F-5AA4-7638-67A39099D4F6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5B7BBD-CC34-C7FB-31DA-4AF67AF6ADEA}"/>
              </a:ext>
            </a:extLst>
          </p:cNvPr>
          <p:cNvSpPr txBox="1"/>
          <p:nvPr/>
        </p:nvSpPr>
        <p:spPr>
          <a:xfrm>
            <a:off x="9109122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CA0729-E164-640A-C947-2883AEC51982}"/>
              </a:ext>
            </a:extLst>
          </p:cNvPr>
          <p:cNvSpPr txBox="1"/>
          <p:nvPr/>
        </p:nvSpPr>
        <p:spPr>
          <a:xfrm>
            <a:off x="5261022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5FDF4-B283-FD7C-F07E-9F0E14586FE5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EF6C6D-8F7C-94F9-6600-B1F02A25CDB5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72889-E5BE-D43C-7CCB-19F4E68C0F69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92D039-09C3-1848-6995-08BE99342373}"/>
              </a:ext>
            </a:extLst>
          </p:cNvPr>
          <p:cNvSpPr txBox="1"/>
          <p:nvPr/>
        </p:nvSpPr>
        <p:spPr>
          <a:xfrm>
            <a:off x="7071360" y="340384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5C29A3-8D8E-1179-9E3B-43E04BB8E53E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12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3F13B75F-B7D7-2788-AD37-CB94B626E9E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E08E61-603F-5F6D-3377-9C464B9B0F78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FE86F8-0493-88EA-A7BA-DE33F4122696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B2E6CD-EBB0-CE22-4D41-A1D6436C7AA9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50B200-E0D1-322A-29D4-40B07632B654}"/>
              </a:ext>
            </a:extLst>
          </p:cNvPr>
          <p:cNvSpPr txBox="1"/>
          <p:nvPr/>
        </p:nvSpPr>
        <p:spPr>
          <a:xfrm>
            <a:off x="6644536" y="287520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80EAB-A3DA-3BF9-39C2-5D23536AA992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080AE1-5099-039F-F096-BD2DE3C42FF3}"/>
              </a:ext>
            </a:extLst>
          </p:cNvPr>
          <p:cNvSpPr txBox="1"/>
          <p:nvPr/>
        </p:nvSpPr>
        <p:spPr>
          <a:xfrm>
            <a:off x="6763913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0.5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A0713F-C6A4-3FD4-B77D-0A2764402DAE}"/>
              </a:ext>
            </a:extLst>
          </p:cNvPr>
          <p:cNvSpPr txBox="1"/>
          <p:nvPr/>
        </p:nvSpPr>
        <p:spPr>
          <a:xfrm>
            <a:off x="770346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2774D3-6CF9-DF91-7885-79EC2768B34A}"/>
              </a:ext>
            </a:extLst>
          </p:cNvPr>
          <p:cNvSpPr txBox="1"/>
          <p:nvPr/>
        </p:nvSpPr>
        <p:spPr>
          <a:xfrm>
            <a:off x="71811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98E11-F764-051D-F478-2BD079A050EA}"/>
              </a:ext>
            </a:extLst>
          </p:cNvPr>
          <p:cNvSpPr txBox="1"/>
          <p:nvPr/>
        </p:nvSpPr>
        <p:spPr>
          <a:xfrm>
            <a:off x="6561046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631DFD24-DA54-05B6-8757-A858E40FE53A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525B1663-A03F-5AA4-7638-67A39099D4F6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5B7BBD-CC34-C7FB-31DA-4AF67AF6ADEA}"/>
              </a:ext>
            </a:extLst>
          </p:cNvPr>
          <p:cNvSpPr txBox="1"/>
          <p:nvPr/>
        </p:nvSpPr>
        <p:spPr>
          <a:xfrm>
            <a:off x="9109122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CA0729-E164-640A-C947-2883AEC51982}"/>
              </a:ext>
            </a:extLst>
          </p:cNvPr>
          <p:cNvSpPr txBox="1"/>
          <p:nvPr/>
        </p:nvSpPr>
        <p:spPr>
          <a:xfrm>
            <a:off x="5261022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5FDF4-B283-FD7C-F07E-9F0E14586FE5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EF6C6D-8F7C-94F9-6600-B1F02A25CDB5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72889-E5BE-D43C-7CCB-19F4E68C0F69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92D039-09C3-1848-6995-08BE99342373}"/>
              </a:ext>
            </a:extLst>
          </p:cNvPr>
          <p:cNvSpPr txBox="1"/>
          <p:nvPr/>
        </p:nvSpPr>
        <p:spPr>
          <a:xfrm>
            <a:off x="7071360" y="340384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15C0DA-8133-C517-2304-5C719D5E97EF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77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86415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5" grpId="0"/>
      <p:bldP spid="86" grpId="0"/>
      <p:bldP spid="3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  ÷  0.5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0873B-AA39-CA45-E9B7-1F8610C43B5F}"/>
              </a:ext>
            </a:extLst>
          </p:cNvPr>
          <p:cNvSpPr txBox="1"/>
          <p:nvPr/>
        </p:nvSpPr>
        <p:spPr>
          <a:xfrm>
            <a:off x="2685270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923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5" grpId="0"/>
      <p:bldP spid="86" grpId="0"/>
      <p:bldP spid="3" grpId="0"/>
      <p:bldP spid="8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206780"/>
              </p:ext>
            </p:extLst>
          </p:nvPr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  ÷  0.5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0873B-AA39-CA45-E9B7-1F8610C43B5F}"/>
              </a:ext>
            </a:extLst>
          </p:cNvPr>
          <p:cNvSpPr txBox="1"/>
          <p:nvPr/>
        </p:nvSpPr>
        <p:spPr>
          <a:xfrm>
            <a:off x="2685270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720BEF86-EB21-E125-CD39-69ECA5E26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206780"/>
              </p:ext>
            </p:extLst>
          </p:nvPr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3DA04D-FC40-ECB1-0E37-7757F9CA6D9D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49D230-3D9A-8FB5-7560-670C2BAF5D96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E9A4AB-51A6-50AE-8058-B0AC2D32662A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D83DCF-53BD-04E0-BF07-05C84EE1B2D9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C410FF-ECE4-6E2D-2E1E-59D159949248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65C02-D75B-7F32-9D4B-963BD5FEB76D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31  ÷  0.5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F02998-BE35-4D41-3EF2-33642FDFB75A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59CAB7-037D-E01A-8974-B126E7708A4F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40B085-C98B-E897-5F06-AF8B5414F41E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310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66E527FF-DD21-3472-AF67-7692A25BBD77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9179FE03-47C4-9090-5D95-55A511EAD388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5B2B7F-5B80-56C3-C836-7768C3CAAAA4}"/>
              </a:ext>
            </a:extLst>
          </p:cNvPr>
          <p:cNvSpPr txBox="1"/>
          <p:nvPr/>
        </p:nvSpPr>
        <p:spPr>
          <a:xfrm>
            <a:off x="91008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7A732A-804F-63F2-3C0E-D2BEA2EA6B08}"/>
              </a:ext>
            </a:extLst>
          </p:cNvPr>
          <p:cNvSpPr txBox="1"/>
          <p:nvPr/>
        </p:nvSpPr>
        <p:spPr>
          <a:xfrm>
            <a:off x="52527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49C03-4196-E669-5907-B23018BF40A9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4456B-52F2-10ED-A1CC-A37A055CF98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9EA158-397E-03FC-C105-2D71B8BB056D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B18DE8-3457-B55F-60EF-9B39A660C029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5A43F1-9F63-D0FA-90E8-57099DF5D12E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7F8F80-1CD5-DC7E-28A4-32A74C649013}"/>
              </a:ext>
            </a:extLst>
          </p:cNvPr>
          <p:cNvSpPr txBox="1"/>
          <p:nvPr/>
        </p:nvSpPr>
        <p:spPr>
          <a:xfrm>
            <a:off x="7631343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60A963-DEA2-3A7C-D28B-9FAFC73B1EDB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03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  ÷  0.5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0873B-AA39-CA45-E9B7-1F8610C43B5F}"/>
              </a:ext>
            </a:extLst>
          </p:cNvPr>
          <p:cNvSpPr txBox="1"/>
          <p:nvPr/>
        </p:nvSpPr>
        <p:spPr>
          <a:xfrm>
            <a:off x="2685270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720BEF86-EB21-E125-CD39-69ECA5E26228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3DA04D-FC40-ECB1-0E37-7757F9CA6D9D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49D230-3D9A-8FB5-7560-670C2BAF5D96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E9A4AB-51A6-50AE-8058-B0AC2D32662A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D83DCF-53BD-04E0-BF07-05C84EE1B2D9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C410FF-ECE4-6E2D-2E1E-59D159949248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65C02-D75B-7F32-9D4B-963BD5FEB76D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27  ÷  0.2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F02998-BE35-4D41-3EF2-33642FDFB75A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59CAB7-037D-E01A-8974-B126E7708A4F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40B085-C98B-E897-5F06-AF8B5414F41E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270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66E527FF-DD21-3472-AF67-7692A25BBD77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9179FE03-47C4-9090-5D95-55A511EAD388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5B2B7F-5B80-56C3-C836-7768C3CAAAA4}"/>
              </a:ext>
            </a:extLst>
          </p:cNvPr>
          <p:cNvSpPr txBox="1"/>
          <p:nvPr/>
        </p:nvSpPr>
        <p:spPr>
          <a:xfrm>
            <a:off x="91008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7A732A-804F-63F2-3C0E-D2BEA2EA6B08}"/>
              </a:ext>
            </a:extLst>
          </p:cNvPr>
          <p:cNvSpPr txBox="1"/>
          <p:nvPr/>
        </p:nvSpPr>
        <p:spPr>
          <a:xfrm>
            <a:off x="52527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49C03-4196-E669-5907-B23018BF40A9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4456B-52F2-10ED-A1CC-A37A055CF98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9EA158-397E-03FC-C105-2D71B8BB056D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B18DE8-3457-B55F-60EF-9B39A660C029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5A43F1-9F63-D0FA-90E8-57099DF5D12E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7F8F80-1CD5-DC7E-28A4-32A74C649013}"/>
              </a:ext>
            </a:extLst>
          </p:cNvPr>
          <p:cNvSpPr txBox="1"/>
          <p:nvPr/>
        </p:nvSpPr>
        <p:spPr>
          <a:xfrm>
            <a:off x="7631343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C89751-750F-266D-30CE-6509FBBDB685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10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  ÷  0.5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0873B-AA39-CA45-E9B7-1F8610C43B5F}"/>
              </a:ext>
            </a:extLst>
          </p:cNvPr>
          <p:cNvSpPr txBox="1"/>
          <p:nvPr/>
        </p:nvSpPr>
        <p:spPr>
          <a:xfrm>
            <a:off x="2685270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720BEF86-EB21-E125-CD39-69ECA5E26228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3DA04D-FC40-ECB1-0E37-7757F9CA6D9D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49D230-3D9A-8FB5-7560-670C2BAF5D96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E9A4AB-51A6-50AE-8058-B0AC2D32662A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D83DCF-53BD-04E0-BF07-05C84EE1B2D9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C410FF-ECE4-6E2D-2E1E-59D159949248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65C02-D75B-7F32-9D4B-963BD5FEB76D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 ÷  0.6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F02998-BE35-4D41-3EF2-33642FDFB75A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59CAB7-037D-E01A-8974-B126E7708A4F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40B085-C98B-E897-5F06-AF8B5414F41E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66E527FF-DD21-3472-AF67-7692A25BBD77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9179FE03-47C4-9090-5D95-55A511EAD388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5B2B7F-5B80-56C3-C836-7768C3CAAAA4}"/>
              </a:ext>
            </a:extLst>
          </p:cNvPr>
          <p:cNvSpPr txBox="1"/>
          <p:nvPr/>
        </p:nvSpPr>
        <p:spPr>
          <a:xfrm>
            <a:off x="91008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7A732A-804F-63F2-3C0E-D2BEA2EA6B08}"/>
              </a:ext>
            </a:extLst>
          </p:cNvPr>
          <p:cNvSpPr txBox="1"/>
          <p:nvPr/>
        </p:nvSpPr>
        <p:spPr>
          <a:xfrm>
            <a:off x="52527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49C03-4196-E669-5907-B23018BF40A9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4456B-52F2-10ED-A1CC-A37A055CF98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9EA158-397E-03FC-C105-2D71B8BB056D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B18DE8-3457-B55F-60EF-9B39A660C029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5A43F1-9F63-D0FA-90E8-57099DF5D12E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7F8F80-1CD5-DC7E-28A4-32A74C649013}"/>
              </a:ext>
            </a:extLst>
          </p:cNvPr>
          <p:cNvSpPr txBox="1"/>
          <p:nvPr/>
        </p:nvSpPr>
        <p:spPr>
          <a:xfrm>
            <a:off x="7631343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FBAA71-EC6E-6035-6A79-124D4F5088BC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73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6734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10141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</p:spTree>
    <p:extLst>
      <p:ext uri="{BB962C8B-B14F-4D97-AF65-F5344CB8AC3E}">
        <p14:creationId xmlns:p14="http://schemas.microsoft.com/office/powerpoint/2010/main" val="179760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1.5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68298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0776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90</a:t>
            </a:r>
          </a:p>
        </p:txBody>
      </p:sp>
    </p:spTree>
    <p:extLst>
      <p:ext uri="{BB962C8B-B14F-4D97-AF65-F5344CB8AC3E}">
        <p14:creationId xmlns:p14="http://schemas.microsoft.com/office/powerpoint/2010/main" val="341778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1.5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68298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0776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90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115D2E6-99FE-8504-975C-F5F8CF8B5271}"/>
              </a:ext>
            </a:extLst>
          </p:cNvPr>
          <p:cNvGraphicFramePr>
            <a:graphicFrameLocks noGrp="1"/>
          </p:cNvGraphicFramePr>
          <p:nvPr/>
        </p:nvGraphicFramePr>
        <p:xfrm>
          <a:off x="5370506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6BE9F2-3FCA-BFC9-0800-69FAAFDC7EB4}"/>
              </a:ext>
            </a:extLst>
          </p:cNvPr>
          <p:cNvCxnSpPr>
            <a:cxnSpLocks/>
          </p:cNvCxnSpPr>
          <p:nvPr/>
        </p:nvCxnSpPr>
        <p:spPr>
          <a:xfrm>
            <a:off x="6530644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6B63E4-D36B-0CC4-ACCB-9BB5A96CF2B6}"/>
              </a:ext>
            </a:extLst>
          </p:cNvPr>
          <p:cNvCxnSpPr>
            <a:cxnSpLocks/>
          </p:cNvCxnSpPr>
          <p:nvPr/>
        </p:nvCxnSpPr>
        <p:spPr>
          <a:xfrm>
            <a:off x="6558915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E733DB9-6FF1-1D3F-BF5D-9E7F7925BB90}"/>
              </a:ext>
            </a:extLst>
          </p:cNvPr>
          <p:cNvSpPr txBox="1"/>
          <p:nvPr/>
        </p:nvSpPr>
        <p:spPr>
          <a:xfrm>
            <a:off x="603969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E54EAF-0CE7-A0AC-2A57-C4CFE5AC68D6}"/>
              </a:ext>
            </a:extLst>
          </p:cNvPr>
          <p:cNvSpPr txBox="1"/>
          <p:nvPr/>
        </p:nvSpPr>
        <p:spPr>
          <a:xfrm>
            <a:off x="6644537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A0181-44E4-B890-F0A9-8617F360C2BE}"/>
              </a:ext>
            </a:extLst>
          </p:cNvPr>
          <p:cNvSpPr txBox="1"/>
          <p:nvPr/>
        </p:nvSpPr>
        <p:spPr>
          <a:xfrm>
            <a:off x="6819537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2B18D-373D-988B-B573-F5872DA33E21}"/>
              </a:ext>
            </a:extLst>
          </p:cNvPr>
          <p:cNvSpPr txBox="1"/>
          <p:nvPr/>
        </p:nvSpPr>
        <p:spPr>
          <a:xfrm>
            <a:off x="6763914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 ÷  2.5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2D26FB-D23A-CD41-4E61-6601CDE506E9}"/>
              </a:ext>
            </a:extLst>
          </p:cNvPr>
          <p:cNvSpPr txBox="1"/>
          <p:nvPr/>
        </p:nvSpPr>
        <p:spPr>
          <a:xfrm>
            <a:off x="7637373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FAFF0C-B8E1-18C9-05DD-4AF594D55B0E}"/>
              </a:ext>
            </a:extLst>
          </p:cNvPr>
          <p:cNvSpPr txBox="1"/>
          <p:nvPr/>
        </p:nvSpPr>
        <p:spPr>
          <a:xfrm>
            <a:off x="7162146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29EF86-49C6-FC26-31FE-2CB68687AC07}"/>
              </a:ext>
            </a:extLst>
          </p:cNvPr>
          <p:cNvSpPr txBox="1"/>
          <p:nvPr/>
        </p:nvSpPr>
        <p:spPr>
          <a:xfrm>
            <a:off x="656104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50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B76B8D37-883C-258D-B3C4-0AD6F90A12D7}"/>
              </a:ext>
            </a:extLst>
          </p:cNvPr>
          <p:cNvSpPr/>
          <p:nvPr/>
        </p:nvSpPr>
        <p:spPr>
          <a:xfrm rot="5400000">
            <a:off x="8268655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8B01C6C7-A464-ACC7-0A09-8CFE11154426}"/>
              </a:ext>
            </a:extLst>
          </p:cNvPr>
          <p:cNvSpPr/>
          <p:nvPr/>
        </p:nvSpPr>
        <p:spPr>
          <a:xfrm rot="5400000" flipV="1">
            <a:off x="5803951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F6A083-A403-ECE5-E859-C7D5EF8177C9}"/>
              </a:ext>
            </a:extLst>
          </p:cNvPr>
          <p:cNvSpPr txBox="1"/>
          <p:nvPr/>
        </p:nvSpPr>
        <p:spPr>
          <a:xfrm>
            <a:off x="9109123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41A02C-401B-BA8C-16C4-09E820214CDB}"/>
              </a:ext>
            </a:extLst>
          </p:cNvPr>
          <p:cNvSpPr txBox="1"/>
          <p:nvPr/>
        </p:nvSpPr>
        <p:spPr>
          <a:xfrm>
            <a:off x="5261023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B1C94E-D33F-02BC-B9B0-DC09FE652D74}"/>
              </a:ext>
            </a:extLst>
          </p:cNvPr>
          <p:cNvSpPr txBox="1"/>
          <p:nvPr/>
        </p:nvSpPr>
        <p:spPr>
          <a:xfrm>
            <a:off x="723572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7B68F6-6364-D155-34CD-8C271FAD9DC1}"/>
              </a:ext>
            </a:extLst>
          </p:cNvPr>
          <p:cNvSpPr txBox="1"/>
          <p:nvPr/>
        </p:nvSpPr>
        <p:spPr>
          <a:xfrm>
            <a:off x="545867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55AE93-DEE5-77BF-55E5-C8F02D1E68E3}"/>
              </a:ext>
            </a:extLst>
          </p:cNvPr>
          <p:cNvSpPr txBox="1"/>
          <p:nvPr/>
        </p:nvSpPr>
        <p:spPr>
          <a:xfrm>
            <a:off x="664453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8C2350-46F6-AE7F-3117-480F1995EB59}"/>
              </a:ext>
            </a:extLst>
          </p:cNvPr>
          <p:cNvSpPr txBox="1"/>
          <p:nvPr/>
        </p:nvSpPr>
        <p:spPr>
          <a:xfrm>
            <a:off x="7235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1C5C2D-2DA1-B73A-8BFF-E6181EE140C0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9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897505"/>
              </p:ext>
            </p:extLst>
          </p:nvPr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1.5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68298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0776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90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115D2E6-99FE-8504-975C-F5F8CF8B5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897505"/>
              </p:ext>
            </p:extLst>
          </p:nvPr>
        </p:nvGraphicFramePr>
        <p:xfrm>
          <a:off x="5370506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6BE9F2-3FCA-BFC9-0800-69FAAFDC7EB4}"/>
              </a:ext>
            </a:extLst>
          </p:cNvPr>
          <p:cNvCxnSpPr>
            <a:cxnSpLocks/>
          </p:cNvCxnSpPr>
          <p:nvPr/>
        </p:nvCxnSpPr>
        <p:spPr>
          <a:xfrm>
            <a:off x="6530644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6B63E4-D36B-0CC4-ACCB-9BB5A96CF2B6}"/>
              </a:ext>
            </a:extLst>
          </p:cNvPr>
          <p:cNvCxnSpPr>
            <a:cxnSpLocks/>
          </p:cNvCxnSpPr>
          <p:nvPr/>
        </p:nvCxnSpPr>
        <p:spPr>
          <a:xfrm>
            <a:off x="6558915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E733DB9-6FF1-1D3F-BF5D-9E7F7925BB90}"/>
              </a:ext>
            </a:extLst>
          </p:cNvPr>
          <p:cNvSpPr txBox="1"/>
          <p:nvPr/>
        </p:nvSpPr>
        <p:spPr>
          <a:xfrm>
            <a:off x="603969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E54EAF-0CE7-A0AC-2A57-C4CFE5AC68D6}"/>
              </a:ext>
            </a:extLst>
          </p:cNvPr>
          <p:cNvSpPr txBox="1"/>
          <p:nvPr/>
        </p:nvSpPr>
        <p:spPr>
          <a:xfrm>
            <a:off x="6644537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A0181-44E4-B890-F0A9-8617F360C2BE}"/>
              </a:ext>
            </a:extLst>
          </p:cNvPr>
          <p:cNvSpPr txBox="1"/>
          <p:nvPr/>
        </p:nvSpPr>
        <p:spPr>
          <a:xfrm>
            <a:off x="6819537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2B18D-373D-988B-B573-F5872DA33E21}"/>
              </a:ext>
            </a:extLst>
          </p:cNvPr>
          <p:cNvSpPr txBox="1"/>
          <p:nvPr/>
        </p:nvSpPr>
        <p:spPr>
          <a:xfrm>
            <a:off x="6763914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 ÷  1.4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2D26FB-D23A-CD41-4E61-6601CDE506E9}"/>
              </a:ext>
            </a:extLst>
          </p:cNvPr>
          <p:cNvSpPr txBox="1"/>
          <p:nvPr/>
        </p:nvSpPr>
        <p:spPr>
          <a:xfrm>
            <a:off x="7637373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FAFF0C-B8E1-18C9-05DD-4AF594D55B0E}"/>
              </a:ext>
            </a:extLst>
          </p:cNvPr>
          <p:cNvSpPr txBox="1"/>
          <p:nvPr/>
        </p:nvSpPr>
        <p:spPr>
          <a:xfrm>
            <a:off x="7162146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29EF86-49C6-FC26-31FE-2CB68687AC07}"/>
              </a:ext>
            </a:extLst>
          </p:cNvPr>
          <p:cNvSpPr txBox="1"/>
          <p:nvPr/>
        </p:nvSpPr>
        <p:spPr>
          <a:xfrm>
            <a:off x="656104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70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B76B8D37-883C-258D-B3C4-0AD6F90A12D7}"/>
              </a:ext>
            </a:extLst>
          </p:cNvPr>
          <p:cNvSpPr/>
          <p:nvPr/>
        </p:nvSpPr>
        <p:spPr>
          <a:xfrm rot="5400000">
            <a:off x="8268655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8B01C6C7-A464-ACC7-0A09-8CFE11154426}"/>
              </a:ext>
            </a:extLst>
          </p:cNvPr>
          <p:cNvSpPr/>
          <p:nvPr/>
        </p:nvSpPr>
        <p:spPr>
          <a:xfrm rot="5400000" flipV="1">
            <a:off x="5803951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F6A083-A403-ECE5-E859-C7D5EF8177C9}"/>
              </a:ext>
            </a:extLst>
          </p:cNvPr>
          <p:cNvSpPr txBox="1"/>
          <p:nvPr/>
        </p:nvSpPr>
        <p:spPr>
          <a:xfrm>
            <a:off x="9109123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41A02C-401B-BA8C-16C4-09E820214CDB}"/>
              </a:ext>
            </a:extLst>
          </p:cNvPr>
          <p:cNvSpPr txBox="1"/>
          <p:nvPr/>
        </p:nvSpPr>
        <p:spPr>
          <a:xfrm>
            <a:off x="5261023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B1C94E-D33F-02BC-B9B0-DC09FE652D74}"/>
              </a:ext>
            </a:extLst>
          </p:cNvPr>
          <p:cNvSpPr txBox="1"/>
          <p:nvPr/>
        </p:nvSpPr>
        <p:spPr>
          <a:xfrm>
            <a:off x="723572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7B68F6-6364-D155-34CD-8C271FAD9DC1}"/>
              </a:ext>
            </a:extLst>
          </p:cNvPr>
          <p:cNvSpPr txBox="1"/>
          <p:nvPr/>
        </p:nvSpPr>
        <p:spPr>
          <a:xfrm>
            <a:off x="545867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55AE93-DEE5-77BF-55E5-C8F02D1E68E3}"/>
              </a:ext>
            </a:extLst>
          </p:cNvPr>
          <p:cNvSpPr txBox="1"/>
          <p:nvPr/>
        </p:nvSpPr>
        <p:spPr>
          <a:xfrm>
            <a:off x="664453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8C2350-46F6-AE7F-3117-480F1995EB59}"/>
              </a:ext>
            </a:extLst>
          </p:cNvPr>
          <p:cNvSpPr txBox="1"/>
          <p:nvPr/>
        </p:nvSpPr>
        <p:spPr>
          <a:xfrm>
            <a:off x="7235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9CB586-5A2E-A457-EBE2-4BFE0795E255}"/>
              </a:ext>
            </a:extLst>
          </p:cNvPr>
          <p:cNvSpPr txBox="1"/>
          <p:nvPr/>
        </p:nvSpPr>
        <p:spPr>
          <a:xfrm>
            <a:off x="5761888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D2760-476A-ECC0-E1BE-FA5B4AA6CFA5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53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7361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  <p:bldP spid="9" grpId="0"/>
      <p:bldP spid="10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2928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  <p:bldP spid="9" grpId="0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3457"/>
              </p:ext>
            </p:extLst>
          </p:nvPr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3457"/>
              </p:ext>
            </p:extLst>
          </p:nvPr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  ÷  1.3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961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CDCBE7-A37A-FDC3-B8CB-FCD5C801C3AF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87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  ÷  1.6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072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F6E1-9D49-7667-F937-FFC011C32AF3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AB7FB5-6CF9-BABF-43C3-4A697C56D200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7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78  ÷  1.2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4214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3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780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F6E1-9D49-7667-F937-FFC011C32AF3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AA3277-3576-B0A5-5470-C6C6F112F665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77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2216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5" grpId="0"/>
      <p:bldP spid="77" grpId="0"/>
      <p:bldP spid="82" grpId="0"/>
      <p:bldP spid="83" grpId="0"/>
      <p:bldP spid="85" grpId="0"/>
      <p:bldP spid="8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729057"/>
              </p:ext>
            </p:extLst>
          </p:nvPr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729057"/>
              </p:ext>
            </p:extLst>
          </p:nvPr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4.8  ÷  1.6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77828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48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77AA48-629A-ECFB-6533-CC5C177822C3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19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8.4  ÷  2.1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84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21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63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84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54F299-BE87-5EAB-B59A-391D9378C23D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7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15.6  ÷  1.3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156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7B65AF-E88A-0CB5-63B5-25F41A7A96F9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7E70F-1BB9-2AB7-236D-0078C2857C35}"/>
              </a:ext>
            </a:extLst>
          </p:cNvPr>
          <p:cNvSpPr txBox="1"/>
          <p:nvPr/>
        </p:nvSpPr>
        <p:spPr>
          <a:xfrm>
            <a:off x="7800989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2F8478-A324-0272-E083-4120D5CB165E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511131-8920-7DE1-E962-9A7FFCF12500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74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" grpId="0"/>
      <p:bldP spid="3" grpId="0"/>
      <p:bldP spid="2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2FA632D-331F-7D08-5B67-25588D910461}"/>
              </a:ext>
            </a:extLst>
          </p:cNvPr>
          <p:cNvGrpSpPr/>
          <p:nvPr/>
        </p:nvGrpSpPr>
        <p:grpSpPr>
          <a:xfrm>
            <a:off x="243137" y="777510"/>
            <a:ext cx="4420693" cy="1251525"/>
            <a:chOff x="243137" y="1018810"/>
            <a:chExt cx="4420693" cy="125152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F3CC122-CE07-0C32-CB3B-EA8C27E96377}"/>
                </a:ext>
              </a:extLst>
            </p:cNvPr>
            <p:cNvSpPr txBox="1"/>
            <p:nvPr/>
          </p:nvSpPr>
          <p:spPr>
            <a:xfrm>
              <a:off x="1746028" y="1018810"/>
              <a:ext cx="1491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8  ÷  0.2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88D948B-8D99-51BC-D0BC-DE0D50F3DCDA}"/>
                </a:ext>
              </a:extLst>
            </p:cNvPr>
            <p:cNvSpPr txBox="1"/>
            <p:nvPr/>
          </p:nvSpPr>
          <p:spPr>
            <a:xfrm>
              <a:off x="2685582" y="1685560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870CE7-1695-DEA4-FBF6-05C1EC44F0CE}"/>
                </a:ext>
              </a:extLst>
            </p:cNvPr>
            <p:cNvSpPr txBox="1"/>
            <p:nvPr/>
          </p:nvSpPr>
          <p:spPr>
            <a:xfrm>
              <a:off x="2163310" y="1685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662F6E3-7B84-91C0-5C2D-A523CC688C58}"/>
                </a:ext>
              </a:extLst>
            </p:cNvPr>
            <p:cNvSpPr txBox="1"/>
            <p:nvPr/>
          </p:nvSpPr>
          <p:spPr>
            <a:xfrm>
              <a:off x="1543161" y="1685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80</a:t>
              </a:r>
            </a:p>
          </p:txBody>
        </p:sp>
        <p:sp>
          <p:nvSpPr>
            <p:cNvPr id="43" name="Arrow: Circular 42">
              <a:extLst>
                <a:ext uri="{FF2B5EF4-FFF2-40B4-BE49-F238E27FC236}">
                  <a16:creationId xmlns:a16="http://schemas.microsoft.com/office/drawing/2014/main" id="{3BE5C272-B654-06C9-E057-1B47A9CC4EA9}"/>
                </a:ext>
              </a:extLst>
            </p:cNvPr>
            <p:cNvSpPr/>
            <p:nvPr/>
          </p:nvSpPr>
          <p:spPr>
            <a:xfrm rot="5400000">
              <a:off x="3250769" y="1158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4" name="Arrow: Circular 43">
              <a:extLst>
                <a:ext uri="{FF2B5EF4-FFF2-40B4-BE49-F238E27FC236}">
                  <a16:creationId xmlns:a16="http://schemas.microsoft.com/office/drawing/2014/main" id="{C57EC1E6-3E0A-D7A2-CEF6-BA7F84684EA8}"/>
                </a:ext>
              </a:extLst>
            </p:cNvPr>
            <p:cNvSpPr/>
            <p:nvPr/>
          </p:nvSpPr>
          <p:spPr>
            <a:xfrm rot="5400000" flipV="1">
              <a:off x="786065" y="1158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7E18E0-957D-D95E-BE02-83877B812D7B}"/>
                </a:ext>
              </a:extLst>
            </p:cNvPr>
            <p:cNvSpPr txBox="1"/>
            <p:nvPr/>
          </p:nvSpPr>
          <p:spPr>
            <a:xfrm>
              <a:off x="4091237" y="143029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4663DAB-D7EA-2F52-D5B2-E4608697A45E}"/>
                </a:ext>
              </a:extLst>
            </p:cNvPr>
            <p:cNvSpPr txBox="1"/>
            <p:nvPr/>
          </p:nvSpPr>
          <p:spPr>
            <a:xfrm>
              <a:off x="243137" y="14779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9849F28-6346-0787-F730-30C6B2A5A093}"/>
              </a:ext>
            </a:extLst>
          </p:cNvPr>
          <p:cNvGrpSpPr/>
          <p:nvPr/>
        </p:nvGrpSpPr>
        <p:grpSpPr>
          <a:xfrm>
            <a:off x="234824" y="2917460"/>
            <a:ext cx="4404068" cy="1251525"/>
            <a:chOff x="234824" y="3177810"/>
            <a:chExt cx="4404068" cy="125152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4FBB2C1-92A5-262B-7F92-760E887155AA}"/>
                </a:ext>
              </a:extLst>
            </p:cNvPr>
            <p:cNvSpPr txBox="1"/>
            <p:nvPr/>
          </p:nvSpPr>
          <p:spPr>
            <a:xfrm>
              <a:off x="1589736" y="3177810"/>
              <a:ext cx="18036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2.4  ÷  1.2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D70DB5-1C89-1CB9-12E8-DEC562F72827}"/>
                </a:ext>
              </a:extLst>
            </p:cNvPr>
            <p:cNvSpPr txBox="1"/>
            <p:nvPr/>
          </p:nvSpPr>
          <p:spPr>
            <a:xfrm>
              <a:off x="2876662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8FAF6C6-96E3-867D-5F0A-D12F0749A9DE}"/>
                </a:ext>
              </a:extLst>
            </p:cNvPr>
            <p:cNvSpPr txBox="1"/>
            <p:nvPr/>
          </p:nvSpPr>
          <p:spPr>
            <a:xfrm>
              <a:off x="2287135" y="3844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E1DA60F-B2E5-F88D-90DF-119A4A29FD90}"/>
                </a:ext>
              </a:extLst>
            </p:cNvPr>
            <p:cNvSpPr txBox="1"/>
            <p:nvPr/>
          </p:nvSpPr>
          <p:spPr>
            <a:xfrm>
              <a:off x="1543161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24</a:t>
              </a:r>
            </a:p>
          </p:txBody>
        </p:sp>
        <p:sp>
          <p:nvSpPr>
            <p:cNvPr id="52" name="Arrow: Circular 51">
              <a:extLst>
                <a:ext uri="{FF2B5EF4-FFF2-40B4-BE49-F238E27FC236}">
                  <a16:creationId xmlns:a16="http://schemas.microsoft.com/office/drawing/2014/main" id="{4758DB24-E7F9-6F08-7F78-1EBBE650000B}"/>
                </a:ext>
              </a:extLst>
            </p:cNvPr>
            <p:cNvSpPr/>
            <p:nvPr/>
          </p:nvSpPr>
          <p:spPr>
            <a:xfrm rot="5400000">
              <a:off x="3250769" y="3317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3" name="Arrow: Circular 52">
              <a:extLst>
                <a:ext uri="{FF2B5EF4-FFF2-40B4-BE49-F238E27FC236}">
                  <a16:creationId xmlns:a16="http://schemas.microsoft.com/office/drawing/2014/main" id="{13EACF51-2A35-73F7-24AA-EB0503773B78}"/>
                </a:ext>
              </a:extLst>
            </p:cNvPr>
            <p:cNvSpPr/>
            <p:nvPr/>
          </p:nvSpPr>
          <p:spPr>
            <a:xfrm rot="5400000" flipV="1">
              <a:off x="786065" y="3317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DFB3ABE-D518-5650-B383-325537F77868}"/>
                </a:ext>
              </a:extLst>
            </p:cNvPr>
            <p:cNvSpPr txBox="1"/>
            <p:nvPr/>
          </p:nvSpPr>
          <p:spPr>
            <a:xfrm>
              <a:off x="4066299" y="3598123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B88D3A4-0050-D376-33D7-98FEEAF50F48}"/>
                </a:ext>
              </a:extLst>
            </p:cNvPr>
            <p:cNvSpPr txBox="1"/>
            <p:nvPr/>
          </p:nvSpPr>
          <p:spPr>
            <a:xfrm>
              <a:off x="234824" y="3573184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020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9  ÷  0.3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039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5  ÷  0.5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162189" y="179169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12  ÷  0.2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2317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14  ÷  0.4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162189" y="3210468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300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3.6  ÷  0.6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117160" y="3919854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300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5.6  ÷  0.8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117160" y="462924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278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18  ÷  1.5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025789" y="533862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24  ÷  0.25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025789" y="60480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96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A4B57E2-4FD1-0879-AC43-27B2E389A830}"/>
              </a:ext>
            </a:extLst>
          </p:cNvPr>
          <p:cNvGrpSpPr/>
          <p:nvPr/>
        </p:nvGrpSpPr>
        <p:grpSpPr>
          <a:xfrm>
            <a:off x="243137" y="5057410"/>
            <a:ext cx="4420693" cy="1251525"/>
            <a:chOff x="243137" y="5336810"/>
            <a:chExt cx="4420693" cy="1251525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676AE25-4799-DD76-8FED-370B8435F357}"/>
                </a:ext>
              </a:extLst>
            </p:cNvPr>
            <p:cNvSpPr txBox="1"/>
            <p:nvPr/>
          </p:nvSpPr>
          <p:spPr>
            <a:xfrm>
              <a:off x="1641833" y="5336810"/>
              <a:ext cx="169950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18  ÷  1.2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3A13C74-ABA4-4987-FE92-D0AE075B9F55}"/>
                </a:ext>
              </a:extLst>
            </p:cNvPr>
            <p:cNvSpPr txBox="1"/>
            <p:nvPr/>
          </p:nvSpPr>
          <p:spPr>
            <a:xfrm>
              <a:off x="2876662" y="6003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1032C45-84D4-8ED0-416E-DA99C6516D86}"/>
                </a:ext>
              </a:extLst>
            </p:cNvPr>
            <p:cNvSpPr txBox="1"/>
            <p:nvPr/>
          </p:nvSpPr>
          <p:spPr>
            <a:xfrm>
              <a:off x="2287135" y="6003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08AAD37-D8ED-6144-C4AD-DDCC7301AD66}"/>
                </a:ext>
              </a:extLst>
            </p:cNvPr>
            <p:cNvSpPr txBox="1"/>
            <p:nvPr/>
          </p:nvSpPr>
          <p:spPr>
            <a:xfrm>
              <a:off x="1438966" y="60035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180</a:t>
              </a:r>
            </a:p>
          </p:txBody>
        </p:sp>
        <p:sp>
          <p:nvSpPr>
            <p:cNvPr id="101" name="Arrow: Circular 100">
              <a:extLst>
                <a:ext uri="{FF2B5EF4-FFF2-40B4-BE49-F238E27FC236}">
                  <a16:creationId xmlns:a16="http://schemas.microsoft.com/office/drawing/2014/main" id="{E3F3B550-A84C-96DD-BE5D-E958F8BA62CD}"/>
                </a:ext>
              </a:extLst>
            </p:cNvPr>
            <p:cNvSpPr/>
            <p:nvPr/>
          </p:nvSpPr>
          <p:spPr>
            <a:xfrm rot="5400000">
              <a:off x="3250769" y="5476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2" name="Arrow: Circular 101">
              <a:extLst>
                <a:ext uri="{FF2B5EF4-FFF2-40B4-BE49-F238E27FC236}">
                  <a16:creationId xmlns:a16="http://schemas.microsoft.com/office/drawing/2014/main" id="{3C54A214-841E-6D40-6E23-439FF4DD6C31}"/>
                </a:ext>
              </a:extLst>
            </p:cNvPr>
            <p:cNvSpPr/>
            <p:nvPr/>
          </p:nvSpPr>
          <p:spPr>
            <a:xfrm rot="5400000" flipV="1">
              <a:off x="786065" y="5476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AF0567F-9BA8-7687-AC7C-5FA94EA5ABAF}"/>
                </a:ext>
              </a:extLst>
            </p:cNvPr>
            <p:cNvSpPr txBox="1"/>
            <p:nvPr/>
          </p:nvSpPr>
          <p:spPr>
            <a:xfrm>
              <a:off x="40912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C7B2CFC-B6C7-50B4-60C3-45C4CD277FD1}"/>
                </a:ext>
              </a:extLst>
            </p:cNvPr>
            <p:cNvSpPr txBox="1"/>
            <p:nvPr/>
          </p:nvSpPr>
          <p:spPr>
            <a:xfrm>
              <a:off x="2431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2137FA8-2CD1-344E-4761-AF6842FADBF8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53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8513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239578"/>
              </p:ext>
            </p:extLst>
          </p:nvPr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ACFDCAD6-8D3D-6BE9-11F7-4429CA42B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239578"/>
              </p:ext>
            </p:extLst>
          </p:nvPr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E62210-8FD7-AED9-BDF7-FA06FB50F099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430CC-D60D-02D1-A713-3094278EFE77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7001D6-7FAA-228B-5CD9-64B216DA6E5B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1C1A7-E4A5-4974-9891-B049260778EE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BF676-3CEC-1102-5708-712ACAA2032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17AAD-34E7-9EC5-BB65-2AA254862EDC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5A5C0-703F-4DDF-4AB9-FADEE5C77808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82F0D-E780-6757-0009-E3071C7E37BE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952A6-55E0-C97A-F5BD-9B90E5B33D59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4E71B2AF-3E35-6E78-3966-2FCF4F6E7A71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E2A613BE-5130-7299-0405-5FD201104113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E4D53-1B02-50BE-13D0-75FA6FA581C1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D5DD-8857-4B20-77C6-CF655801F1C0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5F03E-392D-9DB3-EC2B-C5260C934D34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0EEEB-79DE-638F-F9B1-30FBAECF8015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1617A-4725-AB3C-6509-145B3929985C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8AAE4-247F-BBAE-9C02-8FAEA4C5A416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955F9D-CA83-AB91-CC45-5B4AA7F8CF4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020E6-9A65-CA95-CA07-E3D077DB0DC4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774040-F6D2-EA6D-1707-CD213EEADC0D}"/>
              </a:ext>
            </a:extLst>
          </p:cNvPr>
          <p:cNvSpPr txBox="1"/>
          <p:nvPr/>
        </p:nvSpPr>
        <p:spPr>
          <a:xfrm>
            <a:off x="5753575" y="4790710"/>
            <a:ext cx="7024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06080-91AC-F335-DD8D-06ABDD9F0B85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D72A94-A842-F0A7-5B94-6F3191B5F2B6}"/>
              </a:ext>
            </a:extLst>
          </p:cNvPr>
          <p:cNvSpPr txBox="1"/>
          <p:nvPr/>
        </p:nvSpPr>
        <p:spPr>
          <a:xfrm>
            <a:off x="782592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48C246-54D8-930A-B10D-E04E4862B571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09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÷  0.16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7719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E0057-C575-224A-CBE4-D20E22F0E656}"/>
              </a:ext>
            </a:extLst>
          </p:cNvPr>
          <p:cNvSpPr txBox="1"/>
          <p:nvPr/>
        </p:nvSpPr>
        <p:spPr>
          <a:xfrm>
            <a:off x="5753575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8C2093-A6F6-C62B-7664-DF9CE0892A00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6">
            <a:extLst>
              <a:ext uri="{FF2B5EF4-FFF2-40B4-BE49-F238E27FC236}">
                <a16:creationId xmlns:a16="http://schemas.microsoft.com/office/drawing/2014/main" id="{B0A23F62-1C0D-7BE9-1FEF-29B1C986594B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A60E9A4-71D9-76FD-7BAB-F263F709BF48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1EE8673-8A23-DF22-7E83-BBB715AED07F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E081DAE-C2E4-D76D-7794-172D115ACC59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5E9EB2-2C0D-E759-633B-91308B8F390E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368545-C436-C570-4ED3-BE06F6EA8D87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B27842-6167-2710-751D-5E518B5B549C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C3AC2A-5696-26E8-5C9D-43CA726AD441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44F1A4-32C9-6DD8-4878-EB0995FB94B4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FAD14F-4450-380D-C047-97873FD47C77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49" name="Arrow: Circular 48">
            <a:extLst>
              <a:ext uri="{FF2B5EF4-FFF2-40B4-BE49-F238E27FC236}">
                <a16:creationId xmlns:a16="http://schemas.microsoft.com/office/drawing/2014/main" id="{62518162-029A-C4AC-5AFA-1C4822FFDFD4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0" name="Arrow: Circular 49">
            <a:extLst>
              <a:ext uri="{FF2B5EF4-FFF2-40B4-BE49-F238E27FC236}">
                <a16:creationId xmlns:a16="http://schemas.microsoft.com/office/drawing/2014/main" id="{EC2D8697-98A4-CEE9-938A-6804D0FA97D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82005B-917D-3D10-9885-D3C4D6CA9017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327BA2-F2F8-1BB0-0D18-24710E1B0A68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1DF46D-67DF-CDA2-D900-F4696F8A6640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3BCDBE-93A1-53D2-5BB4-8AFF3CDC6CEA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CE1775-5F9E-7C88-CE1D-FDAA84E15093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A99B3E-EC2C-B976-C90C-B0C13F05A5FC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F780A5-74F0-99BE-56BC-BA69F1EE655B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7A9E80-DA95-3E0F-063B-BEF8616D803E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45FE30-C61C-63C8-1D0B-E5765ADE5B71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FF0797-55D0-96DC-8A23-69E92290DE12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F8A956-F868-5CD9-7D0B-1958F7E36147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2EFCC9-B297-783E-2BFB-381C993378FF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01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ACFDCAD6-8D3D-6BE9-11F7-4429CA42B6A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E62210-8FD7-AED9-BDF7-FA06FB50F099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430CC-D60D-02D1-A713-3094278EFE77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7001D6-7FAA-228B-5CD9-64B216DA6E5B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1C1A7-E4A5-4974-9891-B049260778EE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BF676-3CEC-1102-5708-712ACAA2032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17AAD-34E7-9EC5-BB65-2AA254862EDC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÷  0.05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5A5C0-703F-4DDF-4AB9-FADEE5C77808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82F0D-E780-6757-0009-E3071C7E37BE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952A6-55E0-C97A-F5BD-9B90E5B33D59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4E71B2AF-3E35-6E78-3966-2FCF4F6E7A71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E2A613BE-5130-7299-0405-5FD201104113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E4D53-1B02-50BE-13D0-75FA6FA581C1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D5DD-8857-4B20-77C6-CF655801F1C0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5F03E-392D-9DB3-EC2B-C5260C934D34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0EEEB-79DE-638F-F9B1-30FBAECF8015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1617A-4725-AB3C-6509-145B3929985C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955F9D-CA83-AB91-CC45-5B4AA7F8CF4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020E6-9A65-CA95-CA07-E3D077DB0DC4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06080-91AC-F335-DD8D-06ABDD9F0B85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D72A94-A842-F0A7-5B94-6F3191B5F2B6}"/>
              </a:ext>
            </a:extLst>
          </p:cNvPr>
          <p:cNvSpPr txBox="1"/>
          <p:nvPr/>
        </p:nvSpPr>
        <p:spPr>
          <a:xfrm>
            <a:off x="782592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42BC3E-17DB-7BEB-4F02-0D791968526E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87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9" grpId="0"/>
      <p:bldP spid="30" grpId="0"/>
      <p:bldP spid="32" grpId="0"/>
      <p:bldP spid="3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09637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406076"/>
              </p:ext>
            </p:extLst>
          </p:nvPr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406076"/>
              </p:ext>
            </p:extLst>
          </p:nvPr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1.8  ÷  0.15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530BB3-95CB-BB9C-6AFA-7A2F8368DF03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18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5.6  ÷  0.16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1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560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02DC6-6ADC-DA9E-0EF0-25C5B8A76104}"/>
              </a:ext>
            </a:extLst>
          </p:cNvPr>
          <p:cNvSpPr txBox="1"/>
          <p:nvPr/>
        </p:nvSpPr>
        <p:spPr>
          <a:xfrm>
            <a:off x="5869953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5206BD-28AC-FE18-8294-CEF970705308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85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</a:t>
            </a:r>
            <a:r>
              <a:rPr lang="en-GB" sz="2000" dirty="0"/>
              <a:t>: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2.1  ÷  0.15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43756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0280E-F4E6-1836-3237-FBBFA306AC99}"/>
              </a:ext>
            </a:extLst>
          </p:cNvPr>
          <p:cNvSpPr txBox="1"/>
          <p:nvPr/>
        </p:nvSpPr>
        <p:spPr>
          <a:xfrm>
            <a:off x="5662134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39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D2B9D8-638A-0045-73F8-930D3DA187E3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31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202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  ÷  0.15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222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  ÷  0.25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253560" y="179169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202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9  ÷  0.15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  ÷  0.05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070818" y="3210468"/>
            <a:ext cx="732894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505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8.4  ÷  0.12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025789" y="3919854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3.3  ÷  0.15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025789" y="462924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2.8  ÷  0.35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117160" y="533862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552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7.5  ÷  1.25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117160" y="604801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8F72F8-AE35-D1A4-83B4-BACE5003F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99" y="704457"/>
            <a:ext cx="4541914" cy="15302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A7B699E-4A59-3BC3-CB7E-C6D27673DB2B}"/>
              </a:ext>
            </a:extLst>
          </p:cNvPr>
          <p:cNvGrpSpPr/>
          <p:nvPr/>
        </p:nvGrpSpPr>
        <p:grpSpPr>
          <a:xfrm>
            <a:off x="321320" y="3332949"/>
            <a:ext cx="4420693" cy="1251525"/>
            <a:chOff x="306637" y="904510"/>
            <a:chExt cx="4420693" cy="125152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1947A5-F2BF-C1D4-8C3C-998F96FF47E7}"/>
                </a:ext>
              </a:extLst>
            </p:cNvPr>
            <p:cNvSpPr txBox="1"/>
            <p:nvPr/>
          </p:nvSpPr>
          <p:spPr>
            <a:xfrm>
              <a:off x="1549041" y="904510"/>
              <a:ext cx="20120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3.6  ÷  0.12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228D401-1F99-D745-8D0D-A0373697AB63}"/>
                </a:ext>
              </a:extLst>
            </p:cNvPr>
            <p:cNvSpPr txBox="1"/>
            <p:nvPr/>
          </p:nvSpPr>
          <p:spPr>
            <a:xfrm>
              <a:off x="2940162" y="15712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D10B2B-5869-5E22-2CFD-D276C22980A0}"/>
                </a:ext>
              </a:extLst>
            </p:cNvPr>
            <p:cNvSpPr txBox="1"/>
            <p:nvPr/>
          </p:nvSpPr>
          <p:spPr>
            <a:xfrm>
              <a:off x="2350635" y="15712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4979C1-DA83-AAA6-D8F6-15F548B09F64}"/>
                </a:ext>
              </a:extLst>
            </p:cNvPr>
            <p:cNvSpPr txBox="1"/>
            <p:nvPr/>
          </p:nvSpPr>
          <p:spPr>
            <a:xfrm>
              <a:off x="1502466" y="15712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360</a:t>
              </a:r>
            </a:p>
          </p:txBody>
        </p:sp>
        <p:sp>
          <p:nvSpPr>
            <p:cNvPr id="24" name="Arrow: Circular 23">
              <a:extLst>
                <a:ext uri="{FF2B5EF4-FFF2-40B4-BE49-F238E27FC236}">
                  <a16:creationId xmlns:a16="http://schemas.microsoft.com/office/drawing/2014/main" id="{975588A3-5533-F042-8351-4D5748461914}"/>
                </a:ext>
              </a:extLst>
            </p:cNvPr>
            <p:cNvSpPr/>
            <p:nvPr/>
          </p:nvSpPr>
          <p:spPr>
            <a:xfrm rot="5400000">
              <a:off x="3314269" y="10443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5" name="Arrow: Circular 24">
              <a:extLst>
                <a:ext uri="{FF2B5EF4-FFF2-40B4-BE49-F238E27FC236}">
                  <a16:creationId xmlns:a16="http://schemas.microsoft.com/office/drawing/2014/main" id="{6381577A-0C8C-1471-621C-E4DF0E247F9D}"/>
                </a:ext>
              </a:extLst>
            </p:cNvPr>
            <p:cNvSpPr/>
            <p:nvPr/>
          </p:nvSpPr>
          <p:spPr>
            <a:xfrm rot="5400000" flipV="1">
              <a:off x="849565" y="10439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6066C97-B8F5-F86C-D847-0B9F31EC2BBD}"/>
                </a:ext>
              </a:extLst>
            </p:cNvPr>
            <p:cNvSpPr txBox="1"/>
            <p:nvPr/>
          </p:nvSpPr>
          <p:spPr>
            <a:xfrm>
              <a:off x="41547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E8F374-DB08-DE45-B6BD-C835A54C4AFD}"/>
                </a:ext>
              </a:extLst>
            </p:cNvPr>
            <p:cNvSpPr txBox="1"/>
            <p:nvPr/>
          </p:nvSpPr>
          <p:spPr>
            <a:xfrm>
              <a:off x="41547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22D5642-9A24-0A05-08B4-2751F017F8CF}"/>
                </a:ext>
              </a:extLst>
            </p:cNvPr>
            <p:cNvSpPr txBox="1"/>
            <p:nvPr/>
          </p:nvSpPr>
          <p:spPr>
            <a:xfrm>
              <a:off x="3066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B075A7-18D9-6DB0-EE04-9DC8EF7E0045}"/>
                </a:ext>
              </a:extLst>
            </p:cNvPr>
            <p:cNvSpPr txBox="1"/>
            <p:nvPr/>
          </p:nvSpPr>
          <p:spPr>
            <a:xfrm>
              <a:off x="3066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999E5EF-5E51-FDCC-88A7-C94492FF7F78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89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11068</TotalTime>
  <Words>2247</Words>
  <Application>Microsoft Office PowerPoint</Application>
  <PresentationFormat>A4 Paper (210x297 mm)</PresentationFormat>
  <Paragraphs>1201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Calibri</vt:lpstr>
      <vt:lpstr>Stencil</vt:lpstr>
      <vt:lpstr>Calibri Light</vt:lpstr>
      <vt:lpstr>Arial</vt:lpstr>
      <vt:lpstr>Office Theme</vt:lpstr>
      <vt:lpstr>1_Office Theme</vt:lpstr>
      <vt:lpstr>2_Office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536</cp:revision>
  <cp:lastPrinted>2017-12-31T22:38:51Z</cp:lastPrinted>
  <dcterms:created xsi:type="dcterms:W3CDTF">2017-01-17T16:57:04Z</dcterms:created>
  <dcterms:modified xsi:type="dcterms:W3CDTF">2024-05-28T10:07:39Z</dcterms:modified>
</cp:coreProperties>
</file>