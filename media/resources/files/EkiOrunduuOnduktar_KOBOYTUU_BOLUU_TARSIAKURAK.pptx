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947" r:id="rId3"/>
    <p:sldId id="281" r:id="rId4"/>
    <p:sldId id="948" r:id="rId5"/>
    <p:sldId id="939" r:id="rId6"/>
    <p:sldId id="833" r:id="rId7"/>
    <p:sldId id="834" r:id="rId8"/>
    <p:sldId id="946" r:id="rId9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7"/>
          </p14:sldIdLst>
        </p14:section>
        <p14:section name="Титулдук слайд" id="{0A3A3963-DD06-45C2-8B7F-F345A3B1520E}">
          <p14:sldIdLst>
            <p14:sldId id="281"/>
            <p14:sldId id="948"/>
          </p14:sldIdLst>
        </p14:section>
        <p14:section name="А4" id="{531F805A-1DCC-40B3-8FB9-6E08FCFE2E5B}">
          <p14:sldIdLst>
            <p14:sldId id="939"/>
          </p14:sldIdLst>
        </p14:section>
        <p14:section name="А5" id="{5DF08072-BA7F-4529-9AD7-1EC420FF613B}">
          <p14:sldIdLst>
            <p14:sldId id="833"/>
          </p14:sldIdLst>
        </p14:section>
        <p14:section name="Жооптор" id="{56223EB8-1375-4DC7-8A6D-5C55890171F0}">
          <p14:sldIdLst>
            <p14:sldId id="834"/>
          </p14:sldIdLst>
        </p14:section>
        <p14:section name="Кайтарым байланыш" id="{F3D720CF-F566-46A6-9361-125255B68FA6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7105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077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748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3264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9952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0005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4715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8676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9574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6446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476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2706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8/19/2024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640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3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орундуу ондуктар – көбөйтүү жана бөлүү – Тарсиа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1.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Үч бурчтуктарды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294667" y="2174039"/>
            <a:ext cx="3818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210257" y="2517286"/>
            <a:ext cx="55180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1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80CC064-84BE-412C-9BCD-90E8A6054DBF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5D28893-E1DA-4592-9772-B0313955E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32394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7ACAB23-BBA4-4EB0-AA8D-48A3C2874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5715" y="0"/>
              <a:ext cx="4940285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6D6D6B24-5674-4383-A258-EBC346F1E388}"/>
              </a:ext>
            </a:extLst>
          </p:cNvPr>
          <p:cNvGrpSpPr/>
          <p:nvPr/>
        </p:nvGrpSpPr>
        <p:grpSpPr>
          <a:xfrm rot="16200000">
            <a:off x="-1055077" y="1055076"/>
            <a:ext cx="6858003" cy="4747848"/>
            <a:chOff x="0" y="0"/>
            <a:chExt cx="990600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981CA53-23CE-43E4-8927-DFA5E414A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32394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AAC13DB-AED0-4214-83BB-16F44E6D6C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5715" y="0"/>
              <a:ext cx="4940285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4C891CF-3304-4728-83A7-13FF6CCFBDFD}"/>
              </a:ext>
            </a:extLst>
          </p:cNvPr>
          <p:cNvGrpSpPr/>
          <p:nvPr/>
        </p:nvGrpSpPr>
        <p:grpSpPr>
          <a:xfrm rot="16200000">
            <a:off x="4103076" y="1055074"/>
            <a:ext cx="6858003" cy="4747848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4D92883-65BA-4C98-993A-0502F01FF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32394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6C6E0AF-2B70-452F-84BC-CDE4A4364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5715" y="0"/>
              <a:ext cx="4940285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924635-EBB1-4779-AB43-F6D36268F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775" y="0"/>
            <a:ext cx="7896225" cy="68199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21C4CA9-931E-0545-8DFC-40243EFFAD57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8368</TotalTime>
  <Words>152</Words>
  <Application>Microsoft Office PowerPoint</Application>
  <PresentationFormat>A4 Paper (210x297 mm)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1_Office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2024-08-19T08:57:35Z</cp:lastPrinted>
  <dcterms:created xsi:type="dcterms:W3CDTF">2017-01-17T16:57:04Z</dcterms:created>
  <dcterms:modified xsi:type="dcterms:W3CDTF">2024-08-19T08:59:53Z</dcterms:modified>
</cp:coreProperties>
</file>