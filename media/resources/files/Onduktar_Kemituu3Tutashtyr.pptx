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6"/>
  </p:notesMasterIdLst>
  <p:sldIdLst>
    <p:sldId id="939" r:id="rId3"/>
    <p:sldId id="852" r:id="rId4"/>
    <p:sldId id="274" r:id="rId5"/>
  </p:sldIdLst>
  <p:sldSz cx="9906000" cy="6858000" type="A4"/>
  <p:notesSz cx="6669088" cy="9926638"/>
  <p:embeddedFontLst>
    <p:embeddedFont>
      <p:font typeface="Ravie" panose="04040805050809020602" pitchFamily="82" charset="0"/>
      <p:regular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02/05/2024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90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66056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30788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95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836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84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98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536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57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1765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268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071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82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6875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31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–– Кемитүү –– 3тү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 үчүн квадратты талап кылуу үчүн жооп кутучасынын тиешелүү көлөкө тарабын чыкылдатыңыз/тийиңиз.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7315579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2.2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2.1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0.4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0.6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1.8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0.2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1.9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642934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5.5 – 3.5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– 2.7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– 1.8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4.5 – 2.6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4.3 – 3.8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– 2.2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– 3.2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3.7 – 1.5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3.8 – 2.1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5.8 – 2.1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4.3 – 4.2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 –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– 1.9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6.2 – 4.7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6.2 – 5.6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2.2 – 1.8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513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>
                <a:latin typeface="Ravie" panose="04040805050809020602" pitchFamily="82" charset="0"/>
              </a:rPr>
              <a:t>3ту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8" y="964311"/>
            <a:ext cx="4715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59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8392</TotalTime>
  <Words>174</Words>
  <Application>Microsoft Office PowerPoint</Application>
  <PresentationFormat>A4 Paper (210x297 mm)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 Light</vt:lpstr>
      <vt:lpstr>Ravie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372</cp:revision>
  <cp:lastPrinted>2017-12-31T22:38:51Z</cp:lastPrinted>
  <dcterms:created xsi:type="dcterms:W3CDTF">2017-01-17T16:57:04Z</dcterms:created>
  <dcterms:modified xsi:type="dcterms:W3CDTF">2024-05-02T07:17:58Z</dcterms:modified>
</cp:coreProperties>
</file>