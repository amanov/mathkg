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281" r:id="rId3"/>
    <p:sldId id="941" r:id="rId4"/>
    <p:sldId id="939" r:id="rId5"/>
    <p:sldId id="833" r:id="rId6"/>
    <p:sldId id="834" r:id="rId7"/>
    <p:sldId id="942" r:id="rId8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3F55B2B1-352C-4C31-A259-67010074E4C5}">
          <p14:sldIdLst>
            <p14:sldId id="940"/>
            <p14:sldId id="281"/>
          </p14:sldIdLst>
        </p14:section>
        <p14:section name="Титулдук слайд" id="{D90A989D-9185-49BE-A48D-EE16E4930DA2}">
          <p14:sldIdLst>
            <p14:sldId id="941"/>
          </p14:sldIdLst>
        </p14:section>
        <p14:section name="Толук бет курак" id="{531F805A-1DCC-40B3-8FB9-6E08FCFE2E5B}">
          <p14:sldIdLst>
            <p14:sldId id="939"/>
          </p14:sldIdLst>
        </p14:section>
        <p14:section name="Жарым бет курак" id="{5DF08072-BA7F-4529-9AD7-1EC420FF613B}">
          <p14:sldIdLst>
            <p14:sldId id="833"/>
          </p14:sldIdLst>
        </p14:section>
        <p14:section name="Жообу" id="{56223EB8-1375-4DC7-8A6D-5C55890171F0}">
          <p14:sldIdLst>
            <p14:sldId id="834"/>
          </p14:sldIdLst>
        </p14:section>
        <p14:section name="Кайтарым байланыш" id="{09321E3B-DF6D-463F-B0B7-51F1A49F3708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27/08/2024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8/27/2024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6629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 бүтүн сандар менен – кошуу – Тарсиа Курак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куракты туура чогулткандан кийин гана клей менен чапташсын.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ордуна, окуучулар жөн гана тамгаларды  колдонуу менен суроолор менен жоопторду дал келтирип чыгышса болот, (кайчы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даярдалган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677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450563" y="658443"/>
            <a:ext cx="35468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Үч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бурчтуктарды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459D4FD-5636-5FC5-4A67-199E51BA8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7D556D-E971-0216-A444-C472A29CB3C7}"/>
              </a:ext>
            </a:extLst>
          </p:cNvPr>
          <p:cNvSpPr txBox="1"/>
          <p:nvPr/>
        </p:nvSpPr>
        <p:spPr>
          <a:xfrm>
            <a:off x="588816" y="3113031"/>
            <a:ext cx="37905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3248FBF-0BF9-42E7-B14B-3FEB8DFC98AB}"/>
              </a:ext>
            </a:extLst>
          </p:cNvPr>
          <p:cNvGrpSpPr/>
          <p:nvPr/>
        </p:nvGrpSpPr>
        <p:grpSpPr>
          <a:xfrm>
            <a:off x="3905026" y="1668294"/>
            <a:ext cx="5790717" cy="5009015"/>
            <a:chOff x="1323701" y="62985"/>
            <a:chExt cx="7236280" cy="625943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15E6081-D11B-4361-9F4E-5B678F1413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72848" y="62985"/>
              <a:ext cx="5560304" cy="470262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E5852DF-E692-43D7-9478-F6B6F5AC9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23701" y="4739487"/>
              <a:ext cx="7236280" cy="15829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1163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040" y="30481"/>
            <a:ext cx="4888640" cy="677672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" y="30480"/>
            <a:ext cx="4888640" cy="677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 rot="16200000">
            <a:off x="-1016485" y="1090685"/>
            <a:ext cx="6783799" cy="4669550"/>
            <a:chOff x="40640" y="30480"/>
            <a:chExt cx="9845040" cy="6776721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97040" y="30481"/>
              <a:ext cx="4888640" cy="6776720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640" y="30480"/>
              <a:ext cx="4888640" cy="6776720"/>
            </a:xfrm>
            <a:prstGeom prst="rect">
              <a:avLst/>
            </a:prstGeom>
          </p:spPr>
        </p:pic>
      </p:grpSp>
      <p:grpSp>
        <p:nvGrpSpPr>
          <p:cNvPr id="6" name="Group 5"/>
          <p:cNvGrpSpPr/>
          <p:nvPr/>
        </p:nvGrpSpPr>
        <p:grpSpPr>
          <a:xfrm rot="16200000">
            <a:off x="4134636" y="1090686"/>
            <a:ext cx="6783799" cy="4669550"/>
            <a:chOff x="40640" y="30480"/>
            <a:chExt cx="9845040" cy="6776721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97040" y="30481"/>
              <a:ext cx="4888640" cy="6776720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640" y="30480"/>
              <a:ext cx="4888640" cy="67767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75" y="0"/>
            <a:ext cx="7858125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26891AD-74E1-0389-0D1E-E4F1E3C0E4B1}"/>
              </a:ext>
            </a:extLst>
          </p:cNvPr>
          <p:cNvSpPr/>
          <p:nvPr/>
        </p:nvSpPr>
        <p:spPr>
          <a:xfrm>
            <a:off x="112381" y="186267"/>
            <a:ext cx="4182528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8367</TotalTime>
  <Words>152</Words>
  <Application>Microsoft Office PowerPoint</Application>
  <PresentationFormat>A4 Paper (210x297 mm)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Calibri 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360</cp:revision>
  <cp:lastPrinted>2024-08-26T17:45:23Z</cp:lastPrinted>
  <dcterms:created xsi:type="dcterms:W3CDTF">2017-01-17T16:57:04Z</dcterms:created>
  <dcterms:modified xsi:type="dcterms:W3CDTF">2024-08-26T17:48:00Z</dcterms:modified>
</cp:coreProperties>
</file>