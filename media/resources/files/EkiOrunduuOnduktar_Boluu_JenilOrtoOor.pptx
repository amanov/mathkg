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</p:sldMasterIdLst>
  <p:notesMasterIdLst>
    <p:notesMasterId r:id="rId8"/>
  </p:notesMasterIdLst>
  <p:sldIdLst>
    <p:sldId id="951" r:id="rId3"/>
    <p:sldId id="949" r:id="rId4"/>
    <p:sldId id="948" r:id="rId5"/>
    <p:sldId id="950" r:id="rId6"/>
    <p:sldId id="952" r:id="rId7"/>
  </p:sldIdLst>
  <p:sldSz cx="9906000" cy="6858000" type="A4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390FE4F2-2763-41FD-A6CB-7D495446D310}">
          <p14:sldIdLst>
            <p14:sldId id="951"/>
          </p14:sldIdLst>
        </p14:section>
        <p14:section name="Көрсөтүү үчүн" id="{C01E0666-C3EB-4E29-8728-0A6DFC71287E}">
          <p14:sldIdLst>
            <p14:sldId id="949"/>
          </p14:sldIdLst>
        </p14:section>
        <p14:section name="Жообу" id="{AC98A135-39E6-4013-BC30-2FE473FA1A40}">
          <p14:sldIdLst>
            <p14:sldId id="948"/>
          </p14:sldIdLst>
        </p14:section>
        <p14:section name="Принтерге" id="{DB7B90FE-169F-4414-BC53-8BF28288E5F5}">
          <p14:sldIdLst>
            <p14:sldId id="950"/>
          </p14:sldIdLst>
        </p14:section>
        <p14:section name="Кайтарым Байланыш" id="{5E5C03D1-BB77-447B-805E-588579A08086}">
          <p14:sldIdLst>
            <p14:sldId id="95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75B6"/>
    <a:srgbClr val="1D4999"/>
    <a:srgbClr val="FFC000"/>
    <a:srgbClr val="FFFFFF"/>
    <a:srgbClr val="00B050"/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9" d="100"/>
          <a:sy n="69" d="100"/>
        </p:scale>
        <p:origin x="1410" y="60"/>
      </p:cViewPr>
      <p:guideLst>
        <p:guide orient="horz" pos="2183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28/05/2024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9965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4521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1" y="1896211"/>
            <a:ext cx="9906000" cy="19697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y-KG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 орундуу ондуктарды - БӨЛҮҮ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-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ЖЕҢИЛ,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ОРТО,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ООР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y-KG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суроолорду экранда көрсөтсө болот же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көнүгүү катары берсе болот. 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217DE689-7B0D-751A-6FAB-87EE07C85818}"/>
              </a:ext>
            </a:extLst>
          </p:cNvPr>
          <p:cNvSpPr txBox="1">
            <a:spLocks/>
          </p:cNvSpPr>
          <p:nvPr/>
        </p:nvSpPr>
        <p:spPr>
          <a:xfrm>
            <a:off x="162560" y="496036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34506275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5B1D818-0124-4249-A022-EC89CA27E32E}"/>
              </a:ext>
            </a:extLst>
          </p:cNvPr>
          <p:cNvSpPr/>
          <p:nvPr/>
        </p:nvSpPr>
        <p:spPr>
          <a:xfrm>
            <a:off x="131191" y="770610"/>
            <a:ext cx="2958847" cy="5965470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608AA5B6-BDAA-4273-BD45-4FCBFD97AECC}"/>
              </a:ext>
            </a:extLst>
          </p:cNvPr>
          <p:cNvSpPr/>
          <p:nvPr/>
        </p:nvSpPr>
        <p:spPr>
          <a:xfrm>
            <a:off x="3448431" y="770610"/>
            <a:ext cx="3020256" cy="5965470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54191793-1A1E-41D5-B627-ECE63AC2F12C}"/>
              </a:ext>
            </a:extLst>
          </p:cNvPr>
          <p:cNvSpPr/>
          <p:nvPr/>
        </p:nvSpPr>
        <p:spPr>
          <a:xfrm>
            <a:off x="6765671" y="770610"/>
            <a:ext cx="3020256" cy="5965470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2E75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5CFD575-297B-65B9-90CF-83A1A1358976}"/>
              </a:ext>
            </a:extLst>
          </p:cNvPr>
          <p:cNvSpPr txBox="1"/>
          <p:nvPr/>
        </p:nvSpPr>
        <p:spPr>
          <a:xfrm>
            <a:off x="1141051" y="770610"/>
            <a:ext cx="9839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</a:t>
            </a:r>
            <a:r>
              <a:rPr lang="ru-RU" sz="1800" dirty="0"/>
              <a:t>:</a:t>
            </a:r>
            <a:endParaRPr lang="en-GB" sz="12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8611709-0A6A-4A7F-DF76-2FC470647201}"/>
              </a:ext>
            </a:extLst>
          </p:cNvPr>
          <p:cNvSpPr txBox="1"/>
          <p:nvPr/>
        </p:nvSpPr>
        <p:spPr>
          <a:xfrm>
            <a:off x="122853" y="1435677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3CF05AE-C88B-0ACA-AD49-A91C09DB4625}"/>
              </a:ext>
            </a:extLst>
          </p:cNvPr>
          <p:cNvSpPr txBox="1"/>
          <p:nvPr/>
        </p:nvSpPr>
        <p:spPr>
          <a:xfrm>
            <a:off x="928534" y="1389510"/>
            <a:ext cx="8819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4 ÷ 0,2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EBD1618-5E66-6EA2-2CEE-E1F3879CCA4A}"/>
              </a:ext>
            </a:extLst>
          </p:cNvPr>
          <p:cNvSpPr txBox="1"/>
          <p:nvPr/>
        </p:nvSpPr>
        <p:spPr>
          <a:xfrm>
            <a:off x="122853" y="2337210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D9798DF-354B-A861-C45D-5187D51280D5}"/>
              </a:ext>
            </a:extLst>
          </p:cNvPr>
          <p:cNvSpPr txBox="1"/>
          <p:nvPr/>
        </p:nvSpPr>
        <p:spPr>
          <a:xfrm>
            <a:off x="863613" y="2291043"/>
            <a:ext cx="10118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15 ÷ 0,5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6838337-48C2-2EA5-28CD-A85493E2C18E}"/>
              </a:ext>
            </a:extLst>
          </p:cNvPr>
          <p:cNvSpPr txBox="1"/>
          <p:nvPr/>
        </p:nvSpPr>
        <p:spPr>
          <a:xfrm>
            <a:off x="122853" y="3238743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E6A461C-E212-70C2-8277-C8A628D2907F}"/>
              </a:ext>
            </a:extLst>
          </p:cNvPr>
          <p:cNvSpPr txBox="1"/>
          <p:nvPr/>
        </p:nvSpPr>
        <p:spPr>
          <a:xfrm>
            <a:off x="928533" y="3192576"/>
            <a:ext cx="8819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6 ÷ 1,2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09DB326-5AF0-71A9-0968-FF80CE746736}"/>
              </a:ext>
            </a:extLst>
          </p:cNvPr>
          <p:cNvSpPr txBox="1"/>
          <p:nvPr/>
        </p:nvSpPr>
        <p:spPr>
          <a:xfrm>
            <a:off x="122853" y="4140276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3788B7F-C27F-F03B-9195-445BADA31ADA}"/>
              </a:ext>
            </a:extLst>
          </p:cNvPr>
          <p:cNvSpPr txBox="1"/>
          <p:nvPr/>
        </p:nvSpPr>
        <p:spPr>
          <a:xfrm>
            <a:off x="928534" y="4094109"/>
            <a:ext cx="8819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9 ÷ 1,5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3F2C321-C6AD-80BE-F02E-2501C9F361E2}"/>
              </a:ext>
            </a:extLst>
          </p:cNvPr>
          <p:cNvSpPr txBox="1"/>
          <p:nvPr/>
        </p:nvSpPr>
        <p:spPr>
          <a:xfrm>
            <a:off x="122853" y="5041809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5)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318AB89-D2B6-3C79-667A-4D48E1F84234}"/>
              </a:ext>
            </a:extLst>
          </p:cNvPr>
          <p:cNvSpPr txBox="1"/>
          <p:nvPr/>
        </p:nvSpPr>
        <p:spPr>
          <a:xfrm>
            <a:off x="863615" y="4995642"/>
            <a:ext cx="10118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6 ÷ 0,03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B721F94-E6C4-1D6E-979C-392D88508E58}"/>
              </a:ext>
            </a:extLst>
          </p:cNvPr>
          <p:cNvSpPr txBox="1"/>
          <p:nvPr/>
        </p:nvSpPr>
        <p:spPr>
          <a:xfrm>
            <a:off x="122853" y="5943340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6)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77ABBE8-ECE8-950B-C675-4FCDB2499D57}"/>
              </a:ext>
            </a:extLst>
          </p:cNvPr>
          <p:cNvSpPr txBox="1"/>
          <p:nvPr/>
        </p:nvSpPr>
        <p:spPr>
          <a:xfrm>
            <a:off x="766629" y="5897173"/>
            <a:ext cx="1205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3,6 ÷ 0,08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D400EF-0025-C7A3-0521-A349576D1D09}"/>
              </a:ext>
            </a:extLst>
          </p:cNvPr>
          <p:cNvSpPr txBox="1"/>
          <p:nvPr/>
        </p:nvSpPr>
        <p:spPr>
          <a:xfrm>
            <a:off x="4457829" y="770610"/>
            <a:ext cx="9839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</a:t>
            </a:r>
            <a:r>
              <a:rPr lang="ru-RU" sz="1800" dirty="0"/>
              <a:t>:</a:t>
            </a:r>
            <a:endParaRPr lang="en-GB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E04344-21EF-42ED-A0A5-F5576BA27E80}"/>
              </a:ext>
            </a:extLst>
          </p:cNvPr>
          <p:cNvSpPr txBox="1"/>
          <p:nvPr/>
        </p:nvSpPr>
        <p:spPr>
          <a:xfrm>
            <a:off x="3439631" y="1435677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87728F-B0E6-222C-D01C-4A0171CDEC92}"/>
              </a:ext>
            </a:extLst>
          </p:cNvPr>
          <p:cNvSpPr txBox="1"/>
          <p:nvPr/>
        </p:nvSpPr>
        <p:spPr>
          <a:xfrm>
            <a:off x="4180390" y="1389510"/>
            <a:ext cx="10118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3 ÷ 0,15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A72438-949A-80A0-7A04-75E9449E0A8F}"/>
              </a:ext>
            </a:extLst>
          </p:cNvPr>
          <p:cNvSpPr txBox="1"/>
          <p:nvPr/>
        </p:nvSpPr>
        <p:spPr>
          <a:xfrm>
            <a:off x="3439631" y="2337210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151D983-4B49-632D-67EC-5368DD1E978D}"/>
              </a:ext>
            </a:extLst>
          </p:cNvPr>
          <p:cNvSpPr txBox="1"/>
          <p:nvPr/>
        </p:nvSpPr>
        <p:spPr>
          <a:xfrm>
            <a:off x="4083409" y="2291043"/>
            <a:ext cx="1205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4,2 ÷ 0,12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48208EE9-736B-7B08-A48D-8E26240DEE74}"/>
              </a:ext>
            </a:extLst>
          </p:cNvPr>
          <p:cNvSpPr txBox="1"/>
          <p:nvPr/>
        </p:nvSpPr>
        <p:spPr>
          <a:xfrm>
            <a:off x="3439631" y="3238743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E06A719-D30F-9DAD-558A-4550F9D557C1}"/>
              </a:ext>
            </a:extLst>
          </p:cNvPr>
          <p:cNvSpPr txBox="1"/>
          <p:nvPr/>
        </p:nvSpPr>
        <p:spPr>
          <a:xfrm>
            <a:off x="4018486" y="3192576"/>
            <a:ext cx="13356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0,96 ÷ 0,32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AC454FB-6524-2BD7-55BF-EF0F1D183E8F}"/>
              </a:ext>
            </a:extLst>
          </p:cNvPr>
          <p:cNvSpPr txBox="1"/>
          <p:nvPr/>
        </p:nvSpPr>
        <p:spPr>
          <a:xfrm>
            <a:off x="3439631" y="4140276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74B3D97-154D-7C76-74E7-797E99920532}"/>
              </a:ext>
            </a:extLst>
          </p:cNvPr>
          <p:cNvSpPr txBox="1"/>
          <p:nvPr/>
        </p:nvSpPr>
        <p:spPr>
          <a:xfrm>
            <a:off x="4083410" y="4094109"/>
            <a:ext cx="1205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86,7 ÷ 1,7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CF8162C-76FF-208F-F2E7-578FDE06AE97}"/>
              </a:ext>
            </a:extLst>
          </p:cNvPr>
          <p:cNvSpPr txBox="1"/>
          <p:nvPr/>
        </p:nvSpPr>
        <p:spPr>
          <a:xfrm>
            <a:off x="3439631" y="5041809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5)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574D06C-4428-8892-514E-50C48F5FC6F9}"/>
              </a:ext>
            </a:extLst>
          </p:cNvPr>
          <p:cNvSpPr txBox="1"/>
          <p:nvPr/>
        </p:nvSpPr>
        <p:spPr>
          <a:xfrm>
            <a:off x="4018490" y="4995642"/>
            <a:ext cx="13356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5,72 ÷ 0,26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A7C7DAA-F5CC-6EFC-1E65-3EA4E08C628E}"/>
              </a:ext>
            </a:extLst>
          </p:cNvPr>
          <p:cNvSpPr txBox="1"/>
          <p:nvPr/>
        </p:nvSpPr>
        <p:spPr>
          <a:xfrm>
            <a:off x="3439631" y="5943340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6)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4DBE461C-1AC6-7009-8C4C-153CC993D064}"/>
              </a:ext>
            </a:extLst>
          </p:cNvPr>
          <p:cNvSpPr txBox="1"/>
          <p:nvPr/>
        </p:nvSpPr>
        <p:spPr>
          <a:xfrm>
            <a:off x="3953565" y="5897173"/>
            <a:ext cx="14654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15,12 ÷ 0,42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9B8E247E-2052-654B-F373-04421C12D4D7}"/>
              </a:ext>
            </a:extLst>
          </p:cNvPr>
          <p:cNvSpPr txBox="1"/>
          <p:nvPr/>
        </p:nvSpPr>
        <p:spPr>
          <a:xfrm>
            <a:off x="7774608" y="770610"/>
            <a:ext cx="9839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</a:t>
            </a:r>
            <a:r>
              <a:rPr lang="ru-RU" sz="1800" dirty="0"/>
              <a:t>:</a:t>
            </a:r>
            <a:endParaRPr lang="en-GB" sz="1200" dirty="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BCA1C3BD-CBA6-7D9D-0766-E605D853DDC2}"/>
              </a:ext>
            </a:extLst>
          </p:cNvPr>
          <p:cNvSpPr txBox="1"/>
          <p:nvPr/>
        </p:nvSpPr>
        <p:spPr>
          <a:xfrm>
            <a:off x="6756410" y="1435677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D2D70E21-0A44-A46F-838E-0CEE9ECFB6E5}"/>
              </a:ext>
            </a:extLst>
          </p:cNvPr>
          <p:cNvSpPr txBox="1"/>
          <p:nvPr/>
        </p:nvSpPr>
        <p:spPr>
          <a:xfrm>
            <a:off x="7497169" y="1389510"/>
            <a:ext cx="10118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6 ÷ 0,02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D08A6E35-C6DB-D8A0-F8ED-A79E63D21E08}"/>
              </a:ext>
            </a:extLst>
          </p:cNvPr>
          <p:cNvSpPr txBox="1"/>
          <p:nvPr/>
        </p:nvSpPr>
        <p:spPr>
          <a:xfrm>
            <a:off x="6756410" y="2337210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D2649A5A-873D-B7A9-5B69-5446371F8BE7}"/>
              </a:ext>
            </a:extLst>
          </p:cNvPr>
          <p:cNvSpPr txBox="1"/>
          <p:nvPr/>
        </p:nvSpPr>
        <p:spPr>
          <a:xfrm>
            <a:off x="7432248" y="2291043"/>
            <a:ext cx="11416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20 ÷ 0,04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4D21504B-053B-1C39-6D48-9EDC3582B2E0}"/>
              </a:ext>
            </a:extLst>
          </p:cNvPr>
          <p:cNvSpPr txBox="1"/>
          <p:nvPr/>
        </p:nvSpPr>
        <p:spPr>
          <a:xfrm>
            <a:off x="6756410" y="3238743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E3190B4D-15AC-5141-4A9D-24EDBAE84A08}"/>
              </a:ext>
            </a:extLst>
          </p:cNvPr>
          <p:cNvSpPr txBox="1"/>
          <p:nvPr/>
        </p:nvSpPr>
        <p:spPr>
          <a:xfrm>
            <a:off x="7400187" y="3192576"/>
            <a:ext cx="1205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9,1 ÷ 0,13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E155D21B-E4FA-7F1E-5E48-9B9D0999C968}"/>
              </a:ext>
            </a:extLst>
          </p:cNvPr>
          <p:cNvSpPr txBox="1"/>
          <p:nvPr/>
        </p:nvSpPr>
        <p:spPr>
          <a:xfrm>
            <a:off x="6756410" y="4140276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ABC93D69-9211-5016-1197-EAE4556DB40F}"/>
              </a:ext>
            </a:extLst>
          </p:cNvPr>
          <p:cNvSpPr txBox="1"/>
          <p:nvPr/>
        </p:nvSpPr>
        <p:spPr>
          <a:xfrm>
            <a:off x="7400189" y="4094109"/>
            <a:ext cx="1205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9,35 ÷ 1,1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4E4492AB-95B0-E371-AE1B-CEFA5508FD8E}"/>
              </a:ext>
            </a:extLst>
          </p:cNvPr>
          <p:cNvSpPr txBox="1"/>
          <p:nvPr/>
        </p:nvSpPr>
        <p:spPr>
          <a:xfrm>
            <a:off x="6756410" y="5041809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5)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B92B0D2E-AFD5-1122-A198-27276F83C33E}"/>
              </a:ext>
            </a:extLst>
          </p:cNvPr>
          <p:cNvSpPr txBox="1"/>
          <p:nvPr/>
        </p:nvSpPr>
        <p:spPr>
          <a:xfrm>
            <a:off x="7335268" y="4995642"/>
            <a:ext cx="13356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13,94 ÷ 3,4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5358FCBA-FC29-09E9-0138-5903896399FC}"/>
              </a:ext>
            </a:extLst>
          </p:cNvPr>
          <p:cNvSpPr txBox="1"/>
          <p:nvPr/>
        </p:nvSpPr>
        <p:spPr>
          <a:xfrm>
            <a:off x="6756410" y="5943340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6)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D712BA9B-E595-C224-BFE8-9B63900C8F68}"/>
              </a:ext>
            </a:extLst>
          </p:cNvPr>
          <p:cNvSpPr txBox="1"/>
          <p:nvPr/>
        </p:nvSpPr>
        <p:spPr>
          <a:xfrm>
            <a:off x="7335265" y="5897173"/>
            <a:ext cx="13356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7,81 ÷ 1,42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223895-E586-2861-521F-068FE8FE7B4B}"/>
              </a:ext>
            </a:extLst>
          </p:cNvPr>
          <p:cNvSpPr txBox="1"/>
          <p:nvPr/>
        </p:nvSpPr>
        <p:spPr>
          <a:xfrm>
            <a:off x="659593" y="139479"/>
            <a:ext cx="193157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solidFill>
                  <a:schemeClr val="accent4"/>
                </a:solidFill>
              </a:rPr>
              <a:t>ЖЕҢИЛ</a:t>
            </a:r>
            <a:endParaRPr lang="en-US" sz="32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50796C-220F-E741-A57F-AF89EA81EF48}"/>
              </a:ext>
            </a:extLst>
          </p:cNvPr>
          <p:cNvSpPr txBox="1"/>
          <p:nvPr/>
        </p:nvSpPr>
        <p:spPr>
          <a:xfrm>
            <a:off x="3992599" y="139479"/>
            <a:ext cx="161759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solidFill>
                  <a:srgbClr val="00B050"/>
                </a:solidFill>
              </a:rPr>
              <a:t>ОРТО</a:t>
            </a:r>
            <a:endParaRPr lang="en-US" sz="2000" b="1" dirty="0">
              <a:solidFill>
                <a:srgbClr val="00B05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DFA4203-D44C-F1A5-38FA-6D9F74A1D9ED}"/>
              </a:ext>
            </a:extLst>
          </p:cNvPr>
          <p:cNvSpPr txBox="1"/>
          <p:nvPr/>
        </p:nvSpPr>
        <p:spPr>
          <a:xfrm>
            <a:off x="7670140" y="124279"/>
            <a:ext cx="13070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600" b="1" dirty="0">
                <a:solidFill>
                  <a:schemeClr val="accent1">
                    <a:lumMod val="75000"/>
                  </a:schemeClr>
                </a:solidFill>
              </a:rPr>
              <a:t>ООР</a:t>
            </a: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26243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5B1D818-0124-4249-A022-EC89CA27E32E}"/>
              </a:ext>
            </a:extLst>
          </p:cNvPr>
          <p:cNvSpPr/>
          <p:nvPr/>
        </p:nvSpPr>
        <p:spPr>
          <a:xfrm>
            <a:off x="131191" y="770610"/>
            <a:ext cx="3020256" cy="5965470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608AA5B6-BDAA-4273-BD45-4FCBFD97AECC}"/>
              </a:ext>
            </a:extLst>
          </p:cNvPr>
          <p:cNvSpPr/>
          <p:nvPr/>
        </p:nvSpPr>
        <p:spPr>
          <a:xfrm>
            <a:off x="3448431" y="770610"/>
            <a:ext cx="3020256" cy="5965470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54191793-1A1E-41D5-B627-ECE63AC2F12C}"/>
              </a:ext>
            </a:extLst>
          </p:cNvPr>
          <p:cNvSpPr/>
          <p:nvPr/>
        </p:nvSpPr>
        <p:spPr>
          <a:xfrm>
            <a:off x="6765671" y="770610"/>
            <a:ext cx="3020256" cy="5965470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2E75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5CFD575-297B-65B9-90CF-83A1A1358976}"/>
              </a:ext>
            </a:extLst>
          </p:cNvPr>
          <p:cNvSpPr txBox="1"/>
          <p:nvPr/>
        </p:nvSpPr>
        <p:spPr>
          <a:xfrm>
            <a:off x="1141051" y="770610"/>
            <a:ext cx="9839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</a:t>
            </a:r>
            <a:r>
              <a:rPr lang="ru-RU" sz="1800" dirty="0"/>
              <a:t>:</a:t>
            </a:r>
            <a:endParaRPr lang="en-GB" sz="12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8611709-0A6A-4A7F-DF76-2FC470647201}"/>
              </a:ext>
            </a:extLst>
          </p:cNvPr>
          <p:cNvSpPr txBox="1"/>
          <p:nvPr/>
        </p:nvSpPr>
        <p:spPr>
          <a:xfrm>
            <a:off x="122853" y="1435677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044DD7E-54F6-F1A8-6E29-8E5D4B2309FF}"/>
              </a:ext>
            </a:extLst>
          </p:cNvPr>
          <p:cNvSpPr txBox="1"/>
          <p:nvPr/>
        </p:nvSpPr>
        <p:spPr>
          <a:xfrm>
            <a:off x="2112874" y="1389510"/>
            <a:ext cx="630302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 20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3CF05AE-C88B-0ACA-AD49-A91C09DB4625}"/>
              </a:ext>
            </a:extLst>
          </p:cNvPr>
          <p:cNvSpPr txBox="1"/>
          <p:nvPr/>
        </p:nvSpPr>
        <p:spPr>
          <a:xfrm>
            <a:off x="928534" y="1389510"/>
            <a:ext cx="8819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4 ÷ 0,2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EBD1618-5E66-6EA2-2CEE-E1F3879CCA4A}"/>
              </a:ext>
            </a:extLst>
          </p:cNvPr>
          <p:cNvSpPr txBox="1"/>
          <p:nvPr/>
        </p:nvSpPr>
        <p:spPr>
          <a:xfrm>
            <a:off x="122853" y="2337210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BBDBDB3-2F5B-650E-5878-BC6D9BDF1812}"/>
              </a:ext>
            </a:extLst>
          </p:cNvPr>
          <p:cNvSpPr txBox="1"/>
          <p:nvPr/>
        </p:nvSpPr>
        <p:spPr>
          <a:xfrm>
            <a:off x="2112874" y="2291043"/>
            <a:ext cx="630301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 30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D9798DF-354B-A861-C45D-5187D51280D5}"/>
              </a:ext>
            </a:extLst>
          </p:cNvPr>
          <p:cNvSpPr txBox="1"/>
          <p:nvPr/>
        </p:nvSpPr>
        <p:spPr>
          <a:xfrm>
            <a:off x="863613" y="2291043"/>
            <a:ext cx="10118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15 ÷ 0,5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6838337-48C2-2EA5-28CD-A85493E2C18E}"/>
              </a:ext>
            </a:extLst>
          </p:cNvPr>
          <p:cNvSpPr txBox="1"/>
          <p:nvPr/>
        </p:nvSpPr>
        <p:spPr>
          <a:xfrm>
            <a:off x="122853" y="3238743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D39DF58-9B7D-3B58-C849-134871BFB372}"/>
              </a:ext>
            </a:extLst>
          </p:cNvPr>
          <p:cNvSpPr txBox="1"/>
          <p:nvPr/>
        </p:nvSpPr>
        <p:spPr>
          <a:xfrm>
            <a:off x="2112874" y="3192576"/>
            <a:ext cx="500458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 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E6A461C-E212-70C2-8277-C8A628D2907F}"/>
              </a:ext>
            </a:extLst>
          </p:cNvPr>
          <p:cNvSpPr txBox="1"/>
          <p:nvPr/>
        </p:nvSpPr>
        <p:spPr>
          <a:xfrm>
            <a:off x="928533" y="3192576"/>
            <a:ext cx="8819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6 ÷ 1,2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09DB326-5AF0-71A9-0968-FF80CE746736}"/>
              </a:ext>
            </a:extLst>
          </p:cNvPr>
          <p:cNvSpPr txBox="1"/>
          <p:nvPr/>
        </p:nvSpPr>
        <p:spPr>
          <a:xfrm>
            <a:off x="122853" y="4140276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30C4BAB-7EC7-0F72-C44F-07D0CEFFD290}"/>
              </a:ext>
            </a:extLst>
          </p:cNvPr>
          <p:cNvSpPr txBox="1"/>
          <p:nvPr/>
        </p:nvSpPr>
        <p:spPr>
          <a:xfrm>
            <a:off x="2112874" y="4094109"/>
            <a:ext cx="500458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 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3788B7F-C27F-F03B-9195-445BADA31ADA}"/>
              </a:ext>
            </a:extLst>
          </p:cNvPr>
          <p:cNvSpPr txBox="1"/>
          <p:nvPr/>
        </p:nvSpPr>
        <p:spPr>
          <a:xfrm>
            <a:off x="928534" y="4094109"/>
            <a:ext cx="8819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9 ÷ 1,5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3F2C321-C6AD-80BE-F02E-2501C9F361E2}"/>
              </a:ext>
            </a:extLst>
          </p:cNvPr>
          <p:cNvSpPr txBox="1"/>
          <p:nvPr/>
        </p:nvSpPr>
        <p:spPr>
          <a:xfrm>
            <a:off x="122853" y="5041809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5)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765A5CC-50B1-3093-0439-566D3CF72554}"/>
              </a:ext>
            </a:extLst>
          </p:cNvPr>
          <p:cNvSpPr txBox="1"/>
          <p:nvPr/>
        </p:nvSpPr>
        <p:spPr>
          <a:xfrm>
            <a:off x="2112874" y="4995642"/>
            <a:ext cx="760144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 200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318AB89-D2B6-3C79-667A-4D48E1F84234}"/>
              </a:ext>
            </a:extLst>
          </p:cNvPr>
          <p:cNvSpPr txBox="1"/>
          <p:nvPr/>
        </p:nvSpPr>
        <p:spPr>
          <a:xfrm>
            <a:off x="863615" y="4995642"/>
            <a:ext cx="10118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6 ÷ 0,03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B721F94-E6C4-1D6E-979C-392D88508E58}"/>
              </a:ext>
            </a:extLst>
          </p:cNvPr>
          <p:cNvSpPr txBox="1"/>
          <p:nvPr/>
        </p:nvSpPr>
        <p:spPr>
          <a:xfrm>
            <a:off x="122853" y="5943340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6)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4BE6E70-E76B-82A7-7EC2-58C4C017F192}"/>
              </a:ext>
            </a:extLst>
          </p:cNvPr>
          <p:cNvSpPr txBox="1"/>
          <p:nvPr/>
        </p:nvSpPr>
        <p:spPr>
          <a:xfrm>
            <a:off x="2112874" y="5897173"/>
            <a:ext cx="630301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 45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77ABBE8-ECE8-950B-C675-4FCDB2499D57}"/>
              </a:ext>
            </a:extLst>
          </p:cNvPr>
          <p:cNvSpPr txBox="1"/>
          <p:nvPr/>
        </p:nvSpPr>
        <p:spPr>
          <a:xfrm>
            <a:off x="766629" y="5897173"/>
            <a:ext cx="1205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3,6 ÷ 0,08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D400EF-0025-C7A3-0521-A349576D1D09}"/>
              </a:ext>
            </a:extLst>
          </p:cNvPr>
          <p:cNvSpPr txBox="1"/>
          <p:nvPr/>
        </p:nvSpPr>
        <p:spPr>
          <a:xfrm>
            <a:off x="4457829" y="770610"/>
            <a:ext cx="9839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</a:t>
            </a:r>
            <a:r>
              <a:rPr lang="ru-RU" sz="1800" dirty="0"/>
              <a:t>:</a:t>
            </a:r>
            <a:endParaRPr lang="en-GB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E04344-21EF-42ED-A0A5-F5576BA27E80}"/>
              </a:ext>
            </a:extLst>
          </p:cNvPr>
          <p:cNvSpPr txBox="1"/>
          <p:nvPr/>
        </p:nvSpPr>
        <p:spPr>
          <a:xfrm>
            <a:off x="3439631" y="1435677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A6CAAB-BA48-FB92-FEE8-9FD9C0E50BC3}"/>
              </a:ext>
            </a:extLst>
          </p:cNvPr>
          <p:cNvSpPr txBox="1"/>
          <p:nvPr/>
        </p:nvSpPr>
        <p:spPr>
          <a:xfrm>
            <a:off x="5537717" y="1389510"/>
            <a:ext cx="630301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 20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87728F-B0E6-222C-D01C-4A0171CDEC92}"/>
              </a:ext>
            </a:extLst>
          </p:cNvPr>
          <p:cNvSpPr txBox="1"/>
          <p:nvPr/>
        </p:nvSpPr>
        <p:spPr>
          <a:xfrm>
            <a:off x="4180390" y="1389510"/>
            <a:ext cx="10118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3 ÷ 0,15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A72438-949A-80A0-7A04-75E9449E0A8F}"/>
              </a:ext>
            </a:extLst>
          </p:cNvPr>
          <p:cNvSpPr txBox="1"/>
          <p:nvPr/>
        </p:nvSpPr>
        <p:spPr>
          <a:xfrm>
            <a:off x="3439631" y="2337210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C70291-2A6C-15C0-8104-C4F41244598E}"/>
              </a:ext>
            </a:extLst>
          </p:cNvPr>
          <p:cNvSpPr txBox="1"/>
          <p:nvPr/>
        </p:nvSpPr>
        <p:spPr>
          <a:xfrm>
            <a:off x="5537717" y="2291043"/>
            <a:ext cx="630301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 35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151D983-4B49-632D-67EC-5368DD1E978D}"/>
              </a:ext>
            </a:extLst>
          </p:cNvPr>
          <p:cNvSpPr txBox="1"/>
          <p:nvPr/>
        </p:nvSpPr>
        <p:spPr>
          <a:xfrm>
            <a:off x="4083409" y="2291043"/>
            <a:ext cx="1205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4,2 ÷ 0,12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48208EE9-736B-7B08-A48D-8E26240DEE74}"/>
              </a:ext>
            </a:extLst>
          </p:cNvPr>
          <p:cNvSpPr txBox="1"/>
          <p:nvPr/>
        </p:nvSpPr>
        <p:spPr>
          <a:xfrm>
            <a:off x="3439631" y="3238743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45C3AA1-1778-7331-9CAB-5AA7619ACAE2}"/>
              </a:ext>
            </a:extLst>
          </p:cNvPr>
          <p:cNvSpPr txBox="1"/>
          <p:nvPr/>
        </p:nvSpPr>
        <p:spPr>
          <a:xfrm>
            <a:off x="5537717" y="3192576"/>
            <a:ext cx="500458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 3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E06A719-D30F-9DAD-558A-4550F9D557C1}"/>
              </a:ext>
            </a:extLst>
          </p:cNvPr>
          <p:cNvSpPr txBox="1"/>
          <p:nvPr/>
        </p:nvSpPr>
        <p:spPr>
          <a:xfrm>
            <a:off x="4018486" y="3192576"/>
            <a:ext cx="13356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0,96 ÷ 0,32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AC454FB-6524-2BD7-55BF-EF0F1D183E8F}"/>
              </a:ext>
            </a:extLst>
          </p:cNvPr>
          <p:cNvSpPr txBox="1"/>
          <p:nvPr/>
        </p:nvSpPr>
        <p:spPr>
          <a:xfrm>
            <a:off x="3439631" y="4140276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7CCE0522-F4EE-2634-529D-5C3B68643B26}"/>
              </a:ext>
            </a:extLst>
          </p:cNvPr>
          <p:cNvSpPr txBox="1"/>
          <p:nvPr/>
        </p:nvSpPr>
        <p:spPr>
          <a:xfrm>
            <a:off x="5537717" y="4094109"/>
            <a:ext cx="630301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 51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74B3D97-154D-7C76-74E7-797E99920532}"/>
              </a:ext>
            </a:extLst>
          </p:cNvPr>
          <p:cNvSpPr txBox="1"/>
          <p:nvPr/>
        </p:nvSpPr>
        <p:spPr>
          <a:xfrm>
            <a:off x="4083410" y="4094109"/>
            <a:ext cx="1205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86,7 ÷ 1,7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CF8162C-76FF-208F-F2E7-578FDE06AE97}"/>
              </a:ext>
            </a:extLst>
          </p:cNvPr>
          <p:cNvSpPr txBox="1"/>
          <p:nvPr/>
        </p:nvSpPr>
        <p:spPr>
          <a:xfrm>
            <a:off x="3439631" y="5041809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5)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5767D055-52AE-A751-24F9-421E4156F349}"/>
              </a:ext>
            </a:extLst>
          </p:cNvPr>
          <p:cNvSpPr txBox="1"/>
          <p:nvPr/>
        </p:nvSpPr>
        <p:spPr>
          <a:xfrm>
            <a:off x="5537717" y="4995642"/>
            <a:ext cx="630301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 22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574D06C-4428-8892-514E-50C48F5FC6F9}"/>
              </a:ext>
            </a:extLst>
          </p:cNvPr>
          <p:cNvSpPr txBox="1"/>
          <p:nvPr/>
        </p:nvSpPr>
        <p:spPr>
          <a:xfrm>
            <a:off x="4018490" y="4995642"/>
            <a:ext cx="13356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5,72 ÷ 0,26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A7C7DAA-F5CC-6EFC-1E65-3EA4E08C628E}"/>
              </a:ext>
            </a:extLst>
          </p:cNvPr>
          <p:cNvSpPr txBox="1"/>
          <p:nvPr/>
        </p:nvSpPr>
        <p:spPr>
          <a:xfrm>
            <a:off x="3439631" y="5943340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6)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FEAC2174-197B-6FA2-73DC-9F7CA9730D4C}"/>
              </a:ext>
            </a:extLst>
          </p:cNvPr>
          <p:cNvSpPr txBox="1"/>
          <p:nvPr/>
        </p:nvSpPr>
        <p:spPr>
          <a:xfrm>
            <a:off x="5537717" y="5897173"/>
            <a:ext cx="630301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 36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4DBE461C-1AC6-7009-8C4C-153CC993D064}"/>
              </a:ext>
            </a:extLst>
          </p:cNvPr>
          <p:cNvSpPr txBox="1"/>
          <p:nvPr/>
        </p:nvSpPr>
        <p:spPr>
          <a:xfrm>
            <a:off x="3953565" y="5897173"/>
            <a:ext cx="14654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15,12 ÷ 0,42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9B8E247E-2052-654B-F373-04421C12D4D7}"/>
              </a:ext>
            </a:extLst>
          </p:cNvPr>
          <p:cNvSpPr txBox="1"/>
          <p:nvPr/>
        </p:nvSpPr>
        <p:spPr>
          <a:xfrm>
            <a:off x="7774608" y="770610"/>
            <a:ext cx="9839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</a:t>
            </a:r>
            <a:r>
              <a:rPr lang="ru-RU" sz="1800" dirty="0"/>
              <a:t>:</a:t>
            </a:r>
            <a:endParaRPr lang="en-GB" sz="1200" dirty="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BCA1C3BD-CBA6-7D9D-0766-E605D853DDC2}"/>
              </a:ext>
            </a:extLst>
          </p:cNvPr>
          <p:cNvSpPr txBox="1"/>
          <p:nvPr/>
        </p:nvSpPr>
        <p:spPr>
          <a:xfrm>
            <a:off x="6756410" y="1435677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0EF8AF28-B995-9B78-C191-DDC5D29597C2}"/>
              </a:ext>
            </a:extLst>
          </p:cNvPr>
          <p:cNvSpPr txBox="1"/>
          <p:nvPr/>
        </p:nvSpPr>
        <p:spPr>
          <a:xfrm>
            <a:off x="8929310" y="1389510"/>
            <a:ext cx="760144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 300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D2D70E21-0A44-A46F-838E-0CEE9ECFB6E5}"/>
              </a:ext>
            </a:extLst>
          </p:cNvPr>
          <p:cNvSpPr txBox="1"/>
          <p:nvPr/>
        </p:nvSpPr>
        <p:spPr>
          <a:xfrm>
            <a:off x="7497169" y="1389510"/>
            <a:ext cx="10118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6 ÷ 0,02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D08A6E35-C6DB-D8A0-F8ED-A79E63D21E08}"/>
              </a:ext>
            </a:extLst>
          </p:cNvPr>
          <p:cNvSpPr txBox="1"/>
          <p:nvPr/>
        </p:nvSpPr>
        <p:spPr>
          <a:xfrm>
            <a:off x="6756410" y="2337210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2502CFC4-F7C3-1DA4-EAF0-D5BAEDC0DF19}"/>
              </a:ext>
            </a:extLst>
          </p:cNvPr>
          <p:cNvSpPr txBox="1"/>
          <p:nvPr/>
        </p:nvSpPr>
        <p:spPr>
          <a:xfrm>
            <a:off x="8929310" y="2291043"/>
            <a:ext cx="760144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 500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D2649A5A-873D-B7A9-5B69-5446371F8BE7}"/>
              </a:ext>
            </a:extLst>
          </p:cNvPr>
          <p:cNvSpPr txBox="1"/>
          <p:nvPr/>
        </p:nvSpPr>
        <p:spPr>
          <a:xfrm>
            <a:off x="7432248" y="2291043"/>
            <a:ext cx="11416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20 ÷ 0,04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4D21504B-053B-1C39-6D48-9EDC3582B2E0}"/>
              </a:ext>
            </a:extLst>
          </p:cNvPr>
          <p:cNvSpPr txBox="1"/>
          <p:nvPr/>
        </p:nvSpPr>
        <p:spPr>
          <a:xfrm>
            <a:off x="6756410" y="3238743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07D7C4C0-C112-C78C-9608-A046C542F8C7}"/>
              </a:ext>
            </a:extLst>
          </p:cNvPr>
          <p:cNvSpPr txBox="1"/>
          <p:nvPr/>
        </p:nvSpPr>
        <p:spPr>
          <a:xfrm>
            <a:off x="8929310" y="3192576"/>
            <a:ext cx="630301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 70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E3190B4D-15AC-5141-4A9D-24EDBAE84A08}"/>
              </a:ext>
            </a:extLst>
          </p:cNvPr>
          <p:cNvSpPr txBox="1"/>
          <p:nvPr/>
        </p:nvSpPr>
        <p:spPr>
          <a:xfrm>
            <a:off x="7400187" y="3192576"/>
            <a:ext cx="1205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9,1 ÷ 0,13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E155D21B-E4FA-7F1E-5E48-9B9D0999C968}"/>
              </a:ext>
            </a:extLst>
          </p:cNvPr>
          <p:cNvSpPr txBox="1"/>
          <p:nvPr/>
        </p:nvSpPr>
        <p:spPr>
          <a:xfrm>
            <a:off x="6756410" y="4140276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92E8862E-7E9B-C165-DD43-9C51429B9A1F}"/>
              </a:ext>
            </a:extLst>
          </p:cNvPr>
          <p:cNvSpPr txBox="1"/>
          <p:nvPr/>
        </p:nvSpPr>
        <p:spPr>
          <a:xfrm>
            <a:off x="8929310" y="4094109"/>
            <a:ext cx="694421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 8,5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ABC93D69-9211-5016-1197-EAE4556DB40F}"/>
              </a:ext>
            </a:extLst>
          </p:cNvPr>
          <p:cNvSpPr txBox="1"/>
          <p:nvPr/>
        </p:nvSpPr>
        <p:spPr>
          <a:xfrm>
            <a:off x="7400189" y="4094109"/>
            <a:ext cx="1205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9,35 ÷ 1,1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4E4492AB-95B0-E371-AE1B-CEFA5508FD8E}"/>
              </a:ext>
            </a:extLst>
          </p:cNvPr>
          <p:cNvSpPr txBox="1"/>
          <p:nvPr/>
        </p:nvSpPr>
        <p:spPr>
          <a:xfrm>
            <a:off x="6756410" y="5041809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5)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0B435AE3-6A4C-2C02-1FAD-363DAE50B9CE}"/>
              </a:ext>
            </a:extLst>
          </p:cNvPr>
          <p:cNvSpPr txBox="1"/>
          <p:nvPr/>
        </p:nvSpPr>
        <p:spPr>
          <a:xfrm>
            <a:off x="8929310" y="4995642"/>
            <a:ext cx="694421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 4,1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B92B0D2E-AFD5-1122-A198-27276F83C33E}"/>
              </a:ext>
            </a:extLst>
          </p:cNvPr>
          <p:cNvSpPr txBox="1"/>
          <p:nvPr/>
        </p:nvSpPr>
        <p:spPr>
          <a:xfrm>
            <a:off x="7335268" y="4995642"/>
            <a:ext cx="13356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13,94 ÷ 3,4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5358FCBA-FC29-09E9-0138-5903896399FC}"/>
              </a:ext>
            </a:extLst>
          </p:cNvPr>
          <p:cNvSpPr txBox="1"/>
          <p:nvPr/>
        </p:nvSpPr>
        <p:spPr>
          <a:xfrm>
            <a:off x="6756410" y="5943340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6)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066D572C-140B-BADB-6737-313095AF1BF0}"/>
              </a:ext>
            </a:extLst>
          </p:cNvPr>
          <p:cNvSpPr txBox="1"/>
          <p:nvPr/>
        </p:nvSpPr>
        <p:spPr>
          <a:xfrm>
            <a:off x="8929310" y="5897173"/>
            <a:ext cx="694421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 5,5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D712BA9B-E595-C224-BFE8-9B63900C8F68}"/>
              </a:ext>
            </a:extLst>
          </p:cNvPr>
          <p:cNvSpPr txBox="1"/>
          <p:nvPr/>
        </p:nvSpPr>
        <p:spPr>
          <a:xfrm>
            <a:off x="7335265" y="5897173"/>
            <a:ext cx="13356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7,81 ÷ 1,42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2DE746-A7EA-9375-4F6B-E4E73AE61C39}"/>
              </a:ext>
            </a:extLst>
          </p:cNvPr>
          <p:cNvSpPr txBox="1"/>
          <p:nvPr/>
        </p:nvSpPr>
        <p:spPr>
          <a:xfrm>
            <a:off x="659593" y="139479"/>
            <a:ext cx="193157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solidFill>
                  <a:schemeClr val="accent4"/>
                </a:solidFill>
              </a:rPr>
              <a:t>ЖЕҢИЛ</a:t>
            </a:r>
            <a:endParaRPr lang="en-US" sz="32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CF2C97-757E-122A-9C25-8A5C297D0140}"/>
              </a:ext>
            </a:extLst>
          </p:cNvPr>
          <p:cNvSpPr txBox="1"/>
          <p:nvPr/>
        </p:nvSpPr>
        <p:spPr>
          <a:xfrm>
            <a:off x="3992599" y="139479"/>
            <a:ext cx="161759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solidFill>
                  <a:srgbClr val="00B050"/>
                </a:solidFill>
              </a:rPr>
              <a:t>ОРТО</a:t>
            </a:r>
            <a:endParaRPr lang="en-US" sz="2000" b="1" dirty="0">
              <a:solidFill>
                <a:srgbClr val="00B05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795AB02-4F09-935D-27A5-E002C4953012}"/>
              </a:ext>
            </a:extLst>
          </p:cNvPr>
          <p:cNvSpPr txBox="1"/>
          <p:nvPr/>
        </p:nvSpPr>
        <p:spPr>
          <a:xfrm>
            <a:off x="7670140" y="124279"/>
            <a:ext cx="13070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600" b="1" dirty="0">
                <a:solidFill>
                  <a:schemeClr val="accent1">
                    <a:lumMod val="75000"/>
                  </a:schemeClr>
                </a:solidFill>
              </a:rPr>
              <a:t>ООР</a:t>
            </a: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7338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9" grpId="0" animBg="1"/>
      <p:bldP spid="42" grpId="0" animBg="1"/>
      <p:bldP spid="45" grpId="0" animBg="1"/>
      <p:bldP spid="51" grpId="0" animBg="1"/>
      <p:bldP spid="54" grpId="0" animBg="1"/>
      <p:bldP spid="6" grpId="0" animBg="1"/>
      <p:bldP spid="10" grpId="0" animBg="1"/>
      <p:bldP spid="76" grpId="0" animBg="1"/>
      <p:bldP spid="79" grpId="0" animBg="1"/>
      <p:bldP spid="82" grpId="0" animBg="1"/>
      <p:bldP spid="85" grpId="0" animBg="1"/>
      <p:bldP spid="89" grpId="0" animBg="1"/>
      <p:bldP spid="92" grpId="0" animBg="1"/>
      <p:bldP spid="95" grpId="0" animBg="1"/>
      <p:bldP spid="98" grpId="0" animBg="1"/>
      <p:bldP spid="101" grpId="0" animBg="1"/>
      <p:bldP spid="10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6F4DE205-D78D-A765-981D-B1D70883EB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6" y="52328"/>
            <a:ext cx="4876800" cy="328788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55E9FE4-DE59-0E3E-3FB4-4AE184F99F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0150" y="52327"/>
            <a:ext cx="4876800" cy="328788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8E701F0-6619-AC7C-F4B5-EC4F89E195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17787"/>
            <a:ext cx="4876800" cy="328788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93BB6EA-41C0-26EA-6E58-DAD5BDA5DE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624" y="3517786"/>
            <a:ext cx="4876800" cy="3287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1154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13838" y="67440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46724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headEnd type="none" w="sm" len="sm"/>
          <a:tailEnd type="none" w="sm" len="sm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>
            <a:lumMod val="40000"/>
            <a:lumOff val="60000"/>
          </a:schemeClr>
        </a:solidFill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headEnd type="none" w="sm" len="sm"/>
          <a:tailEnd type="none" w="sm" len="sm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10720</TotalTime>
  <Words>287</Words>
  <Application>Microsoft Office PowerPoint</Application>
  <PresentationFormat>A4 Paper (210x297 mm)</PresentationFormat>
  <Paragraphs>120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Calibri</vt:lpstr>
      <vt:lpstr>Arial</vt:lpstr>
      <vt:lpstr>Calibri Light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548</cp:revision>
  <cp:lastPrinted>2017-12-31T22:38:51Z</cp:lastPrinted>
  <dcterms:created xsi:type="dcterms:W3CDTF">2017-01-17T16:57:04Z</dcterms:created>
  <dcterms:modified xsi:type="dcterms:W3CDTF">2024-05-28T10:36:15Z</dcterms:modified>
</cp:coreProperties>
</file>