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47"/>
  </p:notesMasterIdLst>
  <p:handoutMasterIdLst>
    <p:handoutMasterId r:id="rId48"/>
  </p:handoutMasterIdLst>
  <p:sldIdLst>
    <p:sldId id="947" r:id="rId3"/>
    <p:sldId id="1103" r:id="rId4"/>
    <p:sldId id="1066" r:id="rId5"/>
    <p:sldId id="1067" r:id="rId6"/>
    <p:sldId id="1104" r:id="rId7"/>
    <p:sldId id="1105" r:id="rId8"/>
    <p:sldId id="1106" r:id="rId9"/>
    <p:sldId id="1108" r:id="rId10"/>
    <p:sldId id="1065" r:id="rId11"/>
    <p:sldId id="1095" r:id="rId12"/>
    <p:sldId id="1098" r:id="rId13"/>
    <p:sldId id="1096" r:id="rId14"/>
    <p:sldId id="1097" r:id="rId15"/>
    <p:sldId id="1080" r:id="rId16"/>
    <p:sldId id="1099" r:id="rId17"/>
    <p:sldId id="1102" r:id="rId18"/>
    <p:sldId id="1101" r:id="rId19"/>
    <p:sldId id="1100" r:id="rId20"/>
    <p:sldId id="1107" r:id="rId21"/>
    <p:sldId id="1061" r:id="rId22"/>
    <p:sldId id="1062" r:id="rId23"/>
    <p:sldId id="1063" r:id="rId24"/>
    <p:sldId id="1064" r:id="rId25"/>
    <p:sldId id="1069" r:id="rId26"/>
    <p:sldId id="1072" r:id="rId27"/>
    <p:sldId id="1071" r:id="rId28"/>
    <p:sldId id="1073" r:id="rId29"/>
    <p:sldId id="1074" r:id="rId30"/>
    <p:sldId id="1076" r:id="rId31"/>
    <p:sldId id="1075" r:id="rId32"/>
    <p:sldId id="1078" r:id="rId33"/>
    <p:sldId id="1077" r:id="rId34"/>
    <p:sldId id="1081" r:id="rId35"/>
    <p:sldId id="1092" r:id="rId36"/>
    <p:sldId id="1083" r:id="rId37"/>
    <p:sldId id="1084" r:id="rId38"/>
    <p:sldId id="1085" r:id="rId39"/>
    <p:sldId id="1089" r:id="rId40"/>
    <p:sldId id="1086" r:id="rId41"/>
    <p:sldId id="1087" r:id="rId42"/>
    <p:sldId id="1090" r:id="rId43"/>
    <p:sldId id="1088" r:id="rId44"/>
    <p:sldId id="1091" r:id="rId45"/>
    <p:sldId id="949" r:id="rId46"/>
  </p:sldIdLst>
  <p:sldSz cx="9906000" cy="6858000" type="A4"/>
  <p:notesSz cx="7104063" cy="10234613"/>
  <p:embeddedFontLst>
    <p:embeddedFont>
      <p:font typeface="Berlin Sans FB Demi" panose="020E0802020502020306" pitchFamily="34" charset="0"/>
      <p:bold r:id="rId49"/>
    </p:embeddedFont>
    <p:embeddedFont>
      <p:font typeface="Cambria Math" panose="02040503050406030204" pitchFamily="18" charset="0"/>
      <p:regular r:id="rId50"/>
    </p:embeddedFont>
    <p:embeddedFont>
      <p:font typeface="Stencil" panose="040409050D0802020404" pitchFamily="82" charset="0"/>
      <p:regular r:id="rId5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7"/>
          </p14:sldIdLst>
        </p14:section>
        <p14:section name="Сабак - түшүндүрмө" id="{059544AC-2C27-45B1-9F95-F87DF8854DD6}">
          <p14:sldIdLst>
            <p14:sldId id="1103"/>
            <p14:sldId id="1066"/>
            <p14:sldId id="1067"/>
            <p14:sldId id="1104"/>
            <p14:sldId id="1105"/>
            <p14:sldId id="1106"/>
            <p14:sldId id="1108"/>
          </p14:sldIdLst>
        </p14:section>
        <p14:section name="Баалоо үчүн суроолор" id="{9B270EBF-3330-42E9-8EB0-E5C9420F90E8}">
          <p14:sldIdLst>
            <p14:sldId id="1065"/>
            <p14:sldId id="1095"/>
            <p14:sldId id="1098"/>
            <p14:sldId id="1096"/>
            <p14:sldId id="1097"/>
            <p14:sldId id="1080"/>
            <p14:sldId id="1099"/>
            <p14:sldId id="1102"/>
            <p14:sldId id="1101"/>
            <p14:sldId id="1100"/>
            <p14:sldId id="1107"/>
          </p14:sldIdLst>
        </p14:section>
        <p14:section name="Сабак - көргөзмө" id="{D06A50BA-CF3E-4C9B-82D4-5343D575D19C}">
          <p14:sldIdLst>
            <p14:sldId id="1061"/>
            <p14:sldId id="1062"/>
            <p14:sldId id="1063"/>
            <p14:sldId id="1064"/>
            <p14:sldId id="1069"/>
            <p14:sldId id="1072"/>
            <p14:sldId id="1071"/>
            <p14:sldId id="1073"/>
            <p14:sldId id="1074"/>
            <p14:sldId id="1076"/>
            <p14:sldId id="1075"/>
            <p14:sldId id="1078"/>
            <p14:sldId id="1077"/>
            <p14:sldId id="1081"/>
            <p14:sldId id="1092"/>
            <p14:sldId id="1083"/>
            <p14:sldId id="1084"/>
            <p14:sldId id="1085"/>
            <p14:sldId id="1089"/>
            <p14:sldId id="1086"/>
            <p14:sldId id="1087"/>
            <p14:sldId id="1090"/>
            <p14:sldId id="1088"/>
          </p14:sldIdLst>
        </p14:section>
        <p14:section name="Баалоо үчүн суроолор" id="{1FEDB314-42DC-4694-9B04-D4A4AAE625F7}">
          <p14:sldIdLst>
            <p14:sldId id="1091"/>
          </p14:sldIdLst>
        </p14:section>
        <p14:section name="Кайтарым байланыш" id="{F3D720CF-F566-46A6-9361-125255B68FA6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F249"/>
    <a:srgbClr val="F32020"/>
    <a:srgbClr val="FFE6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2.fntdata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font" Target="fonts/font3.fntdata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20/08/2024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306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345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505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066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91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86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163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510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502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528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221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541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07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Бүтүн жана ондук сандар – 10, 100, 1000гө көбөйтүү жана бөлүү – Сабак 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sz="2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Бул ресурс ыкманы жандуу көрсөтөт.</a:t>
            </a:r>
          </a:p>
          <a:p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Анимацияларды текшерип, </a:t>
            </a:r>
            <a:r>
              <a:rPr lang="ky-KG" sz="2800" dirty="0"/>
              <a:t>сабагы</a:t>
            </a:r>
            <a:r>
              <a:rPr lang="ru-RU" sz="2800" dirty="0"/>
              <a:t>ң</a:t>
            </a:r>
            <a:r>
              <a:rPr lang="ky-KG" sz="2800" dirty="0"/>
              <a:t>ызга </a:t>
            </a:r>
            <a:r>
              <a:rPr lang="ru-RU" sz="2800" b="1" dirty="0">
                <a:solidFill>
                  <a:srgbClr val="FF0000"/>
                </a:solidFill>
              </a:rPr>
              <a:t>КЕРЕГИ ЖОК </a:t>
            </a:r>
            <a:r>
              <a:rPr lang="ru-RU" sz="2800" dirty="0"/>
              <a:t>слайддарды </a:t>
            </a:r>
            <a:r>
              <a:rPr lang="ru-RU" sz="2400" b="1" dirty="0">
                <a:solidFill>
                  <a:srgbClr val="FF0000"/>
                </a:solidFill>
              </a:rPr>
              <a:t>ӨЧҮРҮ</a:t>
            </a:r>
            <a:r>
              <a:rPr lang="ky-KG" sz="2400" b="1" dirty="0">
                <a:solidFill>
                  <a:srgbClr val="FF0000"/>
                </a:solidFill>
              </a:rPr>
              <a:t>П САЛЫ</a:t>
            </a:r>
            <a:r>
              <a:rPr lang="ru-RU" sz="2400" b="1" dirty="0">
                <a:solidFill>
                  <a:srgbClr val="FF0000"/>
                </a:solidFill>
              </a:rPr>
              <a:t>ҢЫЗ.</a:t>
            </a:r>
            <a:endParaRPr lang="en-US" sz="2800" b="1" dirty="0">
              <a:solidFill>
                <a:srgbClr val="FF0000"/>
              </a:solidFill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4B11CB-C5AA-6A7D-823B-D10376424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22328">
            <a:off x="1033811" y="4356678"/>
            <a:ext cx="697373" cy="13947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E024B7-1C79-B77F-DDB9-96DB44139276}"/>
              </a:ext>
            </a:extLst>
          </p:cNvPr>
          <p:cNvSpPr txBox="1"/>
          <p:nvPr/>
        </p:nvSpPr>
        <p:spPr>
          <a:xfrm>
            <a:off x="3072343" y="566058"/>
            <a:ext cx="6100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Таттуулардын бир </a:t>
            </a:r>
            <a:r>
              <a:rPr lang="ky-KG" sz="2400" dirty="0"/>
              <a:t>баштыгында</a:t>
            </a:r>
            <a:r>
              <a:rPr lang="ru-RU" sz="2400" dirty="0"/>
              <a:t> 35 таттуу бар.</a:t>
            </a:r>
          </a:p>
          <a:p>
            <a:r>
              <a:rPr lang="ru-RU" sz="2400" dirty="0"/>
              <a:t>100 </a:t>
            </a:r>
            <a:r>
              <a:rPr lang="ky-KG" sz="2400" dirty="0"/>
              <a:t>баштыкта</a:t>
            </a:r>
            <a:r>
              <a:rPr lang="ru-RU" sz="2400" dirty="0"/>
              <a:t> канча таттуу бар?</a:t>
            </a:r>
            <a:endParaRPr lang="en-GB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04031A-A017-107E-7059-82954FD6795A}"/>
              </a:ext>
            </a:extLst>
          </p:cNvPr>
          <p:cNvSpPr txBox="1"/>
          <p:nvPr/>
        </p:nvSpPr>
        <p:spPr>
          <a:xfrm>
            <a:off x="2004221" y="2344663"/>
            <a:ext cx="69286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Компания 6 даанадан турган карандаштарды сатат.</a:t>
            </a:r>
          </a:p>
          <a:p>
            <a:r>
              <a:rPr lang="ru-RU" sz="2400" dirty="0"/>
              <a:t>Компания 1000 пачка сатса, канча карандаш сатат?</a:t>
            </a:r>
            <a:endParaRPr lang="en-GB" sz="2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0A0A4A3-298B-E865-C0CD-F8F917EDDA20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41F0AD-6CD4-7E06-EDBC-31CC6ABC04BE}"/>
              </a:ext>
            </a:extLst>
          </p:cNvPr>
          <p:cNvSpPr txBox="1"/>
          <p:nvPr/>
        </p:nvSpPr>
        <p:spPr>
          <a:xfrm>
            <a:off x="5747811" y="1361199"/>
            <a:ext cx="806631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3500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27CC28-8C1D-C6EF-6D57-2884DFA51EBF}"/>
              </a:ext>
            </a:extLst>
          </p:cNvPr>
          <p:cNvSpPr txBox="1"/>
          <p:nvPr/>
        </p:nvSpPr>
        <p:spPr>
          <a:xfrm>
            <a:off x="4655612" y="3325465"/>
            <a:ext cx="806631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6000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A53713-23FF-B377-1F3B-7B4C8ECDB7D7}"/>
              </a:ext>
            </a:extLst>
          </p:cNvPr>
          <p:cNvSpPr txBox="1"/>
          <p:nvPr/>
        </p:nvSpPr>
        <p:spPr>
          <a:xfrm>
            <a:off x="2418959" y="4389006"/>
            <a:ext cx="67534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Чарба бир жумада 14000 сабиз жыйнайт.</a:t>
            </a:r>
          </a:p>
          <a:p>
            <a:r>
              <a:rPr lang="ky-KG" sz="2400" dirty="0"/>
              <a:t>Сабизди сатуу үчүн 1000 баштыкка салып коюшат.</a:t>
            </a:r>
          </a:p>
          <a:p>
            <a:r>
              <a:rPr lang="ky-KG" sz="2400" dirty="0"/>
              <a:t>Ар бир баштыкка канча сабиз салынган?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46B16-5104-6900-5DD6-8E20F21B9412}"/>
              </a:ext>
            </a:extLst>
          </p:cNvPr>
          <p:cNvSpPr txBox="1"/>
          <p:nvPr/>
        </p:nvSpPr>
        <p:spPr>
          <a:xfrm>
            <a:off x="8249324" y="5428739"/>
            <a:ext cx="495649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50A61D-0134-60D1-9B99-31FFF2D6C9BA}"/>
              </a:ext>
            </a:extLst>
          </p:cNvPr>
          <p:cNvSpPr txBox="1"/>
          <p:nvPr/>
        </p:nvSpPr>
        <p:spPr>
          <a:xfrm>
            <a:off x="1891761" y="6024611"/>
            <a:ext cx="6134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Жогорудагы күнүмдүк жашоодогу көйгөйлөр </a:t>
            </a:r>
          </a:p>
          <a:p>
            <a:pPr algn="ctr"/>
            <a:r>
              <a:rPr lang="ky-KG" dirty="0"/>
              <a:t>чоң сандар менен көбөйтүү жана бөлүүнүнүн мисалдары.</a:t>
            </a:r>
            <a:endParaRPr lang="en-GB" dirty="0"/>
          </a:p>
        </p:txBody>
      </p:sp>
      <p:pic>
        <p:nvPicPr>
          <p:cNvPr id="24" name="Graphic 23" descr="Pencils with pencil shavings">
            <a:extLst>
              <a:ext uri="{FF2B5EF4-FFF2-40B4-BE49-F238E27FC236}">
                <a16:creationId xmlns:a16="http://schemas.microsoft.com/office/drawing/2014/main" id="{020AA30B-C03D-52D0-17F0-F476672C4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822864"/>
            <a:ext cx="2274542" cy="2274542"/>
          </a:xfrm>
          <a:prstGeom prst="rect">
            <a:avLst/>
          </a:prstGeom>
        </p:spPr>
      </p:pic>
      <p:pic>
        <p:nvPicPr>
          <p:cNvPr id="26" name="Graphic 25" descr="Candy cane outline">
            <a:extLst>
              <a:ext uri="{FF2B5EF4-FFF2-40B4-BE49-F238E27FC236}">
                <a16:creationId xmlns:a16="http://schemas.microsoft.com/office/drawing/2014/main" id="{830481F4-4ADE-C39C-9E5F-A9625A1537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63094" y="566058"/>
            <a:ext cx="914400" cy="914400"/>
          </a:xfrm>
          <a:prstGeom prst="rect">
            <a:avLst/>
          </a:prstGeom>
        </p:spPr>
      </p:pic>
      <p:pic>
        <p:nvPicPr>
          <p:cNvPr id="28" name="Graphic 27" descr="Candy outline">
            <a:extLst>
              <a:ext uri="{FF2B5EF4-FFF2-40B4-BE49-F238E27FC236}">
                <a16:creationId xmlns:a16="http://schemas.microsoft.com/office/drawing/2014/main" id="{02F22761-7DC3-3854-3D07-2C661D9E0D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9629" y="566058"/>
            <a:ext cx="914400" cy="914400"/>
          </a:xfrm>
          <a:prstGeom prst="rect">
            <a:avLst/>
          </a:prstGeom>
        </p:spPr>
      </p:pic>
      <p:pic>
        <p:nvPicPr>
          <p:cNvPr id="30" name="Graphic 29" descr="Lollipop outline">
            <a:extLst>
              <a:ext uri="{FF2B5EF4-FFF2-40B4-BE49-F238E27FC236}">
                <a16:creationId xmlns:a16="http://schemas.microsoft.com/office/drawing/2014/main" id="{3486DC1A-9BBD-88B9-BC0F-4CC336756D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1309" y="5243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0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3A28844C-D29B-88FD-0BCC-641D840ABE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8720127"/>
                  </p:ext>
                </p:extLst>
              </p:nvPr>
            </p:nvGraphicFramePr>
            <p:xfrm>
              <a:off x="235528" y="2369128"/>
              <a:ext cx="9434943" cy="34036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7849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491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8250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43329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543329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3A28844C-D29B-88FD-0BCC-641D840ABE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8720127"/>
                  </p:ext>
                </p:extLst>
              </p:nvPr>
            </p:nvGraphicFramePr>
            <p:xfrm>
              <a:off x="235528" y="2369128"/>
              <a:ext cx="9434943" cy="34036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7849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491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8250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52" t="-180882" r="-601810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80882" r="-499099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905" t="-180882" r="-401357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905" t="-180882" r="-301357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905" t="-180882" r="-201357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8649" t="-180882" r="-100450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357" t="-180882" r="-905" b="-1330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43329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543329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8CD3E1D3-C259-24F3-EEA7-4EADCEE066BA}"/>
              </a:ext>
            </a:extLst>
          </p:cNvPr>
          <p:cNvSpPr/>
          <p:nvPr/>
        </p:nvSpPr>
        <p:spPr>
          <a:xfrm>
            <a:off x="5579431" y="491149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5D129CA-2E5F-A510-17A7-80CB3D4CD1B1}"/>
              </a:ext>
            </a:extLst>
          </p:cNvPr>
          <p:cNvSpPr/>
          <p:nvPr/>
        </p:nvSpPr>
        <p:spPr>
          <a:xfrm>
            <a:off x="5579431" y="5475852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62BD62-3EFC-DA25-405C-63A4873C88F8}"/>
              </a:ext>
            </a:extLst>
          </p:cNvPr>
          <p:cNvSpPr txBox="1"/>
          <p:nvPr/>
        </p:nvSpPr>
        <p:spPr>
          <a:xfrm>
            <a:off x="2821478" y="386969"/>
            <a:ext cx="4667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Орундардын мааниси таблицасы</a:t>
            </a:r>
            <a:endParaRPr 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73263F-67FF-00BC-4C92-C82586819E7B}"/>
              </a:ext>
            </a:extLst>
          </p:cNvPr>
          <p:cNvSpPr txBox="1"/>
          <p:nvPr/>
        </p:nvSpPr>
        <p:spPr>
          <a:xfrm>
            <a:off x="1936563" y="1315132"/>
            <a:ext cx="6050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Ар бир тилкени сүрөттөө үчүн кайсы сөздөрдү колдонобуз?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2D373F-BE6E-2A11-B69B-66490BE297CA}"/>
              </a:ext>
            </a:extLst>
          </p:cNvPr>
          <p:cNvSpPr/>
          <p:nvPr/>
        </p:nvSpPr>
        <p:spPr>
          <a:xfrm>
            <a:off x="392135" y="2721880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4DB618-6327-54BF-B014-6D368674119D}"/>
              </a:ext>
            </a:extLst>
          </p:cNvPr>
          <p:cNvSpPr/>
          <p:nvPr/>
        </p:nvSpPr>
        <p:spPr>
          <a:xfrm>
            <a:off x="1661018" y="2718727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294680-A7C1-16DE-44E8-0A89DACD3EE7}"/>
              </a:ext>
            </a:extLst>
          </p:cNvPr>
          <p:cNvSpPr/>
          <p:nvPr/>
        </p:nvSpPr>
        <p:spPr>
          <a:xfrm>
            <a:off x="2996457" y="2718727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775710-EDCC-C8D0-593E-2F3085FDD827}"/>
              </a:ext>
            </a:extLst>
          </p:cNvPr>
          <p:cNvSpPr/>
          <p:nvPr/>
        </p:nvSpPr>
        <p:spPr>
          <a:xfrm>
            <a:off x="4400090" y="2718727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ED36C4-74F5-D503-61F2-CEB210E6AA8A}"/>
              </a:ext>
            </a:extLst>
          </p:cNvPr>
          <p:cNvSpPr/>
          <p:nvPr/>
        </p:nvSpPr>
        <p:spPr>
          <a:xfrm>
            <a:off x="5722759" y="2713816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4D4D67-9710-FAD6-CB29-9EC16748C1F9}"/>
              </a:ext>
            </a:extLst>
          </p:cNvPr>
          <p:cNvSpPr/>
          <p:nvPr/>
        </p:nvSpPr>
        <p:spPr>
          <a:xfrm>
            <a:off x="7099224" y="2713816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EAE838-AE36-3030-C568-12DA0A7F6757}"/>
              </a:ext>
            </a:extLst>
          </p:cNvPr>
          <p:cNvSpPr/>
          <p:nvPr/>
        </p:nvSpPr>
        <p:spPr>
          <a:xfrm>
            <a:off x="8393637" y="2721880"/>
            <a:ext cx="12768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12179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3A28844C-D29B-88FD-0BCC-641D840ABE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6177885"/>
                  </p:ext>
                </p:extLst>
              </p:nvPr>
            </p:nvGraphicFramePr>
            <p:xfrm>
              <a:off x="235528" y="2369128"/>
              <a:ext cx="9434943" cy="34036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7849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491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8250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433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543329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3A28844C-D29B-88FD-0BCC-641D840ABE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6177885"/>
                  </p:ext>
                </p:extLst>
              </p:nvPr>
            </p:nvGraphicFramePr>
            <p:xfrm>
              <a:off x="235528" y="2369128"/>
              <a:ext cx="9434943" cy="34036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7849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1347849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4919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8250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52" t="-180882" r="-601810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80882" r="-499099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905" t="-180882" r="-401357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905" t="-180882" r="-301357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905" t="-180882" r="-201357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8649" t="-180882" r="-100450" b="-1330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357" t="-180882" r="-905" b="-1330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433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7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8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000" b="0" dirty="0">
                              <a:solidFill>
                                <a:sysClr val="windowText" lastClr="000000"/>
                              </a:solidFill>
                            </a:rPr>
                            <a:t>6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543329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8CD3E1D3-C259-24F3-EEA7-4EADCEE066BA}"/>
              </a:ext>
            </a:extLst>
          </p:cNvPr>
          <p:cNvSpPr/>
          <p:nvPr/>
        </p:nvSpPr>
        <p:spPr>
          <a:xfrm>
            <a:off x="5579431" y="491149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5D129CA-2E5F-A510-17A7-80CB3D4CD1B1}"/>
              </a:ext>
            </a:extLst>
          </p:cNvPr>
          <p:cNvSpPr/>
          <p:nvPr/>
        </p:nvSpPr>
        <p:spPr>
          <a:xfrm>
            <a:off x="5579431" y="5475852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62BD62-3EFC-DA25-405C-63A4873C88F8}"/>
              </a:ext>
            </a:extLst>
          </p:cNvPr>
          <p:cNvSpPr txBox="1"/>
          <p:nvPr/>
        </p:nvSpPr>
        <p:spPr>
          <a:xfrm>
            <a:off x="2821478" y="230648"/>
            <a:ext cx="4667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Орундардын мааниси таблицасы</a:t>
            </a:r>
            <a:endParaRPr 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73263F-67FF-00BC-4C92-C82586819E7B}"/>
              </a:ext>
            </a:extLst>
          </p:cNvPr>
          <p:cNvSpPr txBox="1"/>
          <p:nvPr/>
        </p:nvSpPr>
        <p:spPr>
          <a:xfrm>
            <a:off x="1936563" y="1762807"/>
            <a:ext cx="6050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Ар бир тилкени сүрөттөө үчүн кайсы сөздөрдү колдонобуз?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2D373F-BE6E-2A11-B69B-66490BE297CA}"/>
              </a:ext>
            </a:extLst>
          </p:cNvPr>
          <p:cNvSpPr/>
          <p:nvPr/>
        </p:nvSpPr>
        <p:spPr>
          <a:xfrm>
            <a:off x="369221" y="2725912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4DB618-6327-54BF-B014-6D368674119D}"/>
              </a:ext>
            </a:extLst>
          </p:cNvPr>
          <p:cNvSpPr/>
          <p:nvPr/>
        </p:nvSpPr>
        <p:spPr>
          <a:xfrm>
            <a:off x="1718515" y="2725912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294680-A7C1-16DE-44E8-0A89DACD3EE7}"/>
              </a:ext>
            </a:extLst>
          </p:cNvPr>
          <p:cNvSpPr/>
          <p:nvPr/>
        </p:nvSpPr>
        <p:spPr>
          <a:xfrm>
            <a:off x="3067809" y="2725912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775710-EDCC-C8D0-593E-2F3085FDD827}"/>
              </a:ext>
            </a:extLst>
          </p:cNvPr>
          <p:cNvSpPr/>
          <p:nvPr/>
        </p:nvSpPr>
        <p:spPr>
          <a:xfrm>
            <a:off x="4417103" y="2725912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ED36C4-74F5-D503-61F2-CEB210E6AA8A}"/>
              </a:ext>
            </a:extLst>
          </p:cNvPr>
          <p:cNvSpPr/>
          <p:nvPr/>
        </p:nvSpPr>
        <p:spPr>
          <a:xfrm>
            <a:off x="5766397" y="2725912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4D4D67-9710-FAD6-CB29-9EC16748C1F9}"/>
              </a:ext>
            </a:extLst>
          </p:cNvPr>
          <p:cNvSpPr/>
          <p:nvPr/>
        </p:nvSpPr>
        <p:spPr>
          <a:xfrm>
            <a:off x="7115691" y="2725912"/>
            <a:ext cx="11341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EAE838-AE36-3030-C568-12DA0A7F6757}"/>
              </a:ext>
            </a:extLst>
          </p:cNvPr>
          <p:cNvSpPr/>
          <p:nvPr/>
        </p:nvSpPr>
        <p:spPr>
          <a:xfrm>
            <a:off x="8393637" y="2725912"/>
            <a:ext cx="1276834" cy="914400"/>
          </a:xfrm>
          <a:prstGeom prst="rect">
            <a:avLst/>
          </a:prstGeom>
          <a:solidFill>
            <a:srgbClr val="FFE699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08EC2-CF6E-3B56-C07E-7C10FEA19605}"/>
              </a:ext>
            </a:extLst>
          </p:cNvPr>
          <p:cNvSpPr txBox="1"/>
          <p:nvPr/>
        </p:nvSpPr>
        <p:spPr>
          <a:xfrm>
            <a:off x="3697752" y="848407"/>
            <a:ext cx="25282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3271,896</a:t>
            </a:r>
          </a:p>
        </p:txBody>
      </p:sp>
    </p:spTree>
    <p:extLst>
      <p:ext uri="{BB962C8B-B14F-4D97-AF65-F5344CB8AC3E}">
        <p14:creationId xmlns:p14="http://schemas.microsoft.com/office/powerpoint/2010/main" val="757753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F1C235EF-98B2-77EC-595E-A52FEFAC1E70}"/>
              </a:ext>
            </a:extLst>
          </p:cNvPr>
          <p:cNvGrpSpPr/>
          <p:nvPr/>
        </p:nvGrpSpPr>
        <p:grpSpPr>
          <a:xfrm>
            <a:off x="4380807" y="116377"/>
            <a:ext cx="2876204" cy="1413163"/>
            <a:chOff x="4588626" y="216130"/>
            <a:chExt cx="2876204" cy="14131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14A57D6-5855-5A6F-F775-AA556695479E}"/>
                </a:ext>
              </a:extLst>
            </p:cNvPr>
            <p:cNvSpPr/>
            <p:nvPr/>
          </p:nvSpPr>
          <p:spPr>
            <a:xfrm>
              <a:off x="4588626" y="216130"/>
              <a:ext cx="2876204" cy="1413163"/>
            </a:xfrm>
            <a:prstGeom prst="roundRect">
              <a:avLst>
                <a:gd name="adj" fmla="val 1078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A994F55-2EEF-76F6-2AB4-1FA9227D4840}"/>
                </a:ext>
              </a:extLst>
            </p:cNvPr>
            <p:cNvGrpSpPr/>
            <p:nvPr/>
          </p:nvGrpSpPr>
          <p:grpSpPr>
            <a:xfrm>
              <a:off x="5083325" y="283662"/>
              <a:ext cx="1887447" cy="1278098"/>
              <a:chOff x="3844772" y="457200"/>
              <a:chExt cx="1887447" cy="1278098"/>
            </a:xfrm>
          </p:grpSpPr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F03D2F-5B7E-E1A4-1103-A639B287E17D}"/>
                  </a:ext>
                </a:extLst>
              </p:cNvPr>
              <p:cNvSpPr txBox="1"/>
              <p:nvPr/>
            </p:nvSpPr>
            <p:spPr>
              <a:xfrm>
                <a:off x="4173779" y="457200"/>
                <a:ext cx="15584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3600" dirty="0"/>
                  <a:t>3 × 100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4E050B-BE91-AF16-8F57-4958253F7B53}"/>
                  </a:ext>
                </a:extLst>
              </p:cNvPr>
              <p:cNvSpPr txBox="1"/>
              <p:nvPr/>
            </p:nvSpPr>
            <p:spPr>
              <a:xfrm>
                <a:off x="3844772" y="1088967"/>
                <a:ext cx="122020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3600" dirty="0"/>
                  <a:t>= 300</a:t>
                </a:r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888F66E-CBFE-233B-49C4-E27D60284222}"/>
              </a:ext>
            </a:extLst>
          </p:cNvPr>
          <p:cNvGrpSpPr/>
          <p:nvPr/>
        </p:nvGrpSpPr>
        <p:grpSpPr>
          <a:xfrm>
            <a:off x="2277688" y="1812174"/>
            <a:ext cx="2876204" cy="1413163"/>
            <a:chOff x="2585259" y="1770610"/>
            <a:chExt cx="2876204" cy="14131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7292524-1CEC-61D9-8893-929AA0C353B2}"/>
                </a:ext>
              </a:extLst>
            </p:cNvPr>
            <p:cNvSpPr/>
            <p:nvPr/>
          </p:nvSpPr>
          <p:spPr>
            <a:xfrm>
              <a:off x="2585259" y="1770610"/>
              <a:ext cx="2876204" cy="1413163"/>
            </a:xfrm>
            <a:prstGeom prst="roundRect">
              <a:avLst>
                <a:gd name="adj" fmla="val 1078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2A3EEA5-6B41-5459-56C9-6AA801FC1BC9}"/>
                </a:ext>
              </a:extLst>
            </p:cNvPr>
            <p:cNvGrpSpPr/>
            <p:nvPr/>
          </p:nvGrpSpPr>
          <p:grpSpPr>
            <a:xfrm>
              <a:off x="2962299" y="1838142"/>
              <a:ext cx="2122125" cy="1278098"/>
              <a:chOff x="3727113" y="457200"/>
              <a:chExt cx="2122125" cy="1278098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8F3BAB-AA41-5498-5ECF-58A5C4068455}"/>
                  </a:ext>
                </a:extLst>
              </p:cNvPr>
              <p:cNvSpPr txBox="1"/>
              <p:nvPr/>
            </p:nvSpPr>
            <p:spPr>
              <a:xfrm>
                <a:off x="4056761" y="457200"/>
                <a:ext cx="179247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3600" dirty="0"/>
                  <a:t>517 × 10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A5BDA8-D8B4-9704-A747-66FA60E3EE21}"/>
                  </a:ext>
                </a:extLst>
              </p:cNvPr>
              <p:cNvSpPr txBox="1"/>
              <p:nvPr/>
            </p:nvSpPr>
            <p:spPr>
              <a:xfrm>
                <a:off x="3727113" y="1088967"/>
                <a:ext cx="14542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3600" dirty="0"/>
                  <a:t>= 5170</a:t>
                </a:r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8D63F9D-D825-E1F1-3D20-1A6991067837}"/>
              </a:ext>
            </a:extLst>
          </p:cNvPr>
          <p:cNvGrpSpPr/>
          <p:nvPr/>
        </p:nvGrpSpPr>
        <p:grpSpPr>
          <a:xfrm>
            <a:off x="6366119" y="1978428"/>
            <a:ext cx="2876204" cy="1413163"/>
            <a:chOff x="6274679" y="2044930"/>
            <a:chExt cx="2876204" cy="14131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7B77D83-4620-40D6-EBE3-E1357AF18551}"/>
                </a:ext>
              </a:extLst>
            </p:cNvPr>
            <p:cNvSpPr/>
            <p:nvPr/>
          </p:nvSpPr>
          <p:spPr>
            <a:xfrm>
              <a:off x="6274679" y="2044930"/>
              <a:ext cx="2876204" cy="1413163"/>
            </a:xfrm>
            <a:prstGeom prst="roundRect">
              <a:avLst>
                <a:gd name="adj" fmla="val 1078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BE89BF0-BBC2-CD49-6027-D380D366D753}"/>
                </a:ext>
              </a:extLst>
            </p:cNvPr>
            <p:cNvGrpSpPr/>
            <p:nvPr/>
          </p:nvGrpSpPr>
          <p:grpSpPr>
            <a:xfrm>
              <a:off x="6542371" y="2112462"/>
              <a:ext cx="2348494" cy="1278098"/>
              <a:chOff x="3617765" y="457200"/>
              <a:chExt cx="2348494" cy="127809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0DAC4F-8391-E54E-C3F3-4FC674382700}"/>
                  </a:ext>
                </a:extLst>
              </p:cNvPr>
              <p:cNvSpPr txBox="1"/>
              <p:nvPr/>
            </p:nvSpPr>
            <p:spPr>
              <a:xfrm>
                <a:off x="3939742" y="457200"/>
                <a:ext cx="202651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3600" dirty="0"/>
                  <a:t>82 × 1000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E0F6712-9ED2-E96A-66F2-EF1E48379890}"/>
                  </a:ext>
                </a:extLst>
              </p:cNvPr>
              <p:cNvSpPr txBox="1"/>
              <p:nvPr/>
            </p:nvSpPr>
            <p:spPr>
              <a:xfrm>
                <a:off x="3617765" y="1088967"/>
                <a:ext cx="168828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3600" dirty="0"/>
                  <a:t>= 82000</a:t>
                </a:r>
              </a:p>
            </p:txBody>
          </p:sp>
        </p:grp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F7ABA8B9-CE86-015A-65C1-F46244DBD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708" y="1703243"/>
            <a:ext cx="807226" cy="924769"/>
          </a:xfrm>
          <a:prstGeom prst="rect">
            <a:avLst/>
          </a:prstGeom>
        </p:spPr>
      </p:pic>
      <p:sp>
        <p:nvSpPr>
          <p:cNvPr id="20" name="Speech Bubble: Rectangle with Corners Rounded 19">
            <a:extLst>
              <a:ext uri="{FF2B5EF4-FFF2-40B4-BE49-F238E27FC236}">
                <a16:creationId xmlns:a16="http://schemas.microsoft.com/office/drawing/2014/main" id="{906B6FDF-6CE4-9DB9-A756-E623351BC222}"/>
              </a:ext>
            </a:extLst>
          </p:cNvPr>
          <p:cNvSpPr/>
          <p:nvPr/>
        </p:nvSpPr>
        <p:spPr>
          <a:xfrm>
            <a:off x="712482" y="364895"/>
            <a:ext cx="2876204" cy="1015017"/>
          </a:xfrm>
          <a:prstGeom prst="wedgeRoundRectCallout">
            <a:avLst>
              <a:gd name="adj1" fmla="val -37669"/>
              <a:gd name="adj2" fmla="val 11455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Мен жөн гана нөлдөрдү санайм жана аларды кошом!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ABEDDCC-2EFA-61F2-207C-2B52BD58D03B}"/>
              </a:ext>
            </a:extLst>
          </p:cNvPr>
          <p:cNvGrpSpPr/>
          <p:nvPr/>
        </p:nvGrpSpPr>
        <p:grpSpPr>
          <a:xfrm>
            <a:off x="3815542" y="3657598"/>
            <a:ext cx="2876204" cy="1413163"/>
            <a:chOff x="3258589" y="415637"/>
            <a:chExt cx="2876204" cy="14131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EA383D66-49BF-ADAD-8B8D-39D56D3AE381}"/>
                </a:ext>
              </a:extLst>
            </p:cNvPr>
            <p:cNvSpPr/>
            <p:nvPr/>
          </p:nvSpPr>
          <p:spPr>
            <a:xfrm>
              <a:off x="3258589" y="415637"/>
              <a:ext cx="2876204" cy="1413163"/>
            </a:xfrm>
            <a:prstGeom prst="roundRect">
              <a:avLst>
                <a:gd name="adj" fmla="val 10785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B955A69-E25F-1079-7016-3948DAD62F4C}"/>
                </a:ext>
              </a:extLst>
            </p:cNvPr>
            <p:cNvGrpSpPr/>
            <p:nvPr/>
          </p:nvGrpSpPr>
          <p:grpSpPr>
            <a:xfrm>
              <a:off x="3764165" y="483169"/>
              <a:ext cx="1876570" cy="1278098"/>
              <a:chOff x="3855649" y="457200"/>
              <a:chExt cx="1876570" cy="127809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9C63BFB-0139-D4A6-C86D-21A3D03DF395}"/>
                  </a:ext>
                </a:extLst>
              </p:cNvPr>
              <p:cNvSpPr txBox="1"/>
              <p:nvPr/>
            </p:nvSpPr>
            <p:spPr>
              <a:xfrm>
                <a:off x="4173779" y="457200"/>
                <a:ext cx="15584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3600" dirty="0"/>
                  <a:t>60 ÷ 10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04AEE93-336A-0467-2D3B-5A504146B154}"/>
                  </a:ext>
                </a:extLst>
              </p:cNvPr>
              <p:cNvSpPr txBox="1"/>
              <p:nvPr/>
            </p:nvSpPr>
            <p:spPr>
              <a:xfrm>
                <a:off x="3855649" y="1088967"/>
                <a:ext cx="75212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3600" dirty="0"/>
                  <a:t>= 6</a:t>
                </a: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05EB6EA-C705-941D-6E14-FD05489FA866}"/>
              </a:ext>
            </a:extLst>
          </p:cNvPr>
          <p:cNvGrpSpPr/>
          <p:nvPr/>
        </p:nvGrpSpPr>
        <p:grpSpPr>
          <a:xfrm>
            <a:off x="5860473" y="5237017"/>
            <a:ext cx="2876204" cy="1413163"/>
            <a:chOff x="3258589" y="415637"/>
            <a:chExt cx="2876204" cy="14131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80AE12A-EC1E-747B-19FE-C92908935098}"/>
                </a:ext>
              </a:extLst>
            </p:cNvPr>
            <p:cNvSpPr/>
            <p:nvPr/>
          </p:nvSpPr>
          <p:spPr>
            <a:xfrm>
              <a:off x="3258589" y="415637"/>
              <a:ext cx="2876204" cy="1413163"/>
            </a:xfrm>
            <a:prstGeom prst="roundRect">
              <a:avLst>
                <a:gd name="adj" fmla="val 10785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B2ABCEE-98BD-23C1-C89C-D2AFF6EDE0D1}"/>
                </a:ext>
              </a:extLst>
            </p:cNvPr>
            <p:cNvGrpSpPr/>
            <p:nvPr/>
          </p:nvGrpSpPr>
          <p:grpSpPr>
            <a:xfrm>
              <a:off x="3380499" y="483169"/>
              <a:ext cx="2611294" cy="1278098"/>
              <a:chOff x="3471983" y="457200"/>
              <a:chExt cx="2611294" cy="1278098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AFBE9A0-4ED3-832D-A36D-75882A0DF0C6}"/>
                  </a:ext>
                </a:extLst>
              </p:cNvPr>
              <p:cNvSpPr txBox="1"/>
              <p:nvPr/>
            </p:nvSpPr>
            <p:spPr>
              <a:xfrm>
                <a:off x="3822722" y="457200"/>
                <a:ext cx="226055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3600" dirty="0"/>
                  <a:t>4900 ÷ 100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708DBD2-4A5E-3806-8FB4-83CFF5076471}"/>
                  </a:ext>
                </a:extLst>
              </p:cNvPr>
              <p:cNvSpPr txBox="1"/>
              <p:nvPr/>
            </p:nvSpPr>
            <p:spPr>
              <a:xfrm>
                <a:off x="3471983" y="1088967"/>
                <a:ext cx="98616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3600" dirty="0"/>
                  <a:t>= 49</a:t>
                </a:r>
              </a:p>
            </p:txBody>
          </p:sp>
        </p:grpSp>
      </p:grpSp>
      <p:sp>
        <p:nvSpPr>
          <p:cNvPr id="37" name="Speech Bubble: Rectangle with Corners Rounded 36">
            <a:extLst>
              <a:ext uri="{FF2B5EF4-FFF2-40B4-BE49-F238E27FC236}">
                <a16:creationId xmlns:a16="http://schemas.microsoft.com/office/drawing/2014/main" id="{940C5AEC-617D-638D-247D-1C5232310DAC}"/>
              </a:ext>
            </a:extLst>
          </p:cNvPr>
          <p:cNvSpPr/>
          <p:nvPr/>
        </p:nvSpPr>
        <p:spPr>
          <a:xfrm>
            <a:off x="324554" y="5322052"/>
            <a:ext cx="2764835" cy="751448"/>
          </a:xfrm>
          <a:prstGeom prst="wedgeRoundRectCallout">
            <a:avLst>
              <a:gd name="adj1" fmla="val -26845"/>
              <a:gd name="adj2" fmla="val -118252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Же аларды бөлүү үчүн алып салгыла!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0917F4E-BE3F-EAF5-5C75-3BCB4ACEF6C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039" y="3601315"/>
            <a:ext cx="863888" cy="97856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76BFD2F7-6155-0450-B3F4-5050E38D1D35}"/>
              </a:ext>
            </a:extLst>
          </p:cNvPr>
          <p:cNvSpPr txBox="1"/>
          <p:nvPr/>
        </p:nvSpPr>
        <p:spPr>
          <a:xfrm>
            <a:off x="1784410" y="3946717"/>
            <a:ext cx="1804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Сиз макулсузбу?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1554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6FFDD70-0057-C1D6-DD5D-EF533C3E0AA4}"/>
              </a:ext>
            </a:extLst>
          </p:cNvPr>
          <p:cNvGrpSpPr/>
          <p:nvPr/>
        </p:nvGrpSpPr>
        <p:grpSpPr>
          <a:xfrm>
            <a:off x="6586905" y="3942748"/>
            <a:ext cx="630301" cy="1523496"/>
            <a:chOff x="2482706" y="4091187"/>
            <a:chExt cx="630301" cy="1523496"/>
          </a:xfrm>
        </p:grpSpPr>
        <p:sp>
          <p:nvSpPr>
            <p:cNvPr id="3" name="Arc 2">
              <a:extLst>
                <a:ext uri="{FF2B5EF4-FFF2-40B4-BE49-F238E27FC236}">
                  <a16:creationId xmlns:a16="http://schemas.microsoft.com/office/drawing/2014/main" id="{085B6D47-4C8B-4E76-0D7E-77CA8908DAED}"/>
                </a:ext>
              </a:extLst>
            </p:cNvPr>
            <p:cNvSpPr/>
            <p:nvPr/>
          </p:nvSpPr>
          <p:spPr>
            <a:xfrm rot="5400000">
              <a:off x="2236164" y="4851300"/>
              <a:ext cx="1123385" cy="403381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0070C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9EE381E-22D0-C8ED-4FCD-63B3B5AEC031}"/>
                </a:ext>
              </a:extLst>
            </p:cNvPr>
            <p:cNvSpPr txBox="1"/>
            <p:nvPr/>
          </p:nvSpPr>
          <p:spPr>
            <a:xfrm>
              <a:off x="2482706" y="4091187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0070C0"/>
                  </a:solidFill>
                </a:rPr>
                <a:t>÷ 10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9FC01AE-4B9E-D005-4CA5-31E9241087B4}"/>
              </a:ext>
            </a:extLst>
          </p:cNvPr>
          <p:cNvSpPr txBox="1"/>
          <p:nvPr/>
        </p:nvSpPr>
        <p:spPr>
          <a:xfrm>
            <a:off x="115097" y="123303"/>
            <a:ext cx="4856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b="1" dirty="0">
                <a:solidFill>
                  <a:srgbClr val="00B050"/>
                </a:solidFill>
                <a:latin typeface="Berlin Sans FB Demi" panose="020E0802020502020306" pitchFamily="34" charset="0"/>
              </a:rPr>
              <a:t>Ондук чекитти жылдыруу</a:t>
            </a:r>
            <a:endParaRPr lang="en-GB" sz="3200" b="1" dirty="0">
              <a:solidFill>
                <a:srgbClr val="00B05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EEC349-7822-D500-C1F2-FAF7B4D652E9}"/>
              </a:ext>
            </a:extLst>
          </p:cNvPr>
          <p:cNvSpPr txBox="1"/>
          <p:nvPr/>
        </p:nvSpPr>
        <p:spPr>
          <a:xfrm>
            <a:off x="6108198" y="4715016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CD515D-E890-6F6A-AE69-9F12487E6E47}"/>
              </a:ext>
            </a:extLst>
          </p:cNvPr>
          <p:cNvSpPr/>
          <p:nvPr/>
        </p:nvSpPr>
        <p:spPr>
          <a:xfrm>
            <a:off x="6536062" y="5157247"/>
            <a:ext cx="147638" cy="147638"/>
          </a:xfrm>
          <a:prstGeom prst="ellipse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BF65FF-8E4D-7E9C-C60A-4AE6BDBDF246}"/>
              </a:ext>
            </a:extLst>
          </p:cNvPr>
          <p:cNvSpPr txBox="1"/>
          <p:nvPr/>
        </p:nvSpPr>
        <p:spPr>
          <a:xfrm>
            <a:off x="5600992" y="4715016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838FB3-58E9-00BC-681D-671447D9CD21}"/>
              </a:ext>
            </a:extLst>
          </p:cNvPr>
          <p:cNvSpPr/>
          <p:nvPr/>
        </p:nvSpPr>
        <p:spPr>
          <a:xfrm>
            <a:off x="6028856" y="5157247"/>
            <a:ext cx="147638" cy="147638"/>
          </a:xfrm>
          <a:prstGeom prst="ellipse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DFCCE5-1F9A-4E0C-1C8A-129FB28CB701}"/>
              </a:ext>
            </a:extLst>
          </p:cNvPr>
          <p:cNvSpPr txBox="1"/>
          <p:nvPr/>
        </p:nvSpPr>
        <p:spPr>
          <a:xfrm>
            <a:off x="7042343" y="228078"/>
            <a:ext cx="2549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Бул жакшы ыкмабы?</a:t>
            </a:r>
            <a:endParaRPr lang="en-GB" sz="20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5BCA9E4-94AB-2F5D-A695-1E5E6DF54325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6BF91A-6281-54EF-0841-1E772C9A23F0}"/>
              </a:ext>
            </a:extLst>
          </p:cNvPr>
          <p:cNvSpPr txBox="1"/>
          <p:nvPr/>
        </p:nvSpPr>
        <p:spPr>
          <a:xfrm>
            <a:off x="6670714" y="1973225"/>
            <a:ext cx="9653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5,6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5009888-100F-B354-03F1-A069CA547636}"/>
              </a:ext>
            </a:extLst>
          </p:cNvPr>
          <p:cNvGrpSpPr/>
          <p:nvPr/>
        </p:nvGrpSpPr>
        <p:grpSpPr>
          <a:xfrm>
            <a:off x="7073577" y="1200957"/>
            <a:ext cx="630301" cy="1523496"/>
            <a:chOff x="2937302" y="1433712"/>
            <a:chExt cx="630301" cy="1523496"/>
          </a:xfrm>
        </p:grpSpPr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A441716E-7006-22DE-F497-1C807C07DEA6}"/>
                </a:ext>
              </a:extLst>
            </p:cNvPr>
            <p:cNvSpPr/>
            <p:nvPr/>
          </p:nvSpPr>
          <p:spPr>
            <a:xfrm rot="5400000" flipV="1">
              <a:off x="2690761" y="2193916"/>
              <a:ext cx="1123385" cy="403200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FF000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315332-F9DD-4054-3351-E79E4B971BC7}"/>
                </a:ext>
              </a:extLst>
            </p:cNvPr>
            <p:cNvSpPr txBox="1"/>
            <p:nvPr/>
          </p:nvSpPr>
          <p:spPr>
            <a:xfrm>
              <a:off x="2937302" y="1433712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FF0000"/>
                  </a:solidFill>
                </a:rPr>
                <a:t>× 10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F344D49-69F7-F2AB-7730-F2105F7727A8}"/>
              </a:ext>
            </a:extLst>
          </p:cNvPr>
          <p:cNvSpPr txBox="1"/>
          <p:nvPr/>
        </p:nvSpPr>
        <p:spPr>
          <a:xfrm>
            <a:off x="7729390" y="1973225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9D65D87-8D00-E6F5-013A-2429FCECC08D}"/>
              </a:ext>
            </a:extLst>
          </p:cNvPr>
          <p:cNvSpPr/>
          <p:nvPr/>
        </p:nvSpPr>
        <p:spPr>
          <a:xfrm>
            <a:off x="7620390" y="2415456"/>
            <a:ext cx="147638" cy="147638"/>
          </a:xfrm>
          <a:prstGeom prst="ellipse">
            <a:avLst/>
          </a:prstGeom>
          <a:solidFill>
            <a:srgbClr val="FF000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8013C9-8460-516D-DEFA-493FD7DB230C}"/>
              </a:ext>
            </a:extLst>
          </p:cNvPr>
          <p:cNvSpPr txBox="1"/>
          <p:nvPr/>
        </p:nvSpPr>
        <p:spPr>
          <a:xfrm>
            <a:off x="849728" y="2016568"/>
            <a:ext cx="20986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5,6 × 100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872184-27A3-A0E4-B260-1FB898482EE8}"/>
              </a:ext>
            </a:extLst>
          </p:cNvPr>
          <p:cNvSpPr txBox="1"/>
          <p:nvPr/>
        </p:nvSpPr>
        <p:spPr>
          <a:xfrm>
            <a:off x="3027663" y="2016568"/>
            <a:ext cx="13340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= 560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29E687-29A9-AE23-6241-94F65E29454D}"/>
              </a:ext>
            </a:extLst>
          </p:cNvPr>
          <p:cNvSpPr txBox="1"/>
          <p:nvPr/>
        </p:nvSpPr>
        <p:spPr>
          <a:xfrm>
            <a:off x="6646258" y="4715016"/>
            <a:ext cx="9653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7,1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4C83C5-03C1-F98C-32F2-46FD6E57BB4E}"/>
              </a:ext>
            </a:extLst>
          </p:cNvPr>
          <p:cNvSpPr txBox="1"/>
          <p:nvPr/>
        </p:nvSpPr>
        <p:spPr>
          <a:xfrm>
            <a:off x="8311368" y="1973225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6543671-A1F2-90D5-B95D-EE3D5A48C7E7}"/>
              </a:ext>
            </a:extLst>
          </p:cNvPr>
          <p:cNvSpPr/>
          <p:nvPr/>
        </p:nvSpPr>
        <p:spPr>
          <a:xfrm>
            <a:off x="8171888" y="2415456"/>
            <a:ext cx="147638" cy="147638"/>
          </a:xfrm>
          <a:prstGeom prst="ellipse">
            <a:avLst/>
          </a:prstGeom>
          <a:solidFill>
            <a:srgbClr val="FF000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AF424E8-01B5-F15C-25D1-D652A087552F}"/>
              </a:ext>
            </a:extLst>
          </p:cNvPr>
          <p:cNvGrpSpPr/>
          <p:nvPr/>
        </p:nvGrpSpPr>
        <p:grpSpPr>
          <a:xfrm>
            <a:off x="7690797" y="1200957"/>
            <a:ext cx="630301" cy="1523496"/>
            <a:chOff x="2937302" y="1433712"/>
            <a:chExt cx="630301" cy="1523496"/>
          </a:xfrm>
        </p:grpSpPr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7C96FCDF-3A13-BFEF-E15B-27F6D20D9C59}"/>
                </a:ext>
              </a:extLst>
            </p:cNvPr>
            <p:cNvSpPr/>
            <p:nvPr/>
          </p:nvSpPr>
          <p:spPr>
            <a:xfrm rot="5400000" flipV="1">
              <a:off x="2690761" y="2193916"/>
              <a:ext cx="1123385" cy="403200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FF000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7996032-A8D7-734B-D86E-EC921533079E}"/>
                </a:ext>
              </a:extLst>
            </p:cNvPr>
            <p:cNvSpPr txBox="1"/>
            <p:nvPr/>
          </p:nvSpPr>
          <p:spPr>
            <a:xfrm>
              <a:off x="2937302" y="1433712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FF0000"/>
                  </a:solidFill>
                </a:rPr>
                <a:t>× 10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8FB1B34-AEE4-043D-CF30-2CC98E575183}"/>
              </a:ext>
            </a:extLst>
          </p:cNvPr>
          <p:cNvGrpSpPr/>
          <p:nvPr/>
        </p:nvGrpSpPr>
        <p:grpSpPr>
          <a:xfrm>
            <a:off x="6038265" y="3942748"/>
            <a:ext cx="630301" cy="1523496"/>
            <a:chOff x="2482706" y="4091187"/>
            <a:chExt cx="630301" cy="1523496"/>
          </a:xfrm>
        </p:grpSpPr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B0223C28-134B-25A7-805C-756027DA8B0B}"/>
                </a:ext>
              </a:extLst>
            </p:cNvPr>
            <p:cNvSpPr/>
            <p:nvPr/>
          </p:nvSpPr>
          <p:spPr>
            <a:xfrm rot="5400000">
              <a:off x="2236164" y="4851300"/>
              <a:ext cx="1123385" cy="403381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0070C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579EFCC-40DD-444F-3EC3-3B1934A99FA7}"/>
                </a:ext>
              </a:extLst>
            </p:cNvPr>
            <p:cNvSpPr txBox="1"/>
            <p:nvPr/>
          </p:nvSpPr>
          <p:spPr>
            <a:xfrm>
              <a:off x="2482706" y="4091187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0070C0"/>
                  </a:solidFill>
                </a:rPr>
                <a:t>÷ 10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F3F68EE7-EA1D-2019-2B48-1C59BABD5A65}"/>
              </a:ext>
            </a:extLst>
          </p:cNvPr>
          <p:cNvSpPr txBox="1"/>
          <p:nvPr/>
        </p:nvSpPr>
        <p:spPr>
          <a:xfrm>
            <a:off x="849728" y="4746450"/>
            <a:ext cx="20986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7,1 ÷ 100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F86EB3-8D0B-9DDB-8BEC-7257F4723F5B}"/>
              </a:ext>
            </a:extLst>
          </p:cNvPr>
          <p:cNvSpPr txBox="1"/>
          <p:nvPr/>
        </p:nvSpPr>
        <p:spPr>
          <a:xfrm>
            <a:off x="3027663" y="4746450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= 0,071</a:t>
            </a:r>
          </a:p>
        </p:txBody>
      </p:sp>
    </p:spTree>
    <p:extLst>
      <p:ext uri="{BB962C8B-B14F-4D97-AF65-F5344CB8AC3E}">
        <p14:creationId xmlns:p14="http://schemas.microsoft.com/office/powerpoint/2010/main" val="2573794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7" grpId="1" animBg="1"/>
      <p:bldP spid="8" grpId="0"/>
      <p:bldP spid="9" grpId="0" animBg="1"/>
      <p:bldP spid="16" grpId="0"/>
      <p:bldP spid="19" grpId="0"/>
      <p:bldP spid="20" grpId="0" animBg="1"/>
      <p:bldP spid="20" grpId="1" animBg="1"/>
      <p:bldP spid="26" grpId="0"/>
      <p:bldP spid="31" grpId="0"/>
      <p:bldP spid="32" grpId="0"/>
      <p:bldP spid="33" grpId="0" animBg="1"/>
      <p:bldP spid="4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6FFDD70-0057-C1D6-DD5D-EF533C3E0AA4}"/>
              </a:ext>
            </a:extLst>
          </p:cNvPr>
          <p:cNvGrpSpPr/>
          <p:nvPr/>
        </p:nvGrpSpPr>
        <p:grpSpPr>
          <a:xfrm>
            <a:off x="7736510" y="4308508"/>
            <a:ext cx="630301" cy="1523496"/>
            <a:chOff x="2482706" y="4091187"/>
            <a:chExt cx="630301" cy="1523496"/>
          </a:xfrm>
        </p:grpSpPr>
        <p:sp>
          <p:nvSpPr>
            <p:cNvPr id="3" name="Arc 2">
              <a:extLst>
                <a:ext uri="{FF2B5EF4-FFF2-40B4-BE49-F238E27FC236}">
                  <a16:creationId xmlns:a16="http://schemas.microsoft.com/office/drawing/2014/main" id="{085B6D47-4C8B-4E76-0D7E-77CA8908DAED}"/>
                </a:ext>
              </a:extLst>
            </p:cNvPr>
            <p:cNvSpPr/>
            <p:nvPr/>
          </p:nvSpPr>
          <p:spPr>
            <a:xfrm rot="5400000">
              <a:off x="2236164" y="4851300"/>
              <a:ext cx="1123385" cy="403381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0070C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9EE381E-22D0-C8ED-4FCD-63B3B5AEC031}"/>
                </a:ext>
              </a:extLst>
            </p:cNvPr>
            <p:cNvSpPr txBox="1"/>
            <p:nvPr/>
          </p:nvSpPr>
          <p:spPr>
            <a:xfrm>
              <a:off x="2482706" y="4091187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0070C0"/>
                  </a:solidFill>
                </a:rPr>
                <a:t>÷ 10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9FC01AE-4B9E-D005-4CA5-31E9241087B4}"/>
              </a:ext>
            </a:extLst>
          </p:cNvPr>
          <p:cNvSpPr txBox="1"/>
          <p:nvPr/>
        </p:nvSpPr>
        <p:spPr>
          <a:xfrm>
            <a:off x="115097" y="123303"/>
            <a:ext cx="4856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b="1" dirty="0">
                <a:solidFill>
                  <a:srgbClr val="00B050"/>
                </a:solidFill>
                <a:latin typeface="Berlin Sans FB Demi" panose="020E0802020502020306" pitchFamily="34" charset="0"/>
              </a:rPr>
              <a:t>Ондук чекитти жылдыруу</a:t>
            </a:r>
            <a:endParaRPr lang="en-GB" sz="3200" b="1" dirty="0">
              <a:solidFill>
                <a:srgbClr val="00B05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EEC349-7822-D500-C1F2-FAF7B4D652E9}"/>
              </a:ext>
            </a:extLst>
          </p:cNvPr>
          <p:cNvSpPr txBox="1"/>
          <p:nvPr/>
        </p:nvSpPr>
        <p:spPr>
          <a:xfrm>
            <a:off x="7257803" y="5080776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CD515D-E890-6F6A-AE69-9F12487E6E47}"/>
              </a:ext>
            </a:extLst>
          </p:cNvPr>
          <p:cNvSpPr/>
          <p:nvPr/>
        </p:nvSpPr>
        <p:spPr>
          <a:xfrm>
            <a:off x="7685667" y="5523007"/>
            <a:ext cx="147638" cy="147638"/>
          </a:xfrm>
          <a:prstGeom prst="ellipse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BF65FF-8E4D-7E9C-C60A-4AE6BDBDF246}"/>
              </a:ext>
            </a:extLst>
          </p:cNvPr>
          <p:cNvSpPr txBox="1"/>
          <p:nvPr/>
        </p:nvSpPr>
        <p:spPr>
          <a:xfrm>
            <a:off x="6752978" y="5080776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838FB3-58E9-00BC-681D-671447D9CD21}"/>
              </a:ext>
            </a:extLst>
          </p:cNvPr>
          <p:cNvSpPr/>
          <p:nvPr/>
        </p:nvSpPr>
        <p:spPr>
          <a:xfrm>
            <a:off x="7178461" y="5523007"/>
            <a:ext cx="147638" cy="147638"/>
          </a:xfrm>
          <a:prstGeom prst="ellipse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DFCCE5-1F9A-4E0C-1C8A-129FB28CB701}"/>
              </a:ext>
            </a:extLst>
          </p:cNvPr>
          <p:cNvSpPr txBox="1"/>
          <p:nvPr/>
        </p:nvSpPr>
        <p:spPr>
          <a:xfrm>
            <a:off x="7042343" y="228078"/>
            <a:ext cx="2549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Бул жакшы ыкмабы?</a:t>
            </a:r>
            <a:endParaRPr lang="en-GB" sz="20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5BCA9E4-94AB-2F5D-A695-1E5E6DF54325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6BF91A-6281-54EF-0841-1E772C9A23F0}"/>
              </a:ext>
            </a:extLst>
          </p:cNvPr>
          <p:cNvSpPr txBox="1"/>
          <p:nvPr/>
        </p:nvSpPr>
        <p:spPr>
          <a:xfrm>
            <a:off x="5246070" y="2338985"/>
            <a:ext cx="12779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12,7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5009888-100F-B354-03F1-A069CA547636}"/>
              </a:ext>
            </a:extLst>
          </p:cNvPr>
          <p:cNvGrpSpPr/>
          <p:nvPr/>
        </p:nvGrpSpPr>
        <p:grpSpPr>
          <a:xfrm>
            <a:off x="5898315" y="1566717"/>
            <a:ext cx="630301" cy="1523496"/>
            <a:chOff x="2937302" y="1433712"/>
            <a:chExt cx="630301" cy="1523496"/>
          </a:xfrm>
        </p:grpSpPr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A441716E-7006-22DE-F497-1C807C07DEA6}"/>
                </a:ext>
              </a:extLst>
            </p:cNvPr>
            <p:cNvSpPr/>
            <p:nvPr/>
          </p:nvSpPr>
          <p:spPr>
            <a:xfrm rot="5400000" flipV="1">
              <a:off x="2690761" y="2193916"/>
              <a:ext cx="1123385" cy="403200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FF000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315332-F9DD-4054-3351-E79E4B971BC7}"/>
                </a:ext>
              </a:extLst>
            </p:cNvPr>
            <p:cNvSpPr txBox="1"/>
            <p:nvPr/>
          </p:nvSpPr>
          <p:spPr>
            <a:xfrm>
              <a:off x="2937302" y="1433712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FF0000"/>
                  </a:solidFill>
                </a:rPr>
                <a:t>× 10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F344D49-69F7-F2AB-7730-F2105F7727A8}"/>
              </a:ext>
            </a:extLst>
          </p:cNvPr>
          <p:cNvSpPr txBox="1"/>
          <p:nvPr/>
        </p:nvSpPr>
        <p:spPr>
          <a:xfrm>
            <a:off x="6554128" y="2338985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9D65D87-8D00-E6F5-013A-2429FCECC08D}"/>
              </a:ext>
            </a:extLst>
          </p:cNvPr>
          <p:cNvSpPr/>
          <p:nvPr/>
        </p:nvSpPr>
        <p:spPr>
          <a:xfrm>
            <a:off x="6445128" y="2781216"/>
            <a:ext cx="147638" cy="147638"/>
          </a:xfrm>
          <a:prstGeom prst="ellipse">
            <a:avLst/>
          </a:prstGeom>
          <a:solidFill>
            <a:srgbClr val="FF000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8013C9-8460-516D-DEFA-493FD7DB230C}"/>
              </a:ext>
            </a:extLst>
          </p:cNvPr>
          <p:cNvSpPr txBox="1"/>
          <p:nvPr/>
        </p:nvSpPr>
        <p:spPr>
          <a:xfrm>
            <a:off x="528302" y="1084751"/>
            <a:ext cx="26180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12,7 × 1000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872184-27A3-A0E4-B260-1FB898482EE8}"/>
              </a:ext>
            </a:extLst>
          </p:cNvPr>
          <p:cNvSpPr txBox="1"/>
          <p:nvPr/>
        </p:nvSpPr>
        <p:spPr>
          <a:xfrm>
            <a:off x="3338004" y="1084751"/>
            <a:ext cx="18533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= 12700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29E687-29A9-AE23-6241-94F65E29454D}"/>
              </a:ext>
            </a:extLst>
          </p:cNvPr>
          <p:cNvSpPr txBox="1"/>
          <p:nvPr/>
        </p:nvSpPr>
        <p:spPr>
          <a:xfrm>
            <a:off x="7795863" y="5080776"/>
            <a:ext cx="12779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9,05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4C83C5-03C1-F98C-32F2-46FD6E57BB4E}"/>
              </a:ext>
            </a:extLst>
          </p:cNvPr>
          <p:cNvSpPr txBox="1"/>
          <p:nvPr/>
        </p:nvSpPr>
        <p:spPr>
          <a:xfrm>
            <a:off x="7115362" y="2338985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6543671-A1F2-90D5-B95D-EE3D5A48C7E7}"/>
              </a:ext>
            </a:extLst>
          </p:cNvPr>
          <p:cNvSpPr/>
          <p:nvPr/>
        </p:nvSpPr>
        <p:spPr>
          <a:xfrm>
            <a:off x="6996626" y="2781216"/>
            <a:ext cx="147638" cy="147638"/>
          </a:xfrm>
          <a:prstGeom prst="ellipse">
            <a:avLst/>
          </a:prstGeom>
          <a:solidFill>
            <a:srgbClr val="FF000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AF424E8-01B5-F15C-25D1-D652A087552F}"/>
              </a:ext>
            </a:extLst>
          </p:cNvPr>
          <p:cNvGrpSpPr/>
          <p:nvPr/>
        </p:nvGrpSpPr>
        <p:grpSpPr>
          <a:xfrm>
            <a:off x="6515535" y="1566717"/>
            <a:ext cx="630301" cy="1523496"/>
            <a:chOff x="2937302" y="1433712"/>
            <a:chExt cx="630301" cy="1523496"/>
          </a:xfrm>
        </p:grpSpPr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7C96FCDF-3A13-BFEF-E15B-27F6D20D9C59}"/>
                </a:ext>
              </a:extLst>
            </p:cNvPr>
            <p:cNvSpPr/>
            <p:nvPr/>
          </p:nvSpPr>
          <p:spPr>
            <a:xfrm rot="5400000" flipV="1">
              <a:off x="2690761" y="2193916"/>
              <a:ext cx="1123385" cy="403200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FF000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7996032-A8D7-734B-D86E-EC921533079E}"/>
                </a:ext>
              </a:extLst>
            </p:cNvPr>
            <p:cNvSpPr txBox="1"/>
            <p:nvPr/>
          </p:nvSpPr>
          <p:spPr>
            <a:xfrm>
              <a:off x="2937302" y="1433712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FF0000"/>
                  </a:solidFill>
                </a:rPr>
                <a:t>× 10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8FB1B34-AEE4-043D-CF30-2CC98E575183}"/>
              </a:ext>
            </a:extLst>
          </p:cNvPr>
          <p:cNvGrpSpPr/>
          <p:nvPr/>
        </p:nvGrpSpPr>
        <p:grpSpPr>
          <a:xfrm>
            <a:off x="7187870" y="4308508"/>
            <a:ext cx="630301" cy="1523496"/>
            <a:chOff x="2482706" y="4091187"/>
            <a:chExt cx="630301" cy="1523496"/>
          </a:xfrm>
        </p:grpSpPr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B0223C28-134B-25A7-805C-756027DA8B0B}"/>
                </a:ext>
              </a:extLst>
            </p:cNvPr>
            <p:cNvSpPr/>
            <p:nvPr/>
          </p:nvSpPr>
          <p:spPr>
            <a:xfrm rot="5400000">
              <a:off x="2236164" y="4851300"/>
              <a:ext cx="1123385" cy="403381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0070C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579EFCC-40DD-444F-3EC3-3B1934A99FA7}"/>
                </a:ext>
              </a:extLst>
            </p:cNvPr>
            <p:cNvSpPr txBox="1"/>
            <p:nvPr/>
          </p:nvSpPr>
          <p:spPr>
            <a:xfrm>
              <a:off x="2482706" y="4091187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0070C0"/>
                  </a:solidFill>
                </a:rPr>
                <a:t>÷ 10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F3F68EE7-EA1D-2019-2B48-1C59BABD5A65}"/>
              </a:ext>
            </a:extLst>
          </p:cNvPr>
          <p:cNvSpPr txBox="1"/>
          <p:nvPr/>
        </p:nvSpPr>
        <p:spPr>
          <a:xfrm>
            <a:off x="528302" y="3814633"/>
            <a:ext cx="26180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9,05 ÷ 1000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F86EB3-8D0B-9DDB-8BEC-7257F4723F5B}"/>
              </a:ext>
            </a:extLst>
          </p:cNvPr>
          <p:cNvSpPr txBox="1"/>
          <p:nvPr/>
        </p:nvSpPr>
        <p:spPr>
          <a:xfrm>
            <a:off x="3338004" y="3814633"/>
            <a:ext cx="2242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= 0,00905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4EA9EE-132B-6D14-D805-9C6F907A91B0}"/>
              </a:ext>
            </a:extLst>
          </p:cNvPr>
          <p:cNvSpPr txBox="1"/>
          <p:nvPr/>
        </p:nvSpPr>
        <p:spPr>
          <a:xfrm>
            <a:off x="7676596" y="2338985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AFFE17E-76A1-462A-9C25-533A6CC09861}"/>
              </a:ext>
            </a:extLst>
          </p:cNvPr>
          <p:cNvSpPr/>
          <p:nvPr/>
        </p:nvSpPr>
        <p:spPr>
          <a:xfrm>
            <a:off x="7546853" y="2781216"/>
            <a:ext cx="147638" cy="147638"/>
          </a:xfrm>
          <a:prstGeom prst="ellipse">
            <a:avLst/>
          </a:prstGeom>
          <a:solidFill>
            <a:srgbClr val="FF000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0F0C6F-144E-3297-F078-1118FB6FE67E}"/>
              </a:ext>
            </a:extLst>
          </p:cNvPr>
          <p:cNvSpPr txBox="1"/>
          <p:nvPr/>
        </p:nvSpPr>
        <p:spPr>
          <a:xfrm>
            <a:off x="8237831" y="2338985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FF0000"/>
                </a:solidFill>
              </a:rPr>
              <a:t>0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C65EB81-F684-29BE-4DC0-CB55546E8F46}"/>
              </a:ext>
            </a:extLst>
          </p:cNvPr>
          <p:cNvGrpSpPr/>
          <p:nvPr/>
        </p:nvGrpSpPr>
        <p:grpSpPr>
          <a:xfrm>
            <a:off x="7067985" y="1566717"/>
            <a:ext cx="630301" cy="1523496"/>
            <a:chOff x="2937302" y="1433712"/>
            <a:chExt cx="630301" cy="1523496"/>
          </a:xfrm>
        </p:grpSpPr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FE6B0494-C7B6-0098-1724-B8AA3D2AAA75}"/>
                </a:ext>
              </a:extLst>
            </p:cNvPr>
            <p:cNvSpPr/>
            <p:nvPr/>
          </p:nvSpPr>
          <p:spPr>
            <a:xfrm rot="5400000" flipV="1">
              <a:off x="2690761" y="2193916"/>
              <a:ext cx="1123385" cy="403200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FF000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81C2C85-689B-2278-4BC5-1D5FFE11FE98}"/>
                </a:ext>
              </a:extLst>
            </p:cNvPr>
            <p:cNvSpPr txBox="1"/>
            <p:nvPr/>
          </p:nvSpPr>
          <p:spPr>
            <a:xfrm>
              <a:off x="2937302" y="1433712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FF0000"/>
                  </a:solidFill>
                </a:rPr>
                <a:t>× 10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3A19D70-9340-4753-7B69-F68ACCDF2E88}"/>
              </a:ext>
            </a:extLst>
          </p:cNvPr>
          <p:cNvSpPr txBox="1"/>
          <p:nvPr/>
        </p:nvSpPr>
        <p:spPr>
          <a:xfrm>
            <a:off x="6248153" y="5080776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371DEDE-60AB-8441-8820-345330C159DF}"/>
              </a:ext>
            </a:extLst>
          </p:cNvPr>
          <p:cNvSpPr/>
          <p:nvPr/>
        </p:nvSpPr>
        <p:spPr>
          <a:xfrm>
            <a:off x="6678398" y="5523007"/>
            <a:ext cx="147638" cy="147638"/>
          </a:xfrm>
          <a:prstGeom prst="ellipse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F4CD70-BC68-6EAF-C8BC-CAF35ED6981F}"/>
              </a:ext>
            </a:extLst>
          </p:cNvPr>
          <p:cNvSpPr txBox="1"/>
          <p:nvPr/>
        </p:nvSpPr>
        <p:spPr>
          <a:xfrm>
            <a:off x="5743328" y="5080776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0070C0"/>
                </a:solidFill>
              </a:rPr>
              <a:t>0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05AD914-7A68-7D60-36B3-4F6AD22E0161}"/>
              </a:ext>
            </a:extLst>
          </p:cNvPr>
          <p:cNvGrpSpPr/>
          <p:nvPr/>
        </p:nvGrpSpPr>
        <p:grpSpPr>
          <a:xfrm>
            <a:off x="6605979" y="4308508"/>
            <a:ext cx="630301" cy="1523496"/>
            <a:chOff x="2482706" y="4091187"/>
            <a:chExt cx="630301" cy="1523496"/>
          </a:xfrm>
        </p:grpSpPr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ADD38172-4043-DDDE-A0BB-10E64BC73404}"/>
                </a:ext>
              </a:extLst>
            </p:cNvPr>
            <p:cNvSpPr/>
            <p:nvPr/>
          </p:nvSpPr>
          <p:spPr>
            <a:xfrm rot="5400000">
              <a:off x="2236164" y="4851300"/>
              <a:ext cx="1123385" cy="403381"/>
            </a:xfrm>
            <a:prstGeom prst="arc">
              <a:avLst>
                <a:gd name="adj1" fmla="val 6074475"/>
                <a:gd name="adj2" fmla="val 15761871"/>
              </a:avLst>
            </a:prstGeom>
            <a:ln w="28575">
              <a:solidFill>
                <a:srgbClr val="0070C0"/>
              </a:solidFill>
              <a:headEnd type="arrow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9AAAEF5-F277-4A71-C4F6-7E48DB9D1FE0}"/>
                </a:ext>
              </a:extLst>
            </p:cNvPr>
            <p:cNvSpPr txBox="1"/>
            <p:nvPr/>
          </p:nvSpPr>
          <p:spPr>
            <a:xfrm>
              <a:off x="2482706" y="4091187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2000" dirty="0">
                  <a:solidFill>
                    <a:srgbClr val="0070C0"/>
                  </a:solidFill>
                </a:rPr>
                <a:t>÷ 10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5F41013-9937-D4F2-F23C-56D5BE0FCE97}"/>
              </a:ext>
            </a:extLst>
          </p:cNvPr>
          <p:cNvSpPr txBox="1"/>
          <p:nvPr/>
        </p:nvSpPr>
        <p:spPr>
          <a:xfrm>
            <a:off x="5238503" y="5080776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>
                <a:solidFill>
                  <a:srgbClr val="0070C0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106906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7" grpId="1" animBg="1"/>
      <p:bldP spid="8" grpId="0"/>
      <p:bldP spid="9" grpId="0" animBg="1"/>
      <p:bldP spid="9" grpId="1" animBg="1"/>
      <p:bldP spid="16" grpId="0"/>
      <p:bldP spid="19" grpId="0"/>
      <p:bldP spid="20" grpId="0" animBg="1"/>
      <p:bldP spid="20" grpId="1" animBg="1"/>
      <p:bldP spid="26" grpId="0"/>
      <p:bldP spid="31" grpId="0"/>
      <p:bldP spid="32" grpId="0"/>
      <p:bldP spid="33" grpId="0" animBg="1"/>
      <p:bldP spid="33" grpId="1" animBg="1"/>
      <p:bldP spid="49" grpId="0"/>
      <p:bldP spid="2" grpId="0"/>
      <p:bldP spid="10" grpId="0" animBg="1"/>
      <p:bldP spid="11" grpId="0"/>
      <p:bldP spid="23" grpId="0"/>
      <p:bldP spid="24" grpId="0" animBg="1"/>
      <p:bldP spid="29" grpId="0"/>
      <p:bldP spid="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c 2">
            <a:extLst>
              <a:ext uri="{FF2B5EF4-FFF2-40B4-BE49-F238E27FC236}">
                <a16:creationId xmlns:a16="http://schemas.microsoft.com/office/drawing/2014/main" id="{085B6D47-4C8B-4E76-0D7E-77CA8908DAED}"/>
              </a:ext>
            </a:extLst>
          </p:cNvPr>
          <p:cNvSpPr/>
          <p:nvPr/>
        </p:nvSpPr>
        <p:spPr>
          <a:xfrm rot="5400000">
            <a:off x="6735923" y="5120912"/>
            <a:ext cx="1123385" cy="298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FC01AE-4B9E-D005-4CA5-31E9241087B4}"/>
              </a:ext>
            </a:extLst>
          </p:cNvPr>
          <p:cNvSpPr txBox="1"/>
          <p:nvPr/>
        </p:nvSpPr>
        <p:spPr>
          <a:xfrm>
            <a:off x="115097" y="123303"/>
            <a:ext cx="4856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3200" b="1" dirty="0">
                <a:solidFill>
                  <a:srgbClr val="00B050"/>
                </a:solidFill>
                <a:latin typeface="Berlin Sans FB Demi" panose="020E0802020502020306" pitchFamily="34" charset="0"/>
              </a:rPr>
              <a:t>Ондук чекитти жылдыруу</a:t>
            </a:r>
            <a:endParaRPr lang="en-GB" sz="3200" b="1" dirty="0">
              <a:solidFill>
                <a:srgbClr val="00B05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DFCCE5-1F9A-4E0C-1C8A-129FB28CB701}"/>
              </a:ext>
            </a:extLst>
          </p:cNvPr>
          <p:cNvSpPr txBox="1"/>
          <p:nvPr/>
        </p:nvSpPr>
        <p:spPr>
          <a:xfrm>
            <a:off x="7042343" y="228078"/>
            <a:ext cx="2549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Бул жакшы ыкмабы?</a:t>
            </a:r>
            <a:endParaRPr lang="en-GB" sz="20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5BCA9E4-94AB-2F5D-A695-1E5E6DF54325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6BF91A-6281-54EF-0841-1E772C9A23F0}"/>
              </a:ext>
            </a:extLst>
          </p:cNvPr>
          <p:cNvSpPr txBox="1"/>
          <p:nvPr/>
        </p:nvSpPr>
        <p:spPr>
          <a:xfrm>
            <a:off x="5495452" y="2338985"/>
            <a:ext cx="21339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spc="300" dirty="0"/>
              <a:t>0,5061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A441716E-7006-22DE-F497-1C807C07DEA6}"/>
              </a:ext>
            </a:extLst>
          </p:cNvPr>
          <p:cNvSpPr/>
          <p:nvPr/>
        </p:nvSpPr>
        <p:spPr>
          <a:xfrm rot="5400000" flipV="1">
            <a:off x="5689879" y="2379297"/>
            <a:ext cx="1123385" cy="29845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9D65D87-8D00-E6F5-013A-2429FCECC08D}"/>
              </a:ext>
            </a:extLst>
          </p:cNvPr>
          <p:cNvSpPr/>
          <p:nvPr/>
        </p:nvSpPr>
        <p:spPr>
          <a:xfrm>
            <a:off x="7100016" y="2714541"/>
            <a:ext cx="147638" cy="147638"/>
          </a:xfrm>
          <a:prstGeom prst="ellipse">
            <a:avLst/>
          </a:prstGeom>
          <a:solidFill>
            <a:srgbClr val="FF000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8013C9-8460-516D-DEFA-493FD7DB230C}"/>
              </a:ext>
            </a:extLst>
          </p:cNvPr>
          <p:cNvSpPr txBox="1"/>
          <p:nvPr/>
        </p:nvSpPr>
        <p:spPr>
          <a:xfrm>
            <a:off x="528302" y="1084751"/>
            <a:ext cx="31373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0,5061 × 1000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872184-27A3-A0E4-B260-1FB898482EE8}"/>
              </a:ext>
            </a:extLst>
          </p:cNvPr>
          <p:cNvSpPr txBox="1"/>
          <p:nvPr/>
        </p:nvSpPr>
        <p:spPr>
          <a:xfrm>
            <a:off x="3728702" y="1084751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= 506,1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F68EE7-EA1D-2019-2B48-1C59BABD5A65}"/>
              </a:ext>
            </a:extLst>
          </p:cNvPr>
          <p:cNvSpPr txBox="1"/>
          <p:nvPr/>
        </p:nvSpPr>
        <p:spPr>
          <a:xfrm>
            <a:off x="528302" y="3814633"/>
            <a:ext cx="30075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68051 ÷ 1000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F86EB3-8D0B-9DDB-8BEC-7257F4723F5B}"/>
              </a:ext>
            </a:extLst>
          </p:cNvPr>
          <p:cNvSpPr txBox="1"/>
          <p:nvPr/>
        </p:nvSpPr>
        <p:spPr>
          <a:xfrm>
            <a:off x="3504259" y="3814633"/>
            <a:ext cx="19832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= 68,051</a:t>
            </a:r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27F977C0-C781-DB62-AF15-781BB8097C69}"/>
              </a:ext>
            </a:extLst>
          </p:cNvPr>
          <p:cNvSpPr/>
          <p:nvPr/>
        </p:nvSpPr>
        <p:spPr>
          <a:xfrm rot="5400000" flipV="1">
            <a:off x="6075642" y="2379298"/>
            <a:ext cx="1123385" cy="29845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560119F9-6FCE-E0B6-7ADC-CB48C4C8DA35}"/>
              </a:ext>
            </a:extLst>
          </p:cNvPr>
          <p:cNvSpPr/>
          <p:nvPr/>
        </p:nvSpPr>
        <p:spPr>
          <a:xfrm rot="5400000" flipV="1">
            <a:off x="6442356" y="2379299"/>
            <a:ext cx="1123385" cy="29845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A26CB62-9C90-49B2-D38C-BF7DD0078244}"/>
              </a:ext>
            </a:extLst>
          </p:cNvPr>
          <p:cNvSpPr txBox="1"/>
          <p:nvPr/>
        </p:nvSpPr>
        <p:spPr>
          <a:xfrm>
            <a:off x="5617928" y="5080776"/>
            <a:ext cx="19399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spc="300" dirty="0"/>
              <a:t>68051</a:t>
            </a:r>
          </a:p>
        </p:txBody>
      </p:sp>
      <p:sp>
        <p:nvSpPr>
          <p:cNvPr id="60" name="Arc 59">
            <a:extLst>
              <a:ext uri="{FF2B5EF4-FFF2-40B4-BE49-F238E27FC236}">
                <a16:creationId xmlns:a16="http://schemas.microsoft.com/office/drawing/2014/main" id="{68A78F92-20C5-F266-0250-21937C277F10}"/>
              </a:ext>
            </a:extLst>
          </p:cNvPr>
          <p:cNvSpPr/>
          <p:nvPr/>
        </p:nvSpPr>
        <p:spPr>
          <a:xfrm rot="5400000">
            <a:off x="6361850" y="5120912"/>
            <a:ext cx="1123385" cy="298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Arc 60">
            <a:extLst>
              <a:ext uri="{FF2B5EF4-FFF2-40B4-BE49-F238E27FC236}">
                <a16:creationId xmlns:a16="http://schemas.microsoft.com/office/drawing/2014/main" id="{FEE54348-3FA4-5513-9CAF-6CCB9BAC8401}"/>
              </a:ext>
            </a:extLst>
          </p:cNvPr>
          <p:cNvSpPr/>
          <p:nvPr/>
        </p:nvSpPr>
        <p:spPr>
          <a:xfrm rot="5400000">
            <a:off x="5979464" y="5120913"/>
            <a:ext cx="1123385" cy="298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838FB3-58E9-00BC-681D-671447D9CD21}"/>
              </a:ext>
            </a:extLst>
          </p:cNvPr>
          <p:cNvSpPr/>
          <p:nvPr/>
        </p:nvSpPr>
        <p:spPr>
          <a:xfrm>
            <a:off x="6296099" y="5420613"/>
            <a:ext cx="147638" cy="147638"/>
          </a:xfrm>
          <a:prstGeom prst="ellipse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CD515D-E890-6F6A-AE69-9F12487E6E47}"/>
              </a:ext>
            </a:extLst>
          </p:cNvPr>
          <p:cNvSpPr/>
          <p:nvPr/>
        </p:nvSpPr>
        <p:spPr>
          <a:xfrm>
            <a:off x="7427972" y="5523007"/>
            <a:ext cx="147638" cy="147638"/>
          </a:xfrm>
          <a:prstGeom prst="ellipse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9678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/>
      <p:bldP spid="17" grpId="0" animBg="1"/>
      <p:bldP spid="20" grpId="0" animBg="1"/>
      <p:bldP spid="26" grpId="0"/>
      <p:bldP spid="49" grpId="0"/>
      <p:bldP spid="57" grpId="0" animBg="1"/>
      <p:bldP spid="58" grpId="0" animBg="1"/>
      <p:bldP spid="59" grpId="0"/>
      <p:bldP spid="60" grpId="0" animBg="1"/>
      <p:bldP spid="61" grpId="0" animBg="1"/>
      <p:bldP spid="9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516637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516637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 flipV="1">
            <a:off x="4235224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4276979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391379" y="1107140"/>
            <a:ext cx="5124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10го, канча жолу көбөйтөбүз?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577752" y="222113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724895" y="222113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40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299914" y="427763"/>
            <a:ext cx="1165860" cy="358140"/>
          </a:xfrm>
          <a:prstGeom prst="rightArrow">
            <a:avLst/>
          </a:prstGeom>
          <a:noFill/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518628-62B4-32BB-E1C8-3C8AEDE9DB9F}"/>
              </a:ext>
            </a:extLst>
          </p:cNvPr>
          <p:cNvSpPr txBox="1"/>
          <p:nvPr/>
        </p:nvSpPr>
        <p:spPr>
          <a:xfrm>
            <a:off x="4012141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27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6" grpId="0"/>
      <p:bldP spid="41" grpId="0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0594655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0594655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 flipV="1">
            <a:off x="4235224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4276979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400997" y="1107140"/>
            <a:ext cx="5105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10го, канча жолу көбөйтөбүз?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577752" y="222113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582227" y="222113"/>
            <a:ext cx="10406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300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241724" y="427763"/>
            <a:ext cx="1165860" cy="358140"/>
          </a:xfrm>
          <a:prstGeom prst="rightArrow">
            <a:avLst/>
          </a:prstGeom>
          <a:noFill/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518628-62B4-32BB-E1C8-3C8AEDE9DB9F}"/>
              </a:ext>
            </a:extLst>
          </p:cNvPr>
          <p:cNvSpPr txBox="1"/>
          <p:nvPr/>
        </p:nvSpPr>
        <p:spPr>
          <a:xfrm>
            <a:off x="4012141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072D64-4582-97DF-6771-7ED89DD05D40}"/>
              </a:ext>
            </a:extLst>
          </p:cNvPr>
          <p:cNvSpPr txBox="1"/>
          <p:nvPr/>
        </p:nvSpPr>
        <p:spPr>
          <a:xfrm>
            <a:off x="3268133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C3BB14F8-5046-D3D8-97AF-8BEF811BF387}"/>
              </a:ext>
            </a:extLst>
          </p:cNvPr>
          <p:cNvSpPr/>
          <p:nvPr/>
        </p:nvSpPr>
        <p:spPr>
          <a:xfrm rot="16200000" flipV="1">
            <a:off x="3395640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4957A4-F117-5F2A-5E01-06F65D65A283}"/>
              </a:ext>
            </a:extLst>
          </p:cNvPr>
          <p:cNvSpPr txBox="1"/>
          <p:nvPr/>
        </p:nvSpPr>
        <p:spPr>
          <a:xfrm>
            <a:off x="3437395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</p:spTree>
    <p:extLst>
      <p:ext uri="{BB962C8B-B14F-4D97-AF65-F5344CB8AC3E}">
        <p14:creationId xmlns:p14="http://schemas.microsoft.com/office/powerpoint/2010/main" val="418052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6" grpId="0"/>
      <p:bldP spid="38" grpId="0"/>
      <p:bldP spid="41" grpId="0"/>
      <p:bldP spid="42" grpId="0"/>
      <p:bldP spid="14" grpId="0" animBg="1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2130430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2130430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 flipV="1">
            <a:off x="4235224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4276979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400997" y="1107140"/>
            <a:ext cx="5105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10го, канча жолу көбөйтөбүз?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577752" y="222113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439561" y="222113"/>
            <a:ext cx="13260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7000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183535" y="427763"/>
            <a:ext cx="1165860" cy="358140"/>
          </a:xfrm>
          <a:prstGeom prst="rightArrow">
            <a:avLst/>
          </a:prstGeom>
          <a:noFill/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518628-62B4-32BB-E1C8-3C8AEDE9DB9F}"/>
              </a:ext>
            </a:extLst>
          </p:cNvPr>
          <p:cNvSpPr txBox="1"/>
          <p:nvPr/>
        </p:nvSpPr>
        <p:spPr>
          <a:xfrm>
            <a:off x="4012141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072D64-4582-97DF-6771-7ED89DD05D40}"/>
              </a:ext>
            </a:extLst>
          </p:cNvPr>
          <p:cNvSpPr txBox="1"/>
          <p:nvPr/>
        </p:nvSpPr>
        <p:spPr>
          <a:xfrm>
            <a:off x="3268133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6AD033-8381-83C5-6D6E-0565F3CDB7D8}"/>
              </a:ext>
            </a:extLst>
          </p:cNvPr>
          <p:cNvSpPr txBox="1"/>
          <p:nvPr/>
        </p:nvSpPr>
        <p:spPr>
          <a:xfrm>
            <a:off x="2524125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75E8C1B2-67CF-3CC9-83E6-552EEB32245B}"/>
              </a:ext>
            </a:extLst>
          </p:cNvPr>
          <p:cNvSpPr/>
          <p:nvPr/>
        </p:nvSpPr>
        <p:spPr>
          <a:xfrm rot="16200000" flipV="1">
            <a:off x="3395640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093A46-F24F-BFA8-0FDE-A2E3DC74854F}"/>
              </a:ext>
            </a:extLst>
          </p:cNvPr>
          <p:cNvSpPr txBox="1"/>
          <p:nvPr/>
        </p:nvSpPr>
        <p:spPr>
          <a:xfrm>
            <a:off x="3437395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B8A84FC0-49A8-142C-4F80-EEA6787DE36C}"/>
              </a:ext>
            </a:extLst>
          </p:cNvPr>
          <p:cNvSpPr/>
          <p:nvPr/>
        </p:nvSpPr>
        <p:spPr>
          <a:xfrm rot="16200000" flipV="1">
            <a:off x="2639182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6AB5E8-2798-C890-A0AA-3572C5D332C3}"/>
              </a:ext>
            </a:extLst>
          </p:cNvPr>
          <p:cNvSpPr txBox="1"/>
          <p:nvPr/>
        </p:nvSpPr>
        <p:spPr>
          <a:xfrm>
            <a:off x="2680937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</p:spTree>
    <p:extLst>
      <p:ext uri="{BB962C8B-B14F-4D97-AF65-F5344CB8AC3E}">
        <p14:creationId xmlns:p14="http://schemas.microsoft.com/office/powerpoint/2010/main" val="333340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6" grpId="0"/>
      <p:bldP spid="38" grpId="0"/>
      <p:bldP spid="40" grpId="0"/>
      <p:bldP spid="41" grpId="0"/>
      <p:bldP spid="42" grpId="0"/>
      <p:bldP spid="12" grpId="0" animBg="1"/>
      <p:bldP spid="13" grpId="0"/>
      <p:bldP spid="16" grpId="0" animBg="1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5077728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5077728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 flipV="1">
            <a:off x="4235224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4276979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400997" y="1107140"/>
            <a:ext cx="5105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10го, канча жолу көбөйтөбүз?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363751" y="222113"/>
            <a:ext cx="8980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1,2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582227" y="222113"/>
            <a:ext cx="10406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120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374728" y="427763"/>
            <a:ext cx="1165860" cy="358140"/>
          </a:xfrm>
          <a:prstGeom prst="rightArrow">
            <a:avLst/>
          </a:prstGeom>
          <a:noFill/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518628-62B4-32BB-E1C8-3C8AEDE9DB9F}"/>
              </a:ext>
            </a:extLst>
          </p:cNvPr>
          <p:cNvSpPr txBox="1"/>
          <p:nvPr/>
        </p:nvSpPr>
        <p:spPr>
          <a:xfrm>
            <a:off x="4012141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  <a:endParaRPr lang="en-GB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072D64-4582-97DF-6771-7ED89DD05D40}"/>
              </a:ext>
            </a:extLst>
          </p:cNvPr>
          <p:cNvSpPr txBox="1"/>
          <p:nvPr/>
        </p:nvSpPr>
        <p:spPr>
          <a:xfrm>
            <a:off x="3268133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672AE36-8AD3-0BD4-2A1F-0DDAC5A9B4B0}"/>
              </a:ext>
            </a:extLst>
          </p:cNvPr>
          <p:cNvSpPr txBox="1"/>
          <p:nvPr/>
        </p:nvSpPr>
        <p:spPr>
          <a:xfrm>
            <a:off x="5500157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  <a:endParaRPr lang="en-GB" dirty="0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99DD5624-73C0-8DE6-166B-3E4906D19019}"/>
              </a:ext>
            </a:extLst>
          </p:cNvPr>
          <p:cNvSpPr/>
          <p:nvPr/>
        </p:nvSpPr>
        <p:spPr>
          <a:xfrm rot="16200000" flipV="1">
            <a:off x="3395640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90B427-E422-607B-A5B2-541493339EF1}"/>
              </a:ext>
            </a:extLst>
          </p:cNvPr>
          <p:cNvSpPr txBox="1"/>
          <p:nvPr/>
        </p:nvSpPr>
        <p:spPr>
          <a:xfrm>
            <a:off x="3437395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</p:spTree>
    <p:extLst>
      <p:ext uri="{BB962C8B-B14F-4D97-AF65-F5344CB8AC3E}">
        <p14:creationId xmlns:p14="http://schemas.microsoft.com/office/powerpoint/2010/main" val="3021104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6" grpId="0"/>
      <p:bldP spid="38" grpId="0"/>
      <p:bldP spid="41" grpId="0"/>
      <p:bldP spid="42" grpId="0"/>
      <p:bldP spid="43" grpId="0"/>
      <p:bldP spid="14" grpId="0" animBg="1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2259012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2259012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 flipV="1">
            <a:off x="4235224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4276979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400997" y="1107140"/>
            <a:ext cx="5105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10го, канча жолу көбөйтөбүз?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363751" y="222113"/>
            <a:ext cx="8980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0,8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582227" y="222113"/>
            <a:ext cx="10406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800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374728" y="427763"/>
            <a:ext cx="1165860" cy="358140"/>
          </a:xfrm>
          <a:prstGeom prst="rightArrow">
            <a:avLst/>
          </a:prstGeom>
          <a:noFill/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518628-62B4-32BB-E1C8-3C8AEDE9DB9F}"/>
              </a:ext>
            </a:extLst>
          </p:cNvPr>
          <p:cNvSpPr txBox="1"/>
          <p:nvPr/>
        </p:nvSpPr>
        <p:spPr>
          <a:xfrm>
            <a:off x="4012141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072D64-4582-97DF-6771-7ED89DD05D40}"/>
              </a:ext>
            </a:extLst>
          </p:cNvPr>
          <p:cNvSpPr txBox="1"/>
          <p:nvPr/>
        </p:nvSpPr>
        <p:spPr>
          <a:xfrm>
            <a:off x="3268133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672AE36-8AD3-0BD4-2A1F-0DDAC5A9B4B0}"/>
              </a:ext>
            </a:extLst>
          </p:cNvPr>
          <p:cNvSpPr txBox="1"/>
          <p:nvPr/>
        </p:nvSpPr>
        <p:spPr>
          <a:xfrm>
            <a:off x="5500157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117C595F-4C19-3B3F-7833-AC567676F8C7}"/>
              </a:ext>
            </a:extLst>
          </p:cNvPr>
          <p:cNvSpPr/>
          <p:nvPr/>
        </p:nvSpPr>
        <p:spPr>
          <a:xfrm rot="16200000" flipV="1">
            <a:off x="3362388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EE8D51-18C9-BFCB-2648-AD30DC777D0C}"/>
              </a:ext>
            </a:extLst>
          </p:cNvPr>
          <p:cNvSpPr txBox="1"/>
          <p:nvPr/>
        </p:nvSpPr>
        <p:spPr>
          <a:xfrm>
            <a:off x="3404143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B1E0A137-5519-B52B-03E5-04A07E8657E3}"/>
              </a:ext>
            </a:extLst>
          </p:cNvPr>
          <p:cNvSpPr/>
          <p:nvPr/>
        </p:nvSpPr>
        <p:spPr>
          <a:xfrm rot="16200000" flipV="1">
            <a:off x="5049871" y="5674107"/>
            <a:ext cx="713810" cy="605096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49E688-2833-BA1E-5592-0F4E111FA331}"/>
              </a:ext>
            </a:extLst>
          </p:cNvPr>
          <p:cNvSpPr txBox="1"/>
          <p:nvPr/>
        </p:nvSpPr>
        <p:spPr>
          <a:xfrm>
            <a:off x="5091626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D2B601-D92F-98B1-8841-E0755B9FFF88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1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6" grpId="0"/>
      <p:bldP spid="38" grpId="0"/>
      <p:bldP spid="42" grpId="0"/>
      <p:bldP spid="43" grpId="0"/>
      <p:bldP spid="12" grpId="0" animBg="1"/>
      <p:bldP spid="13" grpId="0"/>
      <p:bldP spid="14" grpId="0" animBg="1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9856936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9856936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>
            <a:off x="3418696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3487963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539657" y="1107140"/>
            <a:ext cx="4827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</a:t>
            </a:r>
            <a:r>
              <a:rPr lang="en-US" sz="2400" dirty="0"/>
              <a:t>,</a:t>
            </a:r>
            <a:r>
              <a:rPr lang="ru-RU" sz="2400" dirty="0"/>
              <a:t>канча жолу бөлөбүз?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292417" y="222113"/>
            <a:ext cx="10406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724895" y="222113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30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457855" y="427763"/>
            <a:ext cx="1165860" cy="358140"/>
          </a:xfrm>
          <a:prstGeom prst="rightArrow">
            <a:avLst/>
          </a:prstGeom>
          <a:noFill/>
          <a:ln w="28575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037AB2-FB19-0C5F-257A-0F2D28EBC6AE}"/>
              </a:ext>
            </a:extLst>
          </p:cNvPr>
          <p:cNvSpPr txBox="1"/>
          <p:nvPr/>
        </p:nvSpPr>
        <p:spPr>
          <a:xfrm>
            <a:off x="4012141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518628-62B4-32BB-E1C8-3C8AEDE9DB9F}"/>
              </a:ext>
            </a:extLst>
          </p:cNvPr>
          <p:cNvSpPr txBox="1"/>
          <p:nvPr/>
        </p:nvSpPr>
        <p:spPr>
          <a:xfrm>
            <a:off x="4012141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2F3660-F34A-E200-0B8C-A32A32501BBA}"/>
              </a:ext>
            </a:extLst>
          </p:cNvPr>
          <p:cNvSpPr txBox="1"/>
          <p:nvPr/>
        </p:nvSpPr>
        <p:spPr>
          <a:xfrm>
            <a:off x="3268133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5496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5" grpId="0"/>
      <p:bldP spid="36" grpId="0"/>
      <p:bldP spid="37" grpId="0"/>
      <p:bldP spid="41" grpId="0"/>
      <p:bldP spid="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9225102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9225102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>
            <a:off x="3418696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3487963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539657" y="1107140"/>
            <a:ext cx="4827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</a:t>
            </a:r>
            <a:r>
              <a:rPr lang="en-US" sz="2400" dirty="0"/>
              <a:t>,</a:t>
            </a:r>
            <a:r>
              <a:rPr lang="ru-RU" sz="2400" dirty="0"/>
              <a:t>канча жолу бөлөбүз?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149751" y="222113"/>
            <a:ext cx="13260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867562" y="222113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607484" y="427763"/>
            <a:ext cx="1165860" cy="358140"/>
          </a:xfrm>
          <a:prstGeom prst="rightArrow">
            <a:avLst/>
          </a:prstGeom>
          <a:noFill/>
          <a:ln w="28575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037AB2-FB19-0C5F-257A-0F2D28EBC6AE}"/>
              </a:ext>
            </a:extLst>
          </p:cNvPr>
          <p:cNvSpPr txBox="1"/>
          <p:nvPr/>
        </p:nvSpPr>
        <p:spPr>
          <a:xfrm>
            <a:off x="4012141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2F3660-F34A-E200-0B8C-A32A32501BBA}"/>
              </a:ext>
            </a:extLst>
          </p:cNvPr>
          <p:cNvSpPr txBox="1"/>
          <p:nvPr/>
        </p:nvSpPr>
        <p:spPr>
          <a:xfrm>
            <a:off x="3268133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CF2A8A-D39D-4B37-AE57-8E030DBB0C3B}"/>
              </a:ext>
            </a:extLst>
          </p:cNvPr>
          <p:cNvSpPr txBox="1"/>
          <p:nvPr/>
        </p:nvSpPr>
        <p:spPr>
          <a:xfrm>
            <a:off x="2524125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103AA43-099E-FD08-B50F-78AC0BAA9963}"/>
              </a:ext>
            </a:extLst>
          </p:cNvPr>
          <p:cNvSpPr/>
          <p:nvPr/>
        </p:nvSpPr>
        <p:spPr>
          <a:xfrm rot="16200000">
            <a:off x="4166841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33720-DD69-0A41-8E32-EB044DEAF5A2}"/>
              </a:ext>
            </a:extLst>
          </p:cNvPr>
          <p:cNvSpPr txBox="1"/>
          <p:nvPr/>
        </p:nvSpPr>
        <p:spPr>
          <a:xfrm>
            <a:off x="4236108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8AAFBF60-CB4F-2C39-4177-5670B871837C}"/>
              </a:ext>
            </a:extLst>
          </p:cNvPr>
          <p:cNvSpPr/>
          <p:nvPr/>
        </p:nvSpPr>
        <p:spPr>
          <a:xfrm rot="16200000">
            <a:off x="2653924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A8459F-8555-0BDC-6ED5-3FEB6DCB1AE8}"/>
              </a:ext>
            </a:extLst>
          </p:cNvPr>
          <p:cNvSpPr txBox="1"/>
          <p:nvPr/>
        </p:nvSpPr>
        <p:spPr>
          <a:xfrm>
            <a:off x="2723191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</p:spTree>
    <p:extLst>
      <p:ext uri="{BB962C8B-B14F-4D97-AF65-F5344CB8AC3E}">
        <p14:creationId xmlns:p14="http://schemas.microsoft.com/office/powerpoint/2010/main" val="820246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5" grpId="0"/>
      <p:bldP spid="37" grpId="0"/>
      <p:bldP spid="39" grpId="0"/>
      <p:bldP spid="41" grpId="0"/>
      <p:bldP spid="42" grpId="0"/>
      <p:bldP spid="12" grpId="0" animBg="1"/>
      <p:bldP spid="13" grpId="0"/>
      <p:bldP spid="16" grpId="0" animBg="1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4973280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4973280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>
            <a:off x="3418696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3487963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539657" y="1107140"/>
            <a:ext cx="4827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</a:t>
            </a:r>
            <a:r>
              <a:rPr lang="en-US" sz="2400" dirty="0"/>
              <a:t>,</a:t>
            </a:r>
            <a:r>
              <a:rPr lang="ru-RU" sz="2400" dirty="0"/>
              <a:t>канча жолу бөлөбүз?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292418" y="222113"/>
            <a:ext cx="10406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750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653561" y="222113"/>
            <a:ext cx="8980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7,5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449542" y="427763"/>
            <a:ext cx="1165860" cy="358140"/>
          </a:xfrm>
          <a:prstGeom prst="rightArrow">
            <a:avLst/>
          </a:prstGeom>
          <a:noFill/>
          <a:ln w="28575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037AB2-FB19-0C5F-257A-0F2D28EBC6AE}"/>
              </a:ext>
            </a:extLst>
          </p:cNvPr>
          <p:cNvSpPr txBox="1"/>
          <p:nvPr/>
        </p:nvSpPr>
        <p:spPr>
          <a:xfrm>
            <a:off x="4012141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2F3660-F34A-E200-0B8C-A32A32501BBA}"/>
              </a:ext>
            </a:extLst>
          </p:cNvPr>
          <p:cNvSpPr txBox="1"/>
          <p:nvPr/>
        </p:nvSpPr>
        <p:spPr>
          <a:xfrm>
            <a:off x="3268133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  <a:endParaRPr lang="en-GB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744CAF-B858-832C-BF1C-249849FB7389}"/>
              </a:ext>
            </a:extLst>
          </p:cNvPr>
          <p:cNvSpPr txBox="1"/>
          <p:nvPr/>
        </p:nvSpPr>
        <p:spPr>
          <a:xfrm>
            <a:off x="5500157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103AA43-099E-FD08-B50F-78AC0BAA9963}"/>
              </a:ext>
            </a:extLst>
          </p:cNvPr>
          <p:cNvSpPr/>
          <p:nvPr/>
        </p:nvSpPr>
        <p:spPr>
          <a:xfrm rot="16200000">
            <a:off x="4166841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33720-DD69-0A41-8E32-EB044DEAF5A2}"/>
              </a:ext>
            </a:extLst>
          </p:cNvPr>
          <p:cNvSpPr txBox="1"/>
          <p:nvPr/>
        </p:nvSpPr>
        <p:spPr>
          <a:xfrm>
            <a:off x="4236108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</p:spTree>
    <p:extLst>
      <p:ext uri="{BB962C8B-B14F-4D97-AF65-F5344CB8AC3E}">
        <p14:creationId xmlns:p14="http://schemas.microsoft.com/office/powerpoint/2010/main" val="2078411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5" grpId="0"/>
      <p:bldP spid="37" grpId="0"/>
      <p:bldP spid="41" grpId="0"/>
      <p:bldP spid="42" grpId="0"/>
      <p:bldP spid="44" grpId="0"/>
      <p:bldP spid="12" grpId="0" animBg="1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5262611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5262611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539657" y="1107140"/>
            <a:ext cx="4827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</a:t>
            </a:r>
            <a:r>
              <a:rPr lang="en-US" sz="2400" dirty="0"/>
              <a:t>,</a:t>
            </a:r>
            <a:r>
              <a:rPr lang="ru-RU" sz="2400" dirty="0"/>
              <a:t>канча жолу бөлөбүз?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435085" y="222113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510894" y="222113"/>
            <a:ext cx="11833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0,04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316538" y="419451"/>
            <a:ext cx="1165860" cy="358140"/>
          </a:xfrm>
          <a:prstGeom prst="rightArrow">
            <a:avLst/>
          </a:prstGeom>
          <a:noFill/>
          <a:ln w="28575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037AB2-FB19-0C5F-257A-0F2D28EBC6AE}"/>
              </a:ext>
            </a:extLst>
          </p:cNvPr>
          <p:cNvSpPr txBox="1"/>
          <p:nvPr/>
        </p:nvSpPr>
        <p:spPr>
          <a:xfrm>
            <a:off x="4012141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744CAF-B858-832C-BF1C-249849FB7389}"/>
              </a:ext>
            </a:extLst>
          </p:cNvPr>
          <p:cNvSpPr txBox="1"/>
          <p:nvPr/>
        </p:nvSpPr>
        <p:spPr>
          <a:xfrm>
            <a:off x="5500157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D6CFDB-2076-2182-31E1-AF21A1E52422}"/>
              </a:ext>
            </a:extLst>
          </p:cNvPr>
          <p:cNvSpPr txBox="1"/>
          <p:nvPr/>
        </p:nvSpPr>
        <p:spPr>
          <a:xfrm>
            <a:off x="6244165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103AA43-099E-FD08-B50F-78AC0BAA9963}"/>
              </a:ext>
            </a:extLst>
          </p:cNvPr>
          <p:cNvSpPr/>
          <p:nvPr/>
        </p:nvSpPr>
        <p:spPr>
          <a:xfrm rot="16200000">
            <a:off x="4166841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33720-DD69-0A41-8E32-EB044DEAF5A2}"/>
              </a:ext>
            </a:extLst>
          </p:cNvPr>
          <p:cNvSpPr txBox="1"/>
          <p:nvPr/>
        </p:nvSpPr>
        <p:spPr>
          <a:xfrm>
            <a:off x="4236108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B3BA0DA7-4820-5C0D-3DAE-D71CB9B1E533}"/>
              </a:ext>
            </a:extLst>
          </p:cNvPr>
          <p:cNvSpPr/>
          <p:nvPr/>
        </p:nvSpPr>
        <p:spPr>
          <a:xfrm rot="16200000">
            <a:off x="5031364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BEC7D9-129E-488A-712C-71432A24CCBB}"/>
              </a:ext>
            </a:extLst>
          </p:cNvPr>
          <p:cNvSpPr txBox="1"/>
          <p:nvPr/>
        </p:nvSpPr>
        <p:spPr>
          <a:xfrm>
            <a:off x="5100631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E23CBF58-61F0-7DC2-A644-6BE6AC713DC6}"/>
              </a:ext>
            </a:extLst>
          </p:cNvPr>
          <p:cNvSpPr/>
          <p:nvPr/>
        </p:nvSpPr>
        <p:spPr>
          <a:xfrm rot="16200000">
            <a:off x="5754571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146FB1-B12E-06DF-CA37-C4A5CC9DAB8E}"/>
              </a:ext>
            </a:extLst>
          </p:cNvPr>
          <p:cNvSpPr txBox="1"/>
          <p:nvPr/>
        </p:nvSpPr>
        <p:spPr>
          <a:xfrm>
            <a:off x="5823838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</p:spTree>
    <p:extLst>
      <p:ext uri="{BB962C8B-B14F-4D97-AF65-F5344CB8AC3E}">
        <p14:creationId xmlns:p14="http://schemas.microsoft.com/office/powerpoint/2010/main" val="1210522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5" grpId="0"/>
      <p:bldP spid="41" grpId="0"/>
      <p:bldP spid="42" grpId="0"/>
      <p:bldP spid="44" grpId="0"/>
      <p:bldP spid="46" grpId="0"/>
      <p:bldP spid="12" grpId="0" animBg="1"/>
      <p:bldP spid="13" grpId="0"/>
      <p:bldP spid="14" grpId="0" animBg="1"/>
      <p:bldP spid="15" grpId="0"/>
      <p:bldP spid="18" grpId="0" animBg="1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959670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E8E24645-3BD1-49AB-8661-2AFF40305E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959670"/>
                  </p:ext>
                </p:extLst>
              </p:nvPr>
            </p:nvGraphicFramePr>
            <p:xfrm>
              <a:off x="2351320" y="1751138"/>
              <a:ext cx="5203359" cy="41384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337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76053670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2287683477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1842618894"/>
                        </a:ext>
                      </a:extLst>
                    </a:gridCol>
                    <a:gridCol w="743337">
                      <a:extLst>
                        <a:ext uri="{9D8B030D-6E8A-4147-A177-3AD203B41FA5}">
                          <a16:colId xmlns:a16="http://schemas.microsoft.com/office/drawing/2014/main" val="3905933062"/>
                        </a:ext>
                      </a:extLst>
                    </a:gridCol>
                  </a:tblGrid>
                  <a:tr h="1814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2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24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24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vert="vert27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10031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20" t="-181212" r="-6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20" t="-181212" r="-5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20" t="-181212" r="-40245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8374" t="-181212" r="-299187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639" t="-181212" r="-2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39" t="-181212" r="-101639" b="-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1639" t="-181212" r="-1639" b="-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0560985"/>
                      </a:ext>
                    </a:extLst>
                  </a:tr>
                  <a:tr h="660641"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3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55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C310EE1-C6A5-425E-B263-63E10614062B}"/>
              </a:ext>
            </a:extLst>
          </p:cNvPr>
          <p:cNvSpPr/>
          <p:nvPr/>
        </p:nvSpPr>
        <p:spPr>
          <a:xfrm>
            <a:off x="5274242" y="4040346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E7503A-2472-48C3-BDD9-4E52A4223100}"/>
              </a:ext>
            </a:extLst>
          </p:cNvPr>
          <p:cNvSpPr/>
          <p:nvPr/>
        </p:nvSpPr>
        <p:spPr>
          <a:xfrm>
            <a:off x="5274242" y="4860864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8FE3B1-5F55-4244-9048-5F5C630E7FC3}"/>
              </a:ext>
            </a:extLst>
          </p:cNvPr>
          <p:cNvSpPr/>
          <p:nvPr/>
        </p:nvSpPr>
        <p:spPr>
          <a:xfrm>
            <a:off x="5274242" y="5519455"/>
            <a:ext cx="97858" cy="97858"/>
          </a:xfrm>
          <a:prstGeom prst="ellipse">
            <a:avLst/>
          </a:prstGeom>
          <a:solidFill>
            <a:schemeClr val="tx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7A775D39-582E-0C75-AD22-4DDB8E8456D9}"/>
              </a:ext>
            </a:extLst>
          </p:cNvPr>
          <p:cNvSpPr/>
          <p:nvPr/>
        </p:nvSpPr>
        <p:spPr>
          <a:xfrm rot="16200000">
            <a:off x="3418696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4778F-6366-261A-1156-204A3D3DCC80}"/>
              </a:ext>
            </a:extLst>
          </p:cNvPr>
          <p:cNvSpPr txBox="1"/>
          <p:nvPr/>
        </p:nvSpPr>
        <p:spPr>
          <a:xfrm>
            <a:off x="3487963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C3AD6-9F15-ACAD-336F-5B77253EE177}"/>
              </a:ext>
            </a:extLst>
          </p:cNvPr>
          <p:cNvSpPr txBox="1"/>
          <p:nvPr/>
        </p:nvSpPr>
        <p:spPr>
          <a:xfrm>
            <a:off x="2539657" y="1107140"/>
            <a:ext cx="4827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10го</a:t>
            </a:r>
            <a:r>
              <a:rPr lang="en-US" sz="2400" dirty="0"/>
              <a:t>,</a:t>
            </a:r>
            <a:r>
              <a:rPr lang="ru-RU" sz="2400" dirty="0"/>
              <a:t>канча жолу бөлөбүз?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C8487-B824-6E7C-0008-4C9A3057CF44}"/>
              </a:ext>
            </a:extLst>
          </p:cNvPr>
          <p:cNvSpPr txBox="1"/>
          <p:nvPr/>
        </p:nvSpPr>
        <p:spPr>
          <a:xfrm>
            <a:off x="3292418" y="222113"/>
            <a:ext cx="10406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E05C6-0B70-23A5-CEC4-E8363E61A85A}"/>
              </a:ext>
            </a:extLst>
          </p:cNvPr>
          <p:cNvSpPr txBox="1"/>
          <p:nvPr/>
        </p:nvSpPr>
        <p:spPr>
          <a:xfrm>
            <a:off x="5653561" y="222113"/>
            <a:ext cx="8980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5,2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7CA7352-BE33-5F9F-F346-70AAD46A6D25}"/>
              </a:ext>
            </a:extLst>
          </p:cNvPr>
          <p:cNvSpPr/>
          <p:nvPr/>
        </p:nvSpPr>
        <p:spPr>
          <a:xfrm>
            <a:off x="4441229" y="427763"/>
            <a:ext cx="1165860" cy="358140"/>
          </a:xfrm>
          <a:prstGeom prst="rightArrow">
            <a:avLst/>
          </a:prstGeom>
          <a:noFill/>
          <a:ln w="28575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037AB2-FB19-0C5F-257A-0F2D28EBC6AE}"/>
              </a:ext>
            </a:extLst>
          </p:cNvPr>
          <p:cNvSpPr txBox="1"/>
          <p:nvPr/>
        </p:nvSpPr>
        <p:spPr>
          <a:xfrm>
            <a:off x="4012141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2F3660-F34A-E200-0B8C-A32A32501BBA}"/>
              </a:ext>
            </a:extLst>
          </p:cNvPr>
          <p:cNvSpPr txBox="1"/>
          <p:nvPr/>
        </p:nvSpPr>
        <p:spPr>
          <a:xfrm>
            <a:off x="3268133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83D765-08FF-49A5-3D58-884300405794}"/>
              </a:ext>
            </a:extLst>
          </p:cNvPr>
          <p:cNvSpPr txBox="1"/>
          <p:nvPr/>
        </p:nvSpPr>
        <p:spPr>
          <a:xfrm>
            <a:off x="4756149" y="460492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2CEDA97-1B1C-049B-809A-93F0CFC9A954}"/>
              </a:ext>
            </a:extLst>
          </p:cNvPr>
          <p:cNvSpPr txBox="1"/>
          <p:nvPr/>
        </p:nvSpPr>
        <p:spPr>
          <a:xfrm>
            <a:off x="4756149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  <a:endParaRPr lang="en-GB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744CAF-B858-832C-BF1C-249849FB7389}"/>
              </a:ext>
            </a:extLst>
          </p:cNvPr>
          <p:cNvSpPr txBox="1"/>
          <p:nvPr/>
        </p:nvSpPr>
        <p:spPr>
          <a:xfrm>
            <a:off x="5500157" y="527167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103AA43-099E-FD08-B50F-78AC0BAA9963}"/>
              </a:ext>
            </a:extLst>
          </p:cNvPr>
          <p:cNvSpPr/>
          <p:nvPr/>
        </p:nvSpPr>
        <p:spPr>
          <a:xfrm rot="16200000">
            <a:off x="4166841" y="5674254"/>
            <a:ext cx="713810" cy="604800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33720-DD69-0A41-8E32-EB044DEAF5A2}"/>
              </a:ext>
            </a:extLst>
          </p:cNvPr>
          <p:cNvSpPr txBox="1"/>
          <p:nvPr/>
        </p:nvSpPr>
        <p:spPr>
          <a:xfrm>
            <a:off x="4236108" y="632212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</p:spTree>
    <p:extLst>
      <p:ext uri="{BB962C8B-B14F-4D97-AF65-F5344CB8AC3E}">
        <p14:creationId xmlns:p14="http://schemas.microsoft.com/office/powerpoint/2010/main" val="73870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3" grpId="0" animBg="1"/>
      <p:bldP spid="4" grpId="0"/>
      <p:bldP spid="35" grpId="0"/>
      <p:bldP spid="37" grpId="0"/>
      <p:bldP spid="41" grpId="0"/>
      <p:bldP spid="42" grpId="0"/>
      <p:bldP spid="44" grpId="0"/>
      <p:bldP spid="12" grpId="0" animBg="1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D242F3-B798-B91F-96B7-E9945FC6BF5F}"/>
              </a:ext>
            </a:extLst>
          </p:cNvPr>
          <p:cNvSpPr txBox="1"/>
          <p:nvPr/>
        </p:nvSpPr>
        <p:spPr>
          <a:xfrm>
            <a:off x="2659079" y="-91439"/>
            <a:ext cx="523624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6000" dirty="0">
                <a:ln w="19050">
                  <a:solidFill>
                    <a:schemeClr val="bg1">
                      <a:lumMod val="50000"/>
                    </a:schemeClr>
                  </a:solidFill>
                </a:ln>
                <a:solidFill>
                  <a:srgbClr val="16F249"/>
                </a:solidFill>
                <a:latin typeface="Berlin Sans FB Demi" panose="020E0802020502020306" pitchFamily="34" charset="0"/>
              </a:rPr>
              <a:t>Туура</a:t>
            </a:r>
            <a:r>
              <a:rPr lang="en-GB" sz="6000" dirty="0">
                <a:ln w="19050"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Berlin Sans FB Demi" panose="020E0802020502020306" pitchFamily="34" charset="0"/>
              </a:rPr>
              <a:t> </a:t>
            </a:r>
            <a:r>
              <a:rPr lang="ky-KG" sz="6000" dirty="0">
                <a:ln w="19050"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же</a:t>
            </a:r>
            <a:r>
              <a:rPr lang="en-GB" sz="6000" dirty="0">
                <a:ln w="19050"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Berlin Sans FB Demi" panose="020E0802020502020306" pitchFamily="34" charset="0"/>
              </a:rPr>
              <a:t> </a:t>
            </a:r>
            <a:r>
              <a:rPr lang="ky-KG" sz="6000" dirty="0">
                <a:ln w="19050">
                  <a:solidFill>
                    <a:schemeClr val="bg1">
                      <a:lumMod val="50000"/>
                    </a:schemeClr>
                  </a:solidFill>
                </a:ln>
                <a:solidFill>
                  <a:srgbClr val="F32020"/>
                </a:solidFill>
                <a:latin typeface="Berlin Sans FB Demi" panose="020E0802020502020306" pitchFamily="34" charset="0"/>
              </a:rPr>
              <a:t>Ката</a:t>
            </a:r>
            <a:r>
              <a:rPr lang="en-GB" sz="6000" dirty="0">
                <a:ln w="19050"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Berlin Sans FB Demi" panose="020E0802020502020306" pitchFamily="34" charset="0"/>
              </a:rPr>
              <a:t> </a:t>
            </a:r>
            <a:r>
              <a:rPr lang="en-GB" sz="6000" dirty="0">
                <a:ln w="19050">
                  <a:solidFill>
                    <a:schemeClr val="bg1">
                      <a:lumMod val="50000"/>
                    </a:schemeClr>
                  </a:solidFill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C9F3C12-59AB-7569-818F-2EB6AC4F914D}"/>
              </a:ext>
            </a:extLst>
          </p:cNvPr>
          <p:cNvSpPr/>
          <p:nvPr/>
        </p:nvSpPr>
        <p:spPr>
          <a:xfrm>
            <a:off x="339439" y="1068187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/>
              <a:t>4 × 100 = 400</a:t>
            </a:r>
            <a:endParaRPr lang="en-GB" sz="28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FD0691E-B0C5-4DEE-BAAE-0C6A46A40318}"/>
              </a:ext>
            </a:extLst>
          </p:cNvPr>
          <p:cNvSpPr/>
          <p:nvPr/>
        </p:nvSpPr>
        <p:spPr>
          <a:xfrm>
            <a:off x="339439" y="2196640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5 × 10 × 10 = 5000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B1C658C-C157-45B8-F085-3940CFC86DF6}"/>
              </a:ext>
            </a:extLst>
          </p:cNvPr>
          <p:cNvSpPr/>
          <p:nvPr/>
        </p:nvSpPr>
        <p:spPr>
          <a:xfrm>
            <a:off x="339439" y="3325093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70 × 1000 = 70 000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5ACC4AC-B60F-58B2-338A-5D94AA8D74D4}"/>
              </a:ext>
            </a:extLst>
          </p:cNvPr>
          <p:cNvSpPr/>
          <p:nvPr/>
        </p:nvSpPr>
        <p:spPr>
          <a:xfrm>
            <a:off x="339439" y="4453546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2,5 × 1000 = 250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A91E738-6131-E7C3-9345-B27E73AB2B70}"/>
              </a:ext>
            </a:extLst>
          </p:cNvPr>
          <p:cNvSpPr/>
          <p:nvPr/>
        </p:nvSpPr>
        <p:spPr>
          <a:xfrm>
            <a:off x="339439" y="5581998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0,8 × 100 × 100 = 8 000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0344648-D5F0-12F8-EC0C-70F9C5A6CC6B}"/>
              </a:ext>
            </a:extLst>
          </p:cNvPr>
          <p:cNvSpPr/>
          <p:nvPr/>
        </p:nvSpPr>
        <p:spPr>
          <a:xfrm>
            <a:off x="5277199" y="1350820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82000 ÷ 10 = 820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E8F86C5-AAC9-0FA2-EDFD-52FD23E47024}"/>
              </a:ext>
            </a:extLst>
          </p:cNvPr>
          <p:cNvSpPr/>
          <p:nvPr/>
        </p:nvSpPr>
        <p:spPr>
          <a:xfrm>
            <a:off x="5277199" y="2479273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0,6 ÷ 100 = 0,006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24A4B51-719B-E819-594D-E431392468BF}"/>
              </a:ext>
            </a:extLst>
          </p:cNvPr>
          <p:cNvSpPr/>
          <p:nvPr/>
        </p:nvSpPr>
        <p:spPr>
          <a:xfrm>
            <a:off x="5277199" y="3607726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5 ÷ 10 ÷ 100 = 5 ÷ 1000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AB53F5F-928E-899F-7E87-866DAF34C379}"/>
              </a:ext>
            </a:extLst>
          </p:cNvPr>
          <p:cNvSpPr/>
          <p:nvPr/>
        </p:nvSpPr>
        <p:spPr>
          <a:xfrm>
            <a:off x="5277199" y="4736179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4 × 10 ÷ 1000 = 4 ÷ 10 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6B57CD4-7D5B-32D5-E896-D638749AF094}"/>
              </a:ext>
            </a:extLst>
          </p:cNvPr>
          <p:cNvSpPr/>
          <p:nvPr/>
        </p:nvSpPr>
        <p:spPr>
          <a:xfrm>
            <a:off x="5277199" y="5864631"/>
            <a:ext cx="3940233" cy="7398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800" dirty="0"/>
              <a:t>3,1 × 10000 ÷ 100 = 31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53F063-3445-B9E9-0793-A179CC5EFEB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091680" y="1347309"/>
            <a:ext cx="547348" cy="5473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F5797C-8839-3621-7A4B-F7B9AE8D574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091680" y="3604215"/>
            <a:ext cx="547348" cy="5473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AA371C3-E82C-0CAF-71BA-4622F51EE43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091680" y="5861120"/>
            <a:ext cx="547348" cy="54734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C1B656F-237D-5F5B-883F-9502321FA9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091680" y="2475762"/>
            <a:ext cx="547348" cy="54734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16AA2E9-AD84-FBED-EFCA-1F6F2A2490F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091680" y="4732668"/>
            <a:ext cx="547348" cy="547348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936B22A-D44F-0168-9797-B8249B7AA82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029440" y="2758395"/>
            <a:ext cx="547348" cy="547348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EC112DAB-7DFC-D69D-0C49-6E4536F7C14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029440" y="3886848"/>
            <a:ext cx="547348" cy="547348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56E17ED-3CDA-49AB-924A-F96C8E86117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029440" y="5015301"/>
            <a:ext cx="547348" cy="54734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69712D82-02B6-7C12-7A82-8594A69109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029440" y="6143753"/>
            <a:ext cx="547348" cy="547348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5ADBAC4B-B12E-E138-32DC-E996E8721C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029440" y="1629942"/>
            <a:ext cx="547348" cy="54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117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805723" y="1409681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32 × 10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01DDF7A-CE3C-5C45-7717-52E5EF33EEF9}"/>
              </a:ext>
            </a:extLst>
          </p:cNvPr>
          <p:cNvSpPr txBox="1"/>
          <p:nvPr/>
        </p:nvSpPr>
        <p:spPr>
          <a:xfrm>
            <a:off x="2397001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BC76262-780C-EAFA-8822-39402FB0FCBB}"/>
              </a:ext>
            </a:extLst>
          </p:cNvPr>
          <p:cNvSpPr txBox="1"/>
          <p:nvPr/>
        </p:nvSpPr>
        <p:spPr>
          <a:xfrm>
            <a:off x="185667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320</a:t>
            </a:r>
          </a:p>
        </p:txBody>
      </p:sp>
    </p:spTree>
    <p:extLst>
      <p:ext uri="{BB962C8B-B14F-4D97-AF65-F5344CB8AC3E}">
        <p14:creationId xmlns:p14="http://schemas.microsoft.com/office/powerpoint/2010/main" val="1493862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  <p:bldP spid="49" grpId="0"/>
      <p:bldP spid="50" grpId="0"/>
      <p:bldP spid="52" grpId="0"/>
      <p:bldP spid="73" grpId="0" animBg="1"/>
      <p:bldP spid="76" grpId="0"/>
      <p:bldP spid="7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701528" y="1409681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17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01DDF7A-CE3C-5C45-7717-52E5EF33EEF9}"/>
              </a:ext>
            </a:extLst>
          </p:cNvPr>
          <p:cNvSpPr txBox="1"/>
          <p:nvPr/>
        </p:nvSpPr>
        <p:spPr>
          <a:xfrm>
            <a:off x="2920876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3461203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920876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BC76262-780C-EAFA-8822-39402FB0FCBB}"/>
              </a:ext>
            </a:extLst>
          </p:cNvPr>
          <p:cNvSpPr txBox="1"/>
          <p:nvPr/>
        </p:nvSpPr>
        <p:spPr>
          <a:xfrm>
            <a:off x="2380549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3461203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920876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2380549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CBB26EF-491E-8C16-1E49-202EE1E14634}"/>
              </a:ext>
            </a:extLst>
          </p:cNvPr>
          <p:cNvSpPr txBox="1"/>
          <p:nvPr/>
        </p:nvSpPr>
        <p:spPr>
          <a:xfrm>
            <a:off x="1840222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346120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600357" y="2083012"/>
            <a:ext cx="13163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1700</a:t>
            </a:r>
          </a:p>
        </p:txBody>
      </p:sp>
    </p:spTree>
    <p:extLst>
      <p:ext uri="{BB962C8B-B14F-4D97-AF65-F5344CB8AC3E}">
        <p14:creationId xmlns:p14="http://schemas.microsoft.com/office/powerpoint/2010/main" val="2426280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  <p:bldP spid="49" grpId="0"/>
      <p:bldP spid="50" grpId="0"/>
      <p:bldP spid="52" grpId="0"/>
      <p:bldP spid="57" grpId="0"/>
      <p:bldP spid="58" grpId="0"/>
      <p:bldP spid="59" grpId="0"/>
      <p:bldP spid="60" grpId="0"/>
      <p:bldP spid="73" grpId="0" animBg="1"/>
      <p:bldP spid="74" grpId="0" animBg="1"/>
      <p:bldP spid="76" grpId="0"/>
      <p:bldP spid="77" grpId="0"/>
      <p:bldP spid="7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63 × 1000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A1EFBA-A753-DD89-9F74-29056B099453}"/>
              </a:ext>
            </a:extLst>
          </p:cNvPr>
          <p:cNvSpPr txBox="1"/>
          <p:nvPr/>
        </p:nvSpPr>
        <p:spPr>
          <a:xfrm>
            <a:off x="3477655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69A9B9C-2B19-EC19-AFC1-57A9DF00D8D0}"/>
              </a:ext>
            </a:extLst>
          </p:cNvPr>
          <p:cNvSpPr txBox="1"/>
          <p:nvPr/>
        </p:nvSpPr>
        <p:spPr>
          <a:xfrm>
            <a:off x="3477655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012E2B6-069F-48E9-4AA2-8F810B1C959F}"/>
              </a:ext>
            </a:extLst>
          </p:cNvPr>
          <p:cNvSpPr txBox="1"/>
          <p:nvPr/>
        </p:nvSpPr>
        <p:spPr>
          <a:xfrm>
            <a:off x="2397001" y="47533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978AEF7-491B-AA81-BA1B-566487291BDD}"/>
              </a:ext>
            </a:extLst>
          </p:cNvPr>
          <p:cNvSpPr txBox="1"/>
          <p:nvPr/>
        </p:nvSpPr>
        <p:spPr>
          <a:xfrm>
            <a:off x="1856674" y="47533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85E428E-E351-A333-85F1-2B356715F16C}"/>
              </a:ext>
            </a:extLst>
          </p:cNvPr>
          <p:cNvSpPr txBox="1"/>
          <p:nvPr/>
        </p:nvSpPr>
        <p:spPr>
          <a:xfrm>
            <a:off x="1316347" y="47533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780D269-82B1-817B-E896-3E2C5685F868}"/>
              </a:ext>
            </a:extLst>
          </p:cNvPr>
          <p:cNvSpPr txBox="1"/>
          <p:nvPr/>
        </p:nvSpPr>
        <p:spPr>
          <a:xfrm>
            <a:off x="2937328" y="47533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132C1B8-1354-8919-354C-1409848462D1}"/>
              </a:ext>
            </a:extLst>
          </p:cNvPr>
          <p:cNvSpPr txBox="1"/>
          <p:nvPr/>
        </p:nvSpPr>
        <p:spPr>
          <a:xfrm>
            <a:off x="3477655" y="47533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Arc 74">
            <a:extLst>
              <a:ext uri="{FF2B5EF4-FFF2-40B4-BE49-F238E27FC236}">
                <a16:creationId xmlns:a16="http://schemas.microsoft.com/office/drawing/2014/main" id="{2A23B3E1-D316-8E46-0121-E67BAFED3F0D}"/>
              </a:ext>
            </a:extLst>
          </p:cNvPr>
          <p:cNvSpPr/>
          <p:nvPr/>
        </p:nvSpPr>
        <p:spPr>
          <a:xfrm>
            <a:off x="748880" y="45644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6E501E2-EA7A-BB0C-C0C7-CBDD88FE10A9}"/>
              </a:ext>
            </a:extLst>
          </p:cNvPr>
          <p:cNvSpPr txBox="1"/>
          <p:nvPr/>
        </p:nvSpPr>
        <p:spPr>
          <a:xfrm>
            <a:off x="135946" y="46063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496162" y="2083012"/>
            <a:ext cx="1524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63000</a:t>
            </a:r>
          </a:p>
        </p:txBody>
      </p:sp>
    </p:spTree>
    <p:extLst>
      <p:ext uri="{BB962C8B-B14F-4D97-AF65-F5344CB8AC3E}">
        <p14:creationId xmlns:p14="http://schemas.microsoft.com/office/powerpoint/2010/main" val="2767663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49" grpId="0"/>
      <p:bldP spid="52" grpId="0"/>
      <p:bldP spid="53" grpId="0"/>
      <p:bldP spid="57" grpId="0"/>
      <p:bldP spid="58" grpId="0"/>
      <p:bldP spid="60" grpId="0"/>
      <p:bldP spid="61" grpId="0"/>
      <p:bldP spid="65" grpId="0"/>
      <p:bldP spid="66" grpId="0"/>
      <p:bldP spid="67" grpId="0"/>
      <p:bldP spid="68" grpId="0"/>
      <p:bldP spid="69" grpId="0"/>
      <p:bldP spid="73" grpId="0" animBg="1"/>
      <p:bldP spid="74" grpId="0" animBg="1"/>
      <p:bldP spid="75" grpId="0" animBg="1"/>
      <p:bldP spid="76" grpId="0"/>
      <p:bldP spid="77" grpId="0"/>
      <p:bldP spid="78" grpId="0"/>
      <p:bldP spid="7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753626" y="1409681"/>
            <a:ext cx="15135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1,8 × 10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808747" y="2083012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18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00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49" grpId="0"/>
      <p:bldP spid="52" grpId="0"/>
      <p:bldP spid="73" grpId="0" animBg="1"/>
      <p:bldP spid="76" grpId="0"/>
      <p:bldP spid="79" grpId="0"/>
      <p:bldP spid="2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424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49" grpId="0"/>
      <p:bldP spid="52" grpId="0"/>
      <p:bldP spid="57" grpId="0"/>
      <p:bldP spid="58" grpId="0"/>
      <p:bldP spid="60" grpId="0"/>
      <p:bldP spid="73" grpId="0" animBg="1"/>
      <p:bldP spid="74" grpId="0" animBg="1"/>
      <p:bldP spid="76" grpId="0"/>
      <p:bldP spid="77" grpId="0"/>
      <p:bldP spid="79" grpId="0"/>
      <p:bldP spid="2" grpId="0" animBg="1"/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BBDF5-6C04-6A86-609F-D9557329DE5E}"/>
              </a:ext>
            </a:extLst>
          </p:cNvPr>
          <p:cNvSpPr txBox="1"/>
          <p:nvPr/>
        </p:nvSpPr>
        <p:spPr>
          <a:xfrm>
            <a:off x="6760109" y="1409681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100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F9837B9-957B-E7AC-EDEC-E74F597B10CD}"/>
              </a:ext>
            </a:extLst>
          </p:cNvPr>
          <p:cNvGraphicFramePr>
            <a:graphicFrameLocks noGrp="1"/>
          </p:cNvGraphicFramePr>
          <p:nvPr/>
        </p:nvGraphicFramePr>
        <p:xfrm>
          <a:off x="6194215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043A9C-AD46-5DC3-7BD6-9E3624C29E12}"/>
              </a:ext>
            </a:extLst>
          </p:cNvPr>
          <p:cNvSpPr txBox="1"/>
          <p:nvPr/>
        </p:nvSpPr>
        <p:spPr>
          <a:xfrm>
            <a:off x="789171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A764A7-EB16-7B36-FC23-408F48A2E1D6}"/>
              </a:ext>
            </a:extLst>
          </p:cNvPr>
          <p:cNvSpPr txBox="1"/>
          <p:nvPr/>
        </p:nvSpPr>
        <p:spPr>
          <a:xfrm>
            <a:off x="735138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E7418-2B6D-A0E1-5A60-FEEE46AAA344}"/>
              </a:ext>
            </a:extLst>
          </p:cNvPr>
          <p:cNvSpPr txBox="1"/>
          <p:nvPr/>
        </p:nvSpPr>
        <p:spPr>
          <a:xfrm>
            <a:off x="789171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9F1E8A-86A1-7701-FD9F-92BADFDD3A1D}"/>
              </a:ext>
            </a:extLst>
          </p:cNvPr>
          <p:cNvSpPr txBox="1"/>
          <p:nvPr/>
        </p:nvSpPr>
        <p:spPr>
          <a:xfrm>
            <a:off x="7351387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83432-E88C-27B5-CCF2-99EA97DDD459}"/>
              </a:ext>
            </a:extLst>
          </p:cNvPr>
          <p:cNvSpPr txBox="1"/>
          <p:nvPr/>
        </p:nvSpPr>
        <p:spPr>
          <a:xfrm>
            <a:off x="681106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28493-C2E2-6A51-1312-602E72CA6861}"/>
              </a:ext>
            </a:extLst>
          </p:cNvPr>
          <p:cNvSpPr txBox="1"/>
          <p:nvPr/>
        </p:nvSpPr>
        <p:spPr>
          <a:xfrm>
            <a:off x="789171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1A45BD1-C9F3-DED6-1F46-E28DAD94EED3}"/>
              </a:ext>
            </a:extLst>
          </p:cNvPr>
          <p:cNvSpPr/>
          <p:nvPr/>
        </p:nvSpPr>
        <p:spPr>
          <a:xfrm>
            <a:off x="5703266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34B03061-29E8-55BA-F98A-3EE700161562}"/>
              </a:ext>
            </a:extLst>
          </p:cNvPr>
          <p:cNvSpPr/>
          <p:nvPr/>
        </p:nvSpPr>
        <p:spPr>
          <a:xfrm>
            <a:off x="5703266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10E18F-71D7-9DCE-14E1-36956E09E853}"/>
              </a:ext>
            </a:extLst>
          </p:cNvPr>
          <p:cNvSpPr txBox="1"/>
          <p:nvPr/>
        </p:nvSpPr>
        <p:spPr>
          <a:xfrm>
            <a:off x="5090332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7D851-9E26-7FB8-1ECB-D4A860ED0E75}"/>
              </a:ext>
            </a:extLst>
          </p:cNvPr>
          <p:cNvSpPr txBox="1"/>
          <p:nvPr/>
        </p:nvSpPr>
        <p:spPr>
          <a:xfrm>
            <a:off x="5090332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0EC21D-BF2E-4FC3-A782-29D5790CA1F6}"/>
              </a:ext>
            </a:extLst>
          </p:cNvPr>
          <p:cNvSpPr txBox="1"/>
          <p:nvPr/>
        </p:nvSpPr>
        <p:spPr>
          <a:xfrm>
            <a:off x="7658938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700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8445A35-20D0-0E4A-D4D4-29C5245C9528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83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  <p:bldP spid="23" grpId="0"/>
      <p:bldP spid="28" grpId="0"/>
      <p:bldP spid="29" grpId="0"/>
      <p:bldP spid="31" grpId="0"/>
      <p:bldP spid="40" grpId="0" animBg="1"/>
      <p:bldP spid="41" grpId="0" animBg="1"/>
      <p:bldP spid="43" grpId="0"/>
      <p:bldP spid="44" grpId="0"/>
      <p:bldP spid="4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BBDF5-6C04-6A86-609F-D9557329DE5E}"/>
              </a:ext>
            </a:extLst>
          </p:cNvPr>
          <p:cNvSpPr txBox="1"/>
          <p:nvPr/>
        </p:nvSpPr>
        <p:spPr>
          <a:xfrm>
            <a:off x="6655914" y="1409681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× 1000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F9837B9-957B-E7AC-EDEC-E74F597B1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863977"/>
              </p:ext>
            </p:extLst>
          </p:nvPr>
        </p:nvGraphicFramePr>
        <p:xfrm>
          <a:off x="6194215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043A9C-AD46-5DC3-7BD6-9E3624C29E12}"/>
              </a:ext>
            </a:extLst>
          </p:cNvPr>
          <p:cNvSpPr txBox="1"/>
          <p:nvPr/>
        </p:nvSpPr>
        <p:spPr>
          <a:xfrm>
            <a:off x="789171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A764A7-EB16-7B36-FC23-408F48A2E1D6}"/>
              </a:ext>
            </a:extLst>
          </p:cNvPr>
          <p:cNvSpPr txBox="1"/>
          <p:nvPr/>
        </p:nvSpPr>
        <p:spPr>
          <a:xfrm>
            <a:off x="735138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E7418-2B6D-A0E1-5A60-FEEE46AAA344}"/>
              </a:ext>
            </a:extLst>
          </p:cNvPr>
          <p:cNvSpPr txBox="1"/>
          <p:nvPr/>
        </p:nvSpPr>
        <p:spPr>
          <a:xfrm>
            <a:off x="789171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9F1E8A-86A1-7701-FD9F-92BADFDD3A1D}"/>
              </a:ext>
            </a:extLst>
          </p:cNvPr>
          <p:cNvSpPr txBox="1"/>
          <p:nvPr/>
        </p:nvSpPr>
        <p:spPr>
          <a:xfrm>
            <a:off x="7351387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83432-E88C-27B5-CCF2-99EA97DDD459}"/>
              </a:ext>
            </a:extLst>
          </p:cNvPr>
          <p:cNvSpPr txBox="1"/>
          <p:nvPr/>
        </p:nvSpPr>
        <p:spPr>
          <a:xfrm>
            <a:off x="681106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28493-C2E2-6A51-1312-602E72CA6861}"/>
              </a:ext>
            </a:extLst>
          </p:cNvPr>
          <p:cNvSpPr txBox="1"/>
          <p:nvPr/>
        </p:nvSpPr>
        <p:spPr>
          <a:xfrm>
            <a:off x="789171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4592FA-B1D2-2B9A-33F4-29E439492168}"/>
              </a:ext>
            </a:extLst>
          </p:cNvPr>
          <p:cNvSpPr txBox="1"/>
          <p:nvPr/>
        </p:nvSpPr>
        <p:spPr>
          <a:xfrm>
            <a:off x="7351387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D06021-BD26-026B-CD13-0821EECD0A12}"/>
              </a:ext>
            </a:extLst>
          </p:cNvPr>
          <p:cNvSpPr txBox="1"/>
          <p:nvPr/>
        </p:nvSpPr>
        <p:spPr>
          <a:xfrm>
            <a:off x="6811060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C67169-043E-54FC-DEDE-CDBA8A3884B0}"/>
              </a:ext>
            </a:extLst>
          </p:cNvPr>
          <p:cNvSpPr txBox="1"/>
          <p:nvPr/>
        </p:nvSpPr>
        <p:spPr>
          <a:xfrm>
            <a:off x="6270733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609AC4-3380-3553-E03D-FC616F943B8F}"/>
              </a:ext>
            </a:extLst>
          </p:cNvPr>
          <p:cNvSpPr txBox="1"/>
          <p:nvPr/>
        </p:nvSpPr>
        <p:spPr>
          <a:xfrm>
            <a:off x="7891714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1A45BD1-C9F3-DED6-1F46-E28DAD94EED3}"/>
              </a:ext>
            </a:extLst>
          </p:cNvPr>
          <p:cNvSpPr/>
          <p:nvPr/>
        </p:nvSpPr>
        <p:spPr>
          <a:xfrm>
            <a:off x="5703266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34B03061-29E8-55BA-F98A-3EE700161562}"/>
              </a:ext>
            </a:extLst>
          </p:cNvPr>
          <p:cNvSpPr/>
          <p:nvPr/>
        </p:nvSpPr>
        <p:spPr>
          <a:xfrm>
            <a:off x="5703266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2FB1752C-9194-608E-9CFB-B85338A5F316}"/>
              </a:ext>
            </a:extLst>
          </p:cNvPr>
          <p:cNvSpPr/>
          <p:nvPr/>
        </p:nvSpPr>
        <p:spPr>
          <a:xfrm>
            <a:off x="5703266" y="45644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10E18F-71D7-9DCE-14E1-36956E09E853}"/>
              </a:ext>
            </a:extLst>
          </p:cNvPr>
          <p:cNvSpPr txBox="1"/>
          <p:nvPr/>
        </p:nvSpPr>
        <p:spPr>
          <a:xfrm>
            <a:off x="5090332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7D851-9E26-7FB8-1ECB-D4A860ED0E75}"/>
              </a:ext>
            </a:extLst>
          </p:cNvPr>
          <p:cNvSpPr txBox="1"/>
          <p:nvPr/>
        </p:nvSpPr>
        <p:spPr>
          <a:xfrm>
            <a:off x="5090332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C5E1A0-6731-8564-EFF0-ACAD0DB6B9B0}"/>
              </a:ext>
            </a:extLst>
          </p:cNvPr>
          <p:cNvSpPr txBox="1"/>
          <p:nvPr/>
        </p:nvSpPr>
        <p:spPr>
          <a:xfrm>
            <a:off x="5090332" y="46063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0EC21D-BF2E-4FC3-A782-29D5790CA1F6}"/>
              </a:ext>
            </a:extLst>
          </p:cNvPr>
          <p:cNvSpPr txBox="1"/>
          <p:nvPr/>
        </p:nvSpPr>
        <p:spPr>
          <a:xfrm>
            <a:off x="7554743" y="2083012"/>
            <a:ext cx="13163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4000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8445A35-20D0-0E4A-D4D4-29C5245C9528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1003A13-1725-4F03-0A5F-9AECAC66409B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00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  <p:bldP spid="23" grpId="0"/>
      <p:bldP spid="28" grpId="0"/>
      <p:bldP spid="29" grpId="0"/>
      <p:bldP spid="31" grpId="0"/>
      <p:bldP spid="34" grpId="0"/>
      <p:bldP spid="35" grpId="0"/>
      <p:bldP spid="36" grpId="0"/>
      <p:bldP spid="37" grpId="0"/>
      <p:bldP spid="40" grpId="0" animBg="1"/>
      <p:bldP spid="41" grpId="0" animBg="1"/>
      <p:bldP spid="42" grpId="0" animBg="1"/>
      <p:bldP spid="43" grpId="0"/>
      <p:bldP spid="44" grpId="0"/>
      <p:bldP spid="45" grpId="0"/>
      <p:bldP spid="4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BBDF5-6C04-6A86-609F-D9557329DE5E}"/>
              </a:ext>
            </a:extLst>
          </p:cNvPr>
          <p:cNvSpPr txBox="1"/>
          <p:nvPr/>
        </p:nvSpPr>
        <p:spPr>
          <a:xfrm>
            <a:off x="6655914" y="1409681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 × 100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F9837B9-957B-E7AC-EDEC-E74F597B10CD}"/>
              </a:ext>
            </a:extLst>
          </p:cNvPr>
          <p:cNvGraphicFramePr>
            <a:graphicFrameLocks noGrp="1"/>
          </p:cNvGraphicFramePr>
          <p:nvPr/>
        </p:nvGraphicFramePr>
        <p:xfrm>
          <a:off x="6194215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043A9C-AD46-5DC3-7BD6-9E3624C29E12}"/>
              </a:ext>
            </a:extLst>
          </p:cNvPr>
          <p:cNvSpPr txBox="1"/>
          <p:nvPr/>
        </p:nvSpPr>
        <p:spPr>
          <a:xfrm>
            <a:off x="789171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35927-94BC-4852-F3B9-DE769DB9FCB0}"/>
              </a:ext>
            </a:extLst>
          </p:cNvPr>
          <p:cNvSpPr txBox="1"/>
          <p:nvPr/>
        </p:nvSpPr>
        <p:spPr>
          <a:xfrm>
            <a:off x="8432041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A764A7-EB16-7B36-FC23-408F48A2E1D6}"/>
              </a:ext>
            </a:extLst>
          </p:cNvPr>
          <p:cNvSpPr txBox="1"/>
          <p:nvPr/>
        </p:nvSpPr>
        <p:spPr>
          <a:xfrm>
            <a:off x="735138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E7418-2B6D-A0E1-5A60-FEEE46AAA344}"/>
              </a:ext>
            </a:extLst>
          </p:cNvPr>
          <p:cNvSpPr txBox="1"/>
          <p:nvPr/>
        </p:nvSpPr>
        <p:spPr>
          <a:xfrm>
            <a:off x="789171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31FC05-A1AF-CFB7-02D2-0856917B994D}"/>
              </a:ext>
            </a:extLst>
          </p:cNvPr>
          <p:cNvSpPr txBox="1"/>
          <p:nvPr/>
        </p:nvSpPr>
        <p:spPr>
          <a:xfrm>
            <a:off x="843204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9F1E8A-86A1-7701-FD9F-92BADFDD3A1D}"/>
              </a:ext>
            </a:extLst>
          </p:cNvPr>
          <p:cNvSpPr txBox="1"/>
          <p:nvPr/>
        </p:nvSpPr>
        <p:spPr>
          <a:xfrm>
            <a:off x="7351387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83432-E88C-27B5-CCF2-99EA97DDD459}"/>
              </a:ext>
            </a:extLst>
          </p:cNvPr>
          <p:cNvSpPr txBox="1"/>
          <p:nvPr/>
        </p:nvSpPr>
        <p:spPr>
          <a:xfrm>
            <a:off x="681106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28493-C2E2-6A51-1312-602E72CA6861}"/>
              </a:ext>
            </a:extLst>
          </p:cNvPr>
          <p:cNvSpPr txBox="1"/>
          <p:nvPr/>
        </p:nvSpPr>
        <p:spPr>
          <a:xfrm>
            <a:off x="789171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203174-2D91-1D15-829E-8A9E6B19B523}"/>
              </a:ext>
            </a:extLst>
          </p:cNvPr>
          <p:cNvSpPr txBox="1"/>
          <p:nvPr/>
        </p:nvSpPr>
        <p:spPr>
          <a:xfrm>
            <a:off x="843204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1A45BD1-C9F3-DED6-1F46-E28DAD94EED3}"/>
              </a:ext>
            </a:extLst>
          </p:cNvPr>
          <p:cNvSpPr/>
          <p:nvPr/>
        </p:nvSpPr>
        <p:spPr>
          <a:xfrm>
            <a:off x="5703266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34B03061-29E8-55BA-F98A-3EE700161562}"/>
              </a:ext>
            </a:extLst>
          </p:cNvPr>
          <p:cNvSpPr/>
          <p:nvPr/>
        </p:nvSpPr>
        <p:spPr>
          <a:xfrm>
            <a:off x="5703266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10E18F-71D7-9DCE-14E1-36956E09E853}"/>
              </a:ext>
            </a:extLst>
          </p:cNvPr>
          <p:cNvSpPr txBox="1"/>
          <p:nvPr/>
        </p:nvSpPr>
        <p:spPr>
          <a:xfrm>
            <a:off x="5090332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7D851-9E26-7FB8-1ECB-D4A860ED0E75}"/>
              </a:ext>
            </a:extLst>
          </p:cNvPr>
          <p:cNvSpPr txBox="1"/>
          <p:nvPr/>
        </p:nvSpPr>
        <p:spPr>
          <a:xfrm>
            <a:off x="5090332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0EC21D-BF2E-4FC3-A782-29D5790CA1F6}"/>
              </a:ext>
            </a:extLst>
          </p:cNvPr>
          <p:cNvSpPr txBox="1"/>
          <p:nvPr/>
        </p:nvSpPr>
        <p:spPr>
          <a:xfrm>
            <a:off x="7554743" y="2083012"/>
            <a:ext cx="13163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1600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8445A35-20D0-0E4A-D4D4-29C5245C9528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21CD9AD-A009-CBD6-D982-5C5828C30837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53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0" grpId="0"/>
      <p:bldP spid="23" grpId="0"/>
      <p:bldP spid="24" grpId="0"/>
      <p:bldP spid="28" grpId="0"/>
      <p:bldP spid="29" grpId="0"/>
      <p:bldP spid="31" grpId="0"/>
      <p:bldP spid="32" grpId="0"/>
      <p:bldP spid="40" grpId="0" animBg="1"/>
      <p:bldP spid="41" grpId="0" animBg="1"/>
      <p:bldP spid="43" grpId="0"/>
      <p:bldP spid="44" grpId="0"/>
      <p:bldP spid="4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BBDF5-6C04-6A86-609F-D9557329DE5E}"/>
              </a:ext>
            </a:extLst>
          </p:cNvPr>
          <p:cNvSpPr txBox="1"/>
          <p:nvPr/>
        </p:nvSpPr>
        <p:spPr>
          <a:xfrm>
            <a:off x="6603817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8,2 × 100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F9837B9-957B-E7AC-EDEC-E74F597B10CD}"/>
              </a:ext>
            </a:extLst>
          </p:cNvPr>
          <p:cNvGraphicFramePr>
            <a:graphicFrameLocks noGrp="1"/>
          </p:cNvGraphicFramePr>
          <p:nvPr/>
        </p:nvGraphicFramePr>
        <p:xfrm>
          <a:off x="6194215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043A9C-AD46-5DC3-7BD6-9E3624C29E12}"/>
              </a:ext>
            </a:extLst>
          </p:cNvPr>
          <p:cNvSpPr txBox="1"/>
          <p:nvPr/>
        </p:nvSpPr>
        <p:spPr>
          <a:xfrm>
            <a:off x="789171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A764A7-EB16-7B36-FC23-408F48A2E1D6}"/>
              </a:ext>
            </a:extLst>
          </p:cNvPr>
          <p:cNvSpPr txBox="1"/>
          <p:nvPr/>
        </p:nvSpPr>
        <p:spPr>
          <a:xfrm>
            <a:off x="735138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E7418-2B6D-A0E1-5A60-FEEE46AAA344}"/>
              </a:ext>
            </a:extLst>
          </p:cNvPr>
          <p:cNvSpPr txBox="1"/>
          <p:nvPr/>
        </p:nvSpPr>
        <p:spPr>
          <a:xfrm>
            <a:off x="789171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9F1E8A-86A1-7701-FD9F-92BADFDD3A1D}"/>
              </a:ext>
            </a:extLst>
          </p:cNvPr>
          <p:cNvSpPr txBox="1"/>
          <p:nvPr/>
        </p:nvSpPr>
        <p:spPr>
          <a:xfrm>
            <a:off x="7351387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83432-E88C-27B5-CCF2-99EA97DDD459}"/>
              </a:ext>
            </a:extLst>
          </p:cNvPr>
          <p:cNvSpPr txBox="1"/>
          <p:nvPr/>
        </p:nvSpPr>
        <p:spPr>
          <a:xfrm>
            <a:off x="681106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28493-C2E2-6A51-1312-602E72CA6861}"/>
              </a:ext>
            </a:extLst>
          </p:cNvPr>
          <p:cNvSpPr txBox="1"/>
          <p:nvPr/>
        </p:nvSpPr>
        <p:spPr>
          <a:xfrm>
            <a:off x="789171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1A45BD1-C9F3-DED6-1F46-E28DAD94EED3}"/>
              </a:ext>
            </a:extLst>
          </p:cNvPr>
          <p:cNvSpPr/>
          <p:nvPr/>
        </p:nvSpPr>
        <p:spPr>
          <a:xfrm>
            <a:off x="5703266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34B03061-29E8-55BA-F98A-3EE700161562}"/>
              </a:ext>
            </a:extLst>
          </p:cNvPr>
          <p:cNvSpPr/>
          <p:nvPr/>
        </p:nvSpPr>
        <p:spPr>
          <a:xfrm>
            <a:off x="5703266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10E18F-71D7-9DCE-14E1-36956E09E853}"/>
              </a:ext>
            </a:extLst>
          </p:cNvPr>
          <p:cNvSpPr txBox="1"/>
          <p:nvPr/>
        </p:nvSpPr>
        <p:spPr>
          <a:xfrm>
            <a:off x="5090332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7D851-9E26-7FB8-1ECB-D4A860ED0E75}"/>
              </a:ext>
            </a:extLst>
          </p:cNvPr>
          <p:cNvSpPr txBox="1"/>
          <p:nvPr/>
        </p:nvSpPr>
        <p:spPr>
          <a:xfrm>
            <a:off x="5090332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0EC21D-BF2E-4FC3-A782-29D5790CA1F6}"/>
              </a:ext>
            </a:extLst>
          </p:cNvPr>
          <p:cNvSpPr txBox="1"/>
          <p:nvPr/>
        </p:nvSpPr>
        <p:spPr>
          <a:xfrm>
            <a:off x="7658938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820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EA37C7C-83D6-5EFE-F522-BE88B2A26F9D}"/>
              </a:ext>
            </a:extLst>
          </p:cNvPr>
          <p:cNvSpPr/>
          <p:nvPr/>
        </p:nvSpPr>
        <p:spPr>
          <a:xfrm>
            <a:off x="827204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9F8A42C-481C-33E0-4523-A0328C0910C6}"/>
              </a:ext>
            </a:extLst>
          </p:cNvPr>
          <p:cNvSpPr/>
          <p:nvPr/>
        </p:nvSpPr>
        <p:spPr>
          <a:xfrm>
            <a:off x="827204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F6A9D2A-2921-DBB6-256A-576A7FCEA539}"/>
              </a:ext>
            </a:extLst>
          </p:cNvPr>
          <p:cNvSpPr/>
          <p:nvPr/>
        </p:nvSpPr>
        <p:spPr>
          <a:xfrm>
            <a:off x="827204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8445A35-20D0-0E4A-D4D4-29C5245C9528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B608D75-8CBD-D343-E764-EEAEDDBA5570}"/>
              </a:ext>
            </a:extLst>
          </p:cNvPr>
          <p:cNvSpPr txBox="1"/>
          <p:nvPr/>
        </p:nvSpPr>
        <p:spPr>
          <a:xfrm>
            <a:off x="8421939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22C656-A677-3ACA-4F94-DDC2A2CA1A61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762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  <p:bldP spid="23" grpId="0"/>
      <p:bldP spid="28" grpId="0"/>
      <p:bldP spid="29" grpId="0"/>
      <p:bldP spid="31" grpId="0"/>
      <p:bldP spid="40" grpId="0" animBg="1"/>
      <p:bldP spid="41" grpId="0" animBg="1"/>
      <p:bldP spid="43" grpId="0"/>
      <p:bldP spid="44" grpId="0"/>
      <p:bldP spid="46" grpId="0"/>
      <p:bldP spid="47" grpId="0" animBg="1"/>
      <p:bldP spid="48" grpId="0" animBg="1"/>
      <p:bldP spid="50" grpId="0" animBg="1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BBDF5-6C04-6A86-609F-D9557329DE5E}"/>
              </a:ext>
            </a:extLst>
          </p:cNvPr>
          <p:cNvSpPr txBox="1"/>
          <p:nvPr/>
        </p:nvSpPr>
        <p:spPr>
          <a:xfrm>
            <a:off x="6603817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5,2 × 100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F9837B9-957B-E7AC-EDEC-E74F597B10CD}"/>
              </a:ext>
            </a:extLst>
          </p:cNvPr>
          <p:cNvGraphicFramePr>
            <a:graphicFrameLocks noGrp="1"/>
          </p:cNvGraphicFramePr>
          <p:nvPr/>
        </p:nvGraphicFramePr>
        <p:xfrm>
          <a:off x="6194215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043A9C-AD46-5DC3-7BD6-9E3624C29E12}"/>
              </a:ext>
            </a:extLst>
          </p:cNvPr>
          <p:cNvSpPr txBox="1"/>
          <p:nvPr/>
        </p:nvSpPr>
        <p:spPr>
          <a:xfrm>
            <a:off x="789171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35927-94BC-4852-F3B9-DE769DB9FCB0}"/>
              </a:ext>
            </a:extLst>
          </p:cNvPr>
          <p:cNvSpPr txBox="1"/>
          <p:nvPr/>
        </p:nvSpPr>
        <p:spPr>
          <a:xfrm>
            <a:off x="8432041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A764A7-EB16-7B36-FC23-408F48A2E1D6}"/>
              </a:ext>
            </a:extLst>
          </p:cNvPr>
          <p:cNvSpPr txBox="1"/>
          <p:nvPr/>
        </p:nvSpPr>
        <p:spPr>
          <a:xfrm>
            <a:off x="735138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E7418-2B6D-A0E1-5A60-FEEE46AAA344}"/>
              </a:ext>
            </a:extLst>
          </p:cNvPr>
          <p:cNvSpPr txBox="1"/>
          <p:nvPr/>
        </p:nvSpPr>
        <p:spPr>
          <a:xfrm>
            <a:off x="789171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9F1E8A-86A1-7701-FD9F-92BADFDD3A1D}"/>
              </a:ext>
            </a:extLst>
          </p:cNvPr>
          <p:cNvSpPr txBox="1"/>
          <p:nvPr/>
        </p:nvSpPr>
        <p:spPr>
          <a:xfrm>
            <a:off x="7351387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83432-E88C-27B5-CCF2-99EA97DDD459}"/>
              </a:ext>
            </a:extLst>
          </p:cNvPr>
          <p:cNvSpPr txBox="1"/>
          <p:nvPr/>
        </p:nvSpPr>
        <p:spPr>
          <a:xfrm>
            <a:off x="681106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28493-C2E2-6A51-1312-602E72CA6861}"/>
              </a:ext>
            </a:extLst>
          </p:cNvPr>
          <p:cNvSpPr txBox="1"/>
          <p:nvPr/>
        </p:nvSpPr>
        <p:spPr>
          <a:xfrm>
            <a:off x="789171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1A45BD1-C9F3-DED6-1F46-E28DAD94EED3}"/>
              </a:ext>
            </a:extLst>
          </p:cNvPr>
          <p:cNvSpPr/>
          <p:nvPr/>
        </p:nvSpPr>
        <p:spPr>
          <a:xfrm>
            <a:off x="5703266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34B03061-29E8-55BA-F98A-3EE700161562}"/>
              </a:ext>
            </a:extLst>
          </p:cNvPr>
          <p:cNvSpPr/>
          <p:nvPr/>
        </p:nvSpPr>
        <p:spPr>
          <a:xfrm>
            <a:off x="5703266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10E18F-71D7-9DCE-14E1-36956E09E853}"/>
              </a:ext>
            </a:extLst>
          </p:cNvPr>
          <p:cNvSpPr txBox="1"/>
          <p:nvPr/>
        </p:nvSpPr>
        <p:spPr>
          <a:xfrm>
            <a:off x="5090332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7D851-9E26-7FB8-1ECB-D4A860ED0E75}"/>
              </a:ext>
            </a:extLst>
          </p:cNvPr>
          <p:cNvSpPr txBox="1"/>
          <p:nvPr/>
        </p:nvSpPr>
        <p:spPr>
          <a:xfrm>
            <a:off x="5090332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0EC21D-BF2E-4FC3-A782-29D5790CA1F6}"/>
              </a:ext>
            </a:extLst>
          </p:cNvPr>
          <p:cNvSpPr txBox="1"/>
          <p:nvPr/>
        </p:nvSpPr>
        <p:spPr>
          <a:xfrm>
            <a:off x="7658938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520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EA37C7C-83D6-5EFE-F522-BE88B2A26F9D}"/>
              </a:ext>
            </a:extLst>
          </p:cNvPr>
          <p:cNvSpPr/>
          <p:nvPr/>
        </p:nvSpPr>
        <p:spPr>
          <a:xfrm>
            <a:off x="827204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9F8A42C-481C-33E0-4523-A0328C0910C6}"/>
              </a:ext>
            </a:extLst>
          </p:cNvPr>
          <p:cNvSpPr/>
          <p:nvPr/>
        </p:nvSpPr>
        <p:spPr>
          <a:xfrm>
            <a:off x="827204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F6A9D2A-2921-DBB6-256A-576A7FCEA539}"/>
              </a:ext>
            </a:extLst>
          </p:cNvPr>
          <p:cNvSpPr/>
          <p:nvPr/>
        </p:nvSpPr>
        <p:spPr>
          <a:xfrm>
            <a:off x="827204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8445A35-20D0-0E4A-D4D4-29C5245C9528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0B36207-C467-6DFD-32F8-3AEA40329C4B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780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0" grpId="0"/>
      <p:bldP spid="23" grpId="0"/>
      <p:bldP spid="28" grpId="0"/>
      <p:bldP spid="29" grpId="0"/>
      <p:bldP spid="31" grpId="0"/>
      <p:bldP spid="40" grpId="0" animBg="1"/>
      <p:bldP spid="41" grpId="0" animBg="1"/>
      <p:bldP spid="43" grpId="0"/>
      <p:bldP spid="44" grpId="0"/>
      <p:bldP spid="46" grpId="0"/>
      <p:bldP spid="47" grpId="0" animBg="1"/>
      <p:bldP spid="48" grpId="0" animBg="1"/>
      <p:bldP spid="5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BBDF5-6C04-6A86-609F-D9557329DE5E}"/>
              </a:ext>
            </a:extLst>
          </p:cNvPr>
          <p:cNvSpPr txBox="1"/>
          <p:nvPr/>
        </p:nvSpPr>
        <p:spPr>
          <a:xfrm>
            <a:off x="6499622" y="1409681"/>
            <a:ext cx="19303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0,6 × 1000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F9837B9-957B-E7AC-EDEC-E74F597B10CD}"/>
              </a:ext>
            </a:extLst>
          </p:cNvPr>
          <p:cNvGraphicFramePr>
            <a:graphicFrameLocks noGrp="1"/>
          </p:cNvGraphicFramePr>
          <p:nvPr/>
        </p:nvGraphicFramePr>
        <p:xfrm>
          <a:off x="6194215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043A9C-AD46-5DC3-7BD6-9E3624C29E12}"/>
              </a:ext>
            </a:extLst>
          </p:cNvPr>
          <p:cNvSpPr txBox="1"/>
          <p:nvPr/>
        </p:nvSpPr>
        <p:spPr>
          <a:xfrm>
            <a:off x="789171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35927-94BC-4852-F3B9-DE769DB9FCB0}"/>
              </a:ext>
            </a:extLst>
          </p:cNvPr>
          <p:cNvSpPr txBox="1"/>
          <p:nvPr/>
        </p:nvSpPr>
        <p:spPr>
          <a:xfrm>
            <a:off x="8432041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E7418-2B6D-A0E1-5A60-FEEE46AAA344}"/>
              </a:ext>
            </a:extLst>
          </p:cNvPr>
          <p:cNvSpPr txBox="1"/>
          <p:nvPr/>
        </p:nvSpPr>
        <p:spPr>
          <a:xfrm>
            <a:off x="789171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9F1E8A-86A1-7701-FD9F-92BADFDD3A1D}"/>
              </a:ext>
            </a:extLst>
          </p:cNvPr>
          <p:cNvSpPr txBox="1"/>
          <p:nvPr/>
        </p:nvSpPr>
        <p:spPr>
          <a:xfrm>
            <a:off x="7351387" y="41881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28493-C2E2-6A51-1312-602E72CA6861}"/>
              </a:ext>
            </a:extLst>
          </p:cNvPr>
          <p:cNvSpPr txBox="1"/>
          <p:nvPr/>
        </p:nvSpPr>
        <p:spPr>
          <a:xfrm>
            <a:off x="7891714" y="41881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4592FA-B1D2-2B9A-33F4-29E439492168}"/>
              </a:ext>
            </a:extLst>
          </p:cNvPr>
          <p:cNvSpPr txBox="1"/>
          <p:nvPr/>
        </p:nvSpPr>
        <p:spPr>
          <a:xfrm>
            <a:off x="7351387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D06021-BD26-026B-CD13-0821EECD0A12}"/>
              </a:ext>
            </a:extLst>
          </p:cNvPr>
          <p:cNvSpPr txBox="1"/>
          <p:nvPr/>
        </p:nvSpPr>
        <p:spPr>
          <a:xfrm>
            <a:off x="6811060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609AC4-3380-3553-E03D-FC616F943B8F}"/>
              </a:ext>
            </a:extLst>
          </p:cNvPr>
          <p:cNvSpPr txBox="1"/>
          <p:nvPr/>
        </p:nvSpPr>
        <p:spPr>
          <a:xfrm>
            <a:off x="7891714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1A45BD1-C9F3-DED6-1F46-E28DAD94EED3}"/>
              </a:ext>
            </a:extLst>
          </p:cNvPr>
          <p:cNvSpPr/>
          <p:nvPr/>
        </p:nvSpPr>
        <p:spPr>
          <a:xfrm>
            <a:off x="5703266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34B03061-29E8-55BA-F98A-3EE700161562}"/>
              </a:ext>
            </a:extLst>
          </p:cNvPr>
          <p:cNvSpPr/>
          <p:nvPr/>
        </p:nvSpPr>
        <p:spPr>
          <a:xfrm>
            <a:off x="5703266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2FB1752C-9194-608E-9CFB-B85338A5F316}"/>
              </a:ext>
            </a:extLst>
          </p:cNvPr>
          <p:cNvSpPr/>
          <p:nvPr/>
        </p:nvSpPr>
        <p:spPr>
          <a:xfrm>
            <a:off x="5703266" y="45644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10E18F-71D7-9DCE-14E1-36956E09E853}"/>
              </a:ext>
            </a:extLst>
          </p:cNvPr>
          <p:cNvSpPr txBox="1"/>
          <p:nvPr/>
        </p:nvSpPr>
        <p:spPr>
          <a:xfrm>
            <a:off x="5090332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7D851-9E26-7FB8-1ECB-D4A860ED0E75}"/>
              </a:ext>
            </a:extLst>
          </p:cNvPr>
          <p:cNvSpPr txBox="1"/>
          <p:nvPr/>
        </p:nvSpPr>
        <p:spPr>
          <a:xfrm>
            <a:off x="5090332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C5E1A0-6731-8564-EFF0-ACAD0DB6B9B0}"/>
              </a:ext>
            </a:extLst>
          </p:cNvPr>
          <p:cNvSpPr txBox="1"/>
          <p:nvPr/>
        </p:nvSpPr>
        <p:spPr>
          <a:xfrm>
            <a:off x="5090332" y="46063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0EC21D-BF2E-4FC3-A782-29D5790CA1F6}"/>
              </a:ext>
            </a:extLst>
          </p:cNvPr>
          <p:cNvSpPr txBox="1"/>
          <p:nvPr/>
        </p:nvSpPr>
        <p:spPr>
          <a:xfrm>
            <a:off x="7658938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600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EA37C7C-83D6-5EFE-F522-BE88B2A26F9D}"/>
              </a:ext>
            </a:extLst>
          </p:cNvPr>
          <p:cNvSpPr/>
          <p:nvPr/>
        </p:nvSpPr>
        <p:spPr>
          <a:xfrm>
            <a:off x="827204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9F8A42C-481C-33E0-4523-A0328C0910C6}"/>
              </a:ext>
            </a:extLst>
          </p:cNvPr>
          <p:cNvSpPr/>
          <p:nvPr/>
        </p:nvSpPr>
        <p:spPr>
          <a:xfrm>
            <a:off x="827204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F6A9D2A-2921-DBB6-256A-576A7FCEA539}"/>
              </a:ext>
            </a:extLst>
          </p:cNvPr>
          <p:cNvSpPr/>
          <p:nvPr/>
        </p:nvSpPr>
        <p:spPr>
          <a:xfrm>
            <a:off x="8272045" y="44209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6EE2835-50B9-24DB-E7FB-F3C6A2B14AF4}"/>
              </a:ext>
            </a:extLst>
          </p:cNvPr>
          <p:cNvSpPr/>
          <p:nvPr/>
        </p:nvSpPr>
        <p:spPr>
          <a:xfrm>
            <a:off x="8272045" y="494803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8445A35-20D0-0E4A-D4D4-29C5245C9528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F7F8537-6D6B-2D52-CE55-E419CCCA014D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85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3" grpId="0"/>
      <p:bldP spid="28" grpId="0"/>
      <p:bldP spid="31" grpId="0"/>
      <p:bldP spid="34" grpId="0"/>
      <p:bldP spid="35" grpId="0"/>
      <p:bldP spid="37" grpId="0"/>
      <p:bldP spid="40" grpId="0" animBg="1"/>
      <p:bldP spid="41" grpId="0" animBg="1"/>
      <p:bldP spid="42" grpId="0" animBg="1"/>
      <p:bldP spid="43" grpId="0"/>
      <p:bldP spid="44" grpId="0"/>
      <p:bldP spid="45" grpId="0"/>
      <p:bldP spid="46" grpId="0"/>
      <p:bldP spid="47" grpId="0" animBg="1"/>
      <p:bldP spid="48" grpId="0" animBg="1"/>
      <p:bldP spid="50" grpId="0" animBg="1"/>
      <p:bldP spid="5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BBDF5-6C04-6A86-609F-D9557329DE5E}"/>
              </a:ext>
            </a:extLst>
          </p:cNvPr>
          <p:cNvSpPr txBox="1"/>
          <p:nvPr/>
        </p:nvSpPr>
        <p:spPr>
          <a:xfrm>
            <a:off x="6499622" y="1409681"/>
            <a:ext cx="19303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1,75 × 100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F9837B9-957B-E7AC-EDEC-E74F597B10CD}"/>
              </a:ext>
            </a:extLst>
          </p:cNvPr>
          <p:cNvGraphicFramePr>
            <a:graphicFrameLocks noGrp="1"/>
          </p:cNvGraphicFramePr>
          <p:nvPr/>
        </p:nvGraphicFramePr>
        <p:xfrm>
          <a:off x="6194215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043A9C-AD46-5DC3-7BD6-9E3624C29E12}"/>
              </a:ext>
            </a:extLst>
          </p:cNvPr>
          <p:cNvSpPr txBox="1"/>
          <p:nvPr/>
        </p:nvSpPr>
        <p:spPr>
          <a:xfrm>
            <a:off x="789171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35927-94BC-4852-F3B9-DE769DB9FCB0}"/>
              </a:ext>
            </a:extLst>
          </p:cNvPr>
          <p:cNvSpPr txBox="1"/>
          <p:nvPr/>
        </p:nvSpPr>
        <p:spPr>
          <a:xfrm>
            <a:off x="8432041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5F92E1-FC06-7A9E-386A-9B34A77571B6}"/>
              </a:ext>
            </a:extLst>
          </p:cNvPr>
          <p:cNvSpPr txBox="1"/>
          <p:nvPr/>
        </p:nvSpPr>
        <p:spPr>
          <a:xfrm>
            <a:off x="897237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A764A7-EB16-7B36-FC23-408F48A2E1D6}"/>
              </a:ext>
            </a:extLst>
          </p:cNvPr>
          <p:cNvSpPr txBox="1"/>
          <p:nvPr/>
        </p:nvSpPr>
        <p:spPr>
          <a:xfrm>
            <a:off x="735138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E7418-2B6D-A0E1-5A60-FEEE46AAA344}"/>
              </a:ext>
            </a:extLst>
          </p:cNvPr>
          <p:cNvSpPr txBox="1"/>
          <p:nvPr/>
        </p:nvSpPr>
        <p:spPr>
          <a:xfrm>
            <a:off x="789171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31FC05-A1AF-CFB7-02D2-0856917B994D}"/>
              </a:ext>
            </a:extLst>
          </p:cNvPr>
          <p:cNvSpPr txBox="1"/>
          <p:nvPr/>
        </p:nvSpPr>
        <p:spPr>
          <a:xfrm>
            <a:off x="843204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9F1E8A-86A1-7701-FD9F-92BADFDD3A1D}"/>
              </a:ext>
            </a:extLst>
          </p:cNvPr>
          <p:cNvSpPr txBox="1"/>
          <p:nvPr/>
        </p:nvSpPr>
        <p:spPr>
          <a:xfrm>
            <a:off x="7351387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83432-E88C-27B5-CCF2-99EA97DDD459}"/>
              </a:ext>
            </a:extLst>
          </p:cNvPr>
          <p:cNvSpPr txBox="1"/>
          <p:nvPr/>
        </p:nvSpPr>
        <p:spPr>
          <a:xfrm>
            <a:off x="681106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28493-C2E2-6A51-1312-602E72CA6861}"/>
              </a:ext>
            </a:extLst>
          </p:cNvPr>
          <p:cNvSpPr txBox="1"/>
          <p:nvPr/>
        </p:nvSpPr>
        <p:spPr>
          <a:xfrm>
            <a:off x="789171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1A45BD1-C9F3-DED6-1F46-E28DAD94EED3}"/>
              </a:ext>
            </a:extLst>
          </p:cNvPr>
          <p:cNvSpPr/>
          <p:nvPr/>
        </p:nvSpPr>
        <p:spPr>
          <a:xfrm>
            <a:off x="5703266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34B03061-29E8-55BA-F98A-3EE700161562}"/>
              </a:ext>
            </a:extLst>
          </p:cNvPr>
          <p:cNvSpPr/>
          <p:nvPr/>
        </p:nvSpPr>
        <p:spPr>
          <a:xfrm>
            <a:off x="5703266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10E18F-71D7-9DCE-14E1-36956E09E853}"/>
              </a:ext>
            </a:extLst>
          </p:cNvPr>
          <p:cNvSpPr txBox="1"/>
          <p:nvPr/>
        </p:nvSpPr>
        <p:spPr>
          <a:xfrm>
            <a:off x="5090332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7D851-9E26-7FB8-1ECB-D4A860ED0E75}"/>
              </a:ext>
            </a:extLst>
          </p:cNvPr>
          <p:cNvSpPr txBox="1"/>
          <p:nvPr/>
        </p:nvSpPr>
        <p:spPr>
          <a:xfrm>
            <a:off x="5090332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0EC21D-BF2E-4FC3-A782-29D5790CA1F6}"/>
              </a:ext>
            </a:extLst>
          </p:cNvPr>
          <p:cNvSpPr txBox="1"/>
          <p:nvPr/>
        </p:nvSpPr>
        <p:spPr>
          <a:xfrm>
            <a:off x="7658938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175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EA37C7C-83D6-5EFE-F522-BE88B2A26F9D}"/>
              </a:ext>
            </a:extLst>
          </p:cNvPr>
          <p:cNvSpPr/>
          <p:nvPr/>
        </p:nvSpPr>
        <p:spPr>
          <a:xfrm>
            <a:off x="827204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9F8A42C-481C-33E0-4523-A0328C0910C6}"/>
              </a:ext>
            </a:extLst>
          </p:cNvPr>
          <p:cNvSpPr/>
          <p:nvPr/>
        </p:nvSpPr>
        <p:spPr>
          <a:xfrm>
            <a:off x="827204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F6A9D2A-2921-DBB6-256A-576A7FCEA539}"/>
              </a:ext>
            </a:extLst>
          </p:cNvPr>
          <p:cNvSpPr/>
          <p:nvPr/>
        </p:nvSpPr>
        <p:spPr>
          <a:xfrm>
            <a:off x="827204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8445A35-20D0-0E4A-D4D4-29C5245C9528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8890877-B6E3-AAF9-BFA0-C5DE097262E6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17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20" grpId="0"/>
      <p:bldP spid="23" grpId="0"/>
      <p:bldP spid="24" grpId="0"/>
      <p:bldP spid="28" grpId="0"/>
      <p:bldP spid="29" grpId="0"/>
      <p:bldP spid="31" grpId="0"/>
      <p:bldP spid="40" grpId="0" animBg="1"/>
      <p:bldP spid="41" grpId="0" animBg="1"/>
      <p:bldP spid="43" grpId="0"/>
      <p:bldP spid="44" grpId="0"/>
      <p:bldP spid="46" grpId="0"/>
      <p:bldP spid="47" grpId="0" animBg="1"/>
      <p:bldP spid="48" grpId="0" animBg="1"/>
      <p:bldP spid="5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522683" y="0"/>
            <a:ext cx="286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көбөйтүү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649431" y="1409681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×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1E275F-D5BC-202E-578D-CB27520645EB}"/>
              </a:ext>
            </a:extLst>
          </p:cNvPr>
          <p:cNvSpPr txBox="1"/>
          <p:nvPr/>
        </p:nvSpPr>
        <p:spPr>
          <a:xfrm>
            <a:off x="3477655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329E6-EBDF-604A-7FF7-6C0755F4103B}"/>
              </a:ext>
            </a:extLst>
          </p:cNvPr>
          <p:cNvSpPr txBox="1"/>
          <p:nvPr/>
        </p:nvSpPr>
        <p:spPr>
          <a:xfrm>
            <a:off x="239700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10DC09-A588-CCBC-6E48-F28E467283CE}"/>
              </a:ext>
            </a:extLst>
          </p:cNvPr>
          <p:cNvSpPr txBox="1"/>
          <p:nvPr/>
        </p:nvSpPr>
        <p:spPr>
          <a:xfrm>
            <a:off x="185667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04552" y="2083012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240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BBDF5-6C04-6A86-609F-D9557329DE5E}"/>
              </a:ext>
            </a:extLst>
          </p:cNvPr>
          <p:cNvSpPr txBox="1"/>
          <p:nvPr/>
        </p:nvSpPr>
        <p:spPr>
          <a:xfrm>
            <a:off x="6395427" y="1409681"/>
            <a:ext cx="21387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14,5 × 1000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F9837B9-957B-E7AC-EDEC-E74F597B10CD}"/>
              </a:ext>
            </a:extLst>
          </p:cNvPr>
          <p:cNvGraphicFramePr>
            <a:graphicFrameLocks noGrp="1"/>
          </p:cNvGraphicFramePr>
          <p:nvPr/>
        </p:nvGraphicFramePr>
        <p:xfrm>
          <a:off x="6194215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043A9C-AD46-5DC3-7BD6-9E3624C29E12}"/>
              </a:ext>
            </a:extLst>
          </p:cNvPr>
          <p:cNvSpPr txBox="1"/>
          <p:nvPr/>
        </p:nvSpPr>
        <p:spPr>
          <a:xfrm>
            <a:off x="789171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35927-94BC-4852-F3B9-DE769DB9FCB0}"/>
              </a:ext>
            </a:extLst>
          </p:cNvPr>
          <p:cNvSpPr txBox="1"/>
          <p:nvPr/>
        </p:nvSpPr>
        <p:spPr>
          <a:xfrm>
            <a:off x="8432041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5F92E1-FC06-7A9E-386A-9B34A77571B6}"/>
              </a:ext>
            </a:extLst>
          </p:cNvPr>
          <p:cNvSpPr txBox="1"/>
          <p:nvPr/>
        </p:nvSpPr>
        <p:spPr>
          <a:xfrm>
            <a:off x="897237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A764A7-EB16-7B36-FC23-408F48A2E1D6}"/>
              </a:ext>
            </a:extLst>
          </p:cNvPr>
          <p:cNvSpPr txBox="1"/>
          <p:nvPr/>
        </p:nvSpPr>
        <p:spPr>
          <a:xfrm>
            <a:off x="735138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3E7418-2B6D-A0E1-5A60-FEEE46AAA344}"/>
              </a:ext>
            </a:extLst>
          </p:cNvPr>
          <p:cNvSpPr txBox="1"/>
          <p:nvPr/>
        </p:nvSpPr>
        <p:spPr>
          <a:xfrm>
            <a:off x="789171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31FC05-A1AF-CFB7-02D2-0856917B994D}"/>
              </a:ext>
            </a:extLst>
          </p:cNvPr>
          <p:cNvSpPr txBox="1"/>
          <p:nvPr/>
        </p:nvSpPr>
        <p:spPr>
          <a:xfrm>
            <a:off x="843204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9F1E8A-86A1-7701-FD9F-92BADFDD3A1D}"/>
              </a:ext>
            </a:extLst>
          </p:cNvPr>
          <p:cNvSpPr txBox="1"/>
          <p:nvPr/>
        </p:nvSpPr>
        <p:spPr>
          <a:xfrm>
            <a:off x="7351387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83432-E88C-27B5-CCF2-99EA97DDD459}"/>
              </a:ext>
            </a:extLst>
          </p:cNvPr>
          <p:cNvSpPr txBox="1"/>
          <p:nvPr/>
        </p:nvSpPr>
        <p:spPr>
          <a:xfrm>
            <a:off x="681106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28493-C2E2-6A51-1312-602E72CA6861}"/>
              </a:ext>
            </a:extLst>
          </p:cNvPr>
          <p:cNvSpPr txBox="1"/>
          <p:nvPr/>
        </p:nvSpPr>
        <p:spPr>
          <a:xfrm>
            <a:off x="789171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203174-2D91-1D15-829E-8A9E6B19B523}"/>
              </a:ext>
            </a:extLst>
          </p:cNvPr>
          <p:cNvSpPr txBox="1"/>
          <p:nvPr/>
        </p:nvSpPr>
        <p:spPr>
          <a:xfrm>
            <a:off x="843204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4592FA-B1D2-2B9A-33F4-29E439492168}"/>
              </a:ext>
            </a:extLst>
          </p:cNvPr>
          <p:cNvSpPr txBox="1"/>
          <p:nvPr/>
        </p:nvSpPr>
        <p:spPr>
          <a:xfrm>
            <a:off x="7351387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D06021-BD26-026B-CD13-0821EECD0A12}"/>
              </a:ext>
            </a:extLst>
          </p:cNvPr>
          <p:cNvSpPr txBox="1"/>
          <p:nvPr/>
        </p:nvSpPr>
        <p:spPr>
          <a:xfrm>
            <a:off x="6811060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C67169-043E-54FC-DEDE-CDBA8A3884B0}"/>
              </a:ext>
            </a:extLst>
          </p:cNvPr>
          <p:cNvSpPr txBox="1"/>
          <p:nvPr/>
        </p:nvSpPr>
        <p:spPr>
          <a:xfrm>
            <a:off x="6270733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609AC4-3380-3553-E03D-FC616F943B8F}"/>
              </a:ext>
            </a:extLst>
          </p:cNvPr>
          <p:cNvSpPr txBox="1"/>
          <p:nvPr/>
        </p:nvSpPr>
        <p:spPr>
          <a:xfrm>
            <a:off x="7891714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4352F2-6DFA-5E85-2EE0-992942C52B20}"/>
              </a:ext>
            </a:extLst>
          </p:cNvPr>
          <p:cNvSpPr txBox="1"/>
          <p:nvPr/>
        </p:nvSpPr>
        <p:spPr>
          <a:xfrm>
            <a:off x="8432041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1A45BD1-C9F3-DED6-1F46-E28DAD94EED3}"/>
              </a:ext>
            </a:extLst>
          </p:cNvPr>
          <p:cNvSpPr/>
          <p:nvPr/>
        </p:nvSpPr>
        <p:spPr>
          <a:xfrm>
            <a:off x="5703266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34B03061-29E8-55BA-F98A-3EE700161562}"/>
              </a:ext>
            </a:extLst>
          </p:cNvPr>
          <p:cNvSpPr/>
          <p:nvPr/>
        </p:nvSpPr>
        <p:spPr>
          <a:xfrm>
            <a:off x="5703266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2FB1752C-9194-608E-9CFB-B85338A5F316}"/>
              </a:ext>
            </a:extLst>
          </p:cNvPr>
          <p:cNvSpPr/>
          <p:nvPr/>
        </p:nvSpPr>
        <p:spPr>
          <a:xfrm>
            <a:off x="5703266" y="45644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10E18F-71D7-9DCE-14E1-36956E09E853}"/>
              </a:ext>
            </a:extLst>
          </p:cNvPr>
          <p:cNvSpPr txBox="1"/>
          <p:nvPr/>
        </p:nvSpPr>
        <p:spPr>
          <a:xfrm>
            <a:off x="5090332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E7D851-9E26-7FB8-1ECB-D4A860ED0E75}"/>
              </a:ext>
            </a:extLst>
          </p:cNvPr>
          <p:cNvSpPr txBox="1"/>
          <p:nvPr/>
        </p:nvSpPr>
        <p:spPr>
          <a:xfrm>
            <a:off x="5090332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C5E1A0-6731-8564-EFF0-ACAD0DB6B9B0}"/>
              </a:ext>
            </a:extLst>
          </p:cNvPr>
          <p:cNvSpPr txBox="1"/>
          <p:nvPr/>
        </p:nvSpPr>
        <p:spPr>
          <a:xfrm>
            <a:off x="5090332" y="46063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FF0000"/>
                </a:solidFill>
              </a:rPr>
              <a:t>× 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0EC21D-BF2E-4FC3-A782-29D5790CA1F6}"/>
              </a:ext>
            </a:extLst>
          </p:cNvPr>
          <p:cNvSpPr txBox="1"/>
          <p:nvPr/>
        </p:nvSpPr>
        <p:spPr>
          <a:xfrm>
            <a:off x="7450548" y="2083012"/>
            <a:ext cx="15247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14500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EA37C7C-83D6-5EFE-F522-BE88B2A26F9D}"/>
              </a:ext>
            </a:extLst>
          </p:cNvPr>
          <p:cNvSpPr/>
          <p:nvPr/>
        </p:nvSpPr>
        <p:spPr>
          <a:xfrm>
            <a:off x="8807827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9F8A42C-481C-33E0-4523-A0328C0910C6}"/>
              </a:ext>
            </a:extLst>
          </p:cNvPr>
          <p:cNvSpPr/>
          <p:nvPr/>
        </p:nvSpPr>
        <p:spPr>
          <a:xfrm>
            <a:off x="8807827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F6A9D2A-2921-DBB6-256A-576A7FCEA539}"/>
              </a:ext>
            </a:extLst>
          </p:cNvPr>
          <p:cNvSpPr/>
          <p:nvPr/>
        </p:nvSpPr>
        <p:spPr>
          <a:xfrm>
            <a:off x="8807827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6EE2835-50B9-24DB-E7FB-F3C6A2B14AF4}"/>
              </a:ext>
            </a:extLst>
          </p:cNvPr>
          <p:cNvSpPr/>
          <p:nvPr/>
        </p:nvSpPr>
        <p:spPr>
          <a:xfrm>
            <a:off x="8807827" y="494803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8445A35-20D0-0E4A-D4D4-29C5245C9528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28F5E18-9603-0E12-27EC-2487723FDCD0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28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20" grpId="0"/>
      <p:bldP spid="23" grpId="0"/>
      <p:bldP spid="24" grpId="0"/>
      <p:bldP spid="28" grpId="0"/>
      <p:bldP spid="29" grpId="0"/>
      <p:bldP spid="31" grpId="0"/>
      <p:bldP spid="32" grpId="0"/>
      <p:bldP spid="34" grpId="0"/>
      <p:bldP spid="35" grpId="0"/>
      <p:bldP spid="36" grpId="0"/>
      <p:bldP spid="37" grpId="0"/>
      <p:bldP spid="38" grpId="0"/>
      <p:bldP spid="40" grpId="0" animBg="1"/>
      <p:bldP spid="41" grpId="0" animBg="1"/>
      <p:bldP spid="42" grpId="0" animBg="1"/>
      <p:bldP spid="43" grpId="0"/>
      <p:bldP spid="44" grpId="0"/>
      <p:bldP spid="45" grpId="0"/>
      <p:bldP spid="46" grpId="0"/>
      <p:bldP spid="47" grpId="0" animBg="1"/>
      <p:bldP spid="48" grpId="0" animBg="1"/>
      <p:bldP spid="50" grpId="0" animBg="1"/>
      <p:bldP spid="5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132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САБАК -</a:t>
            </a:r>
            <a:endParaRPr lang="en-GB" sz="20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701529" y="1409681"/>
            <a:ext cx="16177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290 ÷ 10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01DDF7A-CE3C-5C45-7717-52E5EF33EEF9}"/>
              </a:ext>
            </a:extLst>
          </p:cNvPr>
          <p:cNvSpPr txBox="1"/>
          <p:nvPr/>
        </p:nvSpPr>
        <p:spPr>
          <a:xfrm>
            <a:off x="2397001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10DCC3-0E44-D60B-FE18-9FDF6FC4BDE3}"/>
              </a:ext>
            </a:extLst>
          </p:cNvPr>
          <p:cNvSpPr txBox="1"/>
          <p:nvPr/>
        </p:nvSpPr>
        <p:spPr>
          <a:xfrm>
            <a:off x="185667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A1EFBA-A753-DD89-9F74-29056B099453}"/>
              </a:ext>
            </a:extLst>
          </p:cNvPr>
          <p:cNvSpPr txBox="1"/>
          <p:nvPr/>
        </p:nvSpPr>
        <p:spPr>
          <a:xfrm>
            <a:off x="3477655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808747" y="2083012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29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3231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18" grpId="0"/>
      <p:bldP spid="49" grpId="0"/>
      <p:bldP spid="52" grpId="0"/>
      <p:bldP spid="53" grpId="0"/>
      <p:bldP spid="73" grpId="0" animBg="1"/>
      <p:bldP spid="76" grpId="0"/>
      <p:bldP spid="79" grpId="0"/>
      <p:bldP spid="2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580 ÷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01DDF7A-CE3C-5C45-7717-52E5EF33EEF9}"/>
              </a:ext>
            </a:extLst>
          </p:cNvPr>
          <p:cNvSpPr txBox="1"/>
          <p:nvPr/>
        </p:nvSpPr>
        <p:spPr>
          <a:xfrm>
            <a:off x="2397001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10DCC3-0E44-D60B-FE18-9FDF6FC4BDE3}"/>
              </a:ext>
            </a:extLst>
          </p:cNvPr>
          <p:cNvSpPr txBox="1"/>
          <p:nvPr/>
        </p:nvSpPr>
        <p:spPr>
          <a:xfrm>
            <a:off x="185667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937328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2397001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937328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A1EFBA-A753-DD89-9F74-29056B099453}"/>
              </a:ext>
            </a:extLst>
          </p:cNvPr>
          <p:cNvSpPr txBox="1"/>
          <p:nvPr/>
        </p:nvSpPr>
        <p:spPr>
          <a:xfrm>
            <a:off x="3477655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937328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69A9B9C-2B19-EC19-AFC1-57A9DF00D8D0}"/>
              </a:ext>
            </a:extLst>
          </p:cNvPr>
          <p:cNvSpPr txBox="1"/>
          <p:nvPr/>
        </p:nvSpPr>
        <p:spPr>
          <a:xfrm>
            <a:off x="3477655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5,8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3317659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3317659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3317659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16552D-F604-24E0-251A-3E6EFF30A1A0}"/>
              </a:ext>
            </a:extLst>
          </p:cNvPr>
          <p:cNvSpPr txBox="1"/>
          <p:nvPr/>
        </p:nvSpPr>
        <p:spPr>
          <a:xfrm>
            <a:off x="4001530" y="41976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048892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18" grpId="0"/>
      <p:bldP spid="49" grpId="0"/>
      <p:bldP spid="52" grpId="0"/>
      <p:bldP spid="53" grpId="0"/>
      <p:bldP spid="60" grpId="0"/>
      <p:bldP spid="61" grpId="0"/>
      <p:bldP spid="73" grpId="0" animBg="1"/>
      <p:bldP spid="74" grpId="0" animBg="1"/>
      <p:bldP spid="76" grpId="0"/>
      <p:bldP spid="77" grpId="0"/>
      <p:bldP spid="79" grpId="0"/>
      <p:bldP spid="2" grpId="0" animBg="1"/>
      <p:bldP spid="8" grpId="0" animBg="1"/>
      <p:bldP spid="9" grpId="0" animBg="1"/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99B53-F405-EBD6-92FE-EBA8EA2420E0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350 ÷ 100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BBA22B52-F75E-9FAA-5D65-B64BA5F8FF41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01DDF7A-CE3C-5C45-7717-52E5EF33EEF9}"/>
              </a:ext>
            </a:extLst>
          </p:cNvPr>
          <p:cNvSpPr txBox="1"/>
          <p:nvPr/>
        </p:nvSpPr>
        <p:spPr>
          <a:xfrm>
            <a:off x="1856457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10DCC3-0E44-D60B-FE18-9FDF6FC4BDE3}"/>
              </a:ext>
            </a:extLst>
          </p:cNvPr>
          <p:cNvSpPr txBox="1"/>
          <p:nvPr/>
        </p:nvSpPr>
        <p:spPr>
          <a:xfrm>
            <a:off x="131613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661D8A-F284-C9D4-742B-B00912940F3E}"/>
              </a:ext>
            </a:extLst>
          </p:cNvPr>
          <p:cNvSpPr txBox="1"/>
          <p:nvPr/>
        </p:nvSpPr>
        <p:spPr>
          <a:xfrm>
            <a:off x="239678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C1731B-C3E8-33FC-EE06-C831D97800DD}"/>
              </a:ext>
            </a:extLst>
          </p:cNvPr>
          <p:cNvSpPr txBox="1"/>
          <p:nvPr/>
        </p:nvSpPr>
        <p:spPr>
          <a:xfrm>
            <a:off x="185645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EECD22-87EA-F557-47A7-64B222CD086F}"/>
              </a:ext>
            </a:extLst>
          </p:cNvPr>
          <p:cNvSpPr txBox="1"/>
          <p:nvPr/>
        </p:nvSpPr>
        <p:spPr>
          <a:xfrm>
            <a:off x="239678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711B78-122A-6CDA-5A41-4F68DD4EB082}"/>
              </a:ext>
            </a:extLst>
          </p:cNvPr>
          <p:cNvSpPr txBox="1"/>
          <p:nvPr/>
        </p:nvSpPr>
        <p:spPr>
          <a:xfrm>
            <a:off x="239678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69A9B9C-2B19-EC19-AFC1-57A9DF00D8D0}"/>
              </a:ext>
            </a:extLst>
          </p:cNvPr>
          <p:cNvSpPr txBox="1"/>
          <p:nvPr/>
        </p:nvSpPr>
        <p:spPr>
          <a:xfrm>
            <a:off x="293711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D6720635-D980-D9CF-B4A2-E29D823FEA29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F8418260-1A8C-578F-5D27-6B4E8CA9B79E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315FF3-7649-6E59-441C-949C20740B57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62FFA-D6A5-D95B-F4E0-B18A34C8DFC1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90EC62-9EA9-D49C-8C04-6CBD9FE2A1F7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3,5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56BC02-78FF-4D68-8A8D-120B3CF0AFD8}"/>
              </a:ext>
            </a:extLst>
          </p:cNvPr>
          <p:cNvSpPr/>
          <p:nvPr/>
        </p:nvSpPr>
        <p:spPr>
          <a:xfrm>
            <a:off x="277711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DD9E7C-3E9F-32D6-9001-A4B077096899}"/>
              </a:ext>
            </a:extLst>
          </p:cNvPr>
          <p:cNvSpPr/>
          <p:nvPr/>
        </p:nvSpPr>
        <p:spPr>
          <a:xfrm>
            <a:off x="277711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7DDC32-87ED-BD49-729A-201333081246}"/>
              </a:ext>
            </a:extLst>
          </p:cNvPr>
          <p:cNvSpPr/>
          <p:nvPr/>
        </p:nvSpPr>
        <p:spPr>
          <a:xfrm>
            <a:off x="277711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36EFC3-F823-442D-8D2E-32CCE27AE278}"/>
              </a:ext>
            </a:extLst>
          </p:cNvPr>
          <p:cNvSpPr txBox="1"/>
          <p:nvPr/>
        </p:nvSpPr>
        <p:spPr>
          <a:xfrm>
            <a:off x="2937111" y="3654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B76F3C-A553-502D-1D5B-6D85E2004D10}"/>
              </a:ext>
            </a:extLst>
          </p:cNvPr>
          <p:cNvSpPr txBox="1"/>
          <p:nvPr/>
        </p:nvSpPr>
        <p:spPr>
          <a:xfrm>
            <a:off x="346081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153532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18" grpId="0"/>
      <p:bldP spid="49" grpId="0"/>
      <p:bldP spid="52" grpId="0"/>
      <p:bldP spid="60" grpId="0"/>
      <p:bldP spid="61" grpId="0"/>
      <p:bldP spid="73" grpId="0" animBg="1"/>
      <p:bldP spid="74" grpId="0" animBg="1"/>
      <p:bldP spid="76" grpId="0"/>
      <p:bldP spid="77" grpId="0"/>
      <p:bldP spid="79" grpId="0"/>
      <p:bldP spid="2" grpId="0" animBg="1"/>
      <p:bldP spid="8" grpId="0" animBg="1"/>
      <p:bldP spid="9" grpId="0" animBg="1"/>
      <p:bldP spid="13" grpId="0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E81A5-BE9C-21C8-D103-1344DE828AEF}"/>
              </a:ext>
            </a:extLst>
          </p:cNvPr>
          <p:cNvSpPr txBox="1"/>
          <p:nvPr/>
        </p:nvSpPr>
        <p:spPr>
          <a:xfrm>
            <a:off x="6610184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E1CEB-4F09-767C-CB60-71FB092529B0}"/>
              </a:ext>
            </a:extLst>
          </p:cNvPr>
          <p:cNvSpPr txBox="1"/>
          <p:nvPr/>
        </p:nvSpPr>
        <p:spPr>
          <a:xfrm>
            <a:off x="6749199" y="1409681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75 ÷ 10</a:t>
            </a:r>
          </a:p>
        </p:txBody>
      </p:sp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674A3574-C075-E492-BA65-56EFEA0D5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897465"/>
              </p:ext>
            </p:extLst>
          </p:nvPr>
        </p:nvGraphicFramePr>
        <p:xfrm>
          <a:off x="6183304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AC9F81C-FB6C-0D9F-7352-2E714BD92EBD}"/>
              </a:ext>
            </a:extLst>
          </p:cNvPr>
          <p:cNvSpPr txBox="1"/>
          <p:nvPr/>
        </p:nvSpPr>
        <p:spPr>
          <a:xfrm>
            <a:off x="7340476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119FC6-2FD7-1A08-F8A5-9D660CB1D429}"/>
              </a:ext>
            </a:extLst>
          </p:cNvPr>
          <p:cNvSpPr txBox="1"/>
          <p:nvPr/>
        </p:nvSpPr>
        <p:spPr>
          <a:xfrm>
            <a:off x="7880803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3CBD11-5FE1-7E2F-5F64-2B246687B4DB}"/>
              </a:ext>
            </a:extLst>
          </p:cNvPr>
          <p:cNvSpPr txBox="1"/>
          <p:nvPr/>
        </p:nvSpPr>
        <p:spPr>
          <a:xfrm>
            <a:off x="7880803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90B420-6AE8-60C4-1BB0-198C49530492}"/>
              </a:ext>
            </a:extLst>
          </p:cNvPr>
          <p:cNvSpPr txBox="1"/>
          <p:nvPr/>
        </p:nvSpPr>
        <p:spPr>
          <a:xfrm>
            <a:off x="8421130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7E6A5C0A-D99E-FB25-F1E2-342C0A12F599}"/>
              </a:ext>
            </a:extLst>
          </p:cNvPr>
          <p:cNvSpPr/>
          <p:nvPr/>
        </p:nvSpPr>
        <p:spPr>
          <a:xfrm>
            <a:off x="5692355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AD67D4-8071-B0F7-875D-33127C0B1979}"/>
              </a:ext>
            </a:extLst>
          </p:cNvPr>
          <p:cNvSpPr txBox="1"/>
          <p:nvPr/>
        </p:nvSpPr>
        <p:spPr>
          <a:xfrm>
            <a:off x="5079421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4B87B1-F00E-BC6D-0AB9-BAE0DFA124E8}"/>
              </a:ext>
            </a:extLst>
          </p:cNvPr>
          <p:cNvSpPr txBox="1"/>
          <p:nvPr/>
        </p:nvSpPr>
        <p:spPr>
          <a:xfrm>
            <a:off x="7700124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7,5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7B0521B-F740-65A4-2F08-F787E9A91C01}"/>
              </a:ext>
            </a:extLst>
          </p:cNvPr>
          <p:cNvSpPr/>
          <p:nvPr/>
        </p:nvSpPr>
        <p:spPr>
          <a:xfrm>
            <a:off x="8261134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8235B03-C486-3DFE-59F6-AF4B8CF816E8}"/>
              </a:ext>
            </a:extLst>
          </p:cNvPr>
          <p:cNvSpPr/>
          <p:nvPr/>
        </p:nvSpPr>
        <p:spPr>
          <a:xfrm>
            <a:off x="8261134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6509B3-E636-ECFD-6F0D-C5BF4071E27D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676C4E0-A912-FD4D-A396-82BEE9965A2A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350 ÷ 100</a:t>
            </a:r>
          </a:p>
        </p:txBody>
      </p:sp>
      <p:graphicFrame>
        <p:nvGraphicFramePr>
          <p:cNvPr id="64" name="Table 9">
            <a:extLst>
              <a:ext uri="{FF2B5EF4-FFF2-40B4-BE49-F238E27FC236}">
                <a16:creationId xmlns:a16="http://schemas.microsoft.com/office/drawing/2014/main" id="{3356B087-3249-820C-47FB-D236E9589582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DD8CFB64-915B-B576-F144-D57C85E4992E}"/>
              </a:ext>
            </a:extLst>
          </p:cNvPr>
          <p:cNvSpPr txBox="1"/>
          <p:nvPr/>
        </p:nvSpPr>
        <p:spPr>
          <a:xfrm>
            <a:off x="1856457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86AF91-E457-3C5F-8B0E-3DD1F8731C5D}"/>
              </a:ext>
            </a:extLst>
          </p:cNvPr>
          <p:cNvSpPr txBox="1"/>
          <p:nvPr/>
        </p:nvSpPr>
        <p:spPr>
          <a:xfrm>
            <a:off x="131613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B60401C-AA83-4A62-1D87-675078758657}"/>
              </a:ext>
            </a:extLst>
          </p:cNvPr>
          <p:cNvSpPr txBox="1"/>
          <p:nvPr/>
        </p:nvSpPr>
        <p:spPr>
          <a:xfrm>
            <a:off x="239678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4A79011-F06B-5086-248C-D42463800834}"/>
              </a:ext>
            </a:extLst>
          </p:cNvPr>
          <p:cNvSpPr txBox="1"/>
          <p:nvPr/>
        </p:nvSpPr>
        <p:spPr>
          <a:xfrm>
            <a:off x="185645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CAFE3EA-D6CC-93F5-B013-768458736347}"/>
              </a:ext>
            </a:extLst>
          </p:cNvPr>
          <p:cNvSpPr txBox="1"/>
          <p:nvPr/>
        </p:nvSpPr>
        <p:spPr>
          <a:xfrm>
            <a:off x="239678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7F7D919-9708-AD27-9860-47FAEBFC3E0C}"/>
              </a:ext>
            </a:extLst>
          </p:cNvPr>
          <p:cNvSpPr txBox="1"/>
          <p:nvPr/>
        </p:nvSpPr>
        <p:spPr>
          <a:xfrm>
            <a:off x="239678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A3BDABC-937D-F7B4-0E08-EBF7739D2792}"/>
              </a:ext>
            </a:extLst>
          </p:cNvPr>
          <p:cNvSpPr txBox="1"/>
          <p:nvPr/>
        </p:nvSpPr>
        <p:spPr>
          <a:xfrm>
            <a:off x="293711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9C888963-3459-98A6-290D-7492E8818B62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Arc 82">
            <a:extLst>
              <a:ext uri="{FF2B5EF4-FFF2-40B4-BE49-F238E27FC236}">
                <a16:creationId xmlns:a16="http://schemas.microsoft.com/office/drawing/2014/main" id="{8FD732C6-02DB-1C96-E47E-99D903D8D1ED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C35FE15-0597-AD7D-3862-F5EFC917D486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F13B789-EA9A-3D79-0590-F633A9123F42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C20D986-D546-451C-12CB-25B6847560CB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3,5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40E5A1A-93E6-DCE1-52FE-25C9490FA547}"/>
              </a:ext>
            </a:extLst>
          </p:cNvPr>
          <p:cNvSpPr/>
          <p:nvPr/>
        </p:nvSpPr>
        <p:spPr>
          <a:xfrm>
            <a:off x="277711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4DBD7C4-C231-2F97-83C5-AC814C8D3504}"/>
              </a:ext>
            </a:extLst>
          </p:cNvPr>
          <p:cNvSpPr/>
          <p:nvPr/>
        </p:nvSpPr>
        <p:spPr>
          <a:xfrm>
            <a:off x="277711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63B284CA-D455-228B-9CB1-4C362B8338F6}"/>
              </a:ext>
            </a:extLst>
          </p:cNvPr>
          <p:cNvSpPr/>
          <p:nvPr/>
        </p:nvSpPr>
        <p:spPr>
          <a:xfrm>
            <a:off x="277711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E8D1FCE-36E5-B54A-3301-0F9B44E1EE2A}"/>
              </a:ext>
            </a:extLst>
          </p:cNvPr>
          <p:cNvSpPr txBox="1"/>
          <p:nvPr/>
        </p:nvSpPr>
        <p:spPr>
          <a:xfrm>
            <a:off x="2937111" y="3654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F0E5147-75D5-8187-E492-156CE94B8166}"/>
              </a:ext>
            </a:extLst>
          </p:cNvPr>
          <p:cNvSpPr txBox="1"/>
          <p:nvPr/>
        </p:nvSpPr>
        <p:spPr>
          <a:xfrm>
            <a:off x="346081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4EFBE0-79AA-201F-AB70-0BD117EBFFBE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001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30" grpId="0"/>
      <p:bldP spid="31" grpId="0"/>
      <p:bldP spid="45" grpId="0" animBg="1"/>
      <p:bldP spid="48" grpId="0"/>
      <p:bldP spid="54" grpId="0"/>
      <p:bldP spid="55" grpId="0" animBg="1"/>
      <p:bldP spid="5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E81A5-BE9C-21C8-D103-1344DE828AEF}"/>
              </a:ext>
            </a:extLst>
          </p:cNvPr>
          <p:cNvSpPr txBox="1"/>
          <p:nvPr/>
        </p:nvSpPr>
        <p:spPr>
          <a:xfrm>
            <a:off x="6610184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E1CEB-4F09-767C-CB60-71FB092529B0}"/>
              </a:ext>
            </a:extLst>
          </p:cNvPr>
          <p:cNvSpPr txBox="1"/>
          <p:nvPr/>
        </p:nvSpPr>
        <p:spPr>
          <a:xfrm>
            <a:off x="6436615" y="1409681"/>
            <a:ext cx="2034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5200 ÷ 100</a:t>
            </a:r>
          </a:p>
        </p:txBody>
      </p:sp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674A3574-C075-E492-BA65-56EFEA0D55E7}"/>
              </a:ext>
            </a:extLst>
          </p:cNvPr>
          <p:cNvGraphicFramePr>
            <a:graphicFrameLocks noGrp="1"/>
          </p:cNvGraphicFramePr>
          <p:nvPr/>
        </p:nvGraphicFramePr>
        <p:xfrm>
          <a:off x="6183304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AC9F81C-FB6C-0D9F-7352-2E714BD92EBD}"/>
              </a:ext>
            </a:extLst>
          </p:cNvPr>
          <p:cNvSpPr txBox="1"/>
          <p:nvPr/>
        </p:nvSpPr>
        <p:spPr>
          <a:xfrm>
            <a:off x="7340476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458EE3-ACE7-131C-8B4F-1AD6B975E85C}"/>
              </a:ext>
            </a:extLst>
          </p:cNvPr>
          <p:cNvSpPr txBox="1"/>
          <p:nvPr/>
        </p:nvSpPr>
        <p:spPr>
          <a:xfrm>
            <a:off x="6800149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62829D-407C-2CF2-D17D-51AD4E7E4FB4}"/>
              </a:ext>
            </a:extLst>
          </p:cNvPr>
          <p:cNvSpPr txBox="1"/>
          <p:nvPr/>
        </p:nvSpPr>
        <p:spPr>
          <a:xfrm>
            <a:off x="6259822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119FC6-2FD7-1A08-F8A5-9D660CB1D429}"/>
              </a:ext>
            </a:extLst>
          </p:cNvPr>
          <p:cNvSpPr txBox="1"/>
          <p:nvPr/>
        </p:nvSpPr>
        <p:spPr>
          <a:xfrm>
            <a:off x="7880803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F6B196-67FA-1F1B-4E7C-7EED9FD736BE}"/>
              </a:ext>
            </a:extLst>
          </p:cNvPr>
          <p:cNvSpPr txBox="1"/>
          <p:nvPr/>
        </p:nvSpPr>
        <p:spPr>
          <a:xfrm>
            <a:off x="7340476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25FE40-1DB4-FBD8-ABC3-BD5F12BA27FC}"/>
              </a:ext>
            </a:extLst>
          </p:cNvPr>
          <p:cNvSpPr txBox="1"/>
          <p:nvPr/>
        </p:nvSpPr>
        <p:spPr>
          <a:xfrm>
            <a:off x="6800149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3CBD11-5FE1-7E2F-5F64-2B246687B4DB}"/>
              </a:ext>
            </a:extLst>
          </p:cNvPr>
          <p:cNvSpPr txBox="1"/>
          <p:nvPr/>
        </p:nvSpPr>
        <p:spPr>
          <a:xfrm>
            <a:off x="7880803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9CC1B3-8A8B-E989-0857-3E84B9B725A8}"/>
              </a:ext>
            </a:extLst>
          </p:cNvPr>
          <p:cNvSpPr txBox="1"/>
          <p:nvPr/>
        </p:nvSpPr>
        <p:spPr>
          <a:xfrm>
            <a:off x="7340476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BC04F8-89CB-7968-E59E-48F9E24E31D3}"/>
              </a:ext>
            </a:extLst>
          </p:cNvPr>
          <p:cNvSpPr txBox="1"/>
          <p:nvPr/>
        </p:nvSpPr>
        <p:spPr>
          <a:xfrm>
            <a:off x="788080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7E6A5C0A-D99E-FB25-F1E2-342C0A12F599}"/>
              </a:ext>
            </a:extLst>
          </p:cNvPr>
          <p:cNvSpPr/>
          <p:nvPr/>
        </p:nvSpPr>
        <p:spPr>
          <a:xfrm>
            <a:off x="5692355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2151CA96-5C49-6C3B-DB85-B08238C971B7}"/>
              </a:ext>
            </a:extLst>
          </p:cNvPr>
          <p:cNvSpPr/>
          <p:nvPr/>
        </p:nvSpPr>
        <p:spPr>
          <a:xfrm>
            <a:off x="5692355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AD67D4-8071-B0F7-875D-33127C0B1979}"/>
              </a:ext>
            </a:extLst>
          </p:cNvPr>
          <p:cNvSpPr txBox="1"/>
          <p:nvPr/>
        </p:nvSpPr>
        <p:spPr>
          <a:xfrm>
            <a:off x="5079421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A7E01F-8099-E47E-110E-5C40BA8AF724}"/>
              </a:ext>
            </a:extLst>
          </p:cNvPr>
          <p:cNvSpPr txBox="1"/>
          <p:nvPr/>
        </p:nvSpPr>
        <p:spPr>
          <a:xfrm>
            <a:off x="5079421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4B87B1-F00E-BC6D-0AB9-BAE0DFA124E8}"/>
              </a:ext>
            </a:extLst>
          </p:cNvPr>
          <p:cNvSpPr txBox="1"/>
          <p:nvPr/>
        </p:nvSpPr>
        <p:spPr>
          <a:xfrm>
            <a:off x="7752223" y="2083012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52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7B0521B-F740-65A4-2F08-F787E9A91C01}"/>
              </a:ext>
            </a:extLst>
          </p:cNvPr>
          <p:cNvSpPr/>
          <p:nvPr/>
        </p:nvSpPr>
        <p:spPr>
          <a:xfrm>
            <a:off x="8261134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8235B03-C486-3DFE-59F6-AF4B8CF816E8}"/>
              </a:ext>
            </a:extLst>
          </p:cNvPr>
          <p:cNvSpPr/>
          <p:nvPr/>
        </p:nvSpPr>
        <p:spPr>
          <a:xfrm>
            <a:off x="8261134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3A0048D-80F0-D2C3-4011-33E2FF374A09}"/>
              </a:ext>
            </a:extLst>
          </p:cNvPr>
          <p:cNvSpPr/>
          <p:nvPr/>
        </p:nvSpPr>
        <p:spPr>
          <a:xfrm>
            <a:off x="8261134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C6382D-1073-C5DB-B1BF-59E6FB5F51C8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5BBD8BD-22AC-17EF-10D8-AEB80961B846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350 ÷ 100</a:t>
            </a:r>
          </a:p>
        </p:txBody>
      </p:sp>
      <p:graphicFrame>
        <p:nvGraphicFramePr>
          <p:cNvPr id="62" name="Table 9">
            <a:extLst>
              <a:ext uri="{FF2B5EF4-FFF2-40B4-BE49-F238E27FC236}">
                <a16:creationId xmlns:a16="http://schemas.microsoft.com/office/drawing/2014/main" id="{16DF2969-C849-F92E-0FD5-AAE42D71D79E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035428A8-8EF7-EE56-69B4-7A8C64AE2B0A}"/>
              </a:ext>
            </a:extLst>
          </p:cNvPr>
          <p:cNvSpPr txBox="1"/>
          <p:nvPr/>
        </p:nvSpPr>
        <p:spPr>
          <a:xfrm>
            <a:off x="1856457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538DC87-7E46-7254-E337-A64DB8D460D8}"/>
              </a:ext>
            </a:extLst>
          </p:cNvPr>
          <p:cNvSpPr txBox="1"/>
          <p:nvPr/>
        </p:nvSpPr>
        <p:spPr>
          <a:xfrm>
            <a:off x="131613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8816C52-C7CF-E62A-F281-B616DB6FDAC0}"/>
              </a:ext>
            </a:extLst>
          </p:cNvPr>
          <p:cNvSpPr txBox="1"/>
          <p:nvPr/>
        </p:nvSpPr>
        <p:spPr>
          <a:xfrm>
            <a:off x="239678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8C7A8F5-4336-3263-5581-405B95089887}"/>
              </a:ext>
            </a:extLst>
          </p:cNvPr>
          <p:cNvSpPr txBox="1"/>
          <p:nvPr/>
        </p:nvSpPr>
        <p:spPr>
          <a:xfrm>
            <a:off x="185645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5EFACC1-4E99-B114-168C-3B27FFC65154}"/>
              </a:ext>
            </a:extLst>
          </p:cNvPr>
          <p:cNvSpPr txBox="1"/>
          <p:nvPr/>
        </p:nvSpPr>
        <p:spPr>
          <a:xfrm>
            <a:off x="239678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E30F220-01A2-B11E-5644-74CED673C453}"/>
              </a:ext>
            </a:extLst>
          </p:cNvPr>
          <p:cNvSpPr txBox="1"/>
          <p:nvPr/>
        </p:nvSpPr>
        <p:spPr>
          <a:xfrm>
            <a:off x="239678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95E0B7A-36DD-1F82-B813-30FDC8BCFE90}"/>
              </a:ext>
            </a:extLst>
          </p:cNvPr>
          <p:cNvSpPr txBox="1"/>
          <p:nvPr/>
        </p:nvSpPr>
        <p:spPr>
          <a:xfrm>
            <a:off x="293711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64C4237C-6002-FCC7-1329-40D0C63A1855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731E39DA-97B1-AB1A-8A2F-B5950900685A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AEB9AA4-0529-0D13-F8D4-04277A6BE292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0F2BED7-363B-00A3-BC8B-4A3103DA0DBB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EC44300-8D8F-2F11-54E2-4B2D1DDEDC5A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3,5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265CE910-D76D-399F-FF91-BF6022B318EF}"/>
              </a:ext>
            </a:extLst>
          </p:cNvPr>
          <p:cNvSpPr/>
          <p:nvPr/>
        </p:nvSpPr>
        <p:spPr>
          <a:xfrm>
            <a:off x="277711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AC9C727-1DAA-C2D0-808C-84DE1F7442A2}"/>
              </a:ext>
            </a:extLst>
          </p:cNvPr>
          <p:cNvSpPr/>
          <p:nvPr/>
        </p:nvSpPr>
        <p:spPr>
          <a:xfrm>
            <a:off x="277711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F6962FFB-11D8-A185-FC1F-6EF90DBA4BD1}"/>
              </a:ext>
            </a:extLst>
          </p:cNvPr>
          <p:cNvSpPr/>
          <p:nvPr/>
        </p:nvSpPr>
        <p:spPr>
          <a:xfrm>
            <a:off x="277711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D77271F-DABB-9C10-F8FB-7E969B18499F}"/>
              </a:ext>
            </a:extLst>
          </p:cNvPr>
          <p:cNvSpPr txBox="1"/>
          <p:nvPr/>
        </p:nvSpPr>
        <p:spPr>
          <a:xfrm>
            <a:off x="2937111" y="3654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AD45F8F-9994-FB19-8C48-D4B8FCAE627A}"/>
              </a:ext>
            </a:extLst>
          </p:cNvPr>
          <p:cNvSpPr txBox="1"/>
          <p:nvPr/>
        </p:nvSpPr>
        <p:spPr>
          <a:xfrm>
            <a:off x="346081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19392F-80BA-0894-78F6-51207C4FD7DE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762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7" grpId="0"/>
      <p:bldP spid="28" grpId="0"/>
      <p:bldP spid="30" grpId="0"/>
      <p:bldP spid="33" grpId="0"/>
      <p:bldP spid="36" grpId="0"/>
      <p:bldP spid="45" grpId="0" animBg="1"/>
      <p:bldP spid="46" grpId="0" animBg="1"/>
      <p:bldP spid="48" grpId="0"/>
      <p:bldP spid="50" grpId="0"/>
      <p:bldP spid="54" grpId="0"/>
      <p:bldP spid="55" grpId="0" animBg="1"/>
      <p:bldP spid="56" grpId="0" animBg="1"/>
      <p:bldP spid="5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E81A5-BE9C-21C8-D103-1344DE828AEF}"/>
              </a:ext>
            </a:extLst>
          </p:cNvPr>
          <p:cNvSpPr txBox="1"/>
          <p:nvPr/>
        </p:nvSpPr>
        <p:spPr>
          <a:xfrm>
            <a:off x="6610184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E1CEB-4F09-767C-CB60-71FB092529B0}"/>
              </a:ext>
            </a:extLst>
          </p:cNvPr>
          <p:cNvSpPr txBox="1"/>
          <p:nvPr/>
        </p:nvSpPr>
        <p:spPr>
          <a:xfrm>
            <a:off x="6540810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180 ÷ 100</a:t>
            </a:r>
          </a:p>
        </p:txBody>
      </p:sp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674A3574-C075-E492-BA65-56EFEA0D55E7}"/>
              </a:ext>
            </a:extLst>
          </p:cNvPr>
          <p:cNvGraphicFramePr>
            <a:graphicFrameLocks noGrp="1"/>
          </p:cNvGraphicFramePr>
          <p:nvPr/>
        </p:nvGraphicFramePr>
        <p:xfrm>
          <a:off x="6183304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AC9F81C-FB6C-0D9F-7352-2E714BD92EBD}"/>
              </a:ext>
            </a:extLst>
          </p:cNvPr>
          <p:cNvSpPr txBox="1"/>
          <p:nvPr/>
        </p:nvSpPr>
        <p:spPr>
          <a:xfrm>
            <a:off x="7340476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458EE3-ACE7-131C-8B4F-1AD6B975E85C}"/>
              </a:ext>
            </a:extLst>
          </p:cNvPr>
          <p:cNvSpPr txBox="1"/>
          <p:nvPr/>
        </p:nvSpPr>
        <p:spPr>
          <a:xfrm>
            <a:off x="6800149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119FC6-2FD7-1A08-F8A5-9D660CB1D429}"/>
              </a:ext>
            </a:extLst>
          </p:cNvPr>
          <p:cNvSpPr txBox="1"/>
          <p:nvPr/>
        </p:nvSpPr>
        <p:spPr>
          <a:xfrm>
            <a:off x="7880803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F6B196-67FA-1F1B-4E7C-7EED9FD736BE}"/>
              </a:ext>
            </a:extLst>
          </p:cNvPr>
          <p:cNvSpPr txBox="1"/>
          <p:nvPr/>
        </p:nvSpPr>
        <p:spPr>
          <a:xfrm>
            <a:off x="7340476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3CBD11-5FE1-7E2F-5F64-2B246687B4DB}"/>
              </a:ext>
            </a:extLst>
          </p:cNvPr>
          <p:cNvSpPr txBox="1"/>
          <p:nvPr/>
        </p:nvSpPr>
        <p:spPr>
          <a:xfrm>
            <a:off x="7880803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BC04F8-89CB-7968-E59E-48F9E24E31D3}"/>
              </a:ext>
            </a:extLst>
          </p:cNvPr>
          <p:cNvSpPr txBox="1"/>
          <p:nvPr/>
        </p:nvSpPr>
        <p:spPr>
          <a:xfrm>
            <a:off x="788080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8F0FA1-211A-B4E4-BF69-E3A3914B1D7A}"/>
              </a:ext>
            </a:extLst>
          </p:cNvPr>
          <p:cNvSpPr txBox="1"/>
          <p:nvPr/>
        </p:nvSpPr>
        <p:spPr>
          <a:xfrm>
            <a:off x="842113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7E6A5C0A-D99E-FB25-F1E2-342C0A12F599}"/>
              </a:ext>
            </a:extLst>
          </p:cNvPr>
          <p:cNvSpPr/>
          <p:nvPr/>
        </p:nvSpPr>
        <p:spPr>
          <a:xfrm>
            <a:off x="5692355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2151CA96-5C49-6C3B-DB85-B08238C971B7}"/>
              </a:ext>
            </a:extLst>
          </p:cNvPr>
          <p:cNvSpPr/>
          <p:nvPr/>
        </p:nvSpPr>
        <p:spPr>
          <a:xfrm>
            <a:off x="5692355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AD67D4-8071-B0F7-875D-33127C0B1979}"/>
              </a:ext>
            </a:extLst>
          </p:cNvPr>
          <p:cNvSpPr txBox="1"/>
          <p:nvPr/>
        </p:nvSpPr>
        <p:spPr>
          <a:xfrm>
            <a:off x="5079421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A7E01F-8099-E47E-110E-5C40BA8AF724}"/>
              </a:ext>
            </a:extLst>
          </p:cNvPr>
          <p:cNvSpPr txBox="1"/>
          <p:nvPr/>
        </p:nvSpPr>
        <p:spPr>
          <a:xfrm>
            <a:off x="5079421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4B87B1-F00E-BC6D-0AB9-BAE0DFA124E8}"/>
              </a:ext>
            </a:extLst>
          </p:cNvPr>
          <p:cNvSpPr txBox="1"/>
          <p:nvPr/>
        </p:nvSpPr>
        <p:spPr>
          <a:xfrm>
            <a:off x="7700124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1,8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7B0521B-F740-65A4-2F08-F787E9A91C01}"/>
              </a:ext>
            </a:extLst>
          </p:cNvPr>
          <p:cNvSpPr/>
          <p:nvPr/>
        </p:nvSpPr>
        <p:spPr>
          <a:xfrm>
            <a:off x="8261134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8235B03-C486-3DFE-59F6-AF4B8CF816E8}"/>
              </a:ext>
            </a:extLst>
          </p:cNvPr>
          <p:cNvSpPr/>
          <p:nvPr/>
        </p:nvSpPr>
        <p:spPr>
          <a:xfrm>
            <a:off x="8261134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3A0048D-80F0-D2C3-4011-33E2FF374A09}"/>
              </a:ext>
            </a:extLst>
          </p:cNvPr>
          <p:cNvSpPr/>
          <p:nvPr/>
        </p:nvSpPr>
        <p:spPr>
          <a:xfrm>
            <a:off x="8261134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871BB08-305F-27E9-C150-8EE074A57695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9761A27-F2A6-7C54-11F4-F1E65EBB87BC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350 ÷ 100</a:t>
            </a:r>
          </a:p>
        </p:txBody>
      </p:sp>
      <p:graphicFrame>
        <p:nvGraphicFramePr>
          <p:cNvPr id="64" name="Table 9">
            <a:extLst>
              <a:ext uri="{FF2B5EF4-FFF2-40B4-BE49-F238E27FC236}">
                <a16:creationId xmlns:a16="http://schemas.microsoft.com/office/drawing/2014/main" id="{B6382C18-308B-7B6B-CB03-38490C431E97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6946CB30-A777-2BCD-4C1D-0D53A9519964}"/>
              </a:ext>
            </a:extLst>
          </p:cNvPr>
          <p:cNvSpPr txBox="1"/>
          <p:nvPr/>
        </p:nvSpPr>
        <p:spPr>
          <a:xfrm>
            <a:off x="1856457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B670658-2FBA-3A69-F5AF-576BCF0BC279}"/>
              </a:ext>
            </a:extLst>
          </p:cNvPr>
          <p:cNvSpPr txBox="1"/>
          <p:nvPr/>
        </p:nvSpPr>
        <p:spPr>
          <a:xfrm>
            <a:off x="131613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78BCB92-D8FA-7BB2-362D-6058F84827F6}"/>
              </a:ext>
            </a:extLst>
          </p:cNvPr>
          <p:cNvSpPr txBox="1"/>
          <p:nvPr/>
        </p:nvSpPr>
        <p:spPr>
          <a:xfrm>
            <a:off x="239678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0E4BE5B-469B-6503-7969-FDC7641C037F}"/>
              </a:ext>
            </a:extLst>
          </p:cNvPr>
          <p:cNvSpPr txBox="1"/>
          <p:nvPr/>
        </p:nvSpPr>
        <p:spPr>
          <a:xfrm>
            <a:off x="185645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A636BBB-719E-A313-305B-F33AA8165A5D}"/>
              </a:ext>
            </a:extLst>
          </p:cNvPr>
          <p:cNvSpPr txBox="1"/>
          <p:nvPr/>
        </p:nvSpPr>
        <p:spPr>
          <a:xfrm>
            <a:off x="239678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CA22EE1-5121-57E1-25A6-147282AF0151}"/>
              </a:ext>
            </a:extLst>
          </p:cNvPr>
          <p:cNvSpPr txBox="1"/>
          <p:nvPr/>
        </p:nvSpPr>
        <p:spPr>
          <a:xfrm>
            <a:off x="239678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D40C52D-1688-47F7-D703-B108E89C7D5D}"/>
              </a:ext>
            </a:extLst>
          </p:cNvPr>
          <p:cNvSpPr txBox="1"/>
          <p:nvPr/>
        </p:nvSpPr>
        <p:spPr>
          <a:xfrm>
            <a:off x="293711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5FC62DE1-1F34-BBFA-9C45-A155D1B61C13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Arc 82">
            <a:extLst>
              <a:ext uri="{FF2B5EF4-FFF2-40B4-BE49-F238E27FC236}">
                <a16:creationId xmlns:a16="http://schemas.microsoft.com/office/drawing/2014/main" id="{EA2140BB-9030-188C-8B2C-4ECEC0C9D167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E556174-7AD1-EE47-01CE-9E1EB2201582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653E361-65D3-321E-085E-12BE3628AE89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FD49070-D12E-C5F1-0035-60A4BFC16E71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3,5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D259FA11-A138-BB85-CB7F-47BCC0BA1B70}"/>
              </a:ext>
            </a:extLst>
          </p:cNvPr>
          <p:cNvSpPr/>
          <p:nvPr/>
        </p:nvSpPr>
        <p:spPr>
          <a:xfrm>
            <a:off x="277711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389715DB-BE55-48C7-2743-D5D2D4E79F44}"/>
              </a:ext>
            </a:extLst>
          </p:cNvPr>
          <p:cNvSpPr/>
          <p:nvPr/>
        </p:nvSpPr>
        <p:spPr>
          <a:xfrm>
            <a:off x="277711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0F2E4A11-1F8A-1276-336A-173BCA9FE36A}"/>
              </a:ext>
            </a:extLst>
          </p:cNvPr>
          <p:cNvSpPr/>
          <p:nvPr/>
        </p:nvSpPr>
        <p:spPr>
          <a:xfrm>
            <a:off x="277711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7C0C96D-E974-328A-C263-B2A67A1B26F9}"/>
              </a:ext>
            </a:extLst>
          </p:cNvPr>
          <p:cNvSpPr txBox="1"/>
          <p:nvPr/>
        </p:nvSpPr>
        <p:spPr>
          <a:xfrm>
            <a:off x="2937111" y="3654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3AB9623-CDA8-B178-4488-FDC3F02A346F}"/>
              </a:ext>
            </a:extLst>
          </p:cNvPr>
          <p:cNvSpPr txBox="1"/>
          <p:nvPr/>
        </p:nvSpPr>
        <p:spPr>
          <a:xfrm>
            <a:off x="346081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DB51FC-9A31-ABD4-1EA4-62F514E5CAE6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929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2" grpId="0"/>
      <p:bldP spid="27" grpId="0"/>
      <p:bldP spid="30" grpId="0"/>
      <p:bldP spid="36" grpId="0"/>
      <p:bldP spid="37" grpId="0"/>
      <p:bldP spid="45" grpId="0" animBg="1"/>
      <p:bldP spid="46" grpId="0" animBg="1"/>
      <p:bldP spid="48" grpId="0"/>
      <p:bldP spid="50" grpId="0"/>
      <p:bldP spid="54" grpId="0"/>
      <p:bldP spid="55" grpId="0" animBg="1"/>
      <p:bldP spid="56" grpId="0" animBg="1"/>
      <p:bldP spid="5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E81A5-BE9C-21C8-D103-1344DE828AEF}"/>
              </a:ext>
            </a:extLst>
          </p:cNvPr>
          <p:cNvSpPr txBox="1"/>
          <p:nvPr/>
        </p:nvSpPr>
        <p:spPr>
          <a:xfrm>
            <a:off x="6610184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E1CEB-4F09-767C-CB60-71FB092529B0}"/>
              </a:ext>
            </a:extLst>
          </p:cNvPr>
          <p:cNvSpPr txBox="1"/>
          <p:nvPr/>
        </p:nvSpPr>
        <p:spPr>
          <a:xfrm>
            <a:off x="6540810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126 ÷ 100</a:t>
            </a:r>
          </a:p>
        </p:txBody>
      </p:sp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674A3574-C075-E492-BA65-56EFEA0D55E7}"/>
              </a:ext>
            </a:extLst>
          </p:cNvPr>
          <p:cNvGraphicFramePr>
            <a:graphicFrameLocks noGrp="1"/>
          </p:cNvGraphicFramePr>
          <p:nvPr/>
        </p:nvGraphicFramePr>
        <p:xfrm>
          <a:off x="6183304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AC9F81C-FB6C-0D9F-7352-2E714BD92EBD}"/>
              </a:ext>
            </a:extLst>
          </p:cNvPr>
          <p:cNvSpPr txBox="1"/>
          <p:nvPr/>
        </p:nvSpPr>
        <p:spPr>
          <a:xfrm>
            <a:off x="7340476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458EE3-ACE7-131C-8B4F-1AD6B975E85C}"/>
              </a:ext>
            </a:extLst>
          </p:cNvPr>
          <p:cNvSpPr txBox="1"/>
          <p:nvPr/>
        </p:nvSpPr>
        <p:spPr>
          <a:xfrm>
            <a:off x="6800149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119FC6-2FD7-1A08-F8A5-9D660CB1D429}"/>
              </a:ext>
            </a:extLst>
          </p:cNvPr>
          <p:cNvSpPr txBox="1"/>
          <p:nvPr/>
        </p:nvSpPr>
        <p:spPr>
          <a:xfrm>
            <a:off x="7880803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F6B196-67FA-1F1B-4E7C-7EED9FD736BE}"/>
              </a:ext>
            </a:extLst>
          </p:cNvPr>
          <p:cNvSpPr txBox="1"/>
          <p:nvPr/>
        </p:nvSpPr>
        <p:spPr>
          <a:xfrm>
            <a:off x="7340476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3CBD11-5FE1-7E2F-5F64-2B246687B4DB}"/>
              </a:ext>
            </a:extLst>
          </p:cNvPr>
          <p:cNvSpPr txBox="1"/>
          <p:nvPr/>
        </p:nvSpPr>
        <p:spPr>
          <a:xfrm>
            <a:off x="7880803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90B420-6AE8-60C4-1BB0-198C49530492}"/>
              </a:ext>
            </a:extLst>
          </p:cNvPr>
          <p:cNvSpPr txBox="1"/>
          <p:nvPr/>
        </p:nvSpPr>
        <p:spPr>
          <a:xfrm>
            <a:off x="8421130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BC04F8-89CB-7968-E59E-48F9E24E31D3}"/>
              </a:ext>
            </a:extLst>
          </p:cNvPr>
          <p:cNvSpPr txBox="1"/>
          <p:nvPr/>
        </p:nvSpPr>
        <p:spPr>
          <a:xfrm>
            <a:off x="788080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8F0FA1-211A-B4E4-BF69-E3A3914B1D7A}"/>
              </a:ext>
            </a:extLst>
          </p:cNvPr>
          <p:cNvSpPr txBox="1"/>
          <p:nvPr/>
        </p:nvSpPr>
        <p:spPr>
          <a:xfrm>
            <a:off x="842113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6E3334-D15B-0B87-6C02-657774CEAF09}"/>
              </a:ext>
            </a:extLst>
          </p:cNvPr>
          <p:cNvSpPr txBox="1"/>
          <p:nvPr/>
        </p:nvSpPr>
        <p:spPr>
          <a:xfrm>
            <a:off x="8961459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7E6A5C0A-D99E-FB25-F1E2-342C0A12F599}"/>
              </a:ext>
            </a:extLst>
          </p:cNvPr>
          <p:cNvSpPr/>
          <p:nvPr/>
        </p:nvSpPr>
        <p:spPr>
          <a:xfrm>
            <a:off x="5692355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2151CA96-5C49-6C3B-DB85-B08238C971B7}"/>
              </a:ext>
            </a:extLst>
          </p:cNvPr>
          <p:cNvSpPr/>
          <p:nvPr/>
        </p:nvSpPr>
        <p:spPr>
          <a:xfrm>
            <a:off x="5692355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AD67D4-8071-B0F7-875D-33127C0B1979}"/>
              </a:ext>
            </a:extLst>
          </p:cNvPr>
          <p:cNvSpPr txBox="1"/>
          <p:nvPr/>
        </p:nvSpPr>
        <p:spPr>
          <a:xfrm>
            <a:off x="5079421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A7E01F-8099-E47E-110E-5C40BA8AF724}"/>
              </a:ext>
            </a:extLst>
          </p:cNvPr>
          <p:cNvSpPr txBox="1"/>
          <p:nvPr/>
        </p:nvSpPr>
        <p:spPr>
          <a:xfrm>
            <a:off x="5079421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4B87B1-F00E-BC6D-0AB9-BAE0DFA124E8}"/>
              </a:ext>
            </a:extLst>
          </p:cNvPr>
          <p:cNvSpPr txBox="1"/>
          <p:nvPr/>
        </p:nvSpPr>
        <p:spPr>
          <a:xfrm>
            <a:off x="7595930" y="2083012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1,26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7B0521B-F740-65A4-2F08-F787E9A91C01}"/>
              </a:ext>
            </a:extLst>
          </p:cNvPr>
          <p:cNvSpPr/>
          <p:nvPr/>
        </p:nvSpPr>
        <p:spPr>
          <a:xfrm>
            <a:off x="8261134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8235B03-C486-3DFE-59F6-AF4B8CF816E8}"/>
              </a:ext>
            </a:extLst>
          </p:cNvPr>
          <p:cNvSpPr/>
          <p:nvPr/>
        </p:nvSpPr>
        <p:spPr>
          <a:xfrm>
            <a:off x="8261134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3A0048D-80F0-D2C3-4011-33E2FF374A09}"/>
              </a:ext>
            </a:extLst>
          </p:cNvPr>
          <p:cNvSpPr/>
          <p:nvPr/>
        </p:nvSpPr>
        <p:spPr>
          <a:xfrm>
            <a:off x="8261134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D6961E-8D23-939A-2771-B0FF9EB64A6D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D504EB-05C8-DF7E-8569-31CED6F90A7B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350 ÷ 100</a:t>
            </a:r>
          </a:p>
        </p:txBody>
      </p:sp>
      <p:graphicFrame>
        <p:nvGraphicFramePr>
          <p:cNvPr id="62" name="Table 9">
            <a:extLst>
              <a:ext uri="{FF2B5EF4-FFF2-40B4-BE49-F238E27FC236}">
                <a16:creationId xmlns:a16="http://schemas.microsoft.com/office/drawing/2014/main" id="{F3B8B1C7-A7F2-DA59-3CDE-9EF36947FC89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C7441995-390B-B26E-77FF-790D76824F55}"/>
              </a:ext>
            </a:extLst>
          </p:cNvPr>
          <p:cNvSpPr txBox="1"/>
          <p:nvPr/>
        </p:nvSpPr>
        <p:spPr>
          <a:xfrm>
            <a:off x="1856457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762ABDA-E50A-5C08-00DD-86CAF61CD0F3}"/>
              </a:ext>
            </a:extLst>
          </p:cNvPr>
          <p:cNvSpPr txBox="1"/>
          <p:nvPr/>
        </p:nvSpPr>
        <p:spPr>
          <a:xfrm>
            <a:off x="131613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4D56E57-65F5-0305-CC60-2BBC9D731FC9}"/>
              </a:ext>
            </a:extLst>
          </p:cNvPr>
          <p:cNvSpPr txBox="1"/>
          <p:nvPr/>
        </p:nvSpPr>
        <p:spPr>
          <a:xfrm>
            <a:off x="239678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9016713-D8D3-AAB3-CDAA-514AF0FBBA7E}"/>
              </a:ext>
            </a:extLst>
          </p:cNvPr>
          <p:cNvSpPr txBox="1"/>
          <p:nvPr/>
        </p:nvSpPr>
        <p:spPr>
          <a:xfrm>
            <a:off x="185645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8CE7C44-248C-670C-498D-9258AD6F8E22}"/>
              </a:ext>
            </a:extLst>
          </p:cNvPr>
          <p:cNvSpPr txBox="1"/>
          <p:nvPr/>
        </p:nvSpPr>
        <p:spPr>
          <a:xfrm>
            <a:off x="239678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D4A0876-854D-D20B-B42D-4469E6773E2A}"/>
              </a:ext>
            </a:extLst>
          </p:cNvPr>
          <p:cNvSpPr txBox="1"/>
          <p:nvPr/>
        </p:nvSpPr>
        <p:spPr>
          <a:xfrm>
            <a:off x="239678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4F5CEF3-8D61-69F2-16E0-EEF4B42F2A7B}"/>
              </a:ext>
            </a:extLst>
          </p:cNvPr>
          <p:cNvSpPr txBox="1"/>
          <p:nvPr/>
        </p:nvSpPr>
        <p:spPr>
          <a:xfrm>
            <a:off x="293711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55048C96-9173-3201-38EA-1D0BE7257ED5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466DE669-0CAE-83F0-80CC-4AF2F7775475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3286DF4-B108-655A-CC90-60E01BE6F566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6820B50-96B7-C965-014D-37BE3E688798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10BC0A5-9090-47D4-2933-CF279A1332BC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3,5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7B20B9D-5196-AF72-04A1-E1361C12FA3C}"/>
              </a:ext>
            </a:extLst>
          </p:cNvPr>
          <p:cNvSpPr/>
          <p:nvPr/>
        </p:nvSpPr>
        <p:spPr>
          <a:xfrm>
            <a:off x="277711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4AB76B2-6ED7-75FE-FC4D-795EBF2FE104}"/>
              </a:ext>
            </a:extLst>
          </p:cNvPr>
          <p:cNvSpPr/>
          <p:nvPr/>
        </p:nvSpPr>
        <p:spPr>
          <a:xfrm>
            <a:off x="277711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2230913-751E-3AAF-B35C-DB1AFB864855}"/>
              </a:ext>
            </a:extLst>
          </p:cNvPr>
          <p:cNvSpPr/>
          <p:nvPr/>
        </p:nvSpPr>
        <p:spPr>
          <a:xfrm>
            <a:off x="277711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268EECD-7EE1-35C7-FDAC-79D2A6300FD3}"/>
              </a:ext>
            </a:extLst>
          </p:cNvPr>
          <p:cNvSpPr txBox="1"/>
          <p:nvPr/>
        </p:nvSpPr>
        <p:spPr>
          <a:xfrm>
            <a:off x="2937111" y="3654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D343E1B-6BDC-B4F5-C15D-26A9633F9504}"/>
              </a:ext>
            </a:extLst>
          </p:cNvPr>
          <p:cNvSpPr txBox="1"/>
          <p:nvPr/>
        </p:nvSpPr>
        <p:spPr>
          <a:xfrm>
            <a:off x="346081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0DDB0-B50C-08EA-ED42-2EC828A81630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092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2" grpId="0"/>
      <p:bldP spid="27" grpId="0"/>
      <p:bldP spid="30" grpId="0"/>
      <p:bldP spid="31" grpId="0"/>
      <p:bldP spid="36" grpId="0"/>
      <p:bldP spid="37" grpId="0"/>
      <p:bldP spid="38" grpId="0"/>
      <p:bldP spid="45" grpId="0" animBg="1"/>
      <p:bldP spid="46" grpId="0" animBg="1"/>
      <p:bldP spid="48" grpId="0"/>
      <p:bldP spid="50" grpId="0"/>
      <p:bldP spid="54" grpId="0"/>
      <p:bldP spid="55" grpId="0" animBg="1"/>
      <p:bldP spid="56" grpId="0" animBg="1"/>
      <p:bldP spid="5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E81A5-BE9C-21C8-D103-1344DE828AEF}"/>
              </a:ext>
            </a:extLst>
          </p:cNvPr>
          <p:cNvSpPr txBox="1"/>
          <p:nvPr/>
        </p:nvSpPr>
        <p:spPr>
          <a:xfrm>
            <a:off x="6610184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E1CEB-4F09-767C-CB60-71FB092529B0}"/>
              </a:ext>
            </a:extLst>
          </p:cNvPr>
          <p:cNvSpPr txBox="1"/>
          <p:nvPr/>
        </p:nvSpPr>
        <p:spPr>
          <a:xfrm>
            <a:off x="6332421" y="1409681"/>
            <a:ext cx="22429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4760 ÷ 1000</a:t>
            </a:r>
          </a:p>
        </p:txBody>
      </p:sp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674A3574-C075-E492-BA65-56EFEA0D55E7}"/>
              </a:ext>
            </a:extLst>
          </p:cNvPr>
          <p:cNvGraphicFramePr>
            <a:graphicFrameLocks noGrp="1"/>
          </p:cNvGraphicFramePr>
          <p:nvPr/>
        </p:nvGraphicFramePr>
        <p:xfrm>
          <a:off x="6183304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AC9F81C-FB6C-0D9F-7352-2E714BD92EBD}"/>
              </a:ext>
            </a:extLst>
          </p:cNvPr>
          <p:cNvSpPr txBox="1"/>
          <p:nvPr/>
        </p:nvSpPr>
        <p:spPr>
          <a:xfrm>
            <a:off x="7340476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458EE3-ACE7-131C-8B4F-1AD6B975E85C}"/>
              </a:ext>
            </a:extLst>
          </p:cNvPr>
          <p:cNvSpPr txBox="1"/>
          <p:nvPr/>
        </p:nvSpPr>
        <p:spPr>
          <a:xfrm>
            <a:off x="6800149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62829D-407C-2CF2-D17D-51AD4E7E4FB4}"/>
              </a:ext>
            </a:extLst>
          </p:cNvPr>
          <p:cNvSpPr txBox="1"/>
          <p:nvPr/>
        </p:nvSpPr>
        <p:spPr>
          <a:xfrm>
            <a:off x="6259822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119FC6-2FD7-1A08-F8A5-9D660CB1D429}"/>
              </a:ext>
            </a:extLst>
          </p:cNvPr>
          <p:cNvSpPr txBox="1"/>
          <p:nvPr/>
        </p:nvSpPr>
        <p:spPr>
          <a:xfrm>
            <a:off x="7880803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F6B196-67FA-1F1B-4E7C-7EED9FD736BE}"/>
              </a:ext>
            </a:extLst>
          </p:cNvPr>
          <p:cNvSpPr txBox="1"/>
          <p:nvPr/>
        </p:nvSpPr>
        <p:spPr>
          <a:xfrm>
            <a:off x="7340476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25FE40-1DB4-FBD8-ABC3-BD5F12BA27FC}"/>
              </a:ext>
            </a:extLst>
          </p:cNvPr>
          <p:cNvSpPr txBox="1"/>
          <p:nvPr/>
        </p:nvSpPr>
        <p:spPr>
          <a:xfrm>
            <a:off x="6800149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3CBD11-5FE1-7E2F-5F64-2B246687B4DB}"/>
              </a:ext>
            </a:extLst>
          </p:cNvPr>
          <p:cNvSpPr txBox="1"/>
          <p:nvPr/>
        </p:nvSpPr>
        <p:spPr>
          <a:xfrm>
            <a:off x="7880803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9CC1B3-8A8B-E989-0857-3E84B9B725A8}"/>
              </a:ext>
            </a:extLst>
          </p:cNvPr>
          <p:cNvSpPr txBox="1"/>
          <p:nvPr/>
        </p:nvSpPr>
        <p:spPr>
          <a:xfrm>
            <a:off x="7340476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BC04F8-89CB-7968-E59E-48F9E24E31D3}"/>
              </a:ext>
            </a:extLst>
          </p:cNvPr>
          <p:cNvSpPr txBox="1"/>
          <p:nvPr/>
        </p:nvSpPr>
        <p:spPr>
          <a:xfrm>
            <a:off x="788080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EFC74F-BD2C-CE0B-13F7-49C054E15535}"/>
              </a:ext>
            </a:extLst>
          </p:cNvPr>
          <p:cNvSpPr txBox="1"/>
          <p:nvPr/>
        </p:nvSpPr>
        <p:spPr>
          <a:xfrm>
            <a:off x="7880803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0BAD01-214A-75B9-E3F8-CBA8B439A789}"/>
              </a:ext>
            </a:extLst>
          </p:cNvPr>
          <p:cNvSpPr txBox="1"/>
          <p:nvPr/>
        </p:nvSpPr>
        <p:spPr>
          <a:xfrm>
            <a:off x="8421130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7E6A5C0A-D99E-FB25-F1E2-342C0A12F599}"/>
              </a:ext>
            </a:extLst>
          </p:cNvPr>
          <p:cNvSpPr/>
          <p:nvPr/>
        </p:nvSpPr>
        <p:spPr>
          <a:xfrm>
            <a:off x="5692355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2151CA96-5C49-6C3B-DB85-B08238C971B7}"/>
              </a:ext>
            </a:extLst>
          </p:cNvPr>
          <p:cNvSpPr/>
          <p:nvPr/>
        </p:nvSpPr>
        <p:spPr>
          <a:xfrm>
            <a:off x="5692355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5DBB0E77-1959-F558-DD5F-A94C2B996BD9}"/>
              </a:ext>
            </a:extLst>
          </p:cNvPr>
          <p:cNvSpPr/>
          <p:nvPr/>
        </p:nvSpPr>
        <p:spPr>
          <a:xfrm>
            <a:off x="5692355" y="45644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AD67D4-8071-B0F7-875D-33127C0B1979}"/>
              </a:ext>
            </a:extLst>
          </p:cNvPr>
          <p:cNvSpPr txBox="1"/>
          <p:nvPr/>
        </p:nvSpPr>
        <p:spPr>
          <a:xfrm>
            <a:off x="5079421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A7E01F-8099-E47E-110E-5C40BA8AF724}"/>
              </a:ext>
            </a:extLst>
          </p:cNvPr>
          <p:cNvSpPr txBox="1"/>
          <p:nvPr/>
        </p:nvSpPr>
        <p:spPr>
          <a:xfrm>
            <a:off x="5079421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0036AC-65A0-AE1B-D716-8C72225D3C17}"/>
              </a:ext>
            </a:extLst>
          </p:cNvPr>
          <p:cNvSpPr txBox="1"/>
          <p:nvPr/>
        </p:nvSpPr>
        <p:spPr>
          <a:xfrm>
            <a:off x="5079421" y="46063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4B87B1-F00E-BC6D-0AB9-BAE0DFA124E8}"/>
              </a:ext>
            </a:extLst>
          </p:cNvPr>
          <p:cNvSpPr txBox="1"/>
          <p:nvPr/>
        </p:nvSpPr>
        <p:spPr>
          <a:xfrm>
            <a:off x="7595930" y="2083012"/>
            <a:ext cx="1212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4,76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7B0521B-F740-65A4-2F08-F787E9A91C01}"/>
              </a:ext>
            </a:extLst>
          </p:cNvPr>
          <p:cNvSpPr/>
          <p:nvPr/>
        </p:nvSpPr>
        <p:spPr>
          <a:xfrm>
            <a:off x="8259547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8235B03-C486-3DFE-59F6-AF4B8CF816E8}"/>
              </a:ext>
            </a:extLst>
          </p:cNvPr>
          <p:cNvSpPr/>
          <p:nvPr/>
        </p:nvSpPr>
        <p:spPr>
          <a:xfrm>
            <a:off x="8259547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3A0048D-80F0-D2C3-4011-33E2FF374A09}"/>
              </a:ext>
            </a:extLst>
          </p:cNvPr>
          <p:cNvSpPr/>
          <p:nvPr/>
        </p:nvSpPr>
        <p:spPr>
          <a:xfrm>
            <a:off x="8259547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26C6417-6D18-F7F6-7A12-537553E635F8}"/>
              </a:ext>
            </a:extLst>
          </p:cNvPr>
          <p:cNvSpPr/>
          <p:nvPr/>
        </p:nvSpPr>
        <p:spPr>
          <a:xfrm>
            <a:off x="8259547" y="494803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653D75-1FFC-F3D0-6062-E16278326BEF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85DA510-DDE6-DF3D-F4EE-16EC6FB49B30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350 ÷ 100</a:t>
            </a:r>
          </a:p>
        </p:txBody>
      </p:sp>
      <p:graphicFrame>
        <p:nvGraphicFramePr>
          <p:cNvPr id="62" name="Table 9">
            <a:extLst>
              <a:ext uri="{FF2B5EF4-FFF2-40B4-BE49-F238E27FC236}">
                <a16:creationId xmlns:a16="http://schemas.microsoft.com/office/drawing/2014/main" id="{C02450B6-B429-4050-0ABF-8DBA0F6B55BB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1C2D1A7D-E5D7-DB5A-0384-E926DF9A56CD}"/>
              </a:ext>
            </a:extLst>
          </p:cNvPr>
          <p:cNvSpPr txBox="1"/>
          <p:nvPr/>
        </p:nvSpPr>
        <p:spPr>
          <a:xfrm>
            <a:off x="1856457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25EEB53-E76F-B593-471D-6AEA933CA5EF}"/>
              </a:ext>
            </a:extLst>
          </p:cNvPr>
          <p:cNvSpPr txBox="1"/>
          <p:nvPr/>
        </p:nvSpPr>
        <p:spPr>
          <a:xfrm>
            <a:off x="131613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1609CD-81FD-3C3B-2F26-6BE79128E83F}"/>
              </a:ext>
            </a:extLst>
          </p:cNvPr>
          <p:cNvSpPr txBox="1"/>
          <p:nvPr/>
        </p:nvSpPr>
        <p:spPr>
          <a:xfrm>
            <a:off x="239678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5410FA-6136-ED74-7FB8-D0FFD9E1B977}"/>
              </a:ext>
            </a:extLst>
          </p:cNvPr>
          <p:cNvSpPr txBox="1"/>
          <p:nvPr/>
        </p:nvSpPr>
        <p:spPr>
          <a:xfrm>
            <a:off x="185645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2931F91-8BF9-5766-8AFF-070FC43280E2}"/>
              </a:ext>
            </a:extLst>
          </p:cNvPr>
          <p:cNvSpPr txBox="1"/>
          <p:nvPr/>
        </p:nvSpPr>
        <p:spPr>
          <a:xfrm>
            <a:off x="239678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2706D45-D1A0-D35A-0339-33EF0490CE03}"/>
              </a:ext>
            </a:extLst>
          </p:cNvPr>
          <p:cNvSpPr txBox="1"/>
          <p:nvPr/>
        </p:nvSpPr>
        <p:spPr>
          <a:xfrm>
            <a:off x="239678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9BB961C-5F46-655C-D3A4-7C8E316996D6}"/>
              </a:ext>
            </a:extLst>
          </p:cNvPr>
          <p:cNvSpPr txBox="1"/>
          <p:nvPr/>
        </p:nvSpPr>
        <p:spPr>
          <a:xfrm>
            <a:off x="293711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BE8C2089-3525-9828-57D7-7DAB9EE648F5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44B2D08A-9EF2-EB77-BC28-31A5864592CD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A9DDDC4-43F1-4688-99E7-283E22B35984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4222D16-F45A-4EB0-7A64-8EB04014710C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6C2DEE2-FFFF-AE63-D823-537003F97F81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3,5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3AAA6636-403B-B072-711C-05FB89D312F7}"/>
              </a:ext>
            </a:extLst>
          </p:cNvPr>
          <p:cNvSpPr/>
          <p:nvPr/>
        </p:nvSpPr>
        <p:spPr>
          <a:xfrm>
            <a:off x="277711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10D1429-F2AD-E61D-739E-965614DE91BE}"/>
              </a:ext>
            </a:extLst>
          </p:cNvPr>
          <p:cNvSpPr/>
          <p:nvPr/>
        </p:nvSpPr>
        <p:spPr>
          <a:xfrm>
            <a:off x="277711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30846E46-21EC-9289-0DCA-F814DAC9DE1A}"/>
              </a:ext>
            </a:extLst>
          </p:cNvPr>
          <p:cNvSpPr/>
          <p:nvPr/>
        </p:nvSpPr>
        <p:spPr>
          <a:xfrm>
            <a:off x="277711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A958B49-E730-8047-4A0B-2A019288573F}"/>
              </a:ext>
            </a:extLst>
          </p:cNvPr>
          <p:cNvSpPr txBox="1"/>
          <p:nvPr/>
        </p:nvSpPr>
        <p:spPr>
          <a:xfrm>
            <a:off x="2937111" y="3654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9F39180-B1BB-3425-CCB2-453CC372DF62}"/>
              </a:ext>
            </a:extLst>
          </p:cNvPr>
          <p:cNvSpPr txBox="1"/>
          <p:nvPr/>
        </p:nvSpPr>
        <p:spPr>
          <a:xfrm>
            <a:off x="346081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3F6881-F3F9-CCDB-2A07-9AF878C48704}"/>
              </a:ext>
            </a:extLst>
          </p:cNvPr>
          <p:cNvSpPr txBox="1"/>
          <p:nvPr/>
        </p:nvSpPr>
        <p:spPr>
          <a:xfrm>
            <a:off x="8944832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6FF86-7E38-D46E-1981-B1AFEFCDC9F2}"/>
              </a:ext>
            </a:extLst>
          </p:cNvPr>
          <p:cNvSpPr txBox="1"/>
          <p:nvPr/>
        </p:nvSpPr>
        <p:spPr>
          <a:xfrm>
            <a:off x="842113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523D7-C789-CEAB-52BF-52D9E775A7DC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374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7" grpId="0"/>
      <p:bldP spid="28" grpId="0"/>
      <p:bldP spid="30" grpId="0"/>
      <p:bldP spid="33" grpId="0"/>
      <p:bldP spid="36" grpId="0"/>
      <p:bldP spid="42" grpId="0"/>
      <p:bldP spid="43" grpId="0"/>
      <p:bldP spid="45" grpId="0" animBg="1"/>
      <p:bldP spid="46" grpId="0" animBg="1"/>
      <p:bldP spid="47" grpId="0" animBg="1"/>
      <p:bldP spid="48" grpId="0"/>
      <p:bldP spid="50" grpId="0"/>
      <p:bldP spid="51" grpId="0"/>
      <p:bldP spid="54" grpId="0"/>
      <p:bldP spid="55" grpId="0" animBg="1"/>
      <p:bldP spid="56" grpId="0" animBg="1"/>
      <p:bldP spid="57" grpId="0" animBg="1"/>
      <p:bldP spid="58" grpId="0" animBg="1"/>
      <p:bldP spid="2" grpId="0"/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E81A5-BE9C-21C8-D103-1344DE828AEF}"/>
              </a:ext>
            </a:extLst>
          </p:cNvPr>
          <p:cNvSpPr txBox="1"/>
          <p:nvPr/>
        </p:nvSpPr>
        <p:spPr>
          <a:xfrm>
            <a:off x="6610184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E1CEB-4F09-767C-CB60-71FB092529B0}"/>
              </a:ext>
            </a:extLst>
          </p:cNvPr>
          <p:cNvSpPr txBox="1"/>
          <p:nvPr/>
        </p:nvSpPr>
        <p:spPr>
          <a:xfrm>
            <a:off x="6540810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17 ÷ 1000</a:t>
            </a:r>
          </a:p>
        </p:txBody>
      </p:sp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674A3574-C075-E492-BA65-56EFEA0D55E7}"/>
              </a:ext>
            </a:extLst>
          </p:cNvPr>
          <p:cNvGraphicFramePr>
            <a:graphicFrameLocks noGrp="1"/>
          </p:cNvGraphicFramePr>
          <p:nvPr/>
        </p:nvGraphicFramePr>
        <p:xfrm>
          <a:off x="6183304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AC9F81C-FB6C-0D9F-7352-2E714BD92EBD}"/>
              </a:ext>
            </a:extLst>
          </p:cNvPr>
          <p:cNvSpPr txBox="1"/>
          <p:nvPr/>
        </p:nvSpPr>
        <p:spPr>
          <a:xfrm>
            <a:off x="7340476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458EE3-ACE7-131C-8B4F-1AD6B975E85C}"/>
              </a:ext>
            </a:extLst>
          </p:cNvPr>
          <p:cNvSpPr txBox="1"/>
          <p:nvPr/>
        </p:nvSpPr>
        <p:spPr>
          <a:xfrm>
            <a:off x="6800149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F6B196-67FA-1F1B-4E7C-7EED9FD736BE}"/>
              </a:ext>
            </a:extLst>
          </p:cNvPr>
          <p:cNvSpPr txBox="1"/>
          <p:nvPr/>
        </p:nvSpPr>
        <p:spPr>
          <a:xfrm>
            <a:off x="7340476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3CBD11-5FE1-7E2F-5F64-2B246687B4DB}"/>
              </a:ext>
            </a:extLst>
          </p:cNvPr>
          <p:cNvSpPr txBox="1"/>
          <p:nvPr/>
        </p:nvSpPr>
        <p:spPr>
          <a:xfrm>
            <a:off x="7880803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BC04F8-89CB-7968-E59E-48F9E24E31D3}"/>
              </a:ext>
            </a:extLst>
          </p:cNvPr>
          <p:cNvSpPr txBox="1"/>
          <p:nvPr/>
        </p:nvSpPr>
        <p:spPr>
          <a:xfrm>
            <a:off x="788080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8F0FA1-211A-B4E4-BF69-E3A3914B1D7A}"/>
              </a:ext>
            </a:extLst>
          </p:cNvPr>
          <p:cNvSpPr txBox="1"/>
          <p:nvPr/>
        </p:nvSpPr>
        <p:spPr>
          <a:xfrm>
            <a:off x="842113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02AB37-22C3-47B3-E7AF-89056776133A}"/>
              </a:ext>
            </a:extLst>
          </p:cNvPr>
          <p:cNvSpPr txBox="1"/>
          <p:nvPr/>
        </p:nvSpPr>
        <p:spPr>
          <a:xfrm>
            <a:off x="7340476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EFC74F-BD2C-CE0B-13F7-49C054E15535}"/>
              </a:ext>
            </a:extLst>
          </p:cNvPr>
          <p:cNvSpPr txBox="1"/>
          <p:nvPr/>
        </p:nvSpPr>
        <p:spPr>
          <a:xfrm>
            <a:off x="7880803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0BAD01-214A-75B9-E3F8-CBA8B439A789}"/>
              </a:ext>
            </a:extLst>
          </p:cNvPr>
          <p:cNvSpPr txBox="1"/>
          <p:nvPr/>
        </p:nvSpPr>
        <p:spPr>
          <a:xfrm>
            <a:off x="8421130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881B7C-75A8-3F6F-4C96-021A6244290F}"/>
              </a:ext>
            </a:extLst>
          </p:cNvPr>
          <p:cNvSpPr txBox="1"/>
          <p:nvPr/>
        </p:nvSpPr>
        <p:spPr>
          <a:xfrm>
            <a:off x="8961459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7E6A5C0A-D99E-FB25-F1E2-342C0A12F599}"/>
              </a:ext>
            </a:extLst>
          </p:cNvPr>
          <p:cNvSpPr/>
          <p:nvPr/>
        </p:nvSpPr>
        <p:spPr>
          <a:xfrm>
            <a:off x="5692355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2151CA96-5C49-6C3B-DB85-B08238C971B7}"/>
              </a:ext>
            </a:extLst>
          </p:cNvPr>
          <p:cNvSpPr/>
          <p:nvPr/>
        </p:nvSpPr>
        <p:spPr>
          <a:xfrm>
            <a:off x="5692355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5DBB0E77-1959-F558-DD5F-A94C2B996BD9}"/>
              </a:ext>
            </a:extLst>
          </p:cNvPr>
          <p:cNvSpPr/>
          <p:nvPr/>
        </p:nvSpPr>
        <p:spPr>
          <a:xfrm>
            <a:off x="5692355" y="45644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AD67D4-8071-B0F7-875D-33127C0B1979}"/>
              </a:ext>
            </a:extLst>
          </p:cNvPr>
          <p:cNvSpPr txBox="1"/>
          <p:nvPr/>
        </p:nvSpPr>
        <p:spPr>
          <a:xfrm>
            <a:off x="5079421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A7E01F-8099-E47E-110E-5C40BA8AF724}"/>
              </a:ext>
            </a:extLst>
          </p:cNvPr>
          <p:cNvSpPr txBox="1"/>
          <p:nvPr/>
        </p:nvSpPr>
        <p:spPr>
          <a:xfrm>
            <a:off x="5079421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0036AC-65A0-AE1B-D716-8C72225D3C17}"/>
              </a:ext>
            </a:extLst>
          </p:cNvPr>
          <p:cNvSpPr txBox="1"/>
          <p:nvPr/>
        </p:nvSpPr>
        <p:spPr>
          <a:xfrm>
            <a:off x="5079421" y="46063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4B87B1-F00E-BC6D-0AB9-BAE0DFA124E8}"/>
              </a:ext>
            </a:extLst>
          </p:cNvPr>
          <p:cNvSpPr txBox="1"/>
          <p:nvPr/>
        </p:nvSpPr>
        <p:spPr>
          <a:xfrm>
            <a:off x="7445249" y="2083012"/>
            <a:ext cx="15135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0,017 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7B0521B-F740-65A4-2F08-F787E9A91C01}"/>
              </a:ext>
            </a:extLst>
          </p:cNvPr>
          <p:cNvSpPr/>
          <p:nvPr/>
        </p:nvSpPr>
        <p:spPr>
          <a:xfrm>
            <a:off x="7721384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8235B03-C486-3DFE-59F6-AF4B8CF816E8}"/>
              </a:ext>
            </a:extLst>
          </p:cNvPr>
          <p:cNvSpPr/>
          <p:nvPr/>
        </p:nvSpPr>
        <p:spPr>
          <a:xfrm>
            <a:off x="7721384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3A0048D-80F0-D2C3-4011-33E2FF374A09}"/>
              </a:ext>
            </a:extLst>
          </p:cNvPr>
          <p:cNvSpPr/>
          <p:nvPr/>
        </p:nvSpPr>
        <p:spPr>
          <a:xfrm>
            <a:off x="7721384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26C6417-6D18-F7F6-7A12-537553E635F8}"/>
              </a:ext>
            </a:extLst>
          </p:cNvPr>
          <p:cNvSpPr/>
          <p:nvPr/>
        </p:nvSpPr>
        <p:spPr>
          <a:xfrm>
            <a:off x="7721384" y="494803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37B2CC-7FC7-8765-80FE-84C30A84ECED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50FCC3-B0AE-A34F-126D-DA850128F8D5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350 ÷ 100</a:t>
            </a:r>
          </a:p>
        </p:txBody>
      </p:sp>
      <p:graphicFrame>
        <p:nvGraphicFramePr>
          <p:cNvPr id="62" name="Table 9">
            <a:extLst>
              <a:ext uri="{FF2B5EF4-FFF2-40B4-BE49-F238E27FC236}">
                <a16:creationId xmlns:a16="http://schemas.microsoft.com/office/drawing/2014/main" id="{04C219BE-CA3A-5F91-7727-6CB3DE09BF16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476D7583-C11F-DBC9-5182-CE862CBF93B0}"/>
              </a:ext>
            </a:extLst>
          </p:cNvPr>
          <p:cNvSpPr txBox="1"/>
          <p:nvPr/>
        </p:nvSpPr>
        <p:spPr>
          <a:xfrm>
            <a:off x="1856457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FA4BB76-8C43-65DA-9301-A662ED00B2EB}"/>
              </a:ext>
            </a:extLst>
          </p:cNvPr>
          <p:cNvSpPr txBox="1"/>
          <p:nvPr/>
        </p:nvSpPr>
        <p:spPr>
          <a:xfrm>
            <a:off x="131613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8F3104F-C6EE-C59A-9589-D13425DBBD69}"/>
              </a:ext>
            </a:extLst>
          </p:cNvPr>
          <p:cNvSpPr txBox="1"/>
          <p:nvPr/>
        </p:nvSpPr>
        <p:spPr>
          <a:xfrm>
            <a:off x="239678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EFE622B-0D9E-9506-C4DC-FF22A310A3F2}"/>
              </a:ext>
            </a:extLst>
          </p:cNvPr>
          <p:cNvSpPr txBox="1"/>
          <p:nvPr/>
        </p:nvSpPr>
        <p:spPr>
          <a:xfrm>
            <a:off x="185645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6A3F584-0EBA-DC5E-CFF7-7CCA1434684C}"/>
              </a:ext>
            </a:extLst>
          </p:cNvPr>
          <p:cNvSpPr txBox="1"/>
          <p:nvPr/>
        </p:nvSpPr>
        <p:spPr>
          <a:xfrm>
            <a:off x="239678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9DF0D7D-53F6-6E83-CD05-746E5EE04A1C}"/>
              </a:ext>
            </a:extLst>
          </p:cNvPr>
          <p:cNvSpPr txBox="1"/>
          <p:nvPr/>
        </p:nvSpPr>
        <p:spPr>
          <a:xfrm>
            <a:off x="239678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40F91E7-DB52-40C2-5B2F-328501AA17EE}"/>
              </a:ext>
            </a:extLst>
          </p:cNvPr>
          <p:cNvSpPr txBox="1"/>
          <p:nvPr/>
        </p:nvSpPr>
        <p:spPr>
          <a:xfrm>
            <a:off x="293711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2A25F815-29F7-FD21-64DD-3CC562398208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DBC1772C-4D4B-3ABC-88A7-1A547110B829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54F5C61-E13C-363D-DC2A-C90548527C68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33EA4F2-20A8-A7D2-398E-80121E2F6A7E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7B34643-E1FA-A92A-F669-FF99F4EB3AAE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3,5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3875AA53-B844-6A46-B775-4C8D6BDAD499}"/>
              </a:ext>
            </a:extLst>
          </p:cNvPr>
          <p:cNvSpPr/>
          <p:nvPr/>
        </p:nvSpPr>
        <p:spPr>
          <a:xfrm>
            <a:off x="277711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672BCA0-6475-9CD0-B943-87613F4463CD}"/>
              </a:ext>
            </a:extLst>
          </p:cNvPr>
          <p:cNvSpPr/>
          <p:nvPr/>
        </p:nvSpPr>
        <p:spPr>
          <a:xfrm>
            <a:off x="277711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42F810C-50CC-08CF-7C39-A50E7C813B45}"/>
              </a:ext>
            </a:extLst>
          </p:cNvPr>
          <p:cNvSpPr/>
          <p:nvPr/>
        </p:nvSpPr>
        <p:spPr>
          <a:xfrm>
            <a:off x="277711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3566FF5-A17E-5291-8C5C-C098B14D5E76}"/>
              </a:ext>
            </a:extLst>
          </p:cNvPr>
          <p:cNvSpPr txBox="1"/>
          <p:nvPr/>
        </p:nvSpPr>
        <p:spPr>
          <a:xfrm>
            <a:off x="2937111" y="3654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342333C-006B-2A02-CE72-B3D25B287166}"/>
              </a:ext>
            </a:extLst>
          </p:cNvPr>
          <p:cNvSpPr txBox="1"/>
          <p:nvPr/>
        </p:nvSpPr>
        <p:spPr>
          <a:xfrm>
            <a:off x="346081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5BDCC17-CA8F-5C91-9A60-1C22C4493A69}"/>
              </a:ext>
            </a:extLst>
          </p:cNvPr>
          <p:cNvSpPr txBox="1"/>
          <p:nvPr/>
        </p:nvSpPr>
        <p:spPr>
          <a:xfrm>
            <a:off x="7340476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2F460F-A33A-B746-8267-3F763798A447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2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7" grpId="0"/>
      <p:bldP spid="30" grpId="0"/>
      <p:bldP spid="36" grpId="0"/>
      <p:bldP spid="37" grpId="0"/>
      <p:bldP spid="39" grpId="0"/>
      <p:bldP spid="42" grpId="0"/>
      <p:bldP spid="43" grpId="0"/>
      <p:bldP spid="44" grpId="0"/>
      <p:bldP spid="45" grpId="0" animBg="1"/>
      <p:bldP spid="46" grpId="0" animBg="1"/>
      <p:bldP spid="47" grpId="0" animBg="1"/>
      <p:bldP spid="48" grpId="0"/>
      <p:bldP spid="50" grpId="0"/>
      <p:bldP spid="51" grpId="0"/>
      <p:bldP spid="54" grpId="0"/>
      <p:bldP spid="55" grpId="0" animBg="1"/>
      <p:bldP spid="56" grpId="0" animBg="1"/>
      <p:bldP spid="57" grpId="0" animBg="1"/>
      <p:bldP spid="58" grpId="0" animBg="1"/>
      <p:bldP spid="9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02221" y="0"/>
            <a:ext cx="2501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1000ге бөлүү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E81A5-BE9C-21C8-D103-1344DE828AEF}"/>
              </a:ext>
            </a:extLst>
          </p:cNvPr>
          <p:cNvSpPr txBox="1"/>
          <p:nvPr/>
        </p:nvSpPr>
        <p:spPr>
          <a:xfrm>
            <a:off x="6610184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E1CEB-4F09-767C-CB60-71FB092529B0}"/>
              </a:ext>
            </a:extLst>
          </p:cNvPr>
          <p:cNvSpPr txBox="1"/>
          <p:nvPr/>
        </p:nvSpPr>
        <p:spPr>
          <a:xfrm>
            <a:off x="6488713" y="1409681"/>
            <a:ext cx="19303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9,3 ÷ 1000</a:t>
            </a:r>
          </a:p>
        </p:txBody>
      </p:sp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674A3574-C075-E492-BA65-56EFEA0D55E7}"/>
              </a:ext>
            </a:extLst>
          </p:cNvPr>
          <p:cNvGraphicFramePr>
            <a:graphicFrameLocks noGrp="1"/>
          </p:cNvGraphicFramePr>
          <p:nvPr/>
        </p:nvGraphicFramePr>
        <p:xfrm>
          <a:off x="6183304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AC9F81C-FB6C-0D9F-7352-2E714BD92EBD}"/>
              </a:ext>
            </a:extLst>
          </p:cNvPr>
          <p:cNvSpPr txBox="1"/>
          <p:nvPr/>
        </p:nvSpPr>
        <p:spPr>
          <a:xfrm>
            <a:off x="7340476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458EE3-ACE7-131C-8B4F-1AD6B975E85C}"/>
              </a:ext>
            </a:extLst>
          </p:cNvPr>
          <p:cNvSpPr txBox="1"/>
          <p:nvPr/>
        </p:nvSpPr>
        <p:spPr>
          <a:xfrm>
            <a:off x="6800149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F6B196-67FA-1F1B-4E7C-7EED9FD736BE}"/>
              </a:ext>
            </a:extLst>
          </p:cNvPr>
          <p:cNvSpPr txBox="1"/>
          <p:nvPr/>
        </p:nvSpPr>
        <p:spPr>
          <a:xfrm>
            <a:off x="7340476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25FE40-1DB4-FBD8-ABC3-BD5F12BA27FC}"/>
              </a:ext>
            </a:extLst>
          </p:cNvPr>
          <p:cNvSpPr txBox="1"/>
          <p:nvPr/>
        </p:nvSpPr>
        <p:spPr>
          <a:xfrm>
            <a:off x="6800149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3CBD11-5FE1-7E2F-5F64-2B246687B4DB}"/>
              </a:ext>
            </a:extLst>
          </p:cNvPr>
          <p:cNvSpPr txBox="1"/>
          <p:nvPr/>
        </p:nvSpPr>
        <p:spPr>
          <a:xfrm>
            <a:off x="7880803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9CC1B3-8A8B-E989-0857-3E84B9B725A8}"/>
              </a:ext>
            </a:extLst>
          </p:cNvPr>
          <p:cNvSpPr txBox="1"/>
          <p:nvPr/>
        </p:nvSpPr>
        <p:spPr>
          <a:xfrm>
            <a:off x="7340476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F5A4D2-5402-5200-7D85-EF83C0D625BC}"/>
              </a:ext>
            </a:extLst>
          </p:cNvPr>
          <p:cNvSpPr txBox="1"/>
          <p:nvPr/>
        </p:nvSpPr>
        <p:spPr>
          <a:xfrm>
            <a:off x="6800149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BC04F8-89CB-7968-E59E-48F9E24E31D3}"/>
              </a:ext>
            </a:extLst>
          </p:cNvPr>
          <p:cNvSpPr txBox="1"/>
          <p:nvPr/>
        </p:nvSpPr>
        <p:spPr>
          <a:xfrm>
            <a:off x="788080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8F0FA1-211A-B4E4-BF69-E3A3914B1D7A}"/>
              </a:ext>
            </a:extLst>
          </p:cNvPr>
          <p:cNvSpPr txBox="1"/>
          <p:nvPr/>
        </p:nvSpPr>
        <p:spPr>
          <a:xfrm>
            <a:off x="8421130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02AB37-22C3-47B3-E7AF-89056776133A}"/>
              </a:ext>
            </a:extLst>
          </p:cNvPr>
          <p:cNvSpPr txBox="1"/>
          <p:nvPr/>
        </p:nvSpPr>
        <p:spPr>
          <a:xfrm>
            <a:off x="7340476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B4744E-3D27-4427-9F7A-942A97E89C22}"/>
              </a:ext>
            </a:extLst>
          </p:cNvPr>
          <p:cNvSpPr txBox="1"/>
          <p:nvPr/>
        </p:nvSpPr>
        <p:spPr>
          <a:xfrm>
            <a:off x="6800149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EFC74F-BD2C-CE0B-13F7-49C054E15535}"/>
              </a:ext>
            </a:extLst>
          </p:cNvPr>
          <p:cNvSpPr txBox="1"/>
          <p:nvPr/>
        </p:nvSpPr>
        <p:spPr>
          <a:xfrm>
            <a:off x="7880803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0BAD01-214A-75B9-E3F8-CBA8B439A789}"/>
              </a:ext>
            </a:extLst>
          </p:cNvPr>
          <p:cNvSpPr txBox="1"/>
          <p:nvPr/>
        </p:nvSpPr>
        <p:spPr>
          <a:xfrm>
            <a:off x="8421130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881B7C-75A8-3F6F-4C96-021A6244290F}"/>
              </a:ext>
            </a:extLst>
          </p:cNvPr>
          <p:cNvSpPr txBox="1"/>
          <p:nvPr/>
        </p:nvSpPr>
        <p:spPr>
          <a:xfrm>
            <a:off x="8961459" y="472790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7E6A5C0A-D99E-FB25-F1E2-342C0A12F599}"/>
              </a:ext>
            </a:extLst>
          </p:cNvPr>
          <p:cNvSpPr/>
          <p:nvPr/>
        </p:nvSpPr>
        <p:spPr>
          <a:xfrm>
            <a:off x="5692355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2151CA96-5C49-6C3B-DB85-B08238C971B7}"/>
              </a:ext>
            </a:extLst>
          </p:cNvPr>
          <p:cNvSpPr/>
          <p:nvPr/>
        </p:nvSpPr>
        <p:spPr>
          <a:xfrm>
            <a:off x="5692355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5DBB0E77-1959-F558-DD5F-A94C2B996BD9}"/>
              </a:ext>
            </a:extLst>
          </p:cNvPr>
          <p:cNvSpPr/>
          <p:nvPr/>
        </p:nvSpPr>
        <p:spPr>
          <a:xfrm>
            <a:off x="5692355" y="45644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AD67D4-8071-B0F7-875D-33127C0B1979}"/>
              </a:ext>
            </a:extLst>
          </p:cNvPr>
          <p:cNvSpPr txBox="1"/>
          <p:nvPr/>
        </p:nvSpPr>
        <p:spPr>
          <a:xfrm>
            <a:off x="5079421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A7E01F-8099-E47E-110E-5C40BA8AF724}"/>
              </a:ext>
            </a:extLst>
          </p:cNvPr>
          <p:cNvSpPr txBox="1"/>
          <p:nvPr/>
        </p:nvSpPr>
        <p:spPr>
          <a:xfrm>
            <a:off x="5079421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0036AC-65A0-AE1B-D716-8C72225D3C17}"/>
              </a:ext>
            </a:extLst>
          </p:cNvPr>
          <p:cNvSpPr txBox="1"/>
          <p:nvPr/>
        </p:nvSpPr>
        <p:spPr>
          <a:xfrm>
            <a:off x="5079421" y="46063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4B87B1-F00E-BC6D-0AB9-BAE0DFA124E8}"/>
              </a:ext>
            </a:extLst>
          </p:cNvPr>
          <p:cNvSpPr txBox="1"/>
          <p:nvPr/>
        </p:nvSpPr>
        <p:spPr>
          <a:xfrm>
            <a:off x="7387539" y="2083012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0,0093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7B0521B-F740-65A4-2F08-F787E9A91C01}"/>
              </a:ext>
            </a:extLst>
          </p:cNvPr>
          <p:cNvSpPr/>
          <p:nvPr/>
        </p:nvSpPr>
        <p:spPr>
          <a:xfrm>
            <a:off x="7185602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8235B03-C486-3DFE-59F6-AF4B8CF816E8}"/>
              </a:ext>
            </a:extLst>
          </p:cNvPr>
          <p:cNvSpPr/>
          <p:nvPr/>
        </p:nvSpPr>
        <p:spPr>
          <a:xfrm>
            <a:off x="7185602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3A0048D-80F0-D2C3-4011-33E2FF374A09}"/>
              </a:ext>
            </a:extLst>
          </p:cNvPr>
          <p:cNvSpPr/>
          <p:nvPr/>
        </p:nvSpPr>
        <p:spPr>
          <a:xfrm>
            <a:off x="7185602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26C6417-6D18-F7F6-7A12-537553E635F8}"/>
              </a:ext>
            </a:extLst>
          </p:cNvPr>
          <p:cNvSpPr/>
          <p:nvPr/>
        </p:nvSpPr>
        <p:spPr>
          <a:xfrm>
            <a:off x="7185602" y="494803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E5962-AE5F-9FB8-CD43-D40712672379}"/>
              </a:ext>
            </a:extLst>
          </p:cNvPr>
          <p:cNvSpPr txBox="1"/>
          <p:nvPr/>
        </p:nvSpPr>
        <p:spPr>
          <a:xfrm>
            <a:off x="1666709" y="802852"/>
            <a:ext cx="168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Амалды аткар :</a:t>
            </a:r>
            <a:endParaRPr lang="en-GB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08CD6B-6E76-8D0D-6F39-D1680593888B}"/>
              </a:ext>
            </a:extLst>
          </p:cNvPr>
          <p:cNvSpPr txBox="1"/>
          <p:nvPr/>
        </p:nvSpPr>
        <p:spPr>
          <a:xfrm>
            <a:off x="1597334" y="140968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350 ÷ 100</a:t>
            </a:r>
          </a:p>
        </p:txBody>
      </p:sp>
      <p:graphicFrame>
        <p:nvGraphicFramePr>
          <p:cNvPr id="62" name="Table 9">
            <a:extLst>
              <a:ext uri="{FF2B5EF4-FFF2-40B4-BE49-F238E27FC236}">
                <a16:creationId xmlns:a16="http://schemas.microsoft.com/office/drawing/2014/main" id="{CCE28D8B-8A9E-1B6D-25DF-AC09B53D6E83}"/>
              </a:ext>
            </a:extLst>
          </p:cNvPr>
          <p:cNvGraphicFramePr>
            <a:graphicFrameLocks noGrp="1"/>
          </p:cNvGraphicFramePr>
          <p:nvPr/>
        </p:nvGraphicFramePr>
        <p:xfrm>
          <a:off x="1239829" y="3140491"/>
          <a:ext cx="3225072" cy="215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2">
                  <a:extLst>
                    <a:ext uri="{9D8B030D-6E8A-4147-A177-3AD203B41FA5}">
                      <a16:colId xmlns:a16="http://schemas.microsoft.com/office/drawing/2014/main" val="153531942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67517350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327194138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289767656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2736048637"/>
                    </a:ext>
                  </a:extLst>
                </a:gridCol>
                <a:gridCol w="537512">
                  <a:extLst>
                    <a:ext uri="{9D8B030D-6E8A-4147-A177-3AD203B41FA5}">
                      <a16:colId xmlns:a16="http://schemas.microsoft.com/office/drawing/2014/main" val="1925854310"/>
                    </a:ext>
                  </a:extLst>
                </a:gridCol>
              </a:tblGrid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270918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593960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727549"/>
                  </a:ext>
                </a:extLst>
              </a:tr>
              <a:tr h="537512"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300" dirty="0"/>
                    </a:p>
                  </a:txBody>
                  <a:tcPr marL="68264" marR="68264" marT="34132" marB="34132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0936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76BBA1E3-7D01-7D84-C8DA-4575FE9910C5}"/>
              </a:ext>
            </a:extLst>
          </p:cNvPr>
          <p:cNvSpPr txBox="1"/>
          <p:nvPr/>
        </p:nvSpPr>
        <p:spPr>
          <a:xfrm>
            <a:off x="1856457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5522F08-16DA-A5F3-6208-4C9AB3C53529}"/>
              </a:ext>
            </a:extLst>
          </p:cNvPr>
          <p:cNvSpPr txBox="1"/>
          <p:nvPr/>
        </p:nvSpPr>
        <p:spPr>
          <a:xfrm>
            <a:off x="1316130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746A1D-8B7A-42CA-5A1B-70353ECEBC6F}"/>
              </a:ext>
            </a:extLst>
          </p:cNvPr>
          <p:cNvSpPr txBox="1"/>
          <p:nvPr/>
        </p:nvSpPr>
        <p:spPr>
          <a:xfrm>
            <a:off x="2396784" y="310547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E101168-B4AE-1DE3-559F-4B63C59D34FE}"/>
              </a:ext>
            </a:extLst>
          </p:cNvPr>
          <p:cNvSpPr txBox="1"/>
          <p:nvPr/>
        </p:nvSpPr>
        <p:spPr>
          <a:xfrm>
            <a:off x="1856457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AFA3408-64E0-0612-02FE-D8E89D155969}"/>
              </a:ext>
            </a:extLst>
          </p:cNvPr>
          <p:cNvSpPr txBox="1"/>
          <p:nvPr/>
        </p:nvSpPr>
        <p:spPr>
          <a:xfrm>
            <a:off x="2396784" y="36579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8BD87DF-0ECF-35FD-DD34-68E28DBD29D1}"/>
              </a:ext>
            </a:extLst>
          </p:cNvPr>
          <p:cNvSpPr txBox="1"/>
          <p:nvPr/>
        </p:nvSpPr>
        <p:spPr>
          <a:xfrm>
            <a:off x="2396784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69A8A81-5910-571D-162B-6D97DBA80F4A}"/>
              </a:ext>
            </a:extLst>
          </p:cNvPr>
          <p:cNvSpPr txBox="1"/>
          <p:nvPr/>
        </p:nvSpPr>
        <p:spPr>
          <a:xfrm>
            <a:off x="2937111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0C3F559F-8589-3628-A9F5-644F20FB6F1B}"/>
              </a:ext>
            </a:extLst>
          </p:cNvPr>
          <p:cNvSpPr/>
          <p:nvPr/>
        </p:nvSpPr>
        <p:spPr>
          <a:xfrm>
            <a:off x="748880" y="334522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782EFA2C-3592-4714-E08C-5816F2C267CA}"/>
              </a:ext>
            </a:extLst>
          </p:cNvPr>
          <p:cNvSpPr/>
          <p:nvPr/>
        </p:nvSpPr>
        <p:spPr>
          <a:xfrm>
            <a:off x="748880" y="3935773"/>
            <a:ext cx="914400" cy="500928"/>
          </a:xfrm>
          <a:prstGeom prst="arc">
            <a:avLst>
              <a:gd name="adj1" fmla="val 6074475"/>
              <a:gd name="adj2" fmla="val 15761871"/>
            </a:avLst>
          </a:prstGeom>
          <a:ln w="28575">
            <a:solidFill>
              <a:srgbClr val="0070C0"/>
            </a:solidFill>
            <a:headEnd type="arrow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90A4F3A-4DB9-F3E6-FE9F-432A5C33C035}"/>
              </a:ext>
            </a:extLst>
          </p:cNvPr>
          <p:cNvSpPr txBox="1"/>
          <p:nvPr/>
        </p:nvSpPr>
        <p:spPr>
          <a:xfrm>
            <a:off x="135946" y="338715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2C95EB3-ED5B-168F-E1C0-2D8FD593DEFE}"/>
              </a:ext>
            </a:extLst>
          </p:cNvPr>
          <p:cNvSpPr txBox="1"/>
          <p:nvPr/>
        </p:nvSpPr>
        <p:spPr>
          <a:xfrm>
            <a:off x="135946" y="3972945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>
                <a:solidFill>
                  <a:srgbClr val="0070C0"/>
                </a:solidFill>
              </a:rPr>
              <a:t>÷ 10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6E3CA74-21F8-5861-1F60-ECFD15C14434}"/>
              </a:ext>
            </a:extLst>
          </p:cNvPr>
          <p:cNvSpPr txBox="1"/>
          <p:nvPr/>
        </p:nvSpPr>
        <p:spPr>
          <a:xfrm>
            <a:off x="2756649" y="2083012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3,5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0CCC8CF6-98AA-1BE8-57A1-79348EB95E76}"/>
              </a:ext>
            </a:extLst>
          </p:cNvPr>
          <p:cNvSpPr/>
          <p:nvPr/>
        </p:nvSpPr>
        <p:spPr>
          <a:xfrm>
            <a:off x="2777115" y="33541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13E0CEDB-952E-2CEC-10C8-1139A9368087}"/>
              </a:ext>
            </a:extLst>
          </p:cNvPr>
          <p:cNvSpPr/>
          <p:nvPr/>
        </p:nvSpPr>
        <p:spPr>
          <a:xfrm>
            <a:off x="2777115" y="38875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7B9F325-6215-07FB-6B0D-D94D4AA66F33}"/>
              </a:ext>
            </a:extLst>
          </p:cNvPr>
          <p:cNvSpPr/>
          <p:nvPr/>
        </p:nvSpPr>
        <p:spPr>
          <a:xfrm>
            <a:off x="2777115" y="4433686"/>
            <a:ext cx="148748" cy="14874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4B0A88B-331A-6A10-E9F1-0995FA3FD7D2}"/>
              </a:ext>
            </a:extLst>
          </p:cNvPr>
          <p:cNvSpPr txBox="1"/>
          <p:nvPr/>
        </p:nvSpPr>
        <p:spPr>
          <a:xfrm>
            <a:off x="2937111" y="365411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FD3DB38-F226-477B-36BF-A8EC02C6A33F}"/>
              </a:ext>
            </a:extLst>
          </p:cNvPr>
          <p:cNvSpPr txBox="1"/>
          <p:nvPr/>
        </p:nvSpPr>
        <p:spPr>
          <a:xfrm>
            <a:off x="3460813" y="420085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D2DC44-C597-27B6-7791-032118082676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973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7" grpId="0"/>
      <p:bldP spid="28" grpId="0"/>
      <p:bldP spid="30" grpId="0"/>
      <p:bldP spid="33" grpId="0"/>
      <p:bldP spid="34" grpId="0"/>
      <p:bldP spid="36" grpId="0"/>
      <p:bldP spid="37" grpId="0"/>
      <p:bldP spid="39" grpId="0"/>
      <p:bldP spid="40" grpId="0"/>
      <p:bldP spid="42" grpId="0"/>
      <p:bldP spid="43" grpId="0"/>
      <p:bldP spid="44" grpId="0"/>
      <p:bldP spid="45" grpId="0" animBg="1"/>
      <p:bldP spid="46" grpId="0" animBg="1"/>
      <p:bldP spid="47" grpId="0" animBg="1"/>
      <p:bldP spid="48" grpId="0"/>
      <p:bldP spid="50" grpId="0"/>
      <p:bldP spid="51" grpId="0"/>
      <p:bldP spid="54" grpId="0"/>
      <p:bldP spid="55" grpId="0" animBg="1"/>
      <p:bldP spid="56" grpId="0" animBg="1"/>
      <p:bldP spid="57" grpId="0" animBg="1"/>
      <p:bldP spid="5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FE5FBDEA-C353-EDD0-589D-B96B56CA4540}"/>
              </a:ext>
            </a:extLst>
          </p:cNvPr>
          <p:cNvSpPr txBox="1"/>
          <p:nvPr/>
        </p:nvSpPr>
        <p:spPr>
          <a:xfrm>
            <a:off x="2801466" y="0"/>
            <a:ext cx="43031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10, 100, 1000гө көбөйтүү жана бөлүү</a:t>
            </a:r>
            <a:endParaRPr lang="en-GB" sz="2000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DA37D24-11F6-8EFB-903E-52731CC167C2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F7BE337-3CDE-AF8A-908E-62906F460293}"/>
              </a:ext>
            </a:extLst>
          </p:cNvPr>
          <p:cNvSpPr txBox="1"/>
          <p:nvPr/>
        </p:nvSpPr>
        <p:spPr>
          <a:xfrm>
            <a:off x="-4717" y="-30715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latin typeface="Stencil" panose="040409050D0802020404" pitchFamily="82" charset="0"/>
              </a:rPr>
              <a:t>САБАК -</a:t>
            </a:r>
            <a:endParaRPr lang="en-GB" sz="2400" b="1" dirty="0">
              <a:latin typeface="Stencil" panose="040409050D0802020404" pitchFamily="8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4791EF4-E988-69C9-7295-858A5585988B}"/>
              </a:ext>
            </a:extLst>
          </p:cNvPr>
          <p:cNvSpPr txBox="1"/>
          <p:nvPr/>
        </p:nvSpPr>
        <p:spPr>
          <a:xfrm>
            <a:off x="6549518" y="447513"/>
            <a:ext cx="1855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Амалды аткар :</a:t>
            </a:r>
            <a:endParaRPr lang="en-GB" sz="2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8DE774-2A98-1324-B74F-256D66B5B7D4}"/>
              </a:ext>
            </a:extLst>
          </p:cNvPr>
          <p:cNvSpPr txBox="1"/>
          <p:nvPr/>
        </p:nvSpPr>
        <p:spPr>
          <a:xfrm>
            <a:off x="5218052" y="1019013"/>
            <a:ext cx="1768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а</a:t>
            </a:r>
            <a:r>
              <a:rPr lang="en-GB" sz="2400" dirty="0"/>
              <a:t>)  5 × 100 =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5A530B3-258B-F62C-240B-6BDF3D1C1F63}"/>
              </a:ext>
            </a:extLst>
          </p:cNvPr>
          <p:cNvSpPr txBox="1"/>
          <p:nvPr/>
        </p:nvSpPr>
        <p:spPr>
          <a:xfrm>
            <a:off x="6903358" y="1019013"/>
            <a:ext cx="651140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500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54A2873-C704-1174-93CB-B83D82B3A768}"/>
              </a:ext>
            </a:extLst>
          </p:cNvPr>
          <p:cNvSpPr txBox="1"/>
          <p:nvPr/>
        </p:nvSpPr>
        <p:spPr>
          <a:xfrm>
            <a:off x="5388444" y="1558763"/>
            <a:ext cx="2095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б</a:t>
            </a:r>
            <a:r>
              <a:rPr lang="en-GB" sz="2400" dirty="0"/>
              <a:t>)  12 × 1000 =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3A16E61-4F31-09C6-D003-2CBBEAFF0BA0}"/>
              </a:ext>
            </a:extLst>
          </p:cNvPr>
          <p:cNvSpPr txBox="1"/>
          <p:nvPr/>
        </p:nvSpPr>
        <p:spPr>
          <a:xfrm>
            <a:off x="7388323" y="1558763"/>
            <a:ext cx="1031052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12 000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5D1EBD-B09A-B077-3096-989A47FC8258}"/>
              </a:ext>
            </a:extLst>
          </p:cNvPr>
          <p:cNvSpPr txBox="1"/>
          <p:nvPr/>
        </p:nvSpPr>
        <p:spPr>
          <a:xfrm>
            <a:off x="5558836" y="2098513"/>
            <a:ext cx="2000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в</a:t>
            </a:r>
            <a:r>
              <a:rPr lang="en-GB" sz="2400" dirty="0"/>
              <a:t>)  5,6 × 100 =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FF04171-714A-6332-3033-21904B6E06E2}"/>
              </a:ext>
            </a:extLst>
          </p:cNvPr>
          <p:cNvSpPr txBox="1"/>
          <p:nvPr/>
        </p:nvSpPr>
        <p:spPr>
          <a:xfrm>
            <a:off x="7474350" y="2098513"/>
            <a:ext cx="651140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560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705CE1B-405B-EA8B-52F4-D572EF7E6BB2}"/>
              </a:ext>
            </a:extLst>
          </p:cNvPr>
          <p:cNvSpPr txBox="1"/>
          <p:nvPr/>
        </p:nvSpPr>
        <p:spPr>
          <a:xfrm>
            <a:off x="5729228" y="2638263"/>
            <a:ext cx="2114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г</a:t>
            </a:r>
            <a:r>
              <a:rPr lang="en-GB" sz="2400" dirty="0"/>
              <a:t>)  0,8 × 1000 =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B86261-BD4D-3B08-91D7-2DDFC6E71A42}"/>
              </a:ext>
            </a:extLst>
          </p:cNvPr>
          <p:cNvSpPr txBox="1"/>
          <p:nvPr/>
        </p:nvSpPr>
        <p:spPr>
          <a:xfrm>
            <a:off x="7802683" y="2638263"/>
            <a:ext cx="651140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800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EAACD7-FDD2-998C-55A0-B05D88F79B4F}"/>
              </a:ext>
            </a:extLst>
          </p:cNvPr>
          <p:cNvSpPr txBox="1"/>
          <p:nvPr/>
        </p:nvSpPr>
        <p:spPr>
          <a:xfrm>
            <a:off x="5205660" y="3955888"/>
            <a:ext cx="1930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е</a:t>
            </a:r>
            <a:r>
              <a:rPr lang="en-GB" sz="2400" dirty="0"/>
              <a:t>)  600 ÷ 10 =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F2D1766-D887-2B04-4065-4FEE4A3F9253}"/>
              </a:ext>
            </a:extLst>
          </p:cNvPr>
          <p:cNvSpPr txBox="1"/>
          <p:nvPr/>
        </p:nvSpPr>
        <p:spPr>
          <a:xfrm>
            <a:off x="7040977" y="3955888"/>
            <a:ext cx="495650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60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3E7BB06-8A9B-A048-67EF-EE3A8709ED0D}"/>
              </a:ext>
            </a:extLst>
          </p:cNvPr>
          <p:cNvSpPr txBox="1"/>
          <p:nvPr/>
        </p:nvSpPr>
        <p:spPr>
          <a:xfrm>
            <a:off x="5376052" y="4495638"/>
            <a:ext cx="2299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ж</a:t>
            </a:r>
            <a:r>
              <a:rPr lang="en-GB" sz="2400" dirty="0"/>
              <a:t>)  7200 ÷ 100 =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4423165-0B91-A57F-0E14-F671FFBAEDC9}"/>
              </a:ext>
            </a:extLst>
          </p:cNvPr>
          <p:cNvSpPr txBox="1"/>
          <p:nvPr/>
        </p:nvSpPr>
        <p:spPr>
          <a:xfrm>
            <a:off x="7552191" y="4495638"/>
            <a:ext cx="495650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72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F612C11-6C49-F333-BD0A-6520C6B2744B}"/>
              </a:ext>
            </a:extLst>
          </p:cNvPr>
          <p:cNvSpPr txBox="1"/>
          <p:nvPr/>
        </p:nvSpPr>
        <p:spPr>
          <a:xfrm>
            <a:off x="5546444" y="5035388"/>
            <a:ext cx="2372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з</a:t>
            </a:r>
            <a:r>
              <a:rPr lang="en-GB" sz="2400" dirty="0"/>
              <a:t>)  1900 ÷ 1000 =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FB0B323-5D72-8702-71C3-117F474C7D65}"/>
              </a:ext>
            </a:extLst>
          </p:cNvPr>
          <p:cNvSpPr txBox="1"/>
          <p:nvPr/>
        </p:nvSpPr>
        <p:spPr>
          <a:xfrm>
            <a:off x="7850364" y="5035388"/>
            <a:ext cx="572594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1,9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8441928-D1B0-B112-1FC8-56DF0F34104D}"/>
              </a:ext>
            </a:extLst>
          </p:cNvPr>
          <p:cNvSpPr txBox="1"/>
          <p:nvPr/>
        </p:nvSpPr>
        <p:spPr>
          <a:xfrm>
            <a:off x="5755309" y="5575138"/>
            <a:ext cx="18742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и</a:t>
            </a:r>
            <a:r>
              <a:rPr lang="en-GB" sz="2400" dirty="0"/>
              <a:t>) 56 ÷ 100 =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AC0C8BD-5DFE-2E9E-1956-D07D51FB2FDD}"/>
              </a:ext>
            </a:extLst>
          </p:cNvPr>
          <p:cNvSpPr txBox="1"/>
          <p:nvPr/>
        </p:nvSpPr>
        <p:spPr>
          <a:xfrm>
            <a:off x="7460874" y="5575138"/>
            <a:ext cx="728084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0,56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251F7AC-2DED-B310-07D3-BA0578C1E097}"/>
              </a:ext>
            </a:extLst>
          </p:cNvPr>
          <p:cNvSpPr txBox="1"/>
          <p:nvPr/>
        </p:nvSpPr>
        <p:spPr>
          <a:xfrm>
            <a:off x="5899620" y="3178013"/>
            <a:ext cx="2938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д</a:t>
            </a:r>
            <a:r>
              <a:rPr lang="en-GB" sz="2400" dirty="0"/>
              <a:t>)  1,07 × 10 × 1000 = 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F8BDA28-838B-8169-16EA-35FD586DD07B}"/>
              </a:ext>
            </a:extLst>
          </p:cNvPr>
          <p:cNvSpPr txBox="1"/>
          <p:nvPr/>
        </p:nvSpPr>
        <p:spPr>
          <a:xfrm>
            <a:off x="8747396" y="3178013"/>
            <a:ext cx="1031052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10 700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7FD40C2-ADF0-FB51-DC25-DC8085A03AB8}"/>
              </a:ext>
            </a:extLst>
          </p:cNvPr>
          <p:cNvSpPr txBox="1"/>
          <p:nvPr/>
        </p:nvSpPr>
        <p:spPr>
          <a:xfrm>
            <a:off x="5924094" y="6114888"/>
            <a:ext cx="3142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dirty="0"/>
              <a:t>к</a:t>
            </a:r>
            <a:r>
              <a:rPr lang="en-GB" sz="2400" dirty="0"/>
              <a:t>)  20,4 × 10 ÷ 10 000 =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3FA3EBF-1A24-39F9-2206-16F5B9ABEF37}"/>
              </a:ext>
            </a:extLst>
          </p:cNvPr>
          <p:cNvSpPr txBox="1"/>
          <p:nvPr/>
        </p:nvSpPr>
        <p:spPr>
          <a:xfrm>
            <a:off x="8822432" y="6222954"/>
            <a:ext cx="1039067" cy="46166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0,0204</a:t>
            </a:r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3D89EB12-C486-121F-DD66-39FC7EA6F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40" y="3579805"/>
            <a:ext cx="3256828" cy="2268954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E52FD122-3AA6-CA70-D18D-A980BA2A2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40" y="626856"/>
            <a:ext cx="3256828" cy="22689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8D487B-FDA6-821E-304D-9A2C5E8D9D3D}"/>
              </a:ext>
            </a:extLst>
          </p:cNvPr>
          <p:cNvSpPr txBox="1"/>
          <p:nvPr/>
        </p:nvSpPr>
        <p:spPr>
          <a:xfrm>
            <a:off x="7547915" y="75364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СЕНИН КЕЗЕГИҢ</a:t>
            </a:r>
            <a:endParaRPr lang="en-GB" sz="20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15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7" grpId="0" animBg="1"/>
      <p:bldP spid="60" grpId="0" animBg="1"/>
      <p:bldP spid="63" grpId="0" animBg="1"/>
      <p:bldP spid="66" grpId="0" animBg="1"/>
      <p:bldP spid="78" grpId="0" animBg="1"/>
      <p:bldP spid="81" grpId="0" animBg="1"/>
      <p:bldP spid="84" grpId="0" animBg="1"/>
      <p:bldP spid="87" grpId="0" animBg="1"/>
      <p:bldP spid="9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60000"/>
            <a:lumOff val="40000"/>
          </a:schemeClr>
        </a:solidFill>
        <a:ln w="19050">
          <a:solidFill>
            <a:schemeClr val="tx1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10649</TotalTime>
  <Words>1843</Words>
  <Application>Microsoft Office PowerPoint</Application>
  <PresentationFormat>A4 Paper (210x297 mm)</PresentationFormat>
  <Paragraphs>983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Calibri Light</vt:lpstr>
      <vt:lpstr>Cambria Math</vt:lpstr>
      <vt:lpstr>Arial</vt:lpstr>
      <vt:lpstr>Berlin Sans FB Demi</vt:lpstr>
      <vt:lpstr>Calibri</vt:lpstr>
      <vt:lpstr>Stencil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516</cp:revision>
  <cp:lastPrinted>2017-12-31T22:38:51Z</cp:lastPrinted>
  <dcterms:created xsi:type="dcterms:W3CDTF">2017-01-17T16:57:04Z</dcterms:created>
  <dcterms:modified xsi:type="dcterms:W3CDTF">2024-08-20T07:47:43Z</dcterms:modified>
</cp:coreProperties>
</file>