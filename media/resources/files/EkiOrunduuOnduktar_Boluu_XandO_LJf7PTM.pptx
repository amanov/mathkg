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947" r:id="rId2"/>
    <p:sldId id="948" r:id="rId3"/>
    <p:sldId id="943" r:id="rId4"/>
    <p:sldId id="941" r:id="rId5"/>
    <p:sldId id="946" r:id="rId6"/>
    <p:sldId id="949" r:id="rId7"/>
  </p:sldIdLst>
  <p:sldSz cx="9906000" cy="6858000" type="A4"/>
  <p:notesSz cx="6669088" cy="9926638"/>
  <p:embeddedFontLst>
    <p:embeddedFont>
      <p:font typeface="Comic Sans MS" panose="030F0702030302020204" pitchFamily="66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64359083-B3E9-405A-9580-F6203F6620FC}">
          <p14:sldIdLst>
            <p14:sldId id="947"/>
          </p14:sldIdLst>
        </p14:section>
        <p14:section name="Титулдук слайд" id="{4914ABC9-49F1-4FCB-B30E-E12F89EA76BF}">
          <p14:sldIdLst>
            <p14:sldId id="948"/>
          </p14:sldIdLst>
        </p14:section>
        <p14:section name="Оюн" id="{197FF5E7-57A8-40D7-8FA0-8A089C366947}">
          <p14:sldIdLst>
            <p14:sldId id="943"/>
          </p14:sldIdLst>
        </p14:section>
        <p14:section name="Жооп баракчасы" id="{411D3605-D9E8-4479-810F-9FCE82E3AFDB}">
          <p14:sldIdLst>
            <p14:sldId id="941"/>
          </p14:sldIdLst>
        </p14:section>
        <p14:section name="Чыгарып таратуу үчүн" id="{627A7875-ACBC-4333-B580-4A1285613FDF}">
          <p14:sldIdLst>
            <p14:sldId id="946"/>
          </p14:sldIdLst>
        </p14:section>
        <p14:section name="Кайьарым байланыш" id="{F3D720CF-F566-46A6-9361-125255B68FA6}">
          <p14:sldIdLst>
            <p14:sldId id="94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32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27/08/2024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081956"/>
            <a:ext cx="99060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орун</a:t>
            </a: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дуу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Ондуктар – Бөлүү –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&amp;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</a:t>
            </a: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окуучулардын эки командасы катары менен үч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алууга аракет кылышат.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мүмкүн болушунча көп суроолорду чыгарып, анан өз командасына жооп берүүгө мүмкүнчүлүк алышат.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Болбосо, суроолор кезеги менен тандалып, же мугалим тарабынан багытталышы мүмкүн.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Мугалим үчүн жооп баракчасы жана таратма материалдар камтылган.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Кайсы команда туура жооп бергенине жараша '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X'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'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O'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баскычын басыңыз/тийип коюңуз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87B125FC-EF16-674C-CC56-D5D7C6AF970B}"/>
              </a:ext>
            </a:extLst>
          </p:cNvPr>
          <p:cNvSpPr txBox="1">
            <a:spLocks/>
          </p:cNvSpPr>
          <p:nvPr/>
        </p:nvSpPr>
        <p:spPr>
          <a:xfrm>
            <a:off x="0" y="-30480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9400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16BA71F7-1780-4E84-B56A-10238795619B}"/>
              </a:ext>
            </a:extLst>
          </p:cNvPr>
          <p:cNvSpPr txBox="1"/>
          <p:nvPr/>
        </p:nvSpPr>
        <p:spPr>
          <a:xfrm>
            <a:off x="1156941" y="1116653"/>
            <a:ext cx="650851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Ондуктар менен бөлүү</a:t>
            </a:r>
            <a:endParaRPr kumimoji="0" lang="en-GB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F576673-8E76-412B-AC89-F763204866D9}"/>
              </a:ext>
            </a:extLst>
          </p:cNvPr>
          <p:cNvGrpSpPr/>
          <p:nvPr/>
        </p:nvGrpSpPr>
        <p:grpSpPr>
          <a:xfrm>
            <a:off x="1558778" y="2120996"/>
            <a:ext cx="6751875" cy="4737004"/>
            <a:chOff x="1558778" y="2120996"/>
            <a:chExt cx="6751875" cy="473700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511F1D1-4C6E-4C81-8FD3-D4A7522CF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58778" y="2120996"/>
              <a:ext cx="6751875" cy="4737004"/>
            </a:xfrm>
            <a:prstGeom prst="rect">
              <a:avLst/>
            </a:prstGeom>
          </p:spPr>
        </p:pic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ECB0E04-E563-4B9A-805A-CAD8FE4AE4E9}"/>
                </a:ext>
              </a:extLst>
            </p:cNvPr>
            <p:cNvSpPr/>
            <p:nvPr/>
          </p:nvSpPr>
          <p:spPr>
            <a:xfrm>
              <a:off x="1934698" y="2590800"/>
              <a:ext cx="5821680" cy="4043680"/>
            </a:xfrm>
            <a:custGeom>
              <a:avLst/>
              <a:gdLst>
                <a:gd name="connsiteX0" fmla="*/ 0 w 5821680"/>
                <a:gd name="connsiteY0" fmla="*/ 0 h 4043680"/>
                <a:gd name="connsiteX1" fmla="*/ 2865120 w 5821680"/>
                <a:gd name="connsiteY1" fmla="*/ 1473200 h 4043680"/>
                <a:gd name="connsiteX2" fmla="*/ 5821680 w 5821680"/>
                <a:gd name="connsiteY2" fmla="*/ 4043680 h 404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21680" h="4043680">
                  <a:moveTo>
                    <a:pt x="0" y="0"/>
                  </a:moveTo>
                  <a:cubicBezTo>
                    <a:pt x="947420" y="399626"/>
                    <a:pt x="1894840" y="799253"/>
                    <a:pt x="2865120" y="1473200"/>
                  </a:cubicBezTo>
                  <a:cubicBezTo>
                    <a:pt x="3835400" y="2147147"/>
                    <a:pt x="4828540" y="3095413"/>
                    <a:pt x="5821680" y="4043680"/>
                  </a:cubicBezTo>
                </a:path>
              </a:pathLst>
            </a:custGeom>
            <a:noFill/>
            <a:ln w="203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DE2B6BB-3168-A74F-3E7D-F71288AA683F}"/>
              </a:ext>
            </a:extLst>
          </p:cNvPr>
          <p:cNvSpPr txBox="1"/>
          <p:nvPr/>
        </p:nvSpPr>
        <p:spPr>
          <a:xfrm>
            <a:off x="1934698" y="76590"/>
            <a:ext cx="4953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Х жана О </a:t>
            </a:r>
            <a:endParaRPr kumimoji="0" lang="en-GB" sz="6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4325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1F1619-6521-BA71-351B-B06496456B22}"/>
              </a:ext>
            </a:extLst>
          </p:cNvPr>
          <p:cNvSpPr txBox="1"/>
          <p:nvPr/>
        </p:nvSpPr>
        <p:spPr>
          <a:xfrm>
            <a:off x="886026" y="61546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37D613-9A08-AFB8-4511-2CB415F91577}"/>
              </a:ext>
            </a:extLst>
          </p:cNvPr>
          <p:cNvSpPr txBox="1"/>
          <p:nvPr/>
        </p:nvSpPr>
        <p:spPr>
          <a:xfrm>
            <a:off x="691523" y="752426"/>
            <a:ext cx="2005677" cy="76944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12 ÷ 0.6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A0AEAC-3013-BF11-A411-4FBE5CA7199C}"/>
              </a:ext>
            </a:extLst>
          </p:cNvPr>
          <p:cNvSpPr txBox="1"/>
          <p:nvPr/>
        </p:nvSpPr>
        <p:spPr>
          <a:xfrm>
            <a:off x="3601755" y="752426"/>
            <a:ext cx="2719014" cy="76944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4.68 ÷ 0.18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552EE5-BE59-650B-89DA-AF3C7461481E}"/>
              </a:ext>
            </a:extLst>
          </p:cNvPr>
          <p:cNvSpPr txBox="1"/>
          <p:nvPr/>
        </p:nvSpPr>
        <p:spPr>
          <a:xfrm>
            <a:off x="7241949" y="752426"/>
            <a:ext cx="2005677" cy="76944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 ÷ 0.05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7F7831-2DC4-4CD2-70D3-7464ACFF6A19}"/>
              </a:ext>
            </a:extLst>
          </p:cNvPr>
          <p:cNvSpPr txBox="1"/>
          <p:nvPr/>
        </p:nvSpPr>
        <p:spPr>
          <a:xfrm>
            <a:off x="477523" y="3055052"/>
            <a:ext cx="2433679" cy="76944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57.2 ÷ 1.1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DF8633-C57A-0A53-C209-2354BC867EA3}"/>
              </a:ext>
            </a:extLst>
          </p:cNvPr>
          <p:cNvSpPr txBox="1"/>
          <p:nvPr/>
        </p:nvSpPr>
        <p:spPr>
          <a:xfrm>
            <a:off x="3601755" y="3055052"/>
            <a:ext cx="2719014" cy="76944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/>
              <a:t>1.56 </a:t>
            </a:r>
            <a:r>
              <a:rPr lang="en-GB" sz="4400" dirty="0"/>
              <a:t>÷ 0.24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AC362B-C0D4-8291-60F5-8ADAEDBC72C4}"/>
              </a:ext>
            </a:extLst>
          </p:cNvPr>
          <p:cNvSpPr txBox="1"/>
          <p:nvPr/>
        </p:nvSpPr>
        <p:spPr>
          <a:xfrm>
            <a:off x="7027950" y="3055052"/>
            <a:ext cx="2433679" cy="76944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40.3 ÷ 1.3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28A3CB-6F4A-5CE5-B76D-B831CE1FC3D8}"/>
              </a:ext>
            </a:extLst>
          </p:cNvPr>
          <p:cNvSpPr txBox="1"/>
          <p:nvPr/>
        </p:nvSpPr>
        <p:spPr>
          <a:xfrm>
            <a:off x="477523" y="5332739"/>
            <a:ext cx="2433679" cy="76944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0.6 ÷ 0.12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46BCDD-FCAC-17E3-FB31-9913D3CF2ECC}"/>
              </a:ext>
            </a:extLst>
          </p:cNvPr>
          <p:cNvSpPr txBox="1"/>
          <p:nvPr/>
        </p:nvSpPr>
        <p:spPr>
          <a:xfrm>
            <a:off x="3601754" y="5332739"/>
            <a:ext cx="2719014" cy="76944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3.72 ÷ 0.31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304B9E-6390-FE15-865C-B354B9C1A64C}"/>
              </a:ext>
            </a:extLst>
          </p:cNvPr>
          <p:cNvSpPr txBox="1"/>
          <p:nvPr/>
        </p:nvSpPr>
        <p:spPr>
          <a:xfrm>
            <a:off x="7384617" y="5332739"/>
            <a:ext cx="1720343" cy="76944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6.4 ÷ 4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533E3BD-6FB5-476F-99F1-02450F530E4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-17584"/>
            <a:ext cx="748800" cy="52065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CAA8117-CC01-4D05-B844-0D0CDB17C6E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-17584"/>
            <a:ext cx="748800" cy="5148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8FB2BE1-27D2-431B-BCED-7E68410FEA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-17584"/>
            <a:ext cx="748800" cy="52065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48F5291-8825-4946-8CE7-86668EA7283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-17584"/>
            <a:ext cx="748800" cy="5148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5F09684B-D26D-4FFD-8843-604C7B1065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-17584"/>
            <a:ext cx="748800" cy="52065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A910B27D-EF76-4488-8172-AC2EC2E9F4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-17584"/>
            <a:ext cx="748800" cy="5148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452FFC8B-106E-4F91-88D7-7A4568D459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2284984"/>
            <a:ext cx="748800" cy="52065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31C0B2D8-22A1-4AA9-B63F-F33D6D96D0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2284984"/>
            <a:ext cx="748800" cy="5148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1A85A9E0-7D4F-4280-A3B0-2FFE87C658E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17584" y="2284984"/>
            <a:ext cx="748800" cy="52065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6AD6BD5-771A-45EA-9994-86ABE2D040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2284984"/>
            <a:ext cx="748800" cy="5148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33545A9-4061-4000-976E-5C60F567EC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04566" y="2284984"/>
            <a:ext cx="748800" cy="52065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C86412B9-A43A-45D0-87CD-3CC3D659E32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2284984"/>
            <a:ext cx="748800" cy="5148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A21651F-B3D7-404C-B2A8-5BDAF1608D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4588628"/>
            <a:ext cx="748800" cy="52065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3F90451B-46EB-4B60-B7A6-38DEF9C97AC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4588628"/>
            <a:ext cx="748800" cy="5148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E66DD8D3-8980-483B-AB5B-4E43B81A6A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4588628"/>
            <a:ext cx="748800" cy="52065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610621DB-3885-45EE-A697-D015014BE93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4588628"/>
            <a:ext cx="748800" cy="5148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03BE1C65-5624-48BF-B228-A8D20E7C0A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4588628"/>
            <a:ext cx="748800" cy="52065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FA457B3C-027D-4301-B349-D79F6CE5491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4588628"/>
            <a:ext cx="748800" cy="5148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C057B65-CF6C-417A-91D6-B16402ED038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19643" y="-29860"/>
            <a:ext cx="3300450" cy="231676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860A6D9-023D-4552-A308-9F1CEBB876A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15765" y="1903"/>
            <a:ext cx="3338364" cy="231915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FB1334F-526E-4577-902A-6CA5B314915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62877" y="-43757"/>
            <a:ext cx="3351989" cy="234162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A93432C-CAEA-4CAA-9FB7-41AE15566C1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22692" y="2321441"/>
            <a:ext cx="3296443" cy="224128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5A821DC-E3C2-43A7-978D-5DCD7A6A9E5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63790" y="2312844"/>
            <a:ext cx="3400467" cy="224106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031BDBF-1BB6-4F5C-8AB5-1632B6FA279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07307" y="4601523"/>
            <a:ext cx="3287617" cy="2384091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A359483D-5E67-4A02-BDEC-F00993613A9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47691" y="4578155"/>
            <a:ext cx="3338093" cy="238788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3017E59-96F0-4344-835B-C929863A32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56077" y="4582111"/>
            <a:ext cx="3381871" cy="239089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E252C0A-C003-4D42-AC38-BCEB7F1FEDA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79007" y="-13019"/>
            <a:ext cx="3362380" cy="2299269"/>
          </a:xfrm>
          <a:prstGeom prst="rect">
            <a:avLst/>
          </a:prstGeom>
          <a:ln>
            <a:noFill/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77FE297C-0FA4-4943-9851-898303B7BF5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4370" y="2292931"/>
            <a:ext cx="3283694" cy="2260781"/>
          </a:xfrm>
          <a:prstGeom prst="rect">
            <a:avLst/>
          </a:prstGeom>
          <a:ln>
            <a:noFill/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1F8E161A-BF60-4395-B336-5094B3E0144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08360" y="1"/>
            <a:ext cx="3315600" cy="2280920"/>
          </a:xfrm>
          <a:prstGeom prst="rect">
            <a:avLst/>
          </a:prstGeom>
          <a:ln>
            <a:noFill/>
          </a:ln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C76379A-DD27-4914-B9B1-BAAAAF706D6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11726" y="2285877"/>
            <a:ext cx="3298285" cy="2232321"/>
          </a:xfrm>
          <a:prstGeom prst="rect">
            <a:avLst/>
          </a:prstGeom>
          <a:ln>
            <a:noFill/>
          </a:ln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C135B140-237C-43DF-BED2-95BCB8AB362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7801" y="4585686"/>
            <a:ext cx="3280263" cy="2377220"/>
          </a:xfrm>
          <a:prstGeom prst="rect">
            <a:avLst/>
          </a:prstGeom>
          <a:ln>
            <a:noFill/>
          </a:ln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D486A0B-73A9-44D6-A2C5-D93D65D9FFC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19508" y="4589392"/>
            <a:ext cx="3315600" cy="2289696"/>
          </a:xfrm>
          <a:prstGeom prst="rect">
            <a:avLst/>
          </a:prstGeom>
          <a:ln>
            <a:noFill/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21E27D5D-2DA8-4D09-B9ED-9E57F99A435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23917" y="4562173"/>
            <a:ext cx="3377550" cy="2358061"/>
          </a:xfrm>
          <a:prstGeom prst="rect">
            <a:avLst/>
          </a:prstGeom>
          <a:ln>
            <a:noFill/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5AA96D2-A2EA-4A66-B82B-E29A3AC10A8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45353" y="-5581"/>
            <a:ext cx="3269009" cy="2281422"/>
          </a:xfrm>
          <a:prstGeom prst="rect">
            <a:avLst/>
          </a:prstGeom>
          <a:ln>
            <a:noFill/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54EDC71-D725-4807-9829-7D2648956DB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55499" y="2279116"/>
            <a:ext cx="3348882" cy="2250073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2E0FDA8-2F44-429A-B98A-DDB8AE088F6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2413" y="2293384"/>
            <a:ext cx="3296034" cy="2264290"/>
          </a:xfrm>
          <a:prstGeom prst="rect">
            <a:avLst/>
          </a:prstGeom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0CD2FD4-E7C8-4C3D-8AA1-CD53E7524950}"/>
              </a:ext>
            </a:extLst>
          </p:cNvPr>
          <p:cNvGrpSpPr/>
          <p:nvPr/>
        </p:nvGrpSpPr>
        <p:grpSpPr>
          <a:xfrm>
            <a:off x="-131885" y="-47908"/>
            <a:ext cx="10152824" cy="7033522"/>
            <a:chOff x="-131885" y="-47908"/>
            <a:chExt cx="10152824" cy="7033522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7B5165D-BBB1-460D-B34D-531FC4E1CB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31885" y="227538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FEBB0BD-04AC-4360-9D9B-25EEA1B611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93785" y="456431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C2E692D-BCA6-44E1-A316-9AA41FFC1A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0022" y="-33254"/>
              <a:ext cx="628" cy="699616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CF86DCD8-F0B3-4D8F-BC37-1D7575107C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9119" y="-47908"/>
              <a:ext cx="0" cy="703352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64206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695D71A-24A5-49A6-9C98-9450B6DA1604}"/>
              </a:ext>
            </a:extLst>
          </p:cNvPr>
          <p:cNvSpPr txBox="1"/>
          <p:nvPr/>
        </p:nvSpPr>
        <p:spPr>
          <a:xfrm>
            <a:off x="3626258" y="6484249"/>
            <a:ext cx="3059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u="sng" dirty="0"/>
              <a:t>Мугалимдин жооп барагы</a:t>
            </a:r>
            <a:endParaRPr lang="en-GB" sz="2000" u="sng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F39F33C-4F4A-4A93-A7A7-ABE556A04E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767" y="0"/>
            <a:ext cx="9258466" cy="6484249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098E580-7BBD-A322-049B-7E895AFD6D86}"/>
              </a:ext>
            </a:extLst>
          </p:cNvPr>
          <p:cNvSpPr/>
          <p:nvPr/>
        </p:nvSpPr>
        <p:spPr>
          <a:xfrm>
            <a:off x="1302327" y="124691"/>
            <a:ext cx="1260764" cy="42949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DFAB0-566A-4771-4CFD-ADA1413FBE76}"/>
              </a:ext>
            </a:extLst>
          </p:cNvPr>
          <p:cNvSpPr txBox="1"/>
          <p:nvPr/>
        </p:nvSpPr>
        <p:spPr>
          <a:xfrm>
            <a:off x="1302327" y="75364"/>
            <a:ext cx="15517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Эсептеңиз: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96141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7DA82FD-79CC-0D40-49C6-766A047601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40" y="108355"/>
            <a:ext cx="4879460" cy="32809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71C0A1-9A1C-2C5E-BD82-032CBA87A4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48060"/>
            <a:ext cx="4879460" cy="32809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E591BEB-6D9B-5B26-BC85-D3CF7D7D9E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40" y="3577060"/>
            <a:ext cx="4879460" cy="32809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CEA2126-C3FD-1831-4E15-415C49898B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3616765"/>
            <a:ext cx="4879460" cy="3280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612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9511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042100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8380</TotalTime>
  <Words>151</Words>
  <Application>Microsoft Office PowerPoint</Application>
  <PresentationFormat>A4 Paper (210x297 mm)</PresentationFormat>
  <Paragraphs>38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Comic Sans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383</cp:revision>
  <cp:lastPrinted>2017-12-31T22:38:51Z</cp:lastPrinted>
  <dcterms:created xsi:type="dcterms:W3CDTF">2017-01-17T16:57:04Z</dcterms:created>
  <dcterms:modified xsi:type="dcterms:W3CDTF">2024-08-26T17:55:30Z</dcterms:modified>
</cp:coreProperties>
</file>