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4"/>
  </p:notesMasterIdLst>
  <p:sldIdLst>
    <p:sldId id="947" r:id="rId2"/>
    <p:sldId id="281" r:id="rId3"/>
    <p:sldId id="948" r:id="rId4"/>
    <p:sldId id="835" r:id="rId5"/>
    <p:sldId id="939" r:id="rId6"/>
    <p:sldId id="833" r:id="rId7"/>
    <p:sldId id="940" r:id="rId8"/>
    <p:sldId id="943" r:id="rId9"/>
    <p:sldId id="834" r:id="rId10"/>
    <p:sldId id="941" r:id="rId11"/>
    <p:sldId id="836" r:id="rId12"/>
    <p:sldId id="946" r:id="rId13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Титулдук слайд" id="{0E9D2BA4-C7A1-4290-9EC3-40A7EE55AE03}">
          <p14:sldIdLst>
            <p14:sldId id="281"/>
            <p14:sldId id="948"/>
            <p14:sldId id="835"/>
          </p14:sldIdLst>
        </p14:section>
        <p14:section name="Жеңил" id="{1F0B8BB5-1102-4E08-91C8-7C42345F9A15}">
          <p14:sldIdLst>
            <p14:sldId id="939"/>
            <p14:sldId id="833"/>
          </p14:sldIdLst>
        </p14:section>
        <p14:section name="Оор" id="{531F805A-1DCC-40B3-8FB9-6E08FCFE2E5B}">
          <p14:sldIdLst>
            <p14:sldId id="940"/>
            <p14:sldId id="943"/>
          </p14:sldIdLst>
        </p14:section>
        <p14:section name="Жообу" id="{56223EB8-1375-4DC7-8A6D-5C55890171F0}">
          <p14:sldIdLst>
            <p14:sldId id="834"/>
            <p14:sldId id="941"/>
            <p14:sldId id="836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136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26" tIns="47313" rIns="94626" bIns="4731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26" tIns="47313" rIns="94626" bIns="47313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6" tIns="47313" rIns="94626" bIns="4731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26" tIns="47313" rIns="94626" bIns="4731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26" tIns="47313" rIns="94626" bIns="4731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26" tIns="47313" rIns="94626" bIns="47313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2778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129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Эквиваленттүүлүк – Бөлчөктөр</a:t>
            </a:r>
            <a:r>
              <a:rPr lang="en-US" sz="2000" b="1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айыз – Тарсиа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  <a:endParaRPr kumimoji="0" lang="ru-RU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294667" y="2174039"/>
            <a:ext cx="381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210257" y="2517286"/>
            <a:ext cx="55180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0" y="4122764"/>
            <a:ext cx="55180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3200"/>
              <a:t>Алардын </a:t>
            </a:r>
          </a:p>
          <a:p>
            <a:pPr algn="ctr"/>
            <a:r>
              <a:rPr lang="ky-KG" sz="3200"/>
              <a:t>баарын таба аласыңбы?</a:t>
            </a:r>
          </a:p>
          <a:p>
            <a:pPr algn="ctr"/>
            <a:endParaRPr lang="ky-KG" sz="3200"/>
          </a:p>
          <a:p>
            <a:pPr algn="ctr"/>
            <a:r>
              <a:rPr lang="ky-KG" sz="3200"/>
              <a:t>Баарын тапкандан кийин, </a:t>
            </a:r>
          </a:p>
          <a:p>
            <a:pPr algn="ctr"/>
            <a:r>
              <a:rPr lang="ky-KG" sz="3200"/>
              <a:t>туурасын жазып кой</a:t>
            </a:r>
            <a:endParaRPr lang="en-GB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9578C8-EDB9-4856-817C-021D42F57A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205" b="15619"/>
          <a:stretch/>
        </p:blipFill>
        <p:spPr>
          <a:xfrm>
            <a:off x="4953000" y="2390504"/>
            <a:ext cx="4953000" cy="44674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4DE051-D67E-89A4-B177-7FBCA98B0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8BC31D-D7AE-E4A1-2CE5-401FC6F9C892}"/>
              </a:ext>
            </a:extLst>
          </p:cNvPr>
          <p:cNvSpPr txBox="1"/>
          <p:nvPr/>
        </p:nvSpPr>
        <p:spPr>
          <a:xfrm>
            <a:off x="78177" y="2726191"/>
            <a:ext cx="55180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55266F-9F4A-45DD-8188-F3EDB0A62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5168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D32E9F-F13F-4802-A27C-D9219C016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682" y="0"/>
            <a:ext cx="4943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38BD20A-E2FE-40D3-8B06-43E176E44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50485" y="1050485"/>
            <a:ext cx="6847142" cy="47461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900935-09BA-44B2-80F1-12881D280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39675" y="1055915"/>
            <a:ext cx="6847142" cy="474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6E0CDD-178F-4D04-9A4B-ADA468951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817" y="1813007"/>
            <a:ext cx="3677963" cy="50449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9F7EB5-4070-4D6F-86D8-7B9FC7165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1" y="0"/>
            <a:ext cx="3661689" cy="50205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98463A-51E8-4F7B-AFDA-B96D0A65D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6108057" y="-1654070"/>
            <a:ext cx="1830844" cy="51995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60AD8D-0B46-43C6-BCF5-EA79570AF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677412" y="3385028"/>
            <a:ext cx="1830844" cy="515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241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76E7B74-024A-4E88-8EBD-213E11EC4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67277" y="967277"/>
            <a:ext cx="6805494" cy="48709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B726A0-6E7C-41F5-839C-2557B6500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67785" y="967277"/>
            <a:ext cx="6805494" cy="487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36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CE297C-2108-44D4-BDCC-FA5DBA80AC5A}"/>
              </a:ext>
            </a:extLst>
          </p:cNvPr>
          <p:cNvGrpSpPr/>
          <p:nvPr/>
        </p:nvGrpSpPr>
        <p:grpSpPr>
          <a:xfrm>
            <a:off x="2029097" y="24597"/>
            <a:ext cx="7876903" cy="6813540"/>
            <a:chOff x="728264" y="62985"/>
            <a:chExt cx="6160216" cy="532860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5027A49-672C-4603-938B-A76A703B5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8032" y="62985"/>
              <a:ext cx="3152975" cy="2680215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64D8BB5-FFC4-4CD2-B067-8E2B149E5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264" y="2717934"/>
              <a:ext cx="6160216" cy="2673653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32711E34-FFB9-2950-259D-BE9A3F77357C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47CB8D-4D56-4551-AD8C-ADB525FB19EB}"/>
              </a:ext>
            </a:extLst>
          </p:cNvPr>
          <p:cNvGrpSpPr/>
          <p:nvPr/>
        </p:nvGrpSpPr>
        <p:grpSpPr>
          <a:xfrm>
            <a:off x="2046514" y="48574"/>
            <a:ext cx="7874476" cy="6809426"/>
            <a:chOff x="0" y="2100281"/>
            <a:chExt cx="4967990" cy="429605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649A4D5-9CA6-4C13-874D-46E386C0C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990" y="2100281"/>
              <a:ext cx="4953000" cy="212589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599AF6-8177-4546-8A37-33A7AC75C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211186"/>
              <a:ext cx="4953000" cy="2185147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38B2676-6FD6-F3B4-2053-B2DAD7B60DC7}"/>
              </a:ext>
            </a:extLst>
          </p:cNvPr>
          <p:cNvSpPr/>
          <p:nvPr/>
        </p:nvSpPr>
        <p:spPr>
          <a:xfrm>
            <a:off x="-177596" y="17333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78748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47CB8D-4D56-4551-AD8C-ADB525FB19EB}"/>
              </a:ext>
            </a:extLst>
          </p:cNvPr>
          <p:cNvGrpSpPr/>
          <p:nvPr/>
        </p:nvGrpSpPr>
        <p:grpSpPr>
          <a:xfrm>
            <a:off x="2046514" y="48574"/>
            <a:ext cx="7874476" cy="6809426"/>
            <a:chOff x="0" y="2100281"/>
            <a:chExt cx="4967990" cy="429605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649A4D5-9CA6-4C13-874D-46E386C0C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990" y="2100281"/>
              <a:ext cx="4953000" cy="212589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599AF6-8177-4546-8A37-33A7AC75C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211186"/>
              <a:ext cx="4953000" cy="21851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2D7B13-5750-4C32-8DDA-5355E3102465}"/>
                  </a:ext>
                </a:extLst>
              </p:cNvPr>
              <p:cNvSpPr txBox="1"/>
              <p:nvPr/>
            </p:nvSpPr>
            <p:spPr>
              <a:xfrm>
                <a:off x="26010" y="48574"/>
                <a:ext cx="1637179" cy="67181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128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160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=80%</m:t>
                      </m:r>
                    </m:oMath>
                  </m:oMathPara>
                </a14:m>
                <a:endParaRPr lang="en-GB" sz="1600" b="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95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49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26.25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72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54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65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26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2D7B13-5750-4C32-8DDA-5355E3102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0" y="48574"/>
                <a:ext cx="1637179" cy="6718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11FDAF-C7C8-4887-A6AC-FA7F6E19F48B}"/>
                  </a:ext>
                </a:extLst>
              </p:cNvPr>
              <p:cNvSpPr txBox="1"/>
              <p:nvPr/>
            </p:nvSpPr>
            <p:spPr>
              <a:xfrm>
                <a:off x="1547074" y="4610616"/>
                <a:ext cx="1354923" cy="24650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98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140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=70%</m:t>
                      </m:r>
                    </m:oMath>
                  </m:oMathPara>
                </a14:m>
                <a:endParaRPr lang="en-GB" sz="1600" b="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48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11FDAF-C7C8-4887-A6AC-FA7F6E19F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074" y="4610616"/>
                <a:ext cx="1354923" cy="24650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B09E8E8-297B-E2D1-1113-46894270F8F7}"/>
              </a:ext>
            </a:extLst>
          </p:cNvPr>
          <p:cNvSpPr/>
          <p:nvPr/>
        </p:nvSpPr>
        <p:spPr>
          <a:xfrm>
            <a:off x="1317857" y="0"/>
            <a:ext cx="2451503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6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6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67012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8372</TotalTime>
  <Words>233</Words>
  <Application>Microsoft Office PowerPoint</Application>
  <PresentationFormat>A4 Paper (210x297 mm)</PresentationFormat>
  <Paragraphs>67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356</cp:revision>
  <cp:lastPrinted>2024-09-01T15:11:54Z</cp:lastPrinted>
  <dcterms:created xsi:type="dcterms:W3CDTF">2017-01-17T16:57:04Z</dcterms:created>
  <dcterms:modified xsi:type="dcterms:W3CDTF">2024-09-01T15:14:00Z</dcterms:modified>
</cp:coreProperties>
</file>