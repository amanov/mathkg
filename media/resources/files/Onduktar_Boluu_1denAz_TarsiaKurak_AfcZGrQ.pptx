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56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" y="70048"/>
            <a:ext cx="4898926" cy="6787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1" y="76199"/>
            <a:ext cx="4898926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1264" y="1092387"/>
            <a:ext cx="6786881" cy="4683388"/>
            <a:chOff x="40641" y="70048"/>
            <a:chExt cx="9836686" cy="678795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 rot="16200000">
            <a:off x="4079057" y="1092388"/>
            <a:ext cx="6786881" cy="4683388"/>
            <a:chOff x="40641" y="70048"/>
            <a:chExt cx="9836686" cy="678795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945172-3AD4-59BE-7E85-C632FA69403F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9AAE6F6-5648-09AF-8A86-17F641E082DB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2024-05-13T16:35:54Z</cp:lastPrinted>
  <dcterms:created xsi:type="dcterms:W3CDTF">2017-01-17T16:57:04Z</dcterms:created>
  <dcterms:modified xsi:type="dcterms:W3CDTF">2024-05-13T16:37:36Z</dcterms:modified>
</cp:coreProperties>
</file>