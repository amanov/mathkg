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0" r:id="rId2"/>
    <p:sldId id="947" r:id="rId3"/>
    <p:sldId id="948" r:id="rId4"/>
    <p:sldId id="949" r:id="rId5"/>
    <p:sldId id="951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1DCC9C4-7A0B-496E-A5FF-27302E58EF81}">
          <p14:sldIdLst>
            <p14:sldId id="950"/>
          </p14:sldIdLst>
        </p14:section>
        <p14:section name="Көрсөтүү үчүн" id="{059544AC-2C27-45B1-9F95-F87DF8854DD6}">
          <p14:sldIdLst>
            <p14:sldId id="947"/>
          </p14:sldIdLst>
        </p14:section>
        <p14:section name="Жообу" id="{1FEDB314-42DC-4694-9B04-D4A4AAE625F7}">
          <p14:sldIdLst>
            <p14:sldId id="948"/>
          </p14:sldIdLst>
        </p14:section>
        <p14:section name="Иш кагаздары" id="{A78D9305-6AAE-4715-A210-52F6908F30F7}">
          <p14:sldIdLst>
            <p14:sldId id="949"/>
          </p14:sldIdLst>
        </p14:section>
        <p14:section name="Кайтарым байланыш" id="{0ADAEF4A-DC7C-40A7-A5D8-DB53E7313FBA}">
          <p14:sldIdLst>
            <p14:sldId id="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FF8181"/>
    <a:srgbClr val="2E75B6"/>
    <a:srgbClr val="1D4999"/>
    <a:srgbClr val="FFC000"/>
    <a:srgbClr val="FFFFFF"/>
    <a:srgbClr val="00B050"/>
    <a:srgbClr val="00FF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Ирээттөө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581328" y="770610"/>
            <a:ext cx="2120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жупта,</a:t>
            </a:r>
          </a:p>
          <a:p>
            <a:pPr algn="ctr"/>
            <a:r>
              <a:rPr lang="ru-RU" sz="2000" dirty="0"/>
              <a:t>кайсы ондук чоң?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74971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703548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73EE0-3467-F435-4E0B-5E49E235A5B5}"/>
              </a:ext>
            </a:extLst>
          </p:cNvPr>
          <p:cNvSpPr txBox="1"/>
          <p:nvPr/>
        </p:nvSpPr>
        <p:spPr>
          <a:xfrm>
            <a:off x="1351396" y="1703548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81847-8DB2-579F-1BF3-966AF8D9B41C}"/>
              </a:ext>
            </a:extLst>
          </p:cNvPr>
          <p:cNvSpPr txBox="1"/>
          <p:nvPr/>
        </p:nvSpPr>
        <p:spPr>
          <a:xfrm>
            <a:off x="1857301" y="1703548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38674-792E-36F7-DFE3-45EB55AD9374}"/>
              </a:ext>
            </a:extLst>
          </p:cNvPr>
          <p:cNvSpPr txBox="1"/>
          <p:nvPr/>
        </p:nvSpPr>
        <p:spPr>
          <a:xfrm>
            <a:off x="2553867" y="1703548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2DE2D6-92EB-CDB0-463A-5320576BE1BF}"/>
              </a:ext>
            </a:extLst>
          </p:cNvPr>
          <p:cNvSpPr txBox="1"/>
          <p:nvPr/>
        </p:nvSpPr>
        <p:spPr>
          <a:xfrm>
            <a:off x="131166" y="24119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83ABC5-300F-7E98-66EA-D2DBFAC1488E}"/>
              </a:ext>
            </a:extLst>
          </p:cNvPr>
          <p:cNvSpPr txBox="1"/>
          <p:nvPr/>
        </p:nvSpPr>
        <p:spPr>
          <a:xfrm>
            <a:off x="693397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1BBA6B-23E0-7246-8806-B9B10B793729}"/>
              </a:ext>
            </a:extLst>
          </p:cNvPr>
          <p:cNvSpPr txBox="1"/>
          <p:nvPr/>
        </p:nvSpPr>
        <p:spPr>
          <a:xfrm>
            <a:off x="1351396" y="2365795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260D33-7E63-ED11-EBFE-2325A0449F17}"/>
              </a:ext>
            </a:extLst>
          </p:cNvPr>
          <p:cNvSpPr txBox="1"/>
          <p:nvPr/>
        </p:nvSpPr>
        <p:spPr>
          <a:xfrm>
            <a:off x="1857301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97AF5C-311B-7E73-B8D8-F3E38184E9E6}"/>
              </a:ext>
            </a:extLst>
          </p:cNvPr>
          <p:cNvSpPr txBox="1"/>
          <p:nvPr/>
        </p:nvSpPr>
        <p:spPr>
          <a:xfrm>
            <a:off x="2553867" y="2365795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595A90-F894-22FF-1D1F-9D668F19912C}"/>
              </a:ext>
            </a:extLst>
          </p:cNvPr>
          <p:cNvSpPr txBox="1"/>
          <p:nvPr/>
        </p:nvSpPr>
        <p:spPr>
          <a:xfrm>
            <a:off x="131166" y="30742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5F9418-9229-934C-9594-E8D7F5C6BA90}"/>
              </a:ext>
            </a:extLst>
          </p:cNvPr>
          <p:cNvSpPr txBox="1"/>
          <p:nvPr/>
        </p:nvSpPr>
        <p:spPr>
          <a:xfrm>
            <a:off x="758318" y="3028042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4F06DD-AEFB-0DED-CB2B-350D4D978143}"/>
              </a:ext>
            </a:extLst>
          </p:cNvPr>
          <p:cNvSpPr txBox="1"/>
          <p:nvPr/>
        </p:nvSpPr>
        <p:spPr>
          <a:xfrm>
            <a:off x="1351396" y="3028042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15D040-AF2C-09E6-1B4A-C9E87E4DD2BC}"/>
              </a:ext>
            </a:extLst>
          </p:cNvPr>
          <p:cNvSpPr txBox="1"/>
          <p:nvPr/>
        </p:nvSpPr>
        <p:spPr>
          <a:xfrm>
            <a:off x="1857301" y="3028042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0,18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D7815F-69D5-7941-1954-590269299C0E}"/>
              </a:ext>
            </a:extLst>
          </p:cNvPr>
          <p:cNvSpPr txBox="1"/>
          <p:nvPr/>
        </p:nvSpPr>
        <p:spPr>
          <a:xfrm>
            <a:off x="2553867" y="3028042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BE4AFD-FE2D-C5A8-07FB-3C2C3E1E0C37}"/>
              </a:ext>
            </a:extLst>
          </p:cNvPr>
          <p:cNvSpPr txBox="1"/>
          <p:nvPr/>
        </p:nvSpPr>
        <p:spPr>
          <a:xfrm>
            <a:off x="131166" y="373645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072D80-C6E0-D064-9A66-F815A3E2B084}"/>
              </a:ext>
            </a:extLst>
          </p:cNvPr>
          <p:cNvSpPr txBox="1"/>
          <p:nvPr/>
        </p:nvSpPr>
        <p:spPr>
          <a:xfrm>
            <a:off x="628476" y="369028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ABCA62-9398-D782-CF8F-8AB24ADDFFEF}"/>
              </a:ext>
            </a:extLst>
          </p:cNvPr>
          <p:cNvSpPr txBox="1"/>
          <p:nvPr/>
        </p:nvSpPr>
        <p:spPr>
          <a:xfrm>
            <a:off x="1351396" y="3690289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97661C-55A8-FE35-E894-AEC0AEF0A058}"/>
              </a:ext>
            </a:extLst>
          </p:cNvPr>
          <p:cNvSpPr txBox="1"/>
          <p:nvPr/>
        </p:nvSpPr>
        <p:spPr>
          <a:xfrm>
            <a:off x="1857301" y="3690289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158385-2FCA-5E66-96BF-F02492896D82}"/>
              </a:ext>
            </a:extLst>
          </p:cNvPr>
          <p:cNvSpPr txBox="1"/>
          <p:nvPr/>
        </p:nvSpPr>
        <p:spPr>
          <a:xfrm>
            <a:off x="2553867" y="3690289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01B7BC-E049-D572-12D9-2B83C0FF5F2B}"/>
              </a:ext>
            </a:extLst>
          </p:cNvPr>
          <p:cNvSpPr txBox="1"/>
          <p:nvPr/>
        </p:nvSpPr>
        <p:spPr>
          <a:xfrm>
            <a:off x="463335" y="4469774"/>
            <a:ext cx="2555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ондуктарды эң </a:t>
            </a:r>
          </a:p>
          <a:p>
            <a:pPr algn="ctr"/>
            <a:r>
              <a:rPr lang="ru-RU" sz="2000" dirty="0"/>
              <a:t>Кичинесинен баштап</a:t>
            </a:r>
          </a:p>
          <a:p>
            <a:pPr algn="ctr"/>
            <a:r>
              <a:rPr lang="ru-RU" sz="2000" dirty="0"/>
              <a:t> ирээти менен жаз.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3201BF-8504-512E-048C-41E7A935F88A}"/>
              </a:ext>
            </a:extLst>
          </p:cNvPr>
          <p:cNvSpPr txBox="1"/>
          <p:nvPr/>
        </p:nvSpPr>
        <p:spPr>
          <a:xfrm>
            <a:off x="2427768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465691-1582-BB82-7D4B-E8B1DDB320A7}"/>
              </a:ext>
            </a:extLst>
          </p:cNvPr>
          <p:cNvSpPr txBox="1"/>
          <p:nvPr/>
        </p:nvSpPr>
        <p:spPr>
          <a:xfrm>
            <a:off x="1064222" y="5633556"/>
            <a:ext cx="508473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67260E-811E-3288-711F-DC6456C17631}"/>
              </a:ext>
            </a:extLst>
          </p:cNvPr>
          <p:cNvSpPr txBox="1"/>
          <p:nvPr/>
        </p:nvSpPr>
        <p:spPr>
          <a:xfrm>
            <a:off x="1681074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9DC896-C90D-6BCA-7ACD-26CAC553038F}"/>
              </a:ext>
            </a:extLst>
          </p:cNvPr>
          <p:cNvSpPr txBox="1"/>
          <p:nvPr/>
        </p:nvSpPr>
        <p:spPr>
          <a:xfrm>
            <a:off x="187685" y="5633556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0,403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78C635-C4EB-6131-A476-72461F6B2C0D}"/>
              </a:ext>
            </a:extLst>
          </p:cNvPr>
          <p:cNvSpPr txBox="1"/>
          <p:nvPr/>
        </p:nvSpPr>
        <p:spPr>
          <a:xfrm>
            <a:off x="4028618" y="1990235"/>
            <a:ext cx="2085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Өсүү тартибинде </a:t>
            </a:r>
          </a:p>
          <a:p>
            <a:pPr algn="ctr"/>
            <a:r>
              <a:rPr lang="ky-KG" sz="2000" dirty="0"/>
              <a:t>ирээтте:</a:t>
            </a:r>
            <a:endParaRPr lang="en-GB" sz="2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2116FC-4703-3954-014B-9395E0ABF0C9}"/>
              </a:ext>
            </a:extLst>
          </p:cNvPr>
          <p:cNvSpPr txBox="1"/>
          <p:nvPr/>
        </p:nvSpPr>
        <p:spPr>
          <a:xfrm>
            <a:off x="3431316" y="219029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C28953-BAB0-8E58-FBC1-E09425049168}"/>
              </a:ext>
            </a:extLst>
          </p:cNvPr>
          <p:cNvSpPr txBox="1"/>
          <p:nvPr/>
        </p:nvSpPr>
        <p:spPr>
          <a:xfrm>
            <a:off x="3512988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C4A99F-9EB9-AE35-D155-705A5AF4B8D8}"/>
              </a:ext>
            </a:extLst>
          </p:cNvPr>
          <p:cNvSpPr txBox="1"/>
          <p:nvPr/>
        </p:nvSpPr>
        <p:spPr>
          <a:xfrm>
            <a:off x="4271732" y="2576384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D41675-E3D0-A69F-9CD8-107C61A84441}"/>
              </a:ext>
            </a:extLst>
          </p:cNvPr>
          <p:cNvSpPr txBox="1"/>
          <p:nvPr/>
        </p:nvSpPr>
        <p:spPr>
          <a:xfrm>
            <a:off x="5659377" y="2576384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0,203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E3E4D76-A4BD-6643-B3AA-AFBCE0F01CE6}"/>
              </a:ext>
            </a:extLst>
          </p:cNvPr>
          <p:cNvSpPr txBox="1"/>
          <p:nvPr/>
        </p:nvSpPr>
        <p:spPr>
          <a:xfrm>
            <a:off x="3908393" y="525999"/>
            <a:ext cx="2325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Азайуу тартибинде </a:t>
            </a:r>
          </a:p>
          <a:p>
            <a:pPr algn="ctr"/>
            <a:r>
              <a:rPr lang="ky-KG" sz="2000" dirty="0"/>
              <a:t>ирээтте :</a:t>
            </a:r>
            <a:endParaRPr lang="en-GB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C2BE8FB-C4F2-89EE-DDFF-8F49DE6328B2}"/>
              </a:ext>
            </a:extLst>
          </p:cNvPr>
          <p:cNvSpPr txBox="1"/>
          <p:nvPr/>
        </p:nvSpPr>
        <p:spPr>
          <a:xfrm>
            <a:off x="3431316" y="8103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7413C0-39A7-97B8-F95F-02F189448141}"/>
              </a:ext>
            </a:extLst>
          </p:cNvPr>
          <p:cNvSpPr txBox="1"/>
          <p:nvPr/>
        </p:nvSpPr>
        <p:spPr>
          <a:xfrm>
            <a:off x="3590964" y="1196472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0,506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8787BA-294C-F7E2-1F40-9C30ADC6D3BB}"/>
              </a:ext>
            </a:extLst>
          </p:cNvPr>
          <p:cNvSpPr txBox="1"/>
          <p:nvPr/>
        </p:nvSpPr>
        <p:spPr>
          <a:xfrm>
            <a:off x="4642793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7ABDC6A-55E9-7601-7E0B-9D04820A767D}"/>
              </a:ext>
            </a:extLst>
          </p:cNvPr>
          <p:cNvSpPr txBox="1"/>
          <p:nvPr/>
        </p:nvSpPr>
        <p:spPr>
          <a:xfrm>
            <a:off x="5564777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3BC9BB-2463-49DE-0508-4897A4D9FCC3}"/>
              </a:ext>
            </a:extLst>
          </p:cNvPr>
          <p:cNvSpPr txBox="1"/>
          <p:nvPr/>
        </p:nvSpPr>
        <p:spPr>
          <a:xfrm>
            <a:off x="4900633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C1E08C-E5CD-343B-69C8-8E1F931AD62A}"/>
              </a:ext>
            </a:extLst>
          </p:cNvPr>
          <p:cNvSpPr txBox="1"/>
          <p:nvPr/>
        </p:nvSpPr>
        <p:spPr>
          <a:xfrm>
            <a:off x="131166" y="4509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A12AED0-CB36-8BDD-F1BD-F67A0EB04929}"/>
              </a:ext>
            </a:extLst>
          </p:cNvPr>
          <p:cNvSpPr txBox="1"/>
          <p:nvPr/>
        </p:nvSpPr>
        <p:spPr>
          <a:xfrm>
            <a:off x="3776836" y="3433490"/>
            <a:ext cx="2645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Окумуштуу кээ бир </a:t>
            </a:r>
          </a:p>
          <a:p>
            <a:pPr algn="ctr"/>
            <a:r>
              <a:rPr lang="ky-KG" sz="2000" dirty="0"/>
              <a:t>курттардын узундугун </a:t>
            </a:r>
          </a:p>
          <a:p>
            <a:pPr algn="ctr"/>
            <a:r>
              <a:rPr lang="ky-KG" sz="2000" dirty="0"/>
              <a:t>жазып алган.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AF8EE4-0DAE-87EB-46A9-099701ED62E8}"/>
              </a:ext>
            </a:extLst>
          </p:cNvPr>
          <p:cNvSpPr txBox="1"/>
          <p:nvPr/>
        </p:nvSpPr>
        <p:spPr>
          <a:xfrm>
            <a:off x="3431316" y="359514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C9E116-E6F3-1E77-DE83-0B50F8A71F3B}"/>
              </a:ext>
            </a:extLst>
          </p:cNvPr>
          <p:cNvSpPr txBox="1"/>
          <p:nvPr/>
        </p:nvSpPr>
        <p:spPr>
          <a:xfrm>
            <a:off x="5560989" y="4920573"/>
            <a:ext cx="848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47D2F7-E577-E781-BF18-2C8E08385A10}"/>
              </a:ext>
            </a:extLst>
          </p:cNvPr>
          <p:cNvSpPr txBox="1"/>
          <p:nvPr/>
        </p:nvSpPr>
        <p:spPr>
          <a:xfrm>
            <a:off x="5487364" y="4313744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12E67A-A7CA-EA09-F71E-AA59B5F2D52E}"/>
              </a:ext>
            </a:extLst>
          </p:cNvPr>
          <p:cNvSpPr txBox="1"/>
          <p:nvPr/>
        </p:nvSpPr>
        <p:spPr>
          <a:xfrm>
            <a:off x="3518830" y="4995388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5,45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D197214-B723-A9D0-0AE7-E8D2F3E8955F}"/>
              </a:ext>
            </a:extLst>
          </p:cNvPr>
          <p:cNvSpPr txBox="1"/>
          <p:nvPr/>
        </p:nvSpPr>
        <p:spPr>
          <a:xfrm>
            <a:off x="3551095" y="4322057"/>
            <a:ext cx="978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F5A618B-2A15-DDAD-F0F9-1D331429CEC1}"/>
              </a:ext>
            </a:extLst>
          </p:cNvPr>
          <p:cNvSpPr txBox="1"/>
          <p:nvPr/>
        </p:nvSpPr>
        <p:spPr>
          <a:xfrm>
            <a:off x="4384098" y="4650410"/>
            <a:ext cx="1107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E127246-AE89-80B4-5FB2-ECB9D1EF1CCC}"/>
              </a:ext>
            </a:extLst>
          </p:cNvPr>
          <p:cNvSpPr txBox="1"/>
          <p:nvPr/>
        </p:nvSpPr>
        <p:spPr>
          <a:xfrm>
            <a:off x="3846692" y="5417424"/>
            <a:ext cx="25054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Бул узундуктарды эң </a:t>
            </a:r>
          </a:p>
          <a:p>
            <a:pPr algn="ctr"/>
            <a:r>
              <a:rPr lang="ky-KG" sz="2000" dirty="0"/>
              <a:t>кичинеден чоңго </a:t>
            </a:r>
          </a:p>
          <a:p>
            <a:pPr algn="ctr"/>
            <a:r>
              <a:rPr lang="ky-KG" sz="2000" dirty="0"/>
              <a:t>ирээттеп жаз.</a:t>
            </a:r>
            <a:endParaRPr lang="en-GB" sz="20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F8DA75-7030-B929-37A0-EF88D94CCC20}"/>
              </a:ext>
            </a:extLst>
          </p:cNvPr>
          <p:cNvSpPr txBox="1"/>
          <p:nvPr/>
        </p:nvSpPr>
        <p:spPr>
          <a:xfrm>
            <a:off x="6751647" y="769524"/>
            <a:ext cx="31664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өсүү </a:t>
            </a:r>
          </a:p>
          <a:p>
            <a:pPr algn="ctr"/>
            <a:r>
              <a:rPr lang="ky-KG" sz="2000" dirty="0"/>
              <a:t>тартибинде тизмекте:</a:t>
            </a:r>
            <a:endParaRPr lang="en-GB" sz="2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5EE9B8D-DB34-3253-9230-AA7F6F7E2479}"/>
              </a:ext>
            </a:extLst>
          </p:cNvPr>
          <p:cNvSpPr txBox="1"/>
          <p:nvPr/>
        </p:nvSpPr>
        <p:spPr>
          <a:xfrm>
            <a:off x="6693863" y="11136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EEFD36F-ADF5-D75C-2E80-A5B4B50019DD}"/>
              </a:ext>
            </a:extLst>
          </p:cNvPr>
          <p:cNvSpPr txBox="1"/>
          <p:nvPr/>
        </p:nvSpPr>
        <p:spPr>
          <a:xfrm>
            <a:off x="7064799" y="1903053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0,87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5213F6E-A390-F703-2534-DCC32F6C435B}"/>
              </a:ext>
            </a:extLst>
          </p:cNvPr>
          <p:cNvSpPr txBox="1"/>
          <p:nvPr/>
        </p:nvSpPr>
        <p:spPr>
          <a:xfrm>
            <a:off x="6999878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0,807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790D801-6A99-CC16-6801-D5BF210F9D1C}"/>
              </a:ext>
            </a:extLst>
          </p:cNvPr>
          <p:cNvSpPr txBox="1"/>
          <p:nvPr/>
        </p:nvSpPr>
        <p:spPr>
          <a:xfrm>
            <a:off x="8892176" y="1479105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0,78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13DAB48-DDA6-F665-EAF8-943E97BAF016}"/>
              </a:ext>
            </a:extLst>
          </p:cNvPr>
          <p:cNvSpPr txBox="1"/>
          <p:nvPr/>
        </p:nvSpPr>
        <p:spPr>
          <a:xfrm>
            <a:off x="8827255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0,787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8935D83-B5AE-B647-7C9A-6C0889B32348}"/>
              </a:ext>
            </a:extLst>
          </p:cNvPr>
          <p:cNvSpPr txBox="1"/>
          <p:nvPr/>
        </p:nvSpPr>
        <p:spPr>
          <a:xfrm>
            <a:off x="7913566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0,877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C8DA019-0C18-D372-55F0-D23CE757A395}"/>
              </a:ext>
            </a:extLst>
          </p:cNvPr>
          <p:cNvSpPr txBox="1"/>
          <p:nvPr/>
        </p:nvSpPr>
        <p:spPr>
          <a:xfrm>
            <a:off x="7913566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0,778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28D5A61-E540-AE50-9135-2DFFCC625936}"/>
              </a:ext>
            </a:extLst>
          </p:cNvPr>
          <p:cNvSpPr txBox="1"/>
          <p:nvPr/>
        </p:nvSpPr>
        <p:spPr>
          <a:xfrm>
            <a:off x="7191673" y="3305992"/>
            <a:ext cx="2482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сан чоңураак?</a:t>
            </a:r>
            <a:endParaRPr lang="en-GB" sz="20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59A9BB9-6C26-518B-C50B-86D0DA9B0096}"/>
              </a:ext>
            </a:extLst>
          </p:cNvPr>
          <p:cNvSpPr txBox="1"/>
          <p:nvPr/>
        </p:nvSpPr>
        <p:spPr>
          <a:xfrm>
            <a:off x="6764720" y="33457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3AD1D32-489B-41A6-5078-B455FABA4709}"/>
              </a:ext>
            </a:extLst>
          </p:cNvPr>
          <p:cNvSpPr txBox="1"/>
          <p:nvPr/>
        </p:nvSpPr>
        <p:spPr>
          <a:xfrm>
            <a:off x="7530215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5C1A334-D412-7A8D-8685-41A015A19059}"/>
              </a:ext>
            </a:extLst>
          </p:cNvPr>
          <p:cNvSpPr txBox="1"/>
          <p:nvPr/>
        </p:nvSpPr>
        <p:spPr>
          <a:xfrm>
            <a:off x="8669058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624990F-CA9B-2042-186F-CB834A30AE5F}"/>
              </a:ext>
            </a:extLst>
          </p:cNvPr>
          <p:cNvSpPr txBox="1"/>
          <p:nvPr/>
        </p:nvSpPr>
        <p:spPr>
          <a:xfrm>
            <a:off x="7123102" y="4363232"/>
            <a:ext cx="2407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</a:p>
          <a:p>
            <a:pPr algn="ctr"/>
            <a:r>
              <a:rPr lang="ru-RU" sz="2000" dirty="0"/>
              <a:t>Кичинеден чоңго</a:t>
            </a:r>
          </a:p>
          <a:p>
            <a:pPr algn="ctr"/>
            <a:r>
              <a:rPr lang="ru-RU" sz="2000" dirty="0"/>
              <a:t> чейин тизмектеңиз.</a:t>
            </a:r>
            <a:endParaRPr lang="en-GB" sz="20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AB4ABFC-090A-4345-6CE8-45F28339DBF1}"/>
              </a:ext>
            </a:extLst>
          </p:cNvPr>
          <p:cNvSpPr txBox="1"/>
          <p:nvPr/>
        </p:nvSpPr>
        <p:spPr>
          <a:xfrm>
            <a:off x="6764720" y="459266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7DA99F2C-BA1A-A72D-C051-CBC4BE2D97F5}"/>
              </a:ext>
            </a:extLst>
          </p:cNvPr>
          <p:cNvSpPr/>
          <p:nvPr/>
        </p:nvSpPr>
        <p:spPr>
          <a:xfrm>
            <a:off x="7843244" y="3892804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8761C91-B02F-8CA4-7A34-C8925AB0EB60}"/>
              </a:ext>
            </a:extLst>
          </p:cNvPr>
          <p:cNvSpPr txBox="1"/>
          <p:nvPr/>
        </p:nvSpPr>
        <p:spPr>
          <a:xfrm>
            <a:off x="9004498" y="54125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04499FC-6558-B408-C7CE-97FC6522BC1B}"/>
              </a:ext>
            </a:extLst>
          </p:cNvPr>
          <p:cNvSpPr txBox="1"/>
          <p:nvPr/>
        </p:nvSpPr>
        <p:spPr>
          <a:xfrm>
            <a:off x="7531334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5C754305-D4BD-F17C-F149-59EC30CF83EC}"/>
              </a:ext>
            </a:extLst>
          </p:cNvPr>
          <p:cNvSpPr/>
          <p:nvPr/>
        </p:nvSpPr>
        <p:spPr>
          <a:xfrm>
            <a:off x="7859278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F14CCEFE-CB75-9A50-22FC-2CEA14367D30}"/>
              </a:ext>
            </a:extLst>
          </p:cNvPr>
          <p:cNvSpPr/>
          <p:nvPr/>
        </p:nvSpPr>
        <p:spPr>
          <a:xfrm>
            <a:off x="7985485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CD9DF3E-45C0-3A2B-8E90-0BABE7A668E8}"/>
              </a:ext>
            </a:extLst>
          </p:cNvPr>
          <p:cNvSpPr txBox="1"/>
          <p:nvPr/>
        </p:nvSpPr>
        <p:spPr>
          <a:xfrm>
            <a:off x="6771837" y="5412575"/>
            <a:ext cx="768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0,677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1C224E5-2BDA-1CC6-2FD0-1FDD8DB0CFB7}"/>
              </a:ext>
            </a:extLst>
          </p:cNvPr>
          <p:cNvSpPr txBox="1"/>
          <p:nvPr/>
        </p:nvSpPr>
        <p:spPr>
          <a:xfrm>
            <a:off x="8286637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3F2C0C9-C19E-312C-F39B-AC1A030B99CE}"/>
              </a:ext>
            </a:extLst>
          </p:cNvPr>
          <p:cNvSpPr/>
          <p:nvPr/>
        </p:nvSpPr>
        <p:spPr>
          <a:xfrm>
            <a:off x="8737324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89AD8-4A24-625C-8F9F-E918BE953208}"/>
              </a:ext>
            </a:extLst>
          </p:cNvPr>
          <p:cNvSpPr txBox="1"/>
          <p:nvPr/>
        </p:nvSpPr>
        <p:spPr>
          <a:xfrm>
            <a:off x="609528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E5AC6-ED2E-D2B9-6AB0-2086765C809F}"/>
              </a:ext>
            </a:extLst>
          </p:cNvPr>
          <p:cNvSpPr txBox="1"/>
          <p:nvPr/>
        </p:nvSpPr>
        <p:spPr>
          <a:xfrm>
            <a:off x="7520232" y="-947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AFE008-B9B9-3F77-1CE1-2AD94C4E28BA}"/>
              </a:ext>
            </a:extLst>
          </p:cNvPr>
          <p:cNvSpPr txBox="1"/>
          <p:nvPr/>
        </p:nvSpPr>
        <p:spPr>
          <a:xfrm>
            <a:off x="4030653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703548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260D33-7E63-ED11-EBFE-2325A0449F17}"/>
              </a:ext>
            </a:extLst>
          </p:cNvPr>
          <p:cNvSpPr txBox="1"/>
          <p:nvPr/>
        </p:nvSpPr>
        <p:spPr>
          <a:xfrm>
            <a:off x="1857301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5F9418-9229-934C-9594-E8D7F5C6BA90}"/>
              </a:ext>
            </a:extLst>
          </p:cNvPr>
          <p:cNvSpPr txBox="1"/>
          <p:nvPr/>
        </p:nvSpPr>
        <p:spPr>
          <a:xfrm>
            <a:off x="758318" y="3028042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072D80-C6E0-D064-9A66-F815A3E2B084}"/>
              </a:ext>
            </a:extLst>
          </p:cNvPr>
          <p:cNvSpPr txBox="1"/>
          <p:nvPr/>
        </p:nvSpPr>
        <p:spPr>
          <a:xfrm>
            <a:off x="628476" y="369028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17B852-F1E4-162E-7E93-0E93E6DB2FA2}"/>
              </a:ext>
            </a:extLst>
          </p:cNvPr>
          <p:cNvSpPr txBox="1"/>
          <p:nvPr/>
        </p:nvSpPr>
        <p:spPr>
          <a:xfrm>
            <a:off x="171382" y="627363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EB0A69-4832-019D-C96F-7125189AEB59}"/>
              </a:ext>
            </a:extLst>
          </p:cNvPr>
          <p:cNvSpPr txBox="1"/>
          <p:nvPr/>
        </p:nvSpPr>
        <p:spPr>
          <a:xfrm>
            <a:off x="2482322" y="627363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86940E-A734-69BF-5FF8-E1E58C6BDEEA}"/>
              </a:ext>
            </a:extLst>
          </p:cNvPr>
          <p:cNvSpPr txBox="1"/>
          <p:nvPr/>
        </p:nvSpPr>
        <p:spPr>
          <a:xfrm>
            <a:off x="1006617" y="627363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997A6C-6E9E-B54A-E4A4-67C4C80A64E3}"/>
              </a:ext>
            </a:extLst>
          </p:cNvPr>
          <p:cNvSpPr txBox="1"/>
          <p:nvPr/>
        </p:nvSpPr>
        <p:spPr>
          <a:xfrm>
            <a:off x="1647088" y="6273634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0,403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D15AF2B-6962-2B47-1051-1549ADCB9F07}"/>
              </a:ext>
            </a:extLst>
          </p:cNvPr>
          <p:cNvSpPr/>
          <p:nvPr/>
        </p:nvSpPr>
        <p:spPr>
          <a:xfrm>
            <a:off x="739832" y="1650459"/>
            <a:ext cx="573579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FDAB5D1-7E7C-6BC2-AE60-5D32E9C35978}"/>
              </a:ext>
            </a:extLst>
          </p:cNvPr>
          <p:cNvSpPr/>
          <p:nvPr/>
        </p:nvSpPr>
        <p:spPr>
          <a:xfrm>
            <a:off x="1895301" y="2298852"/>
            <a:ext cx="573579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9E7352D-16C9-4818-BDFF-4C9323D94552}"/>
              </a:ext>
            </a:extLst>
          </p:cNvPr>
          <p:cNvSpPr/>
          <p:nvPr/>
        </p:nvSpPr>
        <p:spPr>
          <a:xfrm>
            <a:off x="739832" y="2972183"/>
            <a:ext cx="573579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066A61A-255C-CC6F-8502-E0BA3DF876B2}"/>
              </a:ext>
            </a:extLst>
          </p:cNvPr>
          <p:cNvSpPr/>
          <p:nvPr/>
        </p:nvSpPr>
        <p:spPr>
          <a:xfrm>
            <a:off x="648392" y="3620576"/>
            <a:ext cx="748146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A7D06C-BF34-0A66-4C80-D0FAA65E700E}"/>
              </a:ext>
            </a:extLst>
          </p:cNvPr>
          <p:cNvSpPr txBox="1"/>
          <p:nvPr/>
        </p:nvSpPr>
        <p:spPr>
          <a:xfrm>
            <a:off x="4399603" y="2956855"/>
            <a:ext cx="63831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0,23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618FEF-0DB7-9327-5BD4-F84673EF5D8D}"/>
              </a:ext>
            </a:extLst>
          </p:cNvPr>
          <p:cNvSpPr txBox="1"/>
          <p:nvPr/>
        </p:nvSpPr>
        <p:spPr>
          <a:xfrm>
            <a:off x="3902135" y="157694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0,65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005AC4B-6B7A-0D8A-EB35-64647C932467}"/>
              </a:ext>
            </a:extLst>
          </p:cNvPr>
          <p:cNvSpPr txBox="1"/>
          <p:nvPr/>
        </p:nvSpPr>
        <p:spPr>
          <a:xfrm>
            <a:off x="4638957" y="157694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0,56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98E6624-69C0-A2F4-D24F-1DC3CC1E92B2}"/>
              </a:ext>
            </a:extLst>
          </p:cNvPr>
          <p:cNvSpPr txBox="1"/>
          <p:nvPr/>
        </p:nvSpPr>
        <p:spPr>
          <a:xfrm>
            <a:off x="5365325" y="1576943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0,506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11451C-F9B5-86B3-CF50-D128143AAE61}"/>
              </a:ext>
            </a:extLst>
          </p:cNvPr>
          <p:cNvSpPr txBox="1"/>
          <p:nvPr/>
        </p:nvSpPr>
        <p:spPr>
          <a:xfrm>
            <a:off x="5719610" y="295685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0,32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E5E991C-6A66-40BE-DDCE-E7FB24B81493}"/>
              </a:ext>
            </a:extLst>
          </p:cNvPr>
          <p:cNvSpPr txBox="1"/>
          <p:nvPr/>
        </p:nvSpPr>
        <p:spPr>
          <a:xfrm>
            <a:off x="3544835" y="2956855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0,203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CF2C1A2-B8AC-6060-1D5F-856BDE6AEB1D}"/>
              </a:ext>
            </a:extLst>
          </p:cNvPr>
          <p:cNvSpPr txBox="1"/>
          <p:nvPr/>
        </p:nvSpPr>
        <p:spPr>
          <a:xfrm>
            <a:off x="5124527" y="2956855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34A61DF-300F-A48C-AC3A-A6B1A7C2C482}"/>
              </a:ext>
            </a:extLst>
          </p:cNvPr>
          <p:cNvSpPr txBox="1"/>
          <p:nvPr/>
        </p:nvSpPr>
        <p:spPr>
          <a:xfrm>
            <a:off x="3616331" y="6099970"/>
            <a:ext cx="2698175" cy="707886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4,5</a:t>
            </a:r>
            <a:r>
              <a:rPr lang="ky-KG" sz="2000" dirty="0"/>
              <a:t>мм</a:t>
            </a:r>
            <a:r>
              <a:rPr lang="en-GB" sz="2000" dirty="0"/>
              <a:t>&lt;0,454 </a:t>
            </a:r>
            <a:r>
              <a:rPr lang="ky-KG" sz="2000" dirty="0"/>
              <a:t>см</a:t>
            </a:r>
            <a:r>
              <a:rPr lang="en-GB" sz="2000" dirty="0"/>
              <a:t>&lt;0,5 </a:t>
            </a:r>
            <a:r>
              <a:rPr lang="ky-KG" sz="2000" dirty="0"/>
              <a:t>см</a:t>
            </a:r>
            <a:endParaRPr lang="en-GB" sz="2000" dirty="0"/>
          </a:p>
          <a:p>
            <a:pPr algn="ctr"/>
            <a:r>
              <a:rPr lang="en-GB" sz="2000" dirty="0"/>
              <a:t>&lt;0,54 </a:t>
            </a:r>
            <a:r>
              <a:rPr lang="ky-KG" sz="2000" dirty="0"/>
              <a:t>см</a:t>
            </a:r>
            <a:r>
              <a:rPr lang="en-GB" sz="2000" dirty="0"/>
              <a:t>&lt;5,45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E59DA21-46C4-6726-9F6B-58A38457700C}"/>
              </a:ext>
            </a:extLst>
          </p:cNvPr>
          <p:cNvSpPr txBox="1"/>
          <p:nvPr/>
        </p:nvSpPr>
        <p:spPr>
          <a:xfrm>
            <a:off x="6964634" y="2368566"/>
            <a:ext cx="2478564" cy="707886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0,778 &lt; 0,78 &lt; 0,787</a:t>
            </a:r>
          </a:p>
          <a:p>
            <a:pPr algn="ctr"/>
            <a:r>
              <a:rPr lang="en-GB" sz="2000" dirty="0"/>
              <a:t>&lt; 0,807 &lt; 0,87 &lt; 0,877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3AD1D32-489B-41A6-5078-B455FABA4709}"/>
              </a:ext>
            </a:extLst>
          </p:cNvPr>
          <p:cNvSpPr txBox="1"/>
          <p:nvPr/>
        </p:nvSpPr>
        <p:spPr>
          <a:xfrm>
            <a:off x="7530215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7DA99F2C-BA1A-A72D-C051-CBC4BE2D97F5}"/>
              </a:ext>
            </a:extLst>
          </p:cNvPr>
          <p:cNvSpPr/>
          <p:nvPr/>
        </p:nvSpPr>
        <p:spPr>
          <a:xfrm>
            <a:off x="7843244" y="3892804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4A4DCFF2-196A-147E-ADE9-04BFE5347D1B}"/>
              </a:ext>
            </a:extLst>
          </p:cNvPr>
          <p:cNvSpPr/>
          <p:nvPr/>
        </p:nvSpPr>
        <p:spPr>
          <a:xfrm>
            <a:off x="7436513" y="3799495"/>
            <a:ext cx="748146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E8C5660-92EA-0961-ADA2-B42239780F65}"/>
              </a:ext>
            </a:extLst>
          </p:cNvPr>
          <p:cNvGrpSpPr/>
          <p:nvPr/>
        </p:nvGrpSpPr>
        <p:grpSpPr>
          <a:xfrm>
            <a:off x="6835244" y="5924566"/>
            <a:ext cx="2874506" cy="499349"/>
            <a:chOff x="6835244" y="6032516"/>
            <a:chExt cx="2874506" cy="499349"/>
          </a:xfrm>
        </p:grpSpPr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C50056F-64C8-6D11-55D8-36AE1D576ABD}"/>
                </a:ext>
              </a:extLst>
            </p:cNvPr>
            <p:cNvSpPr txBox="1"/>
            <p:nvPr/>
          </p:nvSpPr>
          <p:spPr>
            <a:xfrm>
              <a:off x="6835244" y="6032516"/>
              <a:ext cx="2874506" cy="49934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B0F0"/>
              </a:solidFill>
            </a:ln>
          </p:spPr>
          <p:txBody>
            <a:bodyPr wrap="none" tIns="144000" rtlCol="0">
              <a:spAutoFit/>
            </a:bodyPr>
            <a:lstStyle/>
            <a:p>
              <a:pPr algn="ctr"/>
              <a:r>
                <a:rPr lang="en-GB" sz="2000" dirty="0"/>
                <a:t>0,676 &lt; 0,67 &lt; 0,677&lt;0,67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867CED7-A3C3-B4E1-485A-C95AD30D71A3}"/>
                </a:ext>
              </a:extLst>
            </p:cNvPr>
            <p:cNvSpPr/>
            <p:nvPr/>
          </p:nvSpPr>
          <p:spPr>
            <a:xfrm>
              <a:off x="7988819" y="6136246"/>
              <a:ext cx="67476" cy="67476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 err="1">
                <a:solidFill>
                  <a:schemeClr val="tx1"/>
                </a:solidFill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C71745BC-1E2F-EFA5-88BE-A88A9B7ECD1B}"/>
                </a:ext>
              </a:extLst>
            </p:cNvPr>
            <p:cNvSpPr/>
            <p:nvPr/>
          </p:nvSpPr>
          <p:spPr>
            <a:xfrm>
              <a:off x="8107882" y="6136246"/>
              <a:ext cx="67476" cy="67476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 err="1">
                <a:solidFill>
                  <a:schemeClr val="tx1"/>
                </a:solidFill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3C71C269-CE51-E98E-4A83-A50BAE00005D}"/>
                </a:ext>
              </a:extLst>
            </p:cNvPr>
            <p:cNvSpPr/>
            <p:nvPr/>
          </p:nvSpPr>
          <p:spPr>
            <a:xfrm>
              <a:off x="9517582" y="6136246"/>
              <a:ext cx="67476" cy="67476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4E4986-BDDA-5B3D-DE5A-1B31C070B366}"/>
              </a:ext>
            </a:extLst>
          </p:cNvPr>
          <p:cNvSpPr/>
          <p:nvPr/>
        </p:nvSpPr>
        <p:spPr>
          <a:xfrm>
            <a:off x="13119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A6CCA9-4048-D1CB-A175-1E78C6D1F9BA}"/>
              </a:ext>
            </a:extLst>
          </p:cNvPr>
          <p:cNvSpPr/>
          <p:nvPr/>
        </p:nvSpPr>
        <p:spPr>
          <a:xfrm>
            <a:off x="344843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367554-FF9D-B28C-6619-7573D4A92ECC}"/>
              </a:ext>
            </a:extLst>
          </p:cNvPr>
          <p:cNvSpPr/>
          <p:nvPr/>
        </p:nvSpPr>
        <p:spPr>
          <a:xfrm>
            <a:off x="676567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AAE8C-A3FC-EAEA-1F80-955F0F7C7118}"/>
              </a:ext>
            </a:extLst>
          </p:cNvPr>
          <p:cNvSpPr txBox="1"/>
          <p:nvPr/>
        </p:nvSpPr>
        <p:spPr>
          <a:xfrm>
            <a:off x="581328" y="770610"/>
            <a:ext cx="2120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жупта,</a:t>
            </a:r>
          </a:p>
          <a:p>
            <a:pPr algn="ctr"/>
            <a:r>
              <a:rPr lang="ru-RU" sz="2000" dirty="0"/>
              <a:t>кайсы ондук чоң?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BA48C-DAD9-4C4C-D795-0BC7038EAEBA}"/>
              </a:ext>
            </a:extLst>
          </p:cNvPr>
          <p:cNvSpPr txBox="1"/>
          <p:nvPr/>
        </p:nvSpPr>
        <p:spPr>
          <a:xfrm>
            <a:off x="131166" y="174971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6953C-7F2A-5E78-3779-BDB745AF6C0E}"/>
              </a:ext>
            </a:extLst>
          </p:cNvPr>
          <p:cNvSpPr txBox="1"/>
          <p:nvPr/>
        </p:nvSpPr>
        <p:spPr>
          <a:xfrm>
            <a:off x="758318" y="1703548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53DCFF-11DF-074C-C93F-26C4D6B1E87D}"/>
              </a:ext>
            </a:extLst>
          </p:cNvPr>
          <p:cNvSpPr txBox="1"/>
          <p:nvPr/>
        </p:nvSpPr>
        <p:spPr>
          <a:xfrm>
            <a:off x="1351396" y="1703548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D2F0C-A28D-CAA5-17C6-FCB56C81ACD2}"/>
              </a:ext>
            </a:extLst>
          </p:cNvPr>
          <p:cNvSpPr txBox="1"/>
          <p:nvPr/>
        </p:nvSpPr>
        <p:spPr>
          <a:xfrm>
            <a:off x="1857301" y="1703548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AB536-FEA2-A49D-6BEE-97403DA9022A}"/>
              </a:ext>
            </a:extLst>
          </p:cNvPr>
          <p:cNvSpPr txBox="1"/>
          <p:nvPr/>
        </p:nvSpPr>
        <p:spPr>
          <a:xfrm>
            <a:off x="2553867" y="1703548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57557-AA1E-5E1D-776A-0F119A9787A2}"/>
              </a:ext>
            </a:extLst>
          </p:cNvPr>
          <p:cNvSpPr txBox="1"/>
          <p:nvPr/>
        </p:nvSpPr>
        <p:spPr>
          <a:xfrm>
            <a:off x="131166" y="24119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0B171-5B83-B5E2-175B-A4AD67AAE1E7}"/>
              </a:ext>
            </a:extLst>
          </p:cNvPr>
          <p:cNvSpPr txBox="1"/>
          <p:nvPr/>
        </p:nvSpPr>
        <p:spPr>
          <a:xfrm>
            <a:off x="693397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B2E6E-E710-82BB-2ECB-24DD48B0643E}"/>
              </a:ext>
            </a:extLst>
          </p:cNvPr>
          <p:cNvSpPr txBox="1"/>
          <p:nvPr/>
        </p:nvSpPr>
        <p:spPr>
          <a:xfrm>
            <a:off x="1351396" y="2365795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CB05D-2C7C-F6BA-CE6D-122080086485}"/>
              </a:ext>
            </a:extLst>
          </p:cNvPr>
          <p:cNvSpPr txBox="1"/>
          <p:nvPr/>
        </p:nvSpPr>
        <p:spPr>
          <a:xfrm>
            <a:off x="1857301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D0BCB-F712-D6B4-5FFF-37BDC813F3BD}"/>
              </a:ext>
            </a:extLst>
          </p:cNvPr>
          <p:cNvSpPr txBox="1"/>
          <p:nvPr/>
        </p:nvSpPr>
        <p:spPr>
          <a:xfrm>
            <a:off x="2553867" y="2365795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61BF8-22AB-0577-77DB-354A86B3C878}"/>
              </a:ext>
            </a:extLst>
          </p:cNvPr>
          <p:cNvSpPr txBox="1"/>
          <p:nvPr/>
        </p:nvSpPr>
        <p:spPr>
          <a:xfrm>
            <a:off x="131166" y="30742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FBDFC-CDDA-CF87-43C0-FD1B1B27FA27}"/>
              </a:ext>
            </a:extLst>
          </p:cNvPr>
          <p:cNvSpPr txBox="1"/>
          <p:nvPr/>
        </p:nvSpPr>
        <p:spPr>
          <a:xfrm>
            <a:off x="758318" y="3028042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A78734-D668-F530-EA85-D9D8E0D42DEA}"/>
              </a:ext>
            </a:extLst>
          </p:cNvPr>
          <p:cNvSpPr txBox="1"/>
          <p:nvPr/>
        </p:nvSpPr>
        <p:spPr>
          <a:xfrm>
            <a:off x="1351396" y="3028042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E9E04B-B7FF-3D06-A8E3-D9D822E4E2EF}"/>
              </a:ext>
            </a:extLst>
          </p:cNvPr>
          <p:cNvSpPr txBox="1"/>
          <p:nvPr/>
        </p:nvSpPr>
        <p:spPr>
          <a:xfrm>
            <a:off x="1857301" y="3028042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9DE01B-D25F-884F-C019-16C6E17830B3}"/>
              </a:ext>
            </a:extLst>
          </p:cNvPr>
          <p:cNvSpPr txBox="1"/>
          <p:nvPr/>
        </p:nvSpPr>
        <p:spPr>
          <a:xfrm>
            <a:off x="2553867" y="3028042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3CFE3D-1CE7-FBA3-77CB-15987F000451}"/>
              </a:ext>
            </a:extLst>
          </p:cNvPr>
          <p:cNvSpPr txBox="1"/>
          <p:nvPr/>
        </p:nvSpPr>
        <p:spPr>
          <a:xfrm>
            <a:off x="131166" y="373645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08286-DE27-14BF-F2FA-97B761428C46}"/>
              </a:ext>
            </a:extLst>
          </p:cNvPr>
          <p:cNvSpPr txBox="1"/>
          <p:nvPr/>
        </p:nvSpPr>
        <p:spPr>
          <a:xfrm>
            <a:off x="628476" y="369028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B86713-A056-499D-E954-EFFCCD3ECEE0}"/>
              </a:ext>
            </a:extLst>
          </p:cNvPr>
          <p:cNvSpPr txBox="1"/>
          <p:nvPr/>
        </p:nvSpPr>
        <p:spPr>
          <a:xfrm>
            <a:off x="1351396" y="3690289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397AB6-4525-BB89-A369-D5D917458951}"/>
              </a:ext>
            </a:extLst>
          </p:cNvPr>
          <p:cNvSpPr txBox="1"/>
          <p:nvPr/>
        </p:nvSpPr>
        <p:spPr>
          <a:xfrm>
            <a:off x="1857301" y="3690289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58534C-E478-2FE0-7B22-8A98C58C17FC}"/>
              </a:ext>
            </a:extLst>
          </p:cNvPr>
          <p:cNvSpPr txBox="1"/>
          <p:nvPr/>
        </p:nvSpPr>
        <p:spPr>
          <a:xfrm>
            <a:off x="2553867" y="3690289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6C63BC-361A-D282-02CB-14DB36F74751}"/>
              </a:ext>
            </a:extLst>
          </p:cNvPr>
          <p:cNvSpPr txBox="1"/>
          <p:nvPr/>
        </p:nvSpPr>
        <p:spPr>
          <a:xfrm>
            <a:off x="463335" y="4469774"/>
            <a:ext cx="2555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ондуктарды эң </a:t>
            </a:r>
          </a:p>
          <a:p>
            <a:pPr algn="ctr"/>
            <a:r>
              <a:rPr lang="ru-RU" sz="2000" dirty="0"/>
              <a:t>Кичинесинен баштап</a:t>
            </a:r>
          </a:p>
          <a:p>
            <a:pPr algn="ctr"/>
            <a:r>
              <a:rPr lang="ru-RU" sz="2000" dirty="0"/>
              <a:t> ирээти менен жаз.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AA97A5-4F9F-A7EA-9970-50A961DAE12F}"/>
              </a:ext>
            </a:extLst>
          </p:cNvPr>
          <p:cNvSpPr txBox="1"/>
          <p:nvPr/>
        </p:nvSpPr>
        <p:spPr>
          <a:xfrm>
            <a:off x="2427768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9D539B-F4CB-D6F4-B0B3-10CFDAE6943D}"/>
              </a:ext>
            </a:extLst>
          </p:cNvPr>
          <p:cNvSpPr txBox="1"/>
          <p:nvPr/>
        </p:nvSpPr>
        <p:spPr>
          <a:xfrm>
            <a:off x="1064222" y="5633556"/>
            <a:ext cx="508473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62C971-0B95-37D1-A220-ABC896583B83}"/>
              </a:ext>
            </a:extLst>
          </p:cNvPr>
          <p:cNvSpPr txBox="1"/>
          <p:nvPr/>
        </p:nvSpPr>
        <p:spPr>
          <a:xfrm>
            <a:off x="1681074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3E0F7D-1B28-E82D-29DB-A5AF9F493A04}"/>
              </a:ext>
            </a:extLst>
          </p:cNvPr>
          <p:cNvSpPr txBox="1"/>
          <p:nvPr/>
        </p:nvSpPr>
        <p:spPr>
          <a:xfrm>
            <a:off x="187685" y="5633556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0,403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9DC2C8-D11D-D279-5724-7A4EDFE1403D}"/>
              </a:ext>
            </a:extLst>
          </p:cNvPr>
          <p:cNvSpPr txBox="1"/>
          <p:nvPr/>
        </p:nvSpPr>
        <p:spPr>
          <a:xfrm>
            <a:off x="4028618" y="1990235"/>
            <a:ext cx="2085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Өсүү тартибинде </a:t>
            </a:r>
          </a:p>
          <a:p>
            <a:pPr algn="ctr"/>
            <a:r>
              <a:rPr lang="ky-KG" sz="2000" dirty="0"/>
              <a:t>ирээтте:</a:t>
            </a:r>
            <a:endParaRPr lang="en-GB" sz="20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EA14E7-E855-F64F-C72D-6BFD22C48BD4}"/>
              </a:ext>
            </a:extLst>
          </p:cNvPr>
          <p:cNvSpPr txBox="1"/>
          <p:nvPr/>
        </p:nvSpPr>
        <p:spPr>
          <a:xfrm>
            <a:off x="3431316" y="219029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334ECF-C8BE-33D5-898E-64C24E643A57}"/>
              </a:ext>
            </a:extLst>
          </p:cNvPr>
          <p:cNvSpPr txBox="1"/>
          <p:nvPr/>
        </p:nvSpPr>
        <p:spPr>
          <a:xfrm>
            <a:off x="3512988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D70932-7E37-2B32-6A12-9180DB91B7F5}"/>
              </a:ext>
            </a:extLst>
          </p:cNvPr>
          <p:cNvSpPr txBox="1"/>
          <p:nvPr/>
        </p:nvSpPr>
        <p:spPr>
          <a:xfrm>
            <a:off x="4271732" y="2576384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3416304-5204-65DD-3065-F6217D6B7F71}"/>
              </a:ext>
            </a:extLst>
          </p:cNvPr>
          <p:cNvSpPr txBox="1"/>
          <p:nvPr/>
        </p:nvSpPr>
        <p:spPr>
          <a:xfrm>
            <a:off x="5659377" y="2576384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0,203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09E3B9-B6E0-00D7-0ABB-2CDEB7D64A09}"/>
              </a:ext>
            </a:extLst>
          </p:cNvPr>
          <p:cNvSpPr txBox="1"/>
          <p:nvPr/>
        </p:nvSpPr>
        <p:spPr>
          <a:xfrm>
            <a:off x="3908393" y="525999"/>
            <a:ext cx="2325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Азайуу тартибинде </a:t>
            </a:r>
          </a:p>
          <a:p>
            <a:pPr algn="ctr"/>
            <a:r>
              <a:rPr lang="ky-KG" sz="2000" dirty="0"/>
              <a:t>ирээтте :</a:t>
            </a:r>
            <a:endParaRPr lang="en-GB" sz="2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D8EAE7E-A60A-D4E6-689C-A1BBA8BC6FC8}"/>
              </a:ext>
            </a:extLst>
          </p:cNvPr>
          <p:cNvSpPr txBox="1"/>
          <p:nvPr/>
        </p:nvSpPr>
        <p:spPr>
          <a:xfrm>
            <a:off x="3431316" y="8103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35863E3-D8A9-25E2-4CC0-6A3693987616}"/>
              </a:ext>
            </a:extLst>
          </p:cNvPr>
          <p:cNvSpPr txBox="1"/>
          <p:nvPr/>
        </p:nvSpPr>
        <p:spPr>
          <a:xfrm>
            <a:off x="3590964" y="1196472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0,506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9444CBF-178C-3CFE-44D7-552F34FB2583}"/>
              </a:ext>
            </a:extLst>
          </p:cNvPr>
          <p:cNvSpPr txBox="1"/>
          <p:nvPr/>
        </p:nvSpPr>
        <p:spPr>
          <a:xfrm>
            <a:off x="4642793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96A61ED-0263-C9D8-4D48-114F4A528A74}"/>
              </a:ext>
            </a:extLst>
          </p:cNvPr>
          <p:cNvSpPr txBox="1"/>
          <p:nvPr/>
        </p:nvSpPr>
        <p:spPr>
          <a:xfrm>
            <a:off x="5564777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521C790-650C-33A9-1E64-933E4DBBA5DE}"/>
              </a:ext>
            </a:extLst>
          </p:cNvPr>
          <p:cNvSpPr txBox="1"/>
          <p:nvPr/>
        </p:nvSpPr>
        <p:spPr>
          <a:xfrm>
            <a:off x="4900633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92C03E-EDFF-DB5B-8CAD-B2D615753F49}"/>
              </a:ext>
            </a:extLst>
          </p:cNvPr>
          <p:cNvSpPr txBox="1"/>
          <p:nvPr/>
        </p:nvSpPr>
        <p:spPr>
          <a:xfrm>
            <a:off x="131166" y="4509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734157-7FCC-3D82-E7A5-3351AC71BC54}"/>
              </a:ext>
            </a:extLst>
          </p:cNvPr>
          <p:cNvSpPr txBox="1"/>
          <p:nvPr/>
        </p:nvSpPr>
        <p:spPr>
          <a:xfrm>
            <a:off x="3776836" y="3433490"/>
            <a:ext cx="2645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Окумуштуу кээ бир </a:t>
            </a:r>
          </a:p>
          <a:p>
            <a:pPr algn="ctr"/>
            <a:r>
              <a:rPr lang="ky-KG" sz="2000" dirty="0"/>
              <a:t>курттардын узундугун </a:t>
            </a:r>
          </a:p>
          <a:p>
            <a:pPr algn="ctr"/>
            <a:r>
              <a:rPr lang="ky-KG" sz="2000" dirty="0"/>
              <a:t>жазып алган.</a:t>
            </a:r>
            <a:endParaRPr lang="en-GB" sz="20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1DA640A-6A09-8192-E42B-A144157D89A2}"/>
              </a:ext>
            </a:extLst>
          </p:cNvPr>
          <p:cNvSpPr txBox="1"/>
          <p:nvPr/>
        </p:nvSpPr>
        <p:spPr>
          <a:xfrm>
            <a:off x="3431316" y="359514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41AE2D9-AB8F-01E8-50AB-7E8A1D3E4246}"/>
              </a:ext>
            </a:extLst>
          </p:cNvPr>
          <p:cNvSpPr txBox="1"/>
          <p:nvPr/>
        </p:nvSpPr>
        <p:spPr>
          <a:xfrm>
            <a:off x="5560989" y="4920573"/>
            <a:ext cx="848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524DD2-66A9-D3F8-1337-38E0F2E742B3}"/>
              </a:ext>
            </a:extLst>
          </p:cNvPr>
          <p:cNvSpPr txBox="1"/>
          <p:nvPr/>
        </p:nvSpPr>
        <p:spPr>
          <a:xfrm>
            <a:off x="5487364" y="4313744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A37FBD4-458B-2DC1-11D6-03D07DF3B51B}"/>
              </a:ext>
            </a:extLst>
          </p:cNvPr>
          <p:cNvSpPr txBox="1"/>
          <p:nvPr/>
        </p:nvSpPr>
        <p:spPr>
          <a:xfrm>
            <a:off x="3518830" y="4995388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5,45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AF606B0-6CE9-1CA9-6B19-37A2D2D607E6}"/>
              </a:ext>
            </a:extLst>
          </p:cNvPr>
          <p:cNvSpPr txBox="1"/>
          <p:nvPr/>
        </p:nvSpPr>
        <p:spPr>
          <a:xfrm>
            <a:off x="3551095" y="4322057"/>
            <a:ext cx="978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D40C62B-5FC1-1A75-4DE8-182B7222EA41}"/>
              </a:ext>
            </a:extLst>
          </p:cNvPr>
          <p:cNvSpPr txBox="1"/>
          <p:nvPr/>
        </p:nvSpPr>
        <p:spPr>
          <a:xfrm>
            <a:off x="4384098" y="4650410"/>
            <a:ext cx="1107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E7ED644-7FD3-5812-F6F5-C3890E8AC058}"/>
              </a:ext>
            </a:extLst>
          </p:cNvPr>
          <p:cNvSpPr txBox="1"/>
          <p:nvPr/>
        </p:nvSpPr>
        <p:spPr>
          <a:xfrm>
            <a:off x="3582449" y="5212979"/>
            <a:ext cx="2858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000" dirty="0"/>
              <a:t>Бул узундуктарды эң </a:t>
            </a:r>
          </a:p>
          <a:p>
            <a:pPr algn="ctr"/>
            <a:r>
              <a:rPr lang="ky-KG" sz="2000" dirty="0"/>
              <a:t>Кичинеден чоңго</a:t>
            </a:r>
          </a:p>
          <a:p>
            <a:pPr algn="ctr"/>
            <a:r>
              <a:rPr lang="ky-KG" sz="2000" dirty="0"/>
              <a:t>ирээттеп жаз.</a:t>
            </a:r>
            <a:endParaRPr lang="en-GB" sz="20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3F6DB5-734D-CC79-FB9F-F090B5F729AA}"/>
              </a:ext>
            </a:extLst>
          </p:cNvPr>
          <p:cNvSpPr txBox="1"/>
          <p:nvPr/>
        </p:nvSpPr>
        <p:spPr>
          <a:xfrm>
            <a:off x="6751647" y="769524"/>
            <a:ext cx="31664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өсүү </a:t>
            </a:r>
          </a:p>
          <a:p>
            <a:pPr algn="ctr"/>
            <a:r>
              <a:rPr lang="ky-KG" sz="2000" dirty="0"/>
              <a:t>тартибинде тизмекте:</a:t>
            </a:r>
            <a:endParaRPr lang="en-GB" sz="20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601658B-A920-5FF8-1FFF-DAAD915A2DAB}"/>
              </a:ext>
            </a:extLst>
          </p:cNvPr>
          <p:cNvSpPr txBox="1"/>
          <p:nvPr/>
        </p:nvSpPr>
        <p:spPr>
          <a:xfrm>
            <a:off x="6693863" y="11136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8215D12-3572-6E1B-9F6A-4D79EE25B929}"/>
              </a:ext>
            </a:extLst>
          </p:cNvPr>
          <p:cNvSpPr txBox="1"/>
          <p:nvPr/>
        </p:nvSpPr>
        <p:spPr>
          <a:xfrm>
            <a:off x="7064799" y="1903053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0,87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32102CF-E459-B82A-6ED9-E82B9764A2EF}"/>
              </a:ext>
            </a:extLst>
          </p:cNvPr>
          <p:cNvSpPr txBox="1"/>
          <p:nvPr/>
        </p:nvSpPr>
        <p:spPr>
          <a:xfrm>
            <a:off x="6999878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0,807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6AF39CD-3848-1FCC-CF69-B3A44FFB6740}"/>
              </a:ext>
            </a:extLst>
          </p:cNvPr>
          <p:cNvSpPr txBox="1"/>
          <p:nvPr/>
        </p:nvSpPr>
        <p:spPr>
          <a:xfrm>
            <a:off x="8892176" y="1479105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0,78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9B1307D-70C8-BEF5-B323-EA4B26C13320}"/>
              </a:ext>
            </a:extLst>
          </p:cNvPr>
          <p:cNvSpPr txBox="1"/>
          <p:nvPr/>
        </p:nvSpPr>
        <p:spPr>
          <a:xfrm>
            <a:off x="8827255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0,787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D4D932B-8979-1C82-0A38-613322EA6636}"/>
              </a:ext>
            </a:extLst>
          </p:cNvPr>
          <p:cNvSpPr txBox="1"/>
          <p:nvPr/>
        </p:nvSpPr>
        <p:spPr>
          <a:xfrm>
            <a:off x="7913566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0,877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31AA130-A634-C348-8B54-49331BA22F99}"/>
              </a:ext>
            </a:extLst>
          </p:cNvPr>
          <p:cNvSpPr txBox="1"/>
          <p:nvPr/>
        </p:nvSpPr>
        <p:spPr>
          <a:xfrm>
            <a:off x="7913566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0,778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D297F19-15E4-5D2B-0991-6ACD1DDC8EC5}"/>
              </a:ext>
            </a:extLst>
          </p:cNvPr>
          <p:cNvSpPr txBox="1"/>
          <p:nvPr/>
        </p:nvSpPr>
        <p:spPr>
          <a:xfrm>
            <a:off x="7191673" y="3305992"/>
            <a:ext cx="2482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сан чоңураак?</a:t>
            </a:r>
            <a:endParaRPr lang="en-GB" sz="20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57779BC-F8D8-98B9-8719-EE3A1A02E608}"/>
              </a:ext>
            </a:extLst>
          </p:cNvPr>
          <p:cNvSpPr txBox="1"/>
          <p:nvPr/>
        </p:nvSpPr>
        <p:spPr>
          <a:xfrm>
            <a:off x="6764720" y="33457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D93954-C948-5009-4894-0CC99AE87B6C}"/>
              </a:ext>
            </a:extLst>
          </p:cNvPr>
          <p:cNvSpPr txBox="1"/>
          <p:nvPr/>
        </p:nvSpPr>
        <p:spPr>
          <a:xfrm>
            <a:off x="7530215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E80C00F-2EA4-5ED2-23FB-C72D3740144C}"/>
              </a:ext>
            </a:extLst>
          </p:cNvPr>
          <p:cNvSpPr txBox="1"/>
          <p:nvPr/>
        </p:nvSpPr>
        <p:spPr>
          <a:xfrm>
            <a:off x="8669058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66A8C51-DE0B-0303-4F6C-9244C5A77A1F}"/>
              </a:ext>
            </a:extLst>
          </p:cNvPr>
          <p:cNvSpPr txBox="1"/>
          <p:nvPr/>
        </p:nvSpPr>
        <p:spPr>
          <a:xfrm>
            <a:off x="7123102" y="4363232"/>
            <a:ext cx="2407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</a:p>
          <a:p>
            <a:pPr algn="ctr"/>
            <a:r>
              <a:rPr lang="ru-RU" sz="2000" dirty="0"/>
              <a:t>Кичинеден чоңго</a:t>
            </a:r>
          </a:p>
          <a:p>
            <a:pPr algn="ctr"/>
            <a:r>
              <a:rPr lang="ru-RU" sz="2000" dirty="0"/>
              <a:t> чейин тизмектеңиз.</a:t>
            </a:r>
            <a:endParaRPr lang="en-GB" sz="20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4C3AEAF-B324-A9EC-F451-1ABC0AD3FB6B}"/>
              </a:ext>
            </a:extLst>
          </p:cNvPr>
          <p:cNvSpPr txBox="1"/>
          <p:nvPr/>
        </p:nvSpPr>
        <p:spPr>
          <a:xfrm>
            <a:off x="6764720" y="459266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1EB349B-5491-3281-2F8F-0727C2418B83}"/>
              </a:ext>
            </a:extLst>
          </p:cNvPr>
          <p:cNvSpPr/>
          <p:nvPr/>
        </p:nvSpPr>
        <p:spPr>
          <a:xfrm>
            <a:off x="7843244" y="3892804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7A426B-02B9-9306-2A26-BF4095BF0152}"/>
              </a:ext>
            </a:extLst>
          </p:cNvPr>
          <p:cNvSpPr txBox="1"/>
          <p:nvPr/>
        </p:nvSpPr>
        <p:spPr>
          <a:xfrm>
            <a:off x="9004498" y="54125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0,676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D198F61-8B3C-973A-1239-99A5AF313557}"/>
              </a:ext>
            </a:extLst>
          </p:cNvPr>
          <p:cNvSpPr txBox="1"/>
          <p:nvPr/>
        </p:nvSpPr>
        <p:spPr>
          <a:xfrm>
            <a:off x="7531334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819C4490-0A30-7788-89E8-1275698D78FC}"/>
              </a:ext>
            </a:extLst>
          </p:cNvPr>
          <p:cNvSpPr/>
          <p:nvPr/>
        </p:nvSpPr>
        <p:spPr>
          <a:xfrm>
            <a:off x="7859278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93B9C887-F927-2130-56E2-C0F23E4CA551}"/>
              </a:ext>
            </a:extLst>
          </p:cNvPr>
          <p:cNvSpPr/>
          <p:nvPr/>
        </p:nvSpPr>
        <p:spPr>
          <a:xfrm>
            <a:off x="7985485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00F83F5-D40E-E5F0-0AA3-F135D0A3CFBB}"/>
              </a:ext>
            </a:extLst>
          </p:cNvPr>
          <p:cNvSpPr txBox="1"/>
          <p:nvPr/>
        </p:nvSpPr>
        <p:spPr>
          <a:xfrm>
            <a:off x="6771837" y="5412575"/>
            <a:ext cx="768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0,677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4B253B0-A163-AA1B-505B-B8FAECB2FD69}"/>
              </a:ext>
            </a:extLst>
          </p:cNvPr>
          <p:cNvSpPr txBox="1"/>
          <p:nvPr/>
        </p:nvSpPr>
        <p:spPr>
          <a:xfrm>
            <a:off x="8286637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0,67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811B3B9-1809-A096-3C10-D68A78343F49}"/>
              </a:ext>
            </a:extLst>
          </p:cNvPr>
          <p:cNvSpPr/>
          <p:nvPr/>
        </p:nvSpPr>
        <p:spPr>
          <a:xfrm>
            <a:off x="8737324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890EFDF-F9F1-07A7-7FAD-9FA21543C6B6}"/>
              </a:ext>
            </a:extLst>
          </p:cNvPr>
          <p:cNvSpPr txBox="1"/>
          <p:nvPr/>
        </p:nvSpPr>
        <p:spPr>
          <a:xfrm>
            <a:off x="609528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5A63542-0F5B-5902-6E14-8AAB86CA736B}"/>
              </a:ext>
            </a:extLst>
          </p:cNvPr>
          <p:cNvSpPr txBox="1"/>
          <p:nvPr/>
        </p:nvSpPr>
        <p:spPr>
          <a:xfrm>
            <a:off x="7520232" y="-947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05FE42F-5628-EFDC-27E2-3F1B3E5626B5}"/>
              </a:ext>
            </a:extLst>
          </p:cNvPr>
          <p:cNvSpPr txBox="1"/>
          <p:nvPr/>
        </p:nvSpPr>
        <p:spPr>
          <a:xfrm>
            <a:off x="4030653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39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80" grpId="0" animBg="1"/>
      <p:bldP spid="91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109" grpId="0" animBg="1"/>
      <p:bldP spid="139" grpId="0" animBg="1"/>
      <p:bldP spid="1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BBEBA-E511-BD23-A817-B920F4DA8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"/>
            <a:ext cx="4912255" cy="33626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313FDD-D9B2-1C18-F721-B06B3C1E2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0" y="19050"/>
            <a:ext cx="4912255" cy="3362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8C0EC-697C-5336-51DF-A99B1B3E8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3429000"/>
            <a:ext cx="4912255" cy="3362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AB3F94-AA18-7FC9-DCA5-505ABB07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0" y="3448049"/>
            <a:ext cx="4912255" cy="33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1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10919</TotalTime>
  <Words>379</Words>
  <Application>Microsoft Office PowerPoint</Application>
  <PresentationFormat>A4 Paper (210x297 mm)</PresentationFormat>
  <Paragraphs>197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565</cp:revision>
  <cp:lastPrinted>2017-12-31T22:38:51Z</cp:lastPrinted>
  <dcterms:created xsi:type="dcterms:W3CDTF">2017-01-17T16:57:04Z</dcterms:created>
  <dcterms:modified xsi:type="dcterms:W3CDTF">2024-09-19T09:16:10Z</dcterms:modified>
</cp:coreProperties>
</file>