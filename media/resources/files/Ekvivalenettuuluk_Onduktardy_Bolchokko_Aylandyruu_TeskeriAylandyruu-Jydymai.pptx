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9"/>
  </p:notesMasterIdLst>
  <p:sldIdLst>
    <p:sldId id="983" r:id="rId2"/>
    <p:sldId id="984" r:id="rId3"/>
    <p:sldId id="995" r:id="rId4"/>
    <p:sldId id="996" r:id="rId5"/>
    <p:sldId id="942" r:id="rId6"/>
    <p:sldId id="997" r:id="rId7"/>
    <p:sldId id="959" r:id="rId8"/>
    <p:sldId id="998" r:id="rId9"/>
    <p:sldId id="965" r:id="rId10"/>
    <p:sldId id="999" r:id="rId11"/>
    <p:sldId id="957" r:id="rId12"/>
    <p:sldId id="1000" r:id="rId13"/>
    <p:sldId id="958" r:id="rId14"/>
    <p:sldId id="1001" r:id="rId15"/>
    <p:sldId id="966" r:id="rId16"/>
    <p:sldId id="1002" r:id="rId17"/>
    <p:sldId id="955" r:id="rId18"/>
    <p:sldId id="1003" r:id="rId19"/>
    <p:sldId id="945" r:id="rId20"/>
    <p:sldId id="1004" r:id="rId21"/>
    <p:sldId id="960" r:id="rId22"/>
    <p:sldId id="1005" r:id="rId23"/>
    <p:sldId id="951" r:id="rId24"/>
    <p:sldId id="1006" r:id="rId25"/>
    <p:sldId id="967" r:id="rId26"/>
    <p:sldId id="1007" r:id="rId27"/>
    <p:sldId id="961" r:id="rId28"/>
    <p:sldId id="1008" r:id="rId29"/>
    <p:sldId id="962" r:id="rId30"/>
    <p:sldId id="1009" r:id="rId31"/>
    <p:sldId id="963" r:id="rId32"/>
    <p:sldId id="1010" r:id="rId33"/>
    <p:sldId id="954" r:id="rId34"/>
    <p:sldId id="1011" r:id="rId35"/>
    <p:sldId id="964" r:id="rId36"/>
    <p:sldId id="833" r:id="rId37"/>
    <p:sldId id="993" r:id="rId3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40"/>
    </p:embeddedFont>
    <p:embeddedFont>
      <p:font typeface="Bernard MT Condensed" panose="02050806060905020404" pitchFamily="18" charset="0"/>
      <p:regular r:id="rId41"/>
    </p:embeddedFont>
    <p:embeddedFont>
      <p:font typeface="Cambria Math" panose="02040503050406030204" pitchFamily="18" charset="0"/>
      <p:regular r:id="rId4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814BEC4A-4531-40C4-A5E6-AFA10A4A0E61}">
          <p14:sldIdLst>
            <p14:sldId id="983"/>
          </p14:sldIdLst>
        </p14:section>
        <p14:section name="Титулдук слайд" id="{942499A6-327B-410B-9EF0-9C14FB66AB89}">
          <p14:sldIdLst>
            <p14:sldId id="984"/>
            <p14:sldId id="995"/>
          </p14:sldIdLst>
        </p14:section>
        <p14:section name="Оюн" id="{267FD0E9-36B9-4F9E-842D-CBFE57676936}">
          <p14:sldIdLst>
            <p14:sldId id="996"/>
            <p14:sldId id="942"/>
            <p14:sldId id="997"/>
            <p14:sldId id="959"/>
            <p14:sldId id="998"/>
            <p14:sldId id="965"/>
            <p14:sldId id="999"/>
            <p14:sldId id="957"/>
            <p14:sldId id="1000"/>
            <p14:sldId id="958"/>
            <p14:sldId id="1001"/>
            <p14:sldId id="966"/>
            <p14:sldId id="1002"/>
            <p14:sldId id="955"/>
            <p14:sldId id="1003"/>
            <p14:sldId id="945"/>
            <p14:sldId id="1004"/>
            <p14:sldId id="960"/>
            <p14:sldId id="1005"/>
            <p14:sldId id="951"/>
            <p14:sldId id="1006"/>
            <p14:sldId id="967"/>
            <p14:sldId id="1007"/>
            <p14:sldId id="961"/>
            <p14:sldId id="1008"/>
            <p14:sldId id="962"/>
            <p14:sldId id="1009"/>
            <p14:sldId id="963"/>
            <p14:sldId id="1010"/>
            <p14:sldId id="954"/>
            <p14:sldId id="1011"/>
            <p14:sldId id="964"/>
            <p14:sldId id="833"/>
          </p14:sldIdLst>
        </p14:section>
        <p14:section name="Кайтарым байланыш" id="{03B37114-DCDE-48DC-B038-E57F20627236}">
          <p14:sldIdLst>
            <p14:sldId id="9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20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4.jp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NUL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NULL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BBAE90-348B-F954-5F83-E34404E0F721}"/>
              </a:ext>
            </a:extLst>
          </p:cNvPr>
          <p:cNvSpPr/>
          <p:nvPr/>
        </p:nvSpPr>
        <p:spPr>
          <a:xfrm>
            <a:off x="0" y="1564384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Эквиваленттүүлүк – Бөлчөктөр жана Ондуктар–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6D007-2658-71C9-451F-09B96DEB381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AC6184A-7B4A-29DD-8B8A-FFD814C5111D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BA8C5A9-39D8-298D-7734-40A472A940DD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570850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537199" y="82008"/>
            <a:ext cx="9268884" cy="2378237"/>
            <a:chOff x="389677" y="1829441"/>
            <a:chExt cx="9268884" cy="2378237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872483" y="1952790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389677" y="1829441"/>
              <a:ext cx="9268884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99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4550198" y="1487203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1020005" y="354693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775041" y="432831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613603" y="2797402"/>
            <a:ext cx="8973837" cy="358820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6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Ондуктарды бөлчөктөргө жана бөлчөктөрдү Ондуктарга айландыруу</a:t>
            </a:r>
            <a:endParaRPr lang="en-US" sz="36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65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9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0.21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691209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747827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1747827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32217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969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0.09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1511531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587" y="754572"/>
            <a:ext cx="61348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1110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7608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691209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38464387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305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14047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567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77834046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33391" y="754572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153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2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6078684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6078684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586" y="691209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5730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6901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0.35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707093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6076419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6076419"/>
                  </p:ext>
                </p:extLst>
              </p:nvPr>
            </p:nvGraphicFramePr>
            <p:xfrm>
              <a:off x="3080134" y="1776046"/>
              <a:ext cx="4044668" cy="283051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3051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81743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217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7762645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586" y="691209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3370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20122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0.32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691209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7449329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7449329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15144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1188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0.25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2634432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586" y="691209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89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4858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0.84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716618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9171206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9171206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93463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425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0.95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49" y="542840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88975926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88975926"/>
                  </p:ext>
                </p:extLst>
              </p:nvPr>
            </p:nvGraphicFramePr>
            <p:xfrm>
              <a:off x="3080134" y="1776046"/>
              <a:ext cx="4044668" cy="284003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4003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5477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95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0.55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607" y="542840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55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540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9618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0.12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4081069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607" y="542840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85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0878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0.006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5972473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607" y="542840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5534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1562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0.625</m:t>
                      </m:r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5265928"/>
                <a:ext cx="3757248" cy="1227909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96230" y="691209"/>
            <a:ext cx="6113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бөлчөктү ондукка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024749"/>
                  </p:ext>
                </p:extLst>
              </p:nvPr>
            </p:nvGraphicFramePr>
            <p:xfrm>
              <a:off x="3080134" y="1776046"/>
              <a:ext cx="4044668" cy="28698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125</m:t>
                                    </m:r>
                                  </m:num>
                                  <m:den>
                                    <m:r>
                                      <a:rPr lang="en-GB" sz="9600" b="0" i="1" dirty="0" smtClean="0">
                                        <a:solidFill>
                                          <a:sysClr val="windowText" lastClr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67DB18-42FE-4D72-B8FF-41669C18F2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92024749"/>
                  </p:ext>
                </p:extLst>
              </p:nvPr>
            </p:nvGraphicFramePr>
            <p:xfrm>
              <a:off x="3080134" y="1776046"/>
              <a:ext cx="4044668" cy="286981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86981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33934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588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4" y="474784"/>
            <a:ext cx="6957647" cy="46775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96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2.084</m:t>
                                </m:r>
                              </m:oMath>
                            </m:oMathPara>
                          </a14:m>
                          <a:endParaRPr lang="en-GB" sz="3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8355811"/>
                  </p:ext>
                </p:extLst>
              </p:nvPr>
            </p:nvGraphicFramePr>
            <p:xfrm>
              <a:off x="3080134" y="1776046"/>
              <a:ext cx="4044668" cy="182582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44668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182582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607" y="542840"/>
            <a:ext cx="6134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ондукту бөлчөккө айландыр.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/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2084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  <m:r>
                        <a:rPr lang="en-GB" sz="48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521</m:t>
                          </m:r>
                        </m:num>
                        <m:den>
                          <m:r>
                            <a:rPr lang="en-GB" sz="48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250</m:t>
                          </m:r>
                        </m:den>
                      </m:f>
                    </m:oMath>
                  </m:oMathPara>
                </a14:m>
                <a:endParaRPr lang="en-GB" sz="4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7CA19743-A9E1-496F-8865-566AC2DAE4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4376" y="4598377"/>
                <a:ext cx="3757248" cy="1895461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6100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type="arrow"/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8371</TotalTime>
  <Words>302</Words>
  <Application>Microsoft Office PowerPoint</Application>
  <PresentationFormat>A4 Paper (210x297 mm)</PresentationFormat>
  <Paragraphs>107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Bernard MT Condensed</vt:lpstr>
      <vt:lpstr>Calibri Light</vt:lpstr>
      <vt:lpstr>Cambria Math</vt:lpstr>
      <vt:lpstr>Arial</vt:lpstr>
      <vt:lpstr>Berlin Sans FB Demi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371</cp:revision>
  <cp:lastPrinted>2017-12-31T22:38:51Z</cp:lastPrinted>
  <dcterms:created xsi:type="dcterms:W3CDTF">2017-01-17T16:57:04Z</dcterms:created>
  <dcterms:modified xsi:type="dcterms:W3CDTF">2024-08-31T18:02:39Z</dcterms:modified>
</cp:coreProperties>
</file>