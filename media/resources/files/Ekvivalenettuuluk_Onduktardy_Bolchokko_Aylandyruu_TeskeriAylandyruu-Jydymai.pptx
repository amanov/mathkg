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83" r:id="rId2"/>
    <p:sldId id="984" r:id="rId3"/>
    <p:sldId id="995" r:id="rId4"/>
    <p:sldId id="996" r:id="rId5"/>
    <p:sldId id="942" r:id="rId6"/>
    <p:sldId id="997" r:id="rId7"/>
    <p:sldId id="959" r:id="rId8"/>
    <p:sldId id="998" r:id="rId9"/>
    <p:sldId id="965" r:id="rId10"/>
    <p:sldId id="999" r:id="rId11"/>
    <p:sldId id="957" r:id="rId12"/>
    <p:sldId id="1000" r:id="rId13"/>
    <p:sldId id="958" r:id="rId14"/>
    <p:sldId id="1001" r:id="rId15"/>
    <p:sldId id="966" r:id="rId16"/>
    <p:sldId id="1002" r:id="rId17"/>
    <p:sldId id="955" r:id="rId18"/>
    <p:sldId id="1003" r:id="rId19"/>
    <p:sldId id="945" r:id="rId20"/>
    <p:sldId id="1004" r:id="rId21"/>
    <p:sldId id="960" r:id="rId22"/>
    <p:sldId id="1005" r:id="rId23"/>
    <p:sldId id="951" r:id="rId24"/>
    <p:sldId id="1006" r:id="rId25"/>
    <p:sldId id="967" r:id="rId26"/>
    <p:sldId id="1007" r:id="rId27"/>
    <p:sldId id="961" r:id="rId28"/>
    <p:sldId id="1008" r:id="rId29"/>
    <p:sldId id="962" r:id="rId30"/>
    <p:sldId id="1009" r:id="rId31"/>
    <p:sldId id="963" r:id="rId32"/>
    <p:sldId id="1010" r:id="rId33"/>
    <p:sldId id="954" r:id="rId34"/>
    <p:sldId id="1011" r:id="rId35"/>
    <p:sldId id="964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83"/>
          </p14:sldIdLst>
        </p14:section>
        <p14:section name="Титулдук слайд" id="{942499A6-327B-410B-9EF0-9C14FB66AB89}">
          <p14:sldIdLst>
            <p14:sldId id="984"/>
            <p14:sldId id="995"/>
          </p14:sldIdLst>
        </p14:section>
        <p14:section name="Оюн" id="{267FD0E9-36B9-4F9E-842D-CBFE57676936}">
          <p14:sldIdLst>
            <p14:sldId id="996"/>
            <p14:sldId id="942"/>
            <p14:sldId id="997"/>
            <p14:sldId id="959"/>
            <p14:sldId id="998"/>
            <p14:sldId id="965"/>
            <p14:sldId id="999"/>
            <p14:sldId id="957"/>
            <p14:sldId id="1000"/>
            <p14:sldId id="958"/>
            <p14:sldId id="1001"/>
            <p14:sldId id="966"/>
            <p14:sldId id="1002"/>
            <p14:sldId id="955"/>
            <p14:sldId id="1003"/>
            <p14:sldId id="945"/>
            <p14:sldId id="1004"/>
            <p14:sldId id="960"/>
            <p14:sldId id="1005"/>
            <p14:sldId id="951"/>
            <p14:sldId id="1006"/>
            <p14:sldId id="967"/>
            <p14:sldId id="1007"/>
            <p14:sldId id="961"/>
            <p14:sldId id="1008"/>
            <p14:sldId id="962"/>
            <p14:sldId id="1009"/>
            <p14:sldId id="963"/>
            <p14:sldId id="1010"/>
            <p14:sldId id="954"/>
            <p14:sldId id="1011"/>
            <p14:sldId id="964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0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Ондуктар–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537199" y="82008"/>
            <a:ext cx="9268884" cy="2378237"/>
            <a:chOff x="389677" y="1829441"/>
            <a:chExt cx="9268884" cy="23782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872483" y="1952790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89677" y="182944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550198" y="1487203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3" y="2797402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бөлчөктөргө жана бөлчөктөрдү Ондуктарга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691209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47827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47827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96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587" y="754572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608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691209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464387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404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67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33391" y="754572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666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07868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07868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586" y="691209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690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707093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607641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607641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174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17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586" y="691209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012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0.32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691209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7449329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7449329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514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88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586" y="691209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85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0.84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716618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917120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917120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346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425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97592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97592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477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9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18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87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56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30" y="691209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024749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024749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3393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88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8371</TotalTime>
  <Words>302</Words>
  <Application>Microsoft Office PowerPoint</Application>
  <PresentationFormat>A4 Paper (210x297 mm)</PresentationFormat>
  <Paragraphs>107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2024-08-31T18:02:39Z</dcterms:modified>
</cp:coreProperties>
</file>