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39"/>
  </p:notesMasterIdLst>
  <p:sldIdLst>
    <p:sldId id="983" r:id="rId2"/>
    <p:sldId id="984" r:id="rId3"/>
    <p:sldId id="995" r:id="rId4"/>
    <p:sldId id="996" r:id="rId5"/>
    <p:sldId id="942" r:id="rId6"/>
    <p:sldId id="997" r:id="rId7"/>
    <p:sldId id="959" r:id="rId8"/>
    <p:sldId id="998" r:id="rId9"/>
    <p:sldId id="965" r:id="rId10"/>
    <p:sldId id="999" r:id="rId11"/>
    <p:sldId id="957" r:id="rId12"/>
    <p:sldId id="1000" r:id="rId13"/>
    <p:sldId id="958" r:id="rId14"/>
    <p:sldId id="1001" r:id="rId15"/>
    <p:sldId id="966" r:id="rId16"/>
    <p:sldId id="1002" r:id="rId17"/>
    <p:sldId id="955" r:id="rId18"/>
    <p:sldId id="1003" r:id="rId19"/>
    <p:sldId id="945" r:id="rId20"/>
    <p:sldId id="1004" r:id="rId21"/>
    <p:sldId id="960" r:id="rId22"/>
    <p:sldId id="1005" r:id="rId23"/>
    <p:sldId id="951" r:id="rId24"/>
    <p:sldId id="1006" r:id="rId25"/>
    <p:sldId id="967" r:id="rId26"/>
    <p:sldId id="1007" r:id="rId27"/>
    <p:sldId id="961" r:id="rId28"/>
    <p:sldId id="1008" r:id="rId29"/>
    <p:sldId id="962" r:id="rId30"/>
    <p:sldId id="1009" r:id="rId31"/>
    <p:sldId id="963" r:id="rId32"/>
    <p:sldId id="1010" r:id="rId33"/>
    <p:sldId id="954" r:id="rId34"/>
    <p:sldId id="1011" r:id="rId35"/>
    <p:sldId id="964" r:id="rId36"/>
    <p:sldId id="833" r:id="rId37"/>
    <p:sldId id="993" r:id="rId38"/>
  </p:sldIdLst>
  <p:sldSz cx="9906000" cy="6858000" type="A4"/>
  <p:notesSz cx="6669088" cy="9926638"/>
  <p:embeddedFontLst>
    <p:embeddedFont>
      <p:font typeface="Berlin Sans FB Demi" panose="020E0802020502020306" pitchFamily="34" charset="0"/>
      <p:bold r:id="rId40"/>
    </p:embeddedFont>
    <p:embeddedFont>
      <p:font typeface="Bernard MT Condensed" panose="02050806060905020404" pitchFamily="18" charset="0"/>
      <p:regular r:id="rId41"/>
    </p:embeddedFont>
    <p:embeddedFont>
      <p:font typeface="Cambria Math" panose="02040503050406030204" pitchFamily="18" charset="0"/>
      <p:regular r:id="rId4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814BEC4A-4531-40C4-A5E6-AFA10A4A0E61}">
          <p14:sldIdLst>
            <p14:sldId id="983"/>
          </p14:sldIdLst>
        </p14:section>
        <p14:section name="Титулдук слайд" id="{942499A6-327B-410B-9EF0-9C14FB66AB89}">
          <p14:sldIdLst>
            <p14:sldId id="984"/>
            <p14:sldId id="995"/>
          </p14:sldIdLst>
        </p14:section>
        <p14:section name="Оюн" id="{267FD0E9-36B9-4F9E-842D-CBFE57676936}">
          <p14:sldIdLst>
            <p14:sldId id="996"/>
            <p14:sldId id="942"/>
            <p14:sldId id="997"/>
            <p14:sldId id="959"/>
            <p14:sldId id="998"/>
            <p14:sldId id="965"/>
            <p14:sldId id="999"/>
            <p14:sldId id="957"/>
            <p14:sldId id="1000"/>
            <p14:sldId id="958"/>
            <p14:sldId id="1001"/>
            <p14:sldId id="966"/>
            <p14:sldId id="1002"/>
            <p14:sldId id="955"/>
            <p14:sldId id="1003"/>
            <p14:sldId id="945"/>
            <p14:sldId id="1004"/>
            <p14:sldId id="960"/>
            <p14:sldId id="1005"/>
            <p14:sldId id="951"/>
            <p14:sldId id="1006"/>
            <p14:sldId id="967"/>
            <p14:sldId id="1007"/>
            <p14:sldId id="961"/>
            <p14:sldId id="1008"/>
            <p14:sldId id="962"/>
            <p14:sldId id="1009"/>
            <p14:sldId id="963"/>
            <p14:sldId id="1010"/>
            <p14:sldId id="954"/>
            <p14:sldId id="1011"/>
            <p14:sldId id="964"/>
            <p14:sldId id="833"/>
          </p14:sldIdLst>
        </p14:section>
        <p14:section name="Кайтарым байланыш" id="{03B37114-DCDE-48DC-B038-E57F20627236}">
          <p14:sldIdLst>
            <p14:sldId id="99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CBAD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3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-205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01/09/2024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4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png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4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4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4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4.jp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BBAE90-348B-F954-5F83-E34404E0F721}"/>
              </a:ext>
            </a:extLst>
          </p:cNvPr>
          <p:cNvSpPr/>
          <p:nvPr/>
        </p:nvSpPr>
        <p:spPr>
          <a:xfrm>
            <a:off x="0" y="1564384"/>
            <a:ext cx="99060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Эквиваленттүүлүк – Бөлчөктөр жана Ондуктар– Жыдымай!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суроолорго эң тез жооп берүү үчүн мелдешет (бирге бир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командалары менен, өз орундарында же алдыңкы орунда).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доскага же өз дептерге жазып корсото алышат.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Өтө татаал/жеңил суроо слайддарын алдын ала өчүрүп салыңыз.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Музыканы баштоо үчүн каалаган жерди чыкылдатыңыз, андан кийин суроону көрсөтүү үчүн "Өттү" чыкылдатыңыз, анан жоопту көрсөтүү үчүн кайра басыңыз.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D6D007-2658-71C9-451F-09B96DEB381C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24" y="5600147"/>
            <a:ext cx="938974" cy="93897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AC6184A-7B4A-29DD-8B8A-FFD814C5111D}"/>
              </a:ext>
            </a:extLst>
          </p:cNvPr>
          <p:cNvSpPr/>
          <p:nvPr/>
        </p:nvSpPr>
        <p:spPr>
          <a:xfrm>
            <a:off x="3024659" y="5856140"/>
            <a:ext cx="385668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7BA8C5A9-39D8-298D-7734-40A472A940DD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570850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585FB2B-39FD-4723-8079-C4EA7B000B97}"/>
              </a:ext>
            </a:extLst>
          </p:cNvPr>
          <p:cNvGrpSpPr/>
          <p:nvPr/>
        </p:nvGrpSpPr>
        <p:grpSpPr>
          <a:xfrm>
            <a:off x="537199" y="82008"/>
            <a:ext cx="9268884" cy="2378237"/>
            <a:chOff x="389677" y="1829441"/>
            <a:chExt cx="9268884" cy="2378237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ACE1698-B04E-47BD-84A0-931C2125C107}"/>
                </a:ext>
              </a:extLst>
            </p:cNvPr>
            <p:cNvSpPr/>
            <p:nvPr/>
          </p:nvSpPr>
          <p:spPr>
            <a:xfrm>
              <a:off x="872483" y="1952790"/>
              <a:ext cx="8008924" cy="2254888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FEFA718-BA57-4C22-967C-DA711B22D315}"/>
                </a:ext>
              </a:extLst>
            </p:cNvPr>
            <p:cNvSpPr/>
            <p:nvPr/>
          </p:nvSpPr>
          <p:spPr>
            <a:xfrm>
              <a:off x="389677" y="1829441"/>
              <a:ext cx="9268884" cy="186204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y-KG" sz="115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Жыдымай</a:t>
              </a:r>
              <a:r>
                <a:rPr kumimoji="0" lang="en-US" sz="115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 !</a:t>
              </a:r>
              <a:endParaRPr kumimoji="0" lang="en-US" sz="199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0D5EEEE-4088-4440-8CA7-8122FC719F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4550198" y="1487203"/>
            <a:ext cx="948538" cy="10963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93708B-EB60-4993-AE99-63613F7295D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1020005" y="354693"/>
            <a:ext cx="948538" cy="10963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425AD7-3E4B-472E-A82B-E616ADCEE83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7775041" y="432831"/>
            <a:ext cx="948538" cy="1096391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613603" y="2797402"/>
            <a:ext cx="8973837" cy="3588208"/>
          </a:xfrm>
          <a:prstGeom prst="roundRect">
            <a:avLst/>
          </a:prstGeom>
          <a:blipFill>
            <a:blip r:embed="rId4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600" b="1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Ондуктарды бөлчөктөргө жана бөлчөктөрдү Ондуктарга айландыруу</a:t>
            </a:r>
            <a:endParaRPr lang="en-US" sz="3600" b="1" dirty="0">
              <a:ln w="38100">
                <a:solidFill>
                  <a:schemeClr val="tx1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Berlin Sans FB Demi" panose="020E08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7652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3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94574" y="2209772"/>
            <a:ext cx="8716852" cy="2554545"/>
          </a:xfrm>
          <a:prstGeom prst="roundRect">
            <a:avLst/>
          </a:prstGeom>
          <a:blipFill>
            <a:blip r:embed="rId2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0C8FFC-32B9-46EA-B931-685CF455866B}"/>
              </a:ext>
            </a:extLst>
          </p:cNvPr>
          <p:cNvSpPr/>
          <p:nvPr/>
        </p:nvSpPr>
        <p:spPr>
          <a:xfrm>
            <a:off x="349876" y="2151727"/>
            <a:ext cx="9206248" cy="221599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Туура жооп = 1 упай</a:t>
            </a:r>
            <a:endParaRPr kumimoji="0" lang="en-US" sz="66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nard MT Condensed" panose="02050806060905020404" pitchFamily="18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Эң тез! = 1 упай</a:t>
            </a:r>
            <a:endParaRPr kumimoji="0" lang="en-US" sz="72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lin Sans FB Demi" panose="020E0802020502020306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1911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1712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0.21</m:t>
                      </m:r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96230" y="691209"/>
            <a:ext cx="6113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бөлчөктү ондукка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1747827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1747827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84003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32217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969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0.09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21511531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85587" y="754572"/>
            <a:ext cx="61348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1110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7608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0.7</m:t>
                      </m:r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96230" y="691209"/>
            <a:ext cx="6113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бөлчөктү ондукка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283051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38464387"/>
                  </p:ext>
                </p:extLst>
              </p:nvPr>
            </p:nvGraphicFramePr>
            <p:xfrm>
              <a:off x="3080134" y="1776046"/>
              <a:ext cx="4044668" cy="283051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83051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614047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05673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77834046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33391" y="754572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153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662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76078684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0.6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76078684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85586" y="691209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5730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16901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0.35</m:t>
                      </m:r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96230" y="707093"/>
            <a:ext cx="6113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бөлчөктү ондукка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6076419"/>
                  </p:ext>
                </p:extLst>
              </p:nvPr>
            </p:nvGraphicFramePr>
            <p:xfrm>
              <a:off x="3080134" y="1776046"/>
              <a:ext cx="4044668" cy="283051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6076419"/>
                  </p:ext>
                </p:extLst>
              </p:nvPr>
            </p:nvGraphicFramePr>
            <p:xfrm>
              <a:off x="3080134" y="1776046"/>
              <a:ext cx="4044668" cy="283051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83051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181743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217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0.4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67762645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85586" y="691209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3370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20122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0.32</m:t>
                      </m:r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96230" y="691209"/>
            <a:ext cx="6113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бөлчөктү ондукка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37449329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num>
                                  <m:den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37449329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84003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151442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1188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0.25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22634432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85586" y="691209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25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894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4858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0.84</m:t>
                      </m:r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96230" y="716618"/>
            <a:ext cx="6113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бөлчөктү ондукка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19171206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19171206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84003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934636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4255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0.95</m:t>
                      </m:r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96249" y="542840"/>
            <a:ext cx="6113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бөлчөктү ондукка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88975926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19</m:t>
                                    </m:r>
                                  </m:num>
                                  <m:den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88975926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84003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54778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5955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0.55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85607" y="542840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55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5407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96189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0.12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74081069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85607" y="542840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8850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70878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0.006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55972473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85607" y="542840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500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5534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1562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0.625</m:t>
                      </m:r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96230" y="691209"/>
            <a:ext cx="6113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бөлчөктү ондукка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92024749"/>
                  </p:ext>
                </p:extLst>
              </p:nvPr>
            </p:nvGraphicFramePr>
            <p:xfrm>
              <a:off x="3080134" y="1776046"/>
              <a:ext cx="4044668" cy="286981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125</m:t>
                                    </m:r>
                                  </m:num>
                                  <m:den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92024749"/>
                  </p:ext>
                </p:extLst>
              </p:nvPr>
            </p:nvGraphicFramePr>
            <p:xfrm>
              <a:off x="3080134" y="1776046"/>
              <a:ext cx="4044668" cy="286981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86981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133934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55885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2.084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38355811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85607" y="542840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2084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521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250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6100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979468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381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60000"/>
            <a:lumOff val="40000"/>
          </a:schemeClr>
        </a:solidFill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  <a:headEnd type="arrow"/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8371</TotalTime>
  <Words>302</Words>
  <Application>Microsoft Office PowerPoint</Application>
  <PresentationFormat>A4 Paper (210x297 mm)</PresentationFormat>
  <Paragraphs>107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4" baseType="lpstr">
      <vt:lpstr>Bernard MT Condensed</vt:lpstr>
      <vt:lpstr>Calibri Light</vt:lpstr>
      <vt:lpstr>Cambria Math</vt:lpstr>
      <vt:lpstr>Arial</vt:lpstr>
      <vt:lpstr>Berlin Sans FB Demi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371</cp:revision>
  <cp:lastPrinted>2017-12-31T22:38:51Z</cp:lastPrinted>
  <dcterms:created xsi:type="dcterms:W3CDTF">2017-01-17T16:57:04Z</dcterms:created>
  <dcterms:modified xsi:type="dcterms:W3CDTF">2024-08-31T18:02:39Z</dcterms:modified>
</cp:coreProperties>
</file>