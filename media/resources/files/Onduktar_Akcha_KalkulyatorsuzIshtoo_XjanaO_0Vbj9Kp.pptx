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D7BA589-1206-4D8E-8551-82678C48C6B0}">
          <p14:sldIdLst>
            <p14:sldId id="947"/>
          </p14:sldIdLst>
        </p14:section>
        <p14:section name="Титулдук слайд" id="{FAF14448-31B3-4DE3-A796-8F1C5356779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928F658A-08B8-4BED-A00A-58A4AE351337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Турмуштук маселелер – Калькулятор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уз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иштөө–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99398" y="909348"/>
            <a:ext cx="8092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Дүңүнөн сатып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алуулардагы арзандатуулар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26.63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137.59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266.30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33.29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49.93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35.51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64.36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32041" y="-1158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851" y="-4296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36280" y="76016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79626" y="234052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3038" y="2313487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456566" y="44804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7831" y="4473441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44001" y="4517928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5868" y="-5083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2306" y="2187170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90400" y="40775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453779" y="2340170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1826" y="4475297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8792" y="4485989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5404" y="4502092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404" y="1757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34125" y="2283604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7831" y="2214287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CC78A-F2E4-4F66-80FC-71DA59A24A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40399">
            <a:off x="4117848" y="2062480"/>
            <a:ext cx="1761744" cy="1468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00F986-B014-4DD0-A10E-5845BF570B57}"/>
              </a:ext>
            </a:extLst>
          </p:cNvPr>
          <p:cNvSpPr txBox="1"/>
          <p:nvPr/>
        </p:nvSpPr>
        <p:spPr>
          <a:xfrm>
            <a:off x="3361707" y="1228355"/>
            <a:ext cx="3234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алганга, 5чиси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092EB-363B-4490-9514-CEF2947552BF}"/>
              </a:ext>
            </a:extLst>
          </p:cNvPr>
          <p:cNvSpPr txBox="1"/>
          <p:nvPr/>
        </p:nvSpPr>
        <p:spPr>
          <a:xfrm>
            <a:off x="3869312" y="1776047"/>
            <a:ext cx="2173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сөөк = __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F573-E86F-4AAC-9107-D187D14D801C}"/>
              </a:ext>
            </a:extLst>
          </p:cNvPr>
          <p:cNvSpPr txBox="1"/>
          <p:nvPr/>
        </p:nvSpPr>
        <p:spPr>
          <a:xfrm>
            <a:off x="34245" y="1145366"/>
            <a:ext cx="313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алганга,1өө бекер!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ED8B2-0348-4D63-B28A-1EEDFF57CD77}"/>
              </a:ext>
            </a:extLst>
          </p:cNvPr>
          <p:cNvSpPr txBox="1"/>
          <p:nvPr/>
        </p:nvSpPr>
        <p:spPr>
          <a:xfrm>
            <a:off x="424776" y="1776047"/>
            <a:ext cx="2380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калем = __ сом</a:t>
            </a:r>
            <a:endParaRPr lang="en-GB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EDFD44-9521-4517-A14D-B1DE1C803405}"/>
              </a:ext>
            </a:extLst>
          </p:cNvPr>
          <p:cNvSpPr/>
          <p:nvPr/>
        </p:nvSpPr>
        <p:spPr>
          <a:xfrm>
            <a:off x="1784839" y="580292"/>
            <a:ext cx="1149878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26.63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9B02A-79FE-4B25-BC14-CE73C1C4E2C0}"/>
              </a:ext>
            </a:extLst>
          </p:cNvPr>
          <p:cNvSpPr txBox="1"/>
          <p:nvPr/>
        </p:nvSpPr>
        <p:spPr>
          <a:xfrm>
            <a:off x="6948102" y="1292470"/>
            <a:ext cx="255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алганга,1 бекер!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DF8649-7F04-4B2E-BAB9-3C07F60863DE}"/>
              </a:ext>
            </a:extLst>
          </p:cNvPr>
          <p:cNvSpPr txBox="1"/>
          <p:nvPr/>
        </p:nvSpPr>
        <p:spPr>
          <a:xfrm>
            <a:off x="6709422" y="1776047"/>
            <a:ext cx="3035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компас = __сом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90ED647-2214-457B-AB32-E02B333BF0AB}"/>
              </a:ext>
            </a:extLst>
          </p:cNvPr>
          <p:cNvSpPr/>
          <p:nvPr/>
        </p:nvSpPr>
        <p:spPr>
          <a:xfrm>
            <a:off x="8723792" y="664548"/>
            <a:ext cx="114274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137.59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D106-5394-4AEC-9900-213C6A6EBA91}"/>
              </a:ext>
            </a:extLst>
          </p:cNvPr>
          <p:cNvSpPr txBox="1"/>
          <p:nvPr/>
        </p:nvSpPr>
        <p:spPr>
          <a:xfrm>
            <a:off x="3676167" y="3006709"/>
            <a:ext cx="2602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3тү алганга, </a:t>
            </a:r>
          </a:p>
          <a:p>
            <a:pPr algn="ctr"/>
            <a:r>
              <a:rPr lang="ky-KG" sz="2400" dirty="0"/>
              <a:t>төртүнчүсү жарым</a:t>
            </a:r>
          </a:p>
          <a:p>
            <a:pPr algn="ctr"/>
            <a:r>
              <a:rPr lang="ky-KG" sz="2400" dirty="0"/>
              <a:t> баада!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0059-36E9-4CEA-8B44-9599666AC6E8}"/>
              </a:ext>
            </a:extLst>
          </p:cNvPr>
          <p:cNvSpPr txBox="1"/>
          <p:nvPr/>
        </p:nvSpPr>
        <p:spPr>
          <a:xfrm>
            <a:off x="3510883" y="4053255"/>
            <a:ext cx="2890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жуп кайчы = __сом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8A948-2D90-4943-808F-27A45E043511}"/>
              </a:ext>
            </a:extLst>
          </p:cNvPr>
          <p:cNvSpPr/>
          <p:nvPr/>
        </p:nvSpPr>
        <p:spPr>
          <a:xfrm>
            <a:off x="5464043" y="2758018"/>
            <a:ext cx="114691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266.30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C3771-5490-42FB-BFAE-F0B739D08254}"/>
              </a:ext>
            </a:extLst>
          </p:cNvPr>
          <p:cNvSpPr txBox="1"/>
          <p:nvPr/>
        </p:nvSpPr>
        <p:spPr>
          <a:xfrm>
            <a:off x="286845" y="3288324"/>
            <a:ext cx="26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 </a:t>
            </a:r>
          </a:p>
          <a:p>
            <a:pPr algn="ctr"/>
            <a:r>
              <a:rPr lang="ky-KG" sz="2400" dirty="0"/>
              <a:t>3чү жарым баада!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647ED4-099D-4E03-8972-399FB0B9F1AF}"/>
              </a:ext>
            </a:extLst>
          </p:cNvPr>
          <p:cNvSpPr txBox="1"/>
          <p:nvPr/>
        </p:nvSpPr>
        <p:spPr>
          <a:xfrm>
            <a:off x="191606" y="4053255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курчуткыч = __сом</a:t>
            </a:r>
            <a:endParaRPr lang="en-GB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28819-EA61-4D91-9BA9-606ECA683C48}"/>
              </a:ext>
            </a:extLst>
          </p:cNvPr>
          <p:cNvSpPr txBox="1"/>
          <p:nvPr/>
        </p:nvSpPr>
        <p:spPr>
          <a:xfrm>
            <a:off x="7145151" y="3329978"/>
            <a:ext cx="22681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2ни алганга, </a:t>
            </a:r>
          </a:p>
          <a:p>
            <a:pPr algn="ctr"/>
            <a:r>
              <a:rPr lang="ky-KG" sz="2400" dirty="0"/>
              <a:t>үчүнчүсү бекер!</a:t>
            </a:r>
            <a:endParaRPr lang="en-GB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F9E33-C23A-48C5-BD98-A29817FD8747}"/>
              </a:ext>
            </a:extLst>
          </p:cNvPr>
          <p:cNvSpPr txBox="1"/>
          <p:nvPr/>
        </p:nvSpPr>
        <p:spPr>
          <a:xfrm>
            <a:off x="6939677" y="4053255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өчүргүч = __ сом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EEB9915-057F-4A17-A75F-2DA1ED44784C}"/>
              </a:ext>
            </a:extLst>
          </p:cNvPr>
          <p:cNvSpPr/>
          <p:nvPr/>
        </p:nvSpPr>
        <p:spPr>
          <a:xfrm>
            <a:off x="8648083" y="2915379"/>
            <a:ext cx="106741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33.29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96943-15B6-49B4-9D29-CC985B2C9145}"/>
              </a:ext>
            </a:extLst>
          </p:cNvPr>
          <p:cNvSpPr txBox="1"/>
          <p:nvPr/>
        </p:nvSpPr>
        <p:spPr>
          <a:xfrm>
            <a:off x="3759583" y="5657345"/>
            <a:ext cx="2308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3өөнүн баасына</a:t>
            </a:r>
          </a:p>
          <a:p>
            <a:pPr algn="ctr"/>
            <a:r>
              <a:rPr lang="ru-RU" sz="2400" dirty="0"/>
              <a:t> 4ү сатып ал!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67421-D6AD-4D9A-AED3-81502ECD070B}"/>
              </a:ext>
            </a:extLst>
          </p:cNvPr>
          <p:cNvSpPr txBox="1"/>
          <p:nvPr/>
        </p:nvSpPr>
        <p:spPr>
          <a:xfrm>
            <a:off x="3800319" y="6383215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калем = __сом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829291-EE66-4FEC-BF71-6285ECB1A3FA}"/>
              </a:ext>
            </a:extLst>
          </p:cNvPr>
          <p:cNvSpPr/>
          <p:nvPr/>
        </p:nvSpPr>
        <p:spPr>
          <a:xfrm>
            <a:off x="5037229" y="5196253"/>
            <a:ext cx="11525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72.12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48F1C9-7C98-4CD0-A765-BF33FDECC88B}"/>
              </a:ext>
            </a:extLst>
          </p:cNvPr>
          <p:cNvSpPr txBox="1"/>
          <p:nvPr/>
        </p:nvSpPr>
        <p:spPr>
          <a:xfrm>
            <a:off x="393780" y="5618284"/>
            <a:ext cx="2442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сызгыч алганга</a:t>
            </a:r>
          </a:p>
          <a:p>
            <a:pPr algn="ctr"/>
            <a:r>
              <a:rPr lang="ky-KG" sz="2400" dirty="0"/>
              <a:t> дагы 1өө бекер!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607FE9-89D2-41E2-9973-F99327A91B36}"/>
              </a:ext>
            </a:extLst>
          </p:cNvPr>
          <p:cNvSpPr txBox="1"/>
          <p:nvPr/>
        </p:nvSpPr>
        <p:spPr>
          <a:xfrm>
            <a:off x="400798" y="6383215"/>
            <a:ext cx="2428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сызгыч = __сом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3C212C-1C14-4701-BA03-DBF967635DF0}"/>
              </a:ext>
            </a:extLst>
          </p:cNvPr>
          <p:cNvSpPr/>
          <p:nvPr/>
        </p:nvSpPr>
        <p:spPr>
          <a:xfrm>
            <a:off x="1784839" y="5196253"/>
            <a:ext cx="1063869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49.93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0895F-C796-4972-B1A9-009440A11F36}"/>
              </a:ext>
            </a:extLst>
          </p:cNvPr>
          <p:cNvSpPr txBox="1"/>
          <p:nvPr/>
        </p:nvSpPr>
        <p:spPr>
          <a:xfrm>
            <a:off x="6736894" y="5899638"/>
            <a:ext cx="2980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4өөнүн баасы 5ти ал!</a:t>
            </a:r>
            <a:endParaRPr lang="en-GB" sz="24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56920AD-699F-459E-9121-69060F5417C1}"/>
              </a:ext>
            </a:extLst>
          </p:cNvPr>
          <p:cNvSpPr txBox="1"/>
          <p:nvPr/>
        </p:nvSpPr>
        <p:spPr>
          <a:xfrm>
            <a:off x="6587560" y="6383215"/>
            <a:ext cx="3278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транспортир = __сом</a:t>
            </a:r>
            <a:endParaRPr lang="en-GB" sz="2400" dirty="0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8FE0D45D-48F1-4D27-835B-6808F1EACD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7" r="43524"/>
          <a:stretch/>
        </p:blipFill>
        <p:spPr>
          <a:xfrm rot="3915859">
            <a:off x="1527076" y="-147231"/>
            <a:ext cx="164562" cy="122356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63F312CD-4BC4-492E-AC4F-17058EF67F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9" t="22232"/>
          <a:stretch/>
        </p:blipFill>
        <p:spPr>
          <a:xfrm>
            <a:off x="4444307" y="112627"/>
            <a:ext cx="1017385" cy="10296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F5C08E4-4810-475F-9F3B-EF90149B0E8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11" y="-67004"/>
            <a:ext cx="688172" cy="142844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220865F-C10C-4F53-BFDC-1DFF248E8E1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7" b="30002"/>
          <a:stretch/>
        </p:blipFill>
        <p:spPr>
          <a:xfrm rot="20842175">
            <a:off x="916225" y="5022965"/>
            <a:ext cx="1393524" cy="274809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9FCFBAB-AAD3-49BF-97DB-BEA0B057C7E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00" b="31891"/>
          <a:stretch/>
        </p:blipFill>
        <p:spPr>
          <a:xfrm rot="8215240">
            <a:off x="4287319" y="5083616"/>
            <a:ext cx="1364224" cy="22856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876DBD7-2405-4B5F-B628-C615F9FEE966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657" y="4734560"/>
            <a:ext cx="1678328" cy="940244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473E22D8-E696-4CD6-BD50-4718EDFB95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655" y="2490758"/>
            <a:ext cx="1063625" cy="1031903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370C6191-F727-4C97-AE03-25E82359A1B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4" t="24687" r="26570" b="20104"/>
          <a:stretch/>
        </p:blipFill>
        <p:spPr>
          <a:xfrm>
            <a:off x="1097280" y="2336800"/>
            <a:ext cx="1013700" cy="894080"/>
          </a:xfrm>
          <a:prstGeom prst="rect">
            <a:avLst/>
          </a:prstGeom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7818518-79F5-40BA-83F2-BFA65B50358C}"/>
              </a:ext>
            </a:extLst>
          </p:cNvPr>
          <p:cNvSpPr/>
          <p:nvPr/>
        </p:nvSpPr>
        <p:spPr>
          <a:xfrm>
            <a:off x="1951892" y="2848708"/>
            <a:ext cx="100914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71.01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37CCA92-52BB-4E2C-AFF1-49261B24E61F}"/>
              </a:ext>
            </a:extLst>
          </p:cNvPr>
          <p:cNvSpPr/>
          <p:nvPr/>
        </p:nvSpPr>
        <p:spPr>
          <a:xfrm>
            <a:off x="5480538" y="639885"/>
            <a:ext cx="1033763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35.51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116B4A6-106C-46AE-BCC8-84368E3929C8}"/>
              </a:ext>
            </a:extLst>
          </p:cNvPr>
          <p:cNvSpPr/>
          <p:nvPr/>
        </p:nvSpPr>
        <p:spPr>
          <a:xfrm>
            <a:off x="8397766" y="5196253"/>
            <a:ext cx="1062756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64.36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D28E6D5-BF75-F989-2BBC-1BCF904BEA3B}"/>
              </a:ext>
            </a:extLst>
          </p:cNvPr>
          <p:cNvSpPr/>
          <p:nvPr/>
        </p:nvSpPr>
        <p:spPr>
          <a:xfrm>
            <a:off x="64758" y="693006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159.78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FB35FA85-8130-AEE3-341C-A137E455DB0F}"/>
              </a:ext>
            </a:extLst>
          </p:cNvPr>
          <p:cNvSpPr/>
          <p:nvPr/>
        </p:nvSpPr>
        <p:spPr>
          <a:xfrm>
            <a:off x="3377927" y="885990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177.5</a:t>
            </a:r>
            <a:r>
              <a:rPr lang="ky-KG" sz="2400" dirty="0">
                <a:solidFill>
                  <a:schemeClr val="tx1"/>
                </a:solidFill>
              </a:rPr>
              <a:t>5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41EB7EA-FDA1-6E1B-A1C0-6CFA37FFE671}"/>
              </a:ext>
            </a:extLst>
          </p:cNvPr>
          <p:cNvSpPr/>
          <p:nvPr/>
        </p:nvSpPr>
        <p:spPr>
          <a:xfrm>
            <a:off x="6698945" y="87556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275.18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912723-876C-A588-2465-570379ECDE1B}"/>
              </a:ext>
            </a:extLst>
          </p:cNvPr>
          <p:cNvSpPr/>
          <p:nvPr/>
        </p:nvSpPr>
        <p:spPr>
          <a:xfrm>
            <a:off x="93156" y="294371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355.07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C2558BD-CD09-60D8-3BD8-51F63122BC5D}"/>
              </a:ext>
            </a:extLst>
          </p:cNvPr>
          <p:cNvSpPr/>
          <p:nvPr/>
        </p:nvSpPr>
        <p:spPr>
          <a:xfrm>
            <a:off x="3475933" y="2651915"/>
            <a:ext cx="1530605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1464.66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F455E79-4E44-A6FE-14B9-7C9B44299BD1}"/>
              </a:ext>
            </a:extLst>
          </p:cNvPr>
          <p:cNvSpPr/>
          <p:nvPr/>
        </p:nvSpPr>
        <p:spPr>
          <a:xfrm>
            <a:off x="6698945" y="2959973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166.44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4E6B90B-13B7-79A0-C3FC-4D82FE89715B}"/>
              </a:ext>
            </a:extLst>
          </p:cNvPr>
          <p:cNvSpPr/>
          <p:nvPr/>
        </p:nvSpPr>
        <p:spPr>
          <a:xfrm>
            <a:off x="237854" y="5235788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349.52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D67F4AE6-7D75-89E9-1907-3085C061E64D}"/>
              </a:ext>
            </a:extLst>
          </p:cNvPr>
          <p:cNvSpPr/>
          <p:nvPr/>
        </p:nvSpPr>
        <p:spPr>
          <a:xfrm>
            <a:off x="3376343" y="5292182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288.49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DCECC0D-7619-5C26-6BDA-69494E0C3E12}"/>
              </a:ext>
            </a:extLst>
          </p:cNvPr>
          <p:cNvSpPr/>
          <p:nvPr/>
        </p:nvSpPr>
        <p:spPr>
          <a:xfrm>
            <a:off x="6770764" y="5416224"/>
            <a:ext cx="1422216" cy="42203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450.49</a:t>
            </a:r>
            <a:r>
              <a:rPr lang="ky-KG" sz="2400" dirty="0">
                <a:solidFill>
                  <a:schemeClr val="tx1"/>
                </a:solidFill>
              </a:rPr>
              <a:t> с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72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6603A6-0E6D-B804-A4C4-687D7371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" y="10161"/>
            <a:ext cx="4826000" cy="3408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B7B79-1E98-C55C-95E9-A55BEA9F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0" y="20320"/>
            <a:ext cx="4826000" cy="3408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E57E02-AA45-9D08-F3B7-E2F9BE80D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" y="3556000"/>
            <a:ext cx="4826001" cy="330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273513-F332-8470-89DB-F239CEA3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979" y="3566159"/>
            <a:ext cx="4857532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8416</TotalTime>
  <Words>371</Words>
  <Application>Microsoft Office PowerPoint</Application>
  <PresentationFormat>A4 Paper (210x297 mm)</PresentationFormat>
  <Paragraphs>102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2024-09-14T16:08:23Z</dcterms:modified>
</cp:coreProperties>
</file>