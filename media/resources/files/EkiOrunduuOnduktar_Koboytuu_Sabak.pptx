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8" r:id="rId2"/>
    <p:sldMasterId id="2147483733" r:id="rId3"/>
  </p:sldMasterIdLst>
  <p:notesMasterIdLst>
    <p:notesMasterId r:id="rId35"/>
  </p:notesMasterIdLst>
  <p:handoutMasterIdLst>
    <p:handoutMasterId r:id="rId36"/>
  </p:handoutMasterIdLst>
  <p:sldIdLst>
    <p:sldId id="257" r:id="rId4"/>
    <p:sldId id="996" r:id="rId5"/>
    <p:sldId id="964" r:id="rId6"/>
    <p:sldId id="965" r:id="rId7"/>
    <p:sldId id="966" r:id="rId8"/>
    <p:sldId id="967" r:id="rId9"/>
    <p:sldId id="968" r:id="rId10"/>
    <p:sldId id="969" r:id="rId11"/>
    <p:sldId id="970" r:id="rId12"/>
    <p:sldId id="973" r:id="rId13"/>
    <p:sldId id="976" r:id="rId14"/>
    <p:sldId id="974" r:id="rId15"/>
    <p:sldId id="977" r:id="rId16"/>
    <p:sldId id="978" r:id="rId17"/>
    <p:sldId id="979" r:id="rId18"/>
    <p:sldId id="980" r:id="rId19"/>
    <p:sldId id="981" r:id="rId20"/>
    <p:sldId id="982" r:id="rId21"/>
    <p:sldId id="983" r:id="rId22"/>
    <p:sldId id="984" r:id="rId23"/>
    <p:sldId id="985" r:id="rId24"/>
    <p:sldId id="986" r:id="rId25"/>
    <p:sldId id="987" r:id="rId26"/>
    <p:sldId id="997" r:id="rId27"/>
    <p:sldId id="995" r:id="rId28"/>
    <p:sldId id="988" r:id="rId29"/>
    <p:sldId id="989" r:id="rId30"/>
    <p:sldId id="991" r:id="rId31"/>
    <p:sldId id="994" r:id="rId32"/>
    <p:sldId id="998" r:id="rId33"/>
    <p:sldId id="942" r:id="rId34"/>
  </p:sldIdLst>
  <p:sldSz cx="9906000" cy="6858000" type="A4"/>
  <p:notesSz cx="7104063" cy="10234613"/>
  <p:embeddedFontLst>
    <p:embeddedFont>
      <p:font typeface="Arial Black" panose="020B0A04020102020204" pitchFamily="34" charset="0"/>
      <p:bold r:id="rId37"/>
    </p:embeddedFont>
    <p:embeddedFont>
      <p:font typeface="Bodoni MT Black" panose="02070A03080606020203" pitchFamily="18" charset="0"/>
      <p:bold r:id="rId38"/>
      <p:boldItalic r:id="rId39"/>
    </p:embeddedFont>
    <p:embeddedFont>
      <p:font typeface="Stencil" panose="040409050D0802020404" pitchFamily="82" charset="0"/>
      <p:regular r:id="rId4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D7EE"/>
    <a:srgbClr val="C5E0B4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notesViewPr>
    <p:cSldViewPr snapToGrid="0" showGuides="1">
      <p:cViewPr varScale="1">
        <p:scale>
          <a:sx n="59" d="100"/>
          <a:sy n="59" d="100"/>
        </p:scale>
        <p:origin x="3254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font" Target="fonts/font3.fntdata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font" Target="fonts/font2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notesMaster" Target="notesMasters/notesMaster1.xml"/><Relationship Id="rId43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F95EEC0-BA2F-4C89-A04C-7A4A655E27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920E98-7CDF-4021-8551-1596F15CE7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831BB-79C8-47D7-927B-A4A057B48BB9}" type="datetimeFigureOut">
              <a:rPr lang="en-GB" smtClean="0"/>
              <a:t>03/06/2024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172B7C-7F8E-4E82-8E98-8202508291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038D9-98AA-4E2F-BECD-0B5701A075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A3C3B0-A9E3-44D3-89EF-A392F668C0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8304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03/06/2024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1649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6/3/2024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126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6/3/2024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10255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6/3/2024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21941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6/3/2024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321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6/3/2024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029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6/3/2024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924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6/3/2024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731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6/3/2024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866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6/3/2024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9387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6/3/2024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3951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6/3/2024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263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0106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7479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781014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5929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0116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0982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6777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9919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40383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23719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6887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5113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5089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3675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609826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6/3/2024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3090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6/3/2024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707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077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2 Сандуу Ондуктар – Көбөйтүү – Сабак</a:t>
            </a:r>
          </a:p>
          <a:p>
            <a:endParaRPr lang="ru-RU" dirty="0"/>
          </a:p>
          <a:p>
            <a:r>
              <a:rPr lang="ru-RU" dirty="0"/>
              <a:t>Бул ресурс ыкманы жандуу көрсөтөт.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600" b="1" dirty="0">
                <a:solidFill>
                  <a:srgbClr val="FF0000"/>
                </a:solidFill>
              </a:rPr>
              <a:t>ӨЧҮРҮ</a:t>
            </a:r>
            <a:r>
              <a:rPr lang="ky-KG" sz="2600" b="1" dirty="0">
                <a:solidFill>
                  <a:srgbClr val="FF0000"/>
                </a:solidFill>
              </a:rPr>
              <a:t>П САЛЫ</a:t>
            </a:r>
            <a:r>
              <a:rPr lang="ru-RU" sz="26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12216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2E0A47D-36F4-4F4C-B3F8-2CCA3AA278AE}"/>
              </a:ext>
            </a:extLst>
          </p:cNvPr>
          <p:cNvSpPr/>
          <p:nvPr/>
        </p:nvSpPr>
        <p:spPr>
          <a:xfrm>
            <a:off x="464526" y="1302098"/>
            <a:ext cx="3921370" cy="543364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E39C5B4-4432-4FC8-B622-0E3A5A393D0E}"/>
              </a:ext>
            </a:extLst>
          </p:cNvPr>
          <p:cNvSpPr/>
          <p:nvPr/>
        </p:nvSpPr>
        <p:spPr>
          <a:xfrm>
            <a:off x="5520103" y="1302098"/>
            <a:ext cx="3921370" cy="543364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B6AB1E-E1AE-4737-A766-C844139F1234}"/>
              </a:ext>
            </a:extLst>
          </p:cNvPr>
          <p:cNvSpPr/>
          <p:nvPr/>
        </p:nvSpPr>
        <p:spPr>
          <a:xfrm>
            <a:off x="3611286" y="-98999"/>
            <a:ext cx="268342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СТАРТЕР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9004A1-38E8-49A8-A002-E09F9AEFCA9C}"/>
              </a:ext>
            </a:extLst>
          </p:cNvPr>
          <p:cNvSpPr txBox="1"/>
          <p:nvPr/>
        </p:nvSpPr>
        <p:spPr>
          <a:xfrm>
            <a:off x="3602144" y="706884"/>
            <a:ext cx="27017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Амалдарды аткаргыла.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40389C-1452-4EF9-99D3-47D827B372CA}"/>
              </a:ext>
            </a:extLst>
          </p:cNvPr>
          <p:cNvSpPr txBox="1"/>
          <p:nvPr/>
        </p:nvSpPr>
        <p:spPr>
          <a:xfrm>
            <a:off x="1001551" y="1749672"/>
            <a:ext cx="21002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8 × 9 = 72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BA77B6-5F9E-456F-B8BA-8AB059ACE5E7}"/>
              </a:ext>
            </a:extLst>
          </p:cNvPr>
          <p:cNvSpPr txBox="1"/>
          <p:nvPr/>
        </p:nvSpPr>
        <p:spPr>
          <a:xfrm>
            <a:off x="1001551" y="3045072"/>
            <a:ext cx="23342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12 × 7 = 84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1F5E0D-E301-45F4-9DD3-AA35FD190174}"/>
              </a:ext>
            </a:extLst>
          </p:cNvPr>
          <p:cNvSpPr txBox="1"/>
          <p:nvPr/>
        </p:nvSpPr>
        <p:spPr>
          <a:xfrm>
            <a:off x="1001551" y="4340472"/>
            <a:ext cx="28023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15 × 14 = 210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0F70A4-4857-4A37-A8F3-6731D80D0B0E}"/>
              </a:ext>
            </a:extLst>
          </p:cNvPr>
          <p:cNvSpPr txBox="1"/>
          <p:nvPr/>
        </p:nvSpPr>
        <p:spPr>
          <a:xfrm>
            <a:off x="1001551" y="5635872"/>
            <a:ext cx="28023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21 × 18 = 378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0873F8-2A32-41E4-8EFF-A1B8860DA79E}"/>
              </a:ext>
            </a:extLst>
          </p:cNvPr>
          <p:cNvSpPr txBox="1"/>
          <p:nvPr/>
        </p:nvSpPr>
        <p:spPr>
          <a:xfrm>
            <a:off x="6092297" y="1749672"/>
            <a:ext cx="28023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13 × 14 = 182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5B4E94-9DF0-444C-A5D0-7E12F802D7BD}"/>
              </a:ext>
            </a:extLst>
          </p:cNvPr>
          <p:cNvSpPr txBox="1"/>
          <p:nvPr/>
        </p:nvSpPr>
        <p:spPr>
          <a:xfrm>
            <a:off x="6092297" y="3045072"/>
            <a:ext cx="28023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22 × 19 = 418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9BCCA9-DAA0-4123-91F8-629F28988911}"/>
              </a:ext>
            </a:extLst>
          </p:cNvPr>
          <p:cNvSpPr txBox="1"/>
          <p:nvPr/>
        </p:nvSpPr>
        <p:spPr>
          <a:xfrm>
            <a:off x="6092297" y="4340472"/>
            <a:ext cx="28023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34 × 27 = 918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07E0EF-A4A8-4AA5-83A6-0CDB715C72AD}"/>
              </a:ext>
            </a:extLst>
          </p:cNvPr>
          <p:cNvSpPr txBox="1"/>
          <p:nvPr/>
        </p:nvSpPr>
        <p:spPr>
          <a:xfrm>
            <a:off x="6092297" y="5635872"/>
            <a:ext cx="32704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141 × 17 = 2397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F5CD53-08D0-42CD-ABBE-FC8D02705869}"/>
              </a:ext>
            </a:extLst>
          </p:cNvPr>
          <p:cNvSpPr/>
          <p:nvPr/>
        </p:nvSpPr>
        <p:spPr>
          <a:xfrm>
            <a:off x="2365130" y="1741714"/>
            <a:ext cx="914400" cy="693756"/>
          </a:xfrm>
          <a:prstGeom prst="rect">
            <a:avLst/>
          </a:prstGeom>
          <a:solidFill>
            <a:srgbClr val="C5E0B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7CBDFAA-C458-4A49-A618-BB58274E08D6}"/>
              </a:ext>
            </a:extLst>
          </p:cNvPr>
          <p:cNvSpPr/>
          <p:nvPr/>
        </p:nvSpPr>
        <p:spPr>
          <a:xfrm>
            <a:off x="2658207" y="3028322"/>
            <a:ext cx="914400" cy="693756"/>
          </a:xfrm>
          <a:prstGeom prst="rect">
            <a:avLst/>
          </a:prstGeom>
          <a:solidFill>
            <a:srgbClr val="C5E0B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89FE64C-60EB-4945-A942-25B1BFC387E1}"/>
              </a:ext>
            </a:extLst>
          </p:cNvPr>
          <p:cNvSpPr/>
          <p:nvPr/>
        </p:nvSpPr>
        <p:spPr>
          <a:xfrm>
            <a:off x="2872153" y="4438022"/>
            <a:ext cx="914400" cy="693756"/>
          </a:xfrm>
          <a:prstGeom prst="rect">
            <a:avLst/>
          </a:prstGeom>
          <a:solidFill>
            <a:srgbClr val="C5E0B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777FB7-C59D-4440-B164-5A8FD8354F0B}"/>
              </a:ext>
            </a:extLst>
          </p:cNvPr>
          <p:cNvSpPr/>
          <p:nvPr/>
        </p:nvSpPr>
        <p:spPr>
          <a:xfrm>
            <a:off x="2866291" y="5689460"/>
            <a:ext cx="914400" cy="693756"/>
          </a:xfrm>
          <a:prstGeom prst="rect">
            <a:avLst/>
          </a:prstGeom>
          <a:solidFill>
            <a:srgbClr val="C5E0B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F806342-5199-4703-A79E-18E14DA64611}"/>
              </a:ext>
            </a:extLst>
          </p:cNvPr>
          <p:cNvSpPr/>
          <p:nvPr/>
        </p:nvSpPr>
        <p:spPr>
          <a:xfrm>
            <a:off x="7933591" y="1718267"/>
            <a:ext cx="914400" cy="693756"/>
          </a:xfrm>
          <a:prstGeom prst="rect">
            <a:avLst/>
          </a:prstGeom>
          <a:solidFill>
            <a:srgbClr val="BDD7E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E2A3C76-1428-4036-91B3-EDE0380C825D}"/>
              </a:ext>
            </a:extLst>
          </p:cNvPr>
          <p:cNvSpPr/>
          <p:nvPr/>
        </p:nvSpPr>
        <p:spPr>
          <a:xfrm>
            <a:off x="7954107" y="3048836"/>
            <a:ext cx="914400" cy="693756"/>
          </a:xfrm>
          <a:prstGeom prst="rect">
            <a:avLst/>
          </a:prstGeom>
          <a:solidFill>
            <a:srgbClr val="BDD7E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A23900F-B514-400C-B2BB-B267A361A7B0}"/>
              </a:ext>
            </a:extLst>
          </p:cNvPr>
          <p:cNvSpPr/>
          <p:nvPr/>
        </p:nvSpPr>
        <p:spPr>
          <a:xfrm>
            <a:off x="7948246" y="4317859"/>
            <a:ext cx="914400" cy="693756"/>
          </a:xfrm>
          <a:prstGeom prst="rect">
            <a:avLst/>
          </a:prstGeom>
          <a:solidFill>
            <a:srgbClr val="BDD7E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110AF24-37C1-4A41-8CF1-4DF54101A387}"/>
              </a:ext>
            </a:extLst>
          </p:cNvPr>
          <p:cNvSpPr/>
          <p:nvPr/>
        </p:nvSpPr>
        <p:spPr>
          <a:xfrm>
            <a:off x="8162191" y="5666013"/>
            <a:ext cx="1008185" cy="693756"/>
          </a:xfrm>
          <a:prstGeom prst="rect">
            <a:avLst/>
          </a:prstGeom>
          <a:solidFill>
            <a:srgbClr val="BDD7EE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3797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EE442FA-C414-4F38-A6EF-5C7FE08B96A6}"/>
              </a:ext>
            </a:extLst>
          </p:cNvPr>
          <p:cNvSpPr/>
          <p:nvPr/>
        </p:nvSpPr>
        <p:spPr>
          <a:xfrm>
            <a:off x="342900" y="1160586"/>
            <a:ext cx="4334608" cy="5099538"/>
          </a:xfrm>
          <a:prstGeom prst="roundRect">
            <a:avLst>
              <a:gd name="adj" fmla="val 8756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19B7615-BC56-414A-8348-29B75AE59479}"/>
              </a:ext>
            </a:extLst>
          </p:cNvPr>
          <p:cNvSpPr/>
          <p:nvPr/>
        </p:nvSpPr>
        <p:spPr>
          <a:xfrm>
            <a:off x="5328139" y="1160586"/>
            <a:ext cx="4334608" cy="5099538"/>
          </a:xfrm>
          <a:prstGeom prst="roundRect">
            <a:avLst>
              <a:gd name="adj" fmla="val 8756"/>
            </a:avLst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54EBB7-AE66-4E77-BD61-8ABCADDFC404}"/>
              </a:ext>
            </a:extLst>
          </p:cNvPr>
          <p:cNvSpPr txBox="1"/>
          <p:nvPr/>
        </p:nvSpPr>
        <p:spPr>
          <a:xfrm>
            <a:off x="1276969" y="3011370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30 × 2 =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476A63-4828-445B-B693-422A6C4615DA}"/>
              </a:ext>
            </a:extLst>
          </p:cNvPr>
          <p:cNvSpPr txBox="1"/>
          <p:nvPr/>
        </p:nvSpPr>
        <p:spPr>
          <a:xfrm>
            <a:off x="1511008" y="3857630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 × 2 =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9B344D-24CE-47FB-82B7-6F85F4E60CAB}"/>
              </a:ext>
            </a:extLst>
          </p:cNvPr>
          <p:cNvSpPr txBox="1"/>
          <p:nvPr/>
        </p:nvSpPr>
        <p:spPr>
          <a:xfrm>
            <a:off x="1042931" y="2165110"/>
            <a:ext cx="19960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300 × 2 =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FA3818-C41F-4433-B068-8F689A0EEDB8}"/>
              </a:ext>
            </a:extLst>
          </p:cNvPr>
          <p:cNvSpPr txBox="1"/>
          <p:nvPr/>
        </p:nvSpPr>
        <p:spPr>
          <a:xfrm>
            <a:off x="808892" y="1318850"/>
            <a:ext cx="22300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3000 × 2 =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166194-F988-4ED4-A82B-4B525E8DF240}"/>
              </a:ext>
            </a:extLst>
          </p:cNvPr>
          <p:cNvSpPr txBox="1"/>
          <p:nvPr/>
        </p:nvSpPr>
        <p:spPr>
          <a:xfrm>
            <a:off x="1159949" y="4703888"/>
            <a:ext cx="1879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0,3 × 2 =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3BF96F-E957-4CC3-8BD4-C37F7530F8DA}"/>
              </a:ext>
            </a:extLst>
          </p:cNvPr>
          <p:cNvSpPr txBox="1"/>
          <p:nvPr/>
        </p:nvSpPr>
        <p:spPr>
          <a:xfrm>
            <a:off x="925911" y="5486404"/>
            <a:ext cx="21130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0,03 × 2 =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1B4729-68B2-4738-AA60-24E5894206BD}"/>
              </a:ext>
            </a:extLst>
          </p:cNvPr>
          <p:cNvSpPr txBox="1"/>
          <p:nvPr/>
        </p:nvSpPr>
        <p:spPr>
          <a:xfrm>
            <a:off x="2999623" y="3011370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366E8C-EE08-41EA-9450-7014757BFB9B}"/>
              </a:ext>
            </a:extLst>
          </p:cNvPr>
          <p:cNvSpPr txBox="1"/>
          <p:nvPr/>
        </p:nvSpPr>
        <p:spPr>
          <a:xfrm>
            <a:off x="2999623" y="385763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9E503E-7243-43BD-9366-44A224806A4D}"/>
              </a:ext>
            </a:extLst>
          </p:cNvPr>
          <p:cNvSpPr txBox="1"/>
          <p:nvPr/>
        </p:nvSpPr>
        <p:spPr>
          <a:xfrm>
            <a:off x="2999623" y="2165110"/>
            <a:ext cx="8867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1EB8D9-DDE8-4888-A4ED-CC9132B9DD4A}"/>
              </a:ext>
            </a:extLst>
          </p:cNvPr>
          <p:cNvSpPr txBox="1"/>
          <p:nvPr/>
        </p:nvSpPr>
        <p:spPr>
          <a:xfrm>
            <a:off x="2999623" y="1318850"/>
            <a:ext cx="11208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6000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B48861-CCFB-4EB8-9A51-52AF45E4924B}"/>
              </a:ext>
            </a:extLst>
          </p:cNvPr>
          <p:cNvSpPr txBox="1"/>
          <p:nvPr/>
        </p:nvSpPr>
        <p:spPr>
          <a:xfrm>
            <a:off x="2999623" y="4703888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0,6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C4D24D-2A76-4E13-9B11-B1C0BB5A421C}"/>
              </a:ext>
            </a:extLst>
          </p:cNvPr>
          <p:cNvSpPr txBox="1"/>
          <p:nvPr/>
        </p:nvSpPr>
        <p:spPr>
          <a:xfrm>
            <a:off x="2999623" y="5486404"/>
            <a:ext cx="1003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0,06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929ADF-309B-4608-91E3-C7D10CE2F8AF}"/>
              </a:ext>
            </a:extLst>
          </p:cNvPr>
          <p:cNvSpPr txBox="1"/>
          <p:nvPr/>
        </p:nvSpPr>
        <p:spPr>
          <a:xfrm>
            <a:off x="6306169" y="3011370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40 × 3 =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12F79D-C4FD-4418-8633-F3944E91319D}"/>
              </a:ext>
            </a:extLst>
          </p:cNvPr>
          <p:cNvSpPr txBox="1"/>
          <p:nvPr/>
        </p:nvSpPr>
        <p:spPr>
          <a:xfrm>
            <a:off x="6540208" y="3857630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4 × 3 =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57E6C0-7B35-4F0E-9C49-3112287137AC}"/>
              </a:ext>
            </a:extLst>
          </p:cNvPr>
          <p:cNvSpPr txBox="1"/>
          <p:nvPr/>
        </p:nvSpPr>
        <p:spPr>
          <a:xfrm>
            <a:off x="6072131" y="2165110"/>
            <a:ext cx="19960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400 × 3 =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C42D0C-033F-42EA-932A-89E00A27F50A}"/>
              </a:ext>
            </a:extLst>
          </p:cNvPr>
          <p:cNvSpPr txBox="1"/>
          <p:nvPr/>
        </p:nvSpPr>
        <p:spPr>
          <a:xfrm>
            <a:off x="5838092" y="1318850"/>
            <a:ext cx="22300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4000 × 3 =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CADB9C-6797-4394-9CAD-66326C867207}"/>
              </a:ext>
            </a:extLst>
          </p:cNvPr>
          <p:cNvSpPr txBox="1"/>
          <p:nvPr/>
        </p:nvSpPr>
        <p:spPr>
          <a:xfrm>
            <a:off x="6189149" y="4703888"/>
            <a:ext cx="1879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0,4 × 3 =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BB8E4E-13EC-40EB-95A3-871B4F3B7282}"/>
              </a:ext>
            </a:extLst>
          </p:cNvPr>
          <p:cNvSpPr txBox="1"/>
          <p:nvPr/>
        </p:nvSpPr>
        <p:spPr>
          <a:xfrm>
            <a:off x="5955111" y="5486404"/>
            <a:ext cx="21130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0,04 × 3 =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B815EB-F29B-450C-B0E3-8DD7AB596752}"/>
              </a:ext>
            </a:extLst>
          </p:cNvPr>
          <p:cNvSpPr txBox="1"/>
          <p:nvPr/>
        </p:nvSpPr>
        <p:spPr>
          <a:xfrm>
            <a:off x="8028823" y="3011370"/>
            <a:ext cx="886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120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49C3CF-57FA-4FC8-B4D1-29BB419AF4CE}"/>
              </a:ext>
            </a:extLst>
          </p:cNvPr>
          <p:cNvSpPr txBox="1"/>
          <p:nvPr/>
        </p:nvSpPr>
        <p:spPr>
          <a:xfrm>
            <a:off x="8028823" y="3857630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896CA8-4C58-491E-8477-EE1A63AC6E3D}"/>
              </a:ext>
            </a:extLst>
          </p:cNvPr>
          <p:cNvSpPr txBox="1"/>
          <p:nvPr/>
        </p:nvSpPr>
        <p:spPr>
          <a:xfrm>
            <a:off x="8028823" y="2165110"/>
            <a:ext cx="11208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1200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728DFA-1877-4E3D-BD55-639166D84A50}"/>
              </a:ext>
            </a:extLst>
          </p:cNvPr>
          <p:cNvSpPr txBox="1"/>
          <p:nvPr/>
        </p:nvSpPr>
        <p:spPr>
          <a:xfrm>
            <a:off x="8028823" y="1318850"/>
            <a:ext cx="13548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12 000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7E1B08-21AE-4BFF-9014-D951F6D5F84A}"/>
              </a:ext>
            </a:extLst>
          </p:cNvPr>
          <p:cNvSpPr txBox="1"/>
          <p:nvPr/>
        </p:nvSpPr>
        <p:spPr>
          <a:xfrm>
            <a:off x="8028823" y="4703888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1,2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193B320-7B22-4ED0-A5B6-0D11123659EB}"/>
              </a:ext>
            </a:extLst>
          </p:cNvPr>
          <p:cNvSpPr txBox="1"/>
          <p:nvPr/>
        </p:nvSpPr>
        <p:spPr>
          <a:xfrm>
            <a:off x="8028823" y="5486404"/>
            <a:ext cx="1003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0,12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163433-3464-4912-BA86-AA663C862F98}"/>
              </a:ext>
            </a:extLst>
          </p:cNvPr>
          <p:cNvSpPr txBox="1"/>
          <p:nvPr/>
        </p:nvSpPr>
        <p:spPr>
          <a:xfrm>
            <a:off x="330382" y="38669"/>
            <a:ext cx="924528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Бул жерде эсептөөлөрдүн эки топтому бар.</a:t>
            </a:r>
          </a:p>
          <a:p>
            <a:pPr algn="ctr"/>
            <a:r>
              <a:rPr lang="ru-RU" sz="2000" dirty="0"/>
              <a:t>Сиз үчүн бир чыгарылыш к</a:t>
            </a:r>
            <a:r>
              <a:rPr lang="ky-KG" sz="2000" dirty="0"/>
              <a:t>өрсөтүлдү</a:t>
            </a:r>
            <a:r>
              <a:rPr lang="ru-RU" sz="2000" dirty="0"/>
              <a:t>.</a:t>
            </a:r>
          </a:p>
          <a:p>
            <a:pPr algn="ctr"/>
            <a:r>
              <a:rPr lang="ru-RU" sz="2000" dirty="0"/>
              <a:t>Бул чыгарылышты топтомдун калган бөлүгүнө жооп табуу үчүн колдоно аласызбы?</a:t>
            </a:r>
            <a:endParaRPr lang="en-GB" sz="2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30520F-74FB-4D6A-813A-AB16F46E3DE4}"/>
              </a:ext>
            </a:extLst>
          </p:cNvPr>
          <p:cNvSpPr txBox="1"/>
          <p:nvPr/>
        </p:nvSpPr>
        <p:spPr>
          <a:xfrm>
            <a:off x="2730472" y="6395507"/>
            <a:ext cx="4445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Закон –ченемдүүлүк таба алдыңызбы?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443604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2" grpId="0"/>
      <p:bldP spid="13" grpId="0"/>
      <p:bldP spid="20" grpId="0"/>
      <p:bldP spid="22" grpId="0"/>
      <p:bldP spid="23" grpId="0"/>
      <p:bldP spid="24" grpId="0"/>
      <p:bldP spid="25" grpId="0"/>
      <p:bldP spid="2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EE442FA-C414-4F38-A6EF-5C7FE08B96A6}"/>
              </a:ext>
            </a:extLst>
          </p:cNvPr>
          <p:cNvSpPr/>
          <p:nvPr/>
        </p:nvSpPr>
        <p:spPr>
          <a:xfrm>
            <a:off x="2785696" y="782517"/>
            <a:ext cx="4334608" cy="5099538"/>
          </a:xfrm>
          <a:prstGeom prst="roundRect">
            <a:avLst>
              <a:gd name="adj" fmla="val 8756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54EBB7-AE66-4E77-BD61-8ABCADDFC404}"/>
              </a:ext>
            </a:extLst>
          </p:cNvPr>
          <p:cNvSpPr txBox="1"/>
          <p:nvPr/>
        </p:nvSpPr>
        <p:spPr>
          <a:xfrm>
            <a:off x="3719765" y="2633301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30 × 2 =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476A63-4828-445B-B693-422A6C4615DA}"/>
              </a:ext>
            </a:extLst>
          </p:cNvPr>
          <p:cNvSpPr txBox="1"/>
          <p:nvPr/>
        </p:nvSpPr>
        <p:spPr>
          <a:xfrm>
            <a:off x="3953804" y="3479561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 × 2 =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9B344D-24CE-47FB-82B7-6F85F4E60CAB}"/>
              </a:ext>
            </a:extLst>
          </p:cNvPr>
          <p:cNvSpPr txBox="1"/>
          <p:nvPr/>
        </p:nvSpPr>
        <p:spPr>
          <a:xfrm>
            <a:off x="3485727" y="1787041"/>
            <a:ext cx="19960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300 × 2 =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FA3818-C41F-4433-B068-8F689A0EEDB8}"/>
              </a:ext>
            </a:extLst>
          </p:cNvPr>
          <p:cNvSpPr txBox="1"/>
          <p:nvPr/>
        </p:nvSpPr>
        <p:spPr>
          <a:xfrm>
            <a:off x="3251688" y="940781"/>
            <a:ext cx="22300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3000 × 2 =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166194-F988-4ED4-A82B-4B525E8DF240}"/>
              </a:ext>
            </a:extLst>
          </p:cNvPr>
          <p:cNvSpPr txBox="1"/>
          <p:nvPr/>
        </p:nvSpPr>
        <p:spPr>
          <a:xfrm>
            <a:off x="3602745" y="4325819"/>
            <a:ext cx="1879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0,3 × 2 =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3BF96F-E957-4CC3-8BD4-C37F7530F8DA}"/>
              </a:ext>
            </a:extLst>
          </p:cNvPr>
          <p:cNvSpPr txBox="1"/>
          <p:nvPr/>
        </p:nvSpPr>
        <p:spPr>
          <a:xfrm>
            <a:off x="3368707" y="5108335"/>
            <a:ext cx="21130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0,03 × 2 =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1B4729-68B2-4738-AA60-24E5894206BD}"/>
              </a:ext>
            </a:extLst>
          </p:cNvPr>
          <p:cNvSpPr txBox="1"/>
          <p:nvPr/>
        </p:nvSpPr>
        <p:spPr>
          <a:xfrm>
            <a:off x="5442419" y="2633301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366E8C-EE08-41EA-9450-7014757BFB9B}"/>
              </a:ext>
            </a:extLst>
          </p:cNvPr>
          <p:cNvSpPr txBox="1"/>
          <p:nvPr/>
        </p:nvSpPr>
        <p:spPr>
          <a:xfrm>
            <a:off x="5442419" y="347956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9E503E-7243-43BD-9366-44A224806A4D}"/>
              </a:ext>
            </a:extLst>
          </p:cNvPr>
          <p:cNvSpPr txBox="1"/>
          <p:nvPr/>
        </p:nvSpPr>
        <p:spPr>
          <a:xfrm>
            <a:off x="5442419" y="1787041"/>
            <a:ext cx="8867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1EB8D9-DDE8-4888-A4ED-CC9132B9DD4A}"/>
              </a:ext>
            </a:extLst>
          </p:cNvPr>
          <p:cNvSpPr txBox="1"/>
          <p:nvPr/>
        </p:nvSpPr>
        <p:spPr>
          <a:xfrm>
            <a:off x="5442419" y="940781"/>
            <a:ext cx="11208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6000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B48861-CCFB-4EB8-9A51-52AF45E4924B}"/>
              </a:ext>
            </a:extLst>
          </p:cNvPr>
          <p:cNvSpPr txBox="1"/>
          <p:nvPr/>
        </p:nvSpPr>
        <p:spPr>
          <a:xfrm>
            <a:off x="5442419" y="4325819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0,6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C4D24D-2A76-4E13-9B11-B1C0BB5A421C}"/>
              </a:ext>
            </a:extLst>
          </p:cNvPr>
          <p:cNvSpPr txBox="1"/>
          <p:nvPr/>
        </p:nvSpPr>
        <p:spPr>
          <a:xfrm>
            <a:off x="5442419" y="5108335"/>
            <a:ext cx="1003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0,06</a:t>
            </a:r>
          </a:p>
        </p:txBody>
      </p:sp>
      <p:sp>
        <p:nvSpPr>
          <p:cNvPr id="30" name="Arrow: Circular 29">
            <a:extLst>
              <a:ext uri="{FF2B5EF4-FFF2-40B4-BE49-F238E27FC236}">
                <a16:creationId xmlns:a16="http://schemas.microsoft.com/office/drawing/2014/main" id="{46E32C67-7C55-433E-9D5C-A3AC3B35A641}"/>
              </a:ext>
            </a:extLst>
          </p:cNvPr>
          <p:cNvSpPr/>
          <p:nvPr/>
        </p:nvSpPr>
        <p:spPr>
          <a:xfrm rot="16200000">
            <a:off x="2561771" y="2933343"/>
            <a:ext cx="843270" cy="843270"/>
          </a:xfrm>
          <a:prstGeom prst="circularArrow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1" name="Arrow: Circular 30">
            <a:extLst>
              <a:ext uri="{FF2B5EF4-FFF2-40B4-BE49-F238E27FC236}">
                <a16:creationId xmlns:a16="http://schemas.microsoft.com/office/drawing/2014/main" id="{A82E76B2-4294-4F54-A44E-09EC4DF9F182}"/>
              </a:ext>
            </a:extLst>
          </p:cNvPr>
          <p:cNvSpPr/>
          <p:nvPr/>
        </p:nvSpPr>
        <p:spPr>
          <a:xfrm rot="16200000" flipV="1">
            <a:off x="6508267" y="2934553"/>
            <a:ext cx="843270" cy="840850"/>
          </a:xfrm>
          <a:prstGeom prst="circularArrow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Arrow: Circular 31">
            <a:extLst>
              <a:ext uri="{FF2B5EF4-FFF2-40B4-BE49-F238E27FC236}">
                <a16:creationId xmlns:a16="http://schemas.microsoft.com/office/drawing/2014/main" id="{B57B6322-DE04-4283-8E03-5AAA8782B3F8}"/>
              </a:ext>
            </a:extLst>
          </p:cNvPr>
          <p:cNvSpPr/>
          <p:nvPr/>
        </p:nvSpPr>
        <p:spPr>
          <a:xfrm rot="5400000">
            <a:off x="6507057" y="3821366"/>
            <a:ext cx="843270" cy="843270"/>
          </a:xfrm>
          <a:prstGeom prst="circularArrow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3" name="Arrow: Circular 32">
            <a:extLst>
              <a:ext uri="{FF2B5EF4-FFF2-40B4-BE49-F238E27FC236}">
                <a16:creationId xmlns:a16="http://schemas.microsoft.com/office/drawing/2014/main" id="{3BDA201C-081C-4EF6-8C86-5CD244BB57A7}"/>
              </a:ext>
            </a:extLst>
          </p:cNvPr>
          <p:cNvSpPr/>
          <p:nvPr/>
        </p:nvSpPr>
        <p:spPr>
          <a:xfrm rot="5400000" flipV="1">
            <a:off x="2560561" y="3822576"/>
            <a:ext cx="843270" cy="840850"/>
          </a:xfrm>
          <a:prstGeom prst="circularArrow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83654F0-8752-48E5-9027-2E8C75C2F225}"/>
              </a:ext>
            </a:extLst>
          </p:cNvPr>
          <p:cNvSpPr txBox="1"/>
          <p:nvPr/>
        </p:nvSpPr>
        <p:spPr>
          <a:xfrm>
            <a:off x="7363722" y="3023093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× 10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329DB3C-0ABC-467D-8E3D-EAF9107B87F1}"/>
              </a:ext>
            </a:extLst>
          </p:cNvPr>
          <p:cNvSpPr txBox="1"/>
          <p:nvPr/>
        </p:nvSpPr>
        <p:spPr>
          <a:xfrm>
            <a:off x="1631137" y="3023093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× 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05D86CC-1968-46C8-9EC0-C21B7633E261}"/>
              </a:ext>
            </a:extLst>
          </p:cNvPr>
          <p:cNvSpPr txBox="1"/>
          <p:nvPr/>
        </p:nvSpPr>
        <p:spPr>
          <a:xfrm>
            <a:off x="7363722" y="3990247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÷ 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7759ABE-F0B9-4A47-8B42-D9CD2363AD25}"/>
              </a:ext>
            </a:extLst>
          </p:cNvPr>
          <p:cNvSpPr txBox="1"/>
          <p:nvPr/>
        </p:nvSpPr>
        <p:spPr>
          <a:xfrm>
            <a:off x="1631137" y="3990247"/>
            <a:ext cx="811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÷ 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498EC6C-B634-4B83-93C6-67187ED308B0}"/>
              </a:ext>
            </a:extLst>
          </p:cNvPr>
          <p:cNvSpPr txBox="1"/>
          <p:nvPr/>
        </p:nvSpPr>
        <p:spPr>
          <a:xfrm>
            <a:off x="1960425" y="38669"/>
            <a:ext cx="59852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Көбөйтүлө турган сандардын бири 10 эсе чоң болсо, </a:t>
            </a:r>
          </a:p>
          <a:p>
            <a:pPr algn="ctr"/>
            <a:r>
              <a:rPr lang="ru-RU" sz="2000" dirty="0"/>
              <a:t>жооп дагы 10 эсе чоң болушу керек.</a:t>
            </a:r>
            <a:endParaRPr lang="en-GB" sz="2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C3D08C-B61C-402B-B541-512EB283907E}"/>
              </a:ext>
            </a:extLst>
          </p:cNvPr>
          <p:cNvSpPr txBox="1"/>
          <p:nvPr/>
        </p:nvSpPr>
        <p:spPr>
          <a:xfrm>
            <a:off x="2042981" y="6008646"/>
            <a:ext cx="58201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Көбөйтүлө турган сандардын бири 10 эсе аз болсо, </a:t>
            </a:r>
          </a:p>
          <a:p>
            <a:pPr algn="ctr"/>
            <a:r>
              <a:rPr lang="ru-RU" sz="2000" dirty="0"/>
              <a:t>жооп дагы 10 эсе аз болушу керек.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044709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33" grpId="0" animBg="1"/>
      <p:bldP spid="36" grpId="0"/>
      <p:bldP spid="37" grpId="0"/>
      <p:bldP spid="38" grpId="0"/>
      <p:bldP spid="39" grpId="0"/>
      <p:bldP spid="40" grpId="0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EE442FA-C414-4F38-A6EF-5C7FE08B96A6}"/>
              </a:ext>
            </a:extLst>
          </p:cNvPr>
          <p:cNvSpPr/>
          <p:nvPr/>
        </p:nvSpPr>
        <p:spPr>
          <a:xfrm>
            <a:off x="726831" y="650629"/>
            <a:ext cx="3528646" cy="2655277"/>
          </a:xfrm>
          <a:prstGeom prst="roundRect">
            <a:avLst>
              <a:gd name="adj" fmla="val 8756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54EBB7-AE66-4E77-BD61-8ABCADDFC404}"/>
              </a:ext>
            </a:extLst>
          </p:cNvPr>
          <p:cNvSpPr txBox="1"/>
          <p:nvPr/>
        </p:nvSpPr>
        <p:spPr>
          <a:xfrm>
            <a:off x="1257919" y="742954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40 × 2 =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476A63-4828-445B-B693-422A6C4615DA}"/>
              </a:ext>
            </a:extLst>
          </p:cNvPr>
          <p:cNvSpPr txBox="1"/>
          <p:nvPr/>
        </p:nvSpPr>
        <p:spPr>
          <a:xfrm>
            <a:off x="1491958" y="1345227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4 × 2 =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166194-F988-4ED4-A82B-4B525E8DF240}"/>
              </a:ext>
            </a:extLst>
          </p:cNvPr>
          <p:cNvSpPr txBox="1"/>
          <p:nvPr/>
        </p:nvSpPr>
        <p:spPr>
          <a:xfrm>
            <a:off x="1140899" y="1947500"/>
            <a:ext cx="1879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0,4 × 2 =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3BF96F-E957-4CC3-8BD4-C37F7530F8DA}"/>
              </a:ext>
            </a:extLst>
          </p:cNvPr>
          <p:cNvSpPr txBox="1"/>
          <p:nvPr/>
        </p:nvSpPr>
        <p:spPr>
          <a:xfrm>
            <a:off x="906861" y="2549772"/>
            <a:ext cx="21130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0,04 × 2 =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498EC6C-B634-4B83-93C6-67187ED308B0}"/>
              </a:ext>
            </a:extLst>
          </p:cNvPr>
          <p:cNvSpPr txBox="1"/>
          <p:nvPr/>
        </p:nvSpPr>
        <p:spPr>
          <a:xfrm>
            <a:off x="2821735" y="38669"/>
            <a:ext cx="42626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Амалдарды дептериңерде аткаргыла</a:t>
            </a:r>
            <a:endParaRPr lang="en-GB" sz="2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5E1AB1E-5294-4921-BA42-63579CF63E63}"/>
              </a:ext>
            </a:extLst>
          </p:cNvPr>
          <p:cNvSpPr txBox="1"/>
          <p:nvPr/>
        </p:nvSpPr>
        <p:spPr>
          <a:xfrm>
            <a:off x="3008222" y="742954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80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10E3D8-6AE3-4A42-BE29-8203A705011D}"/>
              </a:ext>
            </a:extLst>
          </p:cNvPr>
          <p:cNvSpPr txBox="1"/>
          <p:nvPr/>
        </p:nvSpPr>
        <p:spPr>
          <a:xfrm>
            <a:off x="3008222" y="13452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5BF360-8567-4B31-8B58-C5C2C492670B}"/>
              </a:ext>
            </a:extLst>
          </p:cNvPr>
          <p:cNvSpPr txBox="1"/>
          <p:nvPr/>
        </p:nvSpPr>
        <p:spPr>
          <a:xfrm>
            <a:off x="3008222" y="1947500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0,8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7AD66C6-9416-48B8-A76E-401782820C56}"/>
              </a:ext>
            </a:extLst>
          </p:cNvPr>
          <p:cNvSpPr txBox="1"/>
          <p:nvPr/>
        </p:nvSpPr>
        <p:spPr>
          <a:xfrm>
            <a:off x="3008222" y="2549772"/>
            <a:ext cx="1003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0,08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607A156-741D-4DF6-ADDA-2AA1772E4836}"/>
              </a:ext>
            </a:extLst>
          </p:cNvPr>
          <p:cNvSpPr/>
          <p:nvPr/>
        </p:nvSpPr>
        <p:spPr>
          <a:xfrm>
            <a:off x="5861539" y="650629"/>
            <a:ext cx="3528646" cy="2655277"/>
          </a:xfrm>
          <a:prstGeom prst="roundRect">
            <a:avLst>
              <a:gd name="adj" fmla="val 8756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B696F74-2B67-40C1-B378-BB63BF45A396}"/>
              </a:ext>
            </a:extLst>
          </p:cNvPr>
          <p:cNvSpPr txBox="1"/>
          <p:nvPr/>
        </p:nvSpPr>
        <p:spPr>
          <a:xfrm>
            <a:off x="6392627" y="742954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30 × 3 =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85AEE58-3914-4DC2-80DE-09F05918AAFE}"/>
              </a:ext>
            </a:extLst>
          </p:cNvPr>
          <p:cNvSpPr txBox="1"/>
          <p:nvPr/>
        </p:nvSpPr>
        <p:spPr>
          <a:xfrm>
            <a:off x="6626666" y="1345227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3 × 3 =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3363BBD-9EC6-4473-B28B-F3DCAEDABA28}"/>
              </a:ext>
            </a:extLst>
          </p:cNvPr>
          <p:cNvSpPr txBox="1"/>
          <p:nvPr/>
        </p:nvSpPr>
        <p:spPr>
          <a:xfrm>
            <a:off x="6275607" y="1947500"/>
            <a:ext cx="1879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0,3 × 3 =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10B9FF5-D3D0-432E-B26C-147633C676C5}"/>
              </a:ext>
            </a:extLst>
          </p:cNvPr>
          <p:cNvSpPr txBox="1"/>
          <p:nvPr/>
        </p:nvSpPr>
        <p:spPr>
          <a:xfrm>
            <a:off x="6041569" y="2549772"/>
            <a:ext cx="21130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0,03 × 3 =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B157514-2527-42FC-8BCF-92088A5E4ED1}"/>
              </a:ext>
            </a:extLst>
          </p:cNvPr>
          <p:cNvSpPr txBox="1"/>
          <p:nvPr/>
        </p:nvSpPr>
        <p:spPr>
          <a:xfrm>
            <a:off x="8142930" y="742954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90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A5A8EF8-C3BF-42B7-BC6C-EE04FEA1A58D}"/>
              </a:ext>
            </a:extLst>
          </p:cNvPr>
          <p:cNvSpPr txBox="1"/>
          <p:nvPr/>
        </p:nvSpPr>
        <p:spPr>
          <a:xfrm>
            <a:off x="8142930" y="134522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23863E3-794A-4902-A0D0-01F5661AAF40}"/>
              </a:ext>
            </a:extLst>
          </p:cNvPr>
          <p:cNvSpPr txBox="1"/>
          <p:nvPr/>
        </p:nvSpPr>
        <p:spPr>
          <a:xfrm>
            <a:off x="8142930" y="1947500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0,9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FAF97D7-B1A9-4AA9-8254-77C419CF48BD}"/>
              </a:ext>
            </a:extLst>
          </p:cNvPr>
          <p:cNvSpPr txBox="1"/>
          <p:nvPr/>
        </p:nvSpPr>
        <p:spPr>
          <a:xfrm>
            <a:off x="8142930" y="2549772"/>
            <a:ext cx="1003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0,09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720608F4-0E38-4874-9E4E-29E75B6EDC23}"/>
              </a:ext>
            </a:extLst>
          </p:cNvPr>
          <p:cNvSpPr/>
          <p:nvPr/>
        </p:nvSpPr>
        <p:spPr>
          <a:xfrm>
            <a:off x="726831" y="3789483"/>
            <a:ext cx="3528646" cy="2655277"/>
          </a:xfrm>
          <a:prstGeom prst="roundRect">
            <a:avLst>
              <a:gd name="adj" fmla="val 8756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AEDDA3B-0519-47FF-94EF-70CED29C4514}"/>
              </a:ext>
            </a:extLst>
          </p:cNvPr>
          <p:cNvSpPr txBox="1"/>
          <p:nvPr/>
        </p:nvSpPr>
        <p:spPr>
          <a:xfrm>
            <a:off x="1257919" y="3881808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20 × 5 =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B1CAF76-A729-471D-B296-BF0D42F1F6AB}"/>
              </a:ext>
            </a:extLst>
          </p:cNvPr>
          <p:cNvSpPr txBox="1"/>
          <p:nvPr/>
        </p:nvSpPr>
        <p:spPr>
          <a:xfrm>
            <a:off x="1491958" y="4484081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2 × 5 =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C0573C3-9F29-4E8E-88D9-D30B87FD08BC}"/>
              </a:ext>
            </a:extLst>
          </p:cNvPr>
          <p:cNvSpPr txBox="1"/>
          <p:nvPr/>
        </p:nvSpPr>
        <p:spPr>
          <a:xfrm>
            <a:off x="1140899" y="5086354"/>
            <a:ext cx="1879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0,2 × 5 =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72FDA2E-087D-44DE-AE15-2451E9C362A2}"/>
              </a:ext>
            </a:extLst>
          </p:cNvPr>
          <p:cNvSpPr txBox="1"/>
          <p:nvPr/>
        </p:nvSpPr>
        <p:spPr>
          <a:xfrm>
            <a:off x="906861" y="5688626"/>
            <a:ext cx="21130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0,02 × 5 =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2BA204E-67DF-4175-A997-1DE3A24B2F4F}"/>
              </a:ext>
            </a:extLst>
          </p:cNvPr>
          <p:cNvSpPr txBox="1"/>
          <p:nvPr/>
        </p:nvSpPr>
        <p:spPr>
          <a:xfrm>
            <a:off x="3008222" y="3881808"/>
            <a:ext cx="886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100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22632A8-4ABC-4CC0-B312-267BE5ABA342}"/>
              </a:ext>
            </a:extLst>
          </p:cNvPr>
          <p:cNvSpPr txBox="1"/>
          <p:nvPr/>
        </p:nvSpPr>
        <p:spPr>
          <a:xfrm>
            <a:off x="3008222" y="4484081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03D29CA-28E3-4C44-9BE6-ACCD8EE29394}"/>
              </a:ext>
            </a:extLst>
          </p:cNvPr>
          <p:cNvSpPr txBox="1"/>
          <p:nvPr/>
        </p:nvSpPr>
        <p:spPr>
          <a:xfrm>
            <a:off x="3008222" y="5086354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1E56F28-F864-424D-B2BE-8C886A33DE77}"/>
              </a:ext>
            </a:extLst>
          </p:cNvPr>
          <p:cNvSpPr txBox="1"/>
          <p:nvPr/>
        </p:nvSpPr>
        <p:spPr>
          <a:xfrm>
            <a:off x="3008222" y="5688626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0,1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7B8A9CDB-3BB5-4BD1-A156-2F276E49BA0B}"/>
              </a:ext>
            </a:extLst>
          </p:cNvPr>
          <p:cNvSpPr/>
          <p:nvPr/>
        </p:nvSpPr>
        <p:spPr>
          <a:xfrm>
            <a:off x="5861539" y="3789483"/>
            <a:ext cx="3528646" cy="2655277"/>
          </a:xfrm>
          <a:prstGeom prst="roundRect">
            <a:avLst>
              <a:gd name="adj" fmla="val 8756"/>
            </a:avLst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C877AFA-7747-47C7-B4DF-1002CB3C7059}"/>
              </a:ext>
            </a:extLst>
          </p:cNvPr>
          <p:cNvSpPr txBox="1"/>
          <p:nvPr/>
        </p:nvSpPr>
        <p:spPr>
          <a:xfrm>
            <a:off x="6392627" y="3881808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70 × 3 =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D272AB0-550F-46F0-AAA2-B1AE7A99DE2E}"/>
              </a:ext>
            </a:extLst>
          </p:cNvPr>
          <p:cNvSpPr txBox="1"/>
          <p:nvPr/>
        </p:nvSpPr>
        <p:spPr>
          <a:xfrm>
            <a:off x="6626666" y="4484081"/>
            <a:ext cx="1527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7 × 3 =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9F5DF32-9A5D-490B-8CDD-9F6B8170BC6F}"/>
              </a:ext>
            </a:extLst>
          </p:cNvPr>
          <p:cNvSpPr txBox="1"/>
          <p:nvPr/>
        </p:nvSpPr>
        <p:spPr>
          <a:xfrm>
            <a:off x="6275607" y="5086354"/>
            <a:ext cx="1879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0,7 × 3 =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6C33D62-7505-4AC9-B507-BEB90DB59224}"/>
              </a:ext>
            </a:extLst>
          </p:cNvPr>
          <p:cNvSpPr txBox="1"/>
          <p:nvPr/>
        </p:nvSpPr>
        <p:spPr>
          <a:xfrm>
            <a:off x="6041569" y="5688626"/>
            <a:ext cx="21130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0,07 × 3 = 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B7C8D47-E5C9-4FFC-98C1-0ABD266B53D1}"/>
              </a:ext>
            </a:extLst>
          </p:cNvPr>
          <p:cNvSpPr txBox="1"/>
          <p:nvPr/>
        </p:nvSpPr>
        <p:spPr>
          <a:xfrm>
            <a:off x="8142930" y="3881808"/>
            <a:ext cx="886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210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8288DF1-6562-4D33-9E71-91797B5E5CE4}"/>
              </a:ext>
            </a:extLst>
          </p:cNvPr>
          <p:cNvSpPr txBox="1"/>
          <p:nvPr/>
        </p:nvSpPr>
        <p:spPr>
          <a:xfrm>
            <a:off x="8142930" y="4484081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21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D2BD10B-2471-4812-9F0F-E3D9E4C620D2}"/>
              </a:ext>
            </a:extLst>
          </p:cNvPr>
          <p:cNvSpPr txBox="1"/>
          <p:nvPr/>
        </p:nvSpPr>
        <p:spPr>
          <a:xfrm>
            <a:off x="8142930" y="5086354"/>
            <a:ext cx="769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2,1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49C2C0E-B193-4570-9603-C51D22D76CF9}"/>
              </a:ext>
            </a:extLst>
          </p:cNvPr>
          <p:cNvSpPr txBox="1"/>
          <p:nvPr/>
        </p:nvSpPr>
        <p:spPr>
          <a:xfrm>
            <a:off x="8142930" y="5688626"/>
            <a:ext cx="1003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0,21</a:t>
            </a:r>
          </a:p>
        </p:txBody>
      </p:sp>
    </p:spTree>
    <p:extLst>
      <p:ext uri="{BB962C8B-B14F-4D97-AF65-F5344CB8AC3E}">
        <p14:creationId xmlns:p14="http://schemas.microsoft.com/office/powerpoint/2010/main" val="3879602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8" grpId="0"/>
      <p:bldP spid="44" grpId="0"/>
      <p:bldP spid="45" grpId="0"/>
      <p:bldP spid="46" grpId="0"/>
      <p:bldP spid="52" grpId="0"/>
      <p:bldP spid="53" grpId="0"/>
      <p:bldP spid="54" grpId="0"/>
      <p:bldP spid="55" grpId="0"/>
      <p:bldP spid="61" grpId="0"/>
      <p:bldP spid="62" grpId="0"/>
      <p:bldP spid="63" grpId="0"/>
      <p:bldP spid="6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E8106D-C340-41B3-BF46-08810EC0BEEA}"/>
              </a:ext>
            </a:extLst>
          </p:cNvPr>
          <p:cNvSpPr txBox="1"/>
          <p:nvPr/>
        </p:nvSpPr>
        <p:spPr>
          <a:xfrm>
            <a:off x="4167343" y="879234"/>
            <a:ext cx="18197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40 × 2 =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283F86-BEBA-4E50-B015-AD9311AD93DB}"/>
              </a:ext>
            </a:extLst>
          </p:cNvPr>
          <p:cNvSpPr txBox="1"/>
          <p:nvPr/>
        </p:nvSpPr>
        <p:spPr>
          <a:xfrm>
            <a:off x="6030379" y="879234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80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C4F835-8457-45C3-8CDE-3A6AC81A9A6D}"/>
              </a:ext>
            </a:extLst>
          </p:cNvPr>
          <p:cNvSpPr txBox="1"/>
          <p:nvPr/>
        </p:nvSpPr>
        <p:spPr>
          <a:xfrm>
            <a:off x="6768087" y="2332897"/>
            <a:ext cx="20794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400 × 2 =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F3C629-236D-4459-8F2D-2FD6CE6E346B}"/>
              </a:ext>
            </a:extLst>
          </p:cNvPr>
          <p:cNvSpPr txBox="1"/>
          <p:nvPr/>
        </p:nvSpPr>
        <p:spPr>
          <a:xfrm>
            <a:off x="8763009" y="2332897"/>
            <a:ext cx="9637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800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DBDB69-A8EF-4A1D-A657-CB4478E0A174}"/>
              </a:ext>
            </a:extLst>
          </p:cNvPr>
          <p:cNvSpPr txBox="1"/>
          <p:nvPr/>
        </p:nvSpPr>
        <p:spPr>
          <a:xfrm>
            <a:off x="6025450" y="4856289"/>
            <a:ext cx="18197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4 × 20 =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7FCE9C-D0D1-47FA-A704-B204D95D7DD5}"/>
              </a:ext>
            </a:extLst>
          </p:cNvPr>
          <p:cNvSpPr txBox="1"/>
          <p:nvPr/>
        </p:nvSpPr>
        <p:spPr>
          <a:xfrm>
            <a:off x="7888487" y="4856289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80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4FDD21-1E16-402D-AAD6-80DCF9FBFB54}"/>
              </a:ext>
            </a:extLst>
          </p:cNvPr>
          <p:cNvSpPr txBox="1"/>
          <p:nvPr/>
        </p:nvSpPr>
        <p:spPr>
          <a:xfrm>
            <a:off x="405389" y="1702783"/>
            <a:ext cx="20794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40 × 20 =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6949BB-193F-487B-B52D-1F0519F467CD}"/>
              </a:ext>
            </a:extLst>
          </p:cNvPr>
          <p:cNvSpPr txBox="1"/>
          <p:nvPr/>
        </p:nvSpPr>
        <p:spPr>
          <a:xfrm>
            <a:off x="2528112" y="1702783"/>
            <a:ext cx="9637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800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2A21BA-1D88-4CD7-A4F5-B2E52DB5953C}"/>
              </a:ext>
            </a:extLst>
          </p:cNvPr>
          <p:cNvSpPr txBox="1"/>
          <p:nvPr/>
        </p:nvSpPr>
        <p:spPr>
          <a:xfrm>
            <a:off x="526703" y="5046791"/>
            <a:ext cx="23391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4000 × 2 =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6B2633-C48D-4D5D-8458-D830B52AAA8C}"/>
              </a:ext>
            </a:extLst>
          </p:cNvPr>
          <p:cNvSpPr txBox="1"/>
          <p:nvPr/>
        </p:nvSpPr>
        <p:spPr>
          <a:xfrm>
            <a:off x="2909112" y="5046791"/>
            <a:ext cx="12234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8000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EC3D51-F617-4A6F-A458-ED2B55135488}"/>
              </a:ext>
            </a:extLst>
          </p:cNvPr>
          <p:cNvSpPr txBox="1"/>
          <p:nvPr/>
        </p:nvSpPr>
        <p:spPr>
          <a:xfrm>
            <a:off x="855519" y="38669"/>
            <a:ext cx="81950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Ар бир жоопту табуу үчүн борбордук эсептөөнү кантип колдонсок болот?</a:t>
            </a:r>
            <a:endParaRPr lang="en-GB" sz="20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72B3999-55F7-4743-9FE9-4CA57EF981DA}"/>
              </a:ext>
            </a:extLst>
          </p:cNvPr>
          <p:cNvCxnSpPr>
            <a:cxnSpLocks/>
          </p:cNvCxnSpPr>
          <p:nvPr/>
        </p:nvCxnSpPr>
        <p:spPr>
          <a:xfrm flipH="1" flipV="1">
            <a:off x="2576146" y="2488223"/>
            <a:ext cx="1151793" cy="58683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577FF7F-991E-45CB-B28E-207C8DD796FD}"/>
              </a:ext>
            </a:extLst>
          </p:cNvPr>
          <p:cNvCxnSpPr>
            <a:cxnSpLocks/>
          </p:cNvCxnSpPr>
          <p:nvPr/>
        </p:nvCxnSpPr>
        <p:spPr>
          <a:xfrm flipV="1">
            <a:off x="5357447" y="1781914"/>
            <a:ext cx="260837" cy="121694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600B405-95AD-4A50-974A-C5E4CB6F0C46}"/>
              </a:ext>
            </a:extLst>
          </p:cNvPr>
          <p:cNvCxnSpPr>
            <a:cxnSpLocks/>
          </p:cNvCxnSpPr>
          <p:nvPr/>
        </p:nvCxnSpPr>
        <p:spPr>
          <a:xfrm flipV="1">
            <a:off x="6195647" y="3050931"/>
            <a:ext cx="1620715" cy="42564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CFB083C-BA71-4624-A9DF-90E90B1884C5}"/>
              </a:ext>
            </a:extLst>
          </p:cNvPr>
          <p:cNvCxnSpPr>
            <a:cxnSpLocks/>
          </p:cNvCxnSpPr>
          <p:nvPr/>
        </p:nvCxnSpPr>
        <p:spPr>
          <a:xfrm>
            <a:off x="5926016" y="3839990"/>
            <a:ext cx="465992" cy="104853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7D31321-7BA8-4D9D-969D-8C0A46933635}"/>
              </a:ext>
            </a:extLst>
          </p:cNvPr>
          <p:cNvCxnSpPr>
            <a:cxnSpLocks/>
          </p:cNvCxnSpPr>
          <p:nvPr/>
        </p:nvCxnSpPr>
        <p:spPr>
          <a:xfrm flipH="1">
            <a:off x="3089031" y="3833446"/>
            <a:ext cx="762000" cy="10668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0B0FBC5-2FB9-4865-A4D7-CFEB3E1D845F}"/>
              </a:ext>
            </a:extLst>
          </p:cNvPr>
          <p:cNvSpPr/>
          <p:nvPr/>
        </p:nvSpPr>
        <p:spPr>
          <a:xfrm>
            <a:off x="3502268" y="2883877"/>
            <a:ext cx="2901461" cy="109024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82106E-680B-4AA0-BA2A-AD48F75284AA}"/>
              </a:ext>
            </a:extLst>
          </p:cNvPr>
          <p:cNvSpPr txBox="1"/>
          <p:nvPr/>
        </p:nvSpPr>
        <p:spPr>
          <a:xfrm>
            <a:off x="3919897" y="3075057"/>
            <a:ext cx="20505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4 × 2 = 8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6AC1444-5C91-4BB1-8C17-1BA3B5109DB8}"/>
              </a:ext>
            </a:extLst>
          </p:cNvPr>
          <p:cNvSpPr txBox="1"/>
          <p:nvPr/>
        </p:nvSpPr>
        <p:spPr>
          <a:xfrm>
            <a:off x="2982972" y="6351546"/>
            <a:ext cx="39401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Ар бир жоопту кантип чыгарабыз?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322918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1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E8106D-C340-41B3-BF46-08810EC0BEEA}"/>
              </a:ext>
            </a:extLst>
          </p:cNvPr>
          <p:cNvSpPr txBox="1"/>
          <p:nvPr/>
        </p:nvSpPr>
        <p:spPr>
          <a:xfrm>
            <a:off x="4037499" y="879234"/>
            <a:ext cx="19495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3 × 0,3 =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283F86-BEBA-4E50-B015-AD9311AD93DB}"/>
              </a:ext>
            </a:extLst>
          </p:cNvPr>
          <p:cNvSpPr txBox="1"/>
          <p:nvPr/>
        </p:nvSpPr>
        <p:spPr>
          <a:xfrm>
            <a:off x="6030379" y="879234"/>
            <a:ext cx="8338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C4F835-8457-45C3-8CDE-3A6AC81A9A6D}"/>
              </a:ext>
            </a:extLst>
          </p:cNvPr>
          <p:cNvSpPr txBox="1"/>
          <p:nvPr/>
        </p:nvSpPr>
        <p:spPr>
          <a:xfrm>
            <a:off x="7027774" y="2332897"/>
            <a:ext cx="18197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30 × 3 =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F3C629-236D-4459-8F2D-2FD6CE6E346B}"/>
              </a:ext>
            </a:extLst>
          </p:cNvPr>
          <p:cNvSpPr txBox="1"/>
          <p:nvPr/>
        </p:nvSpPr>
        <p:spPr>
          <a:xfrm>
            <a:off x="8890810" y="2332897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90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DBDB69-A8EF-4A1D-A657-CB4478E0A174}"/>
              </a:ext>
            </a:extLst>
          </p:cNvPr>
          <p:cNvSpPr txBox="1"/>
          <p:nvPr/>
        </p:nvSpPr>
        <p:spPr>
          <a:xfrm>
            <a:off x="5506078" y="4856289"/>
            <a:ext cx="23391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0,3 × 0,3 =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7FCE9C-D0D1-47FA-A704-B204D95D7DD5}"/>
              </a:ext>
            </a:extLst>
          </p:cNvPr>
          <p:cNvSpPr txBox="1"/>
          <p:nvPr/>
        </p:nvSpPr>
        <p:spPr>
          <a:xfrm>
            <a:off x="7888487" y="4856289"/>
            <a:ext cx="10935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0,09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4FDD21-1E16-402D-AAD6-80DCF9FBFB54}"/>
              </a:ext>
            </a:extLst>
          </p:cNvPr>
          <p:cNvSpPr txBox="1"/>
          <p:nvPr/>
        </p:nvSpPr>
        <p:spPr>
          <a:xfrm>
            <a:off x="405389" y="1702783"/>
            <a:ext cx="20794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30 × 30 =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6949BB-193F-487B-B52D-1F0519F467CD}"/>
              </a:ext>
            </a:extLst>
          </p:cNvPr>
          <p:cNvSpPr txBox="1"/>
          <p:nvPr/>
        </p:nvSpPr>
        <p:spPr>
          <a:xfrm>
            <a:off x="2528112" y="1702783"/>
            <a:ext cx="9637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900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2A21BA-1D88-4CD7-A4F5-B2E52DB5953C}"/>
              </a:ext>
            </a:extLst>
          </p:cNvPr>
          <p:cNvSpPr txBox="1"/>
          <p:nvPr/>
        </p:nvSpPr>
        <p:spPr>
          <a:xfrm>
            <a:off x="656546" y="5046791"/>
            <a:ext cx="22092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30 × 0,3 =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6B2633-C48D-4D5D-8458-D830B52AAA8C}"/>
              </a:ext>
            </a:extLst>
          </p:cNvPr>
          <p:cNvSpPr txBox="1"/>
          <p:nvPr/>
        </p:nvSpPr>
        <p:spPr>
          <a:xfrm>
            <a:off x="2909112" y="5046791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EC3D51-F617-4A6F-A458-ED2B55135488}"/>
              </a:ext>
            </a:extLst>
          </p:cNvPr>
          <p:cNvSpPr txBox="1"/>
          <p:nvPr/>
        </p:nvSpPr>
        <p:spPr>
          <a:xfrm>
            <a:off x="855519" y="38669"/>
            <a:ext cx="81950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Ар бир жоопту табуу үчүн борбордук эсептөөнү кантип колдонсок болот?</a:t>
            </a:r>
            <a:endParaRPr lang="en-GB" sz="20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72B3999-55F7-4743-9FE9-4CA57EF981DA}"/>
              </a:ext>
            </a:extLst>
          </p:cNvPr>
          <p:cNvCxnSpPr>
            <a:cxnSpLocks/>
          </p:cNvCxnSpPr>
          <p:nvPr/>
        </p:nvCxnSpPr>
        <p:spPr>
          <a:xfrm flipH="1" flipV="1">
            <a:off x="2576146" y="2488223"/>
            <a:ext cx="1151793" cy="58683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577FF7F-991E-45CB-B28E-207C8DD796FD}"/>
              </a:ext>
            </a:extLst>
          </p:cNvPr>
          <p:cNvCxnSpPr>
            <a:cxnSpLocks/>
          </p:cNvCxnSpPr>
          <p:nvPr/>
        </p:nvCxnSpPr>
        <p:spPr>
          <a:xfrm flipV="1">
            <a:off x="5357447" y="1781914"/>
            <a:ext cx="260837" cy="121694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600B405-95AD-4A50-974A-C5E4CB6F0C46}"/>
              </a:ext>
            </a:extLst>
          </p:cNvPr>
          <p:cNvCxnSpPr>
            <a:cxnSpLocks/>
          </p:cNvCxnSpPr>
          <p:nvPr/>
        </p:nvCxnSpPr>
        <p:spPr>
          <a:xfrm flipV="1">
            <a:off x="6195647" y="3050931"/>
            <a:ext cx="1620715" cy="42564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CFB083C-BA71-4624-A9DF-90E90B1884C5}"/>
              </a:ext>
            </a:extLst>
          </p:cNvPr>
          <p:cNvCxnSpPr>
            <a:cxnSpLocks/>
          </p:cNvCxnSpPr>
          <p:nvPr/>
        </p:nvCxnSpPr>
        <p:spPr>
          <a:xfrm>
            <a:off x="5926016" y="3839990"/>
            <a:ext cx="465992" cy="104853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7D31321-7BA8-4D9D-969D-8C0A46933635}"/>
              </a:ext>
            </a:extLst>
          </p:cNvPr>
          <p:cNvCxnSpPr>
            <a:cxnSpLocks/>
          </p:cNvCxnSpPr>
          <p:nvPr/>
        </p:nvCxnSpPr>
        <p:spPr>
          <a:xfrm flipH="1">
            <a:off x="3089031" y="3833446"/>
            <a:ext cx="762000" cy="10668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0B0FBC5-2FB9-4865-A4D7-CFEB3E1D845F}"/>
              </a:ext>
            </a:extLst>
          </p:cNvPr>
          <p:cNvSpPr/>
          <p:nvPr/>
        </p:nvSpPr>
        <p:spPr>
          <a:xfrm>
            <a:off x="3502268" y="2883877"/>
            <a:ext cx="2901461" cy="109024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82106E-680B-4AA0-BA2A-AD48F75284AA}"/>
              </a:ext>
            </a:extLst>
          </p:cNvPr>
          <p:cNvSpPr txBox="1"/>
          <p:nvPr/>
        </p:nvSpPr>
        <p:spPr>
          <a:xfrm>
            <a:off x="3919897" y="3075057"/>
            <a:ext cx="20505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3 × 3 = 9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6AC1444-5C91-4BB1-8C17-1BA3B5109DB8}"/>
              </a:ext>
            </a:extLst>
          </p:cNvPr>
          <p:cNvSpPr txBox="1"/>
          <p:nvPr/>
        </p:nvSpPr>
        <p:spPr>
          <a:xfrm>
            <a:off x="2982969" y="6351546"/>
            <a:ext cx="39401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Ар бир жоопту кантип чыгарабыз?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673794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1" grpId="0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E8106D-C340-41B3-BF46-08810EC0BEEA}"/>
              </a:ext>
            </a:extLst>
          </p:cNvPr>
          <p:cNvSpPr txBox="1"/>
          <p:nvPr/>
        </p:nvSpPr>
        <p:spPr>
          <a:xfrm>
            <a:off x="3777814" y="879234"/>
            <a:ext cx="22092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0,02 × 4 =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283F86-BEBA-4E50-B015-AD9311AD93DB}"/>
              </a:ext>
            </a:extLst>
          </p:cNvPr>
          <p:cNvSpPr txBox="1"/>
          <p:nvPr/>
        </p:nvSpPr>
        <p:spPr>
          <a:xfrm>
            <a:off x="6030379" y="879234"/>
            <a:ext cx="10935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0,08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C4F835-8457-45C3-8CDE-3A6AC81A9A6D}"/>
              </a:ext>
            </a:extLst>
          </p:cNvPr>
          <p:cNvSpPr txBox="1"/>
          <p:nvPr/>
        </p:nvSpPr>
        <p:spPr>
          <a:xfrm>
            <a:off x="6897930" y="2332897"/>
            <a:ext cx="19495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2 × 0,4 =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F3C629-236D-4459-8F2D-2FD6CE6E346B}"/>
              </a:ext>
            </a:extLst>
          </p:cNvPr>
          <p:cNvSpPr txBox="1"/>
          <p:nvPr/>
        </p:nvSpPr>
        <p:spPr>
          <a:xfrm>
            <a:off x="8890810" y="2332897"/>
            <a:ext cx="8338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DBDB69-A8EF-4A1D-A657-CB4478E0A174}"/>
              </a:ext>
            </a:extLst>
          </p:cNvPr>
          <p:cNvSpPr txBox="1"/>
          <p:nvPr/>
        </p:nvSpPr>
        <p:spPr>
          <a:xfrm>
            <a:off x="5506078" y="4856289"/>
            <a:ext cx="23391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0,2 × 0,4 =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7FCE9C-D0D1-47FA-A704-B204D95D7DD5}"/>
              </a:ext>
            </a:extLst>
          </p:cNvPr>
          <p:cNvSpPr txBox="1"/>
          <p:nvPr/>
        </p:nvSpPr>
        <p:spPr>
          <a:xfrm>
            <a:off x="7888487" y="4856289"/>
            <a:ext cx="10935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0,08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4FDD21-1E16-402D-AAD6-80DCF9FBFB54}"/>
              </a:ext>
            </a:extLst>
          </p:cNvPr>
          <p:cNvSpPr txBox="1"/>
          <p:nvPr/>
        </p:nvSpPr>
        <p:spPr>
          <a:xfrm>
            <a:off x="924763" y="1702783"/>
            <a:ext cx="15600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2 × 4 =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6949BB-193F-487B-B52D-1F0519F467CD}"/>
              </a:ext>
            </a:extLst>
          </p:cNvPr>
          <p:cNvSpPr txBox="1"/>
          <p:nvPr/>
        </p:nvSpPr>
        <p:spPr>
          <a:xfrm>
            <a:off x="2528112" y="1702783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2A21BA-1D88-4CD7-A4F5-B2E52DB5953C}"/>
              </a:ext>
            </a:extLst>
          </p:cNvPr>
          <p:cNvSpPr txBox="1"/>
          <p:nvPr/>
        </p:nvSpPr>
        <p:spPr>
          <a:xfrm>
            <a:off x="396859" y="5046791"/>
            <a:ext cx="24689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20 × 0,04 =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6B2633-C48D-4D5D-8458-D830B52AAA8C}"/>
              </a:ext>
            </a:extLst>
          </p:cNvPr>
          <p:cNvSpPr txBox="1"/>
          <p:nvPr/>
        </p:nvSpPr>
        <p:spPr>
          <a:xfrm>
            <a:off x="2909112" y="5046791"/>
            <a:ext cx="444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EC3D51-F617-4A6F-A458-ED2B55135488}"/>
              </a:ext>
            </a:extLst>
          </p:cNvPr>
          <p:cNvSpPr txBox="1"/>
          <p:nvPr/>
        </p:nvSpPr>
        <p:spPr>
          <a:xfrm>
            <a:off x="1172835" y="38669"/>
            <a:ext cx="75604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Чыгарылган эсептөөдөн баштап, башкаларга жооп бере аласызбы?</a:t>
            </a:r>
            <a:endParaRPr lang="en-GB" sz="20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72B3999-55F7-4743-9FE9-4CA57EF981DA}"/>
              </a:ext>
            </a:extLst>
          </p:cNvPr>
          <p:cNvCxnSpPr>
            <a:cxnSpLocks/>
          </p:cNvCxnSpPr>
          <p:nvPr/>
        </p:nvCxnSpPr>
        <p:spPr>
          <a:xfrm flipH="1" flipV="1">
            <a:off x="2576146" y="2488223"/>
            <a:ext cx="1151793" cy="58683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577FF7F-991E-45CB-B28E-207C8DD796FD}"/>
              </a:ext>
            </a:extLst>
          </p:cNvPr>
          <p:cNvCxnSpPr>
            <a:cxnSpLocks/>
          </p:cNvCxnSpPr>
          <p:nvPr/>
        </p:nvCxnSpPr>
        <p:spPr>
          <a:xfrm flipV="1">
            <a:off x="5357447" y="1781914"/>
            <a:ext cx="260837" cy="121694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600B405-95AD-4A50-974A-C5E4CB6F0C46}"/>
              </a:ext>
            </a:extLst>
          </p:cNvPr>
          <p:cNvCxnSpPr>
            <a:cxnSpLocks/>
          </p:cNvCxnSpPr>
          <p:nvPr/>
        </p:nvCxnSpPr>
        <p:spPr>
          <a:xfrm flipV="1">
            <a:off x="6195647" y="3050931"/>
            <a:ext cx="1620715" cy="42564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CFB083C-BA71-4624-A9DF-90E90B1884C5}"/>
              </a:ext>
            </a:extLst>
          </p:cNvPr>
          <p:cNvCxnSpPr>
            <a:cxnSpLocks/>
          </p:cNvCxnSpPr>
          <p:nvPr/>
        </p:nvCxnSpPr>
        <p:spPr>
          <a:xfrm>
            <a:off x="5926016" y="3839990"/>
            <a:ext cx="465992" cy="104853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7D31321-7BA8-4D9D-969D-8C0A46933635}"/>
              </a:ext>
            </a:extLst>
          </p:cNvPr>
          <p:cNvCxnSpPr>
            <a:cxnSpLocks/>
          </p:cNvCxnSpPr>
          <p:nvPr/>
        </p:nvCxnSpPr>
        <p:spPr>
          <a:xfrm flipH="1">
            <a:off x="3089031" y="3833446"/>
            <a:ext cx="762000" cy="10668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0B0FBC5-2FB9-4865-A4D7-CFEB3E1D845F}"/>
              </a:ext>
            </a:extLst>
          </p:cNvPr>
          <p:cNvSpPr/>
          <p:nvPr/>
        </p:nvSpPr>
        <p:spPr>
          <a:xfrm>
            <a:off x="3502268" y="2883877"/>
            <a:ext cx="2901461" cy="109024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82106E-680B-4AA0-BA2A-AD48F75284AA}"/>
              </a:ext>
            </a:extLst>
          </p:cNvPr>
          <p:cNvSpPr txBox="1"/>
          <p:nvPr/>
        </p:nvSpPr>
        <p:spPr>
          <a:xfrm>
            <a:off x="3583529" y="3075057"/>
            <a:ext cx="19495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0,2 × 4 =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6AC1444-5C91-4BB1-8C17-1BA3B5109DB8}"/>
              </a:ext>
            </a:extLst>
          </p:cNvPr>
          <p:cNvSpPr txBox="1"/>
          <p:nvPr/>
        </p:nvSpPr>
        <p:spPr>
          <a:xfrm>
            <a:off x="2982969" y="6351546"/>
            <a:ext cx="39401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Ар бир жоопту кантип чыгарабыз?</a:t>
            </a:r>
            <a:endParaRPr lang="en-GB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EAC8A0-B4F6-4AA0-A340-6A7C5BF9AA8A}"/>
              </a:ext>
            </a:extLst>
          </p:cNvPr>
          <p:cNvSpPr txBox="1"/>
          <p:nvPr/>
        </p:nvSpPr>
        <p:spPr>
          <a:xfrm>
            <a:off x="5426640" y="3080242"/>
            <a:ext cx="8338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0,8</a:t>
            </a:r>
          </a:p>
        </p:txBody>
      </p:sp>
    </p:spTree>
    <p:extLst>
      <p:ext uri="{BB962C8B-B14F-4D97-AF65-F5344CB8AC3E}">
        <p14:creationId xmlns:p14="http://schemas.microsoft.com/office/powerpoint/2010/main" val="1887449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6" grpId="0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E8106D-C340-41B3-BF46-08810EC0BEEA}"/>
              </a:ext>
            </a:extLst>
          </p:cNvPr>
          <p:cNvSpPr txBox="1"/>
          <p:nvPr/>
        </p:nvSpPr>
        <p:spPr>
          <a:xfrm>
            <a:off x="3647970" y="879234"/>
            <a:ext cx="23391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1,2 × 0,6 =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283F86-BEBA-4E50-B015-AD9311AD93DB}"/>
              </a:ext>
            </a:extLst>
          </p:cNvPr>
          <p:cNvSpPr txBox="1"/>
          <p:nvPr/>
        </p:nvSpPr>
        <p:spPr>
          <a:xfrm>
            <a:off x="6030379" y="879234"/>
            <a:ext cx="10935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0,72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C4F835-8457-45C3-8CDE-3A6AC81A9A6D}"/>
              </a:ext>
            </a:extLst>
          </p:cNvPr>
          <p:cNvSpPr txBox="1"/>
          <p:nvPr/>
        </p:nvSpPr>
        <p:spPr>
          <a:xfrm>
            <a:off x="6768088" y="2332897"/>
            <a:ext cx="20794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12 × 60 =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F3C629-236D-4459-8F2D-2FD6CE6E346B}"/>
              </a:ext>
            </a:extLst>
          </p:cNvPr>
          <p:cNvSpPr txBox="1"/>
          <p:nvPr/>
        </p:nvSpPr>
        <p:spPr>
          <a:xfrm>
            <a:off x="8890810" y="2332897"/>
            <a:ext cx="9637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720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DBDB69-A8EF-4A1D-A657-CB4478E0A174}"/>
              </a:ext>
            </a:extLst>
          </p:cNvPr>
          <p:cNvSpPr txBox="1"/>
          <p:nvPr/>
        </p:nvSpPr>
        <p:spPr>
          <a:xfrm>
            <a:off x="5635922" y="4856289"/>
            <a:ext cx="22092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0,12 × 6 =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7FCE9C-D0D1-47FA-A704-B204D95D7DD5}"/>
              </a:ext>
            </a:extLst>
          </p:cNvPr>
          <p:cNvSpPr txBox="1"/>
          <p:nvPr/>
        </p:nvSpPr>
        <p:spPr>
          <a:xfrm>
            <a:off x="7888487" y="4856289"/>
            <a:ext cx="10935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0,72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4FDD21-1E16-402D-AAD6-80DCF9FBFB54}"/>
              </a:ext>
            </a:extLst>
          </p:cNvPr>
          <p:cNvSpPr txBox="1"/>
          <p:nvPr/>
        </p:nvSpPr>
        <p:spPr>
          <a:xfrm>
            <a:off x="665075" y="1702783"/>
            <a:ext cx="18197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12 × 6 =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6949BB-193F-487B-B52D-1F0519F467CD}"/>
              </a:ext>
            </a:extLst>
          </p:cNvPr>
          <p:cNvSpPr txBox="1"/>
          <p:nvPr/>
        </p:nvSpPr>
        <p:spPr>
          <a:xfrm>
            <a:off x="2528112" y="1702783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72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2A21BA-1D88-4CD7-A4F5-B2E52DB5953C}"/>
              </a:ext>
            </a:extLst>
          </p:cNvPr>
          <p:cNvSpPr txBox="1"/>
          <p:nvPr/>
        </p:nvSpPr>
        <p:spPr>
          <a:xfrm>
            <a:off x="267017" y="5046791"/>
            <a:ext cx="25987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0,12 × 0,6 =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6B2633-C48D-4D5D-8458-D830B52AAA8C}"/>
              </a:ext>
            </a:extLst>
          </p:cNvPr>
          <p:cNvSpPr txBox="1"/>
          <p:nvPr/>
        </p:nvSpPr>
        <p:spPr>
          <a:xfrm>
            <a:off x="2909112" y="5046791"/>
            <a:ext cx="13532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0,072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72B3999-55F7-4743-9FE9-4CA57EF981DA}"/>
              </a:ext>
            </a:extLst>
          </p:cNvPr>
          <p:cNvCxnSpPr>
            <a:cxnSpLocks/>
          </p:cNvCxnSpPr>
          <p:nvPr/>
        </p:nvCxnSpPr>
        <p:spPr>
          <a:xfrm flipH="1" flipV="1">
            <a:off x="2576146" y="2488223"/>
            <a:ext cx="1151793" cy="58683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577FF7F-991E-45CB-B28E-207C8DD796FD}"/>
              </a:ext>
            </a:extLst>
          </p:cNvPr>
          <p:cNvCxnSpPr>
            <a:cxnSpLocks/>
          </p:cNvCxnSpPr>
          <p:nvPr/>
        </p:nvCxnSpPr>
        <p:spPr>
          <a:xfrm flipV="1">
            <a:off x="5357447" y="1781914"/>
            <a:ext cx="260837" cy="121694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600B405-95AD-4A50-974A-C5E4CB6F0C46}"/>
              </a:ext>
            </a:extLst>
          </p:cNvPr>
          <p:cNvCxnSpPr>
            <a:cxnSpLocks/>
          </p:cNvCxnSpPr>
          <p:nvPr/>
        </p:nvCxnSpPr>
        <p:spPr>
          <a:xfrm flipV="1">
            <a:off x="6195647" y="3050931"/>
            <a:ext cx="1620715" cy="42564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CFB083C-BA71-4624-A9DF-90E90B1884C5}"/>
              </a:ext>
            </a:extLst>
          </p:cNvPr>
          <p:cNvCxnSpPr>
            <a:cxnSpLocks/>
          </p:cNvCxnSpPr>
          <p:nvPr/>
        </p:nvCxnSpPr>
        <p:spPr>
          <a:xfrm>
            <a:off x="5926016" y="3839990"/>
            <a:ext cx="465992" cy="1048533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7D31321-7BA8-4D9D-969D-8C0A46933635}"/>
              </a:ext>
            </a:extLst>
          </p:cNvPr>
          <p:cNvCxnSpPr>
            <a:cxnSpLocks/>
          </p:cNvCxnSpPr>
          <p:nvPr/>
        </p:nvCxnSpPr>
        <p:spPr>
          <a:xfrm flipH="1">
            <a:off x="3089031" y="3833446"/>
            <a:ext cx="762000" cy="106680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0B0FBC5-2FB9-4865-A4D7-CFEB3E1D845F}"/>
              </a:ext>
            </a:extLst>
          </p:cNvPr>
          <p:cNvSpPr/>
          <p:nvPr/>
        </p:nvSpPr>
        <p:spPr>
          <a:xfrm>
            <a:off x="3502268" y="2883877"/>
            <a:ext cx="2901461" cy="109024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82106E-680B-4AA0-BA2A-AD48F75284AA}"/>
              </a:ext>
            </a:extLst>
          </p:cNvPr>
          <p:cNvSpPr txBox="1"/>
          <p:nvPr/>
        </p:nvSpPr>
        <p:spPr>
          <a:xfrm>
            <a:off x="3583529" y="3075057"/>
            <a:ext cx="19495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dirty="0"/>
              <a:t>1,2 × 6 =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6AC1444-5C91-4BB1-8C17-1BA3B5109DB8}"/>
              </a:ext>
            </a:extLst>
          </p:cNvPr>
          <p:cNvSpPr txBox="1"/>
          <p:nvPr/>
        </p:nvSpPr>
        <p:spPr>
          <a:xfrm>
            <a:off x="2982969" y="6351546"/>
            <a:ext cx="39401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Ар бир жоопту кантип чыгарабыз?</a:t>
            </a:r>
            <a:endParaRPr lang="en-GB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EAC8A0-B4F6-4AA0-A340-6A7C5BF9AA8A}"/>
              </a:ext>
            </a:extLst>
          </p:cNvPr>
          <p:cNvSpPr txBox="1"/>
          <p:nvPr/>
        </p:nvSpPr>
        <p:spPr>
          <a:xfrm>
            <a:off x="5426640" y="3080242"/>
            <a:ext cx="8338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7,2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C2E8731-57C3-4D93-ADB1-B3905B0D2A6D}"/>
              </a:ext>
            </a:extLst>
          </p:cNvPr>
          <p:cNvSpPr txBox="1"/>
          <p:nvPr/>
        </p:nvSpPr>
        <p:spPr>
          <a:xfrm>
            <a:off x="1173282" y="38669"/>
            <a:ext cx="75595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Чыгарылган эсептөөдөн баштап, башкаларга жооп бере аласызбы?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733399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6" grpId="0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5655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2,4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7,2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65765" y="1440478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8" y="-30715"/>
            <a:ext cx="1514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САБАК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72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072580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696148" y="3455381"/>
            <a:ext cx="705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7,2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885647" y="729765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2C907B3-9E74-9882-43C8-3149F9864806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B405218-CADC-338C-C209-53CA653615F7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1DA446-DFC5-2B6B-E249-338EFC474CBB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9C195A-D285-FB47-B5B5-9DE4AB0FDA9B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793026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2" grpId="0"/>
      <p:bldP spid="33" grpId="0"/>
      <p:bldP spid="43" grpId="0"/>
      <p:bldP spid="48" grpId="0"/>
      <p:bldP spid="49" grpId="0"/>
      <p:bldP spid="57" grpId="0"/>
      <p:bldP spid="3" grpId="0"/>
      <p:bldP spid="6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0,16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0,8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65765" y="1273424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САБАК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80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072580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696149" y="3455381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885647" y="729765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7D7C1EC-E377-490E-8EEA-DCB8156CFF31}"/>
              </a:ext>
            </a:extLst>
          </p:cNvPr>
          <p:cNvSpPr txBox="1"/>
          <p:nvPr/>
        </p:nvSpPr>
        <p:spPr>
          <a:xfrm>
            <a:off x="265765" y="165149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649B3C4-242F-471D-95A7-13C35669F1EE}"/>
              </a:ext>
            </a:extLst>
          </p:cNvPr>
          <p:cNvSpPr txBox="1"/>
          <p:nvPr/>
        </p:nvSpPr>
        <p:spPr>
          <a:xfrm>
            <a:off x="3072580" y="299930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36E6E5-1B75-4EB7-82C4-F99D0B6A67EF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19E8DBF-A60E-4CE6-4DA4-E0031471369A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DB98F7E-F9E1-44F8-29CB-713B7F0B8FF9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5A87AC-C72F-997F-3216-FB7FAC035979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0828C5-52FB-0AF1-762D-38F20279E3E4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762633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2" grpId="0"/>
      <p:bldP spid="33" grpId="0"/>
      <p:bldP spid="43" grpId="0"/>
      <p:bldP spid="48" grpId="0"/>
      <p:bldP spid="49" grpId="0"/>
      <p:bldP spid="57" grpId="0"/>
      <p:bldP spid="30" grpId="0"/>
      <p:bldP spid="31" grpId="0"/>
      <p:bldP spid="7" grpId="0"/>
      <p:bldP spid="8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5655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1,5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003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1,8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83350" y="141410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713243" y="2127742"/>
            <a:ext cx="6944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12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САБАК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180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696148" y="3455381"/>
            <a:ext cx="705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4" y="729765"/>
            <a:ext cx="705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040FC-496F-411E-95E3-6C38DBAB94BE}"/>
              </a:ext>
            </a:extLst>
          </p:cNvPr>
          <p:cNvSpPr txBox="1"/>
          <p:nvPr/>
        </p:nvSpPr>
        <p:spPr>
          <a:xfrm>
            <a:off x="31207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1207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059396" y="144927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F64ED9-BCA0-42F5-AE27-5D516A3701C4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A6C38B-5BF5-B678-6A2D-16275C626184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13F86A-47D0-6BDF-712D-E666FC7D6E44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94AB6C-5733-5418-19E1-DDE9E65E844B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275258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2" grpId="0"/>
      <p:bldP spid="33" grpId="0"/>
      <p:bldP spid="43" grpId="0"/>
      <p:bldP spid="49" grpId="0"/>
      <p:bldP spid="57" grpId="0"/>
      <p:bldP spid="31" grpId="0"/>
      <p:bldP spid="38" grpId="0"/>
      <p:bldP spid="40" grpId="0"/>
      <p:bldP spid="2" grpId="0"/>
      <p:bldP spid="3" grpId="0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5655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2,3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1,38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83349" y="148444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0711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САБАК</a:t>
            </a:r>
            <a:endParaRPr lang="en-GB" b="1" dirty="0">
              <a:latin typeface="Bodoni MT Black" panose="02070A03080606020203" pitchFamily="18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138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591953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1,38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5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040FC-496F-411E-95E3-6C38DBAB94BE}"/>
              </a:ext>
            </a:extLst>
          </p:cNvPr>
          <p:cNvSpPr txBox="1"/>
          <p:nvPr/>
        </p:nvSpPr>
        <p:spPr>
          <a:xfrm>
            <a:off x="31207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1207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076981" y="145806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73AAC5-60C0-4547-B419-1CF0109423AC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8F41DD-7F28-B7BF-F585-D658508B7579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F74977-A08A-9BEE-0702-DFE872FE7A8A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C19950-B3B0-D749-E95E-FD8D59AD8988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276465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2" grpId="0"/>
      <p:bldP spid="33" grpId="0"/>
      <p:bldP spid="43" grpId="0"/>
      <p:bldP spid="49" grpId="0"/>
      <p:bldP spid="57" grpId="0"/>
      <p:bldP spid="31" grpId="0"/>
      <p:bldP spid="38" grpId="0"/>
      <p:bldP spid="40" grpId="0"/>
      <p:bldP spid="2" grpId="0"/>
      <p:bldP spid="3" grpId="0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5655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2,3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1,38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83349" y="148444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0711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САБАК</a:t>
            </a:r>
            <a:endParaRPr lang="en-GB" b="1" dirty="0">
              <a:latin typeface="Bodoni MT Black" panose="02070A03080606020203" pitchFamily="18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76649A-B6A4-4659-BEA0-BB5CBD37B40C}"/>
              </a:ext>
            </a:extLst>
          </p:cNvPr>
          <p:cNvSpPr txBox="1"/>
          <p:nvPr/>
        </p:nvSpPr>
        <p:spPr>
          <a:xfrm>
            <a:off x="7799657" y="23582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138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591953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1,38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5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040FC-496F-411E-95E3-6C38DBAB94BE}"/>
              </a:ext>
            </a:extLst>
          </p:cNvPr>
          <p:cNvSpPr txBox="1"/>
          <p:nvPr/>
        </p:nvSpPr>
        <p:spPr>
          <a:xfrm>
            <a:off x="31207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1207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076981" y="145806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6608A3-2BCD-4907-9433-8BA5AAE52F55}"/>
              </a:ext>
            </a:extLst>
          </p:cNvPr>
          <p:cNvSpPr txBox="1"/>
          <p:nvPr/>
        </p:nvSpPr>
        <p:spPr>
          <a:xfrm>
            <a:off x="57090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6E51C2D-F4AF-412D-BA5B-E30BA3310AB7}"/>
              </a:ext>
            </a:extLst>
          </p:cNvPr>
          <p:cNvSpPr txBox="1"/>
          <p:nvPr/>
        </p:nvSpPr>
        <p:spPr>
          <a:xfrm>
            <a:off x="77084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0,35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F8CC567-1081-4FB0-A4D4-4509E0642A73}"/>
              </a:ext>
            </a:extLst>
          </p:cNvPr>
          <p:cNvCxnSpPr>
            <a:cxnSpLocks/>
          </p:cNvCxnSpPr>
          <p:nvPr/>
        </p:nvCxnSpPr>
        <p:spPr>
          <a:xfrm>
            <a:off x="60701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DE32F588-F6B7-499A-9BF9-126123282A2B}"/>
              </a:ext>
            </a:extLst>
          </p:cNvPr>
          <p:cNvSpPr txBox="1"/>
          <p:nvPr/>
        </p:nvSpPr>
        <p:spPr>
          <a:xfrm>
            <a:off x="5426849" y="148444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69FEA91-C1AC-403D-88D2-55F256BE0EBE}"/>
              </a:ext>
            </a:extLst>
          </p:cNvPr>
          <p:cNvSpPr txBox="1"/>
          <p:nvPr/>
        </p:nvSpPr>
        <p:spPr>
          <a:xfrm>
            <a:off x="5885458" y="2127742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0EBAEC7-E6A3-4273-A0C9-533E5B98DCC2}"/>
              </a:ext>
            </a:extLst>
          </p:cNvPr>
          <p:cNvSpPr txBox="1"/>
          <p:nvPr/>
        </p:nvSpPr>
        <p:spPr>
          <a:xfrm>
            <a:off x="69609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5DBBB93-4F68-4DC8-B18A-AB497C65D97D}"/>
              </a:ext>
            </a:extLst>
          </p:cNvPr>
          <p:cNvSpPr txBox="1"/>
          <p:nvPr/>
        </p:nvSpPr>
        <p:spPr>
          <a:xfrm>
            <a:off x="75420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35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E1CBD5D-DE48-4CC5-B8E4-68F3A6CE5AEB}"/>
              </a:ext>
            </a:extLst>
          </p:cNvPr>
          <p:cNvCxnSpPr>
            <a:cxnSpLocks/>
          </p:cNvCxnSpPr>
          <p:nvPr/>
        </p:nvCxnSpPr>
        <p:spPr>
          <a:xfrm>
            <a:off x="72457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5E9EC92-5370-4485-B887-08E8251CED88}"/>
              </a:ext>
            </a:extLst>
          </p:cNvPr>
          <p:cNvCxnSpPr>
            <a:cxnSpLocks/>
          </p:cNvCxnSpPr>
          <p:nvPr/>
        </p:nvCxnSpPr>
        <p:spPr>
          <a:xfrm>
            <a:off x="82070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C124FC6B-32FE-43FF-B827-E78B0476623B}"/>
              </a:ext>
            </a:extLst>
          </p:cNvPr>
          <p:cNvSpPr txBox="1"/>
          <p:nvPr/>
        </p:nvSpPr>
        <p:spPr>
          <a:xfrm>
            <a:off x="7735453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0,35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195CBAC-F8F1-443A-8A15-7AFE258BB926}"/>
              </a:ext>
            </a:extLst>
          </p:cNvPr>
          <p:cNvSpPr txBox="1"/>
          <p:nvPr/>
        </p:nvSpPr>
        <p:spPr>
          <a:xfrm>
            <a:off x="64551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8832396-61D5-4AF1-A952-ED5348639AFE}"/>
              </a:ext>
            </a:extLst>
          </p:cNvPr>
          <p:cNvSpPr txBox="1"/>
          <p:nvPr/>
        </p:nvSpPr>
        <p:spPr>
          <a:xfrm>
            <a:off x="6872855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EEFDC66-465F-45C6-8BA1-7CA797C1982D}"/>
              </a:ext>
            </a:extLst>
          </p:cNvPr>
          <p:cNvSpPr txBox="1"/>
          <p:nvPr/>
        </p:nvSpPr>
        <p:spPr>
          <a:xfrm>
            <a:off x="64551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D86F124-3032-48CD-BCCA-3E72C8B3A6D1}"/>
              </a:ext>
            </a:extLst>
          </p:cNvPr>
          <p:cNvSpPr txBox="1"/>
          <p:nvPr/>
        </p:nvSpPr>
        <p:spPr>
          <a:xfrm>
            <a:off x="82642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33D7D92-30CB-4A53-B7BF-0BF04B2E7A90}"/>
              </a:ext>
            </a:extLst>
          </p:cNvPr>
          <p:cNvSpPr txBox="1"/>
          <p:nvPr/>
        </p:nvSpPr>
        <p:spPr>
          <a:xfrm>
            <a:off x="82642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760C9BD-D85C-4DBA-BA28-FDC8726E7B35}"/>
              </a:ext>
            </a:extLst>
          </p:cNvPr>
          <p:cNvSpPr txBox="1"/>
          <p:nvPr/>
        </p:nvSpPr>
        <p:spPr>
          <a:xfrm>
            <a:off x="7220481" y="145806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A4EED2D-1867-40A9-AF5E-51B204B17F8F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61588D-D91D-6218-C568-6AFFE1A80E95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394245-B6CC-289E-D386-E55A5836852A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7F7756-F102-0105-2964-E5828C1B06E2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202531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8" grpId="0"/>
      <p:bldP spid="52" grpId="0"/>
      <p:bldP spid="53" grpId="0"/>
      <p:bldP spid="60" grpId="0"/>
      <p:bldP spid="63" grpId="0"/>
      <p:bldP spid="68" grpId="0"/>
      <p:bldP spid="69" grpId="0"/>
      <p:bldP spid="70" grpId="0"/>
      <p:bldP spid="71" grpId="0"/>
      <p:bldP spid="2" grpId="0"/>
      <p:bldP spid="3" grpId="0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5655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2,3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1,38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83349" y="148444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0711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САБАК</a:t>
            </a:r>
            <a:endParaRPr lang="en-GB" b="1" dirty="0">
              <a:latin typeface="Bodoni MT Black" panose="02070A03080606020203" pitchFamily="18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76649A-B6A4-4659-BEA0-BB5CBD37B40C}"/>
              </a:ext>
            </a:extLst>
          </p:cNvPr>
          <p:cNvSpPr txBox="1"/>
          <p:nvPr/>
        </p:nvSpPr>
        <p:spPr>
          <a:xfrm>
            <a:off x="7880902" y="13855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138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591953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1,38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5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040FC-496F-411E-95E3-6C38DBAB94BE}"/>
              </a:ext>
            </a:extLst>
          </p:cNvPr>
          <p:cNvSpPr txBox="1"/>
          <p:nvPr/>
        </p:nvSpPr>
        <p:spPr>
          <a:xfrm>
            <a:off x="31207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1207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076981" y="145806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6608A3-2BCD-4907-9433-8BA5AAE52F55}"/>
              </a:ext>
            </a:extLst>
          </p:cNvPr>
          <p:cNvSpPr txBox="1"/>
          <p:nvPr/>
        </p:nvSpPr>
        <p:spPr>
          <a:xfrm>
            <a:off x="5709068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1,3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6E51C2D-F4AF-412D-BA5B-E30BA3310AB7}"/>
              </a:ext>
            </a:extLst>
          </p:cNvPr>
          <p:cNvSpPr txBox="1"/>
          <p:nvPr/>
        </p:nvSpPr>
        <p:spPr>
          <a:xfrm>
            <a:off x="77084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0,91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F8CC567-1081-4FB0-A4D4-4509E0642A73}"/>
              </a:ext>
            </a:extLst>
          </p:cNvPr>
          <p:cNvCxnSpPr>
            <a:cxnSpLocks/>
          </p:cNvCxnSpPr>
          <p:nvPr/>
        </p:nvCxnSpPr>
        <p:spPr>
          <a:xfrm>
            <a:off x="60701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DE32F588-F6B7-499A-9BF9-126123282A2B}"/>
              </a:ext>
            </a:extLst>
          </p:cNvPr>
          <p:cNvSpPr txBox="1"/>
          <p:nvPr/>
        </p:nvSpPr>
        <p:spPr>
          <a:xfrm>
            <a:off x="5426849" y="1484440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69FEA91-C1AC-403D-88D2-55F256BE0EBE}"/>
              </a:ext>
            </a:extLst>
          </p:cNvPr>
          <p:cNvSpPr txBox="1"/>
          <p:nvPr/>
        </p:nvSpPr>
        <p:spPr>
          <a:xfrm>
            <a:off x="57812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0EBAEC7-E6A3-4273-A0C9-533E5B98DCC2}"/>
              </a:ext>
            </a:extLst>
          </p:cNvPr>
          <p:cNvSpPr txBox="1"/>
          <p:nvPr/>
        </p:nvSpPr>
        <p:spPr>
          <a:xfrm>
            <a:off x="69609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5DBBB93-4F68-4DC8-B18A-AB497C65D97D}"/>
              </a:ext>
            </a:extLst>
          </p:cNvPr>
          <p:cNvSpPr txBox="1"/>
          <p:nvPr/>
        </p:nvSpPr>
        <p:spPr>
          <a:xfrm>
            <a:off x="75420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91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E1CBD5D-DE48-4CC5-B8E4-68F3A6CE5AEB}"/>
              </a:ext>
            </a:extLst>
          </p:cNvPr>
          <p:cNvCxnSpPr>
            <a:cxnSpLocks/>
          </p:cNvCxnSpPr>
          <p:nvPr/>
        </p:nvCxnSpPr>
        <p:spPr>
          <a:xfrm>
            <a:off x="72457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5E9EC92-5370-4485-B887-08E8251CED88}"/>
              </a:ext>
            </a:extLst>
          </p:cNvPr>
          <p:cNvCxnSpPr>
            <a:cxnSpLocks/>
          </p:cNvCxnSpPr>
          <p:nvPr/>
        </p:nvCxnSpPr>
        <p:spPr>
          <a:xfrm>
            <a:off x="82070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C124FC6B-32FE-43FF-B827-E78B0476623B}"/>
              </a:ext>
            </a:extLst>
          </p:cNvPr>
          <p:cNvSpPr txBox="1"/>
          <p:nvPr/>
        </p:nvSpPr>
        <p:spPr>
          <a:xfrm>
            <a:off x="7735453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0,91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195CBAC-F8F1-443A-8A15-7AFE258BB926}"/>
              </a:ext>
            </a:extLst>
          </p:cNvPr>
          <p:cNvSpPr txBox="1"/>
          <p:nvPr/>
        </p:nvSpPr>
        <p:spPr>
          <a:xfrm>
            <a:off x="64551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8832396-61D5-4AF1-A952-ED5348639AFE}"/>
              </a:ext>
            </a:extLst>
          </p:cNvPr>
          <p:cNvSpPr txBox="1"/>
          <p:nvPr/>
        </p:nvSpPr>
        <p:spPr>
          <a:xfrm>
            <a:off x="6872855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EEFDC66-465F-45C6-8BA1-7CA797C1982D}"/>
              </a:ext>
            </a:extLst>
          </p:cNvPr>
          <p:cNvSpPr txBox="1"/>
          <p:nvPr/>
        </p:nvSpPr>
        <p:spPr>
          <a:xfrm>
            <a:off x="64551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D86F124-3032-48CD-BCCA-3E72C8B3A6D1}"/>
              </a:ext>
            </a:extLst>
          </p:cNvPr>
          <p:cNvSpPr txBox="1"/>
          <p:nvPr/>
        </p:nvSpPr>
        <p:spPr>
          <a:xfrm>
            <a:off x="826426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33D7D92-30CB-4A53-B7BF-0BF04B2E7A90}"/>
              </a:ext>
            </a:extLst>
          </p:cNvPr>
          <p:cNvSpPr txBox="1"/>
          <p:nvPr/>
        </p:nvSpPr>
        <p:spPr>
          <a:xfrm>
            <a:off x="826426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760C9BD-D85C-4DBA-BA28-FDC8726E7B35}"/>
              </a:ext>
            </a:extLst>
          </p:cNvPr>
          <p:cNvSpPr txBox="1"/>
          <p:nvPr/>
        </p:nvSpPr>
        <p:spPr>
          <a:xfrm>
            <a:off x="7220481" y="145806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CC89B51-A2D8-49D8-B195-2825CC28EFB2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ECD389-03C2-DF1B-5991-B5DA5C7308BB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E3EB29-B07B-0112-3CC0-00C81EFE7989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8B1CE7-D1B1-0A58-EA0A-CF3041D21B62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451501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8" grpId="0"/>
      <p:bldP spid="52" grpId="0"/>
      <p:bldP spid="53" grpId="0"/>
      <p:bldP spid="60" grpId="0"/>
      <p:bldP spid="63" grpId="0"/>
      <p:bldP spid="68" grpId="0"/>
      <p:bldP spid="69" grpId="0"/>
      <p:bldP spid="70" grpId="0"/>
      <p:bldP spid="71" grpId="0"/>
      <p:bldP spid="2" grpId="0"/>
      <p:bldP spid="3" grpId="0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0,17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4205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0,068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3059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САБАК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68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072580" y="254210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487759" y="3455381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0,068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6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11A3C-4178-4B08-8B5D-DE2328042348}"/>
              </a:ext>
            </a:extLst>
          </p:cNvPr>
          <p:cNvSpPr txBox="1"/>
          <p:nvPr/>
        </p:nvSpPr>
        <p:spPr>
          <a:xfrm>
            <a:off x="3072580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075339" y="3166356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AEB03-71F4-4A73-8146-D0B0F6F18442}"/>
              </a:ext>
            </a:extLst>
          </p:cNvPr>
          <p:cNvSpPr txBox="1"/>
          <p:nvPr/>
        </p:nvSpPr>
        <p:spPr>
          <a:xfrm>
            <a:off x="23059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191281" y="146685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8958D6-49A7-4B58-BD0E-21C632D4A271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71E579-1643-9ED0-4573-A306490654FB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D35F3F-10D0-8522-3DAB-8C374D81FED1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D5BA92-E2F9-1A77-5452-1AD8C109E88A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847913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2" grpId="0"/>
      <p:bldP spid="33" grpId="0"/>
      <p:bldP spid="43" grpId="0"/>
      <p:bldP spid="48" grpId="0"/>
      <p:bldP spid="49" grpId="0"/>
      <p:bldP spid="57" grpId="0"/>
      <p:bldP spid="30" grpId="0"/>
      <p:bldP spid="38" grpId="0"/>
      <p:bldP spid="39" grpId="0"/>
      <p:bldP spid="40" grpId="0"/>
      <p:bldP spid="2" grpId="0"/>
      <p:bldP spid="3" grpId="0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0,35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0,07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3059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САБАК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70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072580" y="254210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591954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6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11A3C-4178-4B08-8B5D-DE2328042348}"/>
              </a:ext>
            </a:extLst>
          </p:cNvPr>
          <p:cNvSpPr txBox="1"/>
          <p:nvPr/>
        </p:nvSpPr>
        <p:spPr>
          <a:xfrm>
            <a:off x="3072580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075339" y="3166356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AEB03-71F4-4A73-8146-D0B0F6F18442}"/>
              </a:ext>
            </a:extLst>
          </p:cNvPr>
          <p:cNvSpPr txBox="1"/>
          <p:nvPr/>
        </p:nvSpPr>
        <p:spPr>
          <a:xfrm>
            <a:off x="23059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191281" y="146685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9C84204-7CC2-45C4-829A-A7C28BF8107E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D2971F-66D9-B6BB-C19F-D8D701BE2568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890BBA-C4E5-A971-3D04-363C1587F549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AB4CB5-3C0D-91AB-57E0-0452574FF7EB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045898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2" grpId="0"/>
      <p:bldP spid="33" grpId="0"/>
      <p:bldP spid="43" grpId="0"/>
      <p:bldP spid="48" grpId="0"/>
      <p:bldP spid="49" grpId="0"/>
      <p:bldP spid="57" grpId="0"/>
      <p:bldP spid="30" grpId="0"/>
      <p:bldP spid="38" grpId="0"/>
      <p:bldP spid="39" grpId="0"/>
      <p:bldP spid="40" grpId="0"/>
      <p:bldP spid="2" grpId="0"/>
      <p:bldP spid="3" grpId="0"/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0,35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0,07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3059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0711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САБАК</a:t>
            </a:r>
            <a:endParaRPr lang="en-GB" b="1" dirty="0">
              <a:latin typeface="Bodoni MT Black" panose="02070A03080606020203" pitchFamily="18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76649A-B6A4-4659-BEA0-BB5CBD37B40C}"/>
              </a:ext>
            </a:extLst>
          </p:cNvPr>
          <p:cNvSpPr txBox="1"/>
          <p:nvPr/>
        </p:nvSpPr>
        <p:spPr>
          <a:xfrm>
            <a:off x="7905040" y="0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70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072580" y="254210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591954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6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11A3C-4178-4B08-8B5D-DE2328042348}"/>
              </a:ext>
            </a:extLst>
          </p:cNvPr>
          <p:cNvSpPr txBox="1"/>
          <p:nvPr/>
        </p:nvSpPr>
        <p:spPr>
          <a:xfrm>
            <a:off x="3072580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075339" y="3166356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AEB03-71F4-4A73-8146-D0B0F6F18442}"/>
              </a:ext>
            </a:extLst>
          </p:cNvPr>
          <p:cNvSpPr txBox="1"/>
          <p:nvPr/>
        </p:nvSpPr>
        <p:spPr>
          <a:xfrm>
            <a:off x="23059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191281" y="146685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3AC391-8EE4-4648-B6BD-1634500137F0}"/>
              </a:ext>
            </a:extLst>
          </p:cNvPr>
          <p:cNvSpPr txBox="1"/>
          <p:nvPr/>
        </p:nvSpPr>
        <p:spPr>
          <a:xfrm>
            <a:off x="5579807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0,26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DC16812-1252-498A-ABE3-A7131CC39AC2}"/>
              </a:ext>
            </a:extLst>
          </p:cNvPr>
          <p:cNvSpPr txBox="1"/>
          <p:nvPr/>
        </p:nvSpPr>
        <p:spPr>
          <a:xfrm>
            <a:off x="7787550" y="729765"/>
            <a:ext cx="14205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0,078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BB90035-D8D3-4B51-BCF1-8AAEC6E67F44}"/>
              </a:ext>
            </a:extLst>
          </p:cNvPr>
          <p:cNvCxnSpPr>
            <a:cxnSpLocks/>
          </p:cNvCxnSpPr>
          <p:nvPr/>
        </p:nvCxnSpPr>
        <p:spPr>
          <a:xfrm>
            <a:off x="6149271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047FB717-4706-4914-BD6A-CB77E74C0C9E}"/>
              </a:ext>
            </a:extLst>
          </p:cNvPr>
          <p:cNvSpPr txBox="1"/>
          <p:nvPr/>
        </p:nvSpPr>
        <p:spPr>
          <a:xfrm>
            <a:off x="5453227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C5E305-870B-4A1F-A2D5-76F9294EC96D}"/>
              </a:ext>
            </a:extLst>
          </p:cNvPr>
          <p:cNvSpPr txBox="1"/>
          <p:nvPr/>
        </p:nvSpPr>
        <p:spPr>
          <a:xfrm>
            <a:off x="5860394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DA77D52-C441-4BCD-9C71-7426A9FF3061}"/>
              </a:ext>
            </a:extLst>
          </p:cNvPr>
          <p:cNvSpPr txBox="1"/>
          <p:nvPr/>
        </p:nvSpPr>
        <p:spPr>
          <a:xfrm>
            <a:off x="7040069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BB3A69A-93BA-41B2-9825-CC20DF316661}"/>
              </a:ext>
            </a:extLst>
          </p:cNvPr>
          <p:cNvSpPr txBox="1"/>
          <p:nvPr/>
        </p:nvSpPr>
        <p:spPr>
          <a:xfrm>
            <a:off x="7621186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78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B11CF20-1714-4DAF-B5FC-99CEC8632E27}"/>
              </a:ext>
            </a:extLst>
          </p:cNvPr>
          <p:cNvCxnSpPr>
            <a:cxnSpLocks/>
          </p:cNvCxnSpPr>
          <p:nvPr/>
        </p:nvCxnSpPr>
        <p:spPr>
          <a:xfrm>
            <a:off x="7324854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55D90CA-D419-4B79-8B3F-63DE3A40E750}"/>
              </a:ext>
            </a:extLst>
          </p:cNvPr>
          <p:cNvCxnSpPr>
            <a:cxnSpLocks/>
          </p:cNvCxnSpPr>
          <p:nvPr/>
        </p:nvCxnSpPr>
        <p:spPr>
          <a:xfrm>
            <a:off x="8286146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EC01E2B-7AD0-4B6D-B6F1-FE668887CA52}"/>
              </a:ext>
            </a:extLst>
          </p:cNvPr>
          <p:cNvSpPr txBox="1"/>
          <p:nvPr/>
        </p:nvSpPr>
        <p:spPr>
          <a:xfrm>
            <a:off x="8295211" y="254210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630CDDE-BA25-4685-832D-E4487C25CA7F}"/>
              </a:ext>
            </a:extLst>
          </p:cNvPr>
          <p:cNvSpPr txBox="1"/>
          <p:nvPr/>
        </p:nvSpPr>
        <p:spPr>
          <a:xfrm>
            <a:off x="7710390" y="3455381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CEF4558-870A-43A4-849F-E4F8F4D7E4B2}"/>
              </a:ext>
            </a:extLst>
          </p:cNvPr>
          <p:cNvSpPr txBox="1"/>
          <p:nvPr/>
        </p:nvSpPr>
        <p:spPr>
          <a:xfrm>
            <a:off x="6534294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BD62B62-209E-4601-A16B-BB45688F05A7}"/>
              </a:ext>
            </a:extLst>
          </p:cNvPr>
          <p:cNvSpPr txBox="1"/>
          <p:nvPr/>
        </p:nvSpPr>
        <p:spPr>
          <a:xfrm>
            <a:off x="6951987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2728970-3AAD-4F75-B96B-F5C368C19092}"/>
              </a:ext>
            </a:extLst>
          </p:cNvPr>
          <p:cNvSpPr txBox="1"/>
          <p:nvPr/>
        </p:nvSpPr>
        <p:spPr>
          <a:xfrm>
            <a:off x="6534294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6DBD756-B4F7-4941-8664-CC5EAB7BB8AC}"/>
              </a:ext>
            </a:extLst>
          </p:cNvPr>
          <p:cNvSpPr txBox="1"/>
          <p:nvPr/>
        </p:nvSpPr>
        <p:spPr>
          <a:xfrm>
            <a:off x="8295211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A5F97EC-F7B3-4B20-B6B3-E558FA713BF3}"/>
              </a:ext>
            </a:extLst>
          </p:cNvPr>
          <p:cNvSpPr txBox="1"/>
          <p:nvPr/>
        </p:nvSpPr>
        <p:spPr>
          <a:xfrm>
            <a:off x="8297970" y="3166356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C62B52E-D8B3-4ED7-9D0C-91F41DD55A39}"/>
              </a:ext>
            </a:extLst>
          </p:cNvPr>
          <p:cNvSpPr txBox="1"/>
          <p:nvPr/>
        </p:nvSpPr>
        <p:spPr>
          <a:xfrm>
            <a:off x="5453227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CDCAB70-615B-4C73-A67E-00E923BEADC0}"/>
              </a:ext>
            </a:extLst>
          </p:cNvPr>
          <p:cNvSpPr txBox="1"/>
          <p:nvPr/>
        </p:nvSpPr>
        <p:spPr>
          <a:xfrm>
            <a:off x="7413912" y="146685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FA4DCF4-886E-4311-AE0D-1F1AE02C27CD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5B1E8E-D41E-431D-7405-40DA9E980EA2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670A36-C1BE-8120-48DF-816AEF3CF0E0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A1A3A9-D026-9AA5-A821-06773343A431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948277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7" grpId="0"/>
      <p:bldP spid="50" grpId="0"/>
      <p:bldP spid="51" grpId="0"/>
      <p:bldP spid="54" grpId="0"/>
      <p:bldP spid="60" grpId="0"/>
      <p:bldP spid="61" grpId="0"/>
      <p:bldP spid="64" grpId="0"/>
      <p:bldP spid="65" grpId="0"/>
      <p:bldP spid="66" grpId="0"/>
      <p:bldP spid="67" grpId="0"/>
      <p:bldP spid="68" grpId="0"/>
      <p:bldP spid="2" grpId="0"/>
      <p:bldP spid="3" grpId="0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0,35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21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0,07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3059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0711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САБАК</a:t>
            </a:r>
            <a:endParaRPr lang="en-GB" b="1" dirty="0">
              <a:latin typeface="Bodoni MT Black" panose="02070A03080606020203" pitchFamily="18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76649A-B6A4-4659-BEA0-BB5CBD37B40C}"/>
              </a:ext>
            </a:extLst>
          </p:cNvPr>
          <p:cNvSpPr txBox="1"/>
          <p:nvPr/>
        </p:nvSpPr>
        <p:spPr>
          <a:xfrm>
            <a:off x="7868975" y="26298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70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072580" y="254210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591954" y="3455381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729356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11A3C-4178-4B08-8B5D-DE2328042348}"/>
              </a:ext>
            </a:extLst>
          </p:cNvPr>
          <p:cNvSpPr txBox="1"/>
          <p:nvPr/>
        </p:nvSpPr>
        <p:spPr>
          <a:xfrm>
            <a:off x="3072580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075339" y="3166356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AEB03-71F4-4A73-8146-D0B0F6F18442}"/>
              </a:ext>
            </a:extLst>
          </p:cNvPr>
          <p:cNvSpPr txBox="1"/>
          <p:nvPr/>
        </p:nvSpPr>
        <p:spPr>
          <a:xfrm>
            <a:off x="23059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191281" y="146685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3AC391-8EE4-4648-B6BD-1634500137F0}"/>
              </a:ext>
            </a:extLst>
          </p:cNvPr>
          <p:cNvSpPr txBox="1"/>
          <p:nvPr/>
        </p:nvSpPr>
        <p:spPr>
          <a:xfrm>
            <a:off x="5579807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0,42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DC16812-1252-498A-ABE3-A7131CC39AC2}"/>
              </a:ext>
            </a:extLst>
          </p:cNvPr>
          <p:cNvSpPr txBox="1"/>
          <p:nvPr/>
        </p:nvSpPr>
        <p:spPr>
          <a:xfrm>
            <a:off x="7787550" y="729765"/>
            <a:ext cx="16289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0,0168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BB90035-D8D3-4B51-BCF1-8AAEC6E67F44}"/>
              </a:ext>
            </a:extLst>
          </p:cNvPr>
          <p:cNvCxnSpPr>
            <a:cxnSpLocks/>
          </p:cNvCxnSpPr>
          <p:nvPr/>
        </p:nvCxnSpPr>
        <p:spPr>
          <a:xfrm>
            <a:off x="6149271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047FB717-4706-4914-BD6A-CB77E74C0C9E}"/>
              </a:ext>
            </a:extLst>
          </p:cNvPr>
          <p:cNvSpPr txBox="1"/>
          <p:nvPr/>
        </p:nvSpPr>
        <p:spPr>
          <a:xfrm>
            <a:off x="5453227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C5E305-870B-4A1F-A2D5-76F9294EC96D}"/>
              </a:ext>
            </a:extLst>
          </p:cNvPr>
          <p:cNvSpPr txBox="1"/>
          <p:nvPr/>
        </p:nvSpPr>
        <p:spPr>
          <a:xfrm>
            <a:off x="5860394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DA77D52-C441-4BCD-9C71-7426A9FF3061}"/>
              </a:ext>
            </a:extLst>
          </p:cNvPr>
          <p:cNvSpPr txBox="1"/>
          <p:nvPr/>
        </p:nvSpPr>
        <p:spPr>
          <a:xfrm>
            <a:off x="7040069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BB3A69A-93BA-41B2-9825-CC20DF316661}"/>
              </a:ext>
            </a:extLst>
          </p:cNvPr>
          <p:cNvSpPr txBox="1"/>
          <p:nvPr/>
        </p:nvSpPr>
        <p:spPr>
          <a:xfrm>
            <a:off x="7621186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168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B11CF20-1714-4DAF-B5FC-99CEC8632E27}"/>
              </a:ext>
            </a:extLst>
          </p:cNvPr>
          <p:cNvCxnSpPr>
            <a:cxnSpLocks/>
          </p:cNvCxnSpPr>
          <p:nvPr/>
        </p:nvCxnSpPr>
        <p:spPr>
          <a:xfrm>
            <a:off x="7324854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55D90CA-D419-4B79-8B3F-63DE3A40E750}"/>
              </a:ext>
            </a:extLst>
          </p:cNvPr>
          <p:cNvCxnSpPr>
            <a:cxnSpLocks/>
          </p:cNvCxnSpPr>
          <p:nvPr/>
        </p:nvCxnSpPr>
        <p:spPr>
          <a:xfrm>
            <a:off x="8286146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EC01E2B-7AD0-4B6D-B6F1-FE668887CA52}"/>
              </a:ext>
            </a:extLst>
          </p:cNvPr>
          <p:cNvSpPr txBox="1"/>
          <p:nvPr/>
        </p:nvSpPr>
        <p:spPr>
          <a:xfrm>
            <a:off x="8295211" y="254210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630CDDE-BA25-4685-832D-E4487C25CA7F}"/>
              </a:ext>
            </a:extLst>
          </p:cNvPr>
          <p:cNvSpPr txBox="1"/>
          <p:nvPr/>
        </p:nvSpPr>
        <p:spPr>
          <a:xfrm>
            <a:off x="7606195" y="3455381"/>
            <a:ext cx="13308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0,0168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CEF4558-870A-43A4-849F-E4F8F4D7E4B2}"/>
              </a:ext>
            </a:extLst>
          </p:cNvPr>
          <p:cNvSpPr txBox="1"/>
          <p:nvPr/>
        </p:nvSpPr>
        <p:spPr>
          <a:xfrm>
            <a:off x="6534294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BD62B62-209E-4601-A16B-BB45688F05A7}"/>
              </a:ext>
            </a:extLst>
          </p:cNvPr>
          <p:cNvSpPr txBox="1"/>
          <p:nvPr/>
        </p:nvSpPr>
        <p:spPr>
          <a:xfrm>
            <a:off x="6951987" y="729765"/>
            <a:ext cx="7056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2728970-3AAD-4F75-B96B-F5C368C19092}"/>
              </a:ext>
            </a:extLst>
          </p:cNvPr>
          <p:cNvSpPr txBox="1"/>
          <p:nvPr/>
        </p:nvSpPr>
        <p:spPr>
          <a:xfrm>
            <a:off x="6534294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6DBD756-B4F7-4941-8664-CC5EAB7BB8AC}"/>
              </a:ext>
            </a:extLst>
          </p:cNvPr>
          <p:cNvSpPr txBox="1"/>
          <p:nvPr/>
        </p:nvSpPr>
        <p:spPr>
          <a:xfrm>
            <a:off x="8295211" y="284104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A5F97EC-F7B3-4B20-B6B3-E558FA713BF3}"/>
              </a:ext>
            </a:extLst>
          </p:cNvPr>
          <p:cNvSpPr txBox="1"/>
          <p:nvPr/>
        </p:nvSpPr>
        <p:spPr>
          <a:xfrm>
            <a:off x="8297970" y="3166356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C62B52E-D8B3-4ED7-9D0C-91F41DD55A39}"/>
              </a:ext>
            </a:extLst>
          </p:cNvPr>
          <p:cNvSpPr txBox="1"/>
          <p:nvPr/>
        </p:nvSpPr>
        <p:spPr>
          <a:xfrm>
            <a:off x="5453227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CDCAB70-615B-4C73-A67E-00E923BEADC0}"/>
              </a:ext>
            </a:extLst>
          </p:cNvPr>
          <p:cNvSpPr txBox="1"/>
          <p:nvPr/>
        </p:nvSpPr>
        <p:spPr>
          <a:xfrm>
            <a:off x="7413912" y="146685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DD28C47-5E57-45F5-86C8-7DDF4C733F6E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502A71-BF15-883D-D3EF-2F815FF221AF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0C2D17-C7FC-4A01-03F2-0A11B4136AD2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C78C93-ACF0-8501-E098-A45F4D6E4931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731229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7" grpId="0"/>
      <p:bldP spid="50" grpId="0"/>
      <p:bldP spid="51" grpId="0"/>
      <p:bldP spid="54" grpId="0"/>
      <p:bldP spid="60" grpId="0"/>
      <p:bldP spid="61" grpId="0"/>
      <p:bldP spid="64" grpId="0"/>
      <p:bldP spid="65" grpId="0"/>
      <p:bldP spid="66" grpId="0"/>
      <p:bldP spid="67" grpId="0"/>
      <p:bldP spid="68" grpId="0"/>
      <p:bldP spid="2" grpId="0"/>
      <p:bldP spid="3" grpId="0"/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0,13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6289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0,0195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3059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713243" y="2127742"/>
            <a:ext cx="6944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15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0711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САБАК</a:t>
            </a:r>
            <a:endParaRPr lang="en-GB" b="1" dirty="0">
              <a:latin typeface="Bodoni MT Black" panose="02070A03080606020203" pitchFamily="18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195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166560" y="261752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383563" y="3455381"/>
            <a:ext cx="13308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0,0195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625159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0,15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11A3C-4178-4B08-8B5D-DE2328042348}"/>
              </a:ext>
            </a:extLst>
          </p:cNvPr>
          <p:cNvSpPr txBox="1"/>
          <p:nvPr/>
        </p:nvSpPr>
        <p:spPr>
          <a:xfrm>
            <a:off x="3186880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040FC-496F-411E-95E3-6C38DBAB94BE}"/>
              </a:ext>
            </a:extLst>
          </p:cNvPr>
          <p:cNvSpPr txBox="1"/>
          <p:nvPr/>
        </p:nvSpPr>
        <p:spPr>
          <a:xfrm>
            <a:off x="378751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78751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AEB03-71F4-4A73-8146-D0B0F6F18442}"/>
              </a:ext>
            </a:extLst>
          </p:cNvPr>
          <p:cNvSpPr txBox="1"/>
          <p:nvPr/>
        </p:nvSpPr>
        <p:spPr>
          <a:xfrm>
            <a:off x="23059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191281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4DAFA4D-0AE6-4507-96B2-78C5F0AF00E1}"/>
              </a:ext>
            </a:extLst>
          </p:cNvPr>
          <p:cNvSpPr txBox="1"/>
          <p:nvPr/>
        </p:nvSpPr>
        <p:spPr>
          <a:xfrm>
            <a:off x="2191281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5121FA-8DEC-4515-B5D7-E9336AD10524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9DEC87-E706-545D-79D4-BE49305106BF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D9BD0B-BAE2-D732-E808-308B2AAA97F7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46C9E0-2399-B719-016F-3928943F8049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598130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2" grpId="0"/>
      <p:bldP spid="33" grpId="0"/>
      <p:bldP spid="43" grpId="0"/>
      <p:bldP spid="48" grpId="0"/>
      <p:bldP spid="49" grpId="0"/>
      <p:bldP spid="57" grpId="0"/>
      <p:bldP spid="30" grpId="0"/>
      <p:bldP spid="31" grpId="0"/>
      <p:bldP spid="38" grpId="0"/>
      <p:bldP spid="39" grpId="0"/>
      <p:bldP spid="40" grpId="0"/>
      <p:bldP spid="41" grpId="0"/>
      <p:bldP spid="2" grpId="0"/>
      <p:bldP spid="3" grpId="0"/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0,22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6289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0,0176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3059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0711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САБАК</a:t>
            </a:r>
            <a:endParaRPr lang="en-GB" b="1" dirty="0">
              <a:latin typeface="Bodoni MT Black" panose="02070A03080606020203" pitchFamily="18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176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166560" y="261752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383563" y="3455381"/>
            <a:ext cx="13308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0,0176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625159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11A3C-4178-4B08-8B5D-DE2328042348}"/>
              </a:ext>
            </a:extLst>
          </p:cNvPr>
          <p:cNvSpPr txBox="1"/>
          <p:nvPr/>
        </p:nvSpPr>
        <p:spPr>
          <a:xfrm>
            <a:off x="3186880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040FC-496F-411E-95E3-6C38DBAB94BE}"/>
              </a:ext>
            </a:extLst>
          </p:cNvPr>
          <p:cNvSpPr txBox="1"/>
          <p:nvPr/>
        </p:nvSpPr>
        <p:spPr>
          <a:xfrm>
            <a:off x="378751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78751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AEB03-71F4-4A73-8146-D0B0F6F18442}"/>
              </a:ext>
            </a:extLst>
          </p:cNvPr>
          <p:cNvSpPr txBox="1"/>
          <p:nvPr/>
        </p:nvSpPr>
        <p:spPr>
          <a:xfrm>
            <a:off x="23059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191281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4DAFA4D-0AE6-4507-96B2-78C5F0AF00E1}"/>
              </a:ext>
            </a:extLst>
          </p:cNvPr>
          <p:cNvSpPr txBox="1"/>
          <p:nvPr/>
        </p:nvSpPr>
        <p:spPr>
          <a:xfrm>
            <a:off x="2191281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268905B-5C22-4FF3-BD43-FDCD96A4A72C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139496-531C-FF62-1904-6D5167A87364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CBF895-85BB-7AA6-1B60-56F6A0D0D779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3DA06D-0E0F-87FB-97DD-146926892B4F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319554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9" grpId="0"/>
      <p:bldP spid="32" grpId="0"/>
      <p:bldP spid="33" grpId="0"/>
      <p:bldP spid="43" grpId="0"/>
      <p:bldP spid="48" grpId="0"/>
      <p:bldP spid="49" grpId="0"/>
      <p:bldP spid="57" grpId="0"/>
      <p:bldP spid="30" grpId="0"/>
      <p:bldP spid="31" grpId="0"/>
      <p:bldP spid="38" grpId="0"/>
      <p:bldP spid="39" grpId="0"/>
      <p:bldP spid="40" grpId="0"/>
      <p:bldP spid="41" grpId="0"/>
      <p:bldP spid="2" grpId="0"/>
      <p:bldP spid="3" grpId="0"/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0,22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6289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0,0176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3059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САБАК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76649A-B6A4-4659-BEA0-BB5CBD37B40C}"/>
              </a:ext>
            </a:extLst>
          </p:cNvPr>
          <p:cNvSpPr txBox="1"/>
          <p:nvPr/>
        </p:nvSpPr>
        <p:spPr>
          <a:xfrm>
            <a:off x="7756687" y="9380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176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166560" y="261752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383563" y="3455381"/>
            <a:ext cx="13308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0,0176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625159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11A3C-4178-4B08-8B5D-DE2328042348}"/>
              </a:ext>
            </a:extLst>
          </p:cNvPr>
          <p:cNvSpPr txBox="1"/>
          <p:nvPr/>
        </p:nvSpPr>
        <p:spPr>
          <a:xfrm>
            <a:off x="3186880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040FC-496F-411E-95E3-6C38DBAB94BE}"/>
              </a:ext>
            </a:extLst>
          </p:cNvPr>
          <p:cNvSpPr txBox="1"/>
          <p:nvPr/>
        </p:nvSpPr>
        <p:spPr>
          <a:xfrm>
            <a:off x="378751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78751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AEB03-71F4-4A73-8146-D0B0F6F18442}"/>
              </a:ext>
            </a:extLst>
          </p:cNvPr>
          <p:cNvSpPr txBox="1"/>
          <p:nvPr/>
        </p:nvSpPr>
        <p:spPr>
          <a:xfrm>
            <a:off x="23059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191281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4DAFA4D-0AE6-4507-96B2-78C5F0AF00E1}"/>
              </a:ext>
            </a:extLst>
          </p:cNvPr>
          <p:cNvSpPr txBox="1"/>
          <p:nvPr/>
        </p:nvSpPr>
        <p:spPr>
          <a:xfrm>
            <a:off x="2191281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C9F806D-910A-4E1E-BE06-6CEE8D4B57A8}"/>
              </a:ext>
            </a:extLst>
          </p:cNvPr>
          <p:cNvSpPr txBox="1"/>
          <p:nvPr/>
        </p:nvSpPr>
        <p:spPr>
          <a:xfrm>
            <a:off x="536605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0,16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A89E4C3-D73C-4D53-9EA4-9CCFEE46C05D}"/>
              </a:ext>
            </a:extLst>
          </p:cNvPr>
          <p:cNvSpPr txBox="1"/>
          <p:nvPr/>
        </p:nvSpPr>
        <p:spPr>
          <a:xfrm>
            <a:off x="7573799" y="729765"/>
            <a:ext cx="14205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0,064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2C6652B-D2DA-4B7F-8C6A-7BA2EB70719E}"/>
              </a:ext>
            </a:extLst>
          </p:cNvPr>
          <p:cNvCxnSpPr>
            <a:cxnSpLocks/>
          </p:cNvCxnSpPr>
          <p:nvPr/>
        </p:nvCxnSpPr>
        <p:spPr>
          <a:xfrm>
            <a:off x="593552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B3E95741-EA04-4A1F-9020-B0E3E8820E81}"/>
              </a:ext>
            </a:extLst>
          </p:cNvPr>
          <p:cNvSpPr txBox="1"/>
          <p:nvPr/>
        </p:nvSpPr>
        <p:spPr>
          <a:xfrm>
            <a:off x="523947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39A80F4-F627-433C-99B9-180BBB17C910}"/>
              </a:ext>
            </a:extLst>
          </p:cNvPr>
          <p:cNvSpPr txBox="1"/>
          <p:nvPr/>
        </p:nvSpPr>
        <p:spPr>
          <a:xfrm>
            <a:off x="564664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3652122-5838-4711-B2B7-579C6E35AAC9}"/>
              </a:ext>
            </a:extLst>
          </p:cNvPr>
          <p:cNvSpPr txBox="1"/>
          <p:nvPr/>
        </p:nvSpPr>
        <p:spPr>
          <a:xfrm>
            <a:off x="682631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8CF400E-444B-42AD-8780-B2FBA5B65191}"/>
              </a:ext>
            </a:extLst>
          </p:cNvPr>
          <p:cNvSpPr txBox="1"/>
          <p:nvPr/>
        </p:nvSpPr>
        <p:spPr>
          <a:xfrm>
            <a:off x="7407435" y="2118950"/>
            <a:ext cx="8996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64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7A20010-24D8-4C83-8BBD-73A560C47D6D}"/>
              </a:ext>
            </a:extLst>
          </p:cNvPr>
          <p:cNvCxnSpPr>
            <a:cxnSpLocks/>
          </p:cNvCxnSpPr>
          <p:nvPr/>
        </p:nvCxnSpPr>
        <p:spPr>
          <a:xfrm>
            <a:off x="711110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5DAEC0EE-D9D2-476B-B8DA-9978B1AFB8E7}"/>
              </a:ext>
            </a:extLst>
          </p:cNvPr>
          <p:cNvCxnSpPr>
            <a:cxnSpLocks/>
          </p:cNvCxnSpPr>
          <p:nvPr/>
        </p:nvCxnSpPr>
        <p:spPr>
          <a:xfrm>
            <a:off x="807239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A903E228-654E-4DF2-A057-D89EB5910BBC}"/>
              </a:ext>
            </a:extLst>
          </p:cNvPr>
          <p:cNvSpPr txBox="1"/>
          <p:nvPr/>
        </p:nvSpPr>
        <p:spPr>
          <a:xfrm>
            <a:off x="8175440" y="261752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2331015-ABC4-420E-8C94-615EAD78D214}"/>
              </a:ext>
            </a:extLst>
          </p:cNvPr>
          <p:cNvSpPr txBox="1"/>
          <p:nvPr/>
        </p:nvSpPr>
        <p:spPr>
          <a:xfrm>
            <a:off x="7496638" y="3455381"/>
            <a:ext cx="11224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0,064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660153B-D199-447F-8B43-3C21B9C8C39C}"/>
              </a:ext>
            </a:extLst>
          </p:cNvPr>
          <p:cNvSpPr txBox="1"/>
          <p:nvPr/>
        </p:nvSpPr>
        <p:spPr>
          <a:xfrm>
            <a:off x="632054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6F8AE85-4D1A-4FE2-A857-2DDC7552B713}"/>
              </a:ext>
            </a:extLst>
          </p:cNvPr>
          <p:cNvSpPr txBox="1"/>
          <p:nvPr/>
        </p:nvSpPr>
        <p:spPr>
          <a:xfrm>
            <a:off x="6634039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792BBEF-0255-446F-84DE-AB5887030EA7}"/>
              </a:ext>
            </a:extLst>
          </p:cNvPr>
          <p:cNvSpPr txBox="1"/>
          <p:nvPr/>
        </p:nvSpPr>
        <p:spPr>
          <a:xfrm>
            <a:off x="632054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0E3C803-4807-4EDC-A201-4EA3D3356351}"/>
              </a:ext>
            </a:extLst>
          </p:cNvPr>
          <p:cNvSpPr txBox="1"/>
          <p:nvPr/>
        </p:nvSpPr>
        <p:spPr>
          <a:xfrm>
            <a:off x="8195760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4E4E626-6F35-422A-900C-557B7B06E4EB}"/>
              </a:ext>
            </a:extLst>
          </p:cNvPr>
          <p:cNvSpPr txBox="1"/>
          <p:nvPr/>
        </p:nvSpPr>
        <p:spPr>
          <a:xfrm>
            <a:off x="879639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F3C8CC5-FCDC-406C-9F1A-016383AC5D96}"/>
              </a:ext>
            </a:extLst>
          </p:cNvPr>
          <p:cNvSpPr txBox="1"/>
          <p:nvPr/>
        </p:nvSpPr>
        <p:spPr>
          <a:xfrm>
            <a:off x="879639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93A47AE-9A88-4708-85AC-6A0E8626686A}"/>
              </a:ext>
            </a:extLst>
          </p:cNvPr>
          <p:cNvSpPr txBox="1"/>
          <p:nvPr/>
        </p:nvSpPr>
        <p:spPr>
          <a:xfrm>
            <a:off x="523947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8CC2480-E8C7-4CAC-B59E-3E69F003F7D3}"/>
              </a:ext>
            </a:extLst>
          </p:cNvPr>
          <p:cNvSpPr txBox="1"/>
          <p:nvPr/>
        </p:nvSpPr>
        <p:spPr>
          <a:xfrm>
            <a:off x="7200161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8C3F63A-FF56-4482-A618-A7EF3624F29B}"/>
              </a:ext>
            </a:extLst>
          </p:cNvPr>
          <p:cNvSpPr txBox="1"/>
          <p:nvPr/>
        </p:nvSpPr>
        <p:spPr>
          <a:xfrm>
            <a:off x="7200161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AC6C51A-E6C0-459C-B0DB-70DD98D60F96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E298F4-AC59-F18D-9984-81F334785616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CF9C15-ED02-7CC9-7E63-62DB2437ECE3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A8631-3D77-BC89-BB0B-6A7367CBE31A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754481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51" grpId="0"/>
      <p:bldP spid="52" grpId="0"/>
      <p:bldP spid="53" grpId="0"/>
      <p:bldP spid="59" grpId="0"/>
      <p:bldP spid="62" grpId="0"/>
      <p:bldP spid="63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2" grpId="0"/>
      <p:bldP spid="3" grpId="0"/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0,22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6289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0,0176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3059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0711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САБАК</a:t>
            </a:r>
            <a:endParaRPr lang="en-GB" b="1" dirty="0">
              <a:latin typeface="Bodoni MT Black" panose="02070A03080606020203" pitchFamily="18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76649A-B6A4-4659-BEA0-BB5CBD37B40C}"/>
              </a:ext>
            </a:extLst>
          </p:cNvPr>
          <p:cNvSpPr txBox="1"/>
          <p:nvPr/>
        </p:nvSpPr>
        <p:spPr>
          <a:xfrm>
            <a:off x="7747355" y="27772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176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166560" y="261752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383563" y="3455381"/>
            <a:ext cx="13308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0,0176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625159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11A3C-4178-4B08-8B5D-DE2328042348}"/>
              </a:ext>
            </a:extLst>
          </p:cNvPr>
          <p:cNvSpPr txBox="1"/>
          <p:nvPr/>
        </p:nvSpPr>
        <p:spPr>
          <a:xfrm>
            <a:off x="3186880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040FC-496F-411E-95E3-6C38DBAB94BE}"/>
              </a:ext>
            </a:extLst>
          </p:cNvPr>
          <p:cNvSpPr txBox="1"/>
          <p:nvPr/>
        </p:nvSpPr>
        <p:spPr>
          <a:xfrm>
            <a:off x="378751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78751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AEB03-71F4-4A73-8146-D0B0F6F18442}"/>
              </a:ext>
            </a:extLst>
          </p:cNvPr>
          <p:cNvSpPr txBox="1"/>
          <p:nvPr/>
        </p:nvSpPr>
        <p:spPr>
          <a:xfrm>
            <a:off x="23059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191281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4DAFA4D-0AE6-4507-96B2-78C5F0AF00E1}"/>
              </a:ext>
            </a:extLst>
          </p:cNvPr>
          <p:cNvSpPr txBox="1"/>
          <p:nvPr/>
        </p:nvSpPr>
        <p:spPr>
          <a:xfrm>
            <a:off x="2191281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C9F806D-910A-4E1E-BE06-6CEE8D4B57A8}"/>
              </a:ext>
            </a:extLst>
          </p:cNvPr>
          <p:cNvSpPr txBox="1"/>
          <p:nvPr/>
        </p:nvSpPr>
        <p:spPr>
          <a:xfrm>
            <a:off x="536605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0,23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A89E4C3-D73C-4D53-9EA4-9CCFEE46C05D}"/>
              </a:ext>
            </a:extLst>
          </p:cNvPr>
          <p:cNvSpPr txBox="1"/>
          <p:nvPr/>
        </p:nvSpPr>
        <p:spPr>
          <a:xfrm>
            <a:off x="7573799" y="729765"/>
            <a:ext cx="16289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0,0276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2C6652B-D2DA-4B7F-8C6A-7BA2EB70719E}"/>
              </a:ext>
            </a:extLst>
          </p:cNvPr>
          <p:cNvCxnSpPr>
            <a:cxnSpLocks/>
          </p:cNvCxnSpPr>
          <p:nvPr/>
        </p:nvCxnSpPr>
        <p:spPr>
          <a:xfrm>
            <a:off x="593552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B3E95741-EA04-4A1F-9020-B0E3E8820E81}"/>
              </a:ext>
            </a:extLst>
          </p:cNvPr>
          <p:cNvSpPr txBox="1"/>
          <p:nvPr/>
        </p:nvSpPr>
        <p:spPr>
          <a:xfrm>
            <a:off x="523947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39A80F4-F627-433C-99B9-180BBB17C910}"/>
              </a:ext>
            </a:extLst>
          </p:cNvPr>
          <p:cNvSpPr txBox="1"/>
          <p:nvPr/>
        </p:nvSpPr>
        <p:spPr>
          <a:xfrm>
            <a:off x="564664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3652122-5838-4711-B2B7-579C6E35AAC9}"/>
              </a:ext>
            </a:extLst>
          </p:cNvPr>
          <p:cNvSpPr txBox="1"/>
          <p:nvPr/>
        </p:nvSpPr>
        <p:spPr>
          <a:xfrm>
            <a:off x="6722123" y="2127742"/>
            <a:ext cx="6944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12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8CF400E-444B-42AD-8780-B2FBA5B65191}"/>
              </a:ext>
            </a:extLst>
          </p:cNvPr>
          <p:cNvSpPr txBox="1"/>
          <p:nvPr/>
        </p:nvSpPr>
        <p:spPr>
          <a:xfrm>
            <a:off x="740743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276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7A20010-24D8-4C83-8BBD-73A560C47D6D}"/>
              </a:ext>
            </a:extLst>
          </p:cNvPr>
          <p:cNvCxnSpPr>
            <a:cxnSpLocks/>
          </p:cNvCxnSpPr>
          <p:nvPr/>
        </p:nvCxnSpPr>
        <p:spPr>
          <a:xfrm>
            <a:off x="711110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5DAEC0EE-D9D2-476B-B8DA-9978B1AFB8E7}"/>
              </a:ext>
            </a:extLst>
          </p:cNvPr>
          <p:cNvCxnSpPr>
            <a:cxnSpLocks/>
          </p:cNvCxnSpPr>
          <p:nvPr/>
        </p:nvCxnSpPr>
        <p:spPr>
          <a:xfrm>
            <a:off x="807239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A903E228-654E-4DF2-A057-D89EB5910BBC}"/>
              </a:ext>
            </a:extLst>
          </p:cNvPr>
          <p:cNvSpPr txBox="1"/>
          <p:nvPr/>
        </p:nvSpPr>
        <p:spPr>
          <a:xfrm>
            <a:off x="8175440" y="261752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2331015-ABC4-420E-8C94-615EAD78D214}"/>
              </a:ext>
            </a:extLst>
          </p:cNvPr>
          <p:cNvSpPr txBox="1"/>
          <p:nvPr/>
        </p:nvSpPr>
        <p:spPr>
          <a:xfrm>
            <a:off x="7392442" y="3455381"/>
            <a:ext cx="13308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0,0276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660153B-D199-447F-8B43-3C21B9C8C39C}"/>
              </a:ext>
            </a:extLst>
          </p:cNvPr>
          <p:cNvSpPr txBox="1"/>
          <p:nvPr/>
        </p:nvSpPr>
        <p:spPr>
          <a:xfrm>
            <a:off x="632054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6F8AE85-4D1A-4FE2-A857-2DDC7552B713}"/>
              </a:ext>
            </a:extLst>
          </p:cNvPr>
          <p:cNvSpPr txBox="1"/>
          <p:nvPr/>
        </p:nvSpPr>
        <p:spPr>
          <a:xfrm>
            <a:off x="6634039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0,12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792BBEF-0255-446F-84DE-AB5887030EA7}"/>
              </a:ext>
            </a:extLst>
          </p:cNvPr>
          <p:cNvSpPr txBox="1"/>
          <p:nvPr/>
        </p:nvSpPr>
        <p:spPr>
          <a:xfrm>
            <a:off x="632054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0E3C803-4807-4EDC-A201-4EA3D3356351}"/>
              </a:ext>
            </a:extLst>
          </p:cNvPr>
          <p:cNvSpPr txBox="1"/>
          <p:nvPr/>
        </p:nvSpPr>
        <p:spPr>
          <a:xfrm>
            <a:off x="8195760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4E4E626-6F35-422A-900C-557B7B06E4EB}"/>
              </a:ext>
            </a:extLst>
          </p:cNvPr>
          <p:cNvSpPr txBox="1"/>
          <p:nvPr/>
        </p:nvSpPr>
        <p:spPr>
          <a:xfrm>
            <a:off x="879639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F3C8CC5-FCDC-406C-9F1A-016383AC5D96}"/>
              </a:ext>
            </a:extLst>
          </p:cNvPr>
          <p:cNvSpPr txBox="1"/>
          <p:nvPr/>
        </p:nvSpPr>
        <p:spPr>
          <a:xfrm>
            <a:off x="879639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93A47AE-9A88-4708-85AC-6A0E8626686A}"/>
              </a:ext>
            </a:extLst>
          </p:cNvPr>
          <p:cNvSpPr txBox="1"/>
          <p:nvPr/>
        </p:nvSpPr>
        <p:spPr>
          <a:xfrm>
            <a:off x="523947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8CC2480-E8C7-4CAC-B59E-3E69F003F7D3}"/>
              </a:ext>
            </a:extLst>
          </p:cNvPr>
          <p:cNvSpPr txBox="1"/>
          <p:nvPr/>
        </p:nvSpPr>
        <p:spPr>
          <a:xfrm>
            <a:off x="7200161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8C3F63A-FF56-4482-A618-A7EF3624F29B}"/>
              </a:ext>
            </a:extLst>
          </p:cNvPr>
          <p:cNvSpPr txBox="1"/>
          <p:nvPr/>
        </p:nvSpPr>
        <p:spPr>
          <a:xfrm>
            <a:off x="7200161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75791CC-FD5C-4EE7-820F-B69EBD762D29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19910B-FCCD-916B-0627-3608B2F67A6B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78C93E-BD25-D295-AB44-59B1F3388155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2BB3A0-AB11-B580-69E2-82602B76CF07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876302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51" grpId="0"/>
      <p:bldP spid="52" grpId="0"/>
      <p:bldP spid="53" grpId="0"/>
      <p:bldP spid="59" grpId="0"/>
      <p:bldP spid="62" grpId="0"/>
      <p:bldP spid="63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2" grpId="0"/>
      <p:bldP spid="3" grpId="0"/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0,22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6289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0,0176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3059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САБАК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76649A-B6A4-4659-BEA0-BB5CBD37B40C}"/>
              </a:ext>
            </a:extLst>
          </p:cNvPr>
          <p:cNvSpPr txBox="1"/>
          <p:nvPr/>
        </p:nvSpPr>
        <p:spPr>
          <a:xfrm>
            <a:off x="7724088" y="79796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176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166560" y="261752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383563" y="3455381"/>
            <a:ext cx="13308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0,0176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625159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11A3C-4178-4B08-8B5D-DE2328042348}"/>
              </a:ext>
            </a:extLst>
          </p:cNvPr>
          <p:cNvSpPr txBox="1"/>
          <p:nvPr/>
        </p:nvSpPr>
        <p:spPr>
          <a:xfrm>
            <a:off x="3186880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040FC-496F-411E-95E3-6C38DBAB94BE}"/>
              </a:ext>
            </a:extLst>
          </p:cNvPr>
          <p:cNvSpPr txBox="1"/>
          <p:nvPr/>
        </p:nvSpPr>
        <p:spPr>
          <a:xfrm>
            <a:off x="378751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78751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AEB03-71F4-4A73-8146-D0B0F6F18442}"/>
              </a:ext>
            </a:extLst>
          </p:cNvPr>
          <p:cNvSpPr txBox="1"/>
          <p:nvPr/>
        </p:nvSpPr>
        <p:spPr>
          <a:xfrm>
            <a:off x="23059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191281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4DAFA4D-0AE6-4507-96B2-78C5F0AF00E1}"/>
              </a:ext>
            </a:extLst>
          </p:cNvPr>
          <p:cNvSpPr txBox="1"/>
          <p:nvPr/>
        </p:nvSpPr>
        <p:spPr>
          <a:xfrm>
            <a:off x="2191281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A86C178-0F82-4EA2-8FA9-DB4BE9B725B4}"/>
              </a:ext>
            </a:extLst>
          </p:cNvPr>
          <p:cNvSpPr txBox="1"/>
          <p:nvPr/>
        </p:nvSpPr>
        <p:spPr>
          <a:xfrm>
            <a:off x="5448465" y="722087"/>
            <a:ext cx="28296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1</a:t>
            </a:r>
            <a:r>
              <a:rPr lang="en-GB" sz="3200" dirty="0"/>
              <a:t>)   0,5 × 3 = 1,5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53D428F-5393-4D84-98F7-C605A91E6436}"/>
              </a:ext>
            </a:extLst>
          </p:cNvPr>
          <p:cNvSpPr txBox="1"/>
          <p:nvPr/>
        </p:nvSpPr>
        <p:spPr>
          <a:xfrm>
            <a:off x="5448465" y="1573834"/>
            <a:ext cx="28296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2</a:t>
            </a:r>
            <a:r>
              <a:rPr lang="en-GB" sz="3200" dirty="0"/>
              <a:t>)   6 × 0,2 = 1,2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8A31413-A14D-46E2-AF46-83BC97FB2DA0}"/>
              </a:ext>
            </a:extLst>
          </p:cNvPr>
          <p:cNvSpPr txBox="1"/>
          <p:nvPr/>
        </p:nvSpPr>
        <p:spPr>
          <a:xfrm>
            <a:off x="5448465" y="2425581"/>
            <a:ext cx="3350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3</a:t>
            </a:r>
            <a:r>
              <a:rPr lang="en-GB" sz="3200" dirty="0"/>
              <a:t>)   0,6 × 0,6 = 0,36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AD8691B-4639-4D3D-AB44-FBC2E0D1CFFE}"/>
              </a:ext>
            </a:extLst>
          </p:cNvPr>
          <p:cNvSpPr txBox="1"/>
          <p:nvPr/>
        </p:nvSpPr>
        <p:spPr>
          <a:xfrm>
            <a:off x="5448465" y="3277328"/>
            <a:ext cx="3350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4</a:t>
            </a:r>
            <a:r>
              <a:rPr lang="en-GB" sz="3200" dirty="0"/>
              <a:t>)   1,1 × 0,8 = 0,88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CBBE76A-F04D-4FB1-8D11-355FCF19E4CD}"/>
              </a:ext>
            </a:extLst>
          </p:cNvPr>
          <p:cNvSpPr txBox="1"/>
          <p:nvPr/>
        </p:nvSpPr>
        <p:spPr>
          <a:xfrm>
            <a:off x="5448465" y="4129075"/>
            <a:ext cx="32464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5</a:t>
            </a:r>
            <a:r>
              <a:rPr lang="en-GB" sz="3200" dirty="0"/>
              <a:t>)   0,12 × 4 = 0,48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4516145-DB36-4AE9-B7FE-23B2F55BC176}"/>
              </a:ext>
            </a:extLst>
          </p:cNvPr>
          <p:cNvSpPr txBox="1"/>
          <p:nvPr/>
        </p:nvSpPr>
        <p:spPr>
          <a:xfrm>
            <a:off x="5448465" y="4980822"/>
            <a:ext cx="37673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6</a:t>
            </a:r>
            <a:r>
              <a:rPr lang="en-GB" sz="3200" dirty="0"/>
              <a:t>)   0,5 × 0,13 = 0,065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24616B4-540B-482F-9F23-5CBA8891AFC4}"/>
              </a:ext>
            </a:extLst>
          </p:cNvPr>
          <p:cNvSpPr txBox="1"/>
          <p:nvPr/>
        </p:nvSpPr>
        <p:spPr>
          <a:xfrm>
            <a:off x="5448465" y="5832567"/>
            <a:ext cx="41841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7</a:t>
            </a:r>
            <a:r>
              <a:rPr lang="en-GB" sz="3200" dirty="0"/>
              <a:t>)   0,21 × 0,04 = 0,0084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7D974AD-2071-424E-93FB-312CDABBD730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1D6692-F503-4DBF-A560-063D870E8C17}"/>
              </a:ext>
            </a:extLst>
          </p:cNvPr>
          <p:cNvSpPr/>
          <p:nvPr/>
        </p:nvSpPr>
        <p:spPr>
          <a:xfrm>
            <a:off x="7666892" y="681463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F11C38B-CE39-41A0-AA51-A7218AAAD1EA}"/>
              </a:ext>
            </a:extLst>
          </p:cNvPr>
          <p:cNvSpPr/>
          <p:nvPr/>
        </p:nvSpPr>
        <p:spPr>
          <a:xfrm>
            <a:off x="7634654" y="1642755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B030BF5-2075-4561-832A-BB16AEC42B4A}"/>
              </a:ext>
            </a:extLst>
          </p:cNvPr>
          <p:cNvSpPr/>
          <p:nvPr/>
        </p:nvSpPr>
        <p:spPr>
          <a:xfrm>
            <a:off x="7918938" y="2384240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3FB9E3C-03F9-4E35-B2A9-61C5433BA611}"/>
              </a:ext>
            </a:extLst>
          </p:cNvPr>
          <p:cNvSpPr/>
          <p:nvPr/>
        </p:nvSpPr>
        <p:spPr>
          <a:xfrm>
            <a:off x="7939454" y="3257609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A0209C3-EA73-41CB-A144-A1302BB8485E}"/>
              </a:ext>
            </a:extLst>
          </p:cNvPr>
          <p:cNvSpPr/>
          <p:nvPr/>
        </p:nvSpPr>
        <p:spPr>
          <a:xfrm>
            <a:off x="7819293" y="4201316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C2623BC-85EC-46A7-AEEE-990705F3DA7D}"/>
              </a:ext>
            </a:extLst>
          </p:cNvPr>
          <p:cNvSpPr/>
          <p:nvPr/>
        </p:nvSpPr>
        <p:spPr>
          <a:xfrm>
            <a:off x="8059616" y="4907632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DFF07D7-5318-4E47-8F93-03CF6324A96B}"/>
              </a:ext>
            </a:extLst>
          </p:cNvPr>
          <p:cNvSpPr/>
          <p:nvPr/>
        </p:nvSpPr>
        <p:spPr>
          <a:xfrm>
            <a:off x="8361485" y="5763417"/>
            <a:ext cx="1256701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C1E1CF-A70A-B000-3701-AAF444ACD02A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E65303-2FDE-6641-1A56-5D2AE89D6BE6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BEF600-F334-E6A1-0F5B-21D0FCBC96CD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679039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6" grpId="0" animBg="1"/>
      <p:bldP spid="47" grpId="0" animBg="1"/>
      <p:bldP spid="50" grpId="0" animBg="1"/>
      <p:bldP spid="51" grpId="0" animBg="1"/>
      <p:bldP spid="52" grpId="0" animBg="1"/>
      <p:bldP spid="53" grpId="0" animBg="1"/>
      <p:bldP spid="3" grpId="0"/>
      <p:bldP spid="4" grpId="0"/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6FCBDCF-FB45-44F4-AE27-CF0D9F8AC3C4}"/>
              </a:ext>
            </a:extLst>
          </p:cNvPr>
          <p:cNvSpPr txBox="1"/>
          <p:nvPr/>
        </p:nvSpPr>
        <p:spPr>
          <a:xfrm>
            <a:off x="357176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0,22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63BD1-72AC-4E51-A49A-9B2765C1CB8F}"/>
              </a:ext>
            </a:extLst>
          </p:cNvPr>
          <p:cNvSpPr txBox="1"/>
          <p:nvPr/>
        </p:nvSpPr>
        <p:spPr>
          <a:xfrm>
            <a:off x="2564919" y="729765"/>
            <a:ext cx="16289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0,0176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E9204F-3E42-43AE-8207-F49634927887}"/>
              </a:ext>
            </a:extLst>
          </p:cNvPr>
          <p:cNvCxnSpPr>
            <a:cxnSpLocks/>
          </p:cNvCxnSpPr>
          <p:nvPr/>
        </p:nvCxnSpPr>
        <p:spPr>
          <a:xfrm>
            <a:off x="926640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5B5B8A-AC01-404D-B7D0-7B0EE59F4F5B}"/>
              </a:ext>
            </a:extLst>
          </p:cNvPr>
          <p:cNvSpPr txBox="1"/>
          <p:nvPr/>
        </p:nvSpPr>
        <p:spPr>
          <a:xfrm>
            <a:off x="230596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4F018A-0C28-4646-B7C6-1261757EF93F}"/>
              </a:ext>
            </a:extLst>
          </p:cNvPr>
          <p:cNvSpPr txBox="1"/>
          <p:nvPr/>
        </p:nvSpPr>
        <p:spPr>
          <a:xfrm>
            <a:off x="637763" y="212774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709691-C6D7-4D61-802D-E05114032960}"/>
              </a:ext>
            </a:extLst>
          </p:cNvPr>
          <p:cNvSpPr txBox="1"/>
          <p:nvPr/>
        </p:nvSpPr>
        <p:spPr>
          <a:xfrm>
            <a:off x="1817438" y="2127742"/>
            <a:ext cx="486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 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1509-66AF-4C2C-80D8-D3E392FE6FDC}"/>
              </a:ext>
            </a:extLst>
          </p:cNvPr>
          <p:cNvSpPr txBox="1"/>
          <p:nvPr/>
        </p:nvSpPr>
        <p:spPr>
          <a:xfrm>
            <a:off x="-4717" y="-30715"/>
            <a:ext cx="10711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САБАК</a:t>
            </a:r>
            <a:endParaRPr lang="en-GB" b="1" dirty="0">
              <a:latin typeface="Bodoni MT Black" panose="02070A03080606020203" pitchFamily="18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76649A-B6A4-4659-BEA0-BB5CBD37B40C}"/>
              </a:ext>
            </a:extLst>
          </p:cNvPr>
          <p:cNvSpPr txBox="1"/>
          <p:nvPr/>
        </p:nvSpPr>
        <p:spPr>
          <a:xfrm>
            <a:off x="7694471" y="52554"/>
            <a:ext cx="2079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 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D06C1D-DFBB-4BF1-850C-FE723F1D5F64}"/>
              </a:ext>
            </a:extLst>
          </p:cNvPr>
          <p:cNvSpPr txBox="1"/>
          <p:nvPr/>
        </p:nvSpPr>
        <p:spPr>
          <a:xfrm>
            <a:off x="2398555" y="2118950"/>
            <a:ext cx="1107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= 176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6CBA1FD-8F32-43E8-B2EE-AE32B7837BE4}"/>
              </a:ext>
            </a:extLst>
          </p:cNvPr>
          <p:cNvCxnSpPr>
            <a:cxnSpLocks/>
          </p:cNvCxnSpPr>
          <p:nvPr/>
        </p:nvCxnSpPr>
        <p:spPr>
          <a:xfrm>
            <a:off x="2102223" y="135039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53D4E7-4869-4E4A-96A5-EE1C7B52B993}"/>
              </a:ext>
            </a:extLst>
          </p:cNvPr>
          <p:cNvCxnSpPr>
            <a:cxnSpLocks/>
          </p:cNvCxnSpPr>
          <p:nvPr/>
        </p:nvCxnSpPr>
        <p:spPr>
          <a:xfrm>
            <a:off x="3063515" y="2698552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DF0C0-739A-486B-AB60-F2E892504EFE}"/>
              </a:ext>
            </a:extLst>
          </p:cNvPr>
          <p:cNvSpPr txBox="1"/>
          <p:nvPr/>
        </p:nvSpPr>
        <p:spPr>
          <a:xfrm>
            <a:off x="3166560" y="2617521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63D4EA8-66F2-4192-BABE-3D54AECA8197}"/>
              </a:ext>
            </a:extLst>
          </p:cNvPr>
          <p:cNvSpPr txBox="1"/>
          <p:nvPr/>
        </p:nvSpPr>
        <p:spPr>
          <a:xfrm>
            <a:off x="2383563" y="3455381"/>
            <a:ext cx="13308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0,0176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40552F-58C2-4B07-A84D-3E43EE576A44}"/>
              </a:ext>
            </a:extLst>
          </p:cNvPr>
          <p:cNvSpPr txBox="1"/>
          <p:nvPr/>
        </p:nvSpPr>
        <p:spPr>
          <a:xfrm>
            <a:off x="1311663" y="729765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77B0F11-ADAA-44DF-985F-41AB04C29DB8}"/>
              </a:ext>
            </a:extLst>
          </p:cNvPr>
          <p:cNvSpPr txBox="1"/>
          <p:nvPr/>
        </p:nvSpPr>
        <p:spPr>
          <a:xfrm>
            <a:off x="1625159" y="729765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E38FE5-D412-44ED-A555-36B748CF2123}"/>
              </a:ext>
            </a:extLst>
          </p:cNvPr>
          <p:cNvSpPr txBox="1"/>
          <p:nvPr/>
        </p:nvSpPr>
        <p:spPr>
          <a:xfrm>
            <a:off x="1311663" y="211929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11A3C-4178-4B08-8B5D-DE2328042348}"/>
              </a:ext>
            </a:extLst>
          </p:cNvPr>
          <p:cNvSpPr txBox="1"/>
          <p:nvPr/>
        </p:nvSpPr>
        <p:spPr>
          <a:xfrm>
            <a:off x="3186880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7040FC-496F-411E-95E3-6C38DBAB94BE}"/>
              </a:ext>
            </a:extLst>
          </p:cNvPr>
          <p:cNvSpPr txBox="1"/>
          <p:nvPr/>
        </p:nvSpPr>
        <p:spPr>
          <a:xfrm>
            <a:off x="3787515" y="2621233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215F40-ADBE-45D2-8BC2-E50F244BB0E4}"/>
              </a:ext>
            </a:extLst>
          </p:cNvPr>
          <p:cNvSpPr txBox="1"/>
          <p:nvPr/>
        </p:nvSpPr>
        <p:spPr>
          <a:xfrm>
            <a:off x="3787515" y="3008095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0AEB03-71F4-4A73-8146-D0B0F6F18442}"/>
              </a:ext>
            </a:extLst>
          </p:cNvPr>
          <p:cNvSpPr txBox="1"/>
          <p:nvPr/>
        </p:nvSpPr>
        <p:spPr>
          <a:xfrm>
            <a:off x="230596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8A47B2-9EB1-46FA-A155-ABAFAD8E8CFE}"/>
              </a:ext>
            </a:extLst>
          </p:cNvPr>
          <p:cNvSpPr txBox="1"/>
          <p:nvPr/>
        </p:nvSpPr>
        <p:spPr>
          <a:xfrm>
            <a:off x="2191281" y="126463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4DAFA4D-0AE6-4507-96B2-78C5F0AF00E1}"/>
              </a:ext>
            </a:extLst>
          </p:cNvPr>
          <p:cNvSpPr txBox="1"/>
          <p:nvPr/>
        </p:nvSpPr>
        <p:spPr>
          <a:xfrm>
            <a:off x="2191281" y="1625117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A86C178-0F82-4EA2-8FA9-DB4BE9B725B4}"/>
              </a:ext>
            </a:extLst>
          </p:cNvPr>
          <p:cNvSpPr txBox="1"/>
          <p:nvPr/>
        </p:nvSpPr>
        <p:spPr>
          <a:xfrm>
            <a:off x="5448465" y="722087"/>
            <a:ext cx="31422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1</a:t>
            </a:r>
            <a:r>
              <a:rPr lang="en-GB" sz="3200" dirty="0"/>
              <a:t>)   1,5 × 0,8 = 1,2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53D428F-5393-4D84-98F7-C605A91E6436}"/>
              </a:ext>
            </a:extLst>
          </p:cNvPr>
          <p:cNvSpPr txBox="1"/>
          <p:nvPr/>
        </p:nvSpPr>
        <p:spPr>
          <a:xfrm>
            <a:off x="5448465" y="1573834"/>
            <a:ext cx="39757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2</a:t>
            </a:r>
            <a:r>
              <a:rPr lang="en-GB" sz="3200" dirty="0"/>
              <a:t>)   0,15 × 0,02 = 0,003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8A31413-A14D-46E2-AF46-83BC97FB2DA0}"/>
              </a:ext>
            </a:extLst>
          </p:cNvPr>
          <p:cNvSpPr txBox="1"/>
          <p:nvPr/>
        </p:nvSpPr>
        <p:spPr>
          <a:xfrm>
            <a:off x="5448465" y="2425581"/>
            <a:ext cx="41841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3</a:t>
            </a:r>
            <a:r>
              <a:rPr lang="en-GB" sz="3200" dirty="0"/>
              <a:t>)   0,06 × 0,08 = 0,0048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AD8691B-4639-4D3D-AB44-FBC2E0D1CFFE}"/>
              </a:ext>
            </a:extLst>
          </p:cNvPr>
          <p:cNvSpPr txBox="1"/>
          <p:nvPr/>
        </p:nvSpPr>
        <p:spPr>
          <a:xfrm>
            <a:off x="5448465" y="3277328"/>
            <a:ext cx="37673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4</a:t>
            </a:r>
            <a:r>
              <a:rPr lang="en-GB" sz="3200" dirty="0"/>
              <a:t>)   0,41 × 1,2 = 0,492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CBBE76A-F04D-4FB1-8D11-355FCF19E4CD}"/>
              </a:ext>
            </a:extLst>
          </p:cNvPr>
          <p:cNvSpPr txBox="1"/>
          <p:nvPr/>
        </p:nvSpPr>
        <p:spPr>
          <a:xfrm>
            <a:off x="5448465" y="4129075"/>
            <a:ext cx="37673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5</a:t>
            </a:r>
            <a:r>
              <a:rPr lang="en-GB" sz="3200" dirty="0"/>
              <a:t>)   5,2 × 0,14 = 0,728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4516145-DB36-4AE9-B7FE-23B2F55BC176}"/>
              </a:ext>
            </a:extLst>
          </p:cNvPr>
          <p:cNvSpPr txBox="1"/>
          <p:nvPr/>
        </p:nvSpPr>
        <p:spPr>
          <a:xfrm>
            <a:off x="5448465" y="4980822"/>
            <a:ext cx="41841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6</a:t>
            </a:r>
            <a:r>
              <a:rPr lang="en-GB" sz="3200" dirty="0"/>
              <a:t>)   1,14 × 0,08 = 0,0912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24616B4-540B-482F-9F23-5CBA8891AFC4}"/>
              </a:ext>
            </a:extLst>
          </p:cNvPr>
          <p:cNvSpPr txBox="1"/>
          <p:nvPr/>
        </p:nvSpPr>
        <p:spPr>
          <a:xfrm>
            <a:off x="5448465" y="5832567"/>
            <a:ext cx="41841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7</a:t>
            </a:r>
            <a:r>
              <a:rPr lang="en-GB" sz="3200" dirty="0"/>
              <a:t>)   2,44 × 0,26 = 0,6344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ED5A10-E076-43C5-B4FF-E90BF7344578}"/>
              </a:ext>
            </a:extLst>
          </p:cNvPr>
          <p:cNvSpPr txBox="1"/>
          <p:nvPr/>
        </p:nvSpPr>
        <p:spPr>
          <a:xfrm>
            <a:off x="3661820" y="0"/>
            <a:ext cx="2582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көбөйтүү</a:t>
            </a:r>
            <a:endParaRPr lang="en-GB" sz="200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7EB215F-6FA4-4F7B-B811-AA421EC1C75D}"/>
              </a:ext>
            </a:extLst>
          </p:cNvPr>
          <p:cNvSpPr/>
          <p:nvPr/>
        </p:nvSpPr>
        <p:spPr>
          <a:xfrm>
            <a:off x="7921869" y="690255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230A6F6-CF60-424F-9F88-AA87CA93B605}"/>
              </a:ext>
            </a:extLst>
          </p:cNvPr>
          <p:cNvSpPr/>
          <p:nvPr/>
        </p:nvSpPr>
        <p:spPr>
          <a:xfrm>
            <a:off x="8346831" y="1502078"/>
            <a:ext cx="1122484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BE8E792-9A1C-4B66-85F5-ADC699120AC3}"/>
              </a:ext>
            </a:extLst>
          </p:cNvPr>
          <p:cNvSpPr/>
          <p:nvPr/>
        </p:nvSpPr>
        <p:spPr>
          <a:xfrm>
            <a:off x="8288215" y="2340278"/>
            <a:ext cx="1267065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9562335-414B-4C8D-843F-E5650AD6AB5D}"/>
              </a:ext>
            </a:extLst>
          </p:cNvPr>
          <p:cNvSpPr/>
          <p:nvPr/>
        </p:nvSpPr>
        <p:spPr>
          <a:xfrm>
            <a:off x="8080131" y="3319155"/>
            <a:ext cx="1267065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B156A99-66C0-47B2-8E9E-B44B2F64AE25}"/>
              </a:ext>
            </a:extLst>
          </p:cNvPr>
          <p:cNvSpPr/>
          <p:nvPr/>
        </p:nvSpPr>
        <p:spPr>
          <a:xfrm>
            <a:off x="8100647" y="4025471"/>
            <a:ext cx="1267065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ABB2937-2853-4583-89B7-77235F3A2198}"/>
              </a:ext>
            </a:extLst>
          </p:cNvPr>
          <p:cNvSpPr/>
          <p:nvPr/>
        </p:nvSpPr>
        <p:spPr>
          <a:xfrm>
            <a:off x="8279424" y="4881256"/>
            <a:ext cx="1267065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E2F1566-CF99-43B9-A335-40B21360DD8B}"/>
              </a:ext>
            </a:extLst>
          </p:cNvPr>
          <p:cNvSpPr/>
          <p:nvPr/>
        </p:nvSpPr>
        <p:spPr>
          <a:xfrm>
            <a:off x="8326316" y="5904095"/>
            <a:ext cx="1267065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494A0E-DA92-A038-3282-2FF51C4D25A0}"/>
              </a:ext>
            </a:extLst>
          </p:cNvPr>
          <p:cNvSpPr txBox="1"/>
          <p:nvPr/>
        </p:nvSpPr>
        <p:spPr>
          <a:xfrm>
            <a:off x="147036" y="4955858"/>
            <a:ext cx="35960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arenR"/>
            </a:pPr>
            <a:r>
              <a:rPr lang="ru-RU" sz="2000" dirty="0"/>
              <a:t>Ондук бөлүктү </a:t>
            </a:r>
            <a:r>
              <a:rPr lang="ru-RU" sz="2000" b="1" dirty="0"/>
              <a:t>бүтүн</a:t>
            </a:r>
            <a:r>
              <a:rPr lang="ru-RU" sz="2000" dirty="0"/>
              <a:t> санга </a:t>
            </a:r>
            <a:endParaRPr lang="en-US" sz="2000" dirty="0"/>
          </a:p>
          <a:p>
            <a:r>
              <a:rPr lang="en-US" sz="2000" dirty="0"/>
              <a:t>       </a:t>
            </a:r>
            <a:r>
              <a:rPr lang="ru-RU" sz="2000" dirty="0"/>
              <a:t>айландырыңыз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CD70BB-49F5-B30F-EE7E-5A1431596672}"/>
              </a:ext>
            </a:extLst>
          </p:cNvPr>
          <p:cNvSpPr txBox="1"/>
          <p:nvPr/>
        </p:nvSpPr>
        <p:spPr>
          <a:xfrm>
            <a:off x="146841" y="5642231"/>
            <a:ext cx="3091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2) Көбөйтүү үчүн каалаган </a:t>
            </a:r>
            <a:endParaRPr lang="en-US" sz="2000" dirty="0"/>
          </a:p>
          <a:p>
            <a:r>
              <a:rPr lang="en-US" sz="2000" dirty="0"/>
              <a:t>     </a:t>
            </a:r>
            <a:r>
              <a:rPr lang="ru-RU" sz="2000" b="1" dirty="0"/>
              <a:t>ыкманы</a:t>
            </a:r>
            <a:r>
              <a:rPr lang="ru-RU" sz="2000" dirty="0"/>
              <a:t> колдонуңуз.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68D913-72C0-3CFC-9AD9-39CDA8D7B6E9}"/>
              </a:ext>
            </a:extLst>
          </p:cNvPr>
          <p:cNvSpPr txBox="1"/>
          <p:nvPr/>
        </p:nvSpPr>
        <p:spPr>
          <a:xfrm>
            <a:off x="174365" y="6282437"/>
            <a:ext cx="42984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3) Жоопту </a:t>
            </a:r>
            <a:r>
              <a:rPr lang="ru-RU" sz="2000" b="1" dirty="0"/>
              <a:t>кайра ондукка өзгөртүңүз</a:t>
            </a:r>
            <a:r>
              <a:rPr lang="ru-RU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387020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  <p:bldP spid="50" grpId="0" animBg="1"/>
      <p:bldP spid="51" grpId="0" animBg="1"/>
      <p:bldP spid="52" grpId="0" animBg="1"/>
      <p:bldP spid="53" grpId="0" animBg="1"/>
      <p:bldP spid="59" grpId="0" animBg="1"/>
      <p:bldP spid="2" grpId="0"/>
      <p:bldP spid="3" grpId="0"/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6076CD0-6E50-4FC9-ACA5-C70E48769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79" y="934036"/>
            <a:ext cx="1475476" cy="1514523"/>
          </a:xfrm>
          <a:prstGeom prst="rect">
            <a:avLst/>
          </a:prstGeom>
        </p:spPr>
      </p:pic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5D8647BF-6DB1-489F-86E6-3B303A3478C4}"/>
              </a:ext>
            </a:extLst>
          </p:cNvPr>
          <p:cNvSpPr/>
          <p:nvPr/>
        </p:nvSpPr>
        <p:spPr>
          <a:xfrm>
            <a:off x="2690104" y="807126"/>
            <a:ext cx="3964695" cy="752676"/>
          </a:xfrm>
          <a:prstGeom prst="wedgeRoundRectCallout">
            <a:avLst>
              <a:gd name="adj1" fmla="val -69238"/>
              <a:gd name="adj2" fmla="val 76706"/>
              <a:gd name="adj3" fmla="val 16667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000" dirty="0">
                <a:solidFill>
                  <a:sysClr val="windowText" lastClr="000000"/>
                </a:solidFill>
              </a:rPr>
              <a:t>Мен жөн гана ондуктарды санасам болот</a:t>
            </a:r>
            <a:endParaRPr lang="en-GB" sz="2000" dirty="0">
              <a:solidFill>
                <a:sysClr val="windowText" lastClr="0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24A623-C7F2-46CD-9461-24EBCF13BE95}"/>
              </a:ext>
            </a:extLst>
          </p:cNvPr>
          <p:cNvSpPr txBox="1"/>
          <p:nvPr/>
        </p:nvSpPr>
        <p:spPr>
          <a:xfrm>
            <a:off x="3414290" y="2118754"/>
            <a:ext cx="23391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0,7 × 0,4 =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522A39-8292-4CF7-A4D9-E5CD9987C024}"/>
              </a:ext>
            </a:extLst>
          </p:cNvPr>
          <p:cNvSpPr txBox="1"/>
          <p:nvPr/>
        </p:nvSpPr>
        <p:spPr>
          <a:xfrm>
            <a:off x="3224165" y="3952967"/>
            <a:ext cx="21948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7 × 4 = 28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8E0192-2831-4B79-8B6F-92D309819BB7}"/>
              </a:ext>
            </a:extLst>
          </p:cNvPr>
          <p:cNvSpPr txBox="1"/>
          <p:nvPr/>
        </p:nvSpPr>
        <p:spPr>
          <a:xfrm>
            <a:off x="2301608" y="3098951"/>
            <a:ext cx="18822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2400" dirty="0">
                <a:solidFill>
                  <a:srgbClr val="FF0000"/>
                </a:solidFill>
              </a:rPr>
              <a:t>2 ондук орун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F788CA-96E0-4575-931F-C050107FC86E}"/>
              </a:ext>
            </a:extLst>
          </p:cNvPr>
          <p:cNvSpPr txBox="1"/>
          <p:nvPr/>
        </p:nvSpPr>
        <p:spPr>
          <a:xfrm>
            <a:off x="7698600" y="3287927"/>
            <a:ext cx="18822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2400" dirty="0">
                <a:solidFill>
                  <a:srgbClr val="FF0000"/>
                </a:solidFill>
              </a:rPr>
              <a:t>2 ондук орун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3411B5-856E-478D-BF26-F817721C5844}"/>
              </a:ext>
            </a:extLst>
          </p:cNvPr>
          <p:cNvSpPr txBox="1"/>
          <p:nvPr/>
        </p:nvSpPr>
        <p:spPr>
          <a:xfrm>
            <a:off x="5764085" y="2145014"/>
            <a:ext cx="10935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0,28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8376DC-2411-4D46-9849-60884D4F9C5E}"/>
              </a:ext>
            </a:extLst>
          </p:cNvPr>
          <p:cNvCxnSpPr>
            <a:cxnSpLocks/>
          </p:cNvCxnSpPr>
          <p:nvPr/>
        </p:nvCxnSpPr>
        <p:spPr>
          <a:xfrm>
            <a:off x="3835400" y="2738120"/>
            <a:ext cx="287020" cy="0"/>
          </a:xfrm>
          <a:prstGeom prst="line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B376FD2-4245-4D55-8276-6CB1032C479C}"/>
              </a:ext>
            </a:extLst>
          </p:cNvPr>
          <p:cNvCxnSpPr>
            <a:cxnSpLocks/>
          </p:cNvCxnSpPr>
          <p:nvPr/>
        </p:nvCxnSpPr>
        <p:spPr>
          <a:xfrm>
            <a:off x="4965700" y="2738120"/>
            <a:ext cx="287020" cy="0"/>
          </a:xfrm>
          <a:prstGeom prst="line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9ABFC2A-0C61-4042-8BB2-A46C9232839C}"/>
              </a:ext>
            </a:extLst>
          </p:cNvPr>
          <p:cNvCxnSpPr>
            <a:cxnSpLocks/>
          </p:cNvCxnSpPr>
          <p:nvPr/>
        </p:nvCxnSpPr>
        <p:spPr>
          <a:xfrm flipV="1">
            <a:off x="3616960" y="2804160"/>
            <a:ext cx="342900" cy="36068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1B6CC1E-6F8F-4D16-A347-67F29D4B4F5B}"/>
              </a:ext>
            </a:extLst>
          </p:cNvPr>
          <p:cNvCxnSpPr>
            <a:cxnSpLocks/>
          </p:cNvCxnSpPr>
          <p:nvPr/>
        </p:nvCxnSpPr>
        <p:spPr>
          <a:xfrm flipV="1">
            <a:off x="4160520" y="2811780"/>
            <a:ext cx="889000" cy="51562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39A7726-244A-43BB-8EE0-23C223E98492}"/>
              </a:ext>
            </a:extLst>
          </p:cNvPr>
          <p:cNvCxnSpPr>
            <a:cxnSpLocks/>
          </p:cNvCxnSpPr>
          <p:nvPr/>
        </p:nvCxnSpPr>
        <p:spPr>
          <a:xfrm>
            <a:off x="6264148" y="2738120"/>
            <a:ext cx="465836" cy="0"/>
          </a:xfrm>
          <a:prstGeom prst="line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D380E9F-E514-4B95-BDDE-3B610D9994D9}"/>
              </a:ext>
            </a:extLst>
          </p:cNvPr>
          <p:cNvCxnSpPr>
            <a:cxnSpLocks/>
          </p:cNvCxnSpPr>
          <p:nvPr/>
        </p:nvCxnSpPr>
        <p:spPr>
          <a:xfrm flipH="1" flipV="1">
            <a:off x="6543040" y="2811780"/>
            <a:ext cx="845312" cy="54711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0AE51B9-1733-4C3C-A1B7-D2E1FCC38866}"/>
              </a:ext>
            </a:extLst>
          </p:cNvPr>
          <p:cNvSpPr txBox="1"/>
          <p:nvPr/>
        </p:nvSpPr>
        <p:spPr>
          <a:xfrm>
            <a:off x="2438530" y="6351546"/>
            <a:ext cx="50290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Алиянын ыкмасы жөнүндө кандай ойдосуз?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4616911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6076CD0-6E50-4FC9-ACA5-C70E48769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79" y="934036"/>
            <a:ext cx="1475476" cy="1514523"/>
          </a:xfrm>
          <a:prstGeom prst="rect">
            <a:avLst/>
          </a:prstGeom>
        </p:spPr>
      </p:pic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5D8647BF-6DB1-489F-86E6-3B303A3478C4}"/>
              </a:ext>
            </a:extLst>
          </p:cNvPr>
          <p:cNvSpPr/>
          <p:nvPr/>
        </p:nvSpPr>
        <p:spPr>
          <a:xfrm>
            <a:off x="2690104" y="807126"/>
            <a:ext cx="3964695" cy="752676"/>
          </a:xfrm>
          <a:prstGeom prst="wedgeRoundRectCallout">
            <a:avLst>
              <a:gd name="adj1" fmla="val -69238"/>
              <a:gd name="adj2" fmla="val 76706"/>
              <a:gd name="adj3" fmla="val 16667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000" dirty="0">
                <a:solidFill>
                  <a:sysClr val="windowText" lastClr="000000"/>
                </a:solidFill>
              </a:rPr>
              <a:t>Мен жөн гана ондуктарды санасам болоь</a:t>
            </a:r>
            <a:endParaRPr lang="en-GB" sz="2000" dirty="0">
              <a:solidFill>
                <a:sysClr val="windowText" lastClr="0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24A623-C7F2-46CD-9461-24EBCF13BE95}"/>
              </a:ext>
            </a:extLst>
          </p:cNvPr>
          <p:cNvSpPr txBox="1"/>
          <p:nvPr/>
        </p:nvSpPr>
        <p:spPr>
          <a:xfrm>
            <a:off x="3154604" y="2118754"/>
            <a:ext cx="25987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0,17 × 0,3 =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522A39-8292-4CF7-A4D9-E5CD9987C024}"/>
              </a:ext>
            </a:extLst>
          </p:cNvPr>
          <p:cNvSpPr txBox="1"/>
          <p:nvPr/>
        </p:nvSpPr>
        <p:spPr>
          <a:xfrm>
            <a:off x="2964479" y="3952967"/>
            <a:ext cx="24545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17 × 3 = 51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8E0192-2831-4B79-8B6F-92D309819BB7}"/>
              </a:ext>
            </a:extLst>
          </p:cNvPr>
          <p:cNvSpPr txBox="1"/>
          <p:nvPr/>
        </p:nvSpPr>
        <p:spPr>
          <a:xfrm>
            <a:off x="2301607" y="3098951"/>
            <a:ext cx="18822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2400" dirty="0">
                <a:solidFill>
                  <a:srgbClr val="FF0000"/>
                </a:solidFill>
              </a:rPr>
              <a:t>3 ондук орун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F788CA-96E0-4575-931F-C050107FC86E}"/>
              </a:ext>
            </a:extLst>
          </p:cNvPr>
          <p:cNvSpPr txBox="1"/>
          <p:nvPr/>
        </p:nvSpPr>
        <p:spPr>
          <a:xfrm>
            <a:off x="7698599" y="3287927"/>
            <a:ext cx="18822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2400" dirty="0">
                <a:solidFill>
                  <a:srgbClr val="FF0000"/>
                </a:solidFill>
              </a:rPr>
              <a:t>3 ондук орун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3411B5-856E-478D-BF26-F817721C5844}"/>
              </a:ext>
            </a:extLst>
          </p:cNvPr>
          <p:cNvSpPr txBox="1"/>
          <p:nvPr/>
        </p:nvSpPr>
        <p:spPr>
          <a:xfrm>
            <a:off x="5778717" y="2145014"/>
            <a:ext cx="13532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0,051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8376DC-2411-4D46-9849-60884D4F9C5E}"/>
              </a:ext>
            </a:extLst>
          </p:cNvPr>
          <p:cNvCxnSpPr>
            <a:cxnSpLocks/>
          </p:cNvCxnSpPr>
          <p:nvPr/>
        </p:nvCxnSpPr>
        <p:spPr>
          <a:xfrm>
            <a:off x="3653790" y="2738120"/>
            <a:ext cx="468630" cy="0"/>
          </a:xfrm>
          <a:prstGeom prst="line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B376FD2-4245-4D55-8276-6CB1032C479C}"/>
              </a:ext>
            </a:extLst>
          </p:cNvPr>
          <p:cNvCxnSpPr>
            <a:cxnSpLocks/>
          </p:cNvCxnSpPr>
          <p:nvPr/>
        </p:nvCxnSpPr>
        <p:spPr>
          <a:xfrm>
            <a:off x="4965700" y="2738120"/>
            <a:ext cx="287020" cy="0"/>
          </a:xfrm>
          <a:prstGeom prst="line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9ABFC2A-0C61-4042-8BB2-A46C9232839C}"/>
              </a:ext>
            </a:extLst>
          </p:cNvPr>
          <p:cNvCxnSpPr>
            <a:cxnSpLocks/>
          </p:cNvCxnSpPr>
          <p:nvPr/>
        </p:nvCxnSpPr>
        <p:spPr>
          <a:xfrm flipV="1">
            <a:off x="3479800" y="2811780"/>
            <a:ext cx="342900" cy="36068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1B6CC1E-6F8F-4D16-A347-67F29D4B4F5B}"/>
              </a:ext>
            </a:extLst>
          </p:cNvPr>
          <p:cNvCxnSpPr>
            <a:cxnSpLocks/>
          </p:cNvCxnSpPr>
          <p:nvPr/>
        </p:nvCxnSpPr>
        <p:spPr>
          <a:xfrm flipV="1">
            <a:off x="4160520" y="2811780"/>
            <a:ext cx="889000" cy="51562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39A7726-244A-43BB-8EE0-23C223E98492}"/>
              </a:ext>
            </a:extLst>
          </p:cNvPr>
          <p:cNvCxnSpPr>
            <a:cxnSpLocks/>
          </p:cNvCxnSpPr>
          <p:nvPr/>
        </p:nvCxnSpPr>
        <p:spPr>
          <a:xfrm>
            <a:off x="6264148" y="2738120"/>
            <a:ext cx="845312" cy="0"/>
          </a:xfrm>
          <a:prstGeom prst="line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D380E9F-E514-4B95-BDDE-3B610D9994D9}"/>
              </a:ext>
            </a:extLst>
          </p:cNvPr>
          <p:cNvCxnSpPr>
            <a:cxnSpLocks/>
          </p:cNvCxnSpPr>
          <p:nvPr/>
        </p:nvCxnSpPr>
        <p:spPr>
          <a:xfrm flipH="1" flipV="1">
            <a:off x="6804660" y="2815590"/>
            <a:ext cx="583692" cy="54330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0AE51B9-1733-4C3C-A1B7-D2E1FCC38866}"/>
              </a:ext>
            </a:extLst>
          </p:cNvPr>
          <p:cNvSpPr txBox="1"/>
          <p:nvPr/>
        </p:nvSpPr>
        <p:spPr>
          <a:xfrm>
            <a:off x="2438530" y="6351546"/>
            <a:ext cx="50290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Алиянын ыкмасы жөнүндө кандай ойдосуз?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7471149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6076CD0-6E50-4FC9-ACA5-C70E48769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79" y="334596"/>
            <a:ext cx="1475476" cy="1514523"/>
          </a:xfrm>
          <a:prstGeom prst="rect">
            <a:avLst/>
          </a:prstGeom>
        </p:spPr>
      </p:pic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5D8647BF-6DB1-489F-86E6-3B303A3478C4}"/>
              </a:ext>
            </a:extLst>
          </p:cNvPr>
          <p:cNvSpPr/>
          <p:nvPr/>
        </p:nvSpPr>
        <p:spPr>
          <a:xfrm>
            <a:off x="2690104" y="207686"/>
            <a:ext cx="3964695" cy="752676"/>
          </a:xfrm>
          <a:prstGeom prst="wedgeRoundRectCallout">
            <a:avLst>
              <a:gd name="adj1" fmla="val -69238"/>
              <a:gd name="adj2" fmla="val 76706"/>
              <a:gd name="adj3" fmla="val 16667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000" dirty="0">
                <a:solidFill>
                  <a:sysClr val="windowText" lastClr="000000"/>
                </a:solidFill>
              </a:rPr>
              <a:t>Мен жөн гана ондуктарды санай алам.</a:t>
            </a:r>
            <a:endParaRPr lang="en-GB" sz="2000" dirty="0">
              <a:solidFill>
                <a:sysClr val="windowText" lastClr="0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24A623-C7F2-46CD-9461-24EBCF13BE95}"/>
              </a:ext>
            </a:extLst>
          </p:cNvPr>
          <p:cNvSpPr txBox="1"/>
          <p:nvPr/>
        </p:nvSpPr>
        <p:spPr>
          <a:xfrm>
            <a:off x="3154604" y="1519314"/>
            <a:ext cx="25987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0,17 × 0,3 =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8E0192-2831-4B79-8B6F-92D309819BB7}"/>
              </a:ext>
            </a:extLst>
          </p:cNvPr>
          <p:cNvSpPr txBox="1"/>
          <p:nvPr/>
        </p:nvSpPr>
        <p:spPr>
          <a:xfrm>
            <a:off x="2301608" y="2499511"/>
            <a:ext cx="18822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2400" dirty="0">
                <a:solidFill>
                  <a:srgbClr val="FF0000"/>
                </a:solidFill>
              </a:rPr>
              <a:t>3 ондук орун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F788CA-96E0-4575-931F-C050107FC86E}"/>
              </a:ext>
            </a:extLst>
          </p:cNvPr>
          <p:cNvSpPr txBox="1"/>
          <p:nvPr/>
        </p:nvSpPr>
        <p:spPr>
          <a:xfrm>
            <a:off x="7698600" y="2688487"/>
            <a:ext cx="18822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2400" dirty="0">
                <a:solidFill>
                  <a:srgbClr val="FF0000"/>
                </a:solidFill>
              </a:rPr>
              <a:t>3 ондук орун</a:t>
            </a:r>
            <a:endParaRPr lang="en-GB" sz="240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3411B5-856E-478D-BF26-F817721C5844}"/>
              </a:ext>
            </a:extLst>
          </p:cNvPr>
          <p:cNvSpPr txBox="1"/>
          <p:nvPr/>
        </p:nvSpPr>
        <p:spPr>
          <a:xfrm>
            <a:off x="5778717" y="1545574"/>
            <a:ext cx="13532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4000" dirty="0"/>
              <a:t>0,051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8376DC-2411-4D46-9849-60884D4F9C5E}"/>
              </a:ext>
            </a:extLst>
          </p:cNvPr>
          <p:cNvCxnSpPr>
            <a:cxnSpLocks/>
          </p:cNvCxnSpPr>
          <p:nvPr/>
        </p:nvCxnSpPr>
        <p:spPr>
          <a:xfrm>
            <a:off x="3653790" y="2138680"/>
            <a:ext cx="468630" cy="0"/>
          </a:xfrm>
          <a:prstGeom prst="line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B376FD2-4245-4D55-8276-6CB1032C479C}"/>
              </a:ext>
            </a:extLst>
          </p:cNvPr>
          <p:cNvCxnSpPr>
            <a:cxnSpLocks/>
          </p:cNvCxnSpPr>
          <p:nvPr/>
        </p:nvCxnSpPr>
        <p:spPr>
          <a:xfrm>
            <a:off x="4965700" y="2138680"/>
            <a:ext cx="287020" cy="0"/>
          </a:xfrm>
          <a:prstGeom prst="line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9ABFC2A-0C61-4042-8BB2-A46C9232839C}"/>
              </a:ext>
            </a:extLst>
          </p:cNvPr>
          <p:cNvCxnSpPr>
            <a:cxnSpLocks/>
          </p:cNvCxnSpPr>
          <p:nvPr/>
        </p:nvCxnSpPr>
        <p:spPr>
          <a:xfrm flipV="1">
            <a:off x="3479800" y="2212340"/>
            <a:ext cx="342900" cy="36068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1B6CC1E-6F8F-4D16-A347-67F29D4B4F5B}"/>
              </a:ext>
            </a:extLst>
          </p:cNvPr>
          <p:cNvCxnSpPr>
            <a:cxnSpLocks/>
          </p:cNvCxnSpPr>
          <p:nvPr/>
        </p:nvCxnSpPr>
        <p:spPr>
          <a:xfrm flipV="1">
            <a:off x="4160520" y="2212340"/>
            <a:ext cx="889000" cy="51562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39A7726-244A-43BB-8EE0-23C223E98492}"/>
              </a:ext>
            </a:extLst>
          </p:cNvPr>
          <p:cNvCxnSpPr>
            <a:cxnSpLocks/>
          </p:cNvCxnSpPr>
          <p:nvPr/>
        </p:nvCxnSpPr>
        <p:spPr>
          <a:xfrm>
            <a:off x="6264148" y="2138680"/>
            <a:ext cx="845312" cy="0"/>
          </a:xfrm>
          <a:prstGeom prst="line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D380E9F-E514-4B95-BDDE-3B610D9994D9}"/>
              </a:ext>
            </a:extLst>
          </p:cNvPr>
          <p:cNvCxnSpPr>
            <a:cxnSpLocks/>
          </p:cNvCxnSpPr>
          <p:nvPr/>
        </p:nvCxnSpPr>
        <p:spPr>
          <a:xfrm flipH="1" flipV="1">
            <a:off x="6804660" y="2216150"/>
            <a:ext cx="583692" cy="54330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0AE51B9-1733-4C3C-A1B7-D2E1FCC38866}"/>
              </a:ext>
            </a:extLst>
          </p:cNvPr>
          <p:cNvSpPr txBox="1"/>
          <p:nvPr/>
        </p:nvSpPr>
        <p:spPr>
          <a:xfrm>
            <a:off x="1286463" y="3476266"/>
            <a:ext cx="73332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Бул эсептөөлөргө жооп табуу үчүн Алиянын методун колдонуңуз.</a:t>
            </a:r>
            <a:endParaRPr lang="en-GB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522A39-8292-4CF7-A4D9-E5CD9987C024}"/>
              </a:ext>
            </a:extLst>
          </p:cNvPr>
          <p:cNvSpPr txBox="1"/>
          <p:nvPr/>
        </p:nvSpPr>
        <p:spPr>
          <a:xfrm>
            <a:off x="72443" y="4359367"/>
            <a:ext cx="22172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0,3 × 3 = 0,9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9D912E-4C8A-405F-B9C0-BD2AB0C3A63F}"/>
              </a:ext>
            </a:extLst>
          </p:cNvPr>
          <p:cNvSpPr txBox="1"/>
          <p:nvPr/>
        </p:nvSpPr>
        <p:spPr>
          <a:xfrm>
            <a:off x="72443" y="5578567"/>
            <a:ext cx="22172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5 × 0,5 = 2,5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A1A182-4466-439F-A5FE-2DF3D04F3F02}"/>
              </a:ext>
            </a:extLst>
          </p:cNvPr>
          <p:cNvSpPr txBox="1"/>
          <p:nvPr/>
        </p:nvSpPr>
        <p:spPr>
          <a:xfrm>
            <a:off x="2965048" y="4359367"/>
            <a:ext cx="27382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0,6 × 0,7 = 0,42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DE6A74-082E-463F-A89F-8EB5A471E478}"/>
              </a:ext>
            </a:extLst>
          </p:cNvPr>
          <p:cNvSpPr txBox="1"/>
          <p:nvPr/>
        </p:nvSpPr>
        <p:spPr>
          <a:xfrm>
            <a:off x="6399087" y="4359367"/>
            <a:ext cx="3155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0,21 × 0,7 = 0,147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AE1A6D9-E083-46D8-9C26-7727A95C1DFF}"/>
              </a:ext>
            </a:extLst>
          </p:cNvPr>
          <p:cNvSpPr txBox="1"/>
          <p:nvPr/>
        </p:nvSpPr>
        <p:spPr>
          <a:xfrm>
            <a:off x="6266785" y="5578567"/>
            <a:ext cx="35718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0,3 × 0,036 = 0,0108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F2D393-26F8-4953-9925-3AFB3EE64F58}"/>
              </a:ext>
            </a:extLst>
          </p:cNvPr>
          <p:cNvSpPr txBox="1"/>
          <p:nvPr/>
        </p:nvSpPr>
        <p:spPr>
          <a:xfrm>
            <a:off x="2761627" y="5578567"/>
            <a:ext cx="31550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200" dirty="0"/>
              <a:t>0,5 × 0,13 = 0,065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9553B37-A446-43EF-A0E6-FA5EBEC655F0}"/>
              </a:ext>
            </a:extLst>
          </p:cNvPr>
          <p:cNvSpPr/>
          <p:nvPr/>
        </p:nvSpPr>
        <p:spPr>
          <a:xfrm>
            <a:off x="1626576" y="4356648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64EEDD8-10F6-4F0E-B698-C82B15BA1DA3}"/>
              </a:ext>
            </a:extLst>
          </p:cNvPr>
          <p:cNvSpPr/>
          <p:nvPr/>
        </p:nvSpPr>
        <p:spPr>
          <a:xfrm>
            <a:off x="1620714" y="5643256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9E4CC28-FE5A-4EB2-977B-DA84459EE084}"/>
              </a:ext>
            </a:extLst>
          </p:cNvPr>
          <p:cNvSpPr/>
          <p:nvPr/>
        </p:nvSpPr>
        <p:spPr>
          <a:xfrm>
            <a:off x="4850422" y="4265794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F534E8D-60B1-45EE-855C-C1DE9EB89DD3}"/>
              </a:ext>
            </a:extLst>
          </p:cNvPr>
          <p:cNvSpPr/>
          <p:nvPr/>
        </p:nvSpPr>
        <p:spPr>
          <a:xfrm>
            <a:off x="4826975" y="5569986"/>
            <a:ext cx="1134209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7F1C743-EB08-4F4D-9664-7A667ACC1135}"/>
              </a:ext>
            </a:extLst>
          </p:cNvPr>
          <p:cNvSpPr/>
          <p:nvPr/>
        </p:nvSpPr>
        <p:spPr>
          <a:xfrm>
            <a:off x="8513883" y="4333201"/>
            <a:ext cx="1134209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B6C3B45-8BFB-4FD0-A312-9793A9E99D8A}"/>
              </a:ext>
            </a:extLst>
          </p:cNvPr>
          <p:cNvSpPr/>
          <p:nvPr/>
        </p:nvSpPr>
        <p:spPr>
          <a:xfrm>
            <a:off x="8587152" y="5531886"/>
            <a:ext cx="1134209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5598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6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7FD59E-9163-406C-B515-6EA5CD0D70D0}"/>
              </a:ext>
            </a:extLst>
          </p:cNvPr>
          <p:cNvSpPr txBox="1"/>
          <p:nvPr/>
        </p:nvSpPr>
        <p:spPr>
          <a:xfrm>
            <a:off x="1089825" y="630647"/>
            <a:ext cx="27382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2,2 × 3,2 = 7,04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DA6DD3-D9D4-4877-AC02-3A5FE8283594}"/>
              </a:ext>
            </a:extLst>
          </p:cNvPr>
          <p:cNvSpPr txBox="1"/>
          <p:nvPr/>
        </p:nvSpPr>
        <p:spPr>
          <a:xfrm>
            <a:off x="1211745" y="2022567"/>
            <a:ext cx="24256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22 × 32 = 704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258334D-A737-4386-895A-7F67FE1A409E}"/>
              </a:ext>
            </a:extLst>
          </p:cNvPr>
          <p:cNvCxnSpPr>
            <a:cxnSpLocks/>
          </p:cNvCxnSpPr>
          <p:nvPr/>
        </p:nvCxnSpPr>
        <p:spPr>
          <a:xfrm>
            <a:off x="1546400" y="127927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1958EAC-1627-4879-87E0-41ABC976F0C4}"/>
              </a:ext>
            </a:extLst>
          </p:cNvPr>
          <p:cNvSpPr txBox="1"/>
          <p:nvPr/>
        </p:nvSpPr>
        <p:spPr>
          <a:xfrm>
            <a:off x="830036" y="139671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6056E0D-BBFA-41DB-8DF0-A69D3887FD51}"/>
              </a:ext>
            </a:extLst>
          </p:cNvPr>
          <p:cNvCxnSpPr>
            <a:cxnSpLocks/>
          </p:cNvCxnSpPr>
          <p:nvPr/>
        </p:nvCxnSpPr>
        <p:spPr>
          <a:xfrm flipV="1">
            <a:off x="3266715" y="1172698"/>
            <a:ext cx="0" cy="88577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18B9587-F117-4DE2-987E-BFBAEB73F8EF}"/>
              </a:ext>
            </a:extLst>
          </p:cNvPr>
          <p:cNvSpPr txBox="1"/>
          <p:nvPr/>
        </p:nvSpPr>
        <p:spPr>
          <a:xfrm>
            <a:off x="3356508" y="1449121"/>
            <a:ext cx="8050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÷100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E0C7121-A738-487C-B41E-3B1A636E7C83}"/>
              </a:ext>
            </a:extLst>
          </p:cNvPr>
          <p:cNvCxnSpPr>
            <a:cxnSpLocks/>
          </p:cNvCxnSpPr>
          <p:nvPr/>
        </p:nvCxnSpPr>
        <p:spPr>
          <a:xfrm>
            <a:off x="2369360" y="127927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F19B816-E91B-436B-A969-23458155B7BF}"/>
              </a:ext>
            </a:extLst>
          </p:cNvPr>
          <p:cNvSpPr txBox="1"/>
          <p:nvPr/>
        </p:nvSpPr>
        <p:spPr>
          <a:xfrm>
            <a:off x="1713956" y="139671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6D2DC0-A156-4F23-8B11-0DEA5E0F6346}"/>
              </a:ext>
            </a:extLst>
          </p:cNvPr>
          <p:cNvSpPr txBox="1"/>
          <p:nvPr/>
        </p:nvSpPr>
        <p:spPr>
          <a:xfrm>
            <a:off x="113106" y="3140986"/>
            <a:ext cx="46564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Биздин тууралыгыбызды, </a:t>
            </a:r>
            <a:r>
              <a:rPr lang="ru-RU" sz="2000" b="1" dirty="0"/>
              <a:t>божомолдоо</a:t>
            </a:r>
            <a:r>
              <a:rPr lang="ru-RU" sz="2000" dirty="0"/>
              <a:t> </a:t>
            </a:r>
          </a:p>
          <a:p>
            <a:pPr algn="ctr"/>
            <a:r>
              <a:rPr lang="ru-RU" sz="2000" dirty="0"/>
              <a:t>менен текшеришибиз керек.</a:t>
            </a:r>
            <a:endParaRPr lang="en-GB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CFFE0A-B125-4F2F-BBEA-35E1F36A572A}"/>
              </a:ext>
            </a:extLst>
          </p:cNvPr>
          <p:cNvSpPr txBox="1"/>
          <p:nvPr/>
        </p:nvSpPr>
        <p:spPr>
          <a:xfrm>
            <a:off x="500741" y="4003767"/>
            <a:ext cx="3881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2,2 × 3,2    ≈   2 × 3 = 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9AB792-7A10-4CF0-A164-C30813E4A654}"/>
              </a:ext>
            </a:extLst>
          </p:cNvPr>
          <p:cNvSpPr txBox="1"/>
          <p:nvPr/>
        </p:nvSpPr>
        <p:spPr>
          <a:xfrm>
            <a:off x="1084298" y="4929146"/>
            <a:ext cx="27140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Жообубуздун мааниси </a:t>
            </a:r>
          </a:p>
          <a:p>
            <a:pPr algn="ctr"/>
            <a:r>
              <a:rPr lang="ru-RU" sz="2000" dirty="0"/>
              <a:t>бар экенин билебиз.</a:t>
            </a:r>
            <a:endParaRPr lang="en-GB" sz="20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48264BE-B7D8-42E8-8440-0EDFB189AC26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8126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7FD59E-9163-406C-B515-6EA5CD0D70D0}"/>
              </a:ext>
            </a:extLst>
          </p:cNvPr>
          <p:cNvSpPr txBox="1"/>
          <p:nvPr/>
        </p:nvSpPr>
        <p:spPr>
          <a:xfrm>
            <a:off x="1089825" y="630647"/>
            <a:ext cx="27382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2,2 × 3,2 = 7,04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DA6DD3-D9D4-4877-AC02-3A5FE8283594}"/>
              </a:ext>
            </a:extLst>
          </p:cNvPr>
          <p:cNvSpPr txBox="1"/>
          <p:nvPr/>
        </p:nvSpPr>
        <p:spPr>
          <a:xfrm>
            <a:off x="1211745" y="2022567"/>
            <a:ext cx="24256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22 × 32 = 704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258334D-A737-4386-895A-7F67FE1A409E}"/>
              </a:ext>
            </a:extLst>
          </p:cNvPr>
          <p:cNvCxnSpPr>
            <a:cxnSpLocks/>
          </p:cNvCxnSpPr>
          <p:nvPr/>
        </p:nvCxnSpPr>
        <p:spPr>
          <a:xfrm>
            <a:off x="1546400" y="127927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1958EAC-1627-4879-87E0-41ABC976F0C4}"/>
              </a:ext>
            </a:extLst>
          </p:cNvPr>
          <p:cNvSpPr txBox="1"/>
          <p:nvPr/>
        </p:nvSpPr>
        <p:spPr>
          <a:xfrm>
            <a:off x="830036" y="139671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6056E0D-BBFA-41DB-8DF0-A69D3887FD51}"/>
              </a:ext>
            </a:extLst>
          </p:cNvPr>
          <p:cNvCxnSpPr>
            <a:cxnSpLocks/>
          </p:cNvCxnSpPr>
          <p:nvPr/>
        </p:nvCxnSpPr>
        <p:spPr>
          <a:xfrm flipV="1">
            <a:off x="3266715" y="1172698"/>
            <a:ext cx="0" cy="88577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18B9587-F117-4DE2-987E-BFBAEB73F8EF}"/>
              </a:ext>
            </a:extLst>
          </p:cNvPr>
          <p:cNvSpPr txBox="1"/>
          <p:nvPr/>
        </p:nvSpPr>
        <p:spPr>
          <a:xfrm>
            <a:off x="3356508" y="1449121"/>
            <a:ext cx="8050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÷100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E0C7121-A738-487C-B41E-3B1A636E7C83}"/>
              </a:ext>
            </a:extLst>
          </p:cNvPr>
          <p:cNvCxnSpPr>
            <a:cxnSpLocks/>
          </p:cNvCxnSpPr>
          <p:nvPr/>
        </p:nvCxnSpPr>
        <p:spPr>
          <a:xfrm>
            <a:off x="2369360" y="1279278"/>
            <a:ext cx="0" cy="77734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F19B816-E91B-436B-A969-23458155B7BF}"/>
              </a:ext>
            </a:extLst>
          </p:cNvPr>
          <p:cNvSpPr txBox="1"/>
          <p:nvPr/>
        </p:nvSpPr>
        <p:spPr>
          <a:xfrm>
            <a:off x="1713956" y="1396712"/>
            <a:ext cx="649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400" dirty="0">
                <a:solidFill>
                  <a:srgbClr val="FF0000"/>
                </a:solidFill>
              </a:rPr>
              <a:t>×10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48264BE-B7D8-42E8-8440-0EDFB189AC26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2424F52-4D2E-48A7-BC04-A317A87B1D85}"/>
              </a:ext>
            </a:extLst>
          </p:cNvPr>
          <p:cNvSpPr txBox="1"/>
          <p:nvPr/>
        </p:nvSpPr>
        <p:spPr>
          <a:xfrm>
            <a:off x="5448465" y="722087"/>
            <a:ext cx="30380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1</a:t>
            </a:r>
            <a:r>
              <a:rPr lang="en-GB" sz="3200" dirty="0"/>
              <a:t>)   1,5 × 7 = 10,5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AED9AF-D734-4567-A5A2-76D8614B1DBF}"/>
              </a:ext>
            </a:extLst>
          </p:cNvPr>
          <p:cNvSpPr txBox="1"/>
          <p:nvPr/>
        </p:nvSpPr>
        <p:spPr>
          <a:xfrm>
            <a:off x="5448465" y="1573834"/>
            <a:ext cx="3350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2</a:t>
            </a:r>
            <a:r>
              <a:rPr lang="en-GB" sz="3200" dirty="0"/>
              <a:t>)   2,4 × 0,9 = 2,16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930837-C4D2-40F4-ADB0-160EE800DC7B}"/>
              </a:ext>
            </a:extLst>
          </p:cNvPr>
          <p:cNvSpPr txBox="1"/>
          <p:nvPr/>
        </p:nvSpPr>
        <p:spPr>
          <a:xfrm>
            <a:off x="5448465" y="2425581"/>
            <a:ext cx="3350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3</a:t>
            </a:r>
            <a:r>
              <a:rPr lang="en-GB" sz="3200" dirty="0"/>
              <a:t>)   4,2 × 1,4 = 5,88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72356D-323F-49F6-9572-070E2DFBDDD0}"/>
              </a:ext>
            </a:extLst>
          </p:cNvPr>
          <p:cNvSpPr txBox="1"/>
          <p:nvPr/>
        </p:nvSpPr>
        <p:spPr>
          <a:xfrm>
            <a:off x="5448465" y="3277328"/>
            <a:ext cx="3350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4</a:t>
            </a:r>
            <a:r>
              <a:rPr lang="en-GB" sz="3200" dirty="0"/>
              <a:t>)   10,5 × 0,6 = 6,3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7B306D-6DAC-4F7C-B03F-DE05D3A0441C}"/>
              </a:ext>
            </a:extLst>
          </p:cNvPr>
          <p:cNvSpPr txBox="1"/>
          <p:nvPr/>
        </p:nvSpPr>
        <p:spPr>
          <a:xfrm>
            <a:off x="5448465" y="4129075"/>
            <a:ext cx="35589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5</a:t>
            </a:r>
            <a:r>
              <a:rPr lang="en-GB" sz="3200" dirty="0"/>
              <a:t>)   22,4 × 0,5 = 11,2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B37C64-40CE-4643-BBA9-27D7AD59F655}"/>
              </a:ext>
            </a:extLst>
          </p:cNvPr>
          <p:cNvSpPr txBox="1"/>
          <p:nvPr/>
        </p:nvSpPr>
        <p:spPr>
          <a:xfrm>
            <a:off x="5448465" y="4980822"/>
            <a:ext cx="37673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6</a:t>
            </a:r>
            <a:r>
              <a:rPr lang="en-GB" sz="3200" dirty="0"/>
              <a:t>)   1,62 × 0,8 = 1,296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3C7BF8-D66F-4CCC-B888-88648E8F20FC}"/>
              </a:ext>
            </a:extLst>
          </p:cNvPr>
          <p:cNvSpPr txBox="1"/>
          <p:nvPr/>
        </p:nvSpPr>
        <p:spPr>
          <a:xfrm>
            <a:off x="5448465" y="5832567"/>
            <a:ext cx="41841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7</a:t>
            </a:r>
            <a:r>
              <a:rPr lang="en-GB" sz="3200" dirty="0"/>
              <a:t>)   3,54 × 0,18 = 0,6372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A2F78B8-5481-49DC-B013-FF748F4C97D8}"/>
              </a:ext>
            </a:extLst>
          </p:cNvPr>
          <p:cNvSpPr/>
          <p:nvPr/>
        </p:nvSpPr>
        <p:spPr>
          <a:xfrm>
            <a:off x="7605346" y="725424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DBC3142-C692-4FBE-9795-36F7A27D810D}"/>
              </a:ext>
            </a:extLst>
          </p:cNvPr>
          <p:cNvSpPr/>
          <p:nvPr/>
        </p:nvSpPr>
        <p:spPr>
          <a:xfrm>
            <a:off x="7892559" y="1572687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5D4F38E-4B14-49C0-BEEF-C1E64482ABAC}"/>
              </a:ext>
            </a:extLst>
          </p:cNvPr>
          <p:cNvSpPr/>
          <p:nvPr/>
        </p:nvSpPr>
        <p:spPr>
          <a:xfrm>
            <a:off x="7901354" y="2375447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0DA2022-4FF3-46F9-A8A7-11934869F57A}"/>
              </a:ext>
            </a:extLst>
          </p:cNvPr>
          <p:cNvSpPr/>
          <p:nvPr/>
        </p:nvSpPr>
        <p:spPr>
          <a:xfrm>
            <a:off x="8159262" y="3336739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320C9C3-D2B0-47E0-9778-F711C941D561}"/>
              </a:ext>
            </a:extLst>
          </p:cNvPr>
          <p:cNvSpPr/>
          <p:nvPr/>
        </p:nvSpPr>
        <p:spPr>
          <a:xfrm>
            <a:off x="8162193" y="4122185"/>
            <a:ext cx="914400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3C27500-C2A7-4F02-BF7B-4ABF328D9E70}"/>
              </a:ext>
            </a:extLst>
          </p:cNvPr>
          <p:cNvSpPr/>
          <p:nvPr/>
        </p:nvSpPr>
        <p:spPr>
          <a:xfrm>
            <a:off x="8068408" y="4837293"/>
            <a:ext cx="1137133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FAA6E48-C8FE-45BB-9BFB-679C992CA86D}"/>
              </a:ext>
            </a:extLst>
          </p:cNvPr>
          <p:cNvSpPr/>
          <p:nvPr/>
        </p:nvSpPr>
        <p:spPr>
          <a:xfrm>
            <a:off x="8335108" y="5789793"/>
            <a:ext cx="1137133" cy="663759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A10CA1D-1BFA-45FA-A8EE-BDFF000124D8}"/>
              </a:ext>
            </a:extLst>
          </p:cNvPr>
          <p:cNvSpPr txBox="1"/>
          <p:nvPr/>
        </p:nvSpPr>
        <p:spPr>
          <a:xfrm>
            <a:off x="156704" y="3140986"/>
            <a:ext cx="45692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Биздин тууралыгыбызды, </a:t>
            </a:r>
            <a:r>
              <a:rPr lang="ru-RU" sz="2000" b="1" dirty="0"/>
              <a:t>божомолдоо</a:t>
            </a:r>
            <a:r>
              <a:rPr lang="ru-RU" sz="2000" dirty="0"/>
              <a:t> </a:t>
            </a:r>
          </a:p>
          <a:p>
            <a:pPr algn="ctr"/>
            <a:r>
              <a:rPr lang="ru-RU" sz="2000" dirty="0"/>
              <a:t>менен текшеришибиз керек.</a:t>
            </a:r>
            <a:endParaRPr lang="en-GB" sz="2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631EBB5-1650-46CC-94F7-257D4C9AB324}"/>
              </a:ext>
            </a:extLst>
          </p:cNvPr>
          <p:cNvSpPr txBox="1"/>
          <p:nvPr/>
        </p:nvSpPr>
        <p:spPr>
          <a:xfrm>
            <a:off x="500741" y="4003767"/>
            <a:ext cx="3881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2,2 × 3,2    ≈   2 × 3 = 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B68C3AE-9F6A-490A-BF89-6D88E266349E}"/>
              </a:ext>
            </a:extLst>
          </p:cNvPr>
          <p:cNvSpPr txBox="1"/>
          <p:nvPr/>
        </p:nvSpPr>
        <p:spPr>
          <a:xfrm>
            <a:off x="1084298" y="4929146"/>
            <a:ext cx="27140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Жообубуздун мааниси </a:t>
            </a:r>
          </a:p>
          <a:p>
            <a:pPr algn="ctr"/>
            <a:r>
              <a:rPr lang="ru-RU" sz="2000" dirty="0"/>
              <a:t>бар экенин билебиз.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685976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104927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60000"/>
            <a:lumOff val="40000"/>
          </a:schemeClr>
        </a:solidFill>
        <a:ln w="1905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10620</TotalTime>
  <Words>1813</Words>
  <Application>Microsoft Office PowerPoint</Application>
  <PresentationFormat>A4 Paper (210x297 mm)</PresentationFormat>
  <Paragraphs>677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Arial Black</vt:lpstr>
      <vt:lpstr>Bodoni MT Black</vt:lpstr>
      <vt:lpstr>Calibri Light</vt:lpstr>
      <vt:lpstr>Arial</vt:lpstr>
      <vt:lpstr>Calibri</vt:lpstr>
      <vt:lpstr>Stencil</vt:lpstr>
      <vt:lpstr>Office Theme</vt:lpstr>
      <vt:lpstr>1_Office Theme</vt:lpstr>
      <vt:lpstr>2_Office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497</cp:revision>
  <cp:lastPrinted>2017-12-31T22:38:51Z</cp:lastPrinted>
  <dcterms:created xsi:type="dcterms:W3CDTF">2017-01-17T16:57:04Z</dcterms:created>
  <dcterms:modified xsi:type="dcterms:W3CDTF">2024-06-03T08:00:10Z</dcterms:modified>
</cp:coreProperties>
</file>