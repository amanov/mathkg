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45" r:id="rId2"/>
    <p:sldId id="949" r:id="rId3"/>
    <p:sldId id="950" r:id="rId4"/>
    <p:sldId id="954" r:id="rId5"/>
    <p:sldId id="955" r:id="rId6"/>
    <p:sldId id="956" r:id="rId7"/>
    <p:sldId id="952" r:id="rId8"/>
    <p:sldId id="953" r:id="rId9"/>
    <p:sldId id="947" r:id="rId10"/>
  </p:sldIdLst>
  <p:sldSz cx="9906000" cy="6858000" type="A4"/>
  <p:notesSz cx="7104063" cy="10234613"/>
  <p:embeddedFontLst>
    <p:embeddedFont>
      <p:font typeface="Cambria Math" panose="02040503050406030204" pitchFamily="18" charset="0"/>
      <p:regular r:id="rId12"/>
    </p:embeddedFont>
    <p:embeddedFont>
      <p:font typeface="Eras Bold ITC" panose="020B0907030504020204" pitchFamily="34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B448B5C-C6CF-422B-AAF2-DB5112525722}">
          <p14:sldIdLst>
            <p14:sldId id="945"/>
          </p14:sldIdLst>
        </p14:section>
        <p14:section name="Көрсөтүү үчүн" id="{059544AC-2C27-45B1-9F95-F87DF8854DD6}">
          <p14:sldIdLst>
            <p14:sldId id="949"/>
            <p14:sldId id="950"/>
          </p14:sldIdLst>
        </p14:section>
        <p14:section name="Жооптор" id="{1FEDB314-42DC-4694-9B04-D4A4AAE625F7}">
          <p14:sldIdLst>
            <p14:sldId id="954"/>
            <p14:sldId id="955"/>
          </p14:sldIdLst>
        </p14:section>
        <p14:section name="Таркатма иш кагаздар" id="{A78D9305-6AAE-4715-A210-52F6908F30F7}">
          <p14:sldIdLst>
            <p14:sldId id="956"/>
            <p14:sldId id="952"/>
            <p14:sldId id="953"/>
          </p14:sldIdLst>
        </p14:section>
        <p14:section name="Кайтарым байланыш" id="{F4F1B14E-D704-495F-A4C5-F3C7778EEB8B}">
          <p14:sldIdLst>
            <p14:sldId id="9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64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68" y="7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2" Type="http://schemas.openxmlformats.org/officeDocument/2006/relationships/image" Target="../media/image40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31" Type="http://schemas.openxmlformats.org/officeDocument/2006/relationships/image" Target="../media/image33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Relationship Id="rId30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26" Type="http://schemas.openxmlformats.org/officeDocument/2006/relationships/image" Target="../media/image56.png"/><Relationship Id="rId3" Type="http://schemas.openxmlformats.org/officeDocument/2006/relationships/image" Target="../media/image3.png"/><Relationship Id="rId21" Type="http://schemas.openxmlformats.org/officeDocument/2006/relationships/image" Target="../media/image51.png"/><Relationship Id="rId7" Type="http://schemas.openxmlformats.org/officeDocument/2006/relationships/image" Target="../media/image36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5" Type="http://schemas.openxmlformats.org/officeDocument/2006/relationships/image" Target="../media/image55.png"/><Relationship Id="rId2" Type="http://schemas.openxmlformats.org/officeDocument/2006/relationships/image" Target="../media/image2.png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29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1.png"/><Relationship Id="rId24" Type="http://schemas.openxmlformats.org/officeDocument/2006/relationships/image" Target="../media/image54.png"/><Relationship Id="rId5" Type="http://schemas.openxmlformats.org/officeDocument/2006/relationships/image" Target="../media/image34.png"/><Relationship Id="rId15" Type="http://schemas.openxmlformats.org/officeDocument/2006/relationships/image" Target="../media/image45.png"/><Relationship Id="rId23" Type="http://schemas.openxmlformats.org/officeDocument/2006/relationships/image" Target="../media/image53.png"/><Relationship Id="rId28" Type="http://schemas.openxmlformats.org/officeDocument/2006/relationships/image" Target="../media/image58.png"/><Relationship Id="rId10" Type="http://schemas.openxmlformats.org/officeDocument/2006/relationships/image" Target="../media/image39.png"/><Relationship Id="rId19" Type="http://schemas.openxmlformats.org/officeDocument/2006/relationships/image" Target="../media/image49.png"/><Relationship Id="rId31" Type="http://schemas.openxmlformats.org/officeDocument/2006/relationships/image" Target="../media/image61.png"/><Relationship Id="rId4" Type="http://schemas.openxmlformats.org/officeDocument/2006/relationships/image" Target="../media/image4.png"/><Relationship Id="rId9" Type="http://schemas.openxmlformats.org/officeDocument/2006/relationships/image" Target="../media/image38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Relationship Id="rId27" Type="http://schemas.openxmlformats.org/officeDocument/2006/relationships/image" Target="../media/image57.png"/><Relationship Id="rId30" Type="http://schemas.openxmlformats.org/officeDocument/2006/relationships/image" Target="../media/image6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26" Type="http://schemas.openxmlformats.org/officeDocument/2006/relationships/image" Target="../media/image56.png"/><Relationship Id="rId3" Type="http://schemas.openxmlformats.org/officeDocument/2006/relationships/image" Target="../media/image3.png"/><Relationship Id="rId21" Type="http://schemas.openxmlformats.org/officeDocument/2006/relationships/image" Target="../media/image51.png"/><Relationship Id="rId7" Type="http://schemas.openxmlformats.org/officeDocument/2006/relationships/image" Target="../media/image36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5" Type="http://schemas.openxmlformats.org/officeDocument/2006/relationships/image" Target="../media/image55.png"/><Relationship Id="rId2" Type="http://schemas.openxmlformats.org/officeDocument/2006/relationships/image" Target="../media/image2.png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29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1.png"/><Relationship Id="rId24" Type="http://schemas.openxmlformats.org/officeDocument/2006/relationships/image" Target="../media/image54.png"/><Relationship Id="rId5" Type="http://schemas.openxmlformats.org/officeDocument/2006/relationships/image" Target="../media/image34.png"/><Relationship Id="rId15" Type="http://schemas.openxmlformats.org/officeDocument/2006/relationships/image" Target="../media/image45.png"/><Relationship Id="rId23" Type="http://schemas.openxmlformats.org/officeDocument/2006/relationships/image" Target="../media/image53.png"/><Relationship Id="rId28" Type="http://schemas.openxmlformats.org/officeDocument/2006/relationships/image" Target="../media/image58.png"/><Relationship Id="rId10" Type="http://schemas.openxmlformats.org/officeDocument/2006/relationships/image" Target="../media/image39.png"/><Relationship Id="rId19" Type="http://schemas.openxmlformats.org/officeDocument/2006/relationships/image" Target="../media/image49.png"/><Relationship Id="rId31" Type="http://schemas.openxmlformats.org/officeDocument/2006/relationships/image" Target="../media/image61.png"/><Relationship Id="rId4" Type="http://schemas.openxmlformats.org/officeDocument/2006/relationships/image" Target="../media/image4.png"/><Relationship Id="rId9" Type="http://schemas.openxmlformats.org/officeDocument/2006/relationships/image" Target="../media/image38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Relationship Id="rId27" Type="http://schemas.openxmlformats.org/officeDocument/2006/relationships/image" Target="../media/image57.png"/><Relationship Id="rId30" Type="http://schemas.openxmlformats.org/officeDocument/2006/relationships/image" Target="../media/image6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2" Type="http://schemas.openxmlformats.org/officeDocument/2006/relationships/image" Target="../media/image40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31" Type="http://schemas.openxmlformats.org/officeDocument/2006/relationships/image" Target="../media/image33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Relationship Id="rId30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0F66EF7-ED3B-3D57-4D0F-525F90939091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960628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сандар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</a:t>
            </a: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Орундук мааниси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Көндүм 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Б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3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A061C24-690F-D956-1244-FD7EB5DA5C3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10625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55505E-B247-F8BB-E99F-A57A5D32E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05" y="132080"/>
            <a:ext cx="9713789" cy="618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507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883251" y="-24041"/>
            <a:ext cx="22206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chemeClr val="bg1">
                    <a:lumMod val="50000"/>
                  </a:schemeClr>
                </a:solidFill>
                <a:latin typeface="Eras Bold ITC" panose="020B0907030504020204" pitchFamily="34" charset="0"/>
              </a:rPr>
              <a:t>Ондуктарды түзүү</a:t>
            </a:r>
            <a:endParaRPr lang="en-GB" sz="2000" b="1" dirty="0">
              <a:solidFill>
                <a:schemeClr val="bg1">
                  <a:lumMod val="50000"/>
                </a:schemeClr>
              </a:solidFill>
              <a:latin typeface="Eras Bold ITC" panose="020B09070305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F6DD8D-7F52-4908-A09A-42AD3C940913}"/>
                  </a:ext>
                </a:extLst>
              </p:cNvPr>
              <p:cNvSpPr txBox="1"/>
              <p:nvPr/>
            </p:nvSpPr>
            <p:spPr>
              <a:xfrm>
                <a:off x="623796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2+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F6DD8D-7F52-4908-A09A-42AD3C940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796" y="314072"/>
                <a:ext cx="658577" cy="438069"/>
              </a:xfrm>
              <a:prstGeom prst="rect">
                <a:avLst/>
              </a:prstGeom>
              <a:blipFill>
                <a:blip r:embed="rId2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4272529" y="22126"/>
            <a:ext cx="5537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1200" dirty="0"/>
              <a:t>Ар бир бөлчөк эсебин ондукка айлантыңыз. Биринчиси силер үчүн жасалды.</a:t>
            </a:r>
            <a:endParaRPr lang="en-GB" sz="1200" dirty="0"/>
          </a:p>
        </p:txBody>
      </p:sp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C4C45624-CD2C-4E3D-BA18-7BEC9A5891C9}"/>
              </a:ext>
            </a:extLst>
          </p:cNvPr>
          <p:cNvGraphicFramePr>
            <a:graphicFrameLocks noGrp="1"/>
          </p:cNvGraphicFramePr>
          <p:nvPr/>
        </p:nvGraphicFramePr>
        <p:xfrm>
          <a:off x="662247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896F45DF-7CF7-4DF7-B283-C5906DF0A6C5}"/>
              </a:ext>
            </a:extLst>
          </p:cNvPr>
          <p:cNvSpPr txBox="1"/>
          <p:nvPr/>
        </p:nvSpPr>
        <p:spPr>
          <a:xfrm>
            <a:off x="-26807" y="406339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02C6F2C-5F73-4DF0-AB60-0A3A0ADF50A0}"/>
              </a:ext>
            </a:extLst>
          </p:cNvPr>
          <p:cNvSpPr/>
          <p:nvPr/>
        </p:nvSpPr>
        <p:spPr>
          <a:xfrm>
            <a:off x="913606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A830CD5-598A-40D8-9D17-12A23B4802F8}"/>
                  </a:ext>
                </a:extLst>
              </p:cNvPr>
              <p:cNvSpPr txBox="1"/>
              <p:nvPr/>
            </p:nvSpPr>
            <p:spPr>
              <a:xfrm>
                <a:off x="2566896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4+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A830CD5-598A-40D8-9D17-12A23B480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896" y="314072"/>
                <a:ext cx="658577" cy="438069"/>
              </a:xfrm>
              <a:prstGeom prst="rect">
                <a:avLst/>
              </a:prstGeom>
              <a:blipFill>
                <a:blip r:embed="rId3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5">
            <a:extLst>
              <a:ext uri="{FF2B5EF4-FFF2-40B4-BE49-F238E27FC236}">
                <a16:creationId xmlns:a16="http://schemas.microsoft.com/office/drawing/2014/main" id="{03EA108A-CC8F-4F6F-9173-00D70665AB92}"/>
              </a:ext>
            </a:extLst>
          </p:cNvPr>
          <p:cNvGraphicFramePr>
            <a:graphicFrameLocks noGrp="1"/>
          </p:cNvGraphicFramePr>
          <p:nvPr/>
        </p:nvGraphicFramePr>
        <p:xfrm>
          <a:off x="2602099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B7F5F247-EF76-423C-8908-5E8CD32165F8}"/>
              </a:ext>
            </a:extLst>
          </p:cNvPr>
          <p:cNvSpPr txBox="1"/>
          <p:nvPr/>
        </p:nvSpPr>
        <p:spPr>
          <a:xfrm>
            <a:off x="1912285" y="406339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5535105-06C9-4793-A040-FAABACDBFD82}"/>
              </a:ext>
            </a:extLst>
          </p:cNvPr>
          <p:cNvSpPr/>
          <p:nvPr/>
        </p:nvSpPr>
        <p:spPr>
          <a:xfrm>
            <a:off x="2856706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ABA56DE-2733-45CA-B8D6-0D6528213CB1}"/>
                  </a:ext>
                </a:extLst>
              </p:cNvPr>
              <p:cNvSpPr txBox="1"/>
              <p:nvPr/>
            </p:nvSpPr>
            <p:spPr>
              <a:xfrm>
                <a:off x="4623712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5+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ABA56DE-2733-45CA-B8D6-0D6528213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3712" y="314072"/>
                <a:ext cx="658577" cy="438069"/>
              </a:xfrm>
              <a:prstGeom prst="rect">
                <a:avLst/>
              </a:prstGeom>
              <a:blipFill>
                <a:blip r:embed="rId4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id="{ECED3364-B4EA-41C3-AC09-ED5DFF678927}"/>
              </a:ext>
            </a:extLst>
          </p:cNvPr>
          <p:cNvGraphicFramePr>
            <a:graphicFrameLocks noGrp="1"/>
          </p:cNvGraphicFramePr>
          <p:nvPr/>
        </p:nvGraphicFramePr>
        <p:xfrm>
          <a:off x="4661297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B43B9F84-DD4E-41E9-BF0E-C804DB4AB107}"/>
              </a:ext>
            </a:extLst>
          </p:cNvPr>
          <p:cNvSpPr txBox="1"/>
          <p:nvPr/>
        </p:nvSpPr>
        <p:spPr>
          <a:xfrm>
            <a:off x="3973109" y="406339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28F0183-E278-4C22-AC9E-B068540E8AEC}"/>
              </a:ext>
            </a:extLst>
          </p:cNvPr>
          <p:cNvSpPr/>
          <p:nvPr/>
        </p:nvSpPr>
        <p:spPr>
          <a:xfrm>
            <a:off x="4913522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EF6F77C-D551-49CD-AF2F-40D4F0510996}"/>
                  </a:ext>
                </a:extLst>
              </p:cNvPr>
              <p:cNvSpPr txBox="1"/>
              <p:nvPr/>
            </p:nvSpPr>
            <p:spPr>
              <a:xfrm>
                <a:off x="6604912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2−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EF6F77C-D551-49CD-AF2F-40D4F0510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912" y="314072"/>
                <a:ext cx="658577" cy="438069"/>
              </a:xfrm>
              <a:prstGeom prst="rect">
                <a:avLst/>
              </a:prstGeom>
              <a:blipFill>
                <a:blip r:embed="rId5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4" name="Table 5">
            <a:extLst>
              <a:ext uri="{FF2B5EF4-FFF2-40B4-BE49-F238E27FC236}">
                <a16:creationId xmlns:a16="http://schemas.microsoft.com/office/drawing/2014/main" id="{65CFC43D-E24E-4092-BCD7-E56B824FE1F2}"/>
              </a:ext>
            </a:extLst>
          </p:cNvPr>
          <p:cNvGraphicFramePr>
            <a:graphicFrameLocks noGrp="1"/>
          </p:cNvGraphicFramePr>
          <p:nvPr/>
        </p:nvGraphicFramePr>
        <p:xfrm>
          <a:off x="6637734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150DEBD3-CB44-4388-BC95-5D0B86B3AB51}"/>
              </a:ext>
            </a:extLst>
          </p:cNvPr>
          <p:cNvSpPr txBox="1"/>
          <p:nvPr/>
        </p:nvSpPr>
        <p:spPr>
          <a:xfrm>
            <a:off x="5964728" y="406339"/>
            <a:ext cx="2840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FFD545C-51B7-4B16-BD53-91445EF6D9EC}"/>
              </a:ext>
            </a:extLst>
          </p:cNvPr>
          <p:cNvSpPr/>
          <p:nvPr/>
        </p:nvSpPr>
        <p:spPr>
          <a:xfrm>
            <a:off x="6894722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797B71B-1057-4D3C-BF4C-2108588DBEDA}"/>
                  </a:ext>
                </a:extLst>
              </p:cNvPr>
              <p:cNvSpPr txBox="1"/>
              <p:nvPr/>
            </p:nvSpPr>
            <p:spPr>
              <a:xfrm>
                <a:off x="8636912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797B71B-1057-4D3C-BF4C-2108588DB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912" y="314072"/>
                <a:ext cx="658577" cy="438069"/>
              </a:xfrm>
              <a:prstGeom prst="rect">
                <a:avLst/>
              </a:prstGeom>
              <a:blipFill>
                <a:blip r:embed="rId6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8" name="Table 5">
            <a:extLst>
              <a:ext uri="{FF2B5EF4-FFF2-40B4-BE49-F238E27FC236}">
                <a16:creationId xmlns:a16="http://schemas.microsoft.com/office/drawing/2014/main" id="{5BBE3269-FEBB-4856-8A51-A9B297E92283}"/>
              </a:ext>
            </a:extLst>
          </p:cNvPr>
          <p:cNvGraphicFramePr>
            <a:graphicFrameLocks noGrp="1"/>
          </p:cNvGraphicFramePr>
          <p:nvPr/>
        </p:nvGraphicFramePr>
        <p:xfrm>
          <a:off x="8672116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12DC47A6-016E-4228-BA6A-808651E498E8}"/>
              </a:ext>
            </a:extLst>
          </p:cNvPr>
          <p:cNvSpPr txBox="1"/>
          <p:nvPr/>
        </p:nvSpPr>
        <p:spPr>
          <a:xfrm>
            <a:off x="7979897" y="406339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4A49337-F03B-41BE-845D-8110F4737B61}"/>
              </a:ext>
            </a:extLst>
          </p:cNvPr>
          <p:cNvSpPr/>
          <p:nvPr/>
        </p:nvSpPr>
        <p:spPr>
          <a:xfrm>
            <a:off x="8926722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EA2C39B-09DE-4CE2-9C64-6DEE8E1CE040}"/>
                  </a:ext>
                </a:extLst>
              </p:cNvPr>
              <p:cNvSpPr txBox="1"/>
              <p:nvPr/>
            </p:nvSpPr>
            <p:spPr>
              <a:xfrm>
                <a:off x="613065" y="1428050"/>
                <a:ext cx="743537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8+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EA2C39B-09DE-4CE2-9C64-6DEE8E1CE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065" y="1428050"/>
                <a:ext cx="743537" cy="443006"/>
              </a:xfrm>
              <a:prstGeom prst="rect">
                <a:avLst/>
              </a:prstGeom>
              <a:blipFill>
                <a:blip r:embed="rId7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2" name="Table 5">
            <a:extLst>
              <a:ext uri="{FF2B5EF4-FFF2-40B4-BE49-F238E27FC236}">
                <a16:creationId xmlns:a16="http://schemas.microsoft.com/office/drawing/2014/main" id="{FDC08DDC-07A3-4690-9C48-1A1D07AE49D8}"/>
              </a:ext>
            </a:extLst>
          </p:cNvPr>
          <p:cNvGraphicFramePr>
            <a:graphicFrameLocks noGrp="1"/>
          </p:cNvGraphicFramePr>
          <p:nvPr/>
        </p:nvGraphicFramePr>
        <p:xfrm>
          <a:off x="511203" y="1919937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ACC47065-ED4E-4EDD-BF91-F77533D56EEA}"/>
              </a:ext>
            </a:extLst>
          </p:cNvPr>
          <p:cNvSpPr txBox="1"/>
          <p:nvPr/>
        </p:nvSpPr>
        <p:spPr>
          <a:xfrm>
            <a:off x="-28411" y="152031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2EA775A-A30A-49D4-9B2B-AFA7CA7316DA}"/>
              </a:ext>
            </a:extLst>
          </p:cNvPr>
          <p:cNvSpPr/>
          <p:nvPr/>
        </p:nvSpPr>
        <p:spPr>
          <a:xfrm>
            <a:off x="769778" y="201755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FF4435E-35C3-419E-A5FF-7B918FA226E1}"/>
                  </a:ext>
                </a:extLst>
              </p:cNvPr>
              <p:cNvSpPr txBox="1"/>
              <p:nvPr/>
            </p:nvSpPr>
            <p:spPr>
              <a:xfrm>
                <a:off x="2556165" y="1428050"/>
                <a:ext cx="743537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2+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FF4435E-35C3-419E-A5FF-7B918FA22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165" y="1428050"/>
                <a:ext cx="743537" cy="44300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6" name="Table 5">
            <a:extLst>
              <a:ext uri="{FF2B5EF4-FFF2-40B4-BE49-F238E27FC236}">
                <a16:creationId xmlns:a16="http://schemas.microsoft.com/office/drawing/2014/main" id="{B68C734E-6B25-4C78-91D3-6072663CA4D6}"/>
              </a:ext>
            </a:extLst>
          </p:cNvPr>
          <p:cNvGraphicFramePr>
            <a:graphicFrameLocks noGrp="1"/>
          </p:cNvGraphicFramePr>
          <p:nvPr/>
        </p:nvGraphicFramePr>
        <p:xfrm>
          <a:off x="2440651" y="1919937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57" name="TextBox 56">
            <a:extLst>
              <a:ext uri="{FF2B5EF4-FFF2-40B4-BE49-F238E27FC236}">
                <a16:creationId xmlns:a16="http://schemas.microsoft.com/office/drawing/2014/main" id="{D631B449-CAC6-41FC-ACB6-D28692CE2BD3}"/>
              </a:ext>
            </a:extLst>
          </p:cNvPr>
          <p:cNvSpPr txBox="1"/>
          <p:nvPr/>
        </p:nvSpPr>
        <p:spPr>
          <a:xfrm>
            <a:off x="1914683" y="152031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ё)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2788B61-56EA-4187-A681-3A1F9DF7BF9F}"/>
              </a:ext>
            </a:extLst>
          </p:cNvPr>
          <p:cNvSpPr/>
          <p:nvPr/>
        </p:nvSpPr>
        <p:spPr>
          <a:xfrm>
            <a:off x="2697638" y="201755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CAF629B-BB82-4579-BF01-0EA46B992976}"/>
                  </a:ext>
                </a:extLst>
              </p:cNvPr>
              <p:cNvSpPr txBox="1"/>
              <p:nvPr/>
            </p:nvSpPr>
            <p:spPr>
              <a:xfrm>
                <a:off x="8624172" y="1428050"/>
                <a:ext cx="74353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CAF629B-BB82-4579-BF01-0EA46B992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4172" y="1428050"/>
                <a:ext cx="743537" cy="439223"/>
              </a:xfrm>
              <a:prstGeom prst="rect">
                <a:avLst/>
              </a:prstGeom>
              <a:blipFill>
                <a:blip r:embed="rId9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8" name="Table 5">
            <a:extLst>
              <a:ext uri="{FF2B5EF4-FFF2-40B4-BE49-F238E27FC236}">
                <a16:creationId xmlns:a16="http://schemas.microsoft.com/office/drawing/2014/main" id="{068FE18D-9C25-4EF0-AB67-5F20D4D21A98}"/>
              </a:ext>
            </a:extLst>
          </p:cNvPr>
          <p:cNvGraphicFramePr>
            <a:graphicFrameLocks noGrp="1"/>
          </p:cNvGraphicFramePr>
          <p:nvPr/>
        </p:nvGraphicFramePr>
        <p:xfrm>
          <a:off x="8549138" y="1919937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69" name="TextBox 68">
            <a:extLst>
              <a:ext uri="{FF2B5EF4-FFF2-40B4-BE49-F238E27FC236}">
                <a16:creationId xmlns:a16="http://schemas.microsoft.com/office/drawing/2014/main" id="{2394A9A5-F766-413D-B27F-329B25C21E99}"/>
              </a:ext>
            </a:extLst>
          </p:cNvPr>
          <p:cNvSpPr txBox="1"/>
          <p:nvPr/>
        </p:nvSpPr>
        <p:spPr>
          <a:xfrm>
            <a:off x="7979490" y="1520317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E9A3C168-5254-4B4A-A65C-92D3BC3BDAE0}"/>
              </a:ext>
            </a:extLst>
          </p:cNvPr>
          <p:cNvSpPr/>
          <p:nvPr/>
        </p:nvSpPr>
        <p:spPr>
          <a:xfrm>
            <a:off x="8803745" y="201755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35AC5B0-9DB5-458B-87E6-776508984F57}"/>
                  </a:ext>
                </a:extLst>
              </p:cNvPr>
              <p:cNvSpPr txBox="1"/>
              <p:nvPr/>
            </p:nvSpPr>
            <p:spPr>
              <a:xfrm>
                <a:off x="570585" y="2569724"/>
                <a:ext cx="82849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4+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35AC5B0-9DB5-458B-87E6-776508984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585" y="2569724"/>
                <a:ext cx="828497" cy="438069"/>
              </a:xfrm>
              <a:prstGeom prst="rect">
                <a:avLst/>
              </a:prstGeom>
              <a:blipFill>
                <a:blip r:embed="rId10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2" name="Table 5">
            <a:extLst>
              <a:ext uri="{FF2B5EF4-FFF2-40B4-BE49-F238E27FC236}">
                <a16:creationId xmlns:a16="http://schemas.microsoft.com/office/drawing/2014/main" id="{B94D65C3-A2CF-4753-A43D-22A3CAC7D4EE}"/>
              </a:ext>
            </a:extLst>
          </p:cNvPr>
          <p:cNvGraphicFramePr>
            <a:graphicFrameLocks noGrp="1"/>
          </p:cNvGraphicFramePr>
          <p:nvPr/>
        </p:nvGraphicFramePr>
        <p:xfrm>
          <a:off x="404206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73" name="TextBox 72">
            <a:extLst>
              <a:ext uri="{FF2B5EF4-FFF2-40B4-BE49-F238E27FC236}">
                <a16:creationId xmlns:a16="http://schemas.microsoft.com/office/drawing/2014/main" id="{F528179D-D42F-4061-8D10-35AD06515766}"/>
              </a:ext>
            </a:extLst>
          </p:cNvPr>
          <p:cNvSpPr txBox="1"/>
          <p:nvPr/>
        </p:nvSpPr>
        <p:spPr>
          <a:xfrm>
            <a:off x="-31616" y="2661991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1226D68F-266D-43AA-AB2B-BA61D1702E56}"/>
              </a:ext>
            </a:extLst>
          </p:cNvPr>
          <p:cNvSpPr/>
          <p:nvPr/>
        </p:nvSpPr>
        <p:spPr>
          <a:xfrm>
            <a:off x="658813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F831C77-C237-41A2-BEAB-7487DCF0C37F}"/>
                  </a:ext>
                </a:extLst>
              </p:cNvPr>
              <p:cNvSpPr txBox="1"/>
              <p:nvPr/>
            </p:nvSpPr>
            <p:spPr>
              <a:xfrm>
                <a:off x="6591410" y="1428050"/>
                <a:ext cx="743537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5−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F831C77-C237-41A2-BEAB-7487DCF0C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410" y="1428050"/>
                <a:ext cx="743537" cy="44300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2" name="Table 5">
            <a:extLst>
              <a:ext uri="{FF2B5EF4-FFF2-40B4-BE49-F238E27FC236}">
                <a16:creationId xmlns:a16="http://schemas.microsoft.com/office/drawing/2014/main" id="{851E542C-B2BF-49FA-8562-EB034EA5622A}"/>
              </a:ext>
            </a:extLst>
          </p:cNvPr>
          <p:cNvGraphicFramePr>
            <a:graphicFrameLocks noGrp="1"/>
          </p:cNvGraphicFramePr>
          <p:nvPr/>
        </p:nvGraphicFramePr>
        <p:xfrm>
          <a:off x="6529235" y="1919937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83" name="TextBox 82">
            <a:extLst>
              <a:ext uri="{FF2B5EF4-FFF2-40B4-BE49-F238E27FC236}">
                <a16:creationId xmlns:a16="http://schemas.microsoft.com/office/drawing/2014/main" id="{F24C0B55-3CD4-4802-B8B5-2D5454A5EAE1}"/>
              </a:ext>
            </a:extLst>
          </p:cNvPr>
          <p:cNvSpPr txBox="1"/>
          <p:nvPr/>
        </p:nvSpPr>
        <p:spPr>
          <a:xfrm>
            <a:off x="5955546" y="1520317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з)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DFC434C3-D21D-426C-A5C3-43A29CE3FF9D}"/>
              </a:ext>
            </a:extLst>
          </p:cNvPr>
          <p:cNvSpPr/>
          <p:nvPr/>
        </p:nvSpPr>
        <p:spPr>
          <a:xfrm>
            <a:off x="6786223" y="201755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430CB6B-E17C-4007-BE28-4907048697E4}"/>
                  </a:ext>
                </a:extLst>
              </p:cNvPr>
              <p:cNvSpPr txBox="1"/>
              <p:nvPr/>
            </p:nvSpPr>
            <p:spPr>
              <a:xfrm>
                <a:off x="4438909" y="1436362"/>
                <a:ext cx="109722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430CB6B-E17C-4007-BE28-490704869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909" y="1436362"/>
                <a:ext cx="1097223" cy="439223"/>
              </a:xfrm>
              <a:prstGeom prst="rect">
                <a:avLst/>
              </a:prstGeom>
              <a:blipFill>
                <a:blip r:embed="rId1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6" name="Table 5">
            <a:extLst>
              <a:ext uri="{FF2B5EF4-FFF2-40B4-BE49-F238E27FC236}">
                <a16:creationId xmlns:a16="http://schemas.microsoft.com/office/drawing/2014/main" id="{C5210B38-4DE1-4D61-8B26-270CADEF3726}"/>
              </a:ext>
            </a:extLst>
          </p:cNvPr>
          <p:cNvGraphicFramePr>
            <a:graphicFrameLocks noGrp="1"/>
          </p:cNvGraphicFramePr>
          <p:nvPr/>
        </p:nvGraphicFramePr>
        <p:xfrm>
          <a:off x="4513096" y="1928249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87" name="TextBox 86">
            <a:extLst>
              <a:ext uri="{FF2B5EF4-FFF2-40B4-BE49-F238E27FC236}">
                <a16:creationId xmlns:a16="http://schemas.microsoft.com/office/drawing/2014/main" id="{156E0388-A0FD-48B9-A166-A34F8FEB3F3B}"/>
              </a:ext>
            </a:extLst>
          </p:cNvPr>
          <p:cNvSpPr txBox="1"/>
          <p:nvPr/>
        </p:nvSpPr>
        <p:spPr>
          <a:xfrm>
            <a:off x="3959850" y="1528629"/>
            <a:ext cx="336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ж)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9F8C04A3-0263-4E4F-A1BE-3FC7C0F71E5F}"/>
              </a:ext>
            </a:extLst>
          </p:cNvPr>
          <p:cNvSpPr/>
          <p:nvPr/>
        </p:nvSpPr>
        <p:spPr>
          <a:xfrm>
            <a:off x="4772465" y="202586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B50EA4A-7919-422D-BE1A-CC322ACD6430}"/>
                  </a:ext>
                </a:extLst>
              </p:cNvPr>
              <p:cNvSpPr txBox="1"/>
              <p:nvPr/>
            </p:nvSpPr>
            <p:spPr>
              <a:xfrm>
                <a:off x="2341792" y="2569724"/>
                <a:ext cx="118218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2+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B50EA4A-7919-422D-BE1A-CC322ACD6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1792" y="2569724"/>
                <a:ext cx="1182183" cy="43922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0" name="Table 5">
            <a:extLst>
              <a:ext uri="{FF2B5EF4-FFF2-40B4-BE49-F238E27FC236}">
                <a16:creationId xmlns:a16="http://schemas.microsoft.com/office/drawing/2014/main" id="{0E1EFAEE-EC1F-47F5-B89A-552869C1CEB6}"/>
              </a:ext>
            </a:extLst>
          </p:cNvPr>
          <p:cNvGraphicFramePr>
            <a:graphicFrameLocks noGrp="1"/>
          </p:cNvGraphicFramePr>
          <p:nvPr/>
        </p:nvGraphicFramePr>
        <p:xfrm>
          <a:off x="2352255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91" name="TextBox 90">
            <a:extLst>
              <a:ext uri="{FF2B5EF4-FFF2-40B4-BE49-F238E27FC236}">
                <a16:creationId xmlns:a16="http://schemas.microsoft.com/office/drawing/2014/main" id="{8785B667-9A30-4860-894C-E1FF5B756D8F}"/>
              </a:ext>
            </a:extLst>
          </p:cNvPr>
          <p:cNvSpPr txBox="1"/>
          <p:nvPr/>
        </p:nvSpPr>
        <p:spPr>
          <a:xfrm>
            <a:off x="1922043" y="2661991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5BC29309-628E-40B0-B016-B4B169A8BA57}"/>
              </a:ext>
            </a:extLst>
          </p:cNvPr>
          <p:cNvSpPr/>
          <p:nvPr/>
        </p:nvSpPr>
        <p:spPr>
          <a:xfrm>
            <a:off x="2606862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07B2D5C-AA8B-4841-9B30-FB0E382D7FCD}"/>
                  </a:ext>
                </a:extLst>
              </p:cNvPr>
              <p:cNvSpPr txBox="1"/>
              <p:nvPr/>
            </p:nvSpPr>
            <p:spPr>
              <a:xfrm>
                <a:off x="4179286" y="2569724"/>
                <a:ext cx="1620828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7+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07B2D5C-AA8B-4841-9B30-FB0E382D7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286" y="2569724"/>
                <a:ext cx="1620828" cy="443006"/>
              </a:xfrm>
              <a:prstGeom prst="rect">
                <a:avLst/>
              </a:prstGeom>
              <a:blipFill>
                <a:blip r:embed="rId14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4" name="Table 5">
            <a:extLst>
              <a:ext uri="{FF2B5EF4-FFF2-40B4-BE49-F238E27FC236}">
                <a16:creationId xmlns:a16="http://schemas.microsoft.com/office/drawing/2014/main" id="{BE4FAB7D-0CF0-4977-8413-8563DD176FF2}"/>
              </a:ext>
            </a:extLst>
          </p:cNvPr>
          <p:cNvGraphicFramePr>
            <a:graphicFrameLocks noGrp="1"/>
          </p:cNvGraphicFramePr>
          <p:nvPr/>
        </p:nvGraphicFramePr>
        <p:xfrm>
          <a:off x="4409070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95" name="TextBox 94">
            <a:extLst>
              <a:ext uri="{FF2B5EF4-FFF2-40B4-BE49-F238E27FC236}">
                <a16:creationId xmlns:a16="http://schemas.microsoft.com/office/drawing/2014/main" id="{7635C5EA-73D8-44B9-B679-0F79F63B0057}"/>
              </a:ext>
            </a:extLst>
          </p:cNvPr>
          <p:cNvSpPr txBox="1"/>
          <p:nvPr/>
        </p:nvSpPr>
        <p:spPr>
          <a:xfrm>
            <a:off x="3975653" y="2661991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82392329-7FFB-46C4-8C6C-9C17475B4729}"/>
              </a:ext>
            </a:extLst>
          </p:cNvPr>
          <p:cNvSpPr/>
          <p:nvPr/>
        </p:nvSpPr>
        <p:spPr>
          <a:xfrm>
            <a:off x="4663677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659DD95B-C059-45A5-B8F3-7309AD7D722C}"/>
                  </a:ext>
                </a:extLst>
              </p:cNvPr>
              <p:cNvSpPr txBox="1"/>
              <p:nvPr/>
            </p:nvSpPr>
            <p:spPr>
              <a:xfrm>
                <a:off x="6471691" y="2569724"/>
                <a:ext cx="99841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659DD95B-C059-45A5-B8F3-7309AD7D7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691" y="2569724"/>
                <a:ext cx="998415" cy="43922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8" name="Table 5">
            <a:extLst>
              <a:ext uri="{FF2B5EF4-FFF2-40B4-BE49-F238E27FC236}">
                <a16:creationId xmlns:a16="http://schemas.microsoft.com/office/drawing/2014/main" id="{6DBF1FC9-AE90-4C80-A9DD-E9F46C8052D3}"/>
              </a:ext>
            </a:extLst>
          </p:cNvPr>
          <p:cNvGraphicFramePr>
            <a:graphicFrameLocks noGrp="1"/>
          </p:cNvGraphicFramePr>
          <p:nvPr/>
        </p:nvGraphicFramePr>
        <p:xfrm>
          <a:off x="6390269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99" name="TextBox 98">
            <a:extLst>
              <a:ext uri="{FF2B5EF4-FFF2-40B4-BE49-F238E27FC236}">
                <a16:creationId xmlns:a16="http://schemas.microsoft.com/office/drawing/2014/main" id="{AE81D4AB-A9AD-4919-9EE7-A7A9D2057EA4}"/>
              </a:ext>
            </a:extLst>
          </p:cNvPr>
          <p:cNvSpPr txBox="1"/>
          <p:nvPr/>
        </p:nvSpPr>
        <p:spPr>
          <a:xfrm>
            <a:off x="5944028" y="2661991"/>
            <a:ext cx="335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CD343220-825C-456E-B6AB-CC7E7D1A515A}"/>
              </a:ext>
            </a:extLst>
          </p:cNvPr>
          <p:cNvSpPr/>
          <p:nvPr/>
        </p:nvSpPr>
        <p:spPr>
          <a:xfrm>
            <a:off x="6644876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4542B579-C589-45F8-A109-B618D65C2972}"/>
                  </a:ext>
                </a:extLst>
              </p:cNvPr>
              <p:cNvSpPr txBox="1"/>
              <p:nvPr/>
            </p:nvSpPr>
            <p:spPr>
              <a:xfrm>
                <a:off x="8588200" y="2569724"/>
                <a:ext cx="82849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3−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4542B579-C589-45F8-A109-B618D65C2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200" y="2569724"/>
                <a:ext cx="828497" cy="43922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2" name="Table 5">
            <a:extLst>
              <a:ext uri="{FF2B5EF4-FFF2-40B4-BE49-F238E27FC236}">
                <a16:creationId xmlns:a16="http://schemas.microsoft.com/office/drawing/2014/main" id="{BA5C988D-EBCF-43B1-AA73-C3080E1D5C1D}"/>
              </a:ext>
            </a:extLst>
          </p:cNvPr>
          <p:cNvGraphicFramePr>
            <a:graphicFrameLocks noGrp="1"/>
          </p:cNvGraphicFramePr>
          <p:nvPr/>
        </p:nvGraphicFramePr>
        <p:xfrm>
          <a:off x="8421819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03" name="TextBox 102">
            <a:extLst>
              <a:ext uri="{FF2B5EF4-FFF2-40B4-BE49-F238E27FC236}">
                <a16:creationId xmlns:a16="http://schemas.microsoft.com/office/drawing/2014/main" id="{FFF15963-30A3-485F-AA41-7A50DE41F94F}"/>
              </a:ext>
            </a:extLst>
          </p:cNvPr>
          <p:cNvSpPr txBox="1"/>
          <p:nvPr/>
        </p:nvSpPr>
        <p:spPr>
          <a:xfrm>
            <a:off x="7986799" y="2661991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н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927D41A1-23F5-49ED-BC86-4E0A0E100B1D}"/>
              </a:ext>
            </a:extLst>
          </p:cNvPr>
          <p:cNvSpPr/>
          <p:nvPr/>
        </p:nvSpPr>
        <p:spPr>
          <a:xfrm>
            <a:off x="8676426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03177A40-4419-4F7E-9028-B8234BB9DF2E}"/>
                  </a:ext>
                </a:extLst>
              </p:cNvPr>
              <p:cNvSpPr txBox="1"/>
              <p:nvPr/>
            </p:nvSpPr>
            <p:spPr>
              <a:xfrm>
                <a:off x="436223" y="4818319"/>
                <a:ext cx="109722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03177A40-4419-4F7E-9028-B8234BB9D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23" y="4818319"/>
                <a:ext cx="1097223" cy="439223"/>
              </a:xfrm>
              <a:prstGeom prst="rect">
                <a:avLst/>
              </a:prstGeom>
              <a:blipFill>
                <a:blip r:embed="rId1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6" name="Table 5">
            <a:extLst>
              <a:ext uri="{FF2B5EF4-FFF2-40B4-BE49-F238E27FC236}">
                <a16:creationId xmlns:a16="http://schemas.microsoft.com/office/drawing/2014/main" id="{4A3B07BC-20D4-42CE-8B76-D725D6C34419}"/>
              </a:ext>
            </a:extLst>
          </p:cNvPr>
          <p:cNvGraphicFramePr>
            <a:graphicFrameLocks noGrp="1"/>
          </p:cNvGraphicFramePr>
          <p:nvPr/>
        </p:nvGraphicFramePr>
        <p:xfrm>
          <a:off x="530412" y="5310206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07" name="TextBox 106">
            <a:extLst>
              <a:ext uri="{FF2B5EF4-FFF2-40B4-BE49-F238E27FC236}">
                <a16:creationId xmlns:a16="http://schemas.microsoft.com/office/drawing/2014/main" id="{82B887C4-5CDD-4140-8792-968DF0578D84}"/>
              </a:ext>
            </a:extLst>
          </p:cNvPr>
          <p:cNvSpPr txBox="1"/>
          <p:nvPr/>
        </p:nvSpPr>
        <p:spPr>
          <a:xfrm>
            <a:off x="-24403" y="4910586"/>
            <a:ext cx="3000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у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EAEFD750-BEE4-45D5-8F5E-C2404B07F06E}"/>
              </a:ext>
            </a:extLst>
          </p:cNvPr>
          <p:cNvSpPr/>
          <p:nvPr/>
        </p:nvSpPr>
        <p:spPr>
          <a:xfrm>
            <a:off x="785019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FFFB34CB-9333-46AB-BDBF-8342D537A7E6}"/>
                  </a:ext>
                </a:extLst>
              </p:cNvPr>
              <p:cNvSpPr txBox="1"/>
              <p:nvPr/>
            </p:nvSpPr>
            <p:spPr>
              <a:xfrm>
                <a:off x="2433676" y="4818319"/>
                <a:ext cx="99841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FFFB34CB-9333-46AB-BDBF-8342D537A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3676" y="4818319"/>
                <a:ext cx="998415" cy="439223"/>
              </a:xfrm>
              <a:prstGeom prst="rect">
                <a:avLst/>
              </a:prstGeom>
              <a:blipFill>
                <a:blip r:embed="rId1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0" name="Table 5">
            <a:extLst>
              <a:ext uri="{FF2B5EF4-FFF2-40B4-BE49-F238E27FC236}">
                <a16:creationId xmlns:a16="http://schemas.microsoft.com/office/drawing/2014/main" id="{37728148-13F8-409F-8EA4-B4D6E7E83D6A}"/>
              </a:ext>
            </a:extLst>
          </p:cNvPr>
          <p:cNvGraphicFramePr>
            <a:graphicFrameLocks noGrp="1"/>
          </p:cNvGraphicFramePr>
          <p:nvPr/>
        </p:nvGraphicFramePr>
        <p:xfrm>
          <a:off x="2352255" y="5310206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11" name="TextBox 110">
            <a:extLst>
              <a:ext uri="{FF2B5EF4-FFF2-40B4-BE49-F238E27FC236}">
                <a16:creationId xmlns:a16="http://schemas.microsoft.com/office/drawing/2014/main" id="{7A342BB2-8DA5-4C87-ABC4-85C20B4B0C13}"/>
              </a:ext>
            </a:extLst>
          </p:cNvPr>
          <p:cNvSpPr txBox="1"/>
          <p:nvPr/>
        </p:nvSpPr>
        <p:spPr>
          <a:xfrm>
            <a:off x="1910021" y="4910586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ф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34F90741-287C-459C-ACFE-A62D344D0F88}"/>
              </a:ext>
            </a:extLst>
          </p:cNvPr>
          <p:cNvSpPr/>
          <p:nvPr/>
        </p:nvSpPr>
        <p:spPr>
          <a:xfrm>
            <a:off x="2606862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10FA7832-C00B-4573-9C2C-308E926D36BC}"/>
                  </a:ext>
                </a:extLst>
              </p:cNvPr>
              <p:cNvSpPr txBox="1"/>
              <p:nvPr/>
            </p:nvSpPr>
            <p:spPr>
              <a:xfrm>
                <a:off x="4441088" y="4818319"/>
                <a:ext cx="1097223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10FA7832-C00B-4573-9C2C-308E926D3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1088" y="4818319"/>
                <a:ext cx="1097223" cy="44300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4" name="Table 5">
            <a:extLst>
              <a:ext uri="{FF2B5EF4-FFF2-40B4-BE49-F238E27FC236}">
                <a16:creationId xmlns:a16="http://schemas.microsoft.com/office/drawing/2014/main" id="{0AF71EFB-1AC6-4A9B-9D2F-631F9E329269}"/>
              </a:ext>
            </a:extLst>
          </p:cNvPr>
          <p:cNvGraphicFramePr>
            <a:graphicFrameLocks noGrp="1"/>
          </p:cNvGraphicFramePr>
          <p:nvPr/>
        </p:nvGraphicFramePr>
        <p:xfrm>
          <a:off x="4535276" y="5310206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15" name="TextBox 114">
            <a:extLst>
              <a:ext uri="{FF2B5EF4-FFF2-40B4-BE49-F238E27FC236}">
                <a16:creationId xmlns:a16="http://schemas.microsoft.com/office/drawing/2014/main" id="{2D4BE261-7927-4D20-BB74-FBF5AC34AF53}"/>
              </a:ext>
            </a:extLst>
          </p:cNvPr>
          <p:cNvSpPr txBox="1"/>
          <p:nvPr/>
        </p:nvSpPr>
        <p:spPr>
          <a:xfrm>
            <a:off x="3981264" y="4910586"/>
            <a:ext cx="2984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х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0773BCBB-A6B4-4D00-882E-1353E5D2248A}"/>
              </a:ext>
            </a:extLst>
          </p:cNvPr>
          <p:cNvSpPr/>
          <p:nvPr/>
        </p:nvSpPr>
        <p:spPr>
          <a:xfrm>
            <a:off x="4789883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38816570-EA32-4911-AEFF-D8F678E16A36}"/>
                  </a:ext>
                </a:extLst>
              </p:cNvPr>
              <p:cNvSpPr txBox="1"/>
              <p:nvPr/>
            </p:nvSpPr>
            <p:spPr>
              <a:xfrm>
                <a:off x="6337330" y="4818319"/>
                <a:ext cx="126714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38816570-EA32-4911-AEFF-D8F678E16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330" y="4818319"/>
                <a:ext cx="1267142" cy="439223"/>
              </a:xfrm>
              <a:prstGeom prst="rect">
                <a:avLst/>
              </a:prstGeom>
              <a:blipFill>
                <a:blip r:embed="rId20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8" name="Table 5">
            <a:extLst>
              <a:ext uri="{FF2B5EF4-FFF2-40B4-BE49-F238E27FC236}">
                <a16:creationId xmlns:a16="http://schemas.microsoft.com/office/drawing/2014/main" id="{2FF682FE-6417-4E08-8C36-4964F9BDC0E8}"/>
              </a:ext>
            </a:extLst>
          </p:cNvPr>
          <p:cNvGraphicFramePr>
            <a:graphicFrameLocks noGrp="1"/>
          </p:cNvGraphicFramePr>
          <p:nvPr/>
        </p:nvGraphicFramePr>
        <p:xfrm>
          <a:off x="6390269" y="5310206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19" name="TextBox 118">
            <a:extLst>
              <a:ext uri="{FF2B5EF4-FFF2-40B4-BE49-F238E27FC236}">
                <a16:creationId xmlns:a16="http://schemas.microsoft.com/office/drawing/2014/main" id="{4A4881A8-54A0-46FC-A60F-141FF625E2E3}"/>
              </a:ext>
            </a:extLst>
          </p:cNvPr>
          <p:cNvSpPr txBox="1"/>
          <p:nvPr/>
        </p:nvSpPr>
        <p:spPr>
          <a:xfrm>
            <a:off x="5954447" y="4910586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ц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65423624-5E89-4AA4-BE78-D6035610880B}"/>
              </a:ext>
            </a:extLst>
          </p:cNvPr>
          <p:cNvSpPr/>
          <p:nvPr/>
        </p:nvSpPr>
        <p:spPr>
          <a:xfrm>
            <a:off x="6644876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DB5742E0-FC19-4250-AE59-215243516185}"/>
                  </a:ext>
                </a:extLst>
              </p:cNvPr>
              <p:cNvSpPr txBox="1"/>
              <p:nvPr/>
            </p:nvSpPr>
            <p:spPr>
              <a:xfrm>
                <a:off x="8192035" y="4818319"/>
                <a:ext cx="1620828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6+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DB5742E0-FC19-4250-AE59-2152435161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2035" y="4818319"/>
                <a:ext cx="1620828" cy="439223"/>
              </a:xfrm>
              <a:prstGeom prst="rect">
                <a:avLst/>
              </a:prstGeom>
              <a:blipFill>
                <a:blip r:embed="rId21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2" name="Table 5">
            <a:extLst>
              <a:ext uri="{FF2B5EF4-FFF2-40B4-BE49-F238E27FC236}">
                <a16:creationId xmlns:a16="http://schemas.microsoft.com/office/drawing/2014/main" id="{0C5D001E-7E59-4F4E-B778-073BA6FED3AE}"/>
              </a:ext>
            </a:extLst>
          </p:cNvPr>
          <p:cNvGraphicFramePr>
            <a:graphicFrameLocks noGrp="1"/>
          </p:cNvGraphicFramePr>
          <p:nvPr/>
        </p:nvGraphicFramePr>
        <p:xfrm>
          <a:off x="8421819" y="5310206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23" name="TextBox 122">
            <a:extLst>
              <a:ext uri="{FF2B5EF4-FFF2-40B4-BE49-F238E27FC236}">
                <a16:creationId xmlns:a16="http://schemas.microsoft.com/office/drawing/2014/main" id="{96A38F8C-D9EF-4F3A-A4D1-D57AF917B968}"/>
              </a:ext>
            </a:extLst>
          </p:cNvPr>
          <p:cNvSpPr txBox="1"/>
          <p:nvPr/>
        </p:nvSpPr>
        <p:spPr>
          <a:xfrm>
            <a:off x="7991608" y="4910586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ч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33595EE1-F60C-4E1A-BEFB-FFD74D356C93}"/>
              </a:ext>
            </a:extLst>
          </p:cNvPr>
          <p:cNvSpPr/>
          <p:nvPr/>
        </p:nvSpPr>
        <p:spPr>
          <a:xfrm>
            <a:off x="8676426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278EC617-8BF2-4691-8FB1-DC65B0753700}"/>
                  </a:ext>
                </a:extLst>
              </p:cNvPr>
              <p:cNvSpPr txBox="1"/>
              <p:nvPr/>
            </p:nvSpPr>
            <p:spPr>
              <a:xfrm>
                <a:off x="655544" y="3685036"/>
                <a:ext cx="658578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278EC617-8BF2-4691-8FB1-DC65B0753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44" y="3685036"/>
                <a:ext cx="658578" cy="439223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6" name="Table 5">
            <a:extLst>
              <a:ext uri="{FF2B5EF4-FFF2-40B4-BE49-F238E27FC236}">
                <a16:creationId xmlns:a16="http://schemas.microsoft.com/office/drawing/2014/main" id="{DFDFDE48-9BFD-41A6-9C49-4CBD98100E28}"/>
              </a:ext>
            </a:extLst>
          </p:cNvPr>
          <p:cNvGraphicFramePr>
            <a:graphicFrameLocks noGrp="1"/>
          </p:cNvGraphicFramePr>
          <p:nvPr/>
        </p:nvGraphicFramePr>
        <p:xfrm>
          <a:off x="675669" y="4176923"/>
          <a:ext cx="587692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27" name="TextBox 126">
            <a:extLst>
              <a:ext uri="{FF2B5EF4-FFF2-40B4-BE49-F238E27FC236}">
                <a16:creationId xmlns:a16="http://schemas.microsoft.com/office/drawing/2014/main" id="{399275F3-8156-4180-A06A-5082056546BA}"/>
              </a:ext>
            </a:extLst>
          </p:cNvPr>
          <p:cNvSpPr txBox="1"/>
          <p:nvPr/>
        </p:nvSpPr>
        <p:spPr>
          <a:xfrm>
            <a:off x="-30815" y="3777303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о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1CC9EBD6-53AF-4E0B-B959-393FF2BD45CE}"/>
              </a:ext>
            </a:extLst>
          </p:cNvPr>
          <p:cNvSpPr/>
          <p:nvPr/>
        </p:nvSpPr>
        <p:spPr>
          <a:xfrm>
            <a:off x="930276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7414C48F-C122-4028-B68C-A07DBEBDE39F}"/>
                  </a:ext>
                </a:extLst>
              </p:cNvPr>
              <p:cNvSpPr txBox="1"/>
              <p:nvPr/>
            </p:nvSpPr>
            <p:spPr>
              <a:xfrm>
                <a:off x="2561115" y="3685036"/>
                <a:ext cx="74353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152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7414C48F-C122-4028-B68C-A07DBEBDE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115" y="3685036"/>
                <a:ext cx="743537" cy="439223"/>
              </a:xfrm>
              <a:prstGeom prst="rect">
                <a:avLst/>
              </a:prstGeom>
              <a:blipFill>
                <a:blip r:embed="rId2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0" name="Table 5">
            <a:extLst>
              <a:ext uri="{FF2B5EF4-FFF2-40B4-BE49-F238E27FC236}">
                <a16:creationId xmlns:a16="http://schemas.microsoft.com/office/drawing/2014/main" id="{0519FCFA-4CCC-49EF-AFA3-FC322AD33C43}"/>
              </a:ext>
            </a:extLst>
          </p:cNvPr>
          <p:cNvGraphicFramePr>
            <a:graphicFrameLocks noGrp="1"/>
          </p:cNvGraphicFramePr>
          <p:nvPr/>
        </p:nvGraphicFramePr>
        <p:xfrm>
          <a:off x="2509417" y="4176923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31" name="TextBox 130">
            <a:extLst>
              <a:ext uri="{FF2B5EF4-FFF2-40B4-BE49-F238E27FC236}">
                <a16:creationId xmlns:a16="http://schemas.microsoft.com/office/drawing/2014/main" id="{87D073A7-D533-4D81-B61B-DD8D591CB3FD}"/>
              </a:ext>
            </a:extLst>
          </p:cNvPr>
          <p:cNvSpPr txBox="1"/>
          <p:nvPr/>
        </p:nvSpPr>
        <p:spPr>
          <a:xfrm>
            <a:off x="1918036" y="3777303"/>
            <a:ext cx="311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п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8D03AA50-A21E-4338-BAF6-FC8C2C963F73}"/>
              </a:ext>
            </a:extLst>
          </p:cNvPr>
          <p:cNvSpPr/>
          <p:nvPr/>
        </p:nvSpPr>
        <p:spPr>
          <a:xfrm>
            <a:off x="2764024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0E4FE1CF-6D4B-4CBE-8F1E-453D21B349DF}"/>
                  </a:ext>
                </a:extLst>
              </p:cNvPr>
              <p:cNvSpPr txBox="1"/>
              <p:nvPr/>
            </p:nvSpPr>
            <p:spPr>
              <a:xfrm>
                <a:off x="4575451" y="3685036"/>
                <a:ext cx="82849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1273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0E4FE1CF-6D4B-4CBE-8F1E-453D21B34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5451" y="3685036"/>
                <a:ext cx="828497" cy="43922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4" name="Table 5">
            <a:extLst>
              <a:ext uri="{FF2B5EF4-FFF2-40B4-BE49-F238E27FC236}">
                <a16:creationId xmlns:a16="http://schemas.microsoft.com/office/drawing/2014/main" id="{12D94CAB-B139-409F-858E-75E3815270FE}"/>
              </a:ext>
            </a:extLst>
          </p:cNvPr>
          <p:cNvGraphicFramePr>
            <a:graphicFrameLocks noGrp="1"/>
          </p:cNvGraphicFramePr>
          <p:nvPr/>
        </p:nvGraphicFramePr>
        <p:xfrm>
          <a:off x="4409070" y="4176923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35" name="TextBox 134">
            <a:extLst>
              <a:ext uri="{FF2B5EF4-FFF2-40B4-BE49-F238E27FC236}">
                <a16:creationId xmlns:a16="http://schemas.microsoft.com/office/drawing/2014/main" id="{B5782DD7-8444-40FA-84A4-E9CD881BFCFA}"/>
              </a:ext>
            </a:extLst>
          </p:cNvPr>
          <p:cNvSpPr txBox="1"/>
          <p:nvPr/>
        </p:nvSpPr>
        <p:spPr>
          <a:xfrm>
            <a:off x="3974851" y="3777303"/>
            <a:ext cx="311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р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8DE3C698-FA90-40E6-A547-A7E29C177DFF}"/>
              </a:ext>
            </a:extLst>
          </p:cNvPr>
          <p:cNvSpPr/>
          <p:nvPr/>
        </p:nvSpPr>
        <p:spPr>
          <a:xfrm>
            <a:off x="4663677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99BD63E5-860C-498B-AB4E-55567C6E2F74}"/>
                  </a:ext>
                </a:extLst>
              </p:cNvPr>
              <p:cNvSpPr txBox="1"/>
              <p:nvPr/>
            </p:nvSpPr>
            <p:spPr>
              <a:xfrm>
                <a:off x="6160486" y="3685036"/>
                <a:ext cx="1620828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00</m:t>
                          </m:r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99BD63E5-860C-498B-AB4E-55567C6E2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0486" y="3685036"/>
                <a:ext cx="1620828" cy="43922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8" name="Table 5">
            <a:extLst>
              <a:ext uri="{FF2B5EF4-FFF2-40B4-BE49-F238E27FC236}">
                <a16:creationId xmlns:a16="http://schemas.microsoft.com/office/drawing/2014/main" id="{09217C36-9FAD-49F4-BD27-C42CBDD56986}"/>
              </a:ext>
            </a:extLst>
          </p:cNvPr>
          <p:cNvGraphicFramePr>
            <a:graphicFrameLocks noGrp="1"/>
          </p:cNvGraphicFramePr>
          <p:nvPr/>
        </p:nvGraphicFramePr>
        <p:xfrm>
          <a:off x="6390269" y="4176923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39" name="TextBox 138">
            <a:extLst>
              <a:ext uri="{FF2B5EF4-FFF2-40B4-BE49-F238E27FC236}">
                <a16:creationId xmlns:a16="http://schemas.microsoft.com/office/drawing/2014/main" id="{3C2BFFF2-FD3A-4D86-BA9B-39A3F6164ACD}"/>
              </a:ext>
            </a:extLst>
          </p:cNvPr>
          <p:cNvSpPr txBox="1"/>
          <p:nvPr/>
        </p:nvSpPr>
        <p:spPr>
          <a:xfrm>
            <a:off x="5963264" y="3777303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с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959FD6FB-2953-4315-8E16-84656A384124}"/>
              </a:ext>
            </a:extLst>
          </p:cNvPr>
          <p:cNvSpPr/>
          <p:nvPr/>
        </p:nvSpPr>
        <p:spPr>
          <a:xfrm>
            <a:off x="6644876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2A71141E-9A75-4951-95D6-22DBAD88CECD}"/>
                  </a:ext>
                </a:extLst>
              </p:cNvPr>
              <p:cNvSpPr txBox="1"/>
              <p:nvPr/>
            </p:nvSpPr>
            <p:spPr>
              <a:xfrm>
                <a:off x="8368878" y="3685036"/>
                <a:ext cx="126714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2A71141E-9A75-4951-95D6-22DBAD88C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878" y="3685036"/>
                <a:ext cx="1267142" cy="439223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2" name="Table 5">
            <a:extLst>
              <a:ext uri="{FF2B5EF4-FFF2-40B4-BE49-F238E27FC236}">
                <a16:creationId xmlns:a16="http://schemas.microsoft.com/office/drawing/2014/main" id="{93FA133D-D191-4EAC-BCE4-D7F06E3A8BAB}"/>
              </a:ext>
            </a:extLst>
          </p:cNvPr>
          <p:cNvGraphicFramePr>
            <a:graphicFrameLocks noGrp="1"/>
          </p:cNvGraphicFramePr>
          <p:nvPr/>
        </p:nvGraphicFramePr>
        <p:xfrm>
          <a:off x="8421819" y="4176923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43" name="TextBox 142">
            <a:extLst>
              <a:ext uri="{FF2B5EF4-FFF2-40B4-BE49-F238E27FC236}">
                <a16:creationId xmlns:a16="http://schemas.microsoft.com/office/drawing/2014/main" id="{ACD803B4-64B1-4B50-89C2-4A385E649759}"/>
              </a:ext>
            </a:extLst>
          </p:cNvPr>
          <p:cNvSpPr txBox="1"/>
          <p:nvPr/>
        </p:nvSpPr>
        <p:spPr>
          <a:xfrm>
            <a:off x="7998019" y="3777303"/>
            <a:ext cx="2904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т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B2F7B1B0-F6E4-49AA-AF43-71E9756FEDDC}"/>
              </a:ext>
            </a:extLst>
          </p:cNvPr>
          <p:cNvSpPr/>
          <p:nvPr/>
        </p:nvSpPr>
        <p:spPr>
          <a:xfrm>
            <a:off x="8676426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4B8342A-44DA-4258-A3D2-7EC01FF70CA1}"/>
                  </a:ext>
                </a:extLst>
              </p:cNvPr>
              <p:cNvSpPr txBox="1"/>
              <p:nvPr/>
            </p:nvSpPr>
            <p:spPr>
              <a:xfrm>
                <a:off x="6338136" y="5937880"/>
                <a:ext cx="135210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4B8342A-44DA-4258-A3D2-7EC01FF70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136" y="5937880"/>
                <a:ext cx="1352101" cy="439223"/>
              </a:xfrm>
              <a:prstGeom prst="rect">
                <a:avLst/>
              </a:prstGeom>
              <a:blipFill>
                <a:blip r:embed="rId2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6" name="Table 5">
            <a:extLst>
              <a:ext uri="{FF2B5EF4-FFF2-40B4-BE49-F238E27FC236}">
                <a16:creationId xmlns:a16="http://schemas.microsoft.com/office/drawing/2014/main" id="{8E219219-7C28-4A6A-A250-DCD20BC5EB39}"/>
              </a:ext>
            </a:extLst>
          </p:cNvPr>
          <p:cNvGraphicFramePr>
            <a:graphicFrameLocks noGrp="1"/>
          </p:cNvGraphicFramePr>
          <p:nvPr/>
        </p:nvGraphicFramePr>
        <p:xfrm>
          <a:off x="6433557" y="6429767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47" name="TextBox 146">
            <a:extLst>
              <a:ext uri="{FF2B5EF4-FFF2-40B4-BE49-F238E27FC236}">
                <a16:creationId xmlns:a16="http://schemas.microsoft.com/office/drawing/2014/main" id="{B13A6D25-1AF5-418A-8129-0B216E3AE0AC}"/>
              </a:ext>
            </a:extLst>
          </p:cNvPr>
          <p:cNvSpPr txBox="1"/>
          <p:nvPr/>
        </p:nvSpPr>
        <p:spPr>
          <a:xfrm>
            <a:off x="6004948" y="6030147"/>
            <a:ext cx="3000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э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844379E3-65DE-4DF9-8B69-014BA0AFB83C}"/>
              </a:ext>
            </a:extLst>
          </p:cNvPr>
          <p:cNvSpPr/>
          <p:nvPr/>
        </p:nvSpPr>
        <p:spPr>
          <a:xfrm>
            <a:off x="6688164" y="652738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98D39733-C196-4E00-8D08-682251BF9C23}"/>
                  </a:ext>
                </a:extLst>
              </p:cNvPr>
              <p:cNvSpPr txBox="1"/>
              <p:nvPr/>
            </p:nvSpPr>
            <p:spPr>
              <a:xfrm>
                <a:off x="436223" y="5934097"/>
                <a:ext cx="1097223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5+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98D39733-C196-4E00-8D08-682251BF9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23" y="5934097"/>
                <a:ext cx="1097223" cy="443006"/>
              </a:xfrm>
              <a:prstGeom prst="rect">
                <a:avLst/>
              </a:prstGeom>
              <a:blipFill>
                <a:blip r:embed="rId28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0" name="Table 5">
            <a:extLst>
              <a:ext uri="{FF2B5EF4-FFF2-40B4-BE49-F238E27FC236}">
                <a16:creationId xmlns:a16="http://schemas.microsoft.com/office/drawing/2014/main" id="{C97653AF-37DD-48E7-B15A-C952EDCAAA85}"/>
              </a:ext>
            </a:extLst>
          </p:cNvPr>
          <p:cNvGraphicFramePr>
            <a:graphicFrameLocks noGrp="1"/>
          </p:cNvGraphicFramePr>
          <p:nvPr/>
        </p:nvGraphicFramePr>
        <p:xfrm>
          <a:off x="530411" y="6425984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51" name="TextBox 150">
            <a:extLst>
              <a:ext uri="{FF2B5EF4-FFF2-40B4-BE49-F238E27FC236}">
                <a16:creationId xmlns:a16="http://schemas.microsoft.com/office/drawing/2014/main" id="{8E95674D-C235-420C-9D01-7FE5DDF9F06D}"/>
              </a:ext>
            </a:extLst>
          </p:cNvPr>
          <p:cNvSpPr txBox="1"/>
          <p:nvPr/>
        </p:nvSpPr>
        <p:spPr>
          <a:xfrm>
            <a:off x="-46044" y="6026364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ш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CF93D6C7-0C5A-4C08-9F5E-CC999948D7AD}"/>
              </a:ext>
            </a:extLst>
          </p:cNvPr>
          <p:cNvSpPr/>
          <p:nvPr/>
        </p:nvSpPr>
        <p:spPr>
          <a:xfrm>
            <a:off x="785018" y="6523604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DAF41857-ADA5-41C8-B7FC-956A68C61225}"/>
                  </a:ext>
                </a:extLst>
              </p:cNvPr>
              <p:cNvSpPr txBox="1"/>
              <p:nvPr/>
            </p:nvSpPr>
            <p:spPr>
              <a:xfrm>
                <a:off x="4391546" y="5934097"/>
                <a:ext cx="1182182" cy="6238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5+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  <a:p>
                <a:pPr algn="ctr"/>
                <a:endParaRPr lang="en-GB" sz="1200" dirty="0"/>
              </a:p>
            </p:txBody>
          </p:sp>
        </mc:Choice>
        <mc:Fallback xmlns="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DAF41857-ADA5-41C8-B7FC-956A68C61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546" y="5934097"/>
                <a:ext cx="1182182" cy="62388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4" name="Table 5">
            <a:extLst>
              <a:ext uri="{FF2B5EF4-FFF2-40B4-BE49-F238E27FC236}">
                <a16:creationId xmlns:a16="http://schemas.microsoft.com/office/drawing/2014/main" id="{D2154565-41D5-4756-AF7E-2EB94A9E307F}"/>
              </a:ext>
            </a:extLst>
          </p:cNvPr>
          <p:cNvGraphicFramePr>
            <a:graphicFrameLocks noGrp="1"/>
          </p:cNvGraphicFramePr>
          <p:nvPr/>
        </p:nvGraphicFramePr>
        <p:xfrm>
          <a:off x="4402007" y="6425984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55" name="TextBox 154">
            <a:extLst>
              <a:ext uri="{FF2B5EF4-FFF2-40B4-BE49-F238E27FC236}">
                <a16:creationId xmlns:a16="http://schemas.microsoft.com/office/drawing/2014/main" id="{FDD45736-01BE-4C5D-B413-3A8E71913065}"/>
              </a:ext>
            </a:extLst>
          </p:cNvPr>
          <p:cNvSpPr txBox="1"/>
          <p:nvPr/>
        </p:nvSpPr>
        <p:spPr>
          <a:xfrm>
            <a:off x="3956566" y="6026364"/>
            <a:ext cx="333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ы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B07AEED0-2F52-409B-8B0C-0C395C70A8F4}"/>
              </a:ext>
            </a:extLst>
          </p:cNvPr>
          <p:cNvSpPr/>
          <p:nvPr/>
        </p:nvSpPr>
        <p:spPr>
          <a:xfrm>
            <a:off x="4656614" y="6523604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3CA785CA-687A-4E62-9D41-1A3BA13AD971}"/>
                  </a:ext>
                </a:extLst>
              </p:cNvPr>
              <p:cNvSpPr txBox="1"/>
              <p:nvPr/>
            </p:nvSpPr>
            <p:spPr>
              <a:xfrm>
                <a:off x="2346288" y="5934097"/>
                <a:ext cx="1182182" cy="6238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  <a:p>
                <a:pPr algn="ctr"/>
                <a:endParaRPr lang="en-GB" sz="1200" dirty="0"/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3CA785CA-687A-4E62-9D41-1A3BA13AD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288" y="5934097"/>
                <a:ext cx="1182182" cy="62388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6" name="Table 5">
            <a:extLst>
              <a:ext uri="{FF2B5EF4-FFF2-40B4-BE49-F238E27FC236}">
                <a16:creationId xmlns:a16="http://schemas.microsoft.com/office/drawing/2014/main" id="{7446F54A-32AA-460D-9501-810746F105CD}"/>
              </a:ext>
            </a:extLst>
          </p:cNvPr>
          <p:cNvGraphicFramePr>
            <a:graphicFrameLocks noGrp="1"/>
          </p:cNvGraphicFramePr>
          <p:nvPr/>
        </p:nvGraphicFramePr>
        <p:xfrm>
          <a:off x="2356749" y="6425984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67" name="TextBox 166">
            <a:extLst>
              <a:ext uri="{FF2B5EF4-FFF2-40B4-BE49-F238E27FC236}">
                <a16:creationId xmlns:a16="http://schemas.microsoft.com/office/drawing/2014/main" id="{07EF5AD0-880D-4F7D-865E-4ED52DED58B1}"/>
              </a:ext>
            </a:extLst>
          </p:cNvPr>
          <p:cNvSpPr txBox="1"/>
          <p:nvPr/>
        </p:nvSpPr>
        <p:spPr>
          <a:xfrm>
            <a:off x="1904897" y="6026364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щ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34968F45-C33B-4C26-A44B-4976AC4C3AD7}"/>
              </a:ext>
            </a:extLst>
          </p:cNvPr>
          <p:cNvSpPr/>
          <p:nvPr/>
        </p:nvSpPr>
        <p:spPr>
          <a:xfrm>
            <a:off x="2611356" y="6523604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06795628-5D71-4BBD-B412-B27028B892CC}"/>
                  </a:ext>
                </a:extLst>
              </p:cNvPr>
              <p:cNvSpPr txBox="1"/>
              <p:nvPr/>
            </p:nvSpPr>
            <p:spPr>
              <a:xfrm>
                <a:off x="8188715" y="5937880"/>
                <a:ext cx="1620828" cy="455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8−</m:t>
                      </m:r>
                      <m:f>
                        <m:fPr>
                          <m:ctrlPr>
                            <a:rPr lang="en-GB" sz="1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06795628-5D71-4BBD-B412-B27028B89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8715" y="5937880"/>
                <a:ext cx="1620828" cy="45518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0" name="Table 5">
            <a:extLst>
              <a:ext uri="{FF2B5EF4-FFF2-40B4-BE49-F238E27FC236}">
                <a16:creationId xmlns:a16="http://schemas.microsoft.com/office/drawing/2014/main" id="{2F4598D1-DEE4-436E-A054-D854CDE162FC}"/>
              </a:ext>
            </a:extLst>
          </p:cNvPr>
          <p:cNvGraphicFramePr>
            <a:graphicFrameLocks noGrp="1"/>
          </p:cNvGraphicFramePr>
          <p:nvPr/>
        </p:nvGraphicFramePr>
        <p:xfrm>
          <a:off x="8418499" y="6429767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71" name="TextBox 170">
            <a:extLst>
              <a:ext uri="{FF2B5EF4-FFF2-40B4-BE49-F238E27FC236}">
                <a16:creationId xmlns:a16="http://schemas.microsoft.com/office/drawing/2014/main" id="{2AD7D463-6683-43CB-A670-BD458FC70211}"/>
              </a:ext>
            </a:extLst>
          </p:cNvPr>
          <p:cNvSpPr txBox="1"/>
          <p:nvPr/>
        </p:nvSpPr>
        <p:spPr>
          <a:xfrm>
            <a:off x="7914281" y="6030147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ю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0ABB5025-5BCC-4A14-AEEF-05DDBC087709}"/>
              </a:ext>
            </a:extLst>
          </p:cNvPr>
          <p:cNvSpPr/>
          <p:nvPr/>
        </p:nvSpPr>
        <p:spPr>
          <a:xfrm>
            <a:off x="8673106" y="652738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8514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96ECCE6-EBEA-6D1B-B06D-BC076C5DA3C4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1C7DB6-FE1D-61BE-3C00-E6D5D8BB2375}"/>
              </a:ext>
            </a:extLst>
          </p:cNvPr>
          <p:cNvSpPr txBox="1"/>
          <p:nvPr/>
        </p:nvSpPr>
        <p:spPr>
          <a:xfrm>
            <a:off x="883251" y="-24041"/>
            <a:ext cx="22206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chemeClr val="bg1">
                    <a:lumMod val="50000"/>
                  </a:schemeClr>
                </a:solidFill>
                <a:latin typeface="Eras Bold ITC" panose="020B0907030504020204" pitchFamily="34" charset="0"/>
              </a:rPr>
              <a:t>Ондуктарды түзүү</a:t>
            </a:r>
            <a:endParaRPr lang="en-GB" sz="2000" b="1" dirty="0">
              <a:solidFill>
                <a:schemeClr val="bg1">
                  <a:lumMod val="50000"/>
                </a:schemeClr>
              </a:solidFill>
              <a:latin typeface="Eras Bold ITC" panose="020B0907030504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AF9A60-47D1-C4D1-6C87-275C703B4C1B}"/>
                  </a:ext>
                </a:extLst>
              </p:cNvPr>
              <p:cNvSpPr txBox="1"/>
              <p:nvPr/>
            </p:nvSpPr>
            <p:spPr>
              <a:xfrm>
                <a:off x="623796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2+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AF9A60-47D1-C4D1-6C87-275C703B4C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796" y="314072"/>
                <a:ext cx="658577" cy="438069"/>
              </a:xfrm>
              <a:prstGeom prst="rect">
                <a:avLst/>
              </a:prstGeom>
              <a:blipFill>
                <a:blip r:embed="rId2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CEE88F1-19DD-73D4-2C14-084592936613}"/>
              </a:ext>
            </a:extLst>
          </p:cNvPr>
          <p:cNvSpPr txBox="1"/>
          <p:nvPr/>
        </p:nvSpPr>
        <p:spPr>
          <a:xfrm>
            <a:off x="4272529" y="22126"/>
            <a:ext cx="5537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1200" dirty="0"/>
              <a:t>Ар бир бөлчөк эсебин ондукка айлантыңыз. Биринчиси силер үчүн жасалды.</a:t>
            </a:r>
            <a:endParaRPr lang="en-GB" sz="1200" dirty="0"/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D0CAD8B9-0333-07AF-1DD8-CF026C5DD465}"/>
              </a:ext>
            </a:extLst>
          </p:cNvPr>
          <p:cNvGraphicFramePr>
            <a:graphicFrameLocks noGrp="1"/>
          </p:cNvGraphicFramePr>
          <p:nvPr/>
        </p:nvGraphicFramePr>
        <p:xfrm>
          <a:off x="662247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14FE2B1-1A9C-B459-D3A4-6A9FFCD88BA9}"/>
              </a:ext>
            </a:extLst>
          </p:cNvPr>
          <p:cNvSpPr txBox="1"/>
          <p:nvPr/>
        </p:nvSpPr>
        <p:spPr>
          <a:xfrm>
            <a:off x="-26807" y="406339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3FB8256-657B-B86E-C12A-0EE997CB20F8}"/>
              </a:ext>
            </a:extLst>
          </p:cNvPr>
          <p:cNvSpPr/>
          <p:nvPr/>
        </p:nvSpPr>
        <p:spPr>
          <a:xfrm>
            <a:off x="913606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6AE51C-6B19-D51F-1527-220B4308AE26}"/>
                  </a:ext>
                </a:extLst>
              </p:cNvPr>
              <p:cNvSpPr txBox="1"/>
              <p:nvPr/>
            </p:nvSpPr>
            <p:spPr>
              <a:xfrm>
                <a:off x="2566896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4+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6AE51C-6B19-D51F-1527-220B4308A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896" y="314072"/>
                <a:ext cx="658577" cy="438069"/>
              </a:xfrm>
              <a:prstGeom prst="rect">
                <a:avLst/>
              </a:prstGeom>
              <a:blipFill>
                <a:blip r:embed="rId3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5">
            <a:extLst>
              <a:ext uri="{FF2B5EF4-FFF2-40B4-BE49-F238E27FC236}">
                <a16:creationId xmlns:a16="http://schemas.microsoft.com/office/drawing/2014/main" id="{D48D31EF-3C94-DDAB-4CC1-EB49FF0F2F3C}"/>
              </a:ext>
            </a:extLst>
          </p:cNvPr>
          <p:cNvGraphicFramePr>
            <a:graphicFrameLocks noGrp="1"/>
          </p:cNvGraphicFramePr>
          <p:nvPr/>
        </p:nvGraphicFramePr>
        <p:xfrm>
          <a:off x="2602099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7B7FB77-7A3F-821D-164C-2DE1CD19A264}"/>
              </a:ext>
            </a:extLst>
          </p:cNvPr>
          <p:cNvSpPr txBox="1"/>
          <p:nvPr/>
        </p:nvSpPr>
        <p:spPr>
          <a:xfrm>
            <a:off x="1912285" y="406339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DFBBC87-B31E-6932-AC71-B873E056C1F2}"/>
              </a:ext>
            </a:extLst>
          </p:cNvPr>
          <p:cNvSpPr/>
          <p:nvPr/>
        </p:nvSpPr>
        <p:spPr>
          <a:xfrm>
            <a:off x="2856706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2D7C64D-211E-2AFE-776F-D3EB73FB204F}"/>
                  </a:ext>
                </a:extLst>
              </p:cNvPr>
              <p:cNvSpPr txBox="1"/>
              <p:nvPr/>
            </p:nvSpPr>
            <p:spPr>
              <a:xfrm>
                <a:off x="4623712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5+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2D7C64D-211E-2AFE-776F-D3EB73FB2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3712" y="314072"/>
                <a:ext cx="658577" cy="438069"/>
              </a:xfrm>
              <a:prstGeom prst="rect">
                <a:avLst/>
              </a:prstGeom>
              <a:blipFill>
                <a:blip r:embed="rId4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Table 5">
            <a:extLst>
              <a:ext uri="{FF2B5EF4-FFF2-40B4-BE49-F238E27FC236}">
                <a16:creationId xmlns:a16="http://schemas.microsoft.com/office/drawing/2014/main" id="{F1E5FF50-FCAE-8E7E-2E2B-D2AB016446F9}"/>
              </a:ext>
            </a:extLst>
          </p:cNvPr>
          <p:cNvGraphicFramePr>
            <a:graphicFrameLocks noGrp="1"/>
          </p:cNvGraphicFramePr>
          <p:nvPr/>
        </p:nvGraphicFramePr>
        <p:xfrm>
          <a:off x="4661297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C82E0C9-ACA3-91CD-3B73-ABBA11B4EAA8}"/>
              </a:ext>
            </a:extLst>
          </p:cNvPr>
          <p:cNvSpPr txBox="1"/>
          <p:nvPr/>
        </p:nvSpPr>
        <p:spPr>
          <a:xfrm>
            <a:off x="3973109" y="406339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10F3452-CD26-4BF5-EA9E-C833669D6C3C}"/>
              </a:ext>
            </a:extLst>
          </p:cNvPr>
          <p:cNvSpPr/>
          <p:nvPr/>
        </p:nvSpPr>
        <p:spPr>
          <a:xfrm>
            <a:off x="4913522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303FE83-3CA1-9785-C24D-AF0B204BE575}"/>
                  </a:ext>
                </a:extLst>
              </p:cNvPr>
              <p:cNvSpPr txBox="1"/>
              <p:nvPr/>
            </p:nvSpPr>
            <p:spPr>
              <a:xfrm>
                <a:off x="6604912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2−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303FE83-3CA1-9785-C24D-AF0B204BE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912" y="314072"/>
                <a:ext cx="658577" cy="438069"/>
              </a:xfrm>
              <a:prstGeom prst="rect">
                <a:avLst/>
              </a:prstGeom>
              <a:blipFill>
                <a:blip r:embed="rId5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" name="Table 5">
            <a:extLst>
              <a:ext uri="{FF2B5EF4-FFF2-40B4-BE49-F238E27FC236}">
                <a16:creationId xmlns:a16="http://schemas.microsoft.com/office/drawing/2014/main" id="{4692BE42-4A06-2FC5-36AF-4EEC31753FF2}"/>
              </a:ext>
            </a:extLst>
          </p:cNvPr>
          <p:cNvGraphicFramePr>
            <a:graphicFrameLocks noGrp="1"/>
          </p:cNvGraphicFramePr>
          <p:nvPr/>
        </p:nvGraphicFramePr>
        <p:xfrm>
          <a:off x="6637734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23206C21-B6B1-94E3-DB06-62931670B172}"/>
              </a:ext>
            </a:extLst>
          </p:cNvPr>
          <p:cNvSpPr txBox="1"/>
          <p:nvPr/>
        </p:nvSpPr>
        <p:spPr>
          <a:xfrm>
            <a:off x="5964728" y="406339"/>
            <a:ext cx="2840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8F89832-46C7-B3E6-FA79-571B676EE919}"/>
              </a:ext>
            </a:extLst>
          </p:cNvPr>
          <p:cNvSpPr/>
          <p:nvPr/>
        </p:nvSpPr>
        <p:spPr>
          <a:xfrm>
            <a:off x="6894722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A86059F-85F4-B775-DDA1-32C751573F72}"/>
                  </a:ext>
                </a:extLst>
              </p:cNvPr>
              <p:cNvSpPr txBox="1"/>
              <p:nvPr/>
            </p:nvSpPr>
            <p:spPr>
              <a:xfrm>
                <a:off x="8636912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A86059F-85F4-B775-DDA1-32C751573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912" y="314072"/>
                <a:ext cx="658577" cy="438069"/>
              </a:xfrm>
              <a:prstGeom prst="rect">
                <a:avLst/>
              </a:prstGeom>
              <a:blipFill>
                <a:blip r:embed="rId6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5" name="Table 5">
            <a:extLst>
              <a:ext uri="{FF2B5EF4-FFF2-40B4-BE49-F238E27FC236}">
                <a16:creationId xmlns:a16="http://schemas.microsoft.com/office/drawing/2014/main" id="{2CFC37F7-3FEE-668E-91CC-354A2F9BF987}"/>
              </a:ext>
            </a:extLst>
          </p:cNvPr>
          <p:cNvGraphicFramePr>
            <a:graphicFrameLocks noGrp="1"/>
          </p:cNvGraphicFramePr>
          <p:nvPr/>
        </p:nvGraphicFramePr>
        <p:xfrm>
          <a:off x="8672116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B0A3FDB9-3DC4-030A-4125-C24DC0C166DA}"/>
              </a:ext>
            </a:extLst>
          </p:cNvPr>
          <p:cNvSpPr txBox="1"/>
          <p:nvPr/>
        </p:nvSpPr>
        <p:spPr>
          <a:xfrm>
            <a:off x="7979897" y="406339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0A9D8F4-334C-BD74-644C-E7D1BCB93AB0}"/>
              </a:ext>
            </a:extLst>
          </p:cNvPr>
          <p:cNvSpPr/>
          <p:nvPr/>
        </p:nvSpPr>
        <p:spPr>
          <a:xfrm>
            <a:off x="8926722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76DC5A7-2FB9-8A80-8AB6-91C543D42E91}"/>
                  </a:ext>
                </a:extLst>
              </p:cNvPr>
              <p:cNvSpPr txBox="1"/>
              <p:nvPr/>
            </p:nvSpPr>
            <p:spPr>
              <a:xfrm>
                <a:off x="613065" y="1428050"/>
                <a:ext cx="743537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8+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76DC5A7-2FB9-8A80-8AB6-91C543D42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065" y="1428050"/>
                <a:ext cx="743537" cy="443006"/>
              </a:xfrm>
              <a:prstGeom prst="rect">
                <a:avLst/>
              </a:prstGeom>
              <a:blipFill>
                <a:blip r:embed="rId7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9" name="Table 5">
            <a:extLst>
              <a:ext uri="{FF2B5EF4-FFF2-40B4-BE49-F238E27FC236}">
                <a16:creationId xmlns:a16="http://schemas.microsoft.com/office/drawing/2014/main" id="{5702494B-443A-1C29-C017-A139F8C50035}"/>
              </a:ext>
            </a:extLst>
          </p:cNvPr>
          <p:cNvGraphicFramePr>
            <a:graphicFrameLocks noGrp="1"/>
          </p:cNvGraphicFramePr>
          <p:nvPr/>
        </p:nvGraphicFramePr>
        <p:xfrm>
          <a:off x="511203" y="1919937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7B5874C4-6825-07DA-D7D1-F7C86914D681}"/>
              </a:ext>
            </a:extLst>
          </p:cNvPr>
          <p:cNvSpPr txBox="1"/>
          <p:nvPr/>
        </p:nvSpPr>
        <p:spPr>
          <a:xfrm>
            <a:off x="-28411" y="152031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C7D0EC9-70B3-C594-735D-0F9576E0F7F3}"/>
              </a:ext>
            </a:extLst>
          </p:cNvPr>
          <p:cNvSpPr/>
          <p:nvPr/>
        </p:nvSpPr>
        <p:spPr>
          <a:xfrm>
            <a:off x="769778" y="201755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AD8E5F3-ABB4-0449-493C-8585DB8F6E66}"/>
                  </a:ext>
                </a:extLst>
              </p:cNvPr>
              <p:cNvSpPr txBox="1"/>
              <p:nvPr/>
            </p:nvSpPr>
            <p:spPr>
              <a:xfrm>
                <a:off x="2556165" y="1428050"/>
                <a:ext cx="743537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2+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AD8E5F3-ABB4-0449-493C-8585DB8F6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165" y="1428050"/>
                <a:ext cx="743537" cy="44300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3" name="Table 5">
            <a:extLst>
              <a:ext uri="{FF2B5EF4-FFF2-40B4-BE49-F238E27FC236}">
                <a16:creationId xmlns:a16="http://schemas.microsoft.com/office/drawing/2014/main" id="{FE0A28BE-3284-598D-6256-EE561322FE69}"/>
              </a:ext>
            </a:extLst>
          </p:cNvPr>
          <p:cNvGraphicFramePr>
            <a:graphicFrameLocks noGrp="1"/>
          </p:cNvGraphicFramePr>
          <p:nvPr/>
        </p:nvGraphicFramePr>
        <p:xfrm>
          <a:off x="2440651" y="1919937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52AFC0BE-1491-D641-4112-E9EE6F1C738C}"/>
              </a:ext>
            </a:extLst>
          </p:cNvPr>
          <p:cNvSpPr txBox="1"/>
          <p:nvPr/>
        </p:nvSpPr>
        <p:spPr>
          <a:xfrm>
            <a:off x="1914683" y="152031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ё)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950BB6D-783B-16FE-CE81-3884C399E13A}"/>
              </a:ext>
            </a:extLst>
          </p:cNvPr>
          <p:cNvSpPr/>
          <p:nvPr/>
        </p:nvSpPr>
        <p:spPr>
          <a:xfrm>
            <a:off x="2697638" y="201755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179B735-E840-DD6A-3253-732C3A482D68}"/>
                  </a:ext>
                </a:extLst>
              </p:cNvPr>
              <p:cNvSpPr txBox="1"/>
              <p:nvPr/>
            </p:nvSpPr>
            <p:spPr>
              <a:xfrm>
                <a:off x="8624172" y="1428050"/>
                <a:ext cx="74353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179B735-E840-DD6A-3253-732C3A482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4172" y="1428050"/>
                <a:ext cx="743537" cy="439223"/>
              </a:xfrm>
              <a:prstGeom prst="rect">
                <a:avLst/>
              </a:prstGeom>
              <a:blipFill>
                <a:blip r:embed="rId9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9" name="Table 5">
            <a:extLst>
              <a:ext uri="{FF2B5EF4-FFF2-40B4-BE49-F238E27FC236}">
                <a16:creationId xmlns:a16="http://schemas.microsoft.com/office/drawing/2014/main" id="{0C0C6984-BBBC-D124-746A-5805DCEBDFCF}"/>
              </a:ext>
            </a:extLst>
          </p:cNvPr>
          <p:cNvGraphicFramePr>
            <a:graphicFrameLocks noGrp="1"/>
          </p:cNvGraphicFramePr>
          <p:nvPr/>
        </p:nvGraphicFramePr>
        <p:xfrm>
          <a:off x="8549138" y="1919937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1826A1F1-50E8-E6A9-396D-F40B1F896C26}"/>
              </a:ext>
            </a:extLst>
          </p:cNvPr>
          <p:cNvSpPr txBox="1"/>
          <p:nvPr/>
        </p:nvSpPr>
        <p:spPr>
          <a:xfrm>
            <a:off x="7979490" y="1520317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FADBDB0-14C8-3E1D-3F1D-5C36FD08B14A}"/>
              </a:ext>
            </a:extLst>
          </p:cNvPr>
          <p:cNvSpPr/>
          <p:nvPr/>
        </p:nvSpPr>
        <p:spPr>
          <a:xfrm>
            <a:off x="8803745" y="201755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05AB13D-F919-1374-6AAB-7514EA0C5170}"/>
                  </a:ext>
                </a:extLst>
              </p:cNvPr>
              <p:cNvSpPr txBox="1"/>
              <p:nvPr/>
            </p:nvSpPr>
            <p:spPr>
              <a:xfrm>
                <a:off x="570585" y="2569724"/>
                <a:ext cx="82849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4+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05AB13D-F919-1374-6AAB-7514EA0C5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585" y="2569724"/>
                <a:ext cx="828497" cy="438069"/>
              </a:xfrm>
              <a:prstGeom prst="rect">
                <a:avLst/>
              </a:prstGeom>
              <a:blipFill>
                <a:blip r:embed="rId10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7" name="Table 5">
            <a:extLst>
              <a:ext uri="{FF2B5EF4-FFF2-40B4-BE49-F238E27FC236}">
                <a16:creationId xmlns:a16="http://schemas.microsoft.com/office/drawing/2014/main" id="{6B21CD52-6BFF-469D-EFD7-9372AB58469C}"/>
              </a:ext>
            </a:extLst>
          </p:cNvPr>
          <p:cNvGraphicFramePr>
            <a:graphicFrameLocks noGrp="1"/>
          </p:cNvGraphicFramePr>
          <p:nvPr/>
        </p:nvGraphicFramePr>
        <p:xfrm>
          <a:off x="404206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797CBA5B-D6DA-7CE0-0E06-8D5BC62FDCB9}"/>
              </a:ext>
            </a:extLst>
          </p:cNvPr>
          <p:cNvSpPr txBox="1"/>
          <p:nvPr/>
        </p:nvSpPr>
        <p:spPr>
          <a:xfrm>
            <a:off x="-31616" y="2661991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DA6F2D2-8DC8-1358-CC2E-F2CDC898F313}"/>
              </a:ext>
            </a:extLst>
          </p:cNvPr>
          <p:cNvSpPr/>
          <p:nvPr/>
        </p:nvSpPr>
        <p:spPr>
          <a:xfrm>
            <a:off x="658813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1036997-5757-5CF2-787A-CD52DDAADF70}"/>
                  </a:ext>
                </a:extLst>
              </p:cNvPr>
              <p:cNvSpPr txBox="1"/>
              <p:nvPr/>
            </p:nvSpPr>
            <p:spPr>
              <a:xfrm>
                <a:off x="6591410" y="1428050"/>
                <a:ext cx="743537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5−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1036997-5757-5CF2-787A-CD52DDAAD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410" y="1428050"/>
                <a:ext cx="743537" cy="44300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5" name="Table 5">
            <a:extLst>
              <a:ext uri="{FF2B5EF4-FFF2-40B4-BE49-F238E27FC236}">
                <a16:creationId xmlns:a16="http://schemas.microsoft.com/office/drawing/2014/main" id="{249BFC39-C4C0-9067-B88C-1A570059036C}"/>
              </a:ext>
            </a:extLst>
          </p:cNvPr>
          <p:cNvGraphicFramePr>
            <a:graphicFrameLocks noGrp="1"/>
          </p:cNvGraphicFramePr>
          <p:nvPr/>
        </p:nvGraphicFramePr>
        <p:xfrm>
          <a:off x="6529235" y="1919937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57" name="TextBox 56">
            <a:extLst>
              <a:ext uri="{FF2B5EF4-FFF2-40B4-BE49-F238E27FC236}">
                <a16:creationId xmlns:a16="http://schemas.microsoft.com/office/drawing/2014/main" id="{7BACC98A-8A71-75B3-9D58-EFBAC4108F4F}"/>
              </a:ext>
            </a:extLst>
          </p:cNvPr>
          <p:cNvSpPr txBox="1"/>
          <p:nvPr/>
        </p:nvSpPr>
        <p:spPr>
          <a:xfrm>
            <a:off x="5955546" y="1520317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з)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61E71F7-3CD3-5974-8E7D-CDF1385153AF}"/>
              </a:ext>
            </a:extLst>
          </p:cNvPr>
          <p:cNvSpPr/>
          <p:nvPr/>
        </p:nvSpPr>
        <p:spPr>
          <a:xfrm>
            <a:off x="6786223" y="201755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1FBF194-C7C0-C40D-34BA-EF7B8CF1886E}"/>
                  </a:ext>
                </a:extLst>
              </p:cNvPr>
              <p:cNvSpPr txBox="1"/>
              <p:nvPr/>
            </p:nvSpPr>
            <p:spPr>
              <a:xfrm>
                <a:off x="4438909" y="1436362"/>
                <a:ext cx="109722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1FBF194-C7C0-C40D-34BA-EF7B8CF18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909" y="1436362"/>
                <a:ext cx="1097223" cy="439223"/>
              </a:xfrm>
              <a:prstGeom prst="rect">
                <a:avLst/>
              </a:prstGeom>
              <a:blipFill>
                <a:blip r:embed="rId1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1" name="Table 5">
            <a:extLst>
              <a:ext uri="{FF2B5EF4-FFF2-40B4-BE49-F238E27FC236}">
                <a16:creationId xmlns:a16="http://schemas.microsoft.com/office/drawing/2014/main" id="{88587161-678D-3573-C357-13769EF023BB}"/>
              </a:ext>
            </a:extLst>
          </p:cNvPr>
          <p:cNvGraphicFramePr>
            <a:graphicFrameLocks noGrp="1"/>
          </p:cNvGraphicFramePr>
          <p:nvPr/>
        </p:nvGraphicFramePr>
        <p:xfrm>
          <a:off x="4513096" y="1928249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080955AC-E003-0BA9-793F-BA35C213AC7A}"/>
              </a:ext>
            </a:extLst>
          </p:cNvPr>
          <p:cNvSpPr txBox="1"/>
          <p:nvPr/>
        </p:nvSpPr>
        <p:spPr>
          <a:xfrm>
            <a:off x="3959850" y="1528629"/>
            <a:ext cx="336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ж)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A3277BA-9040-1329-20E4-02350526BF80}"/>
              </a:ext>
            </a:extLst>
          </p:cNvPr>
          <p:cNvSpPr/>
          <p:nvPr/>
        </p:nvSpPr>
        <p:spPr>
          <a:xfrm>
            <a:off x="4772465" y="202586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0B0B9F7-226E-4487-3E96-B5011B0B54DE}"/>
                  </a:ext>
                </a:extLst>
              </p:cNvPr>
              <p:cNvSpPr txBox="1"/>
              <p:nvPr/>
            </p:nvSpPr>
            <p:spPr>
              <a:xfrm>
                <a:off x="2341792" y="2569724"/>
                <a:ext cx="118218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2+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0B0B9F7-226E-4487-3E96-B5011B0B5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1792" y="2569724"/>
                <a:ext cx="1182183" cy="43922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5" name="Table 5">
            <a:extLst>
              <a:ext uri="{FF2B5EF4-FFF2-40B4-BE49-F238E27FC236}">
                <a16:creationId xmlns:a16="http://schemas.microsoft.com/office/drawing/2014/main" id="{5079B71D-D9F8-D08B-1BA4-A78573795355}"/>
              </a:ext>
            </a:extLst>
          </p:cNvPr>
          <p:cNvGraphicFramePr>
            <a:graphicFrameLocks noGrp="1"/>
          </p:cNvGraphicFramePr>
          <p:nvPr/>
        </p:nvGraphicFramePr>
        <p:xfrm>
          <a:off x="2352255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66" name="TextBox 65">
            <a:extLst>
              <a:ext uri="{FF2B5EF4-FFF2-40B4-BE49-F238E27FC236}">
                <a16:creationId xmlns:a16="http://schemas.microsoft.com/office/drawing/2014/main" id="{190D9E75-1816-684E-4FC2-9B29969D3906}"/>
              </a:ext>
            </a:extLst>
          </p:cNvPr>
          <p:cNvSpPr txBox="1"/>
          <p:nvPr/>
        </p:nvSpPr>
        <p:spPr>
          <a:xfrm>
            <a:off x="1922043" y="2661991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93D601AA-8EF3-10ED-42E5-A6F342874A9B}"/>
              </a:ext>
            </a:extLst>
          </p:cNvPr>
          <p:cNvSpPr/>
          <p:nvPr/>
        </p:nvSpPr>
        <p:spPr>
          <a:xfrm>
            <a:off x="2606862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5CADC1C-4A0A-AB5C-B450-E93BF66C2263}"/>
                  </a:ext>
                </a:extLst>
              </p:cNvPr>
              <p:cNvSpPr txBox="1"/>
              <p:nvPr/>
            </p:nvSpPr>
            <p:spPr>
              <a:xfrm>
                <a:off x="4179286" y="2569724"/>
                <a:ext cx="1620828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7+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5CADC1C-4A0A-AB5C-B450-E93BF66C2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286" y="2569724"/>
                <a:ext cx="1620828" cy="443006"/>
              </a:xfrm>
              <a:prstGeom prst="rect">
                <a:avLst/>
              </a:prstGeom>
              <a:blipFill>
                <a:blip r:embed="rId14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1" name="Table 5">
            <a:extLst>
              <a:ext uri="{FF2B5EF4-FFF2-40B4-BE49-F238E27FC236}">
                <a16:creationId xmlns:a16="http://schemas.microsoft.com/office/drawing/2014/main" id="{20F61928-A77A-B148-B123-E5E84FCF032C}"/>
              </a:ext>
            </a:extLst>
          </p:cNvPr>
          <p:cNvGraphicFramePr>
            <a:graphicFrameLocks noGrp="1"/>
          </p:cNvGraphicFramePr>
          <p:nvPr/>
        </p:nvGraphicFramePr>
        <p:xfrm>
          <a:off x="4409070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73" name="TextBox 72">
            <a:extLst>
              <a:ext uri="{FF2B5EF4-FFF2-40B4-BE49-F238E27FC236}">
                <a16:creationId xmlns:a16="http://schemas.microsoft.com/office/drawing/2014/main" id="{B686BCCB-E8C0-B3D9-33C9-E7DB9B44798E}"/>
              </a:ext>
            </a:extLst>
          </p:cNvPr>
          <p:cNvSpPr txBox="1"/>
          <p:nvPr/>
        </p:nvSpPr>
        <p:spPr>
          <a:xfrm>
            <a:off x="3975653" y="2661991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D8AF85E-3ED6-8682-3DA9-9E625D3F43E7}"/>
              </a:ext>
            </a:extLst>
          </p:cNvPr>
          <p:cNvSpPr/>
          <p:nvPr/>
        </p:nvSpPr>
        <p:spPr>
          <a:xfrm>
            <a:off x="4663677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AD51FF6-CB16-2395-E5FD-1F8B39AE2C13}"/>
                  </a:ext>
                </a:extLst>
              </p:cNvPr>
              <p:cNvSpPr txBox="1"/>
              <p:nvPr/>
            </p:nvSpPr>
            <p:spPr>
              <a:xfrm>
                <a:off x="6471691" y="2569724"/>
                <a:ext cx="99841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AD51FF6-CB16-2395-E5FD-1F8B39AE2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691" y="2569724"/>
                <a:ext cx="998415" cy="43922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7" name="Table 5">
            <a:extLst>
              <a:ext uri="{FF2B5EF4-FFF2-40B4-BE49-F238E27FC236}">
                <a16:creationId xmlns:a16="http://schemas.microsoft.com/office/drawing/2014/main" id="{2A7190C4-8CAB-A926-1193-64B6E981E25A}"/>
              </a:ext>
            </a:extLst>
          </p:cNvPr>
          <p:cNvGraphicFramePr>
            <a:graphicFrameLocks noGrp="1"/>
          </p:cNvGraphicFramePr>
          <p:nvPr/>
        </p:nvGraphicFramePr>
        <p:xfrm>
          <a:off x="6390269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78" name="TextBox 77">
            <a:extLst>
              <a:ext uri="{FF2B5EF4-FFF2-40B4-BE49-F238E27FC236}">
                <a16:creationId xmlns:a16="http://schemas.microsoft.com/office/drawing/2014/main" id="{4A42C324-C89A-CE83-7406-05EDE1E67028}"/>
              </a:ext>
            </a:extLst>
          </p:cNvPr>
          <p:cNvSpPr txBox="1"/>
          <p:nvPr/>
        </p:nvSpPr>
        <p:spPr>
          <a:xfrm>
            <a:off x="5944028" y="2661991"/>
            <a:ext cx="335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04B67005-F25D-2FCB-9625-CB153070400D}"/>
              </a:ext>
            </a:extLst>
          </p:cNvPr>
          <p:cNvSpPr/>
          <p:nvPr/>
        </p:nvSpPr>
        <p:spPr>
          <a:xfrm>
            <a:off x="6644876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E62AAEC-1556-EC44-B904-0DE88696642A}"/>
                  </a:ext>
                </a:extLst>
              </p:cNvPr>
              <p:cNvSpPr txBox="1"/>
              <p:nvPr/>
            </p:nvSpPr>
            <p:spPr>
              <a:xfrm>
                <a:off x="8588200" y="2569724"/>
                <a:ext cx="82849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3−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E62AAEC-1556-EC44-B904-0DE886966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200" y="2569724"/>
                <a:ext cx="828497" cy="43922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1" name="Table 5">
            <a:extLst>
              <a:ext uri="{FF2B5EF4-FFF2-40B4-BE49-F238E27FC236}">
                <a16:creationId xmlns:a16="http://schemas.microsoft.com/office/drawing/2014/main" id="{3D6BF9C7-7F36-8DC9-506A-6B64D173AFE4}"/>
              </a:ext>
            </a:extLst>
          </p:cNvPr>
          <p:cNvGraphicFramePr>
            <a:graphicFrameLocks noGrp="1"/>
          </p:cNvGraphicFramePr>
          <p:nvPr/>
        </p:nvGraphicFramePr>
        <p:xfrm>
          <a:off x="8421819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83" name="TextBox 82">
            <a:extLst>
              <a:ext uri="{FF2B5EF4-FFF2-40B4-BE49-F238E27FC236}">
                <a16:creationId xmlns:a16="http://schemas.microsoft.com/office/drawing/2014/main" id="{D2F90349-28BF-BD7F-D954-4D6FA79023C9}"/>
              </a:ext>
            </a:extLst>
          </p:cNvPr>
          <p:cNvSpPr txBox="1"/>
          <p:nvPr/>
        </p:nvSpPr>
        <p:spPr>
          <a:xfrm>
            <a:off x="7986799" y="2661991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н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E5EAEC7D-DC9A-38E2-8385-D5D140645E8C}"/>
              </a:ext>
            </a:extLst>
          </p:cNvPr>
          <p:cNvSpPr/>
          <p:nvPr/>
        </p:nvSpPr>
        <p:spPr>
          <a:xfrm>
            <a:off x="8676426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85AE038-BECE-238C-FD02-3FCEDAAE50F9}"/>
                  </a:ext>
                </a:extLst>
              </p:cNvPr>
              <p:cNvSpPr txBox="1"/>
              <p:nvPr/>
            </p:nvSpPr>
            <p:spPr>
              <a:xfrm>
                <a:off x="436223" y="4818319"/>
                <a:ext cx="109722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85AE038-BECE-238C-FD02-3FCEDAAE5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23" y="4818319"/>
                <a:ext cx="1097223" cy="439223"/>
              </a:xfrm>
              <a:prstGeom prst="rect">
                <a:avLst/>
              </a:prstGeom>
              <a:blipFill>
                <a:blip r:embed="rId1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9" name="Table 5">
            <a:extLst>
              <a:ext uri="{FF2B5EF4-FFF2-40B4-BE49-F238E27FC236}">
                <a16:creationId xmlns:a16="http://schemas.microsoft.com/office/drawing/2014/main" id="{C2E801D2-BEE9-AAC6-CB45-D395A85D4980}"/>
              </a:ext>
            </a:extLst>
          </p:cNvPr>
          <p:cNvGraphicFramePr>
            <a:graphicFrameLocks noGrp="1"/>
          </p:cNvGraphicFramePr>
          <p:nvPr/>
        </p:nvGraphicFramePr>
        <p:xfrm>
          <a:off x="530412" y="5310206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91" name="TextBox 90">
            <a:extLst>
              <a:ext uri="{FF2B5EF4-FFF2-40B4-BE49-F238E27FC236}">
                <a16:creationId xmlns:a16="http://schemas.microsoft.com/office/drawing/2014/main" id="{1C0E95EA-0FAD-8640-237F-4CBE80B2CFB6}"/>
              </a:ext>
            </a:extLst>
          </p:cNvPr>
          <p:cNvSpPr txBox="1"/>
          <p:nvPr/>
        </p:nvSpPr>
        <p:spPr>
          <a:xfrm>
            <a:off x="-24403" y="4910586"/>
            <a:ext cx="3000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у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9F4B0AC3-6C06-F2D4-0CC2-30EC971B4E4A}"/>
              </a:ext>
            </a:extLst>
          </p:cNvPr>
          <p:cNvSpPr/>
          <p:nvPr/>
        </p:nvSpPr>
        <p:spPr>
          <a:xfrm>
            <a:off x="785019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E84C36B4-0DEF-6A30-D5AF-0D840DB29271}"/>
                  </a:ext>
                </a:extLst>
              </p:cNvPr>
              <p:cNvSpPr txBox="1"/>
              <p:nvPr/>
            </p:nvSpPr>
            <p:spPr>
              <a:xfrm>
                <a:off x="2433676" y="4818319"/>
                <a:ext cx="99841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E84C36B4-0DEF-6A30-D5AF-0D840DB2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3676" y="4818319"/>
                <a:ext cx="998415" cy="439223"/>
              </a:xfrm>
              <a:prstGeom prst="rect">
                <a:avLst/>
              </a:prstGeom>
              <a:blipFill>
                <a:blip r:embed="rId1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7" name="Table 5">
            <a:extLst>
              <a:ext uri="{FF2B5EF4-FFF2-40B4-BE49-F238E27FC236}">
                <a16:creationId xmlns:a16="http://schemas.microsoft.com/office/drawing/2014/main" id="{222A3519-A2C4-4125-440B-80E8F6247869}"/>
              </a:ext>
            </a:extLst>
          </p:cNvPr>
          <p:cNvGraphicFramePr>
            <a:graphicFrameLocks noGrp="1"/>
          </p:cNvGraphicFramePr>
          <p:nvPr/>
        </p:nvGraphicFramePr>
        <p:xfrm>
          <a:off x="2352255" y="5310206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99" name="TextBox 98">
            <a:extLst>
              <a:ext uri="{FF2B5EF4-FFF2-40B4-BE49-F238E27FC236}">
                <a16:creationId xmlns:a16="http://schemas.microsoft.com/office/drawing/2014/main" id="{E31D47A5-232F-A30F-2A6F-CEAF7B0FB734}"/>
              </a:ext>
            </a:extLst>
          </p:cNvPr>
          <p:cNvSpPr txBox="1"/>
          <p:nvPr/>
        </p:nvSpPr>
        <p:spPr>
          <a:xfrm>
            <a:off x="1910021" y="4910586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ф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4678CDBE-D5E9-DC2D-C77B-991827B50BE3}"/>
              </a:ext>
            </a:extLst>
          </p:cNvPr>
          <p:cNvSpPr/>
          <p:nvPr/>
        </p:nvSpPr>
        <p:spPr>
          <a:xfrm>
            <a:off x="2606862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0524F5FB-B7C8-3BB9-0BC7-9B55D87CCEBA}"/>
                  </a:ext>
                </a:extLst>
              </p:cNvPr>
              <p:cNvSpPr txBox="1"/>
              <p:nvPr/>
            </p:nvSpPr>
            <p:spPr>
              <a:xfrm>
                <a:off x="4441088" y="4818319"/>
                <a:ext cx="1097223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0524F5FB-B7C8-3BB9-0BC7-9B55D87CC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1088" y="4818319"/>
                <a:ext cx="1097223" cy="44300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5" name="Table 5">
            <a:extLst>
              <a:ext uri="{FF2B5EF4-FFF2-40B4-BE49-F238E27FC236}">
                <a16:creationId xmlns:a16="http://schemas.microsoft.com/office/drawing/2014/main" id="{1302324A-6B8C-F0A5-F553-97B217135985}"/>
              </a:ext>
            </a:extLst>
          </p:cNvPr>
          <p:cNvGraphicFramePr>
            <a:graphicFrameLocks noGrp="1"/>
          </p:cNvGraphicFramePr>
          <p:nvPr/>
        </p:nvGraphicFramePr>
        <p:xfrm>
          <a:off x="4535276" y="5310206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07" name="TextBox 106">
            <a:extLst>
              <a:ext uri="{FF2B5EF4-FFF2-40B4-BE49-F238E27FC236}">
                <a16:creationId xmlns:a16="http://schemas.microsoft.com/office/drawing/2014/main" id="{0AEE5879-D39E-A990-2443-4411C8D8DA38}"/>
              </a:ext>
            </a:extLst>
          </p:cNvPr>
          <p:cNvSpPr txBox="1"/>
          <p:nvPr/>
        </p:nvSpPr>
        <p:spPr>
          <a:xfrm>
            <a:off x="3981264" y="4910586"/>
            <a:ext cx="2984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х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B66497B6-860C-26D1-FE85-8C16EF74B714}"/>
              </a:ext>
            </a:extLst>
          </p:cNvPr>
          <p:cNvSpPr/>
          <p:nvPr/>
        </p:nvSpPr>
        <p:spPr>
          <a:xfrm>
            <a:off x="4789883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473EF43-BC98-F0EB-B28D-152C3166014E}"/>
                  </a:ext>
                </a:extLst>
              </p:cNvPr>
              <p:cNvSpPr txBox="1"/>
              <p:nvPr/>
            </p:nvSpPr>
            <p:spPr>
              <a:xfrm>
                <a:off x="6337330" y="4818319"/>
                <a:ext cx="126714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473EF43-BC98-F0EB-B28D-152C31660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330" y="4818319"/>
                <a:ext cx="1267142" cy="439223"/>
              </a:xfrm>
              <a:prstGeom prst="rect">
                <a:avLst/>
              </a:prstGeom>
              <a:blipFill>
                <a:blip r:embed="rId20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3" name="Table 5">
            <a:extLst>
              <a:ext uri="{FF2B5EF4-FFF2-40B4-BE49-F238E27FC236}">
                <a16:creationId xmlns:a16="http://schemas.microsoft.com/office/drawing/2014/main" id="{16FA40D6-04FD-5EB8-113E-018CE7911ED5}"/>
              </a:ext>
            </a:extLst>
          </p:cNvPr>
          <p:cNvGraphicFramePr>
            <a:graphicFrameLocks noGrp="1"/>
          </p:cNvGraphicFramePr>
          <p:nvPr/>
        </p:nvGraphicFramePr>
        <p:xfrm>
          <a:off x="6390269" y="5310206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15" name="TextBox 114">
            <a:extLst>
              <a:ext uri="{FF2B5EF4-FFF2-40B4-BE49-F238E27FC236}">
                <a16:creationId xmlns:a16="http://schemas.microsoft.com/office/drawing/2014/main" id="{0629C475-F49A-C06F-F38C-8AECDC5B7946}"/>
              </a:ext>
            </a:extLst>
          </p:cNvPr>
          <p:cNvSpPr txBox="1"/>
          <p:nvPr/>
        </p:nvSpPr>
        <p:spPr>
          <a:xfrm>
            <a:off x="5954447" y="4910586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ц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EC42440E-CFE3-D1AD-D7D9-201EFB37B6E8}"/>
              </a:ext>
            </a:extLst>
          </p:cNvPr>
          <p:cNvSpPr/>
          <p:nvPr/>
        </p:nvSpPr>
        <p:spPr>
          <a:xfrm>
            <a:off x="6644876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32BACEE-CE84-61AD-04AB-DD505DF7B62C}"/>
                  </a:ext>
                </a:extLst>
              </p:cNvPr>
              <p:cNvSpPr txBox="1"/>
              <p:nvPr/>
            </p:nvSpPr>
            <p:spPr>
              <a:xfrm>
                <a:off x="8192035" y="4818319"/>
                <a:ext cx="1620828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6+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32BACEE-CE84-61AD-04AB-DD505DF7B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2035" y="4818319"/>
                <a:ext cx="1620828" cy="439223"/>
              </a:xfrm>
              <a:prstGeom prst="rect">
                <a:avLst/>
              </a:prstGeom>
              <a:blipFill>
                <a:blip r:embed="rId21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3" name="Table 5">
            <a:extLst>
              <a:ext uri="{FF2B5EF4-FFF2-40B4-BE49-F238E27FC236}">
                <a16:creationId xmlns:a16="http://schemas.microsoft.com/office/drawing/2014/main" id="{FC13B3AE-EA74-3B0B-38B8-CE1F2A517F3B}"/>
              </a:ext>
            </a:extLst>
          </p:cNvPr>
          <p:cNvGraphicFramePr>
            <a:graphicFrameLocks noGrp="1"/>
          </p:cNvGraphicFramePr>
          <p:nvPr/>
        </p:nvGraphicFramePr>
        <p:xfrm>
          <a:off x="8421819" y="5310206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25" name="TextBox 124">
            <a:extLst>
              <a:ext uri="{FF2B5EF4-FFF2-40B4-BE49-F238E27FC236}">
                <a16:creationId xmlns:a16="http://schemas.microsoft.com/office/drawing/2014/main" id="{F8D4F38C-0713-0EDF-E0E9-B008E12F910E}"/>
              </a:ext>
            </a:extLst>
          </p:cNvPr>
          <p:cNvSpPr txBox="1"/>
          <p:nvPr/>
        </p:nvSpPr>
        <p:spPr>
          <a:xfrm>
            <a:off x="7991608" y="4910586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ч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32A99D0B-1D25-78D9-95FD-799797EA6690}"/>
              </a:ext>
            </a:extLst>
          </p:cNvPr>
          <p:cNvSpPr/>
          <p:nvPr/>
        </p:nvSpPr>
        <p:spPr>
          <a:xfrm>
            <a:off x="8676426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138A8C17-2F27-C571-DA50-FEF213862743}"/>
                  </a:ext>
                </a:extLst>
              </p:cNvPr>
              <p:cNvSpPr txBox="1"/>
              <p:nvPr/>
            </p:nvSpPr>
            <p:spPr>
              <a:xfrm>
                <a:off x="655544" y="3685036"/>
                <a:ext cx="658578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138A8C17-2F27-C571-DA50-FEF213862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44" y="3685036"/>
                <a:ext cx="658578" cy="439223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1" name="Table 5">
            <a:extLst>
              <a:ext uri="{FF2B5EF4-FFF2-40B4-BE49-F238E27FC236}">
                <a16:creationId xmlns:a16="http://schemas.microsoft.com/office/drawing/2014/main" id="{4E051212-59FD-6AB1-5970-6F3023029B28}"/>
              </a:ext>
            </a:extLst>
          </p:cNvPr>
          <p:cNvGraphicFramePr>
            <a:graphicFrameLocks noGrp="1"/>
          </p:cNvGraphicFramePr>
          <p:nvPr/>
        </p:nvGraphicFramePr>
        <p:xfrm>
          <a:off x="675669" y="4176923"/>
          <a:ext cx="587692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33" name="TextBox 132">
            <a:extLst>
              <a:ext uri="{FF2B5EF4-FFF2-40B4-BE49-F238E27FC236}">
                <a16:creationId xmlns:a16="http://schemas.microsoft.com/office/drawing/2014/main" id="{EE40A857-E7BE-C09A-8FBF-C777DB79F0B0}"/>
              </a:ext>
            </a:extLst>
          </p:cNvPr>
          <p:cNvSpPr txBox="1"/>
          <p:nvPr/>
        </p:nvSpPr>
        <p:spPr>
          <a:xfrm>
            <a:off x="-30815" y="3777303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о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E83B3145-D564-5782-0395-55739885F995}"/>
              </a:ext>
            </a:extLst>
          </p:cNvPr>
          <p:cNvSpPr/>
          <p:nvPr/>
        </p:nvSpPr>
        <p:spPr>
          <a:xfrm>
            <a:off x="930276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6855E483-F38B-32B7-522D-0407BFFAB7B3}"/>
                  </a:ext>
                </a:extLst>
              </p:cNvPr>
              <p:cNvSpPr txBox="1"/>
              <p:nvPr/>
            </p:nvSpPr>
            <p:spPr>
              <a:xfrm>
                <a:off x="2561115" y="3685036"/>
                <a:ext cx="74353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152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6855E483-F38B-32B7-522D-0407BFFAB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115" y="3685036"/>
                <a:ext cx="743537" cy="439223"/>
              </a:xfrm>
              <a:prstGeom prst="rect">
                <a:avLst/>
              </a:prstGeom>
              <a:blipFill>
                <a:blip r:embed="rId2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9" name="Table 5">
            <a:extLst>
              <a:ext uri="{FF2B5EF4-FFF2-40B4-BE49-F238E27FC236}">
                <a16:creationId xmlns:a16="http://schemas.microsoft.com/office/drawing/2014/main" id="{F18AD5E6-FB25-93CD-D426-74B43C0DDA1C}"/>
              </a:ext>
            </a:extLst>
          </p:cNvPr>
          <p:cNvGraphicFramePr>
            <a:graphicFrameLocks noGrp="1"/>
          </p:cNvGraphicFramePr>
          <p:nvPr/>
        </p:nvGraphicFramePr>
        <p:xfrm>
          <a:off x="2509417" y="4176923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41" name="TextBox 140">
            <a:extLst>
              <a:ext uri="{FF2B5EF4-FFF2-40B4-BE49-F238E27FC236}">
                <a16:creationId xmlns:a16="http://schemas.microsoft.com/office/drawing/2014/main" id="{F74C87DF-2803-759E-5458-E405D53809D1}"/>
              </a:ext>
            </a:extLst>
          </p:cNvPr>
          <p:cNvSpPr txBox="1"/>
          <p:nvPr/>
        </p:nvSpPr>
        <p:spPr>
          <a:xfrm>
            <a:off x="1918036" y="3777303"/>
            <a:ext cx="311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п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8136D990-FB71-F85D-E951-8EBDADC5C13E}"/>
              </a:ext>
            </a:extLst>
          </p:cNvPr>
          <p:cNvSpPr/>
          <p:nvPr/>
        </p:nvSpPr>
        <p:spPr>
          <a:xfrm>
            <a:off x="2764024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DE48F555-0983-BAD4-14EE-11BB96964CCD}"/>
                  </a:ext>
                </a:extLst>
              </p:cNvPr>
              <p:cNvSpPr txBox="1"/>
              <p:nvPr/>
            </p:nvSpPr>
            <p:spPr>
              <a:xfrm>
                <a:off x="4575451" y="3685036"/>
                <a:ext cx="82849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1273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DE48F555-0983-BAD4-14EE-11BB96964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5451" y="3685036"/>
                <a:ext cx="828497" cy="43922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7" name="Table 5">
            <a:extLst>
              <a:ext uri="{FF2B5EF4-FFF2-40B4-BE49-F238E27FC236}">
                <a16:creationId xmlns:a16="http://schemas.microsoft.com/office/drawing/2014/main" id="{33357B31-117D-F791-306F-4BF185C11F6C}"/>
              </a:ext>
            </a:extLst>
          </p:cNvPr>
          <p:cNvGraphicFramePr>
            <a:graphicFrameLocks noGrp="1"/>
          </p:cNvGraphicFramePr>
          <p:nvPr/>
        </p:nvGraphicFramePr>
        <p:xfrm>
          <a:off x="4409070" y="4176923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49" name="TextBox 148">
            <a:extLst>
              <a:ext uri="{FF2B5EF4-FFF2-40B4-BE49-F238E27FC236}">
                <a16:creationId xmlns:a16="http://schemas.microsoft.com/office/drawing/2014/main" id="{72E31BA5-A782-249D-BC86-3D44F67403AC}"/>
              </a:ext>
            </a:extLst>
          </p:cNvPr>
          <p:cNvSpPr txBox="1"/>
          <p:nvPr/>
        </p:nvSpPr>
        <p:spPr>
          <a:xfrm>
            <a:off x="3974851" y="3777303"/>
            <a:ext cx="311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р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EEE17E73-5303-A48C-6075-F5F6958B7CA4}"/>
              </a:ext>
            </a:extLst>
          </p:cNvPr>
          <p:cNvSpPr/>
          <p:nvPr/>
        </p:nvSpPr>
        <p:spPr>
          <a:xfrm>
            <a:off x="4663677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693F9989-899A-23E2-A9E1-0F79C432B8DF}"/>
                  </a:ext>
                </a:extLst>
              </p:cNvPr>
              <p:cNvSpPr txBox="1"/>
              <p:nvPr/>
            </p:nvSpPr>
            <p:spPr>
              <a:xfrm>
                <a:off x="6160486" y="3685036"/>
                <a:ext cx="1620828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00</m:t>
                          </m:r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693F9989-899A-23E2-A9E1-0F79C432B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0486" y="3685036"/>
                <a:ext cx="1620828" cy="43922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5" name="Table 5">
            <a:extLst>
              <a:ext uri="{FF2B5EF4-FFF2-40B4-BE49-F238E27FC236}">
                <a16:creationId xmlns:a16="http://schemas.microsoft.com/office/drawing/2014/main" id="{5C7A2F81-7992-99F7-9A05-EFDEFDDA4F4C}"/>
              </a:ext>
            </a:extLst>
          </p:cNvPr>
          <p:cNvGraphicFramePr>
            <a:graphicFrameLocks noGrp="1"/>
          </p:cNvGraphicFramePr>
          <p:nvPr/>
        </p:nvGraphicFramePr>
        <p:xfrm>
          <a:off x="6390269" y="4176923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57" name="TextBox 156">
            <a:extLst>
              <a:ext uri="{FF2B5EF4-FFF2-40B4-BE49-F238E27FC236}">
                <a16:creationId xmlns:a16="http://schemas.microsoft.com/office/drawing/2014/main" id="{10B7B1D6-B6E6-80CE-2511-24D209D90049}"/>
              </a:ext>
            </a:extLst>
          </p:cNvPr>
          <p:cNvSpPr txBox="1"/>
          <p:nvPr/>
        </p:nvSpPr>
        <p:spPr>
          <a:xfrm>
            <a:off x="5963264" y="3777303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с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C4C569A1-A79C-ADC2-810B-FEFB75C98855}"/>
              </a:ext>
            </a:extLst>
          </p:cNvPr>
          <p:cNvSpPr/>
          <p:nvPr/>
        </p:nvSpPr>
        <p:spPr>
          <a:xfrm>
            <a:off x="6644876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513A9FD7-2F28-EA10-CFB3-A66236ADBED9}"/>
                  </a:ext>
                </a:extLst>
              </p:cNvPr>
              <p:cNvSpPr txBox="1"/>
              <p:nvPr/>
            </p:nvSpPr>
            <p:spPr>
              <a:xfrm>
                <a:off x="8368878" y="3685036"/>
                <a:ext cx="126714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513A9FD7-2F28-EA10-CFB3-A66236ADB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878" y="3685036"/>
                <a:ext cx="1267142" cy="439223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0" name="Table 5">
            <a:extLst>
              <a:ext uri="{FF2B5EF4-FFF2-40B4-BE49-F238E27FC236}">
                <a16:creationId xmlns:a16="http://schemas.microsoft.com/office/drawing/2014/main" id="{10BE6FA9-05B7-E424-3D12-F32E8C4907F1}"/>
              </a:ext>
            </a:extLst>
          </p:cNvPr>
          <p:cNvGraphicFramePr>
            <a:graphicFrameLocks noGrp="1"/>
          </p:cNvGraphicFramePr>
          <p:nvPr/>
        </p:nvGraphicFramePr>
        <p:xfrm>
          <a:off x="8421819" y="4176923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61" name="TextBox 160">
            <a:extLst>
              <a:ext uri="{FF2B5EF4-FFF2-40B4-BE49-F238E27FC236}">
                <a16:creationId xmlns:a16="http://schemas.microsoft.com/office/drawing/2014/main" id="{C63A3F15-7A45-61F6-8709-D382787A1788}"/>
              </a:ext>
            </a:extLst>
          </p:cNvPr>
          <p:cNvSpPr txBox="1"/>
          <p:nvPr/>
        </p:nvSpPr>
        <p:spPr>
          <a:xfrm>
            <a:off x="7998019" y="3777303"/>
            <a:ext cx="2904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т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2907DA26-B6B8-B89F-1183-C71609B79279}"/>
              </a:ext>
            </a:extLst>
          </p:cNvPr>
          <p:cNvSpPr/>
          <p:nvPr/>
        </p:nvSpPr>
        <p:spPr>
          <a:xfrm>
            <a:off x="8676426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8D9171EA-E3AC-C57F-E98B-2D02CFB098ED}"/>
                  </a:ext>
                </a:extLst>
              </p:cNvPr>
              <p:cNvSpPr txBox="1"/>
              <p:nvPr/>
            </p:nvSpPr>
            <p:spPr>
              <a:xfrm>
                <a:off x="6338136" y="5937880"/>
                <a:ext cx="135210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8D9171EA-E3AC-C57F-E98B-2D02CFB09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136" y="5937880"/>
                <a:ext cx="1352101" cy="439223"/>
              </a:xfrm>
              <a:prstGeom prst="rect">
                <a:avLst/>
              </a:prstGeom>
              <a:blipFill>
                <a:blip r:embed="rId2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4" name="Table 5">
            <a:extLst>
              <a:ext uri="{FF2B5EF4-FFF2-40B4-BE49-F238E27FC236}">
                <a16:creationId xmlns:a16="http://schemas.microsoft.com/office/drawing/2014/main" id="{F61AE799-831A-4E9C-997A-296BB3C71462}"/>
              </a:ext>
            </a:extLst>
          </p:cNvPr>
          <p:cNvGraphicFramePr>
            <a:graphicFrameLocks noGrp="1"/>
          </p:cNvGraphicFramePr>
          <p:nvPr/>
        </p:nvGraphicFramePr>
        <p:xfrm>
          <a:off x="6433557" y="6429767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65" name="TextBox 164">
            <a:extLst>
              <a:ext uri="{FF2B5EF4-FFF2-40B4-BE49-F238E27FC236}">
                <a16:creationId xmlns:a16="http://schemas.microsoft.com/office/drawing/2014/main" id="{855408B6-A9B0-FF8E-F716-568E28E860F3}"/>
              </a:ext>
            </a:extLst>
          </p:cNvPr>
          <p:cNvSpPr txBox="1"/>
          <p:nvPr/>
        </p:nvSpPr>
        <p:spPr>
          <a:xfrm>
            <a:off x="6004948" y="6030147"/>
            <a:ext cx="3000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э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6AC25ED7-3057-C27E-7891-358708FFB35E}"/>
              </a:ext>
            </a:extLst>
          </p:cNvPr>
          <p:cNvSpPr/>
          <p:nvPr/>
        </p:nvSpPr>
        <p:spPr>
          <a:xfrm>
            <a:off x="6688164" y="652738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1C751F35-7131-BAB5-9854-40DF75F00DF6}"/>
                  </a:ext>
                </a:extLst>
              </p:cNvPr>
              <p:cNvSpPr txBox="1"/>
              <p:nvPr/>
            </p:nvSpPr>
            <p:spPr>
              <a:xfrm>
                <a:off x="436223" y="5934097"/>
                <a:ext cx="1097223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5+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1C751F35-7131-BAB5-9854-40DF75F00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23" y="5934097"/>
                <a:ext cx="1097223" cy="443006"/>
              </a:xfrm>
              <a:prstGeom prst="rect">
                <a:avLst/>
              </a:prstGeom>
              <a:blipFill>
                <a:blip r:embed="rId28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1" name="Table 5">
            <a:extLst>
              <a:ext uri="{FF2B5EF4-FFF2-40B4-BE49-F238E27FC236}">
                <a16:creationId xmlns:a16="http://schemas.microsoft.com/office/drawing/2014/main" id="{73433921-48CA-B674-287E-F3EBD94AB855}"/>
              </a:ext>
            </a:extLst>
          </p:cNvPr>
          <p:cNvGraphicFramePr>
            <a:graphicFrameLocks noGrp="1"/>
          </p:cNvGraphicFramePr>
          <p:nvPr/>
        </p:nvGraphicFramePr>
        <p:xfrm>
          <a:off x="530411" y="6425984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73" name="TextBox 172">
            <a:extLst>
              <a:ext uri="{FF2B5EF4-FFF2-40B4-BE49-F238E27FC236}">
                <a16:creationId xmlns:a16="http://schemas.microsoft.com/office/drawing/2014/main" id="{B1A118EB-43D0-C01F-8396-4490E9FE775F}"/>
              </a:ext>
            </a:extLst>
          </p:cNvPr>
          <p:cNvSpPr txBox="1"/>
          <p:nvPr/>
        </p:nvSpPr>
        <p:spPr>
          <a:xfrm>
            <a:off x="-46044" y="6026364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ш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32A7F872-30B5-2C43-C9E5-958DAE94F1AC}"/>
              </a:ext>
            </a:extLst>
          </p:cNvPr>
          <p:cNvSpPr/>
          <p:nvPr/>
        </p:nvSpPr>
        <p:spPr>
          <a:xfrm>
            <a:off x="785018" y="6523604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920D6CAB-867D-22AA-D737-AEA697BE3F62}"/>
                  </a:ext>
                </a:extLst>
              </p:cNvPr>
              <p:cNvSpPr txBox="1"/>
              <p:nvPr/>
            </p:nvSpPr>
            <p:spPr>
              <a:xfrm>
                <a:off x="4391546" y="5934097"/>
                <a:ext cx="1182182" cy="6238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5+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  <a:p>
                <a:pPr algn="ctr"/>
                <a:endParaRPr lang="en-GB" sz="1200" dirty="0"/>
              </a:p>
            </p:txBody>
          </p:sp>
        </mc:Choice>
        <mc:Fallback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920D6CAB-867D-22AA-D737-AEA697BE3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546" y="5934097"/>
                <a:ext cx="1182182" cy="62388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6" name="Table 5">
            <a:extLst>
              <a:ext uri="{FF2B5EF4-FFF2-40B4-BE49-F238E27FC236}">
                <a16:creationId xmlns:a16="http://schemas.microsoft.com/office/drawing/2014/main" id="{C63B4F91-6950-D421-8A73-275472B0B634}"/>
              </a:ext>
            </a:extLst>
          </p:cNvPr>
          <p:cNvGraphicFramePr>
            <a:graphicFrameLocks noGrp="1"/>
          </p:cNvGraphicFramePr>
          <p:nvPr/>
        </p:nvGraphicFramePr>
        <p:xfrm>
          <a:off x="4402007" y="6425984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77" name="TextBox 176">
            <a:extLst>
              <a:ext uri="{FF2B5EF4-FFF2-40B4-BE49-F238E27FC236}">
                <a16:creationId xmlns:a16="http://schemas.microsoft.com/office/drawing/2014/main" id="{33B4F82C-1072-57E3-884C-6CFC2895806B}"/>
              </a:ext>
            </a:extLst>
          </p:cNvPr>
          <p:cNvSpPr txBox="1"/>
          <p:nvPr/>
        </p:nvSpPr>
        <p:spPr>
          <a:xfrm>
            <a:off x="3956566" y="6026364"/>
            <a:ext cx="333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ы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5CB8AEA8-F5A0-3FEC-A5D6-08AE6AE2F1E4}"/>
              </a:ext>
            </a:extLst>
          </p:cNvPr>
          <p:cNvSpPr/>
          <p:nvPr/>
        </p:nvSpPr>
        <p:spPr>
          <a:xfrm>
            <a:off x="4656614" y="6523604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145EEE61-6611-4C0B-139D-4FCE8A004C3E}"/>
                  </a:ext>
                </a:extLst>
              </p:cNvPr>
              <p:cNvSpPr txBox="1"/>
              <p:nvPr/>
            </p:nvSpPr>
            <p:spPr>
              <a:xfrm>
                <a:off x="2346288" y="5934097"/>
                <a:ext cx="1182182" cy="6238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  <a:p>
                <a:pPr algn="ctr"/>
                <a:endParaRPr lang="en-GB" sz="1200" dirty="0"/>
              </a:p>
            </p:txBody>
          </p:sp>
        </mc:Choice>
        <mc:Fallback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145EEE61-6611-4C0B-139D-4FCE8A004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288" y="5934097"/>
                <a:ext cx="1182182" cy="62388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0" name="Table 5">
            <a:extLst>
              <a:ext uri="{FF2B5EF4-FFF2-40B4-BE49-F238E27FC236}">
                <a16:creationId xmlns:a16="http://schemas.microsoft.com/office/drawing/2014/main" id="{3A033C7C-F5F2-EBC0-258D-F39F90EF100E}"/>
              </a:ext>
            </a:extLst>
          </p:cNvPr>
          <p:cNvGraphicFramePr>
            <a:graphicFrameLocks noGrp="1"/>
          </p:cNvGraphicFramePr>
          <p:nvPr/>
        </p:nvGraphicFramePr>
        <p:xfrm>
          <a:off x="2356749" y="6425984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81" name="TextBox 180">
            <a:extLst>
              <a:ext uri="{FF2B5EF4-FFF2-40B4-BE49-F238E27FC236}">
                <a16:creationId xmlns:a16="http://schemas.microsoft.com/office/drawing/2014/main" id="{23B14452-ADB6-74D7-D9F8-6F67C35D06EB}"/>
              </a:ext>
            </a:extLst>
          </p:cNvPr>
          <p:cNvSpPr txBox="1"/>
          <p:nvPr/>
        </p:nvSpPr>
        <p:spPr>
          <a:xfrm>
            <a:off x="1904897" y="6026364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щ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D4A66211-EE27-B615-9DD4-3E05A9B9AEAA}"/>
              </a:ext>
            </a:extLst>
          </p:cNvPr>
          <p:cNvSpPr/>
          <p:nvPr/>
        </p:nvSpPr>
        <p:spPr>
          <a:xfrm>
            <a:off x="2611356" y="6523604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4817092C-7993-EC2A-642E-05F71863C2A5}"/>
                  </a:ext>
                </a:extLst>
              </p:cNvPr>
              <p:cNvSpPr txBox="1"/>
              <p:nvPr/>
            </p:nvSpPr>
            <p:spPr>
              <a:xfrm>
                <a:off x="8188715" y="5937880"/>
                <a:ext cx="1620828" cy="455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8−</m:t>
                      </m:r>
                      <m:f>
                        <m:fPr>
                          <m:ctrlPr>
                            <a:rPr lang="en-GB" sz="1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4817092C-7993-EC2A-642E-05F71863C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8715" y="5937880"/>
                <a:ext cx="1620828" cy="45518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4" name="Table 5">
            <a:extLst>
              <a:ext uri="{FF2B5EF4-FFF2-40B4-BE49-F238E27FC236}">
                <a16:creationId xmlns:a16="http://schemas.microsoft.com/office/drawing/2014/main" id="{14008CC8-381E-CE35-651A-DBECDA00A901}"/>
              </a:ext>
            </a:extLst>
          </p:cNvPr>
          <p:cNvGraphicFramePr>
            <a:graphicFrameLocks noGrp="1"/>
          </p:cNvGraphicFramePr>
          <p:nvPr/>
        </p:nvGraphicFramePr>
        <p:xfrm>
          <a:off x="8418499" y="6429767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85" name="TextBox 184">
            <a:extLst>
              <a:ext uri="{FF2B5EF4-FFF2-40B4-BE49-F238E27FC236}">
                <a16:creationId xmlns:a16="http://schemas.microsoft.com/office/drawing/2014/main" id="{238452E0-8794-274E-A73E-448FD337F48D}"/>
              </a:ext>
            </a:extLst>
          </p:cNvPr>
          <p:cNvSpPr txBox="1"/>
          <p:nvPr/>
        </p:nvSpPr>
        <p:spPr>
          <a:xfrm>
            <a:off x="7914281" y="6030147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ю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468577D1-42D9-DBF4-8B91-00A7E674091D}"/>
              </a:ext>
            </a:extLst>
          </p:cNvPr>
          <p:cNvSpPr/>
          <p:nvPr/>
        </p:nvSpPr>
        <p:spPr>
          <a:xfrm>
            <a:off x="8673106" y="652738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87" name="Table 5">
            <a:extLst>
              <a:ext uri="{FF2B5EF4-FFF2-40B4-BE49-F238E27FC236}">
                <a16:creationId xmlns:a16="http://schemas.microsoft.com/office/drawing/2014/main" id="{C369FA7E-0ABF-B59C-E59C-725B1464AC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044442"/>
              </p:ext>
            </p:extLst>
          </p:nvPr>
        </p:nvGraphicFramePr>
        <p:xfrm>
          <a:off x="662247" y="814343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88" name="Oval 187">
            <a:extLst>
              <a:ext uri="{FF2B5EF4-FFF2-40B4-BE49-F238E27FC236}">
                <a16:creationId xmlns:a16="http://schemas.microsoft.com/office/drawing/2014/main" id="{8C9E76CD-BB2B-4DB9-3890-359442059B29}"/>
              </a:ext>
            </a:extLst>
          </p:cNvPr>
          <p:cNvSpPr/>
          <p:nvPr/>
        </p:nvSpPr>
        <p:spPr>
          <a:xfrm>
            <a:off x="913606" y="91196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89" name="Table 5">
            <a:extLst>
              <a:ext uri="{FF2B5EF4-FFF2-40B4-BE49-F238E27FC236}">
                <a16:creationId xmlns:a16="http://schemas.microsoft.com/office/drawing/2014/main" id="{65D2AF31-7EDC-65C8-04ED-1AF725170B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200198"/>
              </p:ext>
            </p:extLst>
          </p:nvPr>
        </p:nvGraphicFramePr>
        <p:xfrm>
          <a:off x="2602099" y="814343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90" name="Oval 189">
            <a:extLst>
              <a:ext uri="{FF2B5EF4-FFF2-40B4-BE49-F238E27FC236}">
                <a16:creationId xmlns:a16="http://schemas.microsoft.com/office/drawing/2014/main" id="{9E6D4EB0-8ABA-CE33-9791-CCD176060DB9}"/>
              </a:ext>
            </a:extLst>
          </p:cNvPr>
          <p:cNvSpPr/>
          <p:nvPr/>
        </p:nvSpPr>
        <p:spPr>
          <a:xfrm>
            <a:off x="2856706" y="91196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91" name="Table 5">
            <a:extLst>
              <a:ext uri="{FF2B5EF4-FFF2-40B4-BE49-F238E27FC236}">
                <a16:creationId xmlns:a16="http://schemas.microsoft.com/office/drawing/2014/main" id="{EA078137-84A8-7A37-A7F7-D76E1584AF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489088"/>
              </p:ext>
            </p:extLst>
          </p:nvPr>
        </p:nvGraphicFramePr>
        <p:xfrm>
          <a:off x="4661297" y="814343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92" name="Oval 191">
            <a:extLst>
              <a:ext uri="{FF2B5EF4-FFF2-40B4-BE49-F238E27FC236}">
                <a16:creationId xmlns:a16="http://schemas.microsoft.com/office/drawing/2014/main" id="{0FD30D4C-686E-5E00-4EB1-F9404F3C7848}"/>
              </a:ext>
            </a:extLst>
          </p:cNvPr>
          <p:cNvSpPr/>
          <p:nvPr/>
        </p:nvSpPr>
        <p:spPr>
          <a:xfrm>
            <a:off x="4913522" y="91196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93" name="Table 5">
            <a:extLst>
              <a:ext uri="{FF2B5EF4-FFF2-40B4-BE49-F238E27FC236}">
                <a16:creationId xmlns:a16="http://schemas.microsoft.com/office/drawing/2014/main" id="{67435837-9495-0C84-3ECD-9CE803F71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42305"/>
              </p:ext>
            </p:extLst>
          </p:nvPr>
        </p:nvGraphicFramePr>
        <p:xfrm>
          <a:off x="6637734" y="814343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94" name="Oval 193">
            <a:extLst>
              <a:ext uri="{FF2B5EF4-FFF2-40B4-BE49-F238E27FC236}">
                <a16:creationId xmlns:a16="http://schemas.microsoft.com/office/drawing/2014/main" id="{13146D88-12C2-C912-76EE-727B7AD66FBF}"/>
              </a:ext>
            </a:extLst>
          </p:cNvPr>
          <p:cNvSpPr/>
          <p:nvPr/>
        </p:nvSpPr>
        <p:spPr>
          <a:xfrm>
            <a:off x="6894722" y="91196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95" name="Table 5">
            <a:extLst>
              <a:ext uri="{FF2B5EF4-FFF2-40B4-BE49-F238E27FC236}">
                <a16:creationId xmlns:a16="http://schemas.microsoft.com/office/drawing/2014/main" id="{65711250-0002-3722-1702-D5B167FD4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341612"/>
              </p:ext>
            </p:extLst>
          </p:nvPr>
        </p:nvGraphicFramePr>
        <p:xfrm>
          <a:off x="8672116" y="814343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96" name="Oval 195">
            <a:extLst>
              <a:ext uri="{FF2B5EF4-FFF2-40B4-BE49-F238E27FC236}">
                <a16:creationId xmlns:a16="http://schemas.microsoft.com/office/drawing/2014/main" id="{4A87EC68-39D0-FEB8-64AD-8C2EE24FC14E}"/>
              </a:ext>
            </a:extLst>
          </p:cNvPr>
          <p:cNvSpPr/>
          <p:nvPr/>
        </p:nvSpPr>
        <p:spPr>
          <a:xfrm>
            <a:off x="8926722" y="91196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97" name="Table 5">
            <a:extLst>
              <a:ext uri="{FF2B5EF4-FFF2-40B4-BE49-F238E27FC236}">
                <a16:creationId xmlns:a16="http://schemas.microsoft.com/office/drawing/2014/main" id="{BEF0705C-E694-ADAA-8896-9F6AFCC0D6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521917"/>
              </p:ext>
            </p:extLst>
          </p:nvPr>
        </p:nvGraphicFramePr>
        <p:xfrm>
          <a:off x="511203" y="1928321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98" name="Oval 197">
            <a:extLst>
              <a:ext uri="{FF2B5EF4-FFF2-40B4-BE49-F238E27FC236}">
                <a16:creationId xmlns:a16="http://schemas.microsoft.com/office/drawing/2014/main" id="{C378FE2A-AB8B-3D2E-5A90-F5C1DD3C70E7}"/>
              </a:ext>
            </a:extLst>
          </p:cNvPr>
          <p:cNvSpPr/>
          <p:nvPr/>
        </p:nvSpPr>
        <p:spPr>
          <a:xfrm>
            <a:off x="769778" y="202594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99" name="Table 5">
            <a:extLst>
              <a:ext uri="{FF2B5EF4-FFF2-40B4-BE49-F238E27FC236}">
                <a16:creationId xmlns:a16="http://schemas.microsoft.com/office/drawing/2014/main" id="{D425A215-6741-A334-4BA0-E0400141E9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925881"/>
              </p:ext>
            </p:extLst>
          </p:nvPr>
        </p:nvGraphicFramePr>
        <p:xfrm>
          <a:off x="2440651" y="1928321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00" name="Oval 199">
            <a:extLst>
              <a:ext uri="{FF2B5EF4-FFF2-40B4-BE49-F238E27FC236}">
                <a16:creationId xmlns:a16="http://schemas.microsoft.com/office/drawing/2014/main" id="{0BEBC649-CF71-AAD3-9240-F2D2BDB7B112}"/>
              </a:ext>
            </a:extLst>
          </p:cNvPr>
          <p:cNvSpPr/>
          <p:nvPr/>
        </p:nvSpPr>
        <p:spPr>
          <a:xfrm>
            <a:off x="2697638" y="202594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201" name="Table 5">
            <a:extLst>
              <a:ext uri="{FF2B5EF4-FFF2-40B4-BE49-F238E27FC236}">
                <a16:creationId xmlns:a16="http://schemas.microsoft.com/office/drawing/2014/main" id="{715BF2A4-CA5A-A340-1CE8-F631B3879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911737"/>
              </p:ext>
            </p:extLst>
          </p:nvPr>
        </p:nvGraphicFramePr>
        <p:xfrm>
          <a:off x="8549138" y="1928321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02" name="Oval 201">
            <a:extLst>
              <a:ext uri="{FF2B5EF4-FFF2-40B4-BE49-F238E27FC236}">
                <a16:creationId xmlns:a16="http://schemas.microsoft.com/office/drawing/2014/main" id="{62970D42-2F57-CA07-419B-23455D30768A}"/>
              </a:ext>
            </a:extLst>
          </p:cNvPr>
          <p:cNvSpPr/>
          <p:nvPr/>
        </p:nvSpPr>
        <p:spPr>
          <a:xfrm>
            <a:off x="8803745" y="202594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203" name="Table 5">
            <a:extLst>
              <a:ext uri="{FF2B5EF4-FFF2-40B4-BE49-F238E27FC236}">
                <a16:creationId xmlns:a16="http://schemas.microsoft.com/office/drawing/2014/main" id="{483032AC-E5C4-F576-3B83-B95F2FE36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684712"/>
              </p:ext>
            </p:extLst>
          </p:nvPr>
        </p:nvGraphicFramePr>
        <p:xfrm>
          <a:off x="404206" y="3069995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04" name="Oval 203">
            <a:extLst>
              <a:ext uri="{FF2B5EF4-FFF2-40B4-BE49-F238E27FC236}">
                <a16:creationId xmlns:a16="http://schemas.microsoft.com/office/drawing/2014/main" id="{DB9EE043-65E1-662E-D0E5-7680768E78E4}"/>
              </a:ext>
            </a:extLst>
          </p:cNvPr>
          <p:cNvSpPr/>
          <p:nvPr/>
        </p:nvSpPr>
        <p:spPr>
          <a:xfrm>
            <a:off x="658813" y="3167615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205" name="Table 5">
            <a:extLst>
              <a:ext uri="{FF2B5EF4-FFF2-40B4-BE49-F238E27FC236}">
                <a16:creationId xmlns:a16="http://schemas.microsoft.com/office/drawing/2014/main" id="{0BA50ACF-C388-88EA-8043-C79C74AEB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281411"/>
              </p:ext>
            </p:extLst>
          </p:nvPr>
        </p:nvGraphicFramePr>
        <p:xfrm>
          <a:off x="6529235" y="1928321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06" name="Oval 205">
            <a:extLst>
              <a:ext uri="{FF2B5EF4-FFF2-40B4-BE49-F238E27FC236}">
                <a16:creationId xmlns:a16="http://schemas.microsoft.com/office/drawing/2014/main" id="{91AB263A-E445-7B75-85AE-421FFB004452}"/>
              </a:ext>
            </a:extLst>
          </p:cNvPr>
          <p:cNvSpPr/>
          <p:nvPr/>
        </p:nvSpPr>
        <p:spPr>
          <a:xfrm>
            <a:off x="6786223" y="202594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207" name="Table 5">
            <a:extLst>
              <a:ext uri="{FF2B5EF4-FFF2-40B4-BE49-F238E27FC236}">
                <a16:creationId xmlns:a16="http://schemas.microsoft.com/office/drawing/2014/main" id="{7B49548E-C803-3F8C-F195-7FBA98738F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59615"/>
              </p:ext>
            </p:extLst>
          </p:nvPr>
        </p:nvGraphicFramePr>
        <p:xfrm>
          <a:off x="4513096" y="1936633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08" name="Oval 207">
            <a:extLst>
              <a:ext uri="{FF2B5EF4-FFF2-40B4-BE49-F238E27FC236}">
                <a16:creationId xmlns:a16="http://schemas.microsoft.com/office/drawing/2014/main" id="{2171AAC9-587F-D70D-0781-59FA1124D56C}"/>
              </a:ext>
            </a:extLst>
          </p:cNvPr>
          <p:cNvSpPr/>
          <p:nvPr/>
        </p:nvSpPr>
        <p:spPr>
          <a:xfrm>
            <a:off x="4772465" y="203425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209" name="Table 5">
            <a:extLst>
              <a:ext uri="{FF2B5EF4-FFF2-40B4-BE49-F238E27FC236}">
                <a16:creationId xmlns:a16="http://schemas.microsoft.com/office/drawing/2014/main" id="{8511CA08-6CDD-5A6E-8E1D-CED34057A4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602331"/>
              </p:ext>
            </p:extLst>
          </p:nvPr>
        </p:nvGraphicFramePr>
        <p:xfrm>
          <a:off x="2352255" y="3069995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10" name="Oval 209">
            <a:extLst>
              <a:ext uri="{FF2B5EF4-FFF2-40B4-BE49-F238E27FC236}">
                <a16:creationId xmlns:a16="http://schemas.microsoft.com/office/drawing/2014/main" id="{0B2082C2-6940-2BFC-128B-DA2C0426A628}"/>
              </a:ext>
            </a:extLst>
          </p:cNvPr>
          <p:cNvSpPr/>
          <p:nvPr/>
        </p:nvSpPr>
        <p:spPr>
          <a:xfrm>
            <a:off x="2606862" y="3167615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211" name="Table 5">
            <a:extLst>
              <a:ext uri="{FF2B5EF4-FFF2-40B4-BE49-F238E27FC236}">
                <a16:creationId xmlns:a16="http://schemas.microsoft.com/office/drawing/2014/main" id="{DCF57059-C938-F1A2-B113-9A39D96EDC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857161"/>
              </p:ext>
            </p:extLst>
          </p:nvPr>
        </p:nvGraphicFramePr>
        <p:xfrm>
          <a:off x="4409070" y="3069995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12" name="Oval 211">
            <a:extLst>
              <a:ext uri="{FF2B5EF4-FFF2-40B4-BE49-F238E27FC236}">
                <a16:creationId xmlns:a16="http://schemas.microsoft.com/office/drawing/2014/main" id="{DA5C8D1E-5DD6-6B57-30B2-D232C09F301F}"/>
              </a:ext>
            </a:extLst>
          </p:cNvPr>
          <p:cNvSpPr/>
          <p:nvPr/>
        </p:nvSpPr>
        <p:spPr>
          <a:xfrm>
            <a:off x="4663677" y="3167615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213" name="Table 5">
            <a:extLst>
              <a:ext uri="{FF2B5EF4-FFF2-40B4-BE49-F238E27FC236}">
                <a16:creationId xmlns:a16="http://schemas.microsoft.com/office/drawing/2014/main" id="{D7C3F78D-2694-971C-2F0F-B5898F2D0E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751750"/>
              </p:ext>
            </p:extLst>
          </p:nvPr>
        </p:nvGraphicFramePr>
        <p:xfrm>
          <a:off x="6390269" y="3069995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14" name="Oval 213">
            <a:extLst>
              <a:ext uri="{FF2B5EF4-FFF2-40B4-BE49-F238E27FC236}">
                <a16:creationId xmlns:a16="http://schemas.microsoft.com/office/drawing/2014/main" id="{09F55021-0F07-53BE-3EEB-9666AE5989D9}"/>
              </a:ext>
            </a:extLst>
          </p:cNvPr>
          <p:cNvSpPr/>
          <p:nvPr/>
        </p:nvSpPr>
        <p:spPr>
          <a:xfrm>
            <a:off x="6644876" y="3167615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215" name="Table 5">
            <a:extLst>
              <a:ext uri="{FF2B5EF4-FFF2-40B4-BE49-F238E27FC236}">
                <a16:creationId xmlns:a16="http://schemas.microsoft.com/office/drawing/2014/main" id="{0E8467DE-8562-6918-C1E1-F669E70C15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934484"/>
              </p:ext>
            </p:extLst>
          </p:nvPr>
        </p:nvGraphicFramePr>
        <p:xfrm>
          <a:off x="8421819" y="3069995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16" name="Oval 215">
            <a:extLst>
              <a:ext uri="{FF2B5EF4-FFF2-40B4-BE49-F238E27FC236}">
                <a16:creationId xmlns:a16="http://schemas.microsoft.com/office/drawing/2014/main" id="{6D929C44-DC86-CB4C-C695-93B179C19B6E}"/>
              </a:ext>
            </a:extLst>
          </p:cNvPr>
          <p:cNvSpPr/>
          <p:nvPr/>
        </p:nvSpPr>
        <p:spPr>
          <a:xfrm>
            <a:off x="8676426" y="3167615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653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96ECCE6-EBEA-6D1B-B06D-BC076C5DA3C4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1C7DB6-FE1D-61BE-3C00-E6D5D8BB2375}"/>
              </a:ext>
            </a:extLst>
          </p:cNvPr>
          <p:cNvSpPr txBox="1"/>
          <p:nvPr/>
        </p:nvSpPr>
        <p:spPr>
          <a:xfrm>
            <a:off x="883251" y="-24041"/>
            <a:ext cx="22206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chemeClr val="bg1">
                    <a:lumMod val="50000"/>
                  </a:schemeClr>
                </a:solidFill>
                <a:latin typeface="Eras Bold ITC" panose="020B0907030504020204" pitchFamily="34" charset="0"/>
              </a:rPr>
              <a:t>Ондуктарды түзүү</a:t>
            </a:r>
            <a:endParaRPr lang="en-GB" sz="2000" b="1" dirty="0">
              <a:solidFill>
                <a:schemeClr val="bg1">
                  <a:lumMod val="50000"/>
                </a:schemeClr>
              </a:solidFill>
              <a:latin typeface="Eras Bold ITC" panose="020B0907030504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AF9A60-47D1-C4D1-6C87-275C703B4C1B}"/>
                  </a:ext>
                </a:extLst>
              </p:cNvPr>
              <p:cNvSpPr txBox="1"/>
              <p:nvPr/>
            </p:nvSpPr>
            <p:spPr>
              <a:xfrm>
                <a:off x="623796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2+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AF9A60-47D1-C4D1-6C87-275C703B4C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796" y="314072"/>
                <a:ext cx="658577" cy="438069"/>
              </a:xfrm>
              <a:prstGeom prst="rect">
                <a:avLst/>
              </a:prstGeom>
              <a:blipFill>
                <a:blip r:embed="rId2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CEE88F1-19DD-73D4-2C14-084592936613}"/>
              </a:ext>
            </a:extLst>
          </p:cNvPr>
          <p:cNvSpPr txBox="1"/>
          <p:nvPr/>
        </p:nvSpPr>
        <p:spPr>
          <a:xfrm>
            <a:off x="4272529" y="22126"/>
            <a:ext cx="5537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1200" dirty="0"/>
              <a:t>Ар бир бөлчөк эсебин ондукка айлантыңыз. Биринчиси силер үчүн жасалды.</a:t>
            </a:r>
            <a:endParaRPr lang="en-GB" sz="1200" dirty="0"/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D0CAD8B9-0333-07AF-1DD8-CF026C5DD465}"/>
              </a:ext>
            </a:extLst>
          </p:cNvPr>
          <p:cNvGraphicFramePr>
            <a:graphicFrameLocks noGrp="1"/>
          </p:cNvGraphicFramePr>
          <p:nvPr/>
        </p:nvGraphicFramePr>
        <p:xfrm>
          <a:off x="662247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14FE2B1-1A9C-B459-D3A4-6A9FFCD88BA9}"/>
              </a:ext>
            </a:extLst>
          </p:cNvPr>
          <p:cNvSpPr txBox="1"/>
          <p:nvPr/>
        </p:nvSpPr>
        <p:spPr>
          <a:xfrm>
            <a:off x="-26807" y="406339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3FB8256-657B-B86E-C12A-0EE997CB20F8}"/>
              </a:ext>
            </a:extLst>
          </p:cNvPr>
          <p:cNvSpPr/>
          <p:nvPr/>
        </p:nvSpPr>
        <p:spPr>
          <a:xfrm>
            <a:off x="913606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6AE51C-6B19-D51F-1527-220B4308AE26}"/>
                  </a:ext>
                </a:extLst>
              </p:cNvPr>
              <p:cNvSpPr txBox="1"/>
              <p:nvPr/>
            </p:nvSpPr>
            <p:spPr>
              <a:xfrm>
                <a:off x="2566896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4+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6AE51C-6B19-D51F-1527-220B4308A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896" y="314072"/>
                <a:ext cx="658577" cy="438069"/>
              </a:xfrm>
              <a:prstGeom prst="rect">
                <a:avLst/>
              </a:prstGeom>
              <a:blipFill>
                <a:blip r:embed="rId3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5">
            <a:extLst>
              <a:ext uri="{FF2B5EF4-FFF2-40B4-BE49-F238E27FC236}">
                <a16:creationId xmlns:a16="http://schemas.microsoft.com/office/drawing/2014/main" id="{D48D31EF-3C94-DDAB-4CC1-EB49FF0F2F3C}"/>
              </a:ext>
            </a:extLst>
          </p:cNvPr>
          <p:cNvGraphicFramePr>
            <a:graphicFrameLocks noGrp="1"/>
          </p:cNvGraphicFramePr>
          <p:nvPr/>
        </p:nvGraphicFramePr>
        <p:xfrm>
          <a:off x="2602099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7B7FB77-7A3F-821D-164C-2DE1CD19A264}"/>
              </a:ext>
            </a:extLst>
          </p:cNvPr>
          <p:cNvSpPr txBox="1"/>
          <p:nvPr/>
        </p:nvSpPr>
        <p:spPr>
          <a:xfrm>
            <a:off x="1912285" y="406339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DFBBC87-B31E-6932-AC71-B873E056C1F2}"/>
              </a:ext>
            </a:extLst>
          </p:cNvPr>
          <p:cNvSpPr/>
          <p:nvPr/>
        </p:nvSpPr>
        <p:spPr>
          <a:xfrm>
            <a:off x="2856706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2D7C64D-211E-2AFE-776F-D3EB73FB204F}"/>
                  </a:ext>
                </a:extLst>
              </p:cNvPr>
              <p:cNvSpPr txBox="1"/>
              <p:nvPr/>
            </p:nvSpPr>
            <p:spPr>
              <a:xfrm>
                <a:off x="4623712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5+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2D7C64D-211E-2AFE-776F-D3EB73FB2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3712" y="314072"/>
                <a:ext cx="658577" cy="438069"/>
              </a:xfrm>
              <a:prstGeom prst="rect">
                <a:avLst/>
              </a:prstGeom>
              <a:blipFill>
                <a:blip r:embed="rId4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Table 5">
            <a:extLst>
              <a:ext uri="{FF2B5EF4-FFF2-40B4-BE49-F238E27FC236}">
                <a16:creationId xmlns:a16="http://schemas.microsoft.com/office/drawing/2014/main" id="{F1E5FF50-FCAE-8E7E-2E2B-D2AB016446F9}"/>
              </a:ext>
            </a:extLst>
          </p:cNvPr>
          <p:cNvGraphicFramePr>
            <a:graphicFrameLocks noGrp="1"/>
          </p:cNvGraphicFramePr>
          <p:nvPr/>
        </p:nvGraphicFramePr>
        <p:xfrm>
          <a:off x="4661297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C82E0C9-ACA3-91CD-3B73-ABBA11B4EAA8}"/>
              </a:ext>
            </a:extLst>
          </p:cNvPr>
          <p:cNvSpPr txBox="1"/>
          <p:nvPr/>
        </p:nvSpPr>
        <p:spPr>
          <a:xfrm>
            <a:off x="3973109" y="406339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10F3452-CD26-4BF5-EA9E-C833669D6C3C}"/>
              </a:ext>
            </a:extLst>
          </p:cNvPr>
          <p:cNvSpPr/>
          <p:nvPr/>
        </p:nvSpPr>
        <p:spPr>
          <a:xfrm>
            <a:off x="4913522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303FE83-3CA1-9785-C24D-AF0B204BE575}"/>
                  </a:ext>
                </a:extLst>
              </p:cNvPr>
              <p:cNvSpPr txBox="1"/>
              <p:nvPr/>
            </p:nvSpPr>
            <p:spPr>
              <a:xfrm>
                <a:off x="6604912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2−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303FE83-3CA1-9785-C24D-AF0B204BE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912" y="314072"/>
                <a:ext cx="658577" cy="438069"/>
              </a:xfrm>
              <a:prstGeom prst="rect">
                <a:avLst/>
              </a:prstGeom>
              <a:blipFill>
                <a:blip r:embed="rId5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" name="Table 5">
            <a:extLst>
              <a:ext uri="{FF2B5EF4-FFF2-40B4-BE49-F238E27FC236}">
                <a16:creationId xmlns:a16="http://schemas.microsoft.com/office/drawing/2014/main" id="{4692BE42-4A06-2FC5-36AF-4EEC31753FF2}"/>
              </a:ext>
            </a:extLst>
          </p:cNvPr>
          <p:cNvGraphicFramePr>
            <a:graphicFrameLocks noGrp="1"/>
          </p:cNvGraphicFramePr>
          <p:nvPr/>
        </p:nvGraphicFramePr>
        <p:xfrm>
          <a:off x="6637734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23206C21-B6B1-94E3-DB06-62931670B172}"/>
              </a:ext>
            </a:extLst>
          </p:cNvPr>
          <p:cNvSpPr txBox="1"/>
          <p:nvPr/>
        </p:nvSpPr>
        <p:spPr>
          <a:xfrm>
            <a:off x="5964728" y="406339"/>
            <a:ext cx="2840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8F89832-46C7-B3E6-FA79-571B676EE919}"/>
              </a:ext>
            </a:extLst>
          </p:cNvPr>
          <p:cNvSpPr/>
          <p:nvPr/>
        </p:nvSpPr>
        <p:spPr>
          <a:xfrm>
            <a:off x="6894722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A86059F-85F4-B775-DDA1-32C751573F72}"/>
                  </a:ext>
                </a:extLst>
              </p:cNvPr>
              <p:cNvSpPr txBox="1"/>
              <p:nvPr/>
            </p:nvSpPr>
            <p:spPr>
              <a:xfrm>
                <a:off x="8636912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A86059F-85F4-B775-DDA1-32C751573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912" y="314072"/>
                <a:ext cx="658577" cy="438069"/>
              </a:xfrm>
              <a:prstGeom prst="rect">
                <a:avLst/>
              </a:prstGeom>
              <a:blipFill>
                <a:blip r:embed="rId6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5" name="Table 5">
            <a:extLst>
              <a:ext uri="{FF2B5EF4-FFF2-40B4-BE49-F238E27FC236}">
                <a16:creationId xmlns:a16="http://schemas.microsoft.com/office/drawing/2014/main" id="{2CFC37F7-3FEE-668E-91CC-354A2F9BF987}"/>
              </a:ext>
            </a:extLst>
          </p:cNvPr>
          <p:cNvGraphicFramePr>
            <a:graphicFrameLocks noGrp="1"/>
          </p:cNvGraphicFramePr>
          <p:nvPr/>
        </p:nvGraphicFramePr>
        <p:xfrm>
          <a:off x="8672116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B0A3FDB9-3DC4-030A-4125-C24DC0C166DA}"/>
              </a:ext>
            </a:extLst>
          </p:cNvPr>
          <p:cNvSpPr txBox="1"/>
          <p:nvPr/>
        </p:nvSpPr>
        <p:spPr>
          <a:xfrm>
            <a:off x="7979897" y="406339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0A9D8F4-334C-BD74-644C-E7D1BCB93AB0}"/>
              </a:ext>
            </a:extLst>
          </p:cNvPr>
          <p:cNvSpPr/>
          <p:nvPr/>
        </p:nvSpPr>
        <p:spPr>
          <a:xfrm>
            <a:off x="8926722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76DC5A7-2FB9-8A80-8AB6-91C543D42E91}"/>
                  </a:ext>
                </a:extLst>
              </p:cNvPr>
              <p:cNvSpPr txBox="1"/>
              <p:nvPr/>
            </p:nvSpPr>
            <p:spPr>
              <a:xfrm>
                <a:off x="613065" y="1428050"/>
                <a:ext cx="743537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8+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76DC5A7-2FB9-8A80-8AB6-91C543D42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065" y="1428050"/>
                <a:ext cx="743537" cy="443006"/>
              </a:xfrm>
              <a:prstGeom prst="rect">
                <a:avLst/>
              </a:prstGeom>
              <a:blipFill>
                <a:blip r:embed="rId7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9" name="Table 5">
            <a:extLst>
              <a:ext uri="{FF2B5EF4-FFF2-40B4-BE49-F238E27FC236}">
                <a16:creationId xmlns:a16="http://schemas.microsoft.com/office/drawing/2014/main" id="{5702494B-443A-1C29-C017-A139F8C50035}"/>
              </a:ext>
            </a:extLst>
          </p:cNvPr>
          <p:cNvGraphicFramePr>
            <a:graphicFrameLocks noGrp="1"/>
          </p:cNvGraphicFramePr>
          <p:nvPr/>
        </p:nvGraphicFramePr>
        <p:xfrm>
          <a:off x="511203" y="1919937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7B5874C4-6825-07DA-D7D1-F7C86914D681}"/>
              </a:ext>
            </a:extLst>
          </p:cNvPr>
          <p:cNvSpPr txBox="1"/>
          <p:nvPr/>
        </p:nvSpPr>
        <p:spPr>
          <a:xfrm>
            <a:off x="-28411" y="152031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C7D0EC9-70B3-C594-735D-0F9576E0F7F3}"/>
              </a:ext>
            </a:extLst>
          </p:cNvPr>
          <p:cNvSpPr/>
          <p:nvPr/>
        </p:nvSpPr>
        <p:spPr>
          <a:xfrm>
            <a:off x="769778" y="201755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AD8E5F3-ABB4-0449-493C-8585DB8F6E66}"/>
                  </a:ext>
                </a:extLst>
              </p:cNvPr>
              <p:cNvSpPr txBox="1"/>
              <p:nvPr/>
            </p:nvSpPr>
            <p:spPr>
              <a:xfrm>
                <a:off x="2556165" y="1428050"/>
                <a:ext cx="743537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2+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AD8E5F3-ABB4-0449-493C-8585DB8F6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165" y="1428050"/>
                <a:ext cx="743537" cy="44300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3" name="Table 5">
            <a:extLst>
              <a:ext uri="{FF2B5EF4-FFF2-40B4-BE49-F238E27FC236}">
                <a16:creationId xmlns:a16="http://schemas.microsoft.com/office/drawing/2014/main" id="{FE0A28BE-3284-598D-6256-EE561322FE69}"/>
              </a:ext>
            </a:extLst>
          </p:cNvPr>
          <p:cNvGraphicFramePr>
            <a:graphicFrameLocks noGrp="1"/>
          </p:cNvGraphicFramePr>
          <p:nvPr/>
        </p:nvGraphicFramePr>
        <p:xfrm>
          <a:off x="2440651" y="1919937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52AFC0BE-1491-D641-4112-E9EE6F1C738C}"/>
              </a:ext>
            </a:extLst>
          </p:cNvPr>
          <p:cNvSpPr txBox="1"/>
          <p:nvPr/>
        </p:nvSpPr>
        <p:spPr>
          <a:xfrm>
            <a:off x="1914683" y="152031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ё)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950BB6D-783B-16FE-CE81-3884C399E13A}"/>
              </a:ext>
            </a:extLst>
          </p:cNvPr>
          <p:cNvSpPr/>
          <p:nvPr/>
        </p:nvSpPr>
        <p:spPr>
          <a:xfrm>
            <a:off x="2697638" y="201755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179B735-E840-DD6A-3253-732C3A482D68}"/>
                  </a:ext>
                </a:extLst>
              </p:cNvPr>
              <p:cNvSpPr txBox="1"/>
              <p:nvPr/>
            </p:nvSpPr>
            <p:spPr>
              <a:xfrm>
                <a:off x="8624172" y="1428050"/>
                <a:ext cx="74353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179B735-E840-DD6A-3253-732C3A482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4172" y="1428050"/>
                <a:ext cx="743537" cy="439223"/>
              </a:xfrm>
              <a:prstGeom prst="rect">
                <a:avLst/>
              </a:prstGeom>
              <a:blipFill>
                <a:blip r:embed="rId9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9" name="Table 5">
            <a:extLst>
              <a:ext uri="{FF2B5EF4-FFF2-40B4-BE49-F238E27FC236}">
                <a16:creationId xmlns:a16="http://schemas.microsoft.com/office/drawing/2014/main" id="{0C0C6984-BBBC-D124-746A-5805DCEBDFCF}"/>
              </a:ext>
            </a:extLst>
          </p:cNvPr>
          <p:cNvGraphicFramePr>
            <a:graphicFrameLocks noGrp="1"/>
          </p:cNvGraphicFramePr>
          <p:nvPr/>
        </p:nvGraphicFramePr>
        <p:xfrm>
          <a:off x="8549138" y="1919937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1826A1F1-50E8-E6A9-396D-F40B1F896C26}"/>
              </a:ext>
            </a:extLst>
          </p:cNvPr>
          <p:cNvSpPr txBox="1"/>
          <p:nvPr/>
        </p:nvSpPr>
        <p:spPr>
          <a:xfrm>
            <a:off x="7979490" y="1520317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FADBDB0-14C8-3E1D-3F1D-5C36FD08B14A}"/>
              </a:ext>
            </a:extLst>
          </p:cNvPr>
          <p:cNvSpPr/>
          <p:nvPr/>
        </p:nvSpPr>
        <p:spPr>
          <a:xfrm>
            <a:off x="8803745" y="201755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05AB13D-F919-1374-6AAB-7514EA0C5170}"/>
                  </a:ext>
                </a:extLst>
              </p:cNvPr>
              <p:cNvSpPr txBox="1"/>
              <p:nvPr/>
            </p:nvSpPr>
            <p:spPr>
              <a:xfrm>
                <a:off x="570585" y="2569724"/>
                <a:ext cx="82849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4+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05AB13D-F919-1374-6AAB-7514EA0C5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585" y="2569724"/>
                <a:ext cx="828497" cy="438069"/>
              </a:xfrm>
              <a:prstGeom prst="rect">
                <a:avLst/>
              </a:prstGeom>
              <a:blipFill>
                <a:blip r:embed="rId10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7" name="Table 5">
            <a:extLst>
              <a:ext uri="{FF2B5EF4-FFF2-40B4-BE49-F238E27FC236}">
                <a16:creationId xmlns:a16="http://schemas.microsoft.com/office/drawing/2014/main" id="{6B21CD52-6BFF-469D-EFD7-9372AB58469C}"/>
              </a:ext>
            </a:extLst>
          </p:cNvPr>
          <p:cNvGraphicFramePr>
            <a:graphicFrameLocks noGrp="1"/>
          </p:cNvGraphicFramePr>
          <p:nvPr/>
        </p:nvGraphicFramePr>
        <p:xfrm>
          <a:off x="404206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797CBA5B-D6DA-7CE0-0E06-8D5BC62FDCB9}"/>
              </a:ext>
            </a:extLst>
          </p:cNvPr>
          <p:cNvSpPr txBox="1"/>
          <p:nvPr/>
        </p:nvSpPr>
        <p:spPr>
          <a:xfrm>
            <a:off x="-31616" y="2661991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DA6F2D2-8DC8-1358-CC2E-F2CDC898F313}"/>
              </a:ext>
            </a:extLst>
          </p:cNvPr>
          <p:cNvSpPr/>
          <p:nvPr/>
        </p:nvSpPr>
        <p:spPr>
          <a:xfrm>
            <a:off x="658813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1036997-5757-5CF2-787A-CD52DDAADF70}"/>
                  </a:ext>
                </a:extLst>
              </p:cNvPr>
              <p:cNvSpPr txBox="1"/>
              <p:nvPr/>
            </p:nvSpPr>
            <p:spPr>
              <a:xfrm>
                <a:off x="6591410" y="1428050"/>
                <a:ext cx="743537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5−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1036997-5757-5CF2-787A-CD52DDAAD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410" y="1428050"/>
                <a:ext cx="743537" cy="44300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5" name="Table 5">
            <a:extLst>
              <a:ext uri="{FF2B5EF4-FFF2-40B4-BE49-F238E27FC236}">
                <a16:creationId xmlns:a16="http://schemas.microsoft.com/office/drawing/2014/main" id="{249BFC39-C4C0-9067-B88C-1A570059036C}"/>
              </a:ext>
            </a:extLst>
          </p:cNvPr>
          <p:cNvGraphicFramePr>
            <a:graphicFrameLocks noGrp="1"/>
          </p:cNvGraphicFramePr>
          <p:nvPr/>
        </p:nvGraphicFramePr>
        <p:xfrm>
          <a:off x="6529235" y="1919937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57" name="TextBox 56">
            <a:extLst>
              <a:ext uri="{FF2B5EF4-FFF2-40B4-BE49-F238E27FC236}">
                <a16:creationId xmlns:a16="http://schemas.microsoft.com/office/drawing/2014/main" id="{7BACC98A-8A71-75B3-9D58-EFBAC4108F4F}"/>
              </a:ext>
            </a:extLst>
          </p:cNvPr>
          <p:cNvSpPr txBox="1"/>
          <p:nvPr/>
        </p:nvSpPr>
        <p:spPr>
          <a:xfrm>
            <a:off x="5955546" y="1520317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з)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61E71F7-3CD3-5974-8E7D-CDF1385153AF}"/>
              </a:ext>
            </a:extLst>
          </p:cNvPr>
          <p:cNvSpPr/>
          <p:nvPr/>
        </p:nvSpPr>
        <p:spPr>
          <a:xfrm>
            <a:off x="6786223" y="201755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1FBF194-C7C0-C40D-34BA-EF7B8CF1886E}"/>
                  </a:ext>
                </a:extLst>
              </p:cNvPr>
              <p:cNvSpPr txBox="1"/>
              <p:nvPr/>
            </p:nvSpPr>
            <p:spPr>
              <a:xfrm>
                <a:off x="4438909" y="1436362"/>
                <a:ext cx="109722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1FBF194-C7C0-C40D-34BA-EF7B8CF18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909" y="1436362"/>
                <a:ext cx="1097223" cy="439223"/>
              </a:xfrm>
              <a:prstGeom prst="rect">
                <a:avLst/>
              </a:prstGeom>
              <a:blipFill>
                <a:blip r:embed="rId1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1" name="Table 5">
            <a:extLst>
              <a:ext uri="{FF2B5EF4-FFF2-40B4-BE49-F238E27FC236}">
                <a16:creationId xmlns:a16="http://schemas.microsoft.com/office/drawing/2014/main" id="{88587161-678D-3573-C357-13769EF023BB}"/>
              </a:ext>
            </a:extLst>
          </p:cNvPr>
          <p:cNvGraphicFramePr>
            <a:graphicFrameLocks noGrp="1"/>
          </p:cNvGraphicFramePr>
          <p:nvPr/>
        </p:nvGraphicFramePr>
        <p:xfrm>
          <a:off x="4513096" y="1928249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080955AC-E003-0BA9-793F-BA35C213AC7A}"/>
              </a:ext>
            </a:extLst>
          </p:cNvPr>
          <p:cNvSpPr txBox="1"/>
          <p:nvPr/>
        </p:nvSpPr>
        <p:spPr>
          <a:xfrm>
            <a:off x="3959850" y="1528629"/>
            <a:ext cx="336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ж)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A3277BA-9040-1329-20E4-02350526BF80}"/>
              </a:ext>
            </a:extLst>
          </p:cNvPr>
          <p:cNvSpPr/>
          <p:nvPr/>
        </p:nvSpPr>
        <p:spPr>
          <a:xfrm>
            <a:off x="4772465" y="202586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0B0B9F7-226E-4487-3E96-B5011B0B54DE}"/>
                  </a:ext>
                </a:extLst>
              </p:cNvPr>
              <p:cNvSpPr txBox="1"/>
              <p:nvPr/>
            </p:nvSpPr>
            <p:spPr>
              <a:xfrm>
                <a:off x="2341792" y="2569724"/>
                <a:ext cx="118218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2+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0B0B9F7-226E-4487-3E96-B5011B0B5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1792" y="2569724"/>
                <a:ext cx="1182183" cy="43922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5" name="Table 5">
            <a:extLst>
              <a:ext uri="{FF2B5EF4-FFF2-40B4-BE49-F238E27FC236}">
                <a16:creationId xmlns:a16="http://schemas.microsoft.com/office/drawing/2014/main" id="{5079B71D-D9F8-D08B-1BA4-A78573795355}"/>
              </a:ext>
            </a:extLst>
          </p:cNvPr>
          <p:cNvGraphicFramePr>
            <a:graphicFrameLocks noGrp="1"/>
          </p:cNvGraphicFramePr>
          <p:nvPr/>
        </p:nvGraphicFramePr>
        <p:xfrm>
          <a:off x="2352255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66" name="TextBox 65">
            <a:extLst>
              <a:ext uri="{FF2B5EF4-FFF2-40B4-BE49-F238E27FC236}">
                <a16:creationId xmlns:a16="http://schemas.microsoft.com/office/drawing/2014/main" id="{190D9E75-1816-684E-4FC2-9B29969D3906}"/>
              </a:ext>
            </a:extLst>
          </p:cNvPr>
          <p:cNvSpPr txBox="1"/>
          <p:nvPr/>
        </p:nvSpPr>
        <p:spPr>
          <a:xfrm>
            <a:off x="1922043" y="2661991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93D601AA-8EF3-10ED-42E5-A6F342874A9B}"/>
              </a:ext>
            </a:extLst>
          </p:cNvPr>
          <p:cNvSpPr/>
          <p:nvPr/>
        </p:nvSpPr>
        <p:spPr>
          <a:xfrm>
            <a:off x="2606862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5CADC1C-4A0A-AB5C-B450-E93BF66C2263}"/>
                  </a:ext>
                </a:extLst>
              </p:cNvPr>
              <p:cNvSpPr txBox="1"/>
              <p:nvPr/>
            </p:nvSpPr>
            <p:spPr>
              <a:xfrm>
                <a:off x="4179286" y="2569724"/>
                <a:ext cx="1620828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7+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5CADC1C-4A0A-AB5C-B450-E93BF66C2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286" y="2569724"/>
                <a:ext cx="1620828" cy="443006"/>
              </a:xfrm>
              <a:prstGeom prst="rect">
                <a:avLst/>
              </a:prstGeom>
              <a:blipFill>
                <a:blip r:embed="rId14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1" name="Table 5">
            <a:extLst>
              <a:ext uri="{FF2B5EF4-FFF2-40B4-BE49-F238E27FC236}">
                <a16:creationId xmlns:a16="http://schemas.microsoft.com/office/drawing/2014/main" id="{20F61928-A77A-B148-B123-E5E84FCF032C}"/>
              </a:ext>
            </a:extLst>
          </p:cNvPr>
          <p:cNvGraphicFramePr>
            <a:graphicFrameLocks noGrp="1"/>
          </p:cNvGraphicFramePr>
          <p:nvPr/>
        </p:nvGraphicFramePr>
        <p:xfrm>
          <a:off x="4409070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73" name="TextBox 72">
            <a:extLst>
              <a:ext uri="{FF2B5EF4-FFF2-40B4-BE49-F238E27FC236}">
                <a16:creationId xmlns:a16="http://schemas.microsoft.com/office/drawing/2014/main" id="{B686BCCB-E8C0-B3D9-33C9-E7DB9B44798E}"/>
              </a:ext>
            </a:extLst>
          </p:cNvPr>
          <p:cNvSpPr txBox="1"/>
          <p:nvPr/>
        </p:nvSpPr>
        <p:spPr>
          <a:xfrm>
            <a:off x="3975653" y="2661991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D8AF85E-3ED6-8682-3DA9-9E625D3F43E7}"/>
              </a:ext>
            </a:extLst>
          </p:cNvPr>
          <p:cNvSpPr/>
          <p:nvPr/>
        </p:nvSpPr>
        <p:spPr>
          <a:xfrm>
            <a:off x="4663677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AD51FF6-CB16-2395-E5FD-1F8B39AE2C13}"/>
                  </a:ext>
                </a:extLst>
              </p:cNvPr>
              <p:cNvSpPr txBox="1"/>
              <p:nvPr/>
            </p:nvSpPr>
            <p:spPr>
              <a:xfrm>
                <a:off x="6471691" y="2569724"/>
                <a:ext cx="99841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AD51FF6-CB16-2395-E5FD-1F8B39AE2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691" y="2569724"/>
                <a:ext cx="998415" cy="43922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7" name="Table 5">
            <a:extLst>
              <a:ext uri="{FF2B5EF4-FFF2-40B4-BE49-F238E27FC236}">
                <a16:creationId xmlns:a16="http://schemas.microsoft.com/office/drawing/2014/main" id="{2A7190C4-8CAB-A926-1193-64B6E981E25A}"/>
              </a:ext>
            </a:extLst>
          </p:cNvPr>
          <p:cNvGraphicFramePr>
            <a:graphicFrameLocks noGrp="1"/>
          </p:cNvGraphicFramePr>
          <p:nvPr/>
        </p:nvGraphicFramePr>
        <p:xfrm>
          <a:off x="6390269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78" name="TextBox 77">
            <a:extLst>
              <a:ext uri="{FF2B5EF4-FFF2-40B4-BE49-F238E27FC236}">
                <a16:creationId xmlns:a16="http://schemas.microsoft.com/office/drawing/2014/main" id="{4A42C324-C89A-CE83-7406-05EDE1E67028}"/>
              </a:ext>
            </a:extLst>
          </p:cNvPr>
          <p:cNvSpPr txBox="1"/>
          <p:nvPr/>
        </p:nvSpPr>
        <p:spPr>
          <a:xfrm>
            <a:off x="5944028" y="2661991"/>
            <a:ext cx="335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04B67005-F25D-2FCB-9625-CB153070400D}"/>
              </a:ext>
            </a:extLst>
          </p:cNvPr>
          <p:cNvSpPr/>
          <p:nvPr/>
        </p:nvSpPr>
        <p:spPr>
          <a:xfrm>
            <a:off x="6644876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E62AAEC-1556-EC44-B904-0DE88696642A}"/>
                  </a:ext>
                </a:extLst>
              </p:cNvPr>
              <p:cNvSpPr txBox="1"/>
              <p:nvPr/>
            </p:nvSpPr>
            <p:spPr>
              <a:xfrm>
                <a:off x="8588200" y="2569724"/>
                <a:ext cx="82849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3−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E62AAEC-1556-EC44-B904-0DE886966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200" y="2569724"/>
                <a:ext cx="828497" cy="43922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1" name="Table 5">
            <a:extLst>
              <a:ext uri="{FF2B5EF4-FFF2-40B4-BE49-F238E27FC236}">
                <a16:creationId xmlns:a16="http://schemas.microsoft.com/office/drawing/2014/main" id="{3D6BF9C7-7F36-8DC9-506A-6B64D173AFE4}"/>
              </a:ext>
            </a:extLst>
          </p:cNvPr>
          <p:cNvGraphicFramePr>
            <a:graphicFrameLocks noGrp="1"/>
          </p:cNvGraphicFramePr>
          <p:nvPr/>
        </p:nvGraphicFramePr>
        <p:xfrm>
          <a:off x="8421819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83" name="TextBox 82">
            <a:extLst>
              <a:ext uri="{FF2B5EF4-FFF2-40B4-BE49-F238E27FC236}">
                <a16:creationId xmlns:a16="http://schemas.microsoft.com/office/drawing/2014/main" id="{D2F90349-28BF-BD7F-D954-4D6FA79023C9}"/>
              </a:ext>
            </a:extLst>
          </p:cNvPr>
          <p:cNvSpPr txBox="1"/>
          <p:nvPr/>
        </p:nvSpPr>
        <p:spPr>
          <a:xfrm>
            <a:off x="7986799" y="2661991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н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E5EAEC7D-DC9A-38E2-8385-D5D140645E8C}"/>
              </a:ext>
            </a:extLst>
          </p:cNvPr>
          <p:cNvSpPr/>
          <p:nvPr/>
        </p:nvSpPr>
        <p:spPr>
          <a:xfrm>
            <a:off x="8676426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85AE038-BECE-238C-FD02-3FCEDAAE50F9}"/>
                  </a:ext>
                </a:extLst>
              </p:cNvPr>
              <p:cNvSpPr txBox="1"/>
              <p:nvPr/>
            </p:nvSpPr>
            <p:spPr>
              <a:xfrm>
                <a:off x="436223" y="4818319"/>
                <a:ext cx="109722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85AE038-BECE-238C-FD02-3FCEDAAE5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23" y="4818319"/>
                <a:ext cx="1097223" cy="439223"/>
              </a:xfrm>
              <a:prstGeom prst="rect">
                <a:avLst/>
              </a:prstGeom>
              <a:blipFill>
                <a:blip r:embed="rId1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9" name="Table 5">
            <a:extLst>
              <a:ext uri="{FF2B5EF4-FFF2-40B4-BE49-F238E27FC236}">
                <a16:creationId xmlns:a16="http://schemas.microsoft.com/office/drawing/2014/main" id="{C2E801D2-BEE9-AAC6-CB45-D395A85D4980}"/>
              </a:ext>
            </a:extLst>
          </p:cNvPr>
          <p:cNvGraphicFramePr>
            <a:graphicFrameLocks noGrp="1"/>
          </p:cNvGraphicFramePr>
          <p:nvPr/>
        </p:nvGraphicFramePr>
        <p:xfrm>
          <a:off x="530412" y="5310206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91" name="TextBox 90">
            <a:extLst>
              <a:ext uri="{FF2B5EF4-FFF2-40B4-BE49-F238E27FC236}">
                <a16:creationId xmlns:a16="http://schemas.microsoft.com/office/drawing/2014/main" id="{1C0E95EA-0FAD-8640-237F-4CBE80B2CFB6}"/>
              </a:ext>
            </a:extLst>
          </p:cNvPr>
          <p:cNvSpPr txBox="1"/>
          <p:nvPr/>
        </p:nvSpPr>
        <p:spPr>
          <a:xfrm>
            <a:off x="-24403" y="4910586"/>
            <a:ext cx="3000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у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9F4B0AC3-6C06-F2D4-0CC2-30EC971B4E4A}"/>
              </a:ext>
            </a:extLst>
          </p:cNvPr>
          <p:cNvSpPr/>
          <p:nvPr/>
        </p:nvSpPr>
        <p:spPr>
          <a:xfrm>
            <a:off x="785019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E84C36B4-0DEF-6A30-D5AF-0D840DB29271}"/>
                  </a:ext>
                </a:extLst>
              </p:cNvPr>
              <p:cNvSpPr txBox="1"/>
              <p:nvPr/>
            </p:nvSpPr>
            <p:spPr>
              <a:xfrm>
                <a:off x="2433676" y="4818319"/>
                <a:ext cx="99841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E84C36B4-0DEF-6A30-D5AF-0D840DB2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3676" y="4818319"/>
                <a:ext cx="998415" cy="439223"/>
              </a:xfrm>
              <a:prstGeom prst="rect">
                <a:avLst/>
              </a:prstGeom>
              <a:blipFill>
                <a:blip r:embed="rId1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7" name="Table 5">
            <a:extLst>
              <a:ext uri="{FF2B5EF4-FFF2-40B4-BE49-F238E27FC236}">
                <a16:creationId xmlns:a16="http://schemas.microsoft.com/office/drawing/2014/main" id="{222A3519-A2C4-4125-440B-80E8F6247869}"/>
              </a:ext>
            </a:extLst>
          </p:cNvPr>
          <p:cNvGraphicFramePr>
            <a:graphicFrameLocks noGrp="1"/>
          </p:cNvGraphicFramePr>
          <p:nvPr/>
        </p:nvGraphicFramePr>
        <p:xfrm>
          <a:off x="2352255" y="5310206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99" name="TextBox 98">
            <a:extLst>
              <a:ext uri="{FF2B5EF4-FFF2-40B4-BE49-F238E27FC236}">
                <a16:creationId xmlns:a16="http://schemas.microsoft.com/office/drawing/2014/main" id="{E31D47A5-232F-A30F-2A6F-CEAF7B0FB734}"/>
              </a:ext>
            </a:extLst>
          </p:cNvPr>
          <p:cNvSpPr txBox="1"/>
          <p:nvPr/>
        </p:nvSpPr>
        <p:spPr>
          <a:xfrm>
            <a:off x="1910021" y="4910586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ф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4678CDBE-D5E9-DC2D-C77B-991827B50BE3}"/>
              </a:ext>
            </a:extLst>
          </p:cNvPr>
          <p:cNvSpPr/>
          <p:nvPr/>
        </p:nvSpPr>
        <p:spPr>
          <a:xfrm>
            <a:off x="2606862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0524F5FB-B7C8-3BB9-0BC7-9B55D87CCEBA}"/>
                  </a:ext>
                </a:extLst>
              </p:cNvPr>
              <p:cNvSpPr txBox="1"/>
              <p:nvPr/>
            </p:nvSpPr>
            <p:spPr>
              <a:xfrm>
                <a:off x="4441088" y="4818319"/>
                <a:ext cx="1097223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0524F5FB-B7C8-3BB9-0BC7-9B55D87CC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1088" y="4818319"/>
                <a:ext cx="1097223" cy="44300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5" name="Table 5">
            <a:extLst>
              <a:ext uri="{FF2B5EF4-FFF2-40B4-BE49-F238E27FC236}">
                <a16:creationId xmlns:a16="http://schemas.microsoft.com/office/drawing/2014/main" id="{1302324A-6B8C-F0A5-F553-97B217135985}"/>
              </a:ext>
            </a:extLst>
          </p:cNvPr>
          <p:cNvGraphicFramePr>
            <a:graphicFrameLocks noGrp="1"/>
          </p:cNvGraphicFramePr>
          <p:nvPr/>
        </p:nvGraphicFramePr>
        <p:xfrm>
          <a:off x="4535276" y="5310206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07" name="TextBox 106">
            <a:extLst>
              <a:ext uri="{FF2B5EF4-FFF2-40B4-BE49-F238E27FC236}">
                <a16:creationId xmlns:a16="http://schemas.microsoft.com/office/drawing/2014/main" id="{0AEE5879-D39E-A990-2443-4411C8D8DA38}"/>
              </a:ext>
            </a:extLst>
          </p:cNvPr>
          <p:cNvSpPr txBox="1"/>
          <p:nvPr/>
        </p:nvSpPr>
        <p:spPr>
          <a:xfrm>
            <a:off x="3981264" y="4910586"/>
            <a:ext cx="2984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х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B66497B6-860C-26D1-FE85-8C16EF74B714}"/>
              </a:ext>
            </a:extLst>
          </p:cNvPr>
          <p:cNvSpPr/>
          <p:nvPr/>
        </p:nvSpPr>
        <p:spPr>
          <a:xfrm>
            <a:off x="4789883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473EF43-BC98-F0EB-B28D-152C3166014E}"/>
                  </a:ext>
                </a:extLst>
              </p:cNvPr>
              <p:cNvSpPr txBox="1"/>
              <p:nvPr/>
            </p:nvSpPr>
            <p:spPr>
              <a:xfrm>
                <a:off x="6337330" y="4818319"/>
                <a:ext cx="126714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473EF43-BC98-F0EB-B28D-152C31660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330" y="4818319"/>
                <a:ext cx="1267142" cy="439223"/>
              </a:xfrm>
              <a:prstGeom prst="rect">
                <a:avLst/>
              </a:prstGeom>
              <a:blipFill>
                <a:blip r:embed="rId20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3" name="Table 5">
            <a:extLst>
              <a:ext uri="{FF2B5EF4-FFF2-40B4-BE49-F238E27FC236}">
                <a16:creationId xmlns:a16="http://schemas.microsoft.com/office/drawing/2014/main" id="{16FA40D6-04FD-5EB8-113E-018CE7911ED5}"/>
              </a:ext>
            </a:extLst>
          </p:cNvPr>
          <p:cNvGraphicFramePr>
            <a:graphicFrameLocks noGrp="1"/>
          </p:cNvGraphicFramePr>
          <p:nvPr/>
        </p:nvGraphicFramePr>
        <p:xfrm>
          <a:off x="6390269" y="5310206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15" name="TextBox 114">
            <a:extLst>
              <a:ext uri="{FF2B5EF4-FFF2-40B4-BE49-F238E27FC236}">
                <a16:creationId xmlns:a16="http://schemas.microsoft.com/office/drawing/2014/main" id="{0629C475-F49A-C06F-F38C-8AECDC5B7946}"/>
              </a:ext>
            </a:extLst>
          </p:cNvPr>
          <p:cNvSpPr txBox="1"/>
          <p:nvPr/>
        </p:nvSpPr>
        <p:spPr>
          <a:xfrm>
            <a:off x="5954447" y="4910586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ц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EC42440E-CFE3-D1AD-D7D9-201EFB37B6E8}"/>
              </a:ext>
            </a:extLst>
          </p:cNvPr>
          <p:cNvSpPr/>
          <p:nvPr/>
        </p:nvSpPr>
        <p:spPr>
          <a:xfrm>
            <a:off x="6644876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32BACEE-CE84-61AD-04AB-DD505DF7B62C}"/>
                  </a:ext>
                </a:extLst>
              </p:cNvPr>
              <p:cNvSpPr txBox="1"/>
              <p:nvPr/>
            </p:nvSpPr>
            <p:spPr>
              <a:xfrm>
                <a:off x="8192035" y="4818319"/>
                <a:ext cx="1620828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6+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32BACEE-CE84-61AD-04AB-DD505DF7B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2035" y="4818319"/>
                <a:ext cx="1620828" cy="439223"/>
              </a:xfrm>
              <a:prstGeom prst="rect">
                <a:avLst/>
              </a:prstGeom>
              <a:blipFill>
                <a:blip r:embed="rId21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3" name="Table 5">
            <a:extLst>
              <a:ext uri="{FF2B5EF4-FFF2-40B4-BE49-F238E27FC236}">
                <a16:creationId xmlns:a16="http://schemas.microsoft.com/office/drawing/2014/main" id="{FC13B3AE-EA74-3B0B-38B8-CE1F2A517F3B}"/>
              </a:ext>
            </a:extLst>
          </p:cNvPr>
          <p:cNvGraphicFramePr>
            <a:graphicFrameLocks noGrp="1"/>
          </p:cNvGraphicFramePr>
          <p:nvPr/>
        </p:nvGraphicFramePr>
        <p:xfrm>
          <a:off x="8421819" y="5310206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25" name="TextBox 124">
            <a:extLst>
              <a:ext uri="{FF2B5EF4-FFF2-40B4-BE49-F238E27FC236}">
                <a16:creationId xmlns:a16="http://schemas.microsoft.com/office/drawing/2014/main" id="{F8D4F38C-0713-0EDF-E0E9-B008E12F910E}"/>
              </a:ext>
            </a:extLst>
          </p:cNvPr>
          <p:cNvSpPr txBox="1"/>
          <p:nvPr/>
        </p:nvSpPr>
        <p:spPr>
          <a:xfrm>
            <a:off x="7991608" y="4910586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ч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32A99D0B-1D25-78D9-95FD-799797EA6690}"/>
              </a:ext>
            </a:extLst>
          </p:cNvPr>
          <p:cNvSpPr/>
          <p:nvPr/>
        </p:nvSpPr>
        <p:spPr>
          <a:xfrm>
            <a:off x="8676426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138A8C17-2F27-C571-DA50-FEF213862743}"/>
                  </a:ext>
                </a:extLst>
              </p:cNvPr>
              <p:cNvSpPr txBox="1"/>
              <p:nvPr/>
            </p:nvSpPr>
            <p:spPr>
              <a:xfrm>
                <a:off x="655544" y="3685036"/>
                <a:ext cx="658578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138A8C17-2F27-C571-DA50-FEF213862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44" y="3685036"/>
                <a:ext cx="658578" cy="439223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1" name="Table 5">
            <a:extLst>
              <a:ext uri="{FF2B5EF4-FFF2-40B4-BE49-F238E27FC236}">
                <a16:creationId xmlns:a16="http://schemas.microsoft.com/office/drawing/2014/main" id="{4E051212-59FD-6AB1-5970-6F3023029B28}"/>
              </a:ext>
            </a:extLst>
          </p:cNvPr>
          <p:cNvGraphicFramePr>
            <a:graphicFrameLocks noGrp="1"/>
          </p:cNvGraphicFramePr>
          <p:nvPr/>
        </p:nvGraphicFramePr>
        <p:xfrm>
          <a:off x="675669" y="4176923"/>
          <a:ext cx="587692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33" name="TextBox 132">
            <a:extLst>
              <a:ext uri="{FF2B5EF4-FFF2-40B4-BE49-F238E27FC236}">
                <a16:creationId xmlns:a16="http://schemas.microsoft.com/office/drawing/2014/main" id="{EE40A857-E7BE-C09A-8FBF-C777DB79F0B0}"/>
              </a:ext>
            </a:extLst>
          </p:cNvPr>
          <p:cNvSpPr txBox="1"/>
          <p:nvPr/>
        </p:nvSpPr>
        <p:spPr>
          <a:xfrm>
            <a:off x="-30815" y="3777303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о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E83B3145-D564-5782-0395-55739885F995}"/>
              </a:ext>
            </a:extLst>
          </p:cNvPr>
          <p:cNvSpPr/>
          <p:nvPr/>
        </p:nvSpPr>
        <p:spPr>
          <a:xfrm>
            <a:off x="930276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6855E483-F38B-32B7-522D-0407BFFAB7B3}"/>
                  </a:ext>
                </a:extLst>
              </p:cNvPr>
              <p:cNvSpPr txBox="1"/>
              <p:nvPr/>
            </p:nvSpPr>
            <p:spPr>
              <a:xfrm>
                <a:off x="2561115" y="3685036"/>
                <a:ext cx="74353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152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6855E483-F38B-32B7-522D-0407BFFAB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115" y="3685036"/>
                <a:ext cx="743537" cy="439223"/>
              </a:xfrm>
              <a:prstGeom prst="rect">
                <a:avLst/>
              </a:prstGeom>
              <a:blipFill>
                <a:blip r:embed="rId2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9" name="Table 5">
            <a:extLst>
              <a:ext uri="{FF2B5EF4-FFF2-40B4-BE49-F238E27FC236}">
                <a16:creationId xmlns:a16="http://schemas.microsoft.com/office/drawing/2014/main" id="{F18AD5E6-FB25-93CD-D426-74B43C0DDA1C}"/>
              </a:ext>
            </a:extLst>
          </p:cNvPr>
          <p:cNvGraphicFramePr>
            <a:graphicFrameLocks noGrp="1"/>
          </p:cNvGraphicFramePr>
          <p:nvPr/>
        </p:nvGraphicFramePr>
        <p:xfrm>
          <a:off x="2509417" y="4176923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41" name="TextBox 140">
            <a:extLst>
              <a:ext uri="{FF2B5EF4-FFF2-40B4-BE49-F238E27FC236}">
                <a16:creationId xmlns:a16="http://schemas.microsoft.com/office/drawing/2014/main" id="{F74C87DF-2803-759E-5458-E405D53809D1}"/>
              </a:ext>
            </a:extLst>
          </p:cNvPr>
          <p:cNvSpPr txBox="1"/>
          <p:nvPr/>
        </p:nvSpPr>
        <p:spPr>
          <a:xfrm>
            <a:off x="1918036" y="3777303"/>
            <a:ext cx="311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п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8136D990-FB71-F85D-E951-8EBDADC5C13E}"/>
              </a:ext>
            </a:extLst>
          </p:cNvPr>
          <p:cNvSpPr/>
          <p:nvPr/>
        </p:nvSpPr>
        <p:spPr>
          <a:xfrm>
            <a:off x="2764024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DE48F555-0983-BAD4-14EE-11BB96964CCD}"/>
                  </a:ext>
                </a:extLst>
              </p:cNvPr>
              <p:cNvSpPr txBox="1"/>
              <p:nvPr/>
            </p:nvSpPr>
            <p:spPr>
              <a:xfrm>
                <a:off x="4575451" y="3685036"/>
                <a:ext cx="82849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1273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DE48F555-0983-BAD4-14EE-11BB96964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5451" y="3685036"/>
                <a:ext cx="828497" cy="43922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7" name="Table 5">
            <a:extLst>
              <a:ext uri="{FF2B5EF4-FFF2-40B4-BE49-F238E27FC236}">
                <a16:creationId xmlns:a16="http://schemas.microsoft.com/office/drawing/2014/main" id="{33357B31-117D-F791-306F-4BF185C11F6C}"/>
              </a:ext>
            </a:extLst>
          </p:cNvPr>
          <p:cNvGraphicFramePr>
            <a:graphicFrameLocks noGrp="1"/>
          </p:cNvGraphicFramePr>
          <p:nvPr/>
        </p:nvGraphicFramePr>
        <p:xfrm>
          <a:off x="4409070" y="4176923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49" name="TextBox 148">
            <a:extLst>
              <a:ext uri="{FF2B5EF4-FFF2-40B4-BE49-F238E27FC236}">
                <a16:creationId xmlns:a16="http://schemas.microsoft.com/office/drawing/2014/main" id="{72E31BA5-A782-249D-BC86-3D44F67403AC}"/>
              </a:ext>
            </a:extLst>
          </p:cNvPr>
          <p:cNvSpPr txBox="1"/>
          <p:nvPr/>
        </p:nvSpPr>
        <p:spPr>
          <a:xfrm>
            <a:off x="3974851" y="3777303"/>
            <a:ext cx="311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р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EEE17E73-5303-A48C-6075-F5F6958B7CA4}"/>
              </a:ext>
            </a:extLst>
          </p:cNvPr>
          <p:cNvSpPr/>
          <p:nvPr/>
        </p:nvSpPr>
        <p:spPr>
          <a:xfrm>
            <a:off x="4663677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693F9989-899A-23E2-A9E1-0F79C432B8DF}"/>
                  </a:ext>
                </a:extLst>
              </p:cNvPr>
              <p:cNvSpPr txBox="1"/>
              <p:nvPr/>
            </p:nvSpPr>
            <p:spPr>
              <a:xfrm>
                <a:off x="6160486" y="3685036"/>
                <a:ext cx="1620828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00</m:t>
                          </m:r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693F9989-899A-23E2-A9E1-0F79C432B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0486" y="3685036"/>
                <a:ext cx="1620828" cy="43922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5" name="Table 5">
            <a:extLst>
              <a:ext uri="{FF2B5EF4-FFF2-40B4-BE49-F238E27FC236}">
                <a16:creationId xmlns:a16="http://schemas.microsoft.com/office/drawing/2014/main" id="{5C7A2F81-7992-99F7-9A05-EFDEFDDA4F4C}"/>
              </a:ext>
            </a:extLst>
          </p:cNvPr>
          <p:cNvGraphicFramePr>
            <a:graphicFrameLocks noGrp="1"/>
          </p:cNvGraphicFramePr>
          <p:nvPr/>
        </p:nvGraphicFramePr>
        <p:xfrm>
          <a:off x="6390269" y="4176923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57" name="TextBox 156">
            <a:extLst>
              <a:ext uri="{FF2B5EF4-FFF2-40B4-BE49-F238E27FC236}">
                <a16:creationId xmlns:a16="http://schemas.microsoft.com/office/drawing/2014/main" id="{10B7B1D6-B6E6-80CE-2511-24D209D90049}"/>
              </a:ext>
            </a:extLst>
          </p:cNvPr>
          <p:cNvSpPr txBox="1"/>
          <p:nvPr/>
        </p:nvSpPr>
        <p:spPr>
          <a:xfrm>
            <a:off x="5963264" y="3777303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с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C4C569A1-A79C-ADC2-810B-FEFB75C98855}"/>
              </a:ext>
            </a:extLst>
          </p:cNvPr>
          <p:cNvSpPr/>
          <p:nvPr/>
        </p:nvSpPr>
        <p:spPr>
          <a:xfrm>
            <a:off x="6644876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513A9FD7-2F28-EA10-CFB3-A66236ADBED9}"/>
                  </a:ext>
                </a:extLst>
              </p:cNvPr>
              <p:cNvSpPr txBox="1"/>
              <p:nvPr/>
            </p:nvSpPr>
            <p:spPr>
              <a:xfrm>
                <a:off x="8368878" y="3685036"/>
                <a:ext cx="126714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513A9FD7-2F28-EA10-CFB3-A66236ADB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878" y="3685036"/>
                <a:ext cx="1267142" cy="439223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0" name="Table 5">
            <a:extLst>
              <a:ext uri="{FF2B5EF4-FFF2-40B4-BE49-F238E27FC236}">
                <a16:creationId xmlns:a16="http://schemas.microsoft.com/office/drawing/2014/main" id="{10BE6FA9-05B7-E424-3D12-F32E8C4907F1}"/>
              </a:ext>
            </a:extLst>
          </p:cNvPr>
          <p:cNvGraphicFramePr>
            <a:graphicFrameLocks noGrp="1"/>
          </p:cNvGraphicFramePr>
          <p:nvPr/>
        </p:nvGraphicFramePr>
        <p:xfrm>
          <a:off x="8421819" y="4176923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61" name="TextBox 160">
            <a:extLst>
              <a:ext uri="{FF2B5EF4-FFF2-40B4-BE49-F238E27FC236}">
                <a16:creationId xmlns:a16="http://schemas.microsoft.com/office/drawing/2014/main" id="{C63A3F15-7A45-61F6-8709-D382787A1788}"/>
              </a:ext>
            </a:extLst>
          </p:cNvPr>
          <p:cNvSpPr txBox="1"/>
          <p:nvPr/>
        </p:nvSpPr>
        <p:spPr>
          <a:xfrm>
            <a:off x="7998019" y="3777303"/>
            <a:ext cx="2904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т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2907DA26-B6B8-B89F-1183-C71609B79279}"/>
              </a:ext>
            </a:extLst>
          </p:cNvPr>
          <p:cNvSpPr/>
          <p:nvPr/>
        </p:nvSpPr>
        <p:spPr>
          <a:xfrm>
            <a:off x="8676426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8D9171EA-E3AC-C57F-E98B-2D02CFB098ED}"/>
                  </a:ext>
                </a:extLst>
              </p:cNvPr>
              <p:cNvSpPr txBox="1"/>
              <p:nvPr/>
            </p:nvSpPr>
            <p:spPr>
              <a:xfrm>
                <a:off x="6338136" y="5937880"/>
                <a:ext cx="135210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8D9171EA-E3AC-C57F-E98B-2D02CFB09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136" y="5937880"/>
                <a:ext cx="1352101" cy="439223"/>
              </a:xfrm>
              <a:prstGeom prst="rect">
                <a:avLst/>
              </a:prstGeom>
              <a:blipFill>
                <a:blip r:embed="rId2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4" name="Table 5">
            <a:extLst>
              <a:ext uri="{FF2B5EF4-FFF2-40B4-BE49-F238E27FC236}">
                <a16:creationId xmlns:a16="http://schemas.microsoft.com/office/drawing/2014/main" id="{F61AE799-831A-4E9C-997A-296BB3C71462}"/>
              </a:ext>
            </a:extLst>
          </p:cNvPr>
          <p:cNvGraphicFramePr>
            <a:graphicFrameLocks noGrp="1"/>
          </p:cNvGraphicFramePr>
          <p:nvPr/>
        </p:nvGraphicFramePr>
        <p:xfrm>
          <a:off x="6433557" y="6429767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65" name="TextBox 164">
            <a:extLst>
              <a:ext uri="{FF2B5EF4-FFF2-40B4-BE49-F238E27FC236}">
                <a16:creationId xmlns:a16="http://schemas.microsoft.com/office/drawing/2014/main" id="{855408B6-A9B0-FF8E-F716-568E28E860F3}"/>
              </a:ext>
            </a:extLst>
          </p:cNvPr>
          <p:cNvSpPr txBox="1"/>
          <p:nvPr/>
        </p:nvSpPr>
        <p:spPr>
          <a:xfrm>
            <a:off x="6004948" y="6030147"/>
            <a:ext cx="3000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э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6AC25ED7-3057-C27E-7891-358708FFB35E}"/>
              </a:ext>
            </a:extLst>
          </p:cNvPr>
          <p:cNvSpPr/>
          <p:nvPr/>
        </p:nvSpPr>
        <p:spPr>
          <a:xfrm>
            <a:off x="6688164" y="652738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1C751F35-7131-BAB5-9854-40DF75F00DF6}"/>
                  </a:ext>
                </a:extLst>
              </p:cNvPr>
              <p:cNvSpPr txBox="1"/>
              <p:nvPr/>
            </p:nvSpPr>
            <p:spPr>
              <a:xfrm>
                <a:off x="436223" y="5934097"/>
                <a:ext cx="1097223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5+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1C751F35-7131-BAB5-9854-40DF75F00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23" y="5934097"/>
                <a:ext cx="1097223" cy="443006"/>
              </a:xfrm>
              <a:prstGeom prst="rect">
                <a:avLst/>
              </a:prstGeom>
              <a:blipFill>
                <a:blip r:embed="rId28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1" name="Table 5">
            <a:extLst>
              <a:ext uri="{FF2B5EF4-FFF2-40B4-BE49-F238E27FC236}">
                <a16:creationId xmlns:a16="http://schemas.microsoft.com/office/drawing/2014/main" id="{73433921-48CA-B674-287E-F3EBD94AB855}"/>
              </a:ext>
            </a:extLst>
          </p:cNvPr>
          <p:cNvGraphicFramePr>
            <a:graphicFrameLocks noGrp="1"/>
          </p:cNvGraphicFramePr>
          <p:nvPr/>
        </p:nvGraphicFramePr>
        <p:xfrm>
          <a:off x="530411" y="6425984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73" name="TextBox 172">
            <a:extLst>
              <a:ext uri="{FF2B5EF4-FFF2-40B4-BE49-F238E27FC236}">
                <a16:creationId xmlns:a16="http://schemas.microsoft.com/office/drawing/2014/main" id="{B1A118EB-43D0-C01F-8396-4490E9FE775F}"/>
              </a:ext>
            </a:extLst>
          </p:cNvPr>
          <p:cNvSpPr txBox="1"/>
          <p:nvPr/>
        </p:nvSpPr>
        <p:spPr>
          <a:xfrm>
            <a:off x="-46044" y="6026364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ш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32A7F872-30B5-2C43-C9E5-958DAE94F1AC}"/>
              </a:ext>
            </a:extLst>
          </p:cNvPr>
          <p:cNvSpPr/>
          <p:nvPr/>
        </p:nvSpPr>
        <p:spPr>
          <a:xfrm>
            <a:off x="785018" y="6523604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920D6CAB-867D-22AA-D737-AEA697BE3F62}"/>
                  </a:ext>
                </a:extLst>
              </p:cNvPr>
              <p:cNvSpPr txBox="1"/>
              <p:nvPr/>
            </p:nvSpPr>
            <p:spPr>
              <a:xfrm>
                <a:off x="4391546" y="5934097"/>
                <a:ext cx="1182182" cy="6238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5+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  <a:p>
                <a:pPr algn="ctr"/>
                <a:endParaRPr lang="en-GB" sz="1200" dirty="0"/>
              </a:p>
            </p:txBody>
          </p:sp>
        </mc:Choice>
        <mc:Fallback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920D6CAB-867D-22AA-D737-AEA697BE3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546" y="5934097"/>
                <a:ext cx="1182182" cy="62388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6" name="Table 5">
            <a:extLst>
              <a:ext uri="{FF2B5EF4-FFF2-40B4-BE49-F238E27FC236}">
                <a16:creationId xmlns:a16="http://schemas.microsoft.com/office/drawing/2014/main" id="{C63B4F91-6950-D421-8A73-275472B0B634}"/>
              </a:ext>
            </a:extLst>
          </p:cNvPr>
          <p:cNvGraphicFramePr>
            <a:graphicFrameLocks noGrp="1"/>
          </p:cNvGraphicFramePr>
          <p:nvPr/>
        </p:nvGraphicFramePr>
        <p:xfrm>
          <a:off x="4402007" y="6425984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77" name="TextBox 176">
            <a:extLst>
              <a:ext uri="{FF2B5EF4-FFF2-40B4-BE49-F238E27FC236}">
                <a16:creationId xmlns:a16="http://schemas.microsoft.com/office/drawing/2014/main" id="{33B4F82C-1072-57E3-884C-6CFC2895806B}"/>
              </a:ext>
            </a:extLst>
          </p:cNvPr>
          <p:cNvSpPr txBox="1"/>
          <p:nvPr/>
        </p:nvSpPr>
        <p:spPr>
          <a:xfrm>
            <a:off x="3956566" y="6026364"/>
            <a:ext cx="333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ы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5CB8AEA8-F5A0-3FEC-A5D6-08AE6AE2F1E4}"/>
              </a:ext>
            </a:extLst>
          </p:cNvPr>
          <p:cNvSpPr/>
          <p:nvPr/>
        </p:nvSpPr>
        <p:spPr>
          <a:xfrm>
            <a:off x="4656614" y="6523604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145EEE61-6611-4C0B-139D-4FCE8A004C3E}"/>
                  </a:ext>
                </a:extLst>
              </p:cNvPr>
              <p:cNvSpPr txBox="1"/>
              <p:nvPr/>
            </p:nvSpPr>
            <p:spPr>
              <a:xfrm>
                <a:off x="2346288" y="5934097"/>
                <a:ext cx="1182182" cy="6238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  <a:p>
                <a:pPr algn="ctr"/>
                <a:endParaRPr lang="en-GB" sz="1200" dirty="0"/>
              </a:p>
            </p:txBody>
          </p:sp>
        </mc:Choice>
        <mc:Fallback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145EEE61-6611-4C0B-139D-4FCE8A004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288" y="5934097"/>
                <a:ext cx="1182182" cy="62388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0" name="Table 5">
            <a:extLst>
              <a:ext uri="{FF2B5EF4-FFF2-40B4-BE49-F238E27FC236}">
                <a16:creationId xmlns:a16="http://schemas.microsoft.com/office/drawing/2014/main" id="{3A033C7C-F5F2-EBC0-258D-F39F90EF100E}"/>
              </a:ext>
            </a:extLst>
          </p:cNvPr>
          <p:cNvGraphicFramePr>
            <a:graphicFrameLocks noGrp="1"/>
          </p:cNvGraphicFramePr>
          <p:nvPr/>
        </p:nvGraphicFramePr>
        <p:xfrm>
          <a:off x="2356749" y="6425984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81" name="TextBox 180">
            <a:extLst>
              <a:ext uri="{FF2B5EF4-FFF2-40B4-BE49-F238E27FC236}">
                <a16:creationId xmlns:a16="http://schemas.microsoft.com/office/drawing/2014/main" id="{23B14452-ADB6-74D7-D9F8-6F67C35D06EB}"/>
              </a:ext>
            </a:extLst>
          </p:cNvPr>
          <p:cNvSpPr txBox="1"/>
          <p:nvPr/>
        </p:nvSpPr>
        <p:spPr>
          <a:xfrm>
            <a:off x="1904897" y="6026364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щ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D4A66211-EE27-B615-9DD4-3E05A9B9AEAA}"/>
              </a:ext>
            </a:extLst>
          </p:cNvPr>
          <p:cNvSpPr/>
          <p:nvPr/>
        </p:nvSpPr>
        <p:spPr>
          <a:xfrm>
            <a:off x="2611356" y="6523604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4817092C-7993-EC2A-642E-05F71863C2A5}"/>
                  </a:ext>
                </a:extLst>
              </p:cNvPr>
              <p:cNvSpPr txBox="1"/>
              <p:nvPr/>
            </p:nvSpPr>
            <p:spPr>
              <a:xfrm>
                <a:off x="8188715" y="5937880"/>
                <a:ext cx="1620828" cy="455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8−</m:t>
                      </m:r>
                      <m:f>
                        <m:fPr>
                          <m:ctrlPr>
                            <a:rPr lang="en-GB" sz="1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4817092C-7993-EC2A-642E-05F71863C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8715" y="5937880"/>
                <a:ext cx="1620828" cy="45518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4" name="Table 5">
            <a:extLst>
              <a:ext uri="{FF2B5EF4-FFF2-40B4-BE49-F238E27FC236}">
                <a16:creationId xmlns:a16="http://schemas.microsoft.com/office/drawing/2014/main" id="{14008CC8-381E-CE35-651A-DBECDA00A901}"/>
              </a:ext>
            </a:extLst>
          </p:cNvPr>
          <p:cNvGraphicFramePr>
            <a:graphicFrameLocks noGrp="1"/>
          </p:cNvGraphicFramePr>
          <p:nvPr/>
        </p:nvGraphicFramePr>
        <p:xfrm>
          <a:off x="8418499" y="6429767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85" name="TextBox 184">
            <a:extLst>
              <a:ext uri="{FF2B5EF4-FFF2-40B4-BE49-F238E27FC236}">
                <a16:creationId xmlns:a16="http://schemas.microsoft.com/office/drawing/2014/main" id="{238452E0-8794-274E-A73E-448FD337F48D}"/>
              </a:ext>
            </a:extLst>
          </p:cNvPr>
          <p:cNvSpPr txBox="1"/>
          <p:nvPr/>
        </p:nvSpPr>
        <p:spPr>
          <a:xfrm>
            <a:off x="7914281" y="6030147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ю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468577D1-42D9-DBF4-8B91-00A7E674091D}"/>
              </a:ext>
            </a:extLst>
          </p:cNvPr>
          <p:cNvSpPr/>
          <p:nvPr/>
        </p:nvSpPr>
        <p:spPr>
          <a:xfrm>
            <a:off x="8673106" y="652738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87" name="Table 5">
            <a:extLst>
              <a:ext uri="{FF2B5EF4-FFF2-40B4-BE49-F238E27FC236}">
                <a16:creationId xmlns:a16="http://schemas.microsoft.com/office/drawing/2014/main" id="{C369FA7E-0ABF-B59C-E59C-725B1464AC20}"/>
              </a:ext>
            </a:extLst>
          </p:cNvPr>
          <p:cNvGraphicFramePr>
            <a:graphicFrameLocks noGrp="1"/>
          </p:cNvGraphicFramePr>
          <p:nvPr/>
        </p:nvGraphicFramePr>
        <p:xfrm>
          <a:off x="662247" y="814343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88" name="Oval 187">
            <a:extLst>
              <a:ext uri="{FF2B5EF4-FFF2-40B4-BE49-F238E27FC236}">
                <a16:creationId xmlns:a16="http://schemas.microsoft.com/office/drawing/2014/main" id="{8C9E76CD-BB2B-4DB9-3890-359442059B29}"/>
              </a:ext>
            </a:extLst>
          </p:cNvPr>
          <p:cNvSpPr/>
          <p:nvPr/>
        </p:nvSpPr>
        <p:spPr>
          <a:xfrm>
            <a:off x="913606" y="91196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89" name="Table 5">
            <a:extLst>
              <a:ext uri="{FF2B5EF4-FFF2-40B4-BE49-F238E27FC236}">
                <a16:creationId xmlns:a16="http://schemas.microsoft.com/office/drawing/2014/main" id="{65D2AF31-7EDC-65C8-04ED-1AF725170BC4}"/>
              </a:ext>
            </a:extLst>
          </p:cNvPr>
          <p:cNvGraphicFramePr>
            <a:graphicFrameLocks noGrp="1"/>
          </p:cNvGraphicFramePr>
          <p:nvPr/>
        </p:nvGraphicFramePr>
        <p:xfrm>
          <a:off x="2602099" y="814343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90" name="Oval 189">
            <a:extLst>
              <a:ext uri="{FF2B5EF4-FFF2-40B4-BE49-F238E27FC236}">
                <a16:creationId xmlns:a16="http://schemas.microsoft.com/office/drawing/2014/main" id="{9E6D4EB0-8ABA-CE33-9791-CCD176060DB9}"/>
              </a:ext>
            </a:extLst>
          </p:cNvPr>
          <p:cNvSpPr/>
          <p:nvPr/>
        </p:nvSpPr>
        <p:spPr>
          <a:xfrm>
            <a:off x="2856706" y="91196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91" name="Table 5">
            <a:extLst>
              <a:ext uri="{FF2B5EF4-FFF2-40B4-BE49-F238E27FC236}">
                <a16:creationId xmlns:a16="http://schemas.microsoft.com/office/drawing/2014/main" id="{EA078137-84A8-7A37-A7F7-D76E1584AF3A}"/>
              </a:ext>
            </a:extLst>
          </p:cNvPr>
          <p:cNvGraphicFramePr>
            <a:graphicFrameLocks noGrp="1"/>
          </p:cNvGraphicFramePr>
          <p:nvPr/>
        </p:nvGraphicFramePr>
        <p:xfrm>
          <a:off x="4661297" y="814343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92" name="Oval 191">
            <a:extLst>
              <a:ext uri="{FF2B5EF4-FFF2-40B4-BE49-F238E27FC236}">
                <a16:creationId xmlns:a16="http://schemas.microsoft.com/office/drawing/2014/main" id="{0FD30D4C-686E-5E00-4EB1-F9404F3C7848}"/>
              </a:ext>
            </a:extLst>
          </p:cNvPr>
          <p:cNvSpPr/>
          <p:nvPr/>
        </p:nvSpPr>
        <p:spPr>
          <a:xfrm>
            <a:off x="4913522" y="91196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93" name="Table 5">
            <a:extLst>
              <a:ext uri="{FF2B5EF4-FFF2-40B4-BE49-F238E27FC236}">
                <a16:creationId xmlns:a16="http://schemas.microsoft.com/office/drawing/2014/main" id="{67435837-9495-0C84-3ECD-9CE803F71C22}"/>
              </a:ext>
            </a:extLst>
          </p:cNvPr>
          <p:cNvGraphicFramePr>
            <a:graphicFrameLocks noGrp="1"/>
          </p:cNvGraphicFramePr>
          <p:nvPr/>
        </p:nvGraphicFramePr>
        <p:xfrm>
          <a:off x="6637734" y="814343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94" name="Oval 193">
            <a:extLst>
              <a:ext uri="{FF2B5EF4-FFF2-40B4-BE49-F238E27FC236}">
                <a16:creationId xmlns:a16="http://schemas.microsoft.com/office/drawing/2014/main" id="{13146D88-12C2-C912-76EE-727B7AD66FBF}"/>
              </a:ext>
            </a:extLst>
          </p:cNvPr>
          <p:cNvSpPr/>
          <p:nvPr/>
        </p:nvSpPr>
        <p:spPr>
          <a:xfrm>
            <a:off x="6894722" y="91196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95" name="Table 5">
            <a:extLst>
              <a:ext uri="{FF2B5EF4-FFF2-40B4-BE49-F238E27FC236}">
                <a16:creationId xmlns:a16="http://schemas.microsoft.com/office/drawing/2014/main" id="{65711250-0002-3722-1702-D5B167FD4FD1}"/>
              </a:ext>
            </a:extLst>
          </p:cNvPr>
          <p:cNvGraphicFramePr>
            <a:graphicFrameLocks noGrp="1"/>
          </p:cNvGraphicFramePr>
          <p:nvPr/>
        </p:nvGraphicFramePr>
        <p:xfrm>
          <a:off x="8672116" y="814343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96" name="Oval 195">
            <a:extLst>
              <a:ext uri="{FF2B5EF4-FFF2-40B4-BE49-F238E27FC236}">
                <a16:creationId xmlns:a16="http://schemas.microsoft.com/office/drawing/2014/main" id="{4A87EC68-39D0-FEB8-64AD-8C2EE24FC14E}"/>
              </a:ext>
            </a:extLst>
          </p:cNvPr>
          <p:cNvSpPr/>
          <p:nvPr/>
        </p:nvSpPr>
        <p:spPr>
          <a:xfrm>
            <a:off x="8926722" y="91196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97" name="Table 5">
            <a:extLst>
              <a:ext uri="{FF2B5EF4-FFF2-40B4-BE49-F238E27FC236}">
                <a16:creationId xmlns:a16="http://schemas.microsoft.com/office/drawing/2014/main" id="{BEF0705C-E694-ADAA-8896-9F6AFCC0D69A}"/>
              </a:ext>
            </a:extLst>
          </p:cNvPr>
          <p:cNvGraphicFramePr>
            <a:graphicFrameLocks noGrp="1"/>
          </p:cNvGraphicFramePr>
          <p:nvPr/>
        </p:nvGraphicFramePr>
        <p:xfrm>
          <a:off x="511203" y="1928321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98" name="Oval 197">
            <a:extLst>
              <a:ext uri="{FF2B5EF4-FFF2-40B4-BE49-F238E27FC236}">
                <a16:creationId xmlns:a16="http://schemas.microsoft.com/office/drawing/2014/main" id="{C378FE2A-AB8B-3D2E-5A90-F5C1DD3C70E7}"/>
              </a:ext>
            </a:extLst>
          </p:cNvPr>
          <p:cNvSpPr/>
          <p:nvPr/>
        </p:nvSpPr>
        <p:spPr>
          <a:xfrm>
            <a:off x="769778" y="202594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199" name="Table 5">
            <a:extLst>
              <a:ext uri="{FF2B5EF4-FFF2-40B4-BE49-F238E27FC236}">
                <a16:creationId xmlns:a16="http://schemas.microsoft.com/office/drawing/2014/main" id="{D425A215-6741-A334-4BA0-E0400141E92B}"/>
              </a:ext>
            </a:extLst>
          </p:cNvPr>
          <p:cNvGraphicFramePr>
            <a:graphicFrameLocks noGrp="1"/>
          </p:cNvGraphicFramePr>
          <p:nvPr/>
        </p:nvGraphicFramePr>
        <p:xfrm>
          <a:off x="2440651" y="1928321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00" name="Oval 199">
            <a:extLst>
              <a:ext uri="{FF2B5EF4-FFF2-40B4-BE49-F238E27FC236}">
                <a16:creationId xmlns:a16="http://schemas.microsoft.com/office/drawing/2014/main" id="{0BEBC649-CF71-AAD3-9240-F2D2BDB7B112}"/>
              </a:ext>
            </a:extLst>
          </p:cNvPr>
          <p:cNvSpPr/>
          <p:nvPr/>
        </p:nvSpPr>
        <p:spPr>
          <a:xfrm>
            <a:off x="2697638" y="202594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201" name="Table 5">
            <a:extLst>
              <a:ext uri="{FF2B5EF4-FFF2-40B4-BE49-F238E27FC236}">
                <a16:creationId xmlns:a16="http://schemas.microsoft.com/office/drawing/2014/main" id="{715BF2A4-CA5A-A340-1CE8-F631B3879831}"/>
              </a:ext>
            </a:extLst>
          </p:cNvPr>
          <p:cNvGraphicFramePr>
            <a:graphicFrameLocks noGrp="1"/>
          </p:cNvGraphicFramePr>
          <p:nvPr/>
        </p:nvGraphicFramePr>
        <p:xfrm>
          <a:off x="8549138" y="1928321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02" name="Oval 201">
            <a:extLst>
              <a:ext uri="{FF2B5EF4-FFF2-40B4-BE49-F238E27FC236}">
                <a16:creationId xmlns:a16="http://schemas.microsoft.com/office/drawing/2014/main" id="{62970D42-2F57-CA07-419B-23455D30768A}"/>
              </a:ext>
            </a:extLst>
          </p:cNvPr>
          <p:cNvSpPr/>
          <p:nvPr/>
        </p:nvSpPr>
        <p:spPr>
          <a:xfrm>
            <a:off x="8803745" y="202594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203" name="Table 5">
            <a:extLst>
              <a:ext uri="{FF2B5EF4-FFF2-40B4-BE49-F238E27FC236}">
                <a16:creationId xmlns:a16="http://schemas.microsoft.com/office/drawing/2014/main" id="{483032AC-E5C4-F576-3B83-B95F2FE36B77}"/>
              </a:ext>
            </a:extLst>
          </p:cNvPr>
          <p:cNvGraphicFramePr>
            <a:graphicFrameLocks noGrp="1"/>
          </p:cNvGraphicFramePr>
          <p:nvPr/>
        </p:nvGraphicFramePr>
        <p:xfrm>
          <a:off x="404206" y="3069995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04" name="Oval 203">
            <a:extLst>
              <a:ext uri="{FF2B5EF4-FFF2-40B4-BE49-F238E27FC236}">
                <a16:creationId xmlns:a16="http://schemas.microsoft.com/office/drawing/2014/main" id="{DB9EE043-65E1-662E-D0E5-7680768E78E4}"/>
              </a:ext>
            </a:extLst>
          </p:cNvPr>
          <p:cNvSpPr/>
          <p:nvPr/>
        </p:nvSpPr>
        <p:spPr>
          <a:xfrm>
            <a:off x="658813" y="3167615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205" name="Table 5">
            <a:extLst>
              <a:ext uri="{FF2B5EF4-FFF2-40B4-BE49-F238E27FC236}">
                <a16:creationId xmlns:a16="http://schemas.microsoft.com/office/drawing/2014/main" id="{0BA50ACF-C388-88EA-8043-C79C74AEBA8A}"/>
              </a:ext>
            </a:extLst>
          </p:cNvPr>
          <p:cNvGraphicFramePr>
            <a:graphicFrameLocks noGrp="1"/>
          </p:cNvGraphicFramePr>
          <p:nvPr/>
        </p:nvGraphicFramePr>
        <p:xfrm>
          <a:off x="6529235" y="1928321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06" name="Oval 205">
            <a:extLst>
              <a:ext uri="{FF2B5EF4-FFF2-40B4-BE49-F238E27FC236}">
                <a16:creationId xmlns:a16="http://schemas.microsoft.com/office/drawing/2014/main" id="{91AB263A-E445-7B75-85AE-421FFB004452}"/>
              </a:ext>
            </a:extLst>
          </p:cNvPr>
          <p:cNvSpPr/>
          <p:nvPr/>
        </p:nvSpPr>
        <p:spPr>
          <a:xfrm>
            <a:off x="6786223" y="202594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207" name="Table 5">
            <a:extLst>
              <a:ext uri="{FF2B5EF4-FFF2-40B4-BE49-F238E27FC236}">
                <a16:creationId xmlns:a16="http://schemas.microsoft.com/office/drawing/2014/main" id="{7B49548E-C803-3F8C-F195-7FBA98738F6D}"/>
              </a:ext>
            </a:extLst>
          </p:cNvPr>
          <p:cNvGraphicFramePr>
            <a:graphicFrameLocks noGrp="1"/>
          </p:cNvGraphicFramePr>
          <p:nvPr/>
        </p:nvGraphicFramePr>
        <p:xfrm>
          <a:off x="4513096" y="1936633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08" name="Oval 207">
            <a:extLst>
              <a:ext uri="{FF2B5EF4-FFF2-40B4-BE49-F238E27FC236}">
                <a16:creationId xmlns:a16="http://schemas.microsoft.com/office/drawing/2014/main" id="{2171AAC9-587F-D70D-0781-59FA1124D56C}"/>
              </a:ext>
            </a:extLst>
          </p:cNvPr>
          <p:cNvSpPr/>
          <p:nvPr/>
        </p:nvSpPr>
        <p:spPr>
          <a:xfrm>
            <a:off x="4772465" y="203425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209" name="Table 5">
            <a:extLst>
              <a:ext uri="{FF2B5EF4-FFF2-40B4-BE49-F238E27FC236}">
                <a16:creationId xmlns:a16="http://schemas.microsoft.com/office/drawing/2014/main" id="{8511CA08-6CDD-5A6E-8E1D-CED34057A48B}"/>
              </a:ext>
            </a:extLst>
          </p:cNvPr>
          <p:cNvGraphicFramePr>
            <a:graphicFrameLocks noGrp="1"/>
          </p:cNvGraphicFramePr>
          <p:nvPr/>
        </p:nvGraphicFramePr>
        <p:xfrm>
          <a:off x="2352255" y="3069995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10" name="Oval 209">
            <a:extLst>
              <a:ext uri="{FF2B5EF4-FFF2-40B4-BE49-F238E27FC236}">
                <a16:creationId xmlns:a16="http://schemas.microsoft.com/office/drawing/2014/main" id="{0B2082C2-6940-2BFC-128B-DA2C0426A628}"/>
              </a:ext>
            </a:extLst>
          </p:cNvPr>
          <p:cNvSpPr/>
          <p:nvPr/>
        </p:nvSpPr>
        <p:spPr>
          <a:xfrm>
            <a:off x="2606862" y="3167615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211" name="Table 5">
            <a:extLst>
              <a:ext uri="{FF2B5EF4-FFF2-40B4-BE49-F238E27FC236}">
                <a16:creationId xmlns:a16="http://schemas.microsoft.com/office/drawing/2014/main" id="{DCF57059-C938-F1A2-B113-9A39D96EDC94}"/>
              </a:ext>
            </a:extLst>
          </p:cNvPr>
          <p:cNvGraphicFramePr>
            <a:graphicFrameLocks noGrp="1"/>
          </p:cNvGraphicFramePr>
          <p:nvPr/>
        </p:nvGraphicFramePr>
        <p:xfrm>
          <a:off x="4409070" y="3069995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12" name="Oval 211">
            <a:extLst>
              <a:ext uri="{FF2B5EF4-FFF2-40B4-BE49-F238E27FC236}">
                <a16:creationId xmlns:a16="http://schemas.microsoft.com/office/drawing/2014/main" id="{DA5C8D1E-5DD6-6B57-30B2-D232C09F301F}"/>
              </a:ext>
            </a:extLst>
          </p:cNvPr>
          <p:cNvSpPr/>
          <p:nvPr/>
        </p:nvSpPr>
        <p:spPr>
          <a:xfrm>
            <a:off x="4663677" y="3167615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213" name="Table 5">
            <a:extLst>
              <a:ext uri="{FF2B5EF4-FFF2-40B4-BE49-F238E27FC236}">
                <a16:creationId xmlns:a16="http://schemas.microsoft.com/office/drawing/2014/main" id="{D7C3F78D-2694-971C-2F0F-B5898F2D0E9F}"/>
              </a:ext>
            </a:extLst>
          </p:cNvPr>
          <p:cNvGraphicFramePr>
            <a:graphicFrameLocks noGrp="1"/>
          </p:cNvGraphicFramePr>
          <p:nvPr/>
        </p:nvGraphicFramePr>
        <p:xfrm>
          <a:off x="6390269" y="3069995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14" name="Oval 213">
            <a:extLst>
              <a:ext uri="{FF2B5EF4-FFF2-40B4-BE49-F238E27FC236}">
                <a16:creationId xmlns:a16="http://schemas.microsoft.com/office/drawing/2014/main" id="{09F55021-0F07-53BE-3EEB-9666AE5989D9}"/>
              </a:ext>
            </a:extLst>
          </p:cNvPr>
          <p:cNvSpPr/>
          <p:nvPr/>
        </p:nvSpPr>
        <p:spPr>
          <a:xfrm>
            <a:off x="6644876" y="3167615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215" name="Table 5">
            <a:extLst>
              <a:ext uri="{FF2B5EF4-FFF2-40B4-BE49-F238E27FC236}">
                <a16:creationId xmlns:a16="http://schemas.microsoft.com/office/drawing/2014/main" id="{0E8467DE-8562-6918-C1E1-F669E70C15AF}"/>
              </a:ext>
            </a:extLst>
          </p:cNvPr>
          <p:cNvGraphicFramePr>
            <a:graphicFrameLocks noGrp="1"/>
          </p:cNvGraphicFramePr>
          <p:nvPr/>
        </p:nvGraphicFramePr>
        <p:xfrm>
          <a:off x="8421819" y="3069995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16" name="Oval 215">
            <a:extLst>
              <a:ext uri="{FF2B5EF4-FFF2-40B4-BE49-F238E27FC236}">
                <a16:creationId xmlns:a16="http://schemas.microsoft.com/office/drawing/2014/main" id="{6D929C44-DC86-CB4C-C695-93B179C19B6E}"/>
              </a:ext>
            </a:extLst>
          </p:cNvPr>
          <p:cNvSpPr/>
          <p:nvPr/>
        </p:nvSpPr>
        <p:spPr>
          <a:xfrm>
            <a:off x="8676426" y="3167615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8AEC03BA-2790-2C8D-1F8A-862C12CDF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868056"/>
              </p:ext>
            </p:extLst>
          </p:nvPr>
        </p:nvGraphicFramePr>
        <p:xfrm>
          <a:off x="530412" y="5310206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6C34BCF9-7EDB-B259-B0B1-422A2622E2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894437"/>
              </p:ext>
            </p:extLst>
          </p:nvPr>
        </p:nvGraphicFramePr>
        <p:xfrm>
          <a:off x="2352255" y="5310206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0DAAD75E-6CC4-6EB0-0990-44FADB5B4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618854"/>
              </p:ext>
            </p:extLst>
          </p:nvPr>
        </p:nvGraphicFramePr>
        <p:xfrm>
          <a:off x="4535276" y="5310206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36" name="Table 5">
            <a:extLst>
              <a:ext uri="{FF2B5EF4-FFF2-40B4-BE49-F238E27FC236}">
                <a16:creationId xmlns:a16="http://schemas.microsoft.com/office/drawing/2014/main" id="{D6221678-1D31-D168-CB2C-1E8D15B3FE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692132"/>
              </p:ext>
            </p:extLst>
          </p:nvPr>
        </p:nvGraphicFramePr>
        <p:xfrm>
          <a:off x="6390269" y="5310206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38" name="Table 5">
            <a:extLst>
              <a:ext uri="{FF2B5EF4-FFF2-40B4-BE49-F238E27FC236}">
                <a16:creationId xmlns:a16="http://schemas.microsoft.com/office/drawing/2014/main" id="{9EB1A827-2DF1-27BA-6DA2-833EE71390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653672"/>
              </p:ext>
            </p:extLst>
          </p:nvPr>
        </p:nvGraphicFramePr>
        <p:xfrm>
          <a:off x="8421819" y="5310206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id="{51037B0F-1FA2-B4BA-2A73-2FE83F3B15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710135"/>
              </p:ext>
            </p:extLst>
          </p:nvPr>
        </p:nvGraphicFramePr>
        <p:xfrm>
          <a:off x="675669" y="4176923"/>
          <a:ext cx="587692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42" name="Table 5">
            <a:extLst>
              <a:ext uri="{FF2B5EF4-FFF2-40B4-BE49-F238E27FC236}">
                <a16:creationId xmlns:a16="http://schemas.microsoft.com/office/drawing/2014/main" id="{03748425-F8FE-7F83-5380-16B5D13C61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2294"/>
              </p:ext>
            </p:extLst>
          </p:nvPr>
        </p:nvGraphicFramePr>
        <p:xfrm>
          <a:off x="2509417" y="4176923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44" name="Table 5">
            <a:extLst>
              <a:ext uri="{FF2B5EF4-FFF2-40B4-BE49-F238E27FC236}">
                <a16:creationId xmlns:a16="http://schemas.microsoft.com/office/drawing/2014/main" id="{8973F7A7-2F8F-0E01-B3C0-0A218CC81D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420654"/>
              </p:ext>
            </p:extLst>
          </p:nvPr>
        </p:nvGraphicFramePr>
        <p:xfrm>
          <a:off x="4409070" y="4176923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46" name="Table 5">
            <a:extLst>
              <a:ext uri="{FF2B5EF4-FFF2-40B4-BE49-F238E27FC236}">
                <a16:creationId xmlns:a16="http://schemas.microsoft.com/office/drawing/2014/main" id="{A249CC30-547F-E0B1-0BFF-5F99130609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451392"/>
              </p:ext>
            </p:extLst>
          </p:nvPr>
        </p:nvGraphicFramePr>
        <p:xfrm>
          <a:off x="6390269" y="4176923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48" name="Table 5">
            <a:extLst>
              <a:ext uri="{FF2B5EF4-FFF2-40B4-BE49-F238E27FC236}">
                <a16:creationId xmlns:a16="http://schemas.microsoft.com/office/drawing/2014/main" id="{23B10174-316A-6346-2E6C-4A7084C207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436120"/>
              </p:ext>
            </p:extLst>
          </p:nvPr>
        </p:nvGraphicFramePr>
        <p:xfrm>
          <a:off x="8421819" y="4176923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50" name="Table 5">
            <a:extLst>
              <a:ext uri="{FF2B5EF4-FFF2-40B4-BE49-F238E27FC236}">
                <a16:creationId xmlns:a16="http://schemas.microsoft.com/office/drawing/2014/main" id="{7B6BD429-E820-DB10-B4E0-9CB51FD949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140818"/>
              </p:ext>
            </p:extLst>
          </p:nvPr>
        </p:nvGraphicFramePr>
        <p:xfrm>
          <a:off x="6433557" y="6429767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52" name="Table 5">
            <a:extLst>
              <a:ext uri="{FF2B5EF4-FFF2-40B4-BE49-F238E27FC236}">
                <a16:creationId xmlns:a16="http://schemas.microsoft.com/office/drawing/2014/main" id="{3B03A4F8-028E-2458-02ED-01329BFE72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124989"/>
              </p:ext>
            </p:extLst>
          </p:nvPr>
        </p:nvGraphicFramePr>
        <p:xfrm>
          <a:off x="530411" y="6425984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54" name="Table 5">
            <a:extLst>
              <a:ext uri="{FF2B5EF4-FFF2-40B4-BE49-F238E27FC236}">
                <a16:creationId xmlns:a16="http://schemas.microsoft.com/office/drawing/2014/main" id="{6E1048DD-6A58-E099-89CA-1B094379A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567955"/>
              </p:ext>
            </p:extLst>
          </p:nvPr>
        </p:nvGraphicFramePr>
        <p:xfrm>
          <a:off x="4402007" y="6425984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56" name="Table 5">
            <a:extLst>
              <a:ext uri="{FF2B5EF4-FFF2-40B4-BE49-F238E27FC236}">
                <a16:creationId xmlns:a16="http://schemas.microsoft.com/office/drawing/2014/main" id="{AC84E3E3-4015-A9BA-A745-39BCD2F472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962738"/>
              </p:ext>
            </p:extLst>
          </p:nvPr>
        </p:nvGraphicFramePr>
        <p:xfrm>
          <a:off x="2356749" y="6425984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58" name="Table 5">
            <a:extLst>
              <a:ext uri="{FF2B5EF4-FFF2-40B4-BE49-F238E27FC236}">
                <a16:creationId xmlns:a16="http://schemas.microsoft.com/office/drawing/2014/main" id="{C6959D9D-D17E-D8B8-DCE4-B957D87356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384937"/>
              </p:ext>
            </p:extLst>
          </p:nvPr>
        </p:nvGraphicFramePr>
        <p:xfrm>
          <a:off x="8418499" y="6429767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9790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0" y="7620"/>
            <a:ext cx="988255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883251" y="-24041"/>
            <a:ext cx="22206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chemeClr val="bg1">
                    <a:lumMod val="50000"/>
                  </a:schemeClr>
                </a:solidFill>
                <a:latin typeface="Eras Bold ITC" panose="020B0907030504020204" pitchFamily="34" charset="0"/>
              </a:rPr>
              <a:t>Ондуктарды түзүү</a:t>
            </a:r>
            <a:endParaRPr lang="en-GB" sz="2000" b="1" dirty="0">
              <a:solidFill>
                <a:schemeClr val="bg1">
                  <a:lumMod val="50000"/>
                </a:schemeClr>
              </a:solidFill>
              <a:latin typeface="Eras Bold ITC" panose="020B09070305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F6DD8D-7F52-4908-A09A-42AD3C940913}"/>
                  </a:ext>
                </a:extLst>
              </p:cNvPr>
              <p:cNvSpPr txBox="1"/>
              <p:nvPr/>
            </p:nvSpPr>
            <p:spPr>
              <a:xfrm>
                <a:off x="623796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2+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F6DD8D-7F52-4908-A09A-42AD3C940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796" y="314072"/>
                <a:ext cx="658577" cy="438069"/>
              </a:xfrm>
              <a:prstGeom prst="rect">
                <a:avLst/>
              </a:prstGeom>
              <a:blipFill>
                <a:blip r:embed="rId2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4272529" y="22126"/>
            <a:ext cx="5537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1200" dirty="0"/>
              <a:t>Ар бир бөлчөк эсебин ондукка айлантыңыз. Биринчиси силер үчүн жасалды.</a:t>
            </a:r>
            <a:endParaRPr lang="en-GB" sz="1200" dirty="0"/>
          </a:p>
        </p:txBody>
      </p:sp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C4C45624-CD2C-4E3D-BA18-7BEC9A5891C9}"/>
              </a:ext>
            </a:extLst>
          </p:cNvPr>
          <p:cNvGraphicFramePr>
            <a:graphicFrameLocks noGrp="1"/>
          </p:cNvGraphicFramePr>
          <p:nvPr/>
        </p:nvGraphicFramePr>
        <p:xfrm>
          <a:off x="662247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896F45DF-7CF7-4DF7-B283-C5906DF0A6C5}"/>
              </a:ext>
            </a:extLst>
          </p:cNvPr>
          <p:cNvSpPr txBox="1"/>
          <p:nvPr/>
        </p:nvSpPr>
        <p:spPr>
          <a:xfrm>
            <a:off x="-26807" y="406339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02C6F2C-5F73-4DF0-AB60-0A3A0ADF50A0}"/>
              </a:ext>
            </a:extLst>
          </p:cNvPr>
          <p:cNvSpPr/>
          <p:nvPr/>
        </p:nvSpPr>
        <p:spPr>
          <a:xfrm>
            <a:off x="913606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A830CD5-598A-40D8-9D17-12A23B4802F8}"/>
                  </a:ext>
                </a:extLst>
              </p:cNvPr>
              <p:cNvSpPr txBox="1"/>
              <p:nvPr/>
            </p:nvSpPr>
            <p:spPr>
              <a:xfrm>
                <a:off x="2566896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4+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A830CD5-598A-40D8-9D17-12A23B480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896" y="314072"/>
                <a:ext cx="658577" cy="438069"/>
              </a:xfrm>
              <a:prstGeom prst="rect">
                <a:avLst/>
              </a:prstGeom>
              <a:blipFill>
                <a:blip r:embed="rId3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Table 5">
            <a:extLst>
              <a:ext uri="{FF2B5EF4-FFF2-40B4-BE49-F238E27FC236}">
                <a16:creationId xmlns:a16="http://schemas.microsoft.com/office/drawing/2014/main" id="{03EA108A-CC8F-4F6F-9173-00D70665AB92}"/>
              </a:ext>
            </a:extLst>
          </p:cNvPr>
          <p:cNvGraphicFramePr>
            <a:graphicFrameLocks noGrp="1"/>
          </p:cNvGraphicFramePr>
          <p:nvPr/>
        </p:nvGraphicFramePr>
        <p:xfrm>
          <a:off x="2602099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B7F5F247-EF76-423C-8908-5E8CD32165F8}"/>
              </a:ext>
            </a:extLst>
          </p:cNvPr>
          <p:cNvSpPr txBox="1"/>
          <p:nvPr/>
        </p:nvSpPr>
        <p:spPr>
          <a:xfrm>
            <a:off x="1912285" y="406339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5535105-06C9-4793-A040-FAABACDBFD82}"/>
              </a:ext>
            </a:extLst>
          </p:cNvPr>
          <p:cNvSpPr/>
          <p:nvPr/>
        </p:nvSpPr>
        <p:spPr>
          <a:xfrm>
            <a:off x="2856706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ABA56DE-2733-45CA-B8D6-0D6528213CB1}"/>
                  </a:ext>
                </a:extLst>
              </p:cNvPr>
              <p:cNvSpPr txBox="1"/>
              <p:nvPr/>
            </p:nvSpPr>
            <p:spPr>
              <a:xfrm>
                <a:off x="4623712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5+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ABA56DE-2733-45CA-B8D6-0D6528213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3712" y="314072"/>
                <a:ext cx="658577" cy="438069"/>
              </a:xfrm>
              <a:prstGeom prst="rect">
                <a:avLst/>
              </a:prstGeom>
              <a:blipFill>
                <a:blip r:embed="rId4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id="{ECED3364-B4EA-41C3-AC09-ED5DFF678927}"/>
              </a:ext>
            </a:extLst>
          </p:cNvPr>
          <p:cNvGraphicFramePr>
            <a:graphicFrameLocks noGrp="1"/>
          </p:cNvGraphicFramePr>
          <p:nvPr/>
        </p:nvGraphicFramePr>
        <p:xfrm>
          <a:off x="4661297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B43B9F84-DD4E-41E9-BF0E-C804DB4AB107}"/>
              </a:ext>
            </a:extLst>
          </p:cNvPr>
          <p:cNvSpPr txBox="1"/>
          <p:nvPr/>
        </p:nvSpPr>
        <p:spPr>
          <a:xfrm>
            <a:off x="3973109" y="406339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28F0183-E278-4C22-AC9E-B068540E8AEC}"/>
              </a:ext>
            </a:extLst>
          </p:cNvPr>
          <p:cNvSpPr/>
          <p:nvPr/>
        </p:nvSpPr>
        <p:spPr>
          <a:xfrm>
            <a:off x="4913522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EF6F77C-D551-49CD-AF2F-40D4F0510996}"/>
                  </a:ext>
                </a:extLst>
              </p:cNvPr>
              <p:cNvSpPr txBox="1"/>
              <p:nvPr/>
            </p:nvSpPr>
            <p:spPr>
              <a:xfrm>
                <a:off x="6604912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2−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EF6F77C-D551-49CD-AF2F-40D4F0510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912" y="314072"/>
                <a:ext cx="658577" cy="438069"/>
              </a:xfrm>
              <a:prstGeom prst="rect">
                <a:avLst/>
              </a:prstGeom>
              <a:blipFill>
                <a:blip r:embed="rId5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4" name="Table 5">
            <a:extLst>
              <a:ext uri="{FF2B5EF4-FFF2-40B4-BE49-F238E27FC236}">
                <a16:creationId xmlns:a16="http://schemas.microsoft.com/office/drawing/2014/main" id="{65CFC43D-E24E-4092-BCD7-E56B824FE1F2}"/>
              </a:ext>
            </a:extLst>
          </p:cNvPr>
          <p:cNvGraphicFramePr>
            <a:graphicFrameLocks noGrp="1"/>
          </p:cNvGraphicFramePr>
          <p:nvPr/>
        </p:nvGraphicFramePr>
        <p:xfrm>
          <a:off x="6637734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150DEBD3-CB44-4388-BC95-5D0B86B3AB51}"/>
              </a:ext>
            </a:extLst>
          </p:cNvPr>
          <p:cNvSpPr txBox="1"/>
          <p:nvPr/>
        </p:nvSpPr>
        <p:spPr>
          <a:xfrm>
            <a:off x="5964728" y="406339"/>
            <a:ext cx="2840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FFD545C-51B7-4B16-BD53-91445EF6D9EC}"/>
              </a:ext>
            </a:extLst>
          </p:cNvPr>
          <p:cNvSpPr/>
          <p:nvPr/>
        </p:nvSpPr>
        <p:spPr>
          <a:xfrm>
            <a:off x="6894722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797B71B-1057-4D3C-BF4C-2108588DBEDA}"/>
                  </a:ext>
                </a:extLst>
              </p:cNvPr>
              <p:cNvSpPr txBox="1"/>
              <p:nvPr/>
            </p:nvSpPr>
            <p:spPr>
              <a:xfrm>
                <a:off x="8636912" y="314072"/>
                <a:ext cx="65857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797B71B-1057-4D3C-BF4C-2108588DB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912" y="314072"/>
                <a:ext cx="658577" cy="438069"/>
              </a:xfrm>
              <a:prstGeom prst="rect">
                <a:avLst/>
              </a:prstGeom>
              <a:blipFill>
                <a:blip r:embed="rId6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8" name="Table 5">
            <a:extLst>
              <a:ext uri="{FF2B5EF4-FFF2-40B4-BE49-F238E27FC236}">
                <a16:creationId xmlns:a16="http://schemas.microsoft.com/office/drawing/2014/main" id="{5BBE3269-FEBB-4856-8A51-A9B297E92283}"/>
              </a:ext>
            </a:extLst>
          </p:cNvPr>
          <p:cNvGraphicFramePr>
            <a:graphicFrameLocks noGrp="1"/>
          </p:cNvGraphicFramePr>
          <p:nvPr/>
        </p:nvGraphicFramePr>
        <p:xfrm>
          <a:off x="8672116" y="805959"/>
          <a:ext cx="5904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12DC47A6-016E-4228-BA6A-808651E498E8}"/>
              </a:ext>
            </a:extLst>
          </p:cNvPr>
          <p:cNvSpPr txBox="1"/>
          <p:nvPr/>
        </p:nvSpPr>
        <p:spPr>
          <a:xfrm>
            <a:off x="7979897" y="406339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4A49337-F03B-41BE-845D-8110F4737B61}"/>
              </a:ext>
            </a:extLst>
          </p:cNvPr>
          <p:cNvSpPr/>
          <p:nvPr/>
        </p:nvSpPr>
        <p:spPr>
          <a:xfrm>
            <a:off x="8926722" y="90357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EA2C39B-09DE-4CE2-9C64-6DEE8E1CE040}"/>
                  </a:ext>
                </a:extLst>
              </p:cNvPr>
              <p:cNvSpPr txBox="1"/>
              <p:nvPr/>
            </p:nvSpPr>
            <p:spPr>
              <a:xfrm>
                <a:off x="613065" y="1428050"/>
                <a:ext cx="743537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8+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EA2C39B-09DE-4CE2-9C64-6DEE8E1CE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065" y="1428050"/>
                <a:ext cx="743537" cy="443006"/>
              </a:xfrm>
              <a:prstGeom prst="rect">
                <a:avLst/>
              </a:prstGeom>
              <a:blipFill>
                <a:blip r:embed="rId7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2" name="Table 5">
            <a:extLst>
              <a:ext uri="{FF2B5EF4-FFF2-40B4-BE49-F238E27FC236}">
                <a16:creationId xmlns:a16="http://schemas.microsoft.com/office/drawing/2014/main" id="{FDC08DDC-07A3-4690-9C48-1A1D07AE49D8}"/>
              </a:ext>
            </a:extLst>
          </p:cNvPr>
          <p:cNvGraphicFramePr>
            <a:graphicFrameLocks noGrp="1"/>
          </p:cNvGraphicFramePr>
          <p:nvPr/>
        </p:nvGraphicFramePr>
        <p:xfrm>
          <a:off x="511203" y="1919937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ACC47065-ED4E-4EDD-BF91-F77533D56EEA}"/>
              </a:ext>
            </a:extLst>
          </p:cNvPr>
          <p:cNvSpPr txBox="1"/>
          <p:nvPr/>
        </p:nvSpPr>
        <p:spPr>
          <a:xfrm>
            <a:off x="-28411" y="152031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2EA775A-A30A-49D4-9B2B-AFA7CA7316DA}"/>
              </a:ext>
            </a:extLst>
          </p:cNvPr>
          <p:cNvSpPr/>
          <p:nvPr/>
        </p:nvSpPr>
        <p:spPr>
          <a:xfrm>
            <a:off x="769778" y="201755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FF4435E-35C3-419E-A5FF-7B918FA226E1}"/>
                  </a:ext>
                </a:extLst>
              </p:cNvPr>
              <p:cNvSpPr txBox="1"/>
              <p:nvPr/>
            </p:nvSpPr>
            <p:spPr>
              <a:xfrm>
                <a:off x="2556165" y="1428050"/>
                <a:ext cx="743537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2+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FF4435E-35C3-419E-A5FF-7B918FA22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165" y="1428050"/>
                <a:ext cx="743537" cy="44300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6" name="Table 5">
            <a:extLst>
              <a:ext uri="{FF2B5EF4-FFF2-40B4-BE49-F238E27FC236}">
                <a16:creationId xmlns:a16="http://schemas.microsoft.com/office/drawing/2014/main" id="{B68C734E-6B25-4C78-91D3-6072663CA4D6}"/>
              </a:ext>
            </a:extLst>
          </p:cNvPr>
          <p:cNvGraphicFramePr>
            <a:graphicFrameLocks noGrp="1"/>
          </p:cNvGraphicFramePr>
          <p:nvPr/>
        </p:nvGraphicFramePr>
        <p:xfrm>
          <a:off x="2440651" y="1919937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57" name="TextBox 56">
            <a:extLst>
              <a:ext uri="{FF2B5EF4-FFF2-40B4-BE49-F238E27FC236}">
                <a16:creationId xmlns:a16="http://schemas.microsoft.com/office/drawing/2014/main" id="{D631B449-CAC6-41FC-ACB6-D28692CE2BD3}"/>
              </a:ext>
            </a:extLst>
          </p:cNvPr>
          <p:cNvSpPr txBox="1"/>
          <p:nvPr/>
        </p:nvSpPr>
        <p:spPr>
          <a:xfrm>
            <a:off x="1914683" y="152031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ё)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2788B61-56EA-4187-A681-3A1F9DF7BF9F}"/>
              </a:ext>
            </a:extLst>
          </p:cNvPr>
          <p:cNvSpPr/>
          <p:nvPr/>
        </p:nvSpPr>
        <p:spPr>
          <a:xfrm>
            <a:off x="2697638" y="201755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CAF629B-BB82-4579-BF01-0EA46B992976}"/>
                  </a:ext>
                </a:extLst>
              </p:cNvPr>
              <p:cNvSpPr txBox="1"/>
              <p:nvPr/>
            </p:nvSpPr>
            <p:spPr>
              <a:xfrm>
                <a:off x="8624172" y="1428050"/>
                <a:ext cx="74353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CAF629B-BB82-4579-BF01-0EA46B992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4172" y="1428050"/>
                <a:ext cx="743537" cy="439223"/>
              </a:xfrm>
              <a:prstGeom prst="rect">
                <a:avLst/>
              </a:prstGeom>
              <a:blipFill>
                <a:blip r:embed="rId9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8" name="Table 5">
            <a:extLst>
              <a:ext uri="{FF2B5EF4-FFF2-40B4-BE49-F238E27FC236}">
                <a16:creationId xmlns:a16="http://schemas.microsoft.com/office/drawing/2014/main" id="{068FE18D-9C25-4EF0-AB67-5F20D4D21A98}"/>
              </a:ext>
            </a:extLst>
          </p:cNvPr>
          <p:cNvGraphicFramePr>
            <a:graphicFrameLocks noGrp="1"/>
          </p:cNvGraphicFramePr>
          <p:nvPr/>
        </p:nvGraphicFramePr>
        <p:xfrm>
          <a:off x="8549138" y="1919937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69" name="TextBox 68">
            <a:extLst>
              <a:ext uri="{FF2B5EF4-FFF2-40B4-BE49-F238E27FC236}">
                <a16:creationId xmlns:a16="http://schemas.microsoft.com/office/drawing/2014/main" id="{2394A9A5-F766-413D-B27F-329B25C21E99}"/>
              </a:ext>
            </a:extLst>
          </p:cNvPr>
          <p:cNvSpPr txBox="1"/>
          <p:nvPr/>
        </p:nvSpPr>
        <p:spPr>
          <a:xfrm>
            <a:off x="7979490" y="1520317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E9A3C168-5254-4B4A-A65C-92D3BC3BDAE0}"/>
              </a:ext>
            </a:extLst>
          </p:cNvPr>
          <p:cNvSpPr/>
          <p:nvPr/>
        </p:nvSpPr>
        <p:spPr>
          <a:xfrm>
            <a:off x="8803745" y="201755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35AC5B0-9DB5-458B-87E6-776508984F57}"/>
                  </a:ext>
                </a:extLst>
              </p:cNvPr>
              <p:cNvSpPr txBox="1"/>
              <p:nvPr/>
            </p:nvSpPr>
            <p:spPr>
              <a:xfrm>
                <a:off x="570585" y="2569724"/>
                <a:ext cx="828497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4+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35AC5B0-9DB5-458B-87E6-776508984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585" y="2569724"/>
                <a:ext cx="828497" cy="438069"/>
              </a:xfrm>
              <a:prstGeom prst="rect">
                <a:avLst/>
              </a:prstGeom>
              <a:blipFill>
                <a:blip r:embed="rId10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2" name="Table 5">
            <a:extLst>
              <a:ext uri="{FF2B5EF4-FFF2-40B4-BE49-F238E27FC236}">
                <a16:creationId xmlns:a16="http://schemas.microsoft.com/office/drawing/2014/main" id="{B94D65C3-A2CF-4753-A43D-22A3CAC7D4EE}"/>
              </a:ext>
            </a:extLst>
          </p:cNvPr>
          <p:cNvGraphicFramePr>
            <a:graphicFrameLocks noGrp="1"/>
          </p:cNvGraphicFramePr>
          <p:nvPr/>
        </p:nvGraphicFramePr>
        <p:xfrm>
          <a:off x="404206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73" name="TextBox 72">
            <a:extLst>
              <a:ext uri="{FF2B5EF4-FFF2-40B4-BE49-F238E27FC236}">
                <a16:creationId xmlns:a16="http://schemas.microsoft.com/office/drawing/2014/main" id="{F528179D-D42F-4061-8D10-35AD06515766}"/>
              </a:ext>
            </a:extLst>
          </p:cNvPr>
          <p:cNvSpPr txBox="1"/>
          <p:nvPr/>
        </p:nvSpPr>
        <p:spPr>
          <a:xfrm>
            <a:off x="-31616" y="2661991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1226D68F-266D-43AA-AB2B-BA61D1702E56}"/>
              </a:ext>
            </a:extLst>
          </p:cNvPr>
          <p:cNvSpPr/>
          <p:nvPr/>
        </p:nvSpPr>
        <p:spPr>
          <a:xfrm>
            <a:off x="658813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F831C77-C237-41A2-BEAB-7487DCF0C37F}"/>
                  </a:ext>
                </a:extLst>
              </p:cNvPr>
              <p:cNvSpPr txBox="1"/>
              <p:nvPr/>
            </p:nvSpPr>
            <p:spPr>
              <a:xfrm>
                <a:off x="6591410" y="1428050"/>
                <a:ext cx="743537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5−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F831C77-C237-41A2-BEAB-7487DCF0C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410" y="1428050"/>
                <a:ext cx="743537" cy="44300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2" name="Table 5">
            <a:extLst>
              <a:ext uri="{FF2B5EF4-FFF2-40B4-BE49-F238E27FC236}">
                <a16:creationId xmlns:a16="http://schemas.microsoft.com/office/drawing/2014/main" id="{851E542C-B2BF-49FA-8562-EB034EA5622A}"/>
              </a:ext>
            </a:extLst>
          </p:cNvPr>
          <p:cNvGraphicFramePr>
            <a:graphicFrameLocks noGrp="1"/>
          </p:cNvGraphicFramePr>
          <p:nvPr/>
        </p:nvGraphicFramePr>
        <p:xfrm>
          <a:off x="6529235" y="1919937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83" name="TextBox 82">
            <a:extLst>
              <a:ext uri="{FF2B5EF4-FFF2-40B4-BE49-F238E27FC236}">
                <a16:creationId xmlns:a16="http://schemas.microsoft.com/office/drawing/2014/main" id="{F24C0B55-3CD4-4802-B8B5-2D5454A5EAE1}"/>
              </a:ext>
            </a:extLst>
          </p:cNvPr>
          <p:cNvSpPr txBox="1"/>
          <p:nvPr/>
        </p:nvSpPr>
        <p:spPr>
          <a:xfrm>
            <a:off x="5955546" y="1520317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з)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DFC434C3-D21D-426C-A5C3-43A29CE3FF9D}"/>
              </a:ext>
            </a:extLst>
          </p:cNvPr>
          <p:cNvSpPr/>
          <p:nvPr/>
        </p:nvSpPr>
        <p:spPr>
          <a:xfrm>
            <a:off x="6786223" y="201755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430CB6B-E17C-4007-BE28-4907048697E4}"/>
                  </a:ext>
                </a:extLst>
              </p:cNvPr>
              <p:cNvSpPr txBox="1"/>
              <p:nvPr/>
            </p:nvSpPr>
            <p:spPr>
              <a:xfrm>
                <a:off x="4438909" y="1436362"/>
                <a:ext cx="109722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430CB6B-E17C-4007-BE28-490704869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909" y="1436362"/>
                <a:ext cx="1097223" cy="439223"/>
              </a:xfrm>
              <a:prstGeom prst="rect">
                <a:avLst/>
              </a:prstGeom>
              <a:blipFill>
                <a:blip r:embed="rId1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6" name="Table 5">
            <a:extLst>
              <a:ext uri="{FF2B5EF4-FFF2-40B4-BE49-F238E27FC236}">
                <a16:creationId xmlns:a16="http://schemas.microsoft.com/office/drawing/2014/main" id="{C5210B38-4DE1-4D61-8B26-270CADEF3726}"/>
              </a:ext>
            </a:extLst>
          </p:cNvPr>
          <p:cNvGraphicFramePr>
            <a:graphicFrameLocks noGrp="1"/>
          </p:cNvGraphicFramePr>
          <p:nvPr/>
        </p:nvGraphicFramePr>
        <p:xfrm>
          <a:off x="4513096" y="1928249"/>
          <a:ext cx="885600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52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87" name="TextBox 86">
            <a:extLst>
              <a:ext uri="{FF2B5EF4-FFF2-40B4-BE49-F238E27FC236}">
                <a16:creationId xmlns:a16="http://schemas.microsoft.com/office/drawing/2014/main" id="{156E0388-A0FD-48B9-A166-A34F8FEB3F3B}"/>
              </a:ext>
            </a:extLst>
          </p:cNvPr>
          <p:cNvSpPr txBox="1"/>
          <p:nvPr/>
        </p:nvSpPr>
        <p:spPr>
          <a:xfrm>
            <a:off x="3959850" y="1528629"/>
            <a:ext cx="336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ж)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9F8C04A3-0263-4E4F-A1BE-3FC7C0F71E5F}"/>
              </a:ext>
            </a:extLst>
          </p:cNvPr>
          <p:cNvSpPr/>
          <p:nvPr/>
        </p:nvSpPr>
        <p:spPr>
          <a:xfrm>
            <a:off x="4772465" y="2025869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B50EA4A-7919-422D-BE1A-CC322ACD6430}"/>
                  </a:ext>
                </a:extLst>
              </p:cNvPr>
              <p:cNvSpPr txBox="1"/>
              <p:nvPr/>
            </p:nvSpPr>
            <p:spPr>
              <a:xfrm>
                <a:off x="2341792" y="2569724"/>
                <a:ext cx="118218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2+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B50EA4A-7919-422D-BE1A-CC322ACD6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1792" y="2569724"/>
                <a:ext cx="1182183" cy="43922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0" name="Table 5">
            <a:extLst>
              <a:ext uri="{FF2B5EF4-FFF2-40B4-BE49-F238E27FC236}">
                <a16:creationId xmlns:a16="http://schemas.microsoft.com/office/drawing/2014/main" id="{0E1EFAEE-EC1F-47F5-B89A-552869C1CEB6}"/>
              </a:ext>
            </a:extLst>
          </p:cNvPr>
          <p:cNvGraphicFramePr>
            <a:graphicFrameLocks noGrp="1"/>
          </p:cNvGraphicFramePr>
          <p:nvPr/>
        </p:nvGraphicFramePr>
        <p:xfrm>
          <a:off x="2352255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91" name="TextBox 90">
            <a:extLst>
              <a:ext uri="{FF2B5EF4-FFF2-40B4-BE49-F238E27FC236}">
                <a16:creationId xmlns:a16="http://schemas.microsoft.com/office/drawing/2014/main" id="{8785B667-9A30-4860-894C-E1FF5B756D8F}"/>
              </a:ext>
            </a:extLst>
          </p:cNvPr>
          <p:cNvSpPr txBox="1"/>
          <p:nvPr/>
        </p:nvSpPr>
        <p:spPr>
          <a:xfrm>
            <a:off x="1922043" y="2661991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5BC29309-628E-40B0-B016-B4B169A8BA57}"/>
              </a:ext>
            </a:extLst>
          </p:cNvPr>
          <p:cNvSpPr/>
          <p:nvPr/>
        </p:nvSpPr>
        <p:spPr>
          <a:xfrm>
            <a:off x="2606862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07B2D5C-AA8B-4841-9B30-FB0E382D7FCD}"/>
                  </a:ext>
                </a:extLst>
              </p:cNvPr>
              <p:cNvSpPr txBox="1"/>
              <p:nvPr/>
            </p:nvSpPr>
            <p:spPr>
              <a:xfrm>
                <a:off x="4179286" y="2569724"/>
                <a:ext cx="1620828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7+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07B2D5C-AA8B-4841-9B30-FB0E382D7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286" y="2569724"/>
                <a:ext cx="1620828" cy="443006"/>
              </a:xfrm>
              <a:prstGeom prst="rect">
                <a:avLst/>
              </a:prstGeom>
              <a:blipFill>
                <a:blip r:embed="rId14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4" name="Table 5">
            <a:extLst>
              <a:ext uri="{FF2B5EF4-FFF2-40B4-BE49-F238E27FC236}">
                <a16:creationId xmlns:a16="http://schemas.microsoft.com/office/drawing/2014/main" id="{BE4FAB7D-0CF0-4977-8413-8563DD176FF2}"/>
              </a:ext>
            </a:extLst>
          </p:cNvPr>
          <p:cNvGraphicFramePr>
            <a:graphicFrameLocks noGrp="1"/>
          </p:cNvGraphicFramePr>
          <p:nvPr/>
        </p:nvGraphicFramePr>
        <p:xfrm>
          <a:off x="4409070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95" name="TextBox 94">
            <a:extLst>
              <a:ext uri="{FF2B5EF4-FFF2-40B4-BE49-F238E27FC236}">
                <a16:creationId xmlns:a16="http://schemas.microsoft.com/office/drawing/2014/main" id="{7635C5EA-73D8-44B9-B679-0F79F63B0057}"/>
              </a:ext>
            </a:extLst>
          </p:cNvPr>
          <p:cNvSpPr txBox="1"/>
          <p:nvPr/>
        </p:nvSpPr>
        <p:spPr>
          <a:xfrm>
            <a:off x="3975653" y="2661991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82392329-7FFB-46C4-8C6C-9C17475B4729}"/>
              </a:ext>
            </a:extLst>
          </p:cNvPr>
          <p:cNvSpPr/>
          <p:nvPr/>
        </p:nvSpPr>
        <p:spPr>
          <a:xfrm>
            <a:off x="4663677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659DD95B-C059-45A5-B8F3-7309AD7D722C}"/>
                  </a:ext>
                </a:extLst>
              </p:cNvPr>
              <p:cNvSpPr txBox="1"/>
              <p:nvPr/>
            </p:nvSpPr>
            <p:spPr>
              <a:xfrm>
                <a:off x="6471691" y="2569724"/>
                <a:ext cx="99841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659DD95B-C059-45A5-B8F3-7309AD7D7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691" y="2569724"/>
                <a:ext cx="998415" cy="43922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8" name="Table 5">
            <a:extLst>
              <a:ext uri="{FF2B5EF4-FFF2-40B4-BE49-F238E27FC236}">
                <a16:creationId xmlns:a16="http://schemas.microsoft.com/office/drawing/2014/main" id="{6DBF1FC9-AE90-4C80-A9DD-E9F46C8052D3}"/>
              </a:ext>
            </a:extLst>
          </p:cNvPr>
          <p:cNvGraphicFramePr>
            <a:graphicFrameLocks noGrp="1"/>
          </p:cNvGraphicFramePr>
          <p:nvPr/>
        </p:nvGraphicFramePr>
        <p:xfrm>
          <a:off x="6390269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99" name="TextBox 98">
            <a:extLst>
              <a:ext uri="{FF2B5EF4-FFF2-40B4-BE49-F238E27FC236}">
                <a16:creationId xmlns:a16="http://schemas.microsoft.com/office/drawing/2014/main" id="{AE81D4AB-A9AD-4919-9EE7-A7A9D2057EA4}"/>
              </a:ext>
            </a:extLst>
          </p:cNvPr>
          <p:cNvSpPr txBox="1"/>
          <p:nvPr/>
        </p:nvSpPr>
        <p:spPr>
          <a:xfrm>
            <a:off x="5944028" y="2661991"/>
            <a:ext cx="335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CD343220-825C-456E-B6AB-CC7E7D1A515A}"/>
              </a:ext>
            </a:extLst>
          </p:cNvPr>
          <p:cNvSpPr/>
          <p:nvPr/>
        </p:nvSpPr>
        <p:spPr>
          <a:xfrm>
            <a:off x="6644876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4542B579-C589-45F8-A109-B618D65C2972}"/>
                  </a:ext>
                </a:extLst>
              </p:cNvPr>
              <p:cNvSpPr txBox="1"/>
              <p:nvPr/>
            </p:nvSpPr>
            <p:spPr>
              <a:xfrm>
                <a:off x="8588200" y="2569724"/>
                <a:ext cx="82849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3−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4542B579-C589-45F8-A109-B618D65C2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200" y="2569724"/>
                <a:ext cx="828497" cy="43922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2" name="Table 5">
            <a:extLst>
              <a:ext uri="{FF2B5EF4-FFF2-40B4-BE49-F238E27FC236}">
                <a16:creationId xmlns:a16="http://schemas.microsoft.com/office/drawing/2014/main" id="{BA5C988D-EBCF-43B1-AA73-C3080E1D5C1D}"/>
              </a:ext>
            </a:extLst>
          </p:cNvPr>
          <p:cNvGraphicFramePr>
            <a:graphicFrameLocks noGrp="1"/>
          </p:cNvGraphicFramePr>
          <p:nvPr/>
        </p:nvGraphicFramePr>
        <p:xfrm>
          <a:off x="8421819" y="3061611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03" name="TextBox 102">
            <a:extLst>
              <a:ext uri="{FF2B5EF4-FFF2-40B4-BE49-F238E27FC236}">
                <a16:creationId xmlns:a16="http://schemas.microsoft.com/office/drawing/2014/main" id="{FFF15963-30A3-485F-AA41-7A50DE41F94F}"/>
              </a:ext>
            </a:extLst>
          </p:cNvPr>
          <p:cNvSpPr txBox="1"/>
          <p:nvPr/>
        </p:nvSpPr>
        <p:spPr>
          <a:xfrm>
            <a:off x="7986799" y="2661991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н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927D41A1-23F5-49ED-BC86-4E0A0E100B1D}"/>
              </a:ext>
            </a:extLst>
          </p:cNvPr>
          <p:cNvSpPr/>
          <p:nvPr/>
        </p:nvSpPr>
        <p:spPr>
          <a:xfrm>
            <a:off x="8676426" y="3159231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03177A40-4419-4F7E-9028-B8234BB9DF2E}"/>
                  </a:ext>
                </a:extLst>
              </p:cNvPr>
              <p:cNvSpPr txBox="1"/>
              <p:nvPr/>
            </p:nvSpPr>
            <p:spPr>
              <a:xfrm>
                <a:off x="436223" y="4818319"/>
                <a:ext cx="109722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03177A40-4419-4F7E-9028-B8234BB9D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23" y="4818319"/>
                <a:ext cx="1097223" cy="439223"/>
              </a:xfrm>
              <a:prstGeom prst="rect">
                <a:avLst/>
              </a:prstGeom>
              <a:blipFill>
                <a:blip r:embed="rId1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6" name="Table 5">
            <a:extLst>
              <a:ext uri="{FF2B5EF4-FFF2-40B4-BE49-F238E27FC236}">
                <a16:creationId xmlns:a16="http://schemas.microsoft.com/office/drawing/2014/main" id="{4A3B07BC-20D4-42CE-8B76-D725D6C34419}"/>
              </a:ext>
            </a:extLst>
          </p:cNvPr>
          <p:cNvGraphicFramePr>
            <a:graphicFrameLocks noGrp="1"/>
          </p:cNvGraphicFramePr>
          <p:nvPr/>
        </p:nvGraphicFramePr>
        <p:xfrm>
          <a:off x="530412" y="5310206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07" name="TextBox 106">
            <a:extLst>
              <a:ext uri="{FF2B5EF4-FFF2-40B4-BE49-F238E27FC236}">
                <a16:creationId xmlns:a16="http://schemas.microsoft.com/office/drawing/2014/main" id="{82B887C4-5CDD-4140-8792-968DF0578D84}"/>
              </a:ext>
            </a:extLst>
          </p:cNvPr>
          <p:cNvSpPr txBox="1"/>
          <p:nvPr/>
        </p:nvSpPr>
        <p:spPr>
          <a:xfrm>
            <a:off x="-24403" y="4910586"/>
            <a:ext cx="3000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у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EAEFD750-BEE4-45D5-8F5E-C2404B07F06E}"/>
              </a:ext>
            </a:extLst>
          </p:cNvPr>
          <p:cNvSpPr/>
          <p:nvPr/>
        </p:nvSpPr>
        <p:spPr>
          <a:xfrm>
            <a:off x="785019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FFFB34CB-9333-46AB-BDBF-8342D537A7E6}"/>
                  </a:ext>
                </a:extLst>
              </p:cNvPr>
              <p:cNvSpPr txBox="1"/>
              <p:nvPr/>
            </p:nvSpPr>
            <p:spPr>
              <a:xfrm>
                <a:off x="2433676" y="4818319"/>
                <a:ext cx="99841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FFFB34CB-9333-46AB-BDBF-8342D537A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3676" y="4818319"/>
                <a:ext cx="998415" cy="439223"/>
              </a:xfrm>
              <a:prstGeom prst="rect">
                <a:avLst/>
              </a:prstGeom>
              <a:blipFill>
                <a:blip r:embed="rId1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0" name="Table 5">
            <a:extLst>
              <a:ext uri="{FF2B5EF4-FFF2-40B4-BE49-F238E27FC236}">
                <a16:creationId xmlns:a16="http://schemas.microsoft.com/office/drawing/2014/main" id="{37728148-13F8-409F-8EA4-B4D6E7E83D6A}"/>
              </a:ext>
            </a:extLst>
          </p:cNvPr>
          <p:cNvGraphicFramePr>
            <a:graphicFrameLocks noGrp="1"/>
          </p:cNvGraphicFramePr>
          <p:nvPr/>
        </p:nvGraphicFramePr>
        <p:xfrm>
          <a:off x="2352255" y="5310206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11" name="TextBox 110">
            <a:extLst>
              <a:ext uri="{FF2B5EF4-FFF2-40B4-BE49-F238E27FC236}">
                <a16:creationId xmlns:a16="http://schemas.microsoft.com/office/drawing/2014/main" id="{7A342BB2-8DA5-4C87-ABC4-85C20B4B0C13}"/>
              </a:ext>
            </a:extLst>
          </p:cNvPr>
          <p:cNvSpPr txBox="1"/>
          <p:nvPr/>
        </p:nvSpPr>
        <p:spPr>
          <a:xfrm>
            <a:off x="1910021" y="4910586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ф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34F90741-287C-459C-ACFE-A62D344D0F88}"/>
              </a:ext>
            </a:extLst>
          </p:cNvPr>
          <p:cNvSpPr/>
          <p:nvPr/>
        </p:nvSpPr>
        <p:spPr>
          <a:xfrm>
            <a:off x="2606862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10FA7832-C00B-4573-9C2C-308E926D36BC}"/>
                  </a:ext>
                </a:extLst>
              </p:cNvPr>
              <p:cNvSpPr txBox="1"/>
              <p:nvPr/>
            </p:nvSpPr>
            <p:spPr>
              <a:xfrm>
                <a:off x="4441088" y="4818319"/>
                <a:ext cx="1097223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10FA7832-C00B-4573-9C2C-308E926D3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1088" y="4818319"/>
                <a:ext cx="1097223" cy="44300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4" name="Table 5">
            <a:extLst>
              <a:ext uri="{FF2B5EF4-FFF2-40B4-BE49-F238E27FC236}">
                <a16:creationId xmlns:a16="http://schemas.microsoft.com/office/drawing/2014/main" id="{0AF71EFB-1AC6-4A9B-9D2F-631F9E329269}"/>
              </a:ext>
            </a:extLst>
          </p:cNvPr>
          <p:cNvGraphicFramePr>
            <a:graphicFrameLocks noGrp="1"/>
          </p:cNvGraphicFramePr>
          <p:nvPr/>
        </p:nvGraphicFramePr>
        <p:xfrm>
          <a:off x="4535276" y="5310206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15" name="TextBox 114">
            <a:extLst>
              <a:ext uri="{FF2B5EF4-FFF2-40B4-BE49-F238E27FC236}">
                <a16:creationId xmlns:a16="http://schemas.microsoft.com/office/drawing/2014/main" id="{2D4BE261-7927-4D20-BB74-FBF5AC34AF53}"/>
              </a:ext>
            </a:extLst>
          </p:cNvPr>
          <p:cNvSpPr txBox="1"/>
          <p:nvPr/>
        </p:nvSpPr>
        <p:spPr>
          <a:xfrm>
            <a:off x="3981264" y="4910586"/>
            <a:ext cx="2984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х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0773BCBB-A6B4-4D00-882E-1353E5D2248A}"/>
              </a:ext>
            </a:extLst>
          </p:cNvPr>
          <p:cNvSpPr/>
          <p:nvPr/>
        </p:nvSpPr>
        <p:spPr>
          <a:xfrm>
            <a:off x="4789883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38816570-EA32-4911-AEFF-D8F678E16A36}"/>
                  </a:ext>
                </a:extLst>
              </p:cNvPr>
              <p:cNvSpPr txBox="1"/>
              <p:nvPr/>
            </p:nvSpPr>
            <p:spPr>
              <a:xfrm>
                <a:off x="6337330" y="4818319"/>
                <a:ext cx="126714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38816570-EA32-4911-AEFF-D8F678E16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330" y="4818319"/>
                <a:ext cx="1267142" cy="439223"/>
              </a:xfrm>
              <a:prstGeom prst="rect">
                <a:avLst/>
              </a:prstGeom>
              <a:blipFill>
                <a:blip r:embed="rId20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8" name="Table 5">
            <a:extLst>
              <a:ext uri="{FF2B5EF4-FFF2-40B4-BE49-F238E27FC236}">
                <a16:creationId xmlns:a16="http://schemas.microsoft.com/office/drawing/2014/main" id="{2FF682FE-6417-4E08-8C36-4964F9BDC0E8}"/>
              </a:ext>
            </a:extLst>
          </p:cNvPr>
          <p:cNvGraphicFramePr>
            <a:graphicFrameLocks noGrp="1"/>
          </p:cNvGraphicFramePr>
          <p:nvPr/>
        </p:nvGraphicFramePr>
        <p:xfrm>
          <a:off x="6390269" y="5310206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19" name="TextBox 118">
            <a:extLst>
              <a:ext uri="{FF2B5EF4-FFF2-40B4-BE49-F238E27FC236}">
                <a16:creationId xmlns:a16="http://schemas.microsoft.com/office/drawing/2014/main" id="{4A4881A8-54A0-46FC-A60F-141FF625E2E3}"/>
              </a:ext>
            </a:extLst>
          </p:cNvPr>
          <p:cNvSpPr txBox="1"/>
          <p:nvPr/>
        </p:nvSpPr>
        <p:spPr>
          <a:xfrm>
            <a:off x="5954447" y="4910586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ц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65423624-5E89-4AA4-BE78-D6035610880B}"/>
              </a:ext>
            </a:extLst>
          </p:cNvPr>
          <p:cNvSpPr/>
          <p:nvPr/>
        </p:nvSpPr>
        <p:spPr>
          <a:xfrm>
            <a:off x="6644876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DB5742E0-FC19-4250-AE59-215243516185}"/>
                  </a:ext>
                </a:extLst>
              </p:cNvPr>
              <p:cNvSpPr txBox="1"/>
              <p:nvPr/>
            </p:nvSpPr>
            <p:spPr>
              <a:xfrm>
                <a:off x="8192035" y="4818319"/>
                <a:ext cx="1620828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6+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DB5742E0-FC19-4250-AE59-2152435161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2035" y="4818319"/>
                <a:ext cx="1620828" cy="439223"/>
              </a:xfrm>
              <a:prstGeom prst="rect">
                <a:avLst/>
              </a:prstGeom>
              <a:blipFill>
                <a:blip r:embed="rId21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2" name="Table 5">
            <a:extLst>
              <a:ext uri="{FF2B5EF4-FFF2-40B4-BE49-F238E27FC236}">
                <a16:creationId xmlns:a16="http://schemas.microsoft.com/office/drawing/2014/main" id="{0C5D001E-7E59-4F4E-B778-073BA6FED3AE}"/>
              </a:ext>
            </a:extLst>
          </p:cNvPr>
          <p:cNvGraphicFramePr>
            <a:graphicFrameLocks noGrp="1"/>
          </p:cNvGraphicFramePr>
          <p:nvPr/>
        </p:nvGraphicFramePr>
        <p:xfrm>
          <a:off x="8421819" y="5310206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23" name="TextBox 122">
            <a:extLst>
              <a:ext uri="{FF2B5EF4-FFF2-40B4-BE49-F238E27FC236}">
                <a16:creationId xmlns:a16="http://schemas.microsoft.com/office/drawing/2014/main" id="{96A38F8C-D9EF-4F3A-A4D1-D57AF917B968}"/>
              </a:ext>
            </a:extLst>
          </p:cNvPr>
          <p:cNvSpPr txBox="1"/>
          <p:nvPr/>
        </p:nvSpPr>
        <p:spPr>
          <a:xfrm>
            <a:off x="7991608" y="4910586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ч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33595EE1-F60C-4E1A-BEFB-FFD74D356C93}"/>
              </a:ext>
            </a:extLst>
          </p:cNvPr>
          <p:cNvSpPr/>
          <p:nvPr/>
        </p:nvSpPr>
        <p:spPr>
          <a:xfrm>
            <a:off x="8676426" y="5407826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278EC617-8BF2-4691-8FB1-DC65B0753700}"/>
                  </a:ext>
                </a:extLst>
              </p:cNvPr>
              <p:cNvSpPr txBox="1"/>
              <p:nvPr/>
            </p:nvSpPr>
            <p:spPr>
              <a:xfrm>
                <a:off x="655544" y="3685036"/>
                <a:ext cx="658578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278EC617-8BF2-4691-8FB1-DC65B0753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44" y="3685036"/>
                <a:ext cx="658578" cy="439223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6" name="Table 5">
            <a:extLst>
              <a:ext uri="{FF2B5EF4-FFF2-40B4-BE49-F238E27FC236}">
                <a16:creationId xmlns:a16="http://schemas.microsoft.com/office/drawing/2014/main" id="{DFDFDE48-9BFD-41A6-9C49-4CBD98100E28}"/>
              </a:ext>
            </a:extLst>
          </p:cNvPr>
          <p:cNvGraphicFramePr>
            <a:graphicFrameLocks noGrp="1"/>
          </p:cNvGraphicFramePr>
          <p:nvPr/>
        </p:nvGraphicFramePr>
        <p:xfrm>
          <a:off x="675669" y="4176923"/>
          <a:ext cx="587692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27" name="TextBox 126">
            <a:extLst>
              <a:ext uri="{FF2B5EF4-FFF2-40B4-BE49-F238E27FC236}">
                <a16:creationId xmlns:a16="http://schemas.microsoft.com/office/drawing/2014/main" id="{399275F3-8156-4180-A06A-5082056546BA}"/>
              </a:ext>
            </a:extLst>
          </p:cNvPr>
          <p:cNvSpPr txBox="1"/>
          <p:nvPr/>
        </p:nvSpPr>
        <p:spPr>
          <a:xfrm>
            <a:off x="-30815" y="3777303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о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1CC9EBD6-53AF-4E0B-B959-393FF2BD45CE}"/>
              </a:ext>
            </a:extLst>
          </p:cNvPr>
          <p:cNvSpPr/>
          <p:nvPr/>
        </p:nvSpPr>
        <p:spPr>
          <a:xfrm>
            <a:off x="930276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7414C48F-C122-4028-B68C-A07DBEBDE39F}"/>
                  </a:ext>
                </a:extLst>
              </p:cNvPr>
              <p:cNvSpPr txBox="1"/>
              <p:nvPr/>
            </p:nvSpPr>
            <p:spPr>
              <a:xfrm>
                <a:off x="2561115" y="3685036"/>
                <a:ext cx="74353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152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7414C48F-C122-4028-B68C-A07DBEBDE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115" y="3685036"/>
                <a:ext cx="743537" cy="439223"/>
              </a:xfrm>
              <a:prstGeom prst="rect">
                <a:avLst/>
              </a:prstGeom>
              <a:blipFill>
                <a:blip r:embed="rId2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0" name="Table 5">
            <a:extLst>
              <a:ext uri="{FF2B5EF4-FFF2-40B4-BE49-F238E27FC236}">
                <a16:creationId xmlns:a16="http://schemas.microsoft.com/office/drawing/2014/main" id="{0519FCFA-4CCC-49EF-AFA3-FC322AD33C43}"/>
              </a:ext>
            </a:extLst>
          </p:cNvPr>
          <p:cNvGraphicFramePr>
            <a:graphicFrameLocks noGrp="1"/>
          </p:cNvGraphicFramePr>
          <p:nvPr/>
        </p:nvGraphicFramePr>
        <p:xfrm>
          <a:off x="2509417" y="4176923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31" name="TextBox 130">
            <a:extLst>
              <a:ext uri="{FF2B5EF4-FFF2-40B4-BE49-F238E27FC236}">
                <a16:creationId xmlns:a16="http://schemas.microsoft.com/office/drawing/2014/main" id="{87D073A7-D533-4D81-B61B-DD8D591CB3FD}"/>
              </a:ext>
            </a:extLst>
          </p:cNvPr>
          <p:cNvSpPr txBox="1"/>
          <p:nvPr/>
        </p:nvSpPr>
        <p:spPr>
          <a:xfrm>
            <a:off x="1918036" y="3777303"/>
            <a:ext cx="311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п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8D03AA50-A21E-4338-BAF6-FC8C2C963F73}"/>
              </a:ext>
            </a:extLst>
          </p:cNvPr>
          <p:cNvSpPr/>
          <p:nvPr/>
        </p:nvSpPr>
        <p:spPr>
          <a:xfrm>
            <a:off x="2764024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0E4FE1CF-6D4B-4CBE-8F1E-453D21B349DF}"/>
                  </a:ext>
                </a:extLst>
              </p:cNvPr>
              <p:cNvSpPr txBox="1"/>
              <p:nvPr/>
            </p:nvSpPr>
            <p:spPr>
              <a:xfrm>
                <a:off x="4575451" y="3685036"/>
                <a:ext cx="82849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0+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1273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0E4FE1CF-6D4B-4CBE-8F1E-453D21B34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5451" y="3685036"/>
                <a:ext cx="828497" cy="43922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4" name="Table 5">
            <a:extLst>
              <a:ext uri="{FF2B5EF4-FFF2-40B4-BE49-F238E27FC236}">
                <a16:creationId xmlns:a16="http://schemas.microsoft.com/office/drawing/2014/main" id="{12D94CAB-B139-409F-858E-75E3815270FE}"/>
              </a:ext>
            </a:extLst>
          </p:cNvPr>
          <p:cNvGraphicFramePr>
            <a:graphicFrameLocks noGrp="1"/>
          </p:cNvGraphicFramePr>
          <p:nvPr/>
        </p:nvGraphicFramePr>
        <p:xfrm>
          <a:off x="4409070" y="4176923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35" name="TextBox 134">
            <a:extLst>
              <a:ext uri="{FF2B5EF4-FFF2-40B4-BE49-F238E27FC236}">
                <a16:creationId xmlns:a16="http://schemas.microsoft.com/office/drawing/2014/main" id="{B5782DD7-8444-40FA-84A4-E9CD881BFCFA}"/>
              </a:ext>
            </a:extLst>
          </p:cNvPr>
          <p:cNvSpPr txBox="1"/>
          <p:nvPr/>
        </p:nvSpPr>
        <p:spPr>
          <a:xfrm>
            <a:off x="3974851" y="3777303"/>
            <a:ext cx="311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р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8DE3C698-FA90-40E6-A547-A7E29C177DFF}"/>
              </a:ext>
            </a:extLst>
          </p:cNvPr>
          <p:cNvSpPr/>
          <p:nvPr/>
        </p:nvSpPr>
        <p:spPr>
          <a:xfrm>
            <a:off x="4663677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99BD63E5-860C-498B-AB4E-55567C6E2F74}"/>
                  </a:ext>
                </a:extLst>
              </p:cNvPr>
              <p:cNvSpPr txBox="1"/>
              <p:nvPr/>
            </p:nvSpPr>
            <p:spPr>
              <a:xfrm>
                <a:off x="6160486" y="3685036"/>
                <a:ext cx="1620828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00</m:t>
                          </m:r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99BD63E5-860C-498B-AB4E-55567C6E2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0486" y="3685036"/>
                <a:ext cx="1620828" cy="43922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8" name="Table 5">
            <a:extLst>
              <a:ext uri="{FF2B5EF4-FFF2-40B4-BE49-F238E27FC236}">
                <a16:creationId xmlns:a16="http://schemas.microsoft.com/office/drawing/2014/main" id="{09217C36-9FAD-49F4-BD27-C42CBDD56986}"/>
              </a:ext>
            </a:extLst>
          </p:cNvPr>
          <p:cNvGraphicFramePr>
            <a:graphicFrameLocks noGrp="1"/>
          </p:cNvGraphicFramePr>
          <p:nvPr/>
        </p:nvGraphicFramePr>
        <p:xfrm>
          <a:off x="6390269" y="4176923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39" name="TextBox 138">
            <a:extLst>
              <a:ext uri="{FF2B5EF4-FFF2-40B4-BE49-F238E27FC236}">
                <a16:creationId xmlns:a16="http://schemas.microsoft.com/office/drawing/2014/main" id="{3C2BFFF2-FD3A-4D86-BA9B-39A3F6164ACD}"/>
              </a:ext>
            </a:extLst>
          </p:cNvPr>
          <p:cNvSpPr txBox="1"/>
          <p:nvPr/>
        </p:nvSpPr>
        <p:spPr>
          <a:xfrm>
            <a:off x="5963264" y="3777303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с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959FD6FB-2953-4315-8E16-84656A384124}"/>
              </a:ext>
            </a:extLst>
          </p:cNvPr>
          <p:cNvSpPr/>
          <p:nvPr/>
        </p:nvSpPr>
        <p:spPr>
          <a:xfrm>
            <a:off x="6644876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2A71141E-9A75-4951-95D6-22DBAD88CECD}"/>
                  </a:ext>
                </a:extLst>
              </p:cNvPr>
              <p:cNvSpPr txBox="1"/>
              <p:nvPr/>
            </p:nvSpPr>
            <p:spPr>
              <a:xfrm>
                <a:off x="8368878" y="3685036"/>
                <a:ext cx="126714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2A71141E-9A75-4951-95D6-22DBAD88C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878" y="3685036"/>
                <a:ext cx="1267142" cy="439223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2" name="Table 5">
            <a:extLst>
              <a:ext uri="{FF2B5EF4-FFF2-40B4-BE49-F238E27FC236}">
                <a16:creationId xmlns:a16="http://schemas.microsoft.com/office/drawing/2014/main" id="{93FA133D-D191-4EAC-BCE4-D7F06E3A8BAB}"/>
              </a:ext>
            </a:extLst>
          </p:cNvPr>
          <p:cNvGraphicFramePr>
            <a:graphicFrameLocks noGrp="1"/>
          </p:cNvGraphicFramePr>
          <p:nvPr/>
        </p:nvGraphicFramePr>
        <p:xfrm>
          <a:off x="8421819" y="4176923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43" name="TextBox 142">
            <a:extLst>
              <a:ext uri="{FF2B5EF4-FFF2-40B4-BE49-F238E27FC236}">
                <a16:creationId xmlns:a16="http://schemas.microsoft.com/office/drawing/2014/main" id="{ACD803B4-64B1-4B50-89C2-4A385E649759}"/>
              </a:ext>
            </a:extLst>
          </p:cNvPr>
          <p:cNvSpPr txBox="1"/>
          <p:nvPr/>
        </p:nvSpPr>
        <p:spPr>
          <a:xfrm>
            <a:off x="7998019" y="3777303"/>
            <a:ext cx="2904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т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B2F7B1B0-F6E4-49AA-AF43-71E9756FEDDC}"/>
              </a:ext>
            </a:extLst>
          </p:cNvPr>
          <p:cNvSpPr/>
          <p:nvPr/>
        </p:nvSpPr>
        <p:spPr>
          <a:xfrm>
            <a:off x="8676426" y="4274543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4B8342A-44DA-4258-A3D2-7EC01FF70CA1}"/>
                  </a:ext>
                </a:extLst>
              </p:cNvPr>
              <p:cNvSpPr txBox="1"/>
              <p:nvPr/>
            </p:nvSpPr>
            <p:spPr>
              <a:xfrm>
                <a:off x="6338136" y="5937880"/>
                <a:ext cx="135210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64B8342A-44DA-4258-A3D2-7EC01FF70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136" y="5937880"/>
                <a:ext cx="1352101" cy="439223"/>
              </a:xfrm>
              <a:prstGeom prst="rect">
                <a:avLst/>
              </a:prstGeom>
              <a:blipFill>
                <a:blip r:embed="rId2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6" name="Table 5">
            <a:extLst>
              <a:ext uri="{FF2B5EF4-FFF2-40B4-BE49-F238E27FC236}">
                <a16:creationId xmlns:a16="http://schemas.microsoft.com/office/drawing/2014/main" id="{8E219219-7C28-4A6A-A250-DCD20BC5EB39}"/>
              </a:ext>
            </a:extLst>
          </p:cNvPr>
          <p:cNvGraphicFramePr>
            <a:graphicFrameLocks noGrp="1"/>
          </p:cNvGraphicFramePr>
          <p:nvPr/>
        </p:nvGraphicFramePr>
        <p:xfrm>
          <a:off x="6433557" y="6429767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47" name="TextBox 146">
            <a:extLst>
              <a:ext uri="{FF2B5EF4-FFF2-40B4-BE49-F238E27FC236}">
                <a16:creationId xmlns:a16="http://schemas.microsoft.com/office/drawing/2014/main" id="{B13A6D25-1AF5-418A-8129-0B216E3AE0AC}"/>
              </a:ext>
            </a:extLst>
          </p:cNvPr>
          <p:cNvSpPr txBox="1"/>
          <p:nvPr/>
        </p:nvSpPr>
        <p:spPr>
          <a:xfrm>
            <a:off x="6004948" y="6030147"/>
            <a:ext cx="3000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э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844379E3-65DE-4DF9-8B69-014BA0AFB83C}"/>
              </a:ext>
            </a:extLst>
          </p:cNvPr>
          <p:cNvSpPr/>
          <p:nvPr/>
        </p:nvSpPr>
        <p:spPr>
          <a:xfrm>
            <a:off x="6688164" y="652738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98D39733-C196-4E00-8D08-682251BF9C23}"/>
                  </a:ext>
                </a:extLst>
              </p:cNvPr>
              <p:cNvSpPr txBox="1"/>
              <p:nvPr/>
            </p:nvSpPr>
            <p:spPr>
              <a:xfrm>
                <a:off x="436223" y="5934097"/>
                <a:ext cx="1097223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5+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98D39733-C196-4E00-8D08-682251BF9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23" y="5934097"/>
                <a:ext cx="1097223" cy="443006"/>
              </a:xfrm>
              <a:prstGeom prst="rect">
                <a:avLst/>
              </a:prstGeom>
              <a:blipFill>
                <a:blip r:embed="rId28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0" name="Table 5">
            <a:extLst>
              <a:ext uri="{FF2B5EF4-FFF2-40B4-BE49-F238E27FC236}">
                <a16:creationId xmlns:a16="http://schemas.microsoft.com/office/drawing/2014/main" id="{C97653AF-37DD-48E7-B15A-C952EDCAAA85}"/>
              </a:ext>
            </a:extLst>
          </p:cNvPr>
          <p:cNvGraphicFramePr>
            <a:graphicFrameLocks noGrp="1"/>
          </p:cNvGraphicFramePr>
          <p:nvPr/>
        </p:nvGraphicFramePr>
        <p:xfrm>
          <a:off x="530411" y="6425984"/>
          <a:ext cx="881538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51" name="TextBox 150">
            <a:extLst>
              <a:ext uri="{FF2B5EF4-FFF2-40B4-BE49-F238E27FC236}">
                <a16:creationId xmlns:a16="http://schemas.microsoft.com/office/drawing/2014/main" id="{8E95674D-C235-420C-9D01-7FE5DDF9F06D}"/>
              </a:ext>
            </a:extLst>
          </p:cNvPr>
          <p:cNvSpPr txBox="1"/>
          <p:nvPr/>
        </p:nvSpPr>
        <p:spPr>
          <a:xfrm>
            <a:off x="-46044" y="6026364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ш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CF93D6C7-0C5A-4C08-9F5E-CC999948D7AD}"/>
              </a:ext>
            </a:extLst>
          </p:cNvPr>
          <p:cNvSpPr/>
          <p:nvPr/>
        </p:nvSpPr>
        <p:spPr>
          <a:xfrm>
            <a:off x="785018" y="6523604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DAF41857-ADA5-41C8-B7FC-956A68C61225}"/>
                  </a:ext>
                </a:extLst>
              </p:cNvPr>
              <p:cNvSpPr txBox="1"/>
              <p:nvPr/>
            </p:nvSpPr>
            <p:spPr>
              <a:xfrm>
                <a:off x="4391546" y="5934097"/>
                <a:ext cx="1182182" cy="6238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5+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  <a:p>
                <a:pPr algn="ctr"/>
                <a:endParaRPr lang="en-GB" sz="1200" dirty="0"/>
              </a:p>
            </p:txBody>
          </p:sp>
        </mc:Choice>
        <mc:Fallback xmlns="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DAF41857-ADA5-41C8-B7FC-956A68C61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546" y="5934097"/>
                <a:ext cx="1182182" cy="62388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4" name="Table 5">
            <a:extLst>
              <a:ext uri="{FF2B5EF4-FFF2-40B4-BE49-F238E27FC236}">
                <a16:creationId xmlns:a16="http://schemas.microsoft.com/office/drawing/2014/main" id="{D2154565-41D5-4756-AF7E-2EB94A9E307F}"/>
              </a:ext>
            </a:extLst>
          </p:cNvPr>
          <p:cNvGraphicFramePr>
            <a:graphicFrameLocks noGrp="1"/>
          </p:cNvGraphicFramePr>
          <p:nvPr/>
        </p:nvGraphicFramePr>
        <p:xfrm>
          <a:off x="4402007" y="6425984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55" name="TextBox 154">
            <a:extLst>
              <a:ext uri="{FF2B5EF4-FFF2-40B4-BE49-F238E27FC236}">
                <a16:creationId xmlns:a16="http://schemas.microsoft.com/office/drawing/2014/main" id="{FDD45736-01BE-4C5D-B413-3A8E71913065}"/>
              </a:ext>
            </a:extLst>
          </p:cNvPr>
          <p:cNvSpPr txBox="1"/>
          <p:nvPr/>
        </p:nvSpPr>
        <p:spPr>
          <a:xfrm>
            <a:off x="3956566" y="6026364"/>
            <a:ext cx="333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ы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B07AEED0-2F52-409B-8B0C-0C395C70A8F4}"/>
              </a:ext>
            </a:extLst>
          </p:cNvPr>
          <p:cNvSpPr/>
          <p:nvPr/>
        </p:nvSpPr>
        <p:spPr>
          <a:xfrm>
            <a:off x="4656614" y="6523604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3CA785CA-687A-4E62-9D41-1A3BA13AD971}"/>
                  </a:ext>
                </a:extLst>
              </p:cNvPr>
              <p:cNvSpPr txBox="1"/>
              <p:nvPr/>
            </p:nvSpPr>
            <p:spPr>
              <a:xfrm>
                <a:off x="2346288" y="5934097"/>
                <a:ext cx="1182182" cy="6238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  <a:p>
                <a:pPr algn="ctr"/>
                <a:endParaRPr lang="en-GB" sz="1200" dirty="0"/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3CA785CA-687A-4E62-9D41-1A3BA13AD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288" y="5934097"/>
                <a:ext cx="1182182" cy="62388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6" name="Table 5">
            <a:extLst>
              <a:ext uri="{FF2B5EF4-FFF2-40B4-BE49-F238E27FC236}">
                <a16:creationId xmlns:a16="http://schemas.microsoft.com/office/drawing/2014/main" id="{7446F54A-32AA-460D-9501-810746F105CD}"/>
              </a:ext>
            </a:extLst>
          </p:cNvPr>
          <p:cNvGraphicFramePr>
            <a:graphicFrameLocks noGrp="1"/>
          </p:cNvGraphicFramePr>
          <p:nvPr/>
        </p:nvGraphicFramePr>
        <p:xfrm>
          <a:off x="2356749" y="6425984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67" name="TextBox 166">
            <a:extLst>
              <a:ext uri="{FF2B5EF4-FFF2-40B4-BE49-F238E27FC236}">
                <a16:creationId xmlns:a16="http://schemas.microsoft.com/office/drawing/2014/main" id="{07EF5AD0-880D-4F7D-865E-4ED52DED58B1}"/>
              </a:ext>
            </a:extLst>
          </p:cNvPr>
          <p:cNvSpPr txBox="1"/>
          <p:nvPr/>
        </p:nvSpPr>
        <p:spPr>
          <a:xfrm>
            <a:off x="1904897" y="6026364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щ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34968F45-C33B-4C26-A44B-4976AC4C3AD7}"/>
              </a:ext>
            </a:extLst>
          </p:cNvPr>
          <p:cNvSpPr/>
          <p:nvPr/>
        </p:nvSpPr>
        <p:spPr>
          <a:xfrm>
            <a:off x="2611356" y="6523604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06795628-5D71-4BBD-B412-B27028B892CC}"/>
                  </a:ext>
                </a:extLst>
              </p:cNvPr>
              <p:cNvSpPr txBox="1"/>
              <p:nvPr/>
            </p:nvSpPr>
            <p:spPr>
              <a:xfrm>
                <a:off x="8188715" y="5937880"/>
                <a:ext cx="1620828" cy="455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8−</m:t>
                      </m:r>
                      <m:f>
                        <m:fPr>
                          <m:ctrlPr>
                            <a:rPr lang="en-GB" sz="1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1200" i="1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i="1" dirty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06795628-5D71-4BBD-B412-B27028B89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8715" y="5937880"/>
                <a:ext cx="1620828" cy="45518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0" name="Table 5">
            <a:extLst>
              <a:ext uri="{FF2B5EF4-FFF2-40B4-BE49-F238E27FC236}">
                <a16:creationId xmlns:a16="http://schemas.microsoft.com/office/drawing/2014/main" id="{2F4598D1-DEE4-436E-A054-D854CDE162FC}"/>
              </a:ext>
            </a:extLst>
          </p:cNvPr>
          <p:cNvGraphicFramePr>
            <a:graphicFrameLocks noGrp="1"/>
          </p:cNvGraphicFramePr>
          <p:nvPr/>
        </p:nvGraphicFramePr>
        <p:xfrm>
          <a:off x="8418499" y="6429767"/>
          <a:ext cx="1175384" cy="271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46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93846">
                  <a:extLst>
                    <a:ext uri="{9D8B030D-6E8A-4147-A177-3AD203B41FA5}">
                      <a16:colId xmlns:a16="http://schemas.microsoft.com/office/drawing/2014/main" val="2274898074"/>
                    </a:ext>
                  </a:extLst>
                </a:gridCol>
              </a:tblGrid>
              <a:tr h="271416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71" name="TextBox 170">
            <a:extLst>
              <a:ext uri="{FF2B5EF4-FFF2-40B4-BE49-F238E27FC236}">
                <a16:creationId xmlns:a16="http://schemas.microsoft.com/office/drawing/2014/main" id="{2AD7D463-6683-43CB-A670-BD458FC70211}"/>
              </a:ext>
            </a:extLst>
          </p:cNvPr>
          <p:cNvSpPr txBox="1"/>
          <p:nvPr/>
        </p:nvSpPr>
        <p:spPr>
          <a:xfrm>
            <a:off x="7914281" y="6030147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ю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0ABB5025-5BCC-4A14-AEEF-05DDBC087709}"/>
              </a:ext>
            </a:extLst>
          </p:cNvPr>
          <p:cNvSpPr/>
          <p:nvPr/>
        </p:nvSpPr>
        <p:spPr>
          <a:xfrm>
            <a:off x="8673106" y="6527387"/>
            <a:ext cx="76177" cy="7617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730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63FE7C-584A-7F96-8D86-2307EB05F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20913" y="1036486"/>
            <a:ext cx="6829727" cy="47878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97253D-970C-6FE7-3338-D776476F8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97187" y="1020914"/>
            <a:ext cx="6829727" cy="478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052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7AF47DE-4201-BEE0-A136-3868EDC0C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84623" cy="33888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E171A0-89B8-239B-5383-C451FC704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379" y="9697"/>
            <a:ext cx="4884623" cy="33888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304035-5877-164F-8EF2-F8CE4E861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69178"/>
            <a:ext cx="4884623" cy="33888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C61E15-EDDD-17AE-7FD7-7E666BD30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379" y="3478875"/>
            <a:ext cx="4884623" cy="338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786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544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145095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10902</TotalTime>
  <Words>1010</Words>
  <Application>Microsoft Office PowerPoint</Application>
  <PresentationFormat>A4 Paper (210x297 mm)</PresentationFormat>
  <Paragraphs>417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 Light</vt:lpstr>
      <vt:lpstr>Arial</vt:lpstr>
      <vt:lpstr>Cambria Math</vt:lpstr>
      <vt:lpstr>Eras Bold ITC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539</cp:revision>
  <cp:lastPrinted>2024-09-23T05:42:23Z</cp:lastPrinted>
  <dcterms:created xsi:type="dcterms:W3CDTF">2017-01-17T16:57:04Z</dcterms:created>
  <dcterms:modified xsi:type="dcterms:W3CDTF">2024-09-23T05:43:52Z</dcterms:modified>
</cp:coreProperties>
</file>