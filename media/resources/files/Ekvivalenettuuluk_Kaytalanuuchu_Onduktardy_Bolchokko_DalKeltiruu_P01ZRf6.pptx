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9"/>
  </p:notesMasterIdLst>
  <p:sldIdLst>
    <p:sldId id="947" r:id="rId2"/>
    <p:sldId id="939" r:id="rId3"/>
    <p:sldId id="942" r:id="rId4"/>
    <p:sldId id="944" r:id="rId5"/>
    <p:sldId id="941" r:id="rId6"/>
    <p:sldId id="943" r:id="rId7"/>
    <p:sldId id="948" r:id="rId8"/>
  </p:sldIdLst>
  <p:sldSz cx="9906000" cy="6858000" type="A4"/>
  <p:notesSz cx="7104063" cy="10234613"/>
  <p:embeddedFontLst>
    <p:embeddedFont>
      <p:font typeface="Cambria Math" panose="02040503050406030204" pitchFamily="18" charset="0"/>
      <p:regular r:id="rId1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F4DDE3D0-C040-43F5-A64B-B8441042CBC4}">
          <p14:sldIdLst>
            <p14:sldId id="947"/>
          </p14:sldIdLst>
        </p14:section>
        <p14:section name="Көрсөтүү үчүн" id="{49A6B275-D5C2-4FCB-A6FC-750C30AA1463}">
          <p14:sldIdLst>
            <p14:sldId id="939"/>
          </p14:sldIdLst>
        </p14:section>
        <p14:section name="Жообу" id="{56A2A27A-CE19-4667-B1A9-843E7D9F501B}">
          <p14:sldIdLst>
            <p14:sldId id="942"/>
            <p14:sldId id="944"/>
          </p14:sldIdLst>
        </p14:section>
        <p14:section name="Таркатуу үчүн иш барактар" id="{197FF5E7-57A8-40D7-8FA0-8A089C366947}">
          <p14:sldIdLst>
            <p14:sldId id="941"/>
            <p14:sldId id="943"/>
          </p14:sldIdLst>
        </p14:section>
        <p14:section name="Кайтарым байланыш" id="{02D36EEB-5E20-4AA0-A039-0CA52CDFAAE0}">
          <p14:sldIdLst>
            <p14:sldId id="94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64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3508"/>
          </a:xfrm>
          <a:prstGeom prst="rect">
            <a:avLst/>
          </a:prstGeom>
        </p:spPr>
        <p:txBody>
          <a:bodyPr vert="horz" lIns="94636" tIns="47318" rIns="94636" bIns="47318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1"/>
            <a:ext cx="3078427" cy="513508"/>
          </a:xfrm>
          <a:prstGeom prst="rect">
            <a:avLst/>
          </a:prstGeom>
        </p:spPr>
        <p:txBody>
          <a:bodyPr vert="horz" lIns="94636" tIns="47318" rIns="94636" bIns="47318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31/08/2024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8863" y="1281113"/>
            <a:ext cx="4986337" cy="3452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6" tIns="47318" rIns="94636" bIns="47318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9"/>
            <a:ext cx="5683250" cy="4029878"/>
          </a:xfrm>
          <a:prstGeom prst="rect">
            <a:avLst/>
          </a:prstGeom>
        </p:spPr>
        <p:txBody>
          <a:bodyPr vert="horz" lIns="94636" tIns="47318" rIns="94636" bIns="47318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10"/>
            <a:ext cx="3078427" cy="513507"/>
          </a:xfrm>
          <a:prstGeom prst="rect">
            <a:avLst/>
          </a:prstGeom>
        </p:spPr>
        <p:txBody>
          <a:bodyPr vert="horz" lIns="94636" tIns="47318" rIns="94636" bIns="47318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10"/>
            <a:ext cx="3078427" cy="513507"/>
          </a:xfrm>
          <a:prstGeom prst="rect">
            <a:avLst/>
          </a:prstGeom>
        </p:spPr>
        <p:txBody>
          <a:bodyPr vert="horz" lIns="94636" tIns="47318" rIns="94636" bIns="47318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8/31/2024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423AB513-652E-C3BF-2C4E-383119CB0C3B}"/>
              </a:ext>
            </a:extLst>
          </p:cNvPr>
          <p:cNvSpPr txBox="1">
            <a:spLocks/>
          </p:cNvSpPr>
          <p:nvPr/>
        </p:nvSpPr>
        <p:spPr>
          <a:xfrm>
            <a:off x="74930" y="1767839"/>
            <a:ext cx="9292590" cy="4043363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Кайталануучу ондуктар –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Бөлчөккө </a:t>
            </a:r>
            <a:r>
              <a:rPr lang="ru-RU" dirty="0">
                <a:solidFill>
                  <a:prstClr val="black"/>
                </a:solidFill>
                <a:latin typeface="Calibri" panose="020F0502020204030204"/>
              </a:rPr>
              <a:t>а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йландыруу – Ондуктарды бөлчөктөргө дал келтирүү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dirty="0">
                <a:solidFill>
                  <a:prstClr val="black"/>
                </a:solidFill>
                <a:latin typeface="Calibri" panose="020F0502020204030204"/>
              </a:rPr>
              <a:t>Окуучулар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суроо-жоопту бир-бирине дал келтирүү үчүн класстык көнүгүүдө жеке же топтордо иштешсе болот.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Карточкаларды кескендин ордуна, окууучулар суроолорду жана жоопторду чогуу жаза алышат.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02B12FE2-8A2D-1F09-EA87-1A4639F06177}"/>
              </a:ext>
            </a:extLst>
          </p:cNvPr>
          <p:cNvSpPr txBox="1">
            <a:spLocks/>
          </p:cNvSpPr>
          <p:nvPr/>
        </p:nvSpPr>
        <p:spPr>
          <a:xfrm>
            <a:off x="426720" y="26955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958182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2D461614-5352-4FDB-A3DB-3530F5C417B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75825571"/>
                  </p:ext>
                </p:extLst>
              </p:nvPr>
            </p:nvGraphicFramePr>
            <p:xfrm>
              <a:off x="32795" y="0"/>
              <a:ext cx="4836160" cy="685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18080">
                      <a:extLst>
                        <a:ext uri="{9D8B030D-6E8A-4147-A177-3AD203B41FA5}">
                          <a16:colId xmlns:a16="http://schemas.microsoft.com/office/drawing/2014/main" val="952686177"/>
                        </a:ext>
                      </a:extLst>
                    </a:gridCol>
                    <a:gridCol w="2418080">
                      <a:extLst>
                        <a:ext uri="{9D8B030D-6E8A-4147-A177-3AD203B41FA5}">
                          <a16:colId xmlns:a16="http://schemas.microsoft.com/office/drawing/2014/main" val="2667903538"/>
                        </a:ext>
                      </a:extLst>
                    </a:gridCol>
                  </a:tblGrid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7331269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0.03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8563047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0.16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f>
                                  <m:fPr>
                                    <m:ctrlP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7028652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0.54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254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333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84578023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0.72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50332169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2.63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47900836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0.102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f>
                                  <m:fPr>
                                    <m:ctrlP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250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333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60202279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0.762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47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111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878769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2.750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62444970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0.0423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4123787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2D461614-5352-4FDB-A3DB-3530F5C417B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75825571"/>
                  </p:ext>
                </p:extLst>
              </p:nvPr>
            </p:nvGraphicFramePr>
            <p:xfrm>
              <a:off x="32795" y="0"/>
              <a:ext cx="4836160" cy="685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18080">
                      <a:extLst>
                        <a:ext uri="{9D8B030D-6E8A-4147-A177-3AD203B41FA5}">
                          <a16:colId xmlns:a16="http://schemas.microsoft.com/office/drawing/2014/main" val="952686177"/>
                        </a:ext>
                      </a:extLst>
                    </a:gridCol>
                    <a:gridCol w="2418080">
                      <a:extLst>
                        <a:ext uri="{9D8B030D-6E8A-4147-A177-3AD203B41FA5}">
                          <a16:colId xmlns:a16="http://schemas.microsoft.com/office/drawing/2014/main" val="2667903538"/>
                        </a:ext>
                      </a:extLst>
                    </a:gridCol>
                  </a:tblGrid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252" t="-1770" r="-504" b="-8991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7331269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0.03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252" t="-102679" r="-504" b="-8071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8563047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0.16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252" t="-200885" r="-504" b="-7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7028652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0.54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252" t="-303571" r="-504" b="-6062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84578023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0.72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252" t="-400000" r="-504" b="-5008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50332169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2.63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252" t="-504464" r="-504" b="-4053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47900836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0.102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252" t="-599115" r="-504" b="-3017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60202279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0.762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252" t="-705357" r="-504" b="-2044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878769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2.750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252" t="-798230" r="-504" b="-1026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62444970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0.0423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252" t="-906250" r="-504" b="-3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4123787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558914DF-80AD-43FB-988B-7FC1AD9ED16A}"/>
              </a:ext>
            </a:extLst>
          </p:cNvPr>
          <p:cNvSpPr txBox="1"/>
          <p:nvPr/>
        </p:nvSpPr>
        <p:spPr>
          <a:xfrm>
            <a:off x="1199744" y="-456139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D82384-CB8E-4D58-90C0-6C1F5D884894}"/>
              </a:ext>
            </a:extLst>
          </p:cNvPr>
          <p:cNvSpPr txBox="1"/>
          <p:nvPr/>
        </p:nvSpPr>
        <p:spPr>
          <a:xfrm>
            <a:off x="1394266" y="5722202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72DC28-00CE-4813-8F34-B3A575F763A8}"/>
              </a:ext>
            </a:extLst>
          </p:cNvPr>
          <p:cNvSpPr txBox="1"/>
          <p:nvPr/>
        </p:nvSpPr>
        <p:spPr>
          <a:xfrm>
            <a:off x="1281024" y="1596181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C9DAE3-AB2E-40D0-BDF6-97CECE1CAAE4}"/>
              </a:ext>
            </a:extLst>
          </p:cNvPr>
          <p:cNvSpPr txBox="1"/>
          <p:nvPr/>
        </p:nvSpPr>
        <p:spPr>
          <a:xfrm>
            <a:off x="1108304" y="1596181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E323FF-06BC-41D4-B20A-712EA24B694D}"/>
              </a:ext>
            </a:extLst>
          </p:cNvPr>
          <p:cNvSpPr txBox="1"/>
          <p:nvPr/>
        </p:nvSpPr>
        <p:spPr>
          <a:xfrm>
            <a:off x="1260704" y="915461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54E5E0-BFDE-4F18-930B-5CED989934CA}"/>
              </a:ext>
            </a:extLst>
          </p:cNvPr>
          <p:cNvSpPr txBox="1"/>
          <p:nvPr/>
        </p:nvSpPr>
        <p:spPr>
          <a:xfrm>
            <a:off x="1263547" y="223519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4994B0-BC46-46E2-9F84-09E98E2E38E8}"/>
              </a:ext>
            </a:extLst>
          </p:cNvPr>
          <p:cNvSpPr txBox="1"/>
          <p:nvPr/>
        </p:nvSpPr>
        <p:spPr>
          <a:xfrm>
            <a:off x="1108304" y="5722202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F699FD-A5B3-40D6-A52A-5FD19F3692F0}"/>
              </a:ext>
            </a:extLst>
          </p:cNvPr>
          <p:cNvSpPr txBox="1"/>
          <p:nvPr/>
        </p:nvSpPr>
        <p:spPr>
          <a:xfrm>
            <a:off x="1043252" y="5051641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E36940-8572-4F08-88B0-C18D16F1590C}"/>
              </a:ext>
            </a:extLst>
          </p:cNvPr>
          <p:cNvSpPr txBox="1"/>
          <p:nvPr/>
        </p:nvSpPr>
        <p:spPr>
          <a:xfrm>
            <a:off x="1340069" y="3673901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16C782-B070-4AD5-8DD5-AAF2EE863E8D}"/>
              </a:ext>
            </a:extLst>
          </p:cNvPr>
          <p:cNvSpPr txBox="1"/>
          <p:nvPr/>
        </p:nvSpPr>
        <p:spPr>
          <a:xfrm>
            <a:off x="1281024" y="2988101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21F089E-D6E7-4809-BCBE-0398B1A3107C}"/>
              </a:ext>
            </a:extLst>
          </p:cNvPr>
          <p:cNvSpPr txBox="1"/>
          <p:nvPr/>
        </p:nvSpPr>
        <p:spPr>
          <a:xfrm>
            <a:off x="1118464" y="2988101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3183C93-4DA2-4816-A123-79B784B2743B}"/>
              </a:ext>
            </a:extLst>
          </p:cNvPr>
          <p:cNvSpPr txBox="1"/>
          <p:nvPr/>
        </p:nvSpPr>
        <p:spPr>
          <a:xfrm>
            <a:off x="1281024" y="2317541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06E55A2-0300-4B85-9AE1-58FB2639A466}"/>
              </a:ext>
            </a:extLst>
          </p:cNvPr>
          <p:cNvSpPr txBox="1"/>
          <p:nvPr/>
        </p:nvSpPr>
        <p:spPr>
          <a:xfrm>
            <a:off x="1108304" y="2317541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D818BAE-4B51-4B5B-B356-EE40D95D1501}"/>
              </a:ext>
            </a:extLst>
          </p:cNvPr>
          <p:cNvSpPr txBox="1"/>
          <p:nvPr/>
        </p:nvSpPr>
        <p:spPr>
          <a:xfrm>
            <a:off x="1043252" y="4365842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A16C4A9-7280-4FD4-9F6A-E984D179EEFE}"/>
              </a:ext>
            </a:extLst>
          </p:cNvPr>
          <p:cNvSpPr txBox="1"/>
          <p:nvPr/>
        </p:nvSpPr>
        <p:spPr>
          <a:xfrm>
            <a:off x="1340069" y="4365841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85721F2-A2B3-42D9-8B3B-B81BC2F70187}"/>
              </a:ext>
            </a:extLst>
          </p:cNvPr>
          <p:cNvSpPr txBox="1"/>
          <p:nvPr/>
        </p:nvSpPr>
        <p:spPr>
          <a:xfrm>
            <a:off x="1340069" y="5051640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727211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D67FED50-653E-498B-8B33-FEB664E8478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37204866"/>
                  </p:ext>
                </p:extLst>
              </p:nvPr>
            </p:nvGraphicFramePr>
            <p:xfrm>
              <a:off x="0" y="0"/>
              <a:ext cx="4836160" cy="685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18080">
                      <a:extLst>
                        <a:ext uri="{9D8B030D-6E8A-4147-A177-3AD203B41FA5}">
                          <a16:colId xmlns:a16="http://schemas.microsoft.com/office/drawing/2014/main" val="952686177"/>
                        </a:ext>
                      </a:extLst>
                    </a:gridCol>
                    <a:gridCol w="2418080">
                      <a:extLst>
                        <a:ext uri="{9D8B030D-6E8A-4147-A177-3AD203B41FA5}">
                          <a16:colId xmlns:a16="http://schemas.microsoft.com/office/drawing/2014/main" val="2667903538"/>
                        </a:ext>
                      </a:extLst>
                    </a:gridCol>
                  </a:tblGrid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7331269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0.03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8563047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0.16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7028652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0.54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84578023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0.72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50332169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2.63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47900836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0.102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60202279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0.762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878769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2.750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62444970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0.0423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4123787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D67FED50-653E-498B-8B33-FEB664E8478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37204866"/>
                  </p:ext>
                </p:extLst>
              </p:nvPr>
            </p:nvGraphicFramePr>
            <p:xfrm>
              <a:off x="0" y="0"/>
              <a:ext cx="4836160" cy="685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18080">
                      <a:extLst>
                        <a:ext uri="{9D8B030D-6E8A-4147-A177-3AD203B41FA5}">
                          <a16:colId xmlns:a16="http://schemas.microsoft.com/office/drawing/2014/main" val="952686177"/>
                        </a:ext>
                      </a:extLst>
                    </a:gridCol>
                    <a:gridCol w="2418080">
                      <a:extLst>
                        <a:ext uri="{9D8B030D-6E8A-4147-A177-3AD203B41FA5}">
                          <a16:colId xmlns:a16="http://schemas.microsoft.com/office/drawing/2014/main" val="2667903538"/>
                        </a:ext>
                      </a:extLst>
                    </a:gridCol>
                  </a:tblGrid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504" t="-1770" r="-504" b="-8991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7331269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0.03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504" t="-102679" r="-504" b="-8071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8563047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0.16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504" t="-200885" r="-504" b="-7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7028652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0.54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504" t="-303571" r="-504" b="-6062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84578023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0.72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504" t="-400000" r="-504" b="-5008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50332169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2.63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47900836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0.102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60202279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0.762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878769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2.750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62444970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0.0423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4123787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A620BB5E-3166-48C6-BFA0-AAD3E437F94F}"/>
              </a:ext>
            </a:extLst>
          </p:cNvPr>
          <p:cNvSpPr txBox="1"/>
          <p:nvPr/>
        </p:nvSpPr>
        <p:spPr>
          <a:xfrm>
            <a:off x="1166949" y="-456139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61BA05-5711-4141-AF4D-000662E2E056}"/>
              </a:ext>
            </a:extLst>
          </p:cNvPr>
          <p:cNvSpPr txBox="1"/>
          <p:nvPr/>
        </p:nvSpPr>
        <p:spPr>
          <a:xfrm>
            <a:off x="1361471" y="5722202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F349F4-734C-4146-8D72-7698F95C4E79}"/>
              </a:ext>
            </a:extLst>
          </p:cNvPr>
          <p:cNvSpPr txBox="1"/>
          <p:nvPr/>
        </p:nvSpPr>
        <p:spPr>
          <a:xfrm>
            <a:off x="1248229" y="1596181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44C78E-EA1E-4ABC-A499-8910475A4084}"/>
              </a:ext>
            </a:extLst>
          </p:cNvPr>
          <p:cNvSpPr txBox="1"/>
          <p:nvPr/>
        </p:nvSpPr>
        <p:spPr>
          <a:xfrm>
            <a:off x="1075509" y="1596181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775B83-1205-4B05-AF64-A4A3D22507A0}"/>
              </a:ext>
            </a:extLst>
          </p:cNvPr>
          <p:cNvSpPr txBox="1"/>
          <p:nvPr/>
        </p:nvSpPr>
        <p:spPr>
          <a:xfrm>
            <a:off x="1227909" y="915461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818CCD-EF0B-4D2C-AAC5-DAEF21B1933E}"/>
              </a:ext>
            </a:extLst>
          </p:cNvPr>
          <p:cNvSpPr txBox="1"/>
          <p:nvPr/>
        </p:nvSpPr>
        <p:spPr>
          <a:xfrm>
            <a:off x="1230752" y="223519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3471E9-36A4-4474-BBB2-13498A896834}"/>
              </a:ext>
            </a:extLst>
          </p:cNvPr>
          <p:cNvSpPr txBox="1"/>
          <p:nvPr/>
        </p:nvSpPr>
        <p:spPr>
          <a:xfrm>
            <a:off x="1075509" y="5722202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3038B5-3C3B-433F-B78C-7835CE60F179}"/>
              </a:ext>
            </a:extLst>
          </p:cNvPr>
          <p:cNvSpPr txBox="1"/>
          <p:nvPr/>
        </p:nvSpPr>
        <p:spPr>
          <a:xfrm>
            <a:off x="1010457" y="5051641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2F9811-5F57-4159-BF88-B8E5A55FD927}"/>
              </a:ext>
            </a:extLst>
          </p:cNvPr>
          <p:cNvSpPr txBox="1"/>
          <p:nvPr/>
        </p:nvSpPr>
        <p:spPr>
          <a:xfrm>
            <a:off x="1307274" y="3673901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9085D69-55ED-471E-B389-B6A0AB63FF88}"/>
              </a:ext>
            </a:extLst>
          </p:cNvPr>
          <p:cNvSpPr txBox="1"/>
          <p:nvPr/>
        </p:nvSpPr>
        <p:spPr>
          <a:xfrm>
            <a:off x="1248229" y="2988101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443EEC-B134-44E0-930F-390B90232772}"/>
              </a:ext>
            </a:extLst>
          </p:cNvPr>
          <p:cNvSpPr txBox="1"/>
          <p:nvPr/>
        </p:nvSpPr>
        <p:spPr>
          <a:xfrm>
            <a:off x="1085669" y="2988101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DF97B77-60D6-4D10-8F86-E51D7392E220}"/>
              </a:ext>
            </a:extLst>
          </p:cNvPr>
          <p:cNvSpPr txBox="1"/>
          <p:nvPr/>
        </p:nvSpPr>
        <p:spPr>
          <a:xfrm>
            <a:off x="1248229" y="2317541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E60754F-493C-4FD4-99A2-21CFBA3F404D}"/>
              </a:ext>
            </a:extLst>
          </p:cNvPr>
          <p:cNvSpPr txBox="1"/>
          <p:nvPr/>
        </p:nvSpPr>
        <p:spPr>
          <a:xfrm>
            <a:off x="1075509" y="2317541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063EA1-DA0F-4C8D-BDA5-50DDD5D711B7}"/>
              </a:ext>
            </a:extLst>
          </p:cNvPr>
          <p:cNvSpPr txBox="1"/>
          <p:nvPr/>
        </p:nvSpPr>
        <p:spPr>
          <a:xfrm>
            <a:off x="1010457" y="4365842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C412444-E060-4039-BC5C-AD53736F8CD1}"/>
              </a:ext>
            </a:extLst>
          </p:cNvPr>
          <p:cNvSpPr txBox="1"/>
          <p:nvPr/>
        </p:nvSpPr>
        <p:spPr>
          <a:xfrm>
            <a:off x="1307274" y="4365841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656F2D6-B843-4313-B966-A524ABC0AC52}"/>
              </a:ext>
            </a:extLst>
          </p:cNvPr>
          <p:cNvSpPr txBox="1"/>
          <p:nvPr/>
        </p:nvSpPr>
        <p:spPr>
          <a:xfrm>
            <a:off x="1307274" y="5051640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1B2A46-D734-4393-9415-7C1A7E18817B}"/>
              </a:ext>
            </a:extLst>
          </p:cNvPr>
          <p:cNvSpPr/>
          <p:nvPr/>
        </p:nvSpPr>
        <p:spPr>
          <a:xfrm>
            <a:off x="5539020" y="-34054"/>
            <a:ext cx="4015651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Ж</a:t>
            </a:r>
            <a:r>
              <a:rPr lang="ky-KG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ооптордун </a:t>
            </a:r>
          </a:p>
          <a:p>
            <a:pPr algn="ctr"/>
            <a:r>
              <a:rPr lang="ky-KG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Жарымы 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46662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D67FED50-653E-498B-8B33-FEB664E8478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0" y="0"/>
              <a:ext cx="4836160" cy="685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18080">
                      <a:extLst>
                        <a:ext uri="{9D8B030D-6E8A-4147-A177-3AD203B41FA5}">
                          <a16:colId xmlns:a16="http://schemas.microsoft.com/office/drawing/2014/main" val="952686177"/>
                        </a:ext>
                      </a:extLst>
                    </a:gridCol>
                    <a:gridCol w="2418080">
                      <a:extLst>
                        <a:ext uri="{9D8B030D-6E8A-4147-A177-3AD203B41FA5}">
                          <a16:colId xmlns:a16="http://schemas.microsoft.com/office/drawing/2014/main" val="2667903538"/>
                        </a:ext>
                      </a:extLst>
                    </a:gridCol>
                  </a:tblGrid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7331269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0.03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8563047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0.16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7028652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0.54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84578023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0.72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50332169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2.63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f>
                                  <m:fPr>
                                    <m:ctrlP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47900836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0.102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60202279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0.762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254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333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878769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2.750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f>
                                  <m:fPr>
                                    <m:ctrlP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250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333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62444970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0.0423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47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111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4123787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D67FED50-653E-498B-8B33-FEB664E8478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0" y="0"/>
              <a:ext cx="4836160" cy="685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18080">
                      <a:extLst>
                        <a:ext uri="{9D8B030D-6E8A-4147-A177-3AD203B41FA5}">
                          <a16:colId xmlns:a16="http://schemas.microsoft.com/office/drawing/2014/main" val="952686177"/>
                        </a:ext>
                      </a:extLst>
                    </a:gridCol>
                    <a:gridCol w="2418080">
                      <a:extLst>
                        <a:ext uri="{9D8B030D-6E8A-4147-A177-3AD203B41FA5}">
                          <a16:colId xmlns:a16="http://schemas.microsoft.com/office/drawing/2014/main" val="2667903538"/>
                        </a:ext>
                      </a:extLst>
                    </a:gridCol>
                  </a:tblGrid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504" t="-1770" r="-504" b="-8991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7331269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0.03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504" t="-102679" r="-504" b="-8071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8563047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0.16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504" t="-200885" r="-504" b="-7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7028652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0.54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504" t="-303571" r="-504" b="-6062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84578023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0.72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504" t="-400000" r="-504" b="-5008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50332169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2.63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504" t="-504464" r="-504" b="-4053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47900836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0.102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504" t="-599115" r="-504" b="-3017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60202279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0.762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504" t="-705357" r="-504" b="-2044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878769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2.750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504" t="-798230" r="-504" b="-1026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62444970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0.0423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504" t="-906250" r="-504" b="-3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4123787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A620BB5E-3166-48C6-BFA0-AAD3E437F94F}"/>
              </a:ext>
            </a:extLst>
          </p:cNvPr>
          <p:cNvSpPr txBox="1"/>
          <p:nvPr/>
        </p:nvSpPr>
        <p:spPr>
          <a:xfrm>
            <a:off x="1166949" y="-456139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61BA05-5711-4141-AF4D-000662E2E056}"/>
              </a:ext>
            </a:extLst>
          </p:cNvPr>
          <p:cNvSpPr txBox="1"/>
          <p:nvPr/>
        </p:nvSpPr>
        <p:spPr>
          <a:xfrm>
            <a:off x="1361471" y="5722202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F349F4-734C-4146-8D72-7698F95C4E79}"/>
              </a:ext>
            </a:extLst>
          </p:cNvPr>
          <p:cNvSpPr txBox="1"/>
          <p:nvPr/>
        </p:nvSpPr>
        <p:spPr>
          <a:xfrm>
            <a:off x="1248229" y="1596181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44C78E-EA1E-4ABC-A499-8910475A4084}"/>
              </a:ext>
            </a:extLst>
          </p:cNvPr>
          <p:cNvSpPr txBox="1"/>
          <p:nvPr/>
        </p:nvSpPr>
        <p:spPr>
          <a:xfrm>
            <a:off x="1075509" y="1596181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775B83-1205-4B05-AF64-A4A3D22507A0}"/>
              </a:ext>
            </a:extLst>
          </p:cNvPr>
          <p:cNvSpPr txBox="1"/>
          <p:nvPr/>
        </p:nvSpPr>
        <p:spPr>
          <a:xfrm>
            <a:off x="1227909" y="915461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818CCD-EF0B-4D2C-AAC5-DAEF21B1933E}"/>
              </a:ext>
            </a:extLst>
          </p:cNvPr>
          <p:cNvSpPr txBox="1"/>
          <p:nvPr/>
        </p:nvSpPr>
        <p:spPr>
          <a:xfrm>
            <a:off x="1230752" y="223519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3471E9-36A4-4474-BBB2-13498A896834}"/>
              </a:ext>
            </a:extLst>
          </p:cNvPr>
          <p:cNvSpPr txBox="1"/>
          <p:nvPr/>
        </p:nvSpPr>
        <p:spPr>
          <a:xfrm>
            <a:off x="1075509" y="5722202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3038B5-3C3B-433F-B78C-7835CE60F179}"/>
              </a:ext>
            </a:extLst>
          </p:cNvPr>
          <p:cNvSpPr txBox="1"/>
          <p:nvPr/>
        </p:nvSpPr>
        <p:spPr>
          <a:xfrm>
            <a:off x="1010457" y="5051641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2F9811-5F57-4159-BF88-B8E5A55FD927}"/>
              </a:ext>
            </a:extLst>
          </p:cNvPr>
          <p:cNvSpPr txBox="1"/>
          <p:nvPr/>
        </p:nvSpPr>
        <p:spPr>
          <a:xfrm>
            <a:off x="1307274" y="3673901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9085D69-55ED-471E-B389-B6A0AB63FF88}"/>
              </a:ext>
            </a:extLst>
          </p:cNvPr>
          <p:cNvSpPr txBox="1"/>
          <p:nvPr/>
        </p:nvSpPr>
        <p:spPr>
          <a:xfrm>
            <a:off x="1248229" y="2988101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443EEC-B134-44E0-930F-390B90232772}"/>
              </a:ext>
            </a:extLst>
          </p:cNvPr>
          <p:cNvSpPr txBox="1"/>
          <p:nvPr/>
        </p:nvSpPr>
        <p:spPr>
          <a:xfrm>
            <a:off x="1085669" y="2988101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DF97B77-60D6-4D10-8F86-E51D7392E220}"/>
              </a:ext>
            </a:extLst>
          </p:cNvPr>
          <p:cNvSpPr txBox="1"/>
          <p:nvPr/>
        </p:nvSpPr>
        <p:spPr>
          <a:xfrm>
            <a:off x="1248229" y="2317541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E60754F-493C-4FD4-99A2-21CFBA3F404D}"/>
              </a:ext>
            </a:extLst>
          </p:cNvPr>
          <p:cNvSpPr txBox="1"/>
          <p:nvPr/>
        </p:nvSpPr>
        <p:spPr>
          <a:xfrm>
            <a:off x="1075509" y="2317541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063EA1-DA0F-4C8D-BDA5-50DDD5D711B7}"/>
              </a:ext>
            </a:extLst>
          </p:cNvPr>
          <p:cNvSpPr txBox="1"/>
          <p:nvPr/>
        </p:nvSpPr>
        <p:spPr>
          <a:xfrm>
            <a:off x="1010457" y="4365842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C412444-E060-4039-BC5C-AD53736F8CD1}"/>
              </a:ext>
            </a:extLst>
          </p:cNvPr>
          <p:cNvSpPr txBox="1"/>
          <p:nvPr/>
        </p:nvSpPr>
        <p:spPr>
          <a:xfrm>
            <a:off x="1307274" y="4365841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656F2D6-B843-4313-B966-A524ABC0AC52}"/>
              </a:ext>
            </a:extLst>
          </p:cNvPr>
          <p:cNvSpPr txBox="1"/>
          <p:nvPr/>
        </p:nvSpPr>
        <p:spPr>
          <a:xfrm>
            <a:off x="1307274" y="5051640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1B2A46-D734-4393-9415-7C1A7E18817B}"/>
              </a:ext>
            </a:extLst>
          </p:cNvPr>
          <p:cNvSpPr/>
          <p:nvPr/>
        </p:nvSpPr>
        <p:spPr>
          <a:xfrm>
            <a:off x="4993895" y="-86807"/>
            <a:ext cx="4015650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Ж</a:t>
            </a:r>
            <a:r>
              <a:rPr lang="ky-KG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ооптордун </a:t>
            </a:r>
            <a:endParaRPr lang="ky-KG" sz="54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r>
              <a:rPr lang="ky-KG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толугу</a:t>
            </a:r>
          </a:p>
        </p:txBody>
      </p:sp>
    </p:spTree>
    <p:extLst>
      <p:ext uri="{BB962C8B-B14F-4D97-AF65-F5344CB8AC3E}">
        <p14:creationId xmlns:p14="http://schemas.microsoft.com/office/powerpoint/2010/main" val="31132778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6" name="Table 35">
                <a:extLst>
                  <a:ext uri="{FF2B5EF4-FFF2-40B4-BE49-F238E27FC236}">
                    <a16:creationId xmlns:a16="http://schemas.microsoft.com/office/drawing/2014/main" id="{06069EC9-0807-48C3-979C-33F08BF5239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35449196"/>
                  </p:ext>
                </p:extLst>
              </p:nvPr>
            </p:nvGraphicFramePr>
            <p:xfrm>
              <a:off x="5069840" y="0"/>
              <a:ext cx="4836160" cy="685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18080">
                      <a:extLst>
                        <a:ext uri="{9D8B030D-6E8A-4147-A177-3AD203B41FA5}">
                          <a16:colId xmlns:a16="http://schemas.microsoft.com/office/drawing/2014/main" val="952686177"/>
                        </a:ext>
                      </a:extLst>
                    </a:gridCol>
                    <a:gridCol w="2418080">
                      <a:extLst>
                        <a:ext uri="{9D8B030D-6E8A-4147-A177-3AD203B41FA5}">
                          <a16:colId xmlns:a16="http://schemas.microsoft.com/office/drawing/2014/main" val="2667903538"/>
                        </a:ext>
                      </a:extLst>
                    </a:gridCol>
                  </a:tblGrid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7331269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0.03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8563047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0.16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f>
                                  <m:fPr>
                                    <m:ctrlP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7028652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0.54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254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333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84578023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0.72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50332169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2.63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47900836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0.102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f>
                                  <m:fPr>
                                    <m:ctrlP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250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333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60202279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0.762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47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111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878769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2.750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62444970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0.0423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4123787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6" name="Table 35">
                <a:extLst>
                  <a:ext uri="{FF2B5EF4-FFF2-40B4-BE49-F238E27FC236}">
                    <a16:creationId xmlns:a16="http://schemas.microsoft.com/office/drawing/2014/main" id="{06069EC9-0807-48C3-979C-33F08BF5239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35449196"/>
                  </p:ext>
                </p:extLst>
              </p:nvPr>
            </p:nvGraphicFramePr>
            <p:xfrm>
              <a:off x="5069840" y="0"/>
              <a:ext cx="4836160" cy="685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18080">
                      <a:extLst>
                        <a:ext uri="{9D8B030D-6E8A-4147-A177-3AD203B41FA5}">
                          <a16:colId xmlns:a16="http://schemas.microsoft.com/office/drawing/2014/main" val="952686177"/>
                        </a:ext>
                      </a:extLst>
                    </a:gridCol>
                    <a:gridCol w="2418080">
                      <a:extLst>
                        <a:ext uri="{9D8B030D-6E8A-4147-A177-3AD203B41FA5}">
                          <a16:colId xmlns:a16="http://schemas.microsoft.com/office/drawing/2014/main" val="2667903538"/>
                        </a:ext>
                      </a:extLst>
                    </a:gridCol>
                  </a:tblGrid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252" t="-1770" r="-756" b="-8991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7331269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0.03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252" t="-102679" r="-756" b="-8071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8563047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0.16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252" t="-200885" r="-756" b="-7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7028652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0.54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252" t="-303571" r="-756" b="-6062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84578023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0.72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252" t="-400000" r="-756" b="-5008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50332169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2.63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252" t="-504464" r="-756" b="-4053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47900836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0.102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252" t="-599115" r="-756" b="-3017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60202279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0.762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252" t="-705357" r="-756" b="-2044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878769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2.750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252" t="-798230" r="-756" b="-1026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62444970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0.0423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252" t="-906250" r="-756" b="-3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4123787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7" name="TextBox 36">
            <a:extLst>
              <a:ext uri="{FF2B5EF4-FFF2-40B4-BE49-F238E27FC236}">
                <a16:creationId xmlns:a16="http://schemas.microsoft.com/office/drawing/2014/main" id="{78E5E95A-B8D0-4D4D-829A-7D94C9486A9A}"/>
              </a:ext>
            </a:extLst>
          </p:cNvPr>
          <p:cNvSpPr txBox="1"/>
          <p:nvPr/>
        </p:nvSpPr>
        <p:spPr>
          <a:xfrm>
            <a:off x="6236789" y="-456139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35B0788-5B96-4890-97DB-CF533C58E9A9}"/>
              </a:ext>
            </a:extLst>
          </p:cNvPr>
          <p:cNvSpPr txBox="1"/>
          <p:nvPr/>
        </p:nvSpPr>
        <p:spPr>
          <a:xfrm>
            <a:off x="6431311" y="5722202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2AF953E-B894-4363-B156-256F08F02642}"/>
              </a:ext>
            </a:extLst>
          </p:cNvPr>
          <p:cNvSpPr txBox="1"/>
          <p:nvPr/>
        </p:nvSpPr>
        <p:spPr>
          <a:xfrm>
            <a:off x="6318069" y="1596181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E252636-BD3E-4340-80CB-102D0BC200F4}"/>
              </a:ext>
            </a:extLst>
          </p:cNvPr>
          <p:cNvSpPr txBox="1"/>
          <p:nvPr/>
        </p:nvSpPr>
        <p:spPr>
          <a:xfrm>
            <a:off x="6145349" y="1596181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EDCCAEE-096F-4C55-9DBC-4B5DF4A7C579}"/>
              </a:ext>
            </a:extLst>
          </p:cNvPr>
          <p:cNvSpPr txBox="1"/>
          <p:nvPr/>
        </p:nvSpPr>
        <p:spPr>
          <a:xfrm>
            <a:off x="6297749" y="915461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3B33A0F-6763-426D-AB8F-47919F4DE2B9}"/>
              </a:ext>
            </a:extLst>
          </p:cNvPr>
          <p:cNvSpPr txBox="1"/>
          <p:nvPr/>
        </p:nvSpPr>
        <p:spPr>
          <a:xfrm>
            <a:off x="6300592" y="223519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E4D2143-5A9A-45DB-8C5D-E0BFA9CAE089}"/>
              </a:ext>
            </a:extLst>
          </p:cNvPr>
          <p:cNvSpPr txBox="1"/>
          <p:nvPr/>
        </p:nvSpPr>
        <p:spPr>
          <a:xfrm>
            <a:off x="6145349" y="5722202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1DF3FA9-11AD-42AF-B656-60090712098B}"/>
              </a:ext>
            </a:extLst>
          </p:cNvPr>
          <p:cNvSpPr txBox="1"/>
          <p:nvPr/>
        </p:nvSpPr>
        <p:spPr>
          <a:xfrm>
            <a:off x="6080297" y="5051641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341A13D-C544-47E0-881E-1AE157ECC5B3}"/>
              </a:ext>
            </a:extLst>
          </p:cNvPr>
          <p:cNvSpPr txBox="1"/>
          <p:nvPr/>
        </p:nvSpPr>
        <p:spPr>
          <a:xfrm>
            <a:off x="6377114" y="3673901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FE4E495-8CA0-476C-8BA1-0E7E285E68AB}"/>
              </a:ext>
            </a:extLst>
          </p:cNvPr>
          <p:cNvSpPr txBox="1"/>
          <p:nvPr/>
        </p:nvSpPr>
        <p:spPr>
          <a:xfrm>
            <a:off x="6318069" y="2988101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155E878-B381-438F-98AC-F7BFC8A922F9}"/>
              </a:ext>
            </a:extLst>
          </p:cNvPr>
          <p:cNvSpPr txBox="1"/>
          <p:nvPr/>
        </p:nvSpPr>
        <p:spPr>
          <a:xfrm>
            <a:off x="6155509" y="2988101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6CC0469-F5E9-4480-87FD-A5BDF656F66F}"/>
              </a:ext>
            </a:extLst>
          </p:cNvPr>
          <p:cNvSpPr txBox="1"/>
          <p:nvPr/>
        </p:nvSpPr>
        <p:spPr>
          <a:xfrm>
            <a:off x="6318069" y="2317541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F5E4BC7-185F-4FB7-BF1B-D08A4C1F27AB}"/>
              </a:ext>
            </a:extLst>
          </p:cNvPr>
          <p:cNvSpPr txBox="1"/>
          <p:nvPr/>
        </p:nvSpPr>
        <p:spPr>
          <a:xfrm>
            <a:off x="6145349" y="2317541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BA1AAB2-C5F3-4988-995C-61922C401FF0}"/>
              </a:ext>
            </a:extLst>
          </p:cNvPr>
          <p:cNvSpPr txBox="1"/>
          <p:nvPr/>
        </p:nvSpPr>
        <p:spPr>
          <a:xfrm>
            <a:off x="6080297" y="4365842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B69DA48-6F0D-414E-9B8D-D8AEEEC36341}"/>
              </a:ext>
            </a:extLst>
          </p:cNvPr>
          <p:cNvSpPr txBox="1"/>
          <p:nvPr/>
        </p:nvSpPr>
        <p:spPr>
          <a:xfrm>
            <a:off x="6377114" y="4365841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8B6C6D7-7392-405A-B0C6-61E4B9B26102}"/>
              </a:ext>
            </a:extLst>
          </p:cNvPr>
          <p:cNvSpPr txBox="1"/>
          <p:nvPr/>
        </p:nvSpPr>
        <p:spPr>
          <a:xfrm>
            <a:off x="6377114" y="5051640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3" name="Table 52">
                <a:extLst>
                  <a:ext uri="{FF2B5EF4-FFF2-40B4-BE49-F238E27FC236}">
                    <a16:creationId xmlns:a16="http://schemas.microsoft.com/office/drawing/2014/main" id="{DDD6B3AA-8E35-4619-8C98-4D1AA5AC06D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35362663"/>
                  </p:ext>
                </p:extLst>
              </p:nvPr>
            </p:nvGraphicFramePr>
            <p:xfrm>
              <a:off x="1" y="0"/>
              <a:ext cx="4836160" cy="685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18080">
                      <a:extLst>
                        <a:ext uri="{9D8B030D-6E8A-4147-A177-3AD203B41FA5}">
                          <a16:colId xmlns:a16="http://schemas.microsoft.com/office/drawing/2014/main" val="952686177"/>
                        </a:ext>
                      </a:extLst>
                    </a:gridCol>
                    <a:gridCol w="2418080">
                      <a:extLst>
                        <a:ext uri="{9D8B030D-6E8A-4147-A177-3AD203B41FA5}">
                          <a16:colId xmlns:a16="http://schemas.microsoft.com/office/drawing/2014/main" val="2667903538"/>
                        </a:ext>
                      </a:extLst>
                    </a:gridCol>
                  </a:tblGrid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7331269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0.03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8563047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0.16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f>
                                  <m:fPr>
                                    <m:ctrlP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7028652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0.54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254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333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84578023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0.72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50332169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2.63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47900836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0.102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f>
                                  <m:fPr>
                                    <m:ctrlP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250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333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60202279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0.762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47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111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878769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2.750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62444970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0.0423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4123787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3" name="Table 52">
                <a:extLst>
                  <a:ext uri="{FF2B5EF4-FFF2-40B4-BE49-F238E27FC236}">
                    <a16:creationId xmlns:a16="http://schemas.microsoft.com/office/drawing/2014/main" id="{DDD6B3AA-8E35-4619-8C98-4D1AA5AC06D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35362663"/>
                  </p:ext>
                </p:extLst>
              </p:nvPr>
            </p:nvGraphicFramePr>
            <p:xfrm>
              <a:off x="1" y="0"/>
              <a:ext cx="4836160" cy="685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18080">
                      <a:extLst>
                        <a:ext uri="{9D8B030D-6E8A-4147-A177-3AD203B41FA5}">
                          <a16:colId xmlns:a16="http://schemas.microsoft.com/office/drawing/2014/main" val="952686177"/>
                        </a:ext>
                      </a:extLst>
                    </a:gridCol>
                    <a:gridCol w="2418080">
                      <a:extLst>
                        <a:ext uri="{9D8B030D-6E8A-4147-A177-3AD203B41FA5}">
                          <a16:colId xmlns:a16="http://schemas.microsoft.com/office/drawing/2014/main" val="2667903538"/>
                        </a:ext>
                      </a:extLst>
                    </a:gridCol>
                  </a:tblGrid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504" t="-1770" r="-504" b="-8991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7331269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0.03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504" t="-102679" r="-504" b="-8071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8563047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0.16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504" t="-200885" r="-504" b="-7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7028652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0.54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504" t="-303571" r="-504" b="-6062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84578023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0.72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504" t="-400000" r="-504" b="-5008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50332169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2.63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504" t="-504464" r="-504" b="-4053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47900836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0.102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504" t="-599115" r="-504" b="-3017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60202279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0.762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504" t="-705357" r="-504" b="-2044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878769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2.750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504" t="-798230" r="-504" b="-1026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62444970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0.0423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504" t="-906250" r="-504" b="-3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4123787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4" name="TextBox 53">
            <a:extLst>
              <a:ext uri="{FF2B5EF4-FFF2-40B4-BE49-F238E27FC236}">
                <a16:creationId xmlns:a16="http://schemas.microsoft.com/office/drawing/2014/main" id="{E6EA5111-1431-4774-9524-613E28F087AD}"/>
              </a:ext>
            </a:extLst>
          </p:cNvPr>
          <p:cNvSpPr txBox="1"/>
          <p:nvPr/>
        </p:nvSpPr>
        <p:spPr>
          <a:xfrm>
            <a:off x="1166950" y="-456139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1ECA1F0-FA82-4488-9D5C-AEDF06E8BA96}"/>
              </a:ext>
            </a:extLst>
          </p:cNvPr>
          <p:cNvSpPr txBox="1"/>
          <p:nvPr/>
        </p:nvSpPr>
        <p:spPr>
          <a:xfrm>
            <a:off x="1361472" y="5722202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BF151A1-3A69-4FA1-9838-376F79FE095A}"/>
              </a:ext>
            </a:extLst>
          </p:cNvPr>
          <p:cNvSpPr txBox="1"/>
          <p:nvPr/>
        </p:nvSpPr>
        <p:spPr>
          <a:xfrm>
            <a:off x="1248230" y="1596181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DEE7712-9380-4A8C-BECB-D58E25C65709}"/>
              </a:ext>
            </a:extLst>
          </p:cNvPr>
          <p:cNvSpPr txBox="1"/>
          <p:nvPr/>
        </p:nvSpPr>
        <p:spPr>
          <a:xfrm>
            <a:off x="1075510" y="1596181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34E127F-9C49-4F71-A60A-3623899FD8EC}"/>
              </a:ext>
            </a:extLst>
          </p:cNvPr>
          <p:cNvSpPr txBox="1"/>
          <p:nvPr/>
        </p:nvSpPr>
        <p:spPr>
          <a:xfrm>
            <a:off x="1227910" y="915461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607F376-3D9E-4585-949D-11AD61A4E30A}"/>
              </a:ext>
            </a:extLst>
          </p:cNvPr>
          <p:cNvSpPr txBox="1"/>
          <p:nvPr/>
        </p:nvSpPr>
        <p:spPr>
          <a:xfrm>
            <a:off x="1230753" y="223519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54A58FC-48E7-4D71-8614-9518792F2FF5}"/>
              </a:ext>
            </a:extLst>
          </p:cNvPr>
          <p:cNvSpPr txBox="1"/>
          <p:nvPr/>
        </p:nvSpPr>
        <p:spPr>
          <a:xfrm>
            <a:off x="1075510" y="5722202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9414D8C-31B4-4CD6-957B-02F2DE7D17BC}"/>
              </a:ext>
            </a:extLst>
          </p:cNvPr>
          <p:cNvSpPr txBox="1"/>
          <p:nvPr/>
        </p:nvSpPr>
        <p:spPr>
          <a:xfrm>
            <a:off x="1010458" y="5051641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F17307B-B1A5-4B26-9901-13C89F66A150}"/>
              </a:ext>
            </a:extLst>
          </p:cNvPr>
          <p:cNvSpPr txBox="1"/>
          <p:nvPr/>
        </p:nvSpPr>
        <p:spPr>
          <a:xfrm>
            <a:off x="1307275" y="3673901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EF01880-51F7-4039-B0B4-AFC1A5CEBCEE}"/>
              </a:ext>
            </a:extLst>
          </p:cNvPr>
          <p:cNvSpPr txBox="1"/>
          <p:nvPr/>
        </p:nvSpPr>
        <p:spPr>
          <a:xfrm>
            <a:off x="1248230" y="2988101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EF3EBD3-5982-4B11-9DEF-AE6B1937750F}"/>
              </a:ext>
            </a:extLst>
          </p:cNvPr>
          <p:cNvSpPr txBox="1"/>
          <p:nvPr/>
        </p:nvSpPr>
        <p:spPr>
          <a:xfrm>
            <a:off x="1085670" y="2988101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C024B38-4F43-4D68-841D-F32B23BFC7A0}"/>
              </a:ext>
            </a:extLst>
          </p:cNvPr>
          <p:cNvSpPr txBox="1"/>
          <p:nvPr/>
        </p:nvSpPr>
        <p:spPr>
          <a:xfrm>
            <a:off x="1248230" y="2317541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13D5573-BC2A-483E-ABD4-1234A14BD6C0}"/>
              </a:ext>
            </a:extLst>
          </p:cNvPr>
          <p:cNvSpPr txBox="1"/>
          <p:nvPr/>
        </p:nvSpPr>
        <p:spPr>
          <a:xfrm>
            <a:off x="1075510" y="2317541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1D6CB98-B4AD-4175-A3CB-783729E5C43D}"/>
              </a:ext>
            </a:extLst>
          </p:cNvPr>
          <p:cNvSpPr txBox="1"/>
          <p:nvPr/>
        </p:nvSpPr>
        <p:spPr>
          <a:xfrm>
            <a:off x="1010458" y="4365842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1DED1D3-A327-4E04-85E4-11A3278D38F7}"/>
              </a:ext>
            </a:extLst>
          </p:cNvPr>
          <p:cNvSpPr txBox="1"/>
          <p:nvPr/>
        </p:nvSpPr>
        <p:spPr>
          <a:xfrm>
            <a:off x="1307275" y="4365841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B194FAA-0C2B-41DA-9F3A-D70F314EE0BC}"/>
              </a:ext>
            </a:extLst>
          </p:cNvPr>
          <p:cNvSpPr txBox="1"/>
          <p:nvPr/>
        </p:nvSpPr>
        <p:spPr>
          <a:xfrm>
            <a:off x="1307275" y="5051640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8302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B157954-1AE4-4175-9BD5-7E22C01BB1A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112"/>
          <a:stretch/>
        </p:blipFill>
        <p:spPr>
          <a:xfrm rot="16200000">
            <a:off x="-1021028" y="1061720"/>
            <a:ext cx="6776617" cy="473456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7BADB6D-63A0-4078-ADAD-447C32810F5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112"/>
          <a:stretch/>
        </p:blipFill>
        <p:spPr>
          <a:xfrm rot="16200000">
            <a:off x="4150412" y="1061720"/>
            <a:ext cx="6776617" cy="4734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3442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524600"/>
            <a:ext cx="9240883" cy="52014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30215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8338</TotalTime>
  <Words>268</Words>
  <Application>Microsoft Office PowerPoint</Application>
  <PresentationFormat>A4 Paper (210x297 mm)</PresentationFormat>
  <Paragraphs>199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Calibri Light</vt:lpstr>
      <vt:lpstr>Cambria Math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353</cp:revision>
  <cp:lastPrinted>2024-08-31T15:53:16Z</cp:lastPrinted>
  <dcterms:created xsi:type="dcterms:W3CDTF">2017-01-17T16:57:04Z</dcterms:created>
  <dcterms:modified xsi:type="dcterms:W3CDTF">2024-08-31T15:56:26Z</dcterms:modified>
</cp:coreProperties>
</file>