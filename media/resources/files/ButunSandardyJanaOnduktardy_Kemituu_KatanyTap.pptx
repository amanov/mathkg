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0"/>
  </p:notesMasterIdLst>
  <p:sldIdLst>
    <p:sldId id="944" r:id="rId2"/>
    <p:sldId id="831" r:id="rId3"/>
    <p:sldId id="939" r:id="rId4"/>
    <p:sldId id="940" r:id="rId5"/>
    <p:sldId id="941" r:id="rId6"/>
    <p:sldId id="942" r:id="rId7"/>
    <p:sldId id="943" r:id="rId8"/>
    <p:sldId id="946" r:id="rId9"/>
  </p:sldIdLst>
  <p:sldSz cx="9906000" cy="6858000" type="A4"/>
  <p:notesSz cx="7315200" cy="9601200"/>
  <p:embeddedFontLst>
    <p:embeddedFont>
      <p:font typeface="Fira Code" panose="020B0809050000020004" pitchFamily="49" charset="0"/>
      <p:regular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80F509A8-CD09-409C-8655-4E5DE70D3878}">
          <p14:sldIdLst>
            <p14:sldId id="944"/>
          </p14:sldIdLst>
        </p14:section>
        <p14:section name="Титулдук слайд" id="{02CB43F0-372F-48F5-8ECE-4146E631948D}">
          <p14:sldIdLst>
            <p14:sldId id="831"/>
          </p14:sldIdLst>
        </p14:section>
        <p14:section name="Көрсөтүү үчүн" id="{CA0B4A51-1C5A-4331-831D-7D5748F4CE7C}">
          <p14:sldIdLst>
            <p14:sldId id="939"/>
          </p14:sldIdLst>
        </p14:section>
        <p14:section name="Жооптор" id="{4A1CF18F-CBD8-4CE8-9034-4022B8261C24}">
          <p14:sldIdLst>
            <p14:sldId id="940"/>
          </p14:sldIdLst>
        </p14:section>
        <p14:section name="Иш кагазы" id="{45D3F427-FE2C-4E31-94DD-C39B49B018A8}">
          <p14:sldIdLst>
            <p14:sldId id="941"/>
            <p14:sldId id="942"/>
            <p14:sldId id="943"/>
          </p14:sldIdLst>
        </p14:section>
        <p14:section name="Кайтарым байланыш" id="{1F462C69-5607-48A3-918A-31B1142082DE}">
          <p14:sldIdLst>
            <p14:sldId id="9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233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96" y="7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0" cy="481728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8" y="0"/>
            <a:ext cx="3169920" cy="481728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27/08/2024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17625" y="1200150"/>
            <a:ext cx="46799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9"/>
            <a:ext cx="5852160" cy="3780472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119477"/>
            <a:ext cx="3169920" cy="481727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8" y="9119477"/>
            <a:ext cx="3169920" cy="481727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595120"/>
            <a:ext cx="9677400" cy="451072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– Бүтүн сандар менен – К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емитүү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Катаны тап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194945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6C1C42-DB6D-151D-BBC2-4DD23237EF22}"/>
              </a:ext>
            </a:extLst>
          </p:cNvPr>
          <p:cNvSpPr txBox="1"/>
          <p:nvPr/>
        </p:nvSpPr>
        <p:spPr>
          <a:xfrm>
            <a:off x="356981" y="114336"/>
            <a:ext cx="8453120" cy="160043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00E8DF-36D0-A0D9-C06F-85E90E14C0C6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349832" y="174124"/>
            <a:ext cx="9556168" cy="6683876"/>
            <a:chOff x="45032" y="-22608"/>
            <a:chExt cx="9770300" cy="6833646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43714" y="-22608"/>
              <a:ext cx="4993406" cy="260396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032" y="2559203"/>
              <a:ext cx="9770300" cy="4251835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D56811F-DA37-3BBD-963B-387DCB7F872A}"/>
              </a:ext>
            </a:extLst>
          </p:cNvPr>
          <p:cNvSpPr txBox="1"/>
          <p:nvPr/>
        </p:nvSpPr>
        <p:spPr>
          <a:xfrm>
            <a:off x="223520" y="11431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C0681C-9919-3FE3-9D63-1B7F2B1C52CA}"/>
              </a:ext>
            </a:extLst>
          </p:cNvPr>
          <p:cNvSpPr txBox="1"/>
          <p:nvPr/>
        </p:nvSpPr>
        <p:spPr>
          <a:xfrm>
            <a:off x="94067" y="1454219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74916" y="123324"/>
            <a:ext cx="9556168" cy="6683876"/>
            <a:chOff x="45032" y="-22608"/>
            <a:chExt cx="9770300" cy="6833646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43714" y="-22608"/>
              <a:ext cx="4993406" cy="2603960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032" y="2559203"/>
              <a:ext cx="9770300" cy="4251835"/>
            </a:xfrm>
            <a:prstGeom prst="rect">
              <a:avLst/>
            </a:prstGeom>
          </p:spPr>
        </p:pic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4340318" y="-86410"/>
            <a:ext cx="1204010" cy="120401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2653758" y="3063190"/>
            <a:ext cx="1204010" cy="120401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1962878" y="4048710"/>
            <a:ext cx="1204010" cy="120401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4848318" y="5095190"/>
            <a:ext cx="1204010" cy="120401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6707598" y="4251910"/>
            <a:ext cx="1204010" cy="120401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5021038" y="1081990"/>
            <a:ext cx="1204010" cy="120401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4360638" y="4038550"/>
            <a:ext cx="1204010" cy="120401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45500B-CAE4-6EC4-DCE2-C1EC3C3E2485}"/>
              </a:ext>
            </a:extLst>
          </p:cNvPr>
          <p:cNvSpPr txBox="1"/>
          <p:nvPr/>
        </p:nvSpPr>
        <p:spPr>
          <a:xfrm>
            <a:off x="112483" y="104126"/>
            <a:ext cx="3683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44574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74916" y="123324"/>
            <a:ext cx="9556168" cy="6683876"/>
            <a:chOff x="45032" y="-22608"/>
            <a:chExt cx="9770300" cy="6833646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43714" y="-22608"/>
              <a:ext cx="4993406" cy="260396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032" y="2559203"/>
              <a:ext cx="9770300" cy="4251835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03AEA23-54D0-19B8-78E4-63372231D87B}"/>
              </a:ext>
            </a:extLst>
          </p:cNvPr>
          <p:cNvSpPr txBox="1"/>
          <p:nvPr/>
        </p:nvSpPr>
        <p:spPr>
          <a:xfrm>
            <a:off x="223520" y="11431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ECBD52-F115-00A0-8E88-7E727D64691A}"/>
              </a:ext>
            </a:extLst>
          </p:cNvPr>
          <p:cNvSpPr txBox="1"/>
          <p:nvPr/>
        </p:nvSpPr>
        <p:spPr>
          <a:xfrm>
            <a:off x="94067" y="1454219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3178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3286044-BF50-32E2-B745-D78B50470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746675" y="1153075"/>
            <a:ext cx="6432903" cy="47160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247B25-04F5-ECA8-5E09-0D16A8EDC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89255" y="1010799"/>
            <a:ext cx="6597091" cy="483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948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3844A20-6FBD-572C-B2CA-62DEA585E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585" y="0"/>
            <a:ext cx="4556979" cy="33407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2662BA-F6E6-4AEF-497C-49BD54466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4436" y="0"/>
            <a:ext cx="4556979" cy="33407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B33E30-5B8C-0754-A6D8-A567959D4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585" y="3429000"/>
            <a:ext cx="4556979" cy="33407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8BD728-E4C7-B51B-A867-890A2E38A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4436" y="3429000"/>
            <a:ext cx="4556979" cy="334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060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157448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8336</TotalTime>
  <Words>127</Words>
  <Application>Microsoft Office PowerPoint</Application>
  <PresentationFormat>A4 Paper (210x297 mm)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Fira Code</vt:lpstr>
      <vt:lpstr>Calibri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371</cp:revision>
  <cp:lastPrinted>2024-08-27T10:28:25Z</cp:lastPrinted>
  <dcterms:created xsi:type="dcterms:W3CDTF">2017-01-17T16:57:04Z</dcterms:created>
  <dcterms:modified xsi:type="dcterms:W3CDTF">2024-08-27T10:28:46Z</dcterms:modified>
</cp:coreProperties>
</file>