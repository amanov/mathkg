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81" r:id="rId3"/>
    <p:sldId id="982" r:id="rId4"/>
    <p:sldId id="851" r:id="rId5"/>
    <p:sldId id="948" r:id="rId6"/>
    <p:sldId id="961" r:id="rId7"/>
    <p:sldId id="958" r:id="rId8"/>
    <p:sldId id="950" r:id="rId9"/>
    <p:sldId id="959" r:id="rId10"/>
    <p:sldId id="954" r:id="rId11"/>
    <p:sldId id="951" r:id="rId12"/>
    <p:sldId id="963" r:id="rId13"/>
    <p:sldId id="952" r:id="rId14"/>
    <p:sldId id="960" r:id="rId15"/>
    <p:sldId id="955" r:id="rId16"/>
    <p:sldId id="953" r:id="rId17"/>
    <p:sldId id="956" r:id="rId18"/>
    <p:sldId id="962" r:id="rId19"/>
    <p:sldId id="957" r:id="rId20"/>
    <p:sldId id="964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8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4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0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524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229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615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371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89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9231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186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25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24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868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80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89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231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12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46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71120" y="1557973"/>
            <a:ext cx="940435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 Бинго  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1577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52103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0" y="386889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1ден аз санга бөлүү</a:t>
            </a:r>
            <a:endParaRPr kumimoji="0" lang="en-US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86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151882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150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dirty="0"/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00352" y="6041522"/>
            <a:ext cx="3131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Де</a:t>
            </a:r>
            <a:r>
              <a:rPr lang="ky-KG" dirty="0"/>
              <a:t>п</a:t>
            </a:r>
            <a:r>
              <a:rPr lang="ru-RU" dirty="0"/>
              <a:t>терге 3х3 торчо тартыңыз.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4F46F-045C-22D8-F7EE-698C3EF05D66}"/>
              </a:ext>
            </a:extLst>
          </p:cNvPr>
          <p:cNvSpPr/>
          <p:nvPr/>
        </p:nvSpPr>
        <p:spPr>
          <a:xfrm>
            <a:off x="726618" y="151658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40 ÷ 0,8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3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16 ÷ 0,4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95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0,3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80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0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45 ÷ 0,3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2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20 ÷ 0,8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45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60 ÷ 0,3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68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18 ÷ 0,6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64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 ÷ 0,8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84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0,4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85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 ÷ 0,2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96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24 ÷ 0,5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48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806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15 ÷ 0,2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206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0,4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10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24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 ÷ 0,2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20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1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183926" y="1777214"/>
            <a:ext cx="3538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 ÷ 0,6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5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8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1050000" y="1449237"/>
            <a:ext cx="7806000" cy="2225615"/>
          </a:xfrm>
          <a:prstGeom prst="roundRect">
            <a:avLst>
              <a:gd name="adj" fmla="val 8376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025481" y="84853"/>
            <a:ext cx="1855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Эсептеңиз:</a:t>
            </a:r>
            <a:endParaRPr lang="en-GB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72142" y="1777214"/>
            <a:ext cx="41617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31 ÷ 0,5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3429226" y="4985959"/>
            <a:ext cx="3047547" cy="1337095"/>
          </a:xfrm>
          <a:prstGeom prst="roundRect">
            <a:avLst>
              <a:gd name="adj" fmla="val 8376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62</a:t>
            </a:r>
            <a:endParaRPr lang="en-GB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41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022985"/>
            <a:ext cx="8543925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8736</TotalTime>
  <Words>234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Arial</vt:lpstr>
      <vt:lpstr>Calibri Light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397</cp:revision>
  <cp:lastPrinted>2017-12-31T22:38:51Z</cp:lastPrinted>
  <dcterms:created xsi:type="dcterms:W3CDTF">2017-01-17T16:57:04Z</dcterms:created>
  <dcterms:modified xsi:type="dcterms:W3CDTF">2024-05-13T16:39:15Z</dcterms:modified>
</cp:coreProperties>
</file>