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6"/>
  </p:notesMasterIdLst>
  <p:sldIdLst>
    <p:sldId id="939" r:id="rId3"/>
    <p:sldId id="940" r:id="rId4"/>
    <p:sldId id="274" r:id="rId5"/>
  </p:sldIdLst>
  <p:sldSz cx="9906000" cy="6858000" type="A4"/>
  <p:notesSz cx="6669088" cy="9926638"/>
  <p:embeddedFontLst>
    <p:embeddedFont>
      <p:font typeface="Matura MT Script Capitals" panose="03020802060602070202" pitchFamily="66" charset="0"/>
      <p:regular r:id="rId7"/>
    </p:embeddedFont>
    <p:embeddedFont>
      <p:font typeface="Ravie" panose="04040805050809020602" pitchFamily="82" charset="0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39"/>
          </p14:sldIdLst>
        </p14:section>
        <p14:section name="СУРООЛОР" id="{A762EA83-E639-46EB-896F-C5F39615FAD1}">
          <p14:sldIdLst>
            <p14:sldId id="940"/>
          </p14:sldIdLst>
        </p14:section>
        <p14:section name="КАЙТАРЫМ БАЙЛАНЫШ" id="{F3D720CF-F566-46A6-9361-125255B68FA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183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1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03/06/2024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6/3/2024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345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6/3/2024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33161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6/3/2024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00165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6/3/2024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2223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6/3/2024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5740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6/3/2024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477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6/3/2024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0929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6/3/2024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5140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6/3/2024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8420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6/3/2024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9041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6/3/2024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3130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7736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2444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0324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6/3/2024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034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2 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Орундуу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Ондуктар –– </a:t>
            </a: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БӨЛҮҮ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–– 3тү Туташтыр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окуучулардын эки командасын сыноо үчүн тез оюн.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команданын окуучусу суроону тандап, андан кийин тиешелүү жоопту бериши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Ошол команданын квадратын ээлөө үчүн жооп кутучасынын боёлгон бөлүгүн басыңыз.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катары менен туташтырган утат!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 слайддарынын кыйынчылык деңгээли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барган сайын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жогорулайт.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7356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F0FB5B1D-69AC-483C-9C68-E5E31C8B5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234086"/>
              </p:ext>
            </p:extLst>
          </p:nvPr>
        </p:nvGraphicFramePr>
        <p:xfrm>
          <a:off x="4608496" y="1531911"/>
          <a:ext cx="5168552" cy="5185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138">
                  <a:extLst>
                    <a:ext uri="{9D8B030D-6E8A-4147-A177-3AD203B41FA5}">
                      <a16:colId xmlns:a16="http://schemas.microsoft.com/office/drawing/2014/main" val="3926725342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14648582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08893963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508545897"/>
                    </a:ext>
                  </a:extLst>
                </a:gridCol>
              </a:tblGrid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675500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309862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93046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563922"/>
                  </a:ext>
                </a:extLst>
              </a:tr>
            </a:tbl>
          </a:graphicData>
        </a:graphic>
      </p:graphicFrame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759937"/>
              </p:ext>
            </p:extLst>
          </p:nvPr>
        </p:nvGraphicFramePr>
        <p:xfrm>
          <a:off x="52755" y="79131"/>
          <a:ext cx="4411692" cy="6647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0374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2141318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59221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b="1" dirty="0">
                          <a:solidFill>
                            <a:schemeClr val="tx1"/>
                          </a:solidFill>
                          <a:latin typeface="Ravie" panose="04040805050809020602" pitchFamily="82" charset="0"/>
                          <a:cs typeface="Aldhabi" panose="020F0502020204030204" pitchFamily="2" charset="-78"/>
                        </a:rPr>
                        <a:t>Суроолор</a:t>
                      </a:r>
                      <a:endParaRPr lang="en-GB" sz="3200" b="1" dirty="0">
                        <a:solidFill>
                          <a:schemeClr val="tx1"/>
                        </a:solidFill>
                        <a:latin typeface="Matura MT Script Capitals" panose="03020802060602070202" pitchFamily="66" charset="0"/>
                        <a:cs typeface="Aldhabi" panose="020F0502020204030204" pitchFamily="2" charset="-78"/>
                      </a:endParaRPr>
                    </a:p>
                  </a:txBody>
                  <a:tcPr marL="45720" marR="4572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 ÷ 0,6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0,32 ÷ 0,02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1,36 ÷ 0,04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11,5 ÷ 0,5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5,1 ÷ 0,3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2,56 ÷ 0,08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14,4 ÷ 0,8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1,32 ÷ 0,06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1,08 ÷ 0,04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8,4 ÷ 0,4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0,39 ÷ 0,03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17,1 ÷ 0,9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6815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5,2 ÷ 0,2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0,48 ÷ 0,02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9890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÷ 0,04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23,8 ÷ 0,7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409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4513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avie" panose="04040805050809020602" pitchFamily="82" charset="0"/>
              </a:rPr>
              <a:t>3ту Туташтыр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9" y="964311"/>
            <a:ext cx="46625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Жооптор торчолору</a:t>
            </a:r>
            <a:endParaRPr lang="en-GB" sz="3200" b="1" dirty="0">
              <a:latin typeface="Ravie" panose="04040805050809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76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/>
              <a:t>mathematicskgz@</a:t>
            </a:r>
            <a:r>
              <a:rPr lang="en-US" dirty="0"/>
              <a:t>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8389</TotalTime>
  <Words>174</Words>
  <Application>Microsoft Office PowerPoint</Application>
  <PresentationFormat>A4 Paper (210x297 mm)</PresentationFormat>
  <Paragraphs>60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Calibri Light</vt:lpstr>
      <vt:lpstr>Ravie</vt:lpstr>
      <vt:lpstr>Arial</vt:lpstr>
      <vt:lpstr>Calibri</vt:lpstr>
      <vt:lpstr>Matura MT Script Capitals</vt:lpstr>
      <vt:lpstr>Office Theme</vt:lpstr>
      <vt:lpstr>1_Office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372</cp:revision>
  <cp:lastPrinted>2017-12-31T22:38:51Z</cp:lastPrinted>
  <dcterms:created xsi:type="dcterms:W3CDTF">2017-01-17T16:57:04Z</dcterms:created>
  <dcterms:modified xsi:type="dcterms:W3CDTF">2024-06-03T06:25:05Z</dcterms:modified>
</cp:coreProperties>
</file>