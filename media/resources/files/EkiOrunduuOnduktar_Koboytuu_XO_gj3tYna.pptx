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7" r:id="rId2"/>
    <p:sldId id="948" r:id="rId3"/>
    <p:sldId id="943" r:id="rId4"/>
    <p:sldId id="941" r:id="rId5"/>
    <p:sldId id="946" r:id="rId6"/>
    <p:sldId id="949" r:id="rId7"/>
  </p:sldIdLst>
  <p:sldSz cx="9906000" cy="6858000" type="A4"/>
  <p:notesSz cx="6669088" cy="9926638"/>
  <p:embeddedFontLst>
    <p:embeddedFont>
      <p:font typeface="Comic Sans MS" panose="030F0702030302020204" pitchFamily="66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792" y="-666"/>
      </p:cViewPr>
      <p:guideLst>
        <p:guide orient="horz" pos="2160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27/05/2024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533465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 </a:t>
            </a:r>
            <a:r>
              <a:rPr lang="ky-KG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Орундуу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Ондуктар – Көбөйтүү ––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алууга аракет кылышат.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 үчүн жооп баракчасы жана таратма материалдар камтылган.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Кайсы команда туура жооп бергенине жараша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баскычын басыңыз/тийип коюңуз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C8E99C8-5BB1-BF24-2AA4-FD47BC98C194}"/>
              </a:ext>
            </a:extLst>
          </p:cNvPr>
          <p:cNvSpPr txBox="1">
            <a:spLocks/>
          </p:cNvSpPr>
          <p:nvPr/>
        </p:nvSpPr>
        <p:spPr>
          <a:xfrm>
            <a:off x="-5405120" y="968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602973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58778" y="2120996"/>
            <a:ext cx="6751875" cy="4737004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2282177" y="1126942"/>
            <a:ext cx="51267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Ондуктарды көбөйтүү</a:t>
            </a:r>
            <a:endParaRPr kumimoji="0" lang="en-GB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46044B-A36D-C208-F986-15645791E4AC}"/>
              </a:ext>
            </a:extLst>
          </p:cNvPr>
          <p:cNvSpPr txBox="1"/>
          <p:nvPr/>
        </p:nvSpPr>
        <p:spPr>
          <a:xfrm>
            <a:off x="2098968" y="0"/>
            <a:ext cx="49648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Х жана О </a:t>
            </a:r>
            <a:endParaRPr kumimoji="0" lang="en-GB" sz="7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5974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19856C-7719-FB26-C2A8-283EE6AD9170}"/>
              </a:ext>
            </a:extLst>
          </p:cNvPr>
          <p:cNvSpPr txBox="1"/>
          <p:nvPr/>
        </p:nvSpPr>
        <p:spPr>
          <a:xfrm>
            <a:off x="886026" y="61546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5464EC-37BC-57EE-8377-9E90160684D2}"/>
              </a:ext>
            </a:extLst>
          </p:cNvPr>
          <p:cNvSpPr txBox="1"/>
          <p:nvPr/>
        </p:nvSpPr>
        <p:spPr>
          <a:xfrm>
            <a:off x="620189" y="752426"/>
            <a:ext cx="2148345" cy="7694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0.7 × 1.2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2CAD7C-0F36-FF96-8822-5C8644A516CD}"/>
              </a:ext>
            </a:extLst>
          </p:cNvPr>
          <p:cNvSpPr txBox="1"/>
          <p:nvPr/>
        </p:nvSpPr>
        <p:spPr>
          <a:xfrm>
            <a:off x="3744422" y="752426"/>
            <a:ext cx="2433679" cy="76944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0.28 × 0.6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34BE86-D3CA-75BD-FDBD-31D67EAB18EB}"/>
              </a:ext>
            </a:extLst>
          </p:cNvPr>
          <p:cNvSpPr txBox="1"/>
          <p:nvPr/>
        </p:nvSpPr>
        <p:spPr>
          <a:xfrm>
            <a:off x="7384616" y="752426"/>
            <a:ext cx="1720343" cy="76944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 × 0.2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39667D-BF9B-C870-00B5-F088F81DC134}"/>
              </a:ext>
            </a:extLst>
          </p:cNvPr>
          <p:cNvSpPr txBox="1"/>
          <p:nvPr/>
        </p:nvSpPr>
        <p:spPr>
          <a:xfrm>
            <a:off x="620189" y="3055052"/>
            <a:ext cx="2148345" cy="76944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1.7 × 1.8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18F1CB-CC80-065B-DF8C-D76FCCD469AB}"/>
              </a:ext>
            </a:extLst>
          </p:cNvPr>
          <p:cNvSpPr txBox="1"/>
          <p:nvPr/>
        </p:nvSpPr>
        <p:spPr>
          <a:xfrm>
            <a:off x="3601755" y="3055052"/>
            <a:ext cx="2719014" cy="7694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0.16 × 0.51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BB0D49-1F5C-F264-CDF7-F3FD8D71FC22}"/>
              </a:ext>
            </a:extLst>
          </p:cNvPr>
          <p:cNvSpPr txBox="1"/>
          <p:nvPr/>
        </p:nvSpPr>
        <p:spPr>
          <a:xfrm>
            <a:off x="7170616" y="3055052"/>
            <a:ext cx="2148345" cy="7694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1.1 × 2.1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06F651-DC0D-F952-109A-782D573F76FB}"/>
              </a:ext>
            </a:extLst>
          </p:cNvPr>
          <p:cNvSpPr txBox="1"/>
          <p:nvPr/>
        </p:nvSpPr>
        <p:spPr>
          <a:xfrm>
            <a:off x="834190" y="5332739"/>
            <a:ext cx="1720343" cy="7694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5.3 × 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33B6A7-58CA-FDC8-5014-BA52F18B774F}"/>
              </a:ext>
            </a:extLst>
          </p:cNvPr>
          <p:cNvSpPr txBox="1"/>
          <p:nvPr/>
        </p:nvSpPr>
        <p:spPr>
          <a:xfrm>
            <a:off x="3744421" y="5332739"/>
            <a:ext cx="2433679" cy="7694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0.3 × 0.19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145F7E-A076-30AB-1E24-DF88C752C1EA}"/>
              </a:ext>
            </a:extLst>
          </p:cNvPr>
          <p:cNvSpPr txBox="1"/>
          <p:nvPr/>
        </p:nvSpPr>
        <p:spPr>
          <a:xfrm>
            <a:off x="7170616" y="5332739"/>
            <a:ext cx="2148345" cy="76944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1.3 × 0.4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19643" y="-29860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74870" y="-36814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2877" y="-43757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22692" y="2321441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3790" y="2312844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07307" y="4601523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47691" y="4578155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6077" y="4582111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44957" y="-62532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4370" y="2292931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08360" y="1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11726" y="2285877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7801" y="4585686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19508" y="4589392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23917" y="4562173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45353" y="-5581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55499" y="2279116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2413" y="2293384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95D71A-24A5-49A6-9C98-9450B6DA1604}"/>
              </a:ext>
            </a:extLst>
          </p:cNvPr>
          <p:cNvSpPr txBox="1"/>
          <p:nvPr/>
        </p:nvSpPr>
        <p:spPr>
          <a:xfrm>
            <a:off x="3072076" y="6484249"/>
            <a:ext cx="34422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баракчасы</a:t>
            </a:r>
            <a:endParaRPr lang="en-GB" sz="2000" u="sn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C9C396-C43B-3AFA-7966-FB718F6AF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767" y="0"/>
            <a:ext cx="9258466" cy="6484249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8D6520F-674A-EFCF-70A9-D76BF770F34D}"/>
              </a:ext>
            </a:extLst>
          </p:cNvPr>
          <p:cNvSpPr/>
          <p:nvPr/>
        </p:nvSpPr>
        <p:spPr>
          <a:xfrm>
            <a:off x="1316182" y="110836"/>
            <a:ext cx="1246909" cy="471055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526277-F681-6C8F-FDEC-EFB3861576F4}"/>
              </a:ext>
            </a:extLst>
          </p:cNvPr>
          <p:cNvSpPr txBox="1"/>
          <p:nvPr/>
        </p:nvSpPr>
        <p:spPr>
          <a:xfrm>
            <a:off x="1131305" y="-41564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9614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537CB17-6CFA-1E0A-18A7-ED464ACDD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51"/>
            <a:ext cx="4791075" cy="33064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BD676CE-C8B4-05AC-7D6B-1AA262E6A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0"/>
            <a:ext cx="4953000" cy="33064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DFEC6FE-F6BE-7851-A359-796A7345A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61843"/>
            <a:ext cx="4791075" cy="330640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5834202-844F-26B9-2CB5-F63989518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551592"/>
            <a:ext cx="4953000" cy="3306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9511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40084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8378</TotalTime>
  <Words>150</Words>
  <Application>Microsoft Office PowerPoint</Application>
  <PresentationFormat>A4 Paper (210x297 mm)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Arial</vt:lpstr>
      <vt:lpstr>Calibri Light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380</cp:revision>
  <cp:lastPrinted>2017-12-31T22:38:51Z</cp:lastPrinted>
  <dcterms:created xsi:type="dcterms:W3CDTF">2017-01-17T16:57:04Z</dcterms:created>
  <dcterms:modified xsi:type="dcterms:W3CDTF">2024-05-27T08:18:51Z</dcterms:modified>
</cp:coreProperties>
</file>