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1"/>
  </p:notesMasterIdLst>
  <p:sldIdLst>
    <p:sldId id="954" r:id="rId2"/>
    <p:sldId id="949" r:id="rId3"/>
    <p:sldId id="950" r:id="rId4"/>
    <p:sldId id="947" r:id="rId5"/>
    <p:sldId id="948" r:id="rId6"/>
    <p:sldId id="955" r:id="rId7"/>
    <p:sldId id="952" r:id="rId8"/>
    <p:sldId id="953" r:id="rId9"/>
    <p:sldId id="946" r:id="rId10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5EA8DF91-DC88-4D64-BB99-FE18F125A429}">
          <p14:sldIdLst>
            <p14:sldId id="954"/>
          </p14:sldIdLst>
        </p14:section>
        <p14:section name="Көрсөтүү үчүн" id="{059544AC-2C27-45B1-9F95-F87DF8854DD6}">
          <p14:sldIdLst>
            <p14:sldId id="949"/>
            <p14:sldId id="950"/>
          </p14:sldIdLst>
        </p14:section>
        <p14:section name="Жооптор" id="{1FEDB314-42DC-4694-9B04-D4A4AAE625F7}">
          <p14:sldIdLst>
            <p14:sldId id="947"/>
            <p14:sldId id="948"/>
          </p14:sldIdLst>
        </p14:section>
        <p14:section name="Таркатма иш кагаздар" id="{A78D9305-6AAE-4715-A210-52F6908F30F7}">
          <p14:sldIdLst>
            <p14:sldId id="955"/>
            <p14:sldId id="952"/>
            <p14:sldId id="953"/>
          </p14:sldIdLst>
        </p14:section>
        <p14:section name="Кайтарым байланыш" id="{5CEDF54B-67BB-44A6-A080-F68F267EFC37}">
          <p14:sldIdLst>
            <p14:sldId id="9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7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05/09/2024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microsoft.com/office/2007/relationships/hdphoto" Target="../media/hdphoto2.wdp"/><Relationship Id="rId18" Type="http://schemas.openxmlformats.org/officeDocument/2006/relationships/image" Target="../media/image15.png"/><Relationship Id="rId26" Type="http://schemas.openxmlformats.org/officeDocument/2006/relationships/image" Target="../media/image22.png"/><Relationship Id="rId3" Type="http://schemas.microsoft.com/office/2007/relationships/hdphoto" Target="../media/hdphoto1.wdp"/><Relationship Id="rId21" Type="http://schemas.openxmlformats.org/officeDocument/2006/relationships/image" Target="../media/image17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microsoft.com/office/2007/relationships/hdphoto" Target="../media/hdphoto3.wdp"/><Relationship Id="rId25" Type="http://schemas.openxmlformats.org/officeDocument/2006/relationships/image" Target="../media/image21.png"/><Relationship Id="rId2" Type="http://schemas.openxmlformats.org/officeDocument/2006/relationships/image" Target="../media/image2.png"/><Relationship Id="rId16" Type="http://schemas.openxmlformats.org/officeDocument/2006/relationships/image" Target="../media/image14.png"/><Relationship Id="rId20" Type="http://schemas.openxmlformats.org/officeDocument/2006/relationships/image" Target="../media/image16.png"/><Relationship Id="rId29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0.png"/><Relationship Id="rId32" Type="http://schemas.openxmlformats.org/officeDocument/2006/relationships/image" Target="../media/image27.png"/><Relationship Id="rId5" Type="http://schemas.openxmlformats.org/officeDocument/2006/relationships/image" Target="../media/image4.jpg"/><Relationship Id="rId15" Type="http://schemas.openxmlformats.org/officeDocument/2006/relationships/image" Target="../media/image13.png"/><Relationship Id="rId23" Type="http://schemas.openxmlformats.org/officeDocument/2006/relationships/image" Target="../media/image19.png"/><Relationship Id="rId28" Type="http://schemas.microsoft.com/office/2007/relationships/hdphoto" Target="../media/hdphoto5.wdp"/><Relationship Id="rId10" Type="http://schemas.openxmlformats.org/officeDocument/2006/relationships/image" Target="../media/image9.png"/><Relationship Id="rId19" Type="http://schemas.microsoft.com/office/2007/relationships/hdphoto" Target="../media/hdphoto4.wdp"/><Relationship Id="rId31" Type="http://schemas.openxmlformats.org/officeDocument/2006/relationships/image" Target="../media/image26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2.png"/><Relationship Id="rId22" Type="http://schemas.openxmlformats.org/officeDocument/2006/relationships/image" Target="../media/image18.png"/><Relationship Id="rId27" Type="http://schemas.openxmlformats.org/officeDocument/2006/relationships/image" Target="../media/image23.png"/><Relationship Id="rId30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8.png"/><Relationship Id="rId18" Type="http://schemas.openxmlformats.org/officeDocument/2006/relationships/image" Target="../media/image12.png"/><Relationship Id="rId26" Type="http://schemas.openxmlformats.org/officeDocument/2006/relationships/image" Target="../media/image20.png"/><Relationship Id="rId3" Type="http://schemas.microsoft.com/office/2007/relationships/hdphoto" Target="../media/hdphoto4.wdp"/><Relationship Id="rId21" Type="http://schemas.microsoft.com/office/2007/relationships/hdphoto" Target="../media/hdphoto3.wdp"/><Relationship Id="rId7" Type="http://schemas.microsoft.com/office/2007/relationships/hdphoto" Target="../media/hdphoto1.wdp"/><Relationship Id="rId12" Type="http://schemas.openxmlformats.org/officeDocument/2006/relationships/image" Target="../media/image7.png"/><Relationship Id="rId17" Type="http://schemas.microsoft.com/office/2007/relationships/hdphoto" Target="../media/hdphoto2.wdp"/><Relationship Id="rId25" Type="http://schemas.openxmlformats.org/officeDocument/2006/relationships/image" Target="../media/image19.png"/><Relationship Id="rId2" Type="http://schemas.openxmlformats.org/officeDocument/2006/relationships/image" Target="../media/image15.png"/><Relationship Id="rId16" Type="http://schemas.openxmlformats.org/officeDocument/2006/relationships/image" Target="../media/image11.png"/><Relationship Id="rId20" Type="http://schemas.openxmlformats.org/officeDocument/2006/relationships/image" Target="../media/image14.png"/><Relationship Id="rId29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6.png"/><Relationship Id="rId24" Type="http://schemas.openxmlformats.org/officeDocument/2006/relationships/image" Target="../media/image18.png"/><Relationship Id="rId32" Type="http://schemas.openxmlformats.org/officeDocument/2006/relationships/image" Target="../media/image26.png"/><Relationship Id="rId5" Type="http://schemas.openxmlformats.org/officeDocument/2006/relationships/image" Target="../media/image27.png"/><Relationship Id="rId15" Type="http://schemas.openxmlformats.org/officeDocument/2006/relationships/image" Target="../media/image10.png"/><Relationship Id="rId23" Type="http://schemas.openxmlformats.org/officeDocument/2006/relationships/image" Target="../media/image17.png"/><Relationship Id="rId28" Type="http://schemas.openxmlformats.org/officeDocument/2006/relationships/image" Target="../media/image22.png"/><Relationship Id="rId10" Type="http://schemas.openxmlformats.org/officeDocument/2006/relationships/image" Target="../media/image5.png"/><Relationship Id="rId19" Type="http://schemas.openxmlformats.org/officeDocument/2006/relationships/image" Target="../media/image13.png"/><Relationship Id="rId31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4.jpg"/><Relationship Id="rId14" Type="http://schemas.openxmlformats.org/officeDocument/2006/relationships/image" Target="../media/image9.png"/><Relationship Id="rId22" Type="http://schemas.openxmlformats.org/officeDocument/2006/relationships/image" Target="../media/image16.png"/><Relationship Id="rId27" Type="http://schemas.openxmlformats.org/officeDocument/2006/relationships/image" Target="../media/image21.png"/><Relationship Id="rId30" Type="http://schemas.microsoft.com/office/2007/relationships/hdphoto" Target="../media/hdphoto5.wdp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13" Type="http://schemas.openxmlformats.org/officeDocument/2006/relationships/image" Target="../media/image9.png"/><Relationship Id="rId18" Type="http://schemas.openxmlformats.org/officeDocument/2006/relationships/image" Target="../media/image13.png"/><Relationship Id="rId26" Type="http://schemas.openxmlformats.org/officeDocument/2006/relationships/image" Target="../media/image19.png"/><Relationship Id="rId3" Type="http://schemas.openxmlformats.org/officeDocument/2006/relationships/image" Target="../media/image24.png"/><Relationship Id="rId21" Type="http://schemas.openxmlformats.org/officeDocument/2006/relationships/image" Target="../media/image15.png"/><Relationship Id="rId7" Type="http://schemas.openxmlformats.org/officeDocument/2006/relationships/image" Target="../media/image3.png"/><Relationship Id="rId12" Type="http://schemas.openxmlformats.org/officeDocument/2006/relationships/image" Target="../media/image8.png"/><Relationship Id="rId17" Type="http://schemas.openxmlformats.org/officeDocument/2006/relationships/image" Target="../media/image12.png"/><Relationship Id="rId25" Type="http://schemas.openxmlformats.org/officeDocument/2006/relationships/image" Target="../media/image18.png"/><Relationship Id="rId2" Type="http://schemas.openxmlformats.org/officeDocument/2006/relationships/image" Target="../media/image21.png"/><Relationship Id="rId16" Type="http://schemas.microsoft.com/office/2007/relationships/hdphoto" Target="../media/hdphoto2.wdp"/><Relationship Id="rId20" Type="http://schemas.microsoft.com/office/2007/relationships/hdphoto" Target="../media/hdphoto3.wdp"/><Relationship Id="rId29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11" Type="http://schemas.openxmlformats.org/officeDocument/2006/relationships/image" Target="../media/image7.png"/><Relationship Id="rId24" Type="http://schemas.openxmlformats.org/officeDocument/2006/relationships/image" Target="../media/image17.png"/><Relationship Id="rId32" Type="http://schemas.openxmlformats.org/officeDocument/2006/relationships/image" Target="../media/image26.png"/><Relationship Id="rId5" Type="http://schemas.openxmlformats.org/officeDocument/2006/relationships/image" Target="../media/image2.png"/><Relationship Id="rId15" Type="http://schemas.openxmlformats.org/officeDocument/2006/relationships/image" Target="../media/image11.png"/><Relationship Id="rId23" Type="http://schemas.openxmlformats.org/officeDocument/2006/relationships/image" Target="../media/image16.png"/><Relationship Id="rId28" Type="http://schemas.openxmlformats.org/officeDocument/2006/relationships/image" Target="../media/image22.png"/><Relationship Id="rId10" Type="http://schemas.openxmlformats.org/officeDocument/2006/relationships/image" Target="../media/image6.png"/><Relationship Id="rId19" Type="http://schemas.openxmlformats.org/officeDocument/2006/relationships/image" Target="../media/image14.png"/><Relationship Id="rId31" Type="http://schemas.openxmlformats.org/officeDocument/2006/relationships/image" Target="../media/image25.png"/><Relationship Id="rId4" Type="http://schemas.openxmlformats.org/officeDocument/2006/relationships/image" Target="../media/image27.png"/><Relationship Id="rId9" Type="http://schemas.openxmlformats.org/officeDocument/2006/relationships/image" Target="../media/image5.png"/><Relationship Id="rId14" Type="http://schemas.openxmlformats.org/officeDocument/2006/relationships/image" Target="../media/image10.png"/><Relationship Id="rId22" Type="http://schemas.microsoft.com/office/2007/relationships/hdphoto" Target="../media/hdphoto4.wdp"/><Relationship Id="rId27" Type="http://schemas.openxmlformats.org/officeDocument/2006/relationships/image" Target="../media/image20.png"/><Relationship Id="rId30" Type="http://schemas.microsoft.com/office/2007/relationships/hdphoto" Target="../media/hdphoto5.wdp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microsoft.com/office/2007/relationships/hdphoto" Target="../media/hdphoto2.wdp"/><Relationship Id="rId18" Type="http://schemas.openxmlformats.org/officeDocument/2006/relationships/image" Target="../media/image15.png"/><Relationship Id="rId26" Type="http://schemas.openxmlformats.org/officeDocument/2006/relationships/image" Target="../media/image22.png"/><Relationship Id="rId3" Type="http://schemas.microsoft.com/office/2007/relationships/hdphoto" Target="../media/hdphoto1.wdp"/><Relationship Id="rId21" Type="http://schemas.openxmlformats.org/officeDocument/2006/relationships/image" Target="../media/image17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microsoft.com/office/2007/relationships/hdphoto" Target="../media/hdphoto3.wdp"/><Relationship Id="rId25" Type="http://schemas.openxmlformats.org/officeDocument/2006/relationships/image" Target="../media/image21.png"/><Relationship Id="rId2" Type="http://schemas.openxmlformats.org/officeDocument/2006/relationships/image" Target="../media/image2.png"/><Relationship Id="rId16" Type="http://schemas.openxmlformats.org/officeDocument/2006/relationships/image" Target="../media/image14.png"/><Relationship Id="rId20" Type="http://schemas.openxmlformats.org/officeDocument/2006/relationships/image" Target="../media/image16.png"/><Relationship Id="rId29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0.png"/><Relationship Id="rId32" Type="http://schemas.openxmlformats.org/officeDocument/2006/relationships/image" Target="../media/image27.png"/><Relationship Id="rId5" Type="http://schemas.openxmlformats.org/officeDocument/2006/relationships/image" Target="../media/image4.jpg"/><Relationship Id="rId15" Type="http://schemas.openxmlformats.org/officeDocument/2006/relationships/image" Target="../media/image13.png"/><Relationship Id="rId23" Type="http://schemas.openxmlformats.org/officeDocument/2006/relationships/image" Target="../media/image19.png"/><Relationship Id="rId28" Type="http://schemas.microsoft.com/office/2007/relationships/hdphoto" Target="../media/hdphoto5.wdp"/><Relationship Id="rId10" Type="http://schemas.openxmlformats.org/officeDocument/2006/relationships/image" Target="../media/image9.png"/><Relationship Id="rId19" Type="http://schemas.microsoft.com/office/2007/relationships/hdphoto" Target="../media/hdphoto4.wdp"/><Relationship Id="rId31" Type="http://schemas.openxmlformats.org/officeDocument/2006/relationships/image" Target="../media/image26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2.png"/><Relationship Id="rId22" Type="http://schemas.openxmlformats.org/officeDocument/2006/relationships/image" Target="../media/image18.png"/><Relationship Id="rId27" Type="http://schemas.openxmlformats.org/officeDocument/2006/relationships/image" Target="../media/image23.png"/><Relationship Id="rId30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maticskgz@gmail.com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2459504"/>
            <a:ext cx="9906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Ондуктар –Тур</a:t>
            </a:r>
            <a:r>
              <a:rPr lang="ky-KG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уштан эсептер– Калькулятор менен иштөө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Иш барагы А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Иш барагы 3 өлчөмдө.</a:t>
            </a: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41925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6733DD-2DC9-E1CE-C5E1-604E37208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" y="145132"/>
            <a:ext cx="9491472" cy="5923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133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7620" y="7620"/>
            <a:ext cx="9874934" cy="683895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3041771" y="19804"/>
            <a:ext cx="38224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b="1" dirty="0"/>
              <a:t>Мөмө-жемиштерди жана жашылчаларды сатып алуу.</a:t>
            </a:r>
            <a:endParaRPr lang="en-GB" sz="12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2591210" y="294389"/>
            <a:ext cx="47236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Кардарлап жашылча-жемиштерди сатып алуу үчүн дүкөнгө барышат.</a:t>
            </a:r>
          </a:p>
          <a:p>
            <a:pPr algn="ctr"/>
            <a:r>
              <a:rPr lang="ky-KG" sz="1200" dirty="0"/>
              <a:t>Ар бир адам канча акча </a:t>
            </a:r>
            <a:r>
              <a:rPr lang="ky-KG" sz="1600" b="1" dirty="0">
                <a:solidFill>
                  <a:srgbClr val="FF0000"/>
                </a:solidFill>
              </a:rPr>
              <a:t>коротот?</a:t>
            </a:r>
            <a:endParaRPr lang="ky-KG" sz="1200" b="1" dirty="0">
              <a:solidFill>
                <a:srgbClr val="FF0000"/>
              </a:solidFill>
            </a:endParaRPr>
          </a:p>
          <a:p>
            <a:pPr algn="ctr"/>
            <a:r>
              <a:rPr lang="ky-KG" sz="1200" dirty="0"/>
              <a:t>Алар 10 сомдон канча кайтарым акча алышат?</a:t>
            </a:r>
            <a:endParaRPr lang="en-GB" sz="1200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57F1974-1F43-4C3A-80D4-99FAAE5088CB}"/>
              </a:ext>
            </a:extLst>
          </p:cNvPr>
          <p:cNvGrpSpPr/>
          <p:nvPr/>
        </p:nvGrpSpPr>
        <p:grpSpPr>
          <a:xfrm>
            <a:off x="386080" y="1011539"/>
            <a:ext cx="660400" cy="820493"/>
            <a:chOff x="487680" y="1094667"/>
            <a:chExt cx="660400" cy="820493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93443E66-A095-4F39-9F14-B709F7598479}"/>
                </a:ext>
              </a:extLst>
            </p:cNvPr>
            <p:cNvSpPr/>
            <p:nvPr/>
          </p:nvSpPr>
          <p:spPr>
            <a:xfrm>
              <a:off x="487680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45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4CF4E0E-FEF2-4605-930A-719E7B577B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6505" y="1094667"/>
              <a:ext cx="401486" cy="443783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D9EBB2D-AC67-4693-B69A-3FF6C6EC0B95}"/>
              </a:ext>
            </a:extLst>
          </p:cNvPr>
          <p:cNvGrpSpPr/>
          <p:nvPr/>
        </p:nvGrpSpPr>
        <p:grpSpPr>
          <a:xfrm>
            <a:off x="1451933" y="898444"/>
            <a:ext cx="660400" cy="933588"/>
            <a:chOff x="1336040" y="981572"/>
            <a:chExt cx="660400" cy="933588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8E58E11D-FC3C-401A-A6BE-04779C933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16144">
              <a:off x="1531807" y="981572"/>
              <a:ext cx="333896" cy="667792"/>
            </a:xfrm>
            <a:prstGeom prst="rect">
              <a:avLst/>
            </a:prstGeom>
          </p:spPr>
        </p:pic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2E6FD9EE-0935-4FF7-829E-5D567C019C48}"/>
                </a:ext>
              </a:extLst>
            </p:cNvPr>
            <p:cNvSpPr/>
            <p:nvPr/>
          </p:nvSpPr>
          <p:spPr>
            <a:xfrm>
              <a:off x="1336040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42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7344624-08A6-41FC-A6CF-A9C04FC33C4F}"/>
              </a:ext>
            </a:extLst>
          </p:cNvPr>
          <p:cNvGrpSpPr/>
          <p:nvPr/>
        </p:nvGrpSpPr>
        <p:grpSpPr>
          <a:xfrm>
            <a:off x="2517786" y="905163"/>
            <a:ext cx="683935" cy="926869"/>
            <a:chOff x="2636520" y="988291"/>
            <a:chExt cx="683935" cy="926869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5F2F0AE0-AE77-4EEF-923C-1C4ED151343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3162" y="988291"/>
              <a:ext cx="637293" cy="637293"/>
            </a:xfrm>
            <a:prstGeom prst="rect">
              <a:avLst/>
            </a:prstGeom>
          </p:spPr>
        </p:pic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0AF8E2CA-4940-410F-9211-676726F97F7A}"/>
                </a:ext>
              </a:extLst>
            </p:cNvPr>
            <p:cNvSpPr/>
            <p:nvPr/>
          </p:nvSpPr>
          <p:spPr>
            <a:xfrm>
              <a:off x="2636520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1,07</a:t>
              </a:r>
              <a:r>
                <a:rPr lang="ky-KG" sz="1300" dirty="0">
                  <a:solidFill>
                    <a:schemeClr val="tx1"/>
                  </a:solidFill>
                </a:rPr>
                <a:t>с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DA1F432-E042-4991-96B6-56A724288C24}"/>
              </a:ext>
            </a:extLst>
          </p:cNvPr>
          <p:cNvGrpSpPr/>
          <p:nvPr/>
        </p:nvGrpSpPr>
        <p:grpSpPr>
          <a:xfrm>
            <a:off x="3607174" y="1147718"/>
            <a:ext cx="678156" cy="684314"/>
            <a:chOff x="3662473" y="1230846"/>
            <a:chExt cx="678156" cy="68431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E08AC952-C515-484E-B99F-FF7E32A375A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042492">
              <a:off x="3662473" y="1230846"/>
              <a:ext cx="671229" cy="341907"/>
            </a:xfrm>
            <a:prstGeom prst="rect">
              <a:avLst/>
            </a:prstGeom>
          </p:spPr>
        </p:pic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1524F432-EEB6-4DE4-A691-73BC55EF7435}"/>
                </a:ext>
              </a:extLst>
            </p:cNvPr>
            <p:cNvSpPr/>
            <p:nvPr/>
          </p:nvSpPr>
          <p:spPr>
            <a:xfrm>
              <a:off x="3680229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33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68C5C9C-A8E9-4F67-A465-784186F48973}"/>
              </a:ext>
            </a:extLst>
          </p:cNvPr>
          <p:cNvGrpSpPr/>
          <p:nvPr/>
        </p:nvGrpSpPr>
        <p:grpSpPr>
          <a:xfrm>
            <a:off x="8954193" y="1003884"/>
            <a:ext cx="660400" cy="828148"/>
            <a:chOff x="8723283" y="1087012"/>
            <a:chExt cx="660400" cy="828148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4654BDC8-CACE-4EEC-BF3B-615E496356A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21133" y="1087012"/>
              <a:ext cx="444377" cy="490642"/>
            </a:xfrm>
            <a:prstGeom prst="rect">
              <a:avLst/>
            </a:prstGeom>
          </p:spPr>
        </p:pic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AD5A0D1F-EA9C-4DDA-A464-8F8BD8CF6D4E}"/>
                </a:ext>
              </a:extLst>
            </p:cNvPr>
            <p:cNvSpPr/>
            <p:nvPr/>
          </p:nvSpPr>
          <p:spPr>
            <a:xfrm>
              <a:off x="8723283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35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D5AAB30-0967-4564-A90C-C4D93B13CA00}"/>
              </a:ext>
            </a:extLst>
          </p:cNvPr>
          <p:cNvGrpSpPr/>
          <p:nvPr/>
        </p:nvGrpSpPr>
        <p:grpSpPr>
          <a:xfrm>
            <a:off x="4690783" y="974548"/>
            <a:ext cx="660400" cy="857484"/>
            <a:chOff x="4677756" y="1057676"/>
            <a:chExt cx="660400" cy="857484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B3FDB44A-C92C-41F3-AA2F-3EFC75ECF8D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745274" y="1057676"/>
              <a:ext cx="500057" cy="492183"/>
            </a:xfrm>
            <a:prstGeom prst="rect">
              <a:avLst/>
            </a:prstGeom>
          </p:spPr>
        </p:pic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B4939F6D-FCBF-427F-84D7-F12CBA7B8645}"/>
                </a:ext>
              </a:extLst>
            </p:cNvPr>
            <p:cNvSpPr/>
            <p:nvPr/>
          </p:nvSpPr>
          <p:spPr>
            <a:xfrm>
              <a:off x="4677756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64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3297BE8-661B-472D-86C4-EEC71405F4B2}"/>
              </a:ext>
            </a:extLst>
          </p:cNvPr>
          <p:cNvGrpSpPr/>
          <p:nvPr/>
        </p:nvGrpSpPr>
        <p:grpSpPr>
          <a:xfrm>
            <a:off x="6822489" y="998540"/>
            <a:ext cx="660400" cy="833492"/>
            <a:chOff x="6792882" y="1081668"/>
            <a:chExt cx="660400" cy="833492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FD16414C-D49E-44D3-BDDE-0AF9136DCB1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4144" y="1081668"/>
              <a:ext cx="533965" cy="533965"/>
            </a:xfrm>
            <a:prstGeom prst="rect">
              <a:avLst/>
            </a:prstGeom>
          </p:spPr>
        </p:pic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61CB3411-59E8-49AF-9F88-296DE9A1F17E}"/>
                </a:ext>
              </a:extLst>
            </p:cNvPr>
            <p:cNvSpPr/>
            <p:nvPr/>
          </p:nvSpPr>
          <p:spPr>
            <a:xfrm>
              <a:off x="6792882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34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8DF5E9D-8BA2-460D-9DFA-F66B0CCD4235}"/>
              </a:ext>
            </a:extLst>
          </p:cNvPr>
          <p:cNvGrpSpPr/>
          <p:nvPr/>
        </p:nvGrpSpPr>
        <p:grpSpPr>
          <a:xfrm>
            <a:off x="5756636" y="887305"/>
            <a:ext cx="660400" cy="944727"/>
            <a:chOff x="5804591" y="970433"/>
            <a:chExt cx="660400" cy="944727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A7EFE91B-1803-4651-85DC-668AD6338E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3847" y="970433"/>
              <a:ext cx="586215" cy="601487"/>
            </a:xfrm>
            <a:prstGeom prst="rect">
              <a:avLst/>
            </a:prstGeom>
          </p:spPr>
        </p:pic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4EBE336E-C277-4095-89F3-4CC005599D98}"/>
                </a:ext>
              </a:extLst>
            </p:cNvPr>
            <p:cNvSpPr/>
            <p:nvPr/>
          </p:nvSpPr>
          <p:spPr>
            <a:xfrm>
              <a:off x="5804591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76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F8764ED-987A-482B-BE11-A3646C563ED5}"/>
              </a:ext>
            </a:extLst>
          </p:cNvPr>
          <p:cNvGrpSpPr/>
          <p:nvPr/>
        </p:nvGrpSpPr>
        <p:grpSpPr>
          <a:xfrm>
            <a:off x="7888342" y="1005505"/>
            <a:ext cx="660400" cy="826527"/>
            <a:chOff x="7818118" y="1088633"/>
            <a:chExt cx="660400" cy="826527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98A35B10-E769-4296-BC99-264EA9DE99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 cstate="hq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579" r="33420"/>
            <a:stretch/>
          </p:blipFill>
          <p:spPr>
            <a:xfrm>
              <a:off x="7943146" y="1088633"/>
              <a:ext cx="409298" cy="472185"/>
            </a:xfrm>
            <a:prstGeom prst="rect">
              <a:avLst/>
            </a:prstGeom>
          </p:spPr>
        </p:pic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0D559477-81E6-4F4E-A49E-96FA82995E74}"/>
                </a:ext>
              </a:extLst>
            </p:cNvPr>
            <p:cNvSpPr/>
            <p:nvPr/>
          </p:nvSpPr>
          <p:spPr>
            <a:xfrm>
              <a:off x="7818118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24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51" name="Picture 50">
            <a:extLst>
              <a:ext uri="{FF2B5EF4-FFF2-40B4-BE49-F238E27FC236}">
                <a16:creationId xmlns:a16="http://schemas.microsoft.com/office/drawing/2014/main" id="{853B4D82-7476-4F6B-8252-31153DF0B115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grayscl/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7000" y="2445375"/>
            <a:ext cx="585568" cy="669818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010D4ECF-0E50-4E14-90CB-10B097604079}"/>
              </a:ext>
            </a:extLst>
          </p:cNvPr>
          <p:cNvPicPr>
            <a:picLocks noChangeAspect="1"/>
          </p:cNvPicPr>
          <p:nvPr/>
        </p:nvPicPr>
        <p:blipFill>
          <a:blip r:embed="rId14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3627" y="2629270"/>
            <a:ext cx="620689" cy="631544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C5497044-D966-4246-BC25-3ADBFC2E5CC5}"/>
              </a:ext>
            </a:extLst>
          </p:cNvPr>
          <p:cNvPicPr>
            <a:picLocks noChangeAspect="1"/>
          </p:cNvPicPr>
          <p:nvPr/>
        </p:nvPicPr>
        <p:blipFill>
          <a:blip r:embed="rId15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35" y="2089903"/>
            <a:ext cx="773606" cy="621303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E348FA0-6638-4B0B-AC15-75BFCEB3759C}"/>
              </a:ext>
            </a:extLst>
          </p:cNvPr>
          <p:cNvPicPr>
            <a:picLocks noChangeAspect="1"/>
          </p:cNvPicPr>
          <p:nvPr/>
        </p:nvPicPr>
        <p:blipFill>
          <a:blip r:embed="rId16" cstate="hqprint">
            <a:grayscl/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8085" y="3732559"/>
            <a:ext cx="870206" cy="726758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4E838F67-5CB8-4090-80AD-36989143632A}"/>
              </a:ext>
            </a:extLst>
          </p:cNvPr>
          <p:cNvPicPr>
            <a:picLocks noChangeAspect="1"/>
          </p:cNvPicPr>
          <p:nvPr/>
        </p:nvPicPr>
        <p:blipFill>
          <a:blip r:embed="rId18" cstate="hqprint">
            <a:grayscl/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705" y="5520784"/>
            <a:ext cx="823726" cy="653189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03F4DCC4-D4FB-4489-97DE-6F4DC12DE40A}"/>
              </a:ext>
            </a:extLst>
          </p:cNvPr>
          <p:cNvPicPr>
            <a:picLocks noChangeAspect="1"/>
          </p:cNvPicPr>
          <p:nvPr/>
        </p:nvPicPr>
        <p:blipFill>
          <a:blip r:embed="rId20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3090" y="2040124"/>
            <a:ext cx="692844" cy="778613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1F18DEE-DD2B-4329-88A5-2109C50DDF96}"/>
              </a:ext>
            </a:extLst>
          </p:cNvPr>
          <p:cNvPicPr>
            <a:picLocks noChangeAspect="1"/>
          </p:cNvPicPr>
          <p:nvPr/>
        </p:nvPicPr>
        <p:blipFill>
          <a:blip r:embed="rId21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4895" y="4795424"/>
            <a:ext cx="732240" cy="701921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CA4892C7-FC45-4ACE-AB52-CDCEFCD7D0D4}"/>
              </a:ext>
            </a:extLst>
          </p:cNvPr>
          <p:cNvPicPr>
            <a:picLocks noChangeAspect="1"/>
          </p:cNvPicPr>
          <p:nvPr/>
        </p:nvPicPr>
        <p:blipFill>
          <a:blip r:embed="rId2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636" y="3130961"/>
            <a:ext cx="618956" cy="708011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103831AB-3AC5-4347-AF73-FD304CA54CF8}"/>
              </a:ext>
            </a:extLst>
          </p:cNvPr>
          <p:cNvPicPr>
            <a:picLocks noChangeAspect="1"/>
          </p:cNvPicPr>
          <p:nvPr/>
        </p:nvPicPr>
        <p:blipFill>
          <a:blip r:embed="rId2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255" y="4471474"/>
            <a:ext cx="588461" cy="604034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16C50A27-CC5E-4B5E-B2DC-633A6024656F}"/>
              </a:ext>
            </a:extLst>
          </p:cNvPr>
          <p:cNvPicPr>
            <a:picLocks noChangeAspect="1"/>
          </p:cNvPicPr>
          <p:nvPr/>
        </p:nvPicPr>
        <p:blipFill>
          <a:blip r:embed="rId24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434" y="4305343"/>
            <a:ext cx="922330" cy="722012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AE43D269-7833-413C-B0C8-870082EE1163}"/>
              </a:ext>
            </a:extLst>
          </p:cNvPr>
          <p:cNvPicPr>
            <a:picLocks noChangeAspect="1"/>
          </p:cNvPicPr>
          <p:nvPr/>
        </p:nvPicPr>
        <p:blipFill>
          <a:blip r:embed="rId25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8329" y="3054128"/>
            <a:ext cx="635874" cy="720282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EA86F711-7018-4128-BD61-24200FCE7E81}"/>
              </a:ext>
            </a:extLst>
          </p:cNvPr>
          <p:cNvPicPr>
            <a:picLocks noChangeAspect="1"/>
          </p:cNvPicPr>
          <p:nvPr/>
        </p:nvPicPr>
        <p:blipFill>
          <a:blip r:embed="rId26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2043" y="6009620"/>
            <a:ext cx="669467" cy="717686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7DE084E3-0D8F-43F8-A3C2-B8F516ACD61B}"/>
              </a:ext>
            </a:extLst>
          </p:cNvPr>
          <p:cNvPicPr>
            <a:picLocks noChangeAspect="1"/>
          </p:cNvPicPr>
          <p:nvPr/>
        </p:nvPicPr>
        <p:blipFill>
          <a:blip r:embed="rId27">
            <a:grayscl/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054" y="4911630"/>
            <a:ext cx="586993" cy="738065"/>
          </a:xfrm>
          <a:prstGeom prst="rect">
            <a:avLst/>
          </a:prstGeom>
        </p:spPr>
      </p:pic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8FDC1A09-7405-441D-831F-2D97F7518940}"/>
              </a:ext>
            </a:extLst>
          </p:cNvPr>
          <p:cNvSpPr/>
          <p:nvPr/>
        </p:nvSpPr>
        <p:spPr>
          <a:xfrm>
            <a:off x="1126812" y="2220055"/>
            <a:ext cx="2324054" cy="33010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Эли</a:t>
            </a:r>
            <a:r>
              <a:rPr lang="ky-KG" sz="1300" dirty="0">
                <a:solidFill>
                  <a:schemeClr val="tx1"/>
                </a:solidFill>
              </a:rPr>
              <a:t>за</a:t>
            </a:r>
            <a:r>
              <a:rPr lang="ru-RU" sz="1300" dirty="0">
                <a:solidFill>
                  <a:schemeClr val="tx1"/>
                </a:solidFill>
              </a:rPr>
              <a:t> 5 сабиз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B2E028F1-5B11-4957-BA41-5B25DCC419A4}"/>
              </a:ext>
            </a:extLst>
          </p:cNvPr>
          <p:cNvPicPr>
            <a:picLocks noChangeAspect="1"/>
          </p:cNvPicPr>
          <p:nvPr/>
        </p:nvPicPr>
        <p:blipFill>
          <a:blip r:embed="rId29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832" y="5549926"/>
            <a:ext cx="633595" cy="712029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D77BCF4A-639C-4309-A006-84C034D1A576}"/>
              </a:ext>
            </a:extLst>
          </p:cNvPr>
          <p:cNvPicPr>
            <a:picLocks noChangeAspect="1"/>
          </p:cNvPicPr>
          <p:nvPr/>
        </p:nvPicPr>
        <p:blipFill>
          <a:blip r:embed="rId30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5517" y="3665714"/>
            <a:ext cx="633603" cy="651021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701440E3-86E3-4B6E-8522-27F920C4512D}"/>
              </a:ext>
            </a:extLst>
          </p:cNvPr>
          <p:cNvPicPr>
            <a:picLocks noChangeAspect="1"/>
          </p:cNvPicPr>
          <p:nvPr/>
        </p:nvPicPr>
        <p:blipFill>
          <a:blip r:embed="rId3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2512" y="6068481"/>
            <a:ext cx="813225" cy="712843"/>
          </a:xfrm>
          <a:prstGeom prst="rect">
            <a:avLst/>
          </a:prstGeom>
        </p:spPr>
      </p:pic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59D09C9F-06C5-42BD-B786-13F94AC1CDCC}"/>
              </a:ext>
            </a:extLst>
          </p:cNvPr>
          <p:cNvSpPr/>
          <p:nvPr/>
        </p:nvSpPr>
        <p:spPr>
          <a:xfrm>
            <a:off x="1451933" y="2738120"/>
            <a:ext cx="2406097" cy="34036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Бекен 7 апельсин сатып алды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D7F73D7B-8CCA-425C-944F-ED853B7B6143}"/>
              </a:ext>
            </a:extLst>
          </p:cNvPr>
          <p:cNvSpPr/>
          <p:nvPr/>
        </p:nvSpPr>
        <p:spPr>
          <a:xfrm>
            <a:off x="1126811" y="3357880"/>
            <a:ext cx="2955130" cy="3365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Канат алма менен банан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604E49E6-0C04-41EE-B59F-BB5EDE20348E}"/>
              </a:ext>
            </a:extLst>
          </p:cNvPr>
          <p:cNvSpPr/>
          <p:nvPr/>
        </p:nvSpPr>
        <p:spPr>
          <a:xfrm>
            <a:off x="1312644" y="4008120"/>
            <a:ext cx="2752960" cy="34036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Деңиз 20 кулпунайды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EDB8F37C-B915-4A8B-B712-A242AE551A8A}"/>
              </a:ext>
            </a:extLst>
          </p:cNvPr>
          <p:cNvSpPr/>
          <p:nvPr/>
        </p:nvSpPr>
        <p:spPr>
          <a:xfrm>
            <a:off x="1865218" y="5080588"/>
            <a:ext cx="2200386" cy="41455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Улан 4 даана брокколи менен алма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1A066555-940C-42DD-987B-753226E35DCE}"/>
              </a:ext>
            </a:extLst>
          </p:cNvPr>
          <p:cNvSpPr/>
          <p:nvPr/>
        </p:nvSpPr>
        <p:spPr>
          <a:xfrm>
            <a:off x="1881555" y="6294120"/>
            <a:ext cx="2200386" cy="41455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Ниа 8 капуста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018CAE10-07ED-4533-91F2-03569E4E95DA}"/>
              </a:ext>
            </a:extLst>
          </p:cNvPr>
          <p:cNvSpPr/>
          <p:nvPr/>
        </p:nvSpPr>
        <p:spPr>
          <a:xfrm>
            <a:off x="1086172" y="5714999"/>
            <a:ext cx="2747274" cy="458973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Жаңыл 6 банан жана 2 апельсин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1C845539-C2F1-49B4-8FB9-F2BA52B2B645}"/>
              </a:ext>
            </a:extLst>
          </p:cNvPr>
          <p:cNvSpPr/>
          <p:nvPr/>
        </p:nvSpPr>
        <p:spPr>
          <a:xfrm>
            <a:off x="1086172" y="4485640"/>
            <a:ext cx="2497538" cy="40707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Эдита 4 помидор жана бир сабиз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207AA3B8-F114-48E6-A88B-ECA7DDD24D20}"/>
              </a:ext>
            </a:extLst>
          </p:cNvPr>
          <p:cNvSpPr/>
          <p:nvPr/>
        </p:nvSpPr>
        <p:spPr>
          <a:xfrm>
            <a:off x="5926016" y="2124364"/>
            <a:ext cx="2048608" cy="42579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Айда 10 кулпунай жана 3 помидор сатып алды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76D11897-BA4A-4CE9-9342-6E7602ACE128}"/>
              </a:ext>
            </a:extLst>
          </p:cNvPr>
          <p:cNvSpPr/>
          <p:nvPr/>
        </p:nvSpPr>
        <p:spPr>
          <a:xfrm>
            <a:off x="7033846" y="2687320"/>
            <a:ext cx="1561514" cy="34036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Жеку 16 алма сатып алды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D1400DC4-F634-43FD-9599-B50BB7A04BAF}"/>
              </a:ext>
            </a:extLst>
          </p:cNvPr>
          <p:cNvSpPr/>
          <p:nvPr/>
        </p:nvSpPr>
        <p:spPr>
          <a:xfrm>
            <a:off x="6044252" y="3219335"/>
            <a:ext cx="2406101" cy="49368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Кайрат 4 даана брокколи жана 12 сабиз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F8BFE926-314F-4C13-BC70-42883EA9B91D}"/>
              </a:ext>
            </a:extLst>
          </p:cNvPr>
          <p:cNvSpPr/>
          <p:nvPr/>
        </p:nvSpPr>
        <p:spPr>
          <a:xfrm>
            <a:off x="6351016" y="3877887"/>
            <a:ext cx="2312694" cy="43549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Лапуся 7 апельсин, 4 банан жана капуста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55EFA701-0F29-47E2-9D1A-F749BB51479F}"/>
              </a:ext>
            </a:extLst>
          </p:cNvPr>
          <p:cNvSpPr/>
          <p:nvPr/>
        </p:nvSpPr>
        <p:spPr>
          <a:xfrm>
            <a:off x="6186492" y="4465320"/>
            <a:ext cx="2477217" cy="42071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Майрам 8 картошка жана 13 кулпунай сатып алды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0893294B-15EA-4D6F-AAD8-65571887D0D0}"/>
              </a:ext>
            </a:extLst>
          </p:cNvPr>
          <p:cNvSpPr/>
          <p:nvPr/>
        </p:nvSpPr>
        <p:spPr>
          <a:xfrm>
            <a:off x="6122899" y="6228542"/>
            <a:ext cx="2869908" cy="51400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Папан 5 банан, 4 сабиз, 14 кулпунай жана 2 капуста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4D54CE98-B9D1-448B-BB0E-8D58C25D6F15}"/>
              </a:ext>
            </a:extLst>
          </p:cNvPr>
          <p:cNvSpPr/>
          <p:nvPr/>
        </p:nvSpPr>
        <p:spPr>
          <a:xfrm>
            <a:off x="6150469" y="5633720"/>
            <a:ext cx="2957189" cy="416098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Оливия 3 даана брокколи, 6 картошка жана 3 апельсин сатып алды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D648A30A-FA27-4105-9116-D2CE5FAD0B25}"/>
              </a:ext>
            </a:extLst>
          </p:cNvPr>
          <p:cNvSpPr/>
          <p:nvPr/>
        </p:nvSpPr>
        <p:spPr>
          <a:xfrm>
            <a:off x="6560151" y="5003799"/>
            <a:ext cx="2246849" cy="464127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Надия 5 помидор, 6 сабиз жана 4 алма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pic>
        <p:nvPicPr>
          <p:cNvPr id="103" name="Picture 102">
            <a:extLst>
              <a:ext uri="{FF2B5EF4-FFF2-40B4-BE49-F238E27FC236}">
                <a16:creationId xmlns:a16="http://schemas.microsoft.com/office/drawing/2014/main" id="{D87FB58F-D03C-45E0-8DC3-9676B95A0474}"/>
              </a:ext>
            </a:extLst>
          </p:cNvPr>
          <p:cNvPicPr>
            <a:picLocks noChangeAspect="1"/>
          </p:cNvPicPr>
          <p:nvPr/>
        </p:nvPicPr>
        <p:blipFill>
          <a:blip r:embed="rId32" cstate="hq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0" y="24943"/>
            <a:ext cx="306450" cy="359868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4872529C-F755-45EF-B017-7767F7ED2467}"/>
              </a:ext>
            </a:extLst>
          </p:cNvPr>
          <p:cNvGrpSpPr/>
          <p:nvPr/>
        </p:nvGrpSpPr>
        <p:grpSpPr>
          <a:xfrm>
            <a:off x="8355819" y="128368"/>
            <a:ext cx="751840" cy="517908"/>
            <a:chOff x="1148080" y="213360"/>
            <a:chExt cx="751840" cy="517908"/>
          </a:xfrm>
        </p:grpSpPr>
        <p:sp>
          <p:nvSpPr>
            <p:cNvPr id="5" name="Wave 4">
              <a:extLst>
                <a:ext uri="{FF2B5EF4-FFF2-40B4-BE49-F238E27FC236}">
                  <a16:creationId xmlns:a16="http://schemas.microsoft.com/office/drawing/2014/main" id="{B95CA5DB-0BB5-424B-95FC-AF4B6E5DFB08}"/>
                </a:ext>
              </a:extLst>
            </p:cNvPr>
            <p:cNvSpPr/>
            <p:nvPr/>
          </p:nvSpPr>
          <p:spPr>
            <a:xfrm>
              <a:off x="1148080" y="213360"/>
              <a:ext cx="751840" cy="517908"/>
            </a:xfrm>
            <a:prstGeom prst="wave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8815CDC0-2E97-4C08-B256-20E9543A68C0}"/>
                </a:ext>
              </a:extLst>
            </p:cNvPr>
            <p:cNvSpPr txBox="1"/>
            <p:nvPr/>
          </p:nvSpPr>
          <p:spPr>
            <a:xfrm rot="764136">
              <a:off x="1274032" y="299469"/>
              <a:ext cx="47961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600" dirty="0"/>
                <a:t>10</a:t>
              </a:r>
              <a:r>
                <a:rPr lang="ky-KG" sz="1600" dirty="0"/>
                <a:t>с</a:t>
              </a:r>
              <a:endParaRPr lang="en-GB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691703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7620" y="7620"/>
            <a:ext cx="9874934" cy="683895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4E838F67-5CB8-4090-80AD-36989143632A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705" y="5520784"/>
            <a:ext cx="823726" cy="653189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B2E028F1-5B11-4957-BA41-5B25DCC419A4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832" y="5549926"/>
            <a:ext cx="633595" cy="71202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DE2FA49-BD0D-4679-905A-BECE163BCFCE}"/>
              </a:ext>
            </a:extLst>
          </p:cNvPr>
          <p:cNvSpPr txBox="1"/>
          <p:nvPr/>
        </p:nvSpPr>
        <p:spPr>
          <a:xfrm>
            <a:off x="91180" y="2732516"/>
            <a:ext cx="143180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GB" sz="2000" dirty="0"/>
              <a:t>4,48</a:t>
            </a:r>
            <a:r>
              <a:rPr lang="ky-KG" sz="2000" dirty="0"/>
              <a:t>с</a:t>
            </a:r>
            <a:r>
              <a:rPr lang="en-GB" sz="2000" dirty="0"/>
              <a:t>, 5,52</a:t>
            </a:r>
            <a:r>
              <a:rPr lang="ky-KG" sz="2000" dirty="0"/>
              <a:t>с</a:t>
            </a:r>
            <a:endParaRPr lang="en-GB" sz="20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483364E-7517-48A0-A588-7DCF7DBF3E28}"/>
              </a:ext>
            </a:extLst>
          </p:cNvPr>
          <p:cNvSpPr txBox="1"/>
          <p:nvPr/>
        </p:nvSpPr>
        <p:spPr>
          <a:xfrm>
            <a:off x="3378297" y="2156339"/>
            <a:ext cx="143180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GB" sz="2000" dirty="0"/>
              <a:t>2,10</a:t>
            </a:r>
            <a:r>
              <a:rPr lang="ky-KG" sz="2000" dirty="0"/>
              <a:t>с</a:t>
            </a:r>
            <a:r>
              <a:rPr lang="en-GB" sz="2000" dirty="0"/>
              <a:t>, 7,90</a:t>
            </a:r>
            <a:r>
              <a:rPr lang="ky-KG" sz="2000" dirty="0"/>
              <a:t>с</a:t>
            </a:r>
            <a:endParaRPr lang="en-GB" sz="20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85DCBD8-FFBB-418D-9212-4D3B97116322}"/>
              </a:ext>
            </a:extLst>
          </p:cNvPr>
          <p:cNvSpPr txBox="1"/>
          <p:nvPr/>
        </p:nvSpPr>
        <p:spPr>
          <a:xfrm>
            <a:off x="3803954" y="3304253"/>
            <a:ext cx="121757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GB" sz="2000" dirty="0"/>
              <a:t>78</a:t>
            </a:r>
            <a:r>
              <a:rPr lang="ky-KG" sz="2000" dirty="0"/>
              <a:t>т</a:t>
            </a:r>
            <a:r>
              <a:rPr lang="en-GB" sz="2000" dirty="0"/>
              <a:t>, 9,22</a:t>
            </a:r>
            <a:r>
              <a:rPr lang="ky-KG" sz="2000" dirty="0"/>
              <a:t>с</a:t>
            </a:r>
            <a:endParaRPr lang="en-GB" sz="20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9A6D8BC-4F65-4163-A062-F614C6251DB9}"/>
              </a:ext>
            </a:extLst>
          </p:cNvPr>
          <p:cNvSpPr txBox="1"/>
          <p:nvPr/>
        </p:nvSpPr>
        <p:spPr>
          <a:xfrm>
            <a:off x="0" y="3979767"/>
            <a:ext cx="143180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GB" sz="2000" dirty="0"/>
              <a:t>4,80</a:t>
            </a:r>
            <a:r>
              <a:rPr lang="ky-KG" sz="2000" dirty="0"/>
              <a:t>с</a:t>
            </a:r>
            <a:r>
              <a:rPr lang="en-GB" sz="2000" dirty="0"/>
              <a:t>, 5,20</a:t>
            </a:r>
            <a:r>
              <a:rPr lang="ky-KG" sz="2000" dirty="0"/>
              <a:t>с</a:t>
            </a:r>
            <a:endParaRPr lang="en-GB" sz="20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B271673-7931-4238-BC54-25B4ED27968F}"/>
              </a:ext>
            </a:extLst>
          </p:cNvPr>
          <p:cNvSpPr txBox="1"/>
          <p:nvPr/>
        </p:nvSpPr>
        <p:spPr>
          <a:xfrm>
            <a:off x="3565236" y="4464397"/>
            <a:ext cx="143180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GB" sz="2000" dirty="0"/>
              <a:t>1,82</a:t>
            </a:r>
            <a:r>
              <a:rPr lang="ky-KG" sz="2000" dirty="0"/>
              <a:t>с</a:t>
            </a:r>
            <a:r>
              <a:rPr lang="en-GB" sz="2000" dirty="0"/>
              <a:t>, 8,18</a:t>
            </a:r>
            <a:r>
              <a:rPr lang="ky-KG" sz="2000" dirty="0"/>
              <a:t>с</a:t>
            </a:r>
            <a:endParaRPr lang="en-GB" sz="20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8AB0FBC-456C-4D9E-BE31-387CAC01BE97}"/>
              </a:ext>
            </a:extLst>
          </p:cNvPr>
          <p:cNvSpPr txBox="1"/>
          <p:nvPr/>
        </p:nvSpPr>
        <p:spPr>
          <a:xfrm>
            <a:off x="549315" y="5069378"/>
            <a:ext cx="143180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GB" sz="2000" dirty="0"/>
              <a:t>3,49</a:t>
            </a:r>
            <a:r>
              <a:rPr lang="ky-KG" sz="2000" dirty="0"/>
              <a:t>с</a:t>
            </a:r>
            <a:r>
              <a:rPr lang="en-GB" sz="2000" dirty="0"/>
              <a:t>, 6,51</a:t>
            </a:r>
            <a:r>
              <a:rPr lang="ky-KG" sz="2000" dirty="0"/>
              <a:t>с</a:t>
            </a:r>
            <a:endParaRPr lang="en-GB" sz="20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5068DF2-A1D1-4415-B9BD-689E4F9F63FB}"/>
              </a:ext>
            </a:extLst>
          </p:cNvPr>
          <p:cNvSpPr txBox="1"/>
          <p:nvPr/>
        </p:nvSpPr>
        <p:spPr>
          <a:xfrm>
            <a:off x="3715151" y="5688658"/>
            <a:ext cx="143180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GB" sz="2000" dirty="0"/>
              <a:t>3,26</a:t>
            </a:r>
            <a:r>
              <a:rPr lang="ky-KG" sz="2000" dirty="0"/>
              <a:t>с</a:t>
            </a:r>
            <a:r>
              <a:rPr lang="en-GB" sz="2000" dirty="0"/>
              <a:t>, 6,74</a:t>
            </a:r>
            <a:r>
              <a:rPr lang="ky-KG" sz="2000" dirty="0"/>
              <a:t>с</a:t>
            </a:r>
            <a:endParaRPr lang="en-GB" sz="20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952C215-F39D-4399-B7A3-245E1E8BB3AF}"/>
              </a:ext>
            </a:extLst>
          </p:cNvPr>
          <p:cNvSpPr txBox="1"/>
          <p:nvPr/>
        </p:nvSpPr>
        <p:spPr>
          <a:xfrm>
            <a:off x="423594" y="6304375"/>
            <a:ext cx="143180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GB" sz="2000" dirty="0"/>
              <a:t>8</a:t>
            </a:r>
            <a:r>
              <a:rPr lang="ky-KG" sz="2000" dirty="0"/>
              <a:t>,</a:t>
            </a:r>
            <a:r>
              <a:rPr lang="en-GB" sz="2000" dirty="0"/>
              <a:t>56</a:t>
            </a:r>
            <a:r>
              <a:rPr lang="ky-KG" sz="2000" dirty="0"/>
              <a:t>с</a:t>
            </a:r>
            <a:r>
              <a:rPr lang="en-GB" sz="2000" dirty="0"/>
              <a:t>, 1,44</a:t>
            </a:r>
            <a:r>
              <a:rPr lang="ky-KG" sz="2000" dirty="0"/>
              <a:t>с</a:t>
            </a:r>
            <a:endParaRPr lang="en-GB" sz="2000" dirty="0"/>
          </a:p>
        </p:txBody>
      </p:sp>
      <p:pic>
        <p:nvPicPr>
          <p:cNvPr id="103" name="Picture 102">
            <a:extLst>
              <a:ext uri="{FF2B5EF4-FFF2-40B4-BE49-F238E27FC236}">
                <a16:creationId xmlns:a16="http://schemas.microsoft.com/office/drawing/2014/main" id="{D87FB58F-D03C-45E0-8DC3-9676B95A0474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0" y="24943"/>
            <a:ext cx="306450" cy="35986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991AE5E-2691-6FEB-FEC0-34352B7B08E8}"/>
              </a:ext>
            </a:extLst>
          </p:cNvPr>
          <p:cNvSpPr/>
          <p:nvPr/>
        </p:nvSpPr>
        <p:spPr>
          <a:xfrm>
            <a:off x="7620" y="7620"/>
            <a:ext cx="9874934" cy="683895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0F7847-95ED-4BE5-EF5C-A786E83BE512}"/>
              </a:ext>
            </a:extLst>
          </p:cNvPr>
          <p:cNvSpPr txBox="1"/>
          <p:nvPr/>
        </p:nvSpPr>
        <p:spPr>
          <a:xfrm>
            <a:off x="3041771" y="19804"/>
            <a:ext cx="38224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b="1" dirty="0"/>
              <a:t>Мөмө-жемиштерди жана жашылчаларды сатып алуу.</a:t>
            </a:r>
            <a:endParaRPr lang="en-GB" sz="12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E7DDD0-AD22-DECC-0B93-179183CE4230}"/>
              </a:ext>
            </a:extLst>
          </p:cNvPr>
          <p:cNvSpPr txBox="1"/>
          <p:nvPr/>
        </p:nvSpPr>
        <p:spPr>
          <a:xfrm>
            <a:off x="2591210" y="294389"/>
            <a:ext cx="47236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Кардарлап жашылча-жемиштерди сатып алуу үчүн дүкөнгө барышат.</a:t>
            </a:r>
          </a:p>
          <a:p>
            <a:pPr algn="ctr"/>
            <a:r>
              <a:rPr lang="ky-KG" sz="1200" dirty="0"/>
              <a:t>Ар бир адам канча акча </a:t>
            </a:r>
            <a:r>
              <a:rPr lang="ky-KG" sz="1600" b="1" dirty="0">
                <a:solidFill>
                  <a:srgbClr val="FF0000"/>
                </a:solidFill>
              </a:rPr>
              <a:t>коротот?</a:t>
            </a:r>
            <a:endParaRPr lang="ky-KG" sz="1200" b="1" dirty="0">
              <a:solidFill>
                <a:srgbClr val="FF0000"/>
              </a:solidFill>
            </a:endParaRPr>
          </a:p>
          <a:p>
            <a:pPr algn="ctr"/>
            <a:r>
              <a:rPr lang="ky-KG" sz="1200" dirty="0"/>
              <a:t>Алар 10 сомдон канча кайтарым акча алышат?</a:t>
            </a:r>
            <a:endParaRPr lang="en-GB" sz="12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79B8542-566E-CCA0-E9D8-1FEB10F07489}"/>
              </a:ext>
            </a:extLst>
          </p:cNvPr>
          <p:cNvGrpSpPr/>
          <p:nvPr/>
        </p:nvGrpSpPr>
        <p:grpSpPr>
          <a:xfrm>
            <a:off x="386080" y="1011539"/>
            <a:ext cx="660400" cy="820493"/>
            <a:chOff x="487680" y="1094667"/>
            <a:chExt cx="660400" cy="820493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DD40A13C-0013-017F-3569-08E8A33F296F}"/>
                </a:ext>
              </a:extLst>
            </p:cNvPr>
            <p:cNvSpPr/>
            <p:nvPr/>
          </p:nvSpPr>
          <p:spPr>
            <a:xfrm>
              <a:off x="487680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45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6FBEC75-8B37-2427-FC8B-71EFB5237CD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6505" y="1094667"/>
              <a:ext cx="401486" cy="443783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5F1EB3D-0889-B6FE-8208-87D40A217FBD}"/>
              </a:ext>
            </a:extLst>
          </p:cNvPr>
          <p:cNvGrpSpPr/>
          <p:nvPr/>
        </p:nvGrpSpPr>
        <p:grpSpPr>
          <a:xfrm>
            <a:off x="1451933" y="898444"/>
            <a:ext cx="660400" cy="933588"/>
            <a:chOff x="1336040" y="981572"/>
            <a:chExt cx="660400" cy="933588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FB123C5-5DC4-AC43-2BFE-633C4839FF4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16144">
              <a:off x="1531807" y="981572"/>
              <a:ext cx="333896" cy="667792"/>
            </a:xfrm>
            <a:prstGeom prst="rect">
              <a:avLst/>
            </a:prstGeom>
          </p:spPr>
        </p:pic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B7D83007-9FC8-F8BF-CCD2-1224E390826C}"/>
                </a:ext>
              </a:extLst>
            </p:cNvPr>
            <p:cNvSpPr/>
            <p:nvPr/>
          </p:nvSpPr>
          <p:spPr>
            <a:xfrm>
              <a:off x="1336040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42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90BE6F8-A887-2F10-0D31-47759AF0A022}"/>
              </a:ext>
            </a:extLst>
          </p:cNvPr>
          <p:cNvGrpSpPr/>
          <p:nvPr/>
        </p:nvGrpSpPr>
        <p:grpSpPr>
          <a:xfrm>
            <a:off x="2517786" y="905163"/>
            <a:ext cx="683935" cy="926869"/>
            <a:chOff x="2636520" y="988291"/>
            <a:chExt cx="683935" cy="926869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DF3A9F06-08C2-1A43-7993-2827FFC1108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3162" y="988291"/>
              <a:ext cx="637293" cy="637293"/>
            </a:xfrm>
            <a:prstGeom prst="rect">
              <a:avLst/>
            </a:prstGeom>
          </p:spPr>
        </p:pic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532AE364-C152-8D2A-718A-0AD2515C5F4D}"/>
                </a:ext>
              </a:extLst>
            </p:cNvPr>
            <p:cNvSpPr/>
            <p:nvPr/>
          </p:nvSpPr>
          <p:spPr>
            <a:xfrm>
              <a:off x="2636520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1,07</a:t>
              </a:r>
              <a:r>
                <a:rPr lang="ky-KG" sz="1300" dirty="0">
                  <a:solidFill>
                    <a:schemeClr val="tx1"/>
                  </a:solidFill>
                </a:rPr>
                <a:t>с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BF24D37-8376-E83C-2C3B-0F936E3639EE}"/>
              </a:ext>
            </a:extLst>
          </p:cNvPr>
          <p:cNvGrpSpPr/>
          <p:nvPr/>
        </p:nvGrpSpPr>
        <p:grpSpPr>
          <a:xfrm>
            <a:off x="3607174" y="1147718"/>
            <a:ext cx="678156" cy="684314"/>
            <a:chOff x="3662473" y="1230846"/>
            <a:chExt cx="678156" cy="684314"/>
          </a:xfrm>
        </p:grpSpPr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51F65682-2F53-5894-42B1-97D39D5BE3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042492">
              <a:off x="3662473" y="1230846"/>
              <a:ext cx="671229" cy="341907"/>
            </a:xfrm>
            <a:prstGeom prst="rect">
              <a:avLst/>
            </a:prstGeom>
          </p:spPr>
        </p:pic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E6CAB98A-50F7-F9ED-77B4-EB69AAC2D85E}"/>
                </a:ext>
              </a:extLst>
            </p:cNvPr>
            <p:cNvSpPr/>
            <p:nvPr/>
          </p:nvSpPr>
          <p:spPr>
            <a:xfrm>
              <a:off x="3680229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33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C5F35CC-82E6-50EC-A709-08157FBF3FC3}"/>
              </a:ext>
            </a:extLst>
          </p:cNvPr>
          <p:cNvGrpSpPr/>
          <p:nvPr/>
        </p:nvGrpSpPr>
        <p:grpSpPr>
          <a:xfrm>
            <a:off x="8954193" y="1003884"/>
            <a:ext cx="660400" cy="828148"/>
            <a:chOff x="8723283" y="1087012"/>
            <a:chExt cx="660400" cy="828148"/>
          </a:xfrm>
        </p:grpSpPr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A0680B40-076F-2783-7C26-3933B0C9F5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21133" y="1087012"/>
              <a:ext cx="444377" cy="490642"/>
            </a:xfrm>
            <a:prstGeom prst="rect">
              <a:avLst/>
            </a:prstGeom>
          </p:spPr>
        </p:pic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98E2243E-1419-ADA8-B276-422176189984}"/>
                </a:ext>
              </a:extLst>
            </p:cNvPr>
            <p:cNvSpPr/>
            <p:nvPr/>
          </p:nvSpPr>
          <p:spPr>
            <a:xfrm>
              <a:off x="8723283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35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E9204BED-C932-0A64-E885-E83BDF0CDFFB}"/>
              </a:ext>
            </a:extLst>
          </p:cNvPr>
          <p:cNvGrpSpPr/>
          <p:nvPr/>
        </p:nvGrpSpPr>
        <p:grpSpPr>
          <a:xfrm>
            <a:off x="4690783" y="974548"/>
            <a:ext cx="660400" cy="857484"/>
            <a:chOff x="4677756" y="1057676"/>
            <a:chExt cx="660400" cy="857484"/>
          </a:xfrm>
        </p:grpSpPr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08F65A08-FE1F-9046-4160-FF9A588889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745274" y="1057676"/>
              <a:ext cx="500057" cy="492183"/>
            </a:xfrm>
            <a:prstGeom prst="rect">
              <a:avLst/>
            </a:prstGeom>
          </p:spPr>
        </p:pic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79045C77-DC25-9A6C-F9C6-06F3EC06B9FF}"/>
                </a:ext>
              </a:extLst>
            </p:cNvPr>
            <p:cNvSpPr/>
            <p:nvPr/>
          </p:nvSpPr>
          <p:spPr>
            <a:xfrm>
              <a:off x="4677756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64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D9FD2C2C-04BE-25DD-6004-3F9BB976DF7E}"/>
              </a:ext>
            </a:extLst>
          </p:cNvPr>
          <p:cNvGrpSpPr/>
          <p:nvPr/>
        </p:nvGrpSpPr>
        <p:grpSpPr>
          <a:xfrm>
            <a:off x="6822489" y="998540"/>
            <a:ext cx="660400" cy="833492"/>
            <a:chOff x="6792882" y="1081668"/>
            <a:chExt cx="660400" cy="833492"/>
          </a:xfrm>
        </p:grpSpPr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EF2548E3-AFD6-ECC3-44FE-5605BD79B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4144" y="1081668"/>
              <a:ext cx="533965" cy="533965"/>
            </a:xfrm>
            <a:prstGeom prst="rect">
              <a:avLst/>
            </a:prstGeom>
          </p:spPr>
        </p:pic>
        <p:sp>
          <p:nvSpPr>
            <p:cNvPr id="97" name="Rectangle: Rounded Corners 96">
              <a:extLst>
                <a:ext uri="{FF2B5EF4-FFF2-40B4-BE49-F238E27FC236}">
                  <a16:creationId xmlns:a16="http://schemas.microsoft.com/office/drawing/2014/main" id="{CE7D5585-BF39-8D2D-FB2A-F80FC558FF3B}"/>
                </a:ext>
              </a:extLst>
            </p:cNvPr>
            <p:cNvSpPr/>
            <p:nvPr/>
          </p:nvSpPr>
          <p:spPr>
            <a:xfrm>
              <a:off x="6792882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34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B71E6752-91B3-1873-9BA9-10ECCB092EDD}"/>
              </a:ext>
            </a:extLst>
          </p:cNvPr>
          <p:cNvGrpSpPr/>
          <p:nvPr/>
        </p:nvGrpSpPr>
        <p:grpSpPr>
          <a:xfrm>
            <a:off x="5756636" y="887305"/>
            <a:ext cx="660400" cy="944727"/>
            <a:chOff x="5804591" y="970433"/>
            <a:chExt cx="660400" cy="944727"/>
          </a:xfrm>
        </p:grpSpPr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1961A955-D039-C065-2612-FB25AB6646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3847" y="970433"/>
              <a:ext cx="586215" cy="601487"/>
            </a:xfrm>
            <a:prstGeom prst="rect">
              <a:avLst/>
            </a:prstGeom>
          </p:spPr>
        </p:pic>
        <p:sp>
          <p:nvSpPr>
            <p:cNvPr id="100" name="Rectangle: Rounded Corners 99">
              <a:extLst>
                <a:ext uri="{FF2B5EF4-FFF2-40B4-BE49-F238E27FC236}">
                  <a16:creationId xmlns:a16="http://schemas.microsoft.com/office/drawing/2014/main" id="{B78D01D1-6427-1732-0686-D16891082048}"/>
                </a:ext>
              </a:extLst>
            </p:cNvPr>
            <p:cNvSpPr/>
            <p:nvPr/>
          </p:nvSpPr>
          <p:spPr>
            <a:xfrm>
              <a:off x="5804591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76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6BD3248C-A495-BC4B-9B15-7548BE58F536}"/>
              </a:ext>
            </a:extLst>
          </p:cNvPr>
          <p:cNvGrpSpPr/>
          <p:nvPr/>
        </p:nvGrpSpPr>
        <p:grpSpPr>
          <a:xfrm>
            <a:off x="7888342" y="1005505"/>
            <a:ext cx="660400" cy="826527"/>
            <a:chOff x="7818118" y="1088633"/>
            <a:chExt cx="660400" cy="826527"/>
          </a:xfrm>
        </p:grpSpPr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AA5359AF-0AA3-B280-3B15-9BE8E04ABC9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 cstate="hq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579" r="33420"/>
            <a:stretch/>
          </p:blipFill>
          <p:spPr>
            <a:xfrm>
              <a:off x="7943146" y="1088633"/>
              <a:ext cx="409298" cy="472185"/>
            </a:xfrm>
            <a:prstGeom prst="rect">
              <a:avLst/>
            </a:prstGeom>
          </p:spPr>
        </p:pic>
        <p:sp>
          <p:nvSpPr>
            <p:cNvPr id="105" name="Rectangle: Rounded Corners 104">
              <a:extLst>
                <a:ext uri="{FF2B5EF4-FFF2-40B4-BE49-F238E27FC236}">
                  <a16:creationId xmlns:a16="http://schemas.microsoft.com/office/drawing/2014/main" id="{FA1EE53C-80E8-EFD5-25EB-4B3CA49410CF}"/>
                </a:ext>
              </a:extLst>
            </p:cNvPr>
            <p:cNvSpPr/>
            <p:nvPr/>
          </p:nvSpPr>
          <p:spPr>
            <a:xfrm>
              <a:off x="7818118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24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106" name="Picture 105">
            <a:extLst>
              <a:ext uri="{FF2B5EF4-FFF2-40B4-BE49-F238E27FC236}">
                <a16:creationId xmlns:a16="http://schemas.microsoft.com/office/drawing/2014/main" id="{56B76247-9CB5-3A7D-C16A-E65434AD279A}"/>
              </a:ext>
            </a:extLst>
          </p:cNvPr>
          <p:cNvPicPr>
            <a:picLocks noChangeAspect="1"/>
          </p:cNvPicPr>
          <p:nvPr/>
        </p:nvPicPr>
        <p:blipFill>
          <a:blip r:embed="rId16" cstate="hqprint">
            <a:grayscl/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7000" y="2445375"/>
            <a:ext cx="585568" cy="669818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C5F752A0-0C08-6670-C25D-47C489695749}"/>
              </a:ext>
            </a:extLst>
          </p:cNvPr>
          <p:cNvPicPr>
            <a:picLocks noChangeAspect="1"/>
          </p:cNvPicPr>
          <p:nvPr/>
        </p:nvPicPr>
        <p:blipFill>
          <a:blip r:embed="rId18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3627" y="2629270"/>
            <a:ext cx="620689" cy="631544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92D3A9D1-0EA9-1F24-7470-D25644E490E0}"/>
              </a:ext>
            </a:extLst>
          </p:cNvPr>
          <p:cNvPicPr>
            <a:picLocks noChangeAspect="1"/>
          </p:cNvPicPr>
          <p:nvPr/>
        </p:nvPicPr>
        <p:blipFill>
          <a:blip r:embed="rId19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35" y="2089903"/>
            <a:ext cx="773606" cy="621303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AA8F1819-EAF6-117E-B248-60557BA809CF}"/>
              </a:ext>
            </a:extLst>
          </p:cNvPr>
          <p:cNvPicPr>
            <a:picLocks noChangeAspect="1"/>
          </p:cNvPicPr>
          <p:nvPr/>
        </p:nvPicPr>
        <p:blipFill>
          <a:blip r:embed="rId20" cstate="hqprint">
            <a:grayscl/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8085" y="3732559"/>
            <a:ext cx="870206" cy="726758"/>
          </a:xfrm>
          <a:prstGeom prst="rect">
            <a:avLst/>
          </a:pr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D7236421-A1BE-848E-D86D-B0E52FB84B3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705" y="5520784"/>
            <a:ext cx="823726" cy="653189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A5D0B6D8-C328-D41B-2D30-88725A586967}"/>
              </a:ext>
            </a:extLst>
          </p:cNvPr>
          <p:cNvPicPr>
            <a:picLocks noChangeAspect="1"/>
          </p:cNvPicPr>
          <p:nvPr/>
        </p:nvPicPr>
        <p:blipFill>
          <a:blip r:embed="rId22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3090" y="2040124"/>
            <a:ext cx="692844" cy="778613"/>
          </a:xfrm>
          <a:prstGeom prst="rect">
            <a:avLst/>
          </a:prstGeom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5EFC49B8-C942-F882-EFF0-5CB5E0648B5C}"/>
              </a:ext>
            </a:extLst>
          </p:cNvPr>
          <p:cNvPicPr>
            <a:picLocks noChangeAspect="1"/>
          </p:cNvPicPr>
          <p:nvPr/>
        </p:nvPicPr>
        <p:blipFill>
          <a:blip r:embed="rId23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4895" y="4795424"/>
            <a:ext cx="732240" cy="701921"/>
          </a:xfrm>
          <a:prstGeom prst="rect">
            <a:avLst/>
          </a:prstGeom>
        </p:spPr>
      </p:pic>
      <p:pic>
        <p:nvPicPr>
          <p:cNvPr id="113" name="Picture 112">
            <a:extLst>
              <a:ext uri="{FF2B5EF4-FFF2-40B4-BE49-F238E27FC236}">
                <a16:creationId xmlns:a16="http://schemas.microsoft.com/office/drawing/2014/main" id="{C4423783-8546-1AC9-75B1-4532E8394B2D}"/>
              </a:ext>
            </a:extLst>
          </p:cNvPr>
          <p:cNvPicPr>
            <a:picLocks noChangeAspect="1"/>
          </p:cNvPicPr>
          <p:nvPr/>
        </p:nvPicPr>
        <p:blipFill>
          <a:blip r:embed="rId2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636" y="3130961"/>
            <a:ext cx="618956" cy="708011"/>
          </a:xfrm>
          <a:prstGeom prst="rect">
            <a:avLst/>
          </a:prstGeom>
        </p:spPr>
      </p:pic>
      <p:pic>
        <p:nvPicPr>
          <p:cNvPr id="114" name="Picture 113">
            <a:extLst>
              <a:ext uri="{FF2B5EF4-FFF2-40B4-BE49-F238E27FC236}">
                <a16:creationId xmlns:a16="http://schemas.microsoft.com/office/drawing/2014/main" id="{A64D3817-3D4F-5668-9FEF-161EDE5A92BF}"/>
              </a:ext>
            </a:extLst>
          </p:cNvPr>
          <p:cNvPicPr>
            <a:picLocks noChangeAspect="1"/>
          </p:cNvPicPr>
          <p:nvPr/>
        </p:nvPicPr>
        <p:blipFill>
          <a:blip r:embed="rId2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255" y="4471474"/>
            <a:ext cx="588461" cy="604034"/>
          </a:xfrm>
          <a:prstGeom prst="rect">
            <a:avLst/>
          </a:prstGeom>
        </p:spPr>
      </p:pic>
      <p:pic>
        <p:nvPicPr>
          <p:cNvPr id="115" name="Picture 114">
            <a:extLst>
              <a:ext uri="{FF2B5EF4-FFF2-40B4-BE49-F238E27FC236}">
                <a16:creationId xmlns:a16="http://schemas.microsoft.com/office/drawing/2014/main" id="{DCD53345-AA51-3363-C3A7-716B08A22A81}"/>
              </a:ext>
            </a:extLst>
          </p:cNvPr>
          <p:cNvPicPr>
            <a:picLocks noChangeAspect="1"/>
          </p:cNvPicPr>
          <p:nvPr/>
        </p:nvPicPr>
        <p:blipFill>
          <a:blip r:embed="rId26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434" y="4305343"/>
            <a:ext cx="922330" cy="722012"/>
          </a:xfrm>
          <a:prstGeom prst="rect">
            <a:avLst/>
          </a:prstGeom>
        </p:spPr>
      </p:pic>
      <p:pic>
        <p:nvPicPr>
          <p:cNvPr id="116" name="Picture 115">
            <a:extLst>
              <a:ext uri="{FF2B5EF4-FFF2-40B4-BE49-F238E27FC236}">
                <a16:creationId xmlns:a16="http://schemas.microsoft.com/office/drawing/2014/main" id="{C5B11BB8-CDCA-A80A-2855-AFA629BA4505}"/>
              </a:ext>
            </a:extLst>
          </p:cNvPr>
          <p:cNvPicPr>
            <a:picLocks noChangeAspect="1"/>
          </p:cNvPicPr>
          <p:nvPr/>
        </p:nvPicPr>
        <p:blipFill>
          <a:blip r:embed="rId27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8329" y="3054128"/>
            <a:ext cx="635874" cy="720282"/>
          </a:xfrm>
          <a:prstGeom prst="rect">
            <a:avLst/>
          </a:prstGeom>
        </p:spPr>
      </p:pic>
      <p:pic>
        <p:nvPicPr>
          <p:cNvPr id="117" name="Picture 116">
            <a:extLst>
              <a:ext uri="{FF2B5EF4-FFF2-40B4-BE49-F238E27FC236}">
                <a16:creationId xmlns:a16="http://schemas.microsoft.com/office/drawing/2014/main" id="{496CF7BC-41AE-D5DE-DDE0-4F7814591F2E}"/>
              </a:ext>
            </a:extLst>
          </p:cNvPr>
          <p:cNvPicPr>
            <a:picLocks noChangeAspect="1"/>
          </p:cNvPicPr>
          <p:nvPr/>
        </p:nvPicPr>
        <p:blipFill>
          <a:blip r:embed="rId28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2043" y="6009620"/>
            <a:ext cx="669467" cy="717686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84329200-E7C3-33A2-4BF2-9A0489EB734C}"/>
              </a:ext>
            </a:extLst>
          </p:cNvPr>
          <p:cNvPicPr>
            <a:picLocks noChangeAspect="1"/>
          </p:cNvPicPr>
          <p:nvPr/>
        </p:nvPicPr>
        <p:blipFill>
          <a:blip r:embed="rId29">
            <a:grayscl/>
            <a:extLst>
              <a:ext uri="{BEBA8EAE-BF5A-486C-A8C5-ECC9F3942E4B}">
                <a14:imgProps xmlns:a14="http://schemas.microsoft.com/office/drawing/2010/main">
                  <a14:imgLayer r:embed="rId30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054" y="4911630"/>
            <a:ext cx="586993" cy="738065"/>
          </a:xfrm>
          <a:prstGeom prst="rect">
            <a:avLst/>
          </a:prstGeom>
        </p:spPr>
      </p:pic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D919496E-E3B1-F36C-2546-B3DD8F62EFF3}"/>
              </a:ext>
            </a:extLst>
          </p:cNvPr>
          <p:cNvSpPr/>
          <p:nvPr/>
        </p:nvSpPr>
        <p:spPr>
          <a:xfrm>
            <a:off x="1126812" y="2220055"/>
            <a:ext cx="2324054" cy="33010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Эли</a:t>
            </a:r>
            <a:r>
              <a:rPr lang="ky-KG" sz="1300" dirty="0">
                <a:solidFill>
                  <a:schemeClr val="tx1"/>
                </a:solidFill>
              </a:rPr>
              <a:t>за</a:t>
            </a:r>
            <a:r>
              <a:rPr lang="ru-RU" sz="1300" dirty="0">
                <a:solidFill>
                  <a:schemeClr val="tx1"/>
                </a:solidFill>
              </a:rPr>
              <a:t> 5 сабиз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pic>
        <p:nvPicPr>
          <p:cNvPr id="120" name="Picture 119">
            <a:extLst>
              <a:ext uri="{FF2B5EF4-FFF2-40B4-BE49-F238E27FC236}">
                <a16:creationId xmlns:a16="http://schemas.microsoft.com/office/drawing/2014/main" id="{25DCF119-305A-8604-3558-EEEA9CD6B387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832" y="5549926"/>
            <a:ext cx="633595" cy="712029"/>
          </a:xfrm>
          <a:prstGeom prst="rect">
            <a:avLst/>
          </a:prstGeom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id="{F973ADEC-52EF-D4C3-3B2E-036F2772826E}"/>
              </a:ext>
            </a:extLst>
          </p:cNvPr>
          <p:cNvPicPr>
            <a:picLocks noChangeAspect="1"/>
          </p:cNvPicPr>
          <p:nvPr/>
        </p:nvPicPr>
        <p:blipFill>
          <a:blip r:embed="rId3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5517" y="3665714"/>
            <a:ext cx="633603" cy="651021"/>
          </a:xfrm>
          <a:prstGeom prst="rect">
            <a:avLst/>
          </a:prstGeom>
        </p:spPr>
      </p:pic>
      <p:pic>
        <p:nvPicPr>
          <p:cNvPr id="122" name="Picture 121">
            <a:extLst>
              <a:ext uri="{FF2B5EF4-FFF2-40B4-BE49-F238E27FC236}">
                <a16:creationId xmlns:a16="http://schemas.microsoft.com/office/drawing/2014/main" id="{8CBA574A-396F-61E3-BA2B-57B39EA0990E}"/>
              </a:ext>
            </a:extLst>
          </p:cNvPr>
          <p:cNvPicPr>
            <a:picLocks noChangeAspect="1"/>
          </p:cNvPicPr>
          <p:nvPr/>
        </p:nvPicPr>
        <p:blipFill>
          <a:blip r:embed="rId3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2512" y="6068481"/>
            <a:ext cx="813225" cy="712843"/>
          </a:xfrm>
          <a:prstGeom prst="rect">
            <a:avLst/>
          </a:prstGeom>
        </p:spPr>
      </p:pic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1D5FD2C0-2576-5959-851F-A2DB4DEE097A}"/>
              </a:ext>
            </a:extLst>
          </p:cNvPr>
          <p:cNvSpPr/>
          <p:nvPr/>
        </p:nvSpPr>
        <p:spPr>
          <a:xfrm>
            <a:off x="1549033" y="2764802"/>
            <a:ext cx="2406097" cy="34036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Бекен 7 апельсин сатып алды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F41DF6D0-D640-59EE-9494-768670E23BEA}"/>
              </a:ext>
            </a:extLst>
          </p:cNvPr>
          <p:cNvSpPr/>
          <p:nvPr/>
        </p:nvSpPr>
        <p:spPr>
          <a:xfrm>
            <a:off x="964841" y="3348886"/>
            <a:ext cx="2955130" cy="3365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Канат алма менен банан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452D0F7C-7C56-952F-B98E-EBFA8CCD5552}"/>
              </a:ext>
            </a:extLst>
          </p:cNvPr>
          <p:cNvSpPr/>
          <p:nvPr/>
        </p:nvSpPr>
        <p:spPr>
          <a:xfrm>
            <a:off x="1312644" y="4008120"/>
            <a:ext cx="2752960" cy="34036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Деңиз 20 кулпунайды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0971D901-CCDA-5767-F4D9-5CD96C3859DC}"/>
              </a:ext>
            </a:extLst>
          </p:cNvPr>
          <p:cNvSpPr/>
          <p:nvPr/>
        </p:nvSpPr>
        <p:spPr>
          <a:xfrm>
            <a:off x="1865218" y="5080588"/>
            <a:ext cx="2200386" cy="41455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Улан 4 даана брокколи менен алма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626214D1-E488-8B8E-F778-63672D73DC9A}"/>
              </a:ext>
            </a:extLst>
          </p:cNvPr>
          <p:cNvSpPr/>
          <p:nvPr/>
        </p:nvSpPr>
        <p:spPr>
          <a:xfrm>
            <a:off x="1881555" y="6294120"/>
            <a:ext cx="2200386" cy="41455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Ниа 8 капуста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4D0DE20D-ED8A-5D6B-ADD9-A238A0277284}"/>
              </a:ext>
            </a:extLst>
          </p:cNvPr>
          <p:cNvSpPr/>
          <p:nvPr/>
        </p:nvSpPr>
        <p:spPr>
          <a:xfrm>
            <a:off x="1086172" y="5715000"/>
            <a:ext cx="2747274" cy="34036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Жаңыл 6 банан жана 2 апельсин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2D8BCF0E-26E2-1DB9-5B29-3DC09D96D0D4}"/>
              </a:ext>
            </a:extLst>
          </p:cNvPr>
          <p:cNvSpPr/>
          <p:nvPr/>
        </p:nvSpPr>
        <p:spPr>
          <a:xfrm>
            <a:off x="1086172" y="4485640"/>
            <a:ext cx="2497538" cy="40707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Эдита 4 помидор жана бир сабиз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CF482D16-7834-B083-2F81-620F0AF10D8B}"/>
              </a:ext>
            </a:extLst>
          </p:cNvPr>
          <p:cNvSpPr/>
          <p:nvPr/>
        </p:nvSpPr>
        <p:spPr>
          <a:xfrm>
            <a:off x="5926016" y="2124364"/>
            <a:ext cx="2048608" cy="42579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Айда 10 кулпунай жана 3 помидор сатып алды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18A3B018-D8C0-3F03-9965-E71802402883}"/>
              </a:ext>
            </a:extLst>
          </p:cNvPr>
          <p:cNvSpPr/>
          <p:nvPr/>
        </p:nvSpPr>
        <p:spPr>
          <a:xfrm>
            <a:off x="7033846" y="2687320"/>
            <a:ext cx="1561514" cy="34036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Жеку 16 алма сатып алды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132" name="Rectangle: Rounded Corners 131">
            <a:extLst>
              <a:ext uri="{FF2B5EF4-FFF2-40B4-BE49-F238E27FC236}">
                <a16:creationId xmlns:a16="http://schemas.microsoft.com/office/drawing/2014/main" id="{8A45C67E-60DA-C3F6-6781-F5F3A8018B6B}"/>
              </a:ext>
            </a:extLst>
          </p:cNvPr>
          <p:cNvSpPr/>
          <p:nvPr/>
        </p:nvSpPr>
        <p:spPr>
          <a:xfrm>
            <a:off x="6044252" y="3219335"/>
            <a:ext cx="2406101" cy="49368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Кайрат 4 даана брокколи жана 12 сабиз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26E5A027-F2EA-2AE1-2552-AD56AE9FF84B}"/>
              </a:ext>
            </a:extLst>
          </p:cNvPr>
          <p:cNvSpPr/>
          <p:nvPr/>
        </p:nvSpPr>
        <p:spPr>
          <a:xfrm>
            <a:off x="6351016" y="3877887"/>
            <a:ext cx="2312694" cy="43549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Лапуся 7 апельсин, 4 банан жана капуста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BDD335D6-26CD-F208-CD26-28CE65A183D1}"/>
              </a:ext>
            </a:extLst>
          </p:cNvPr>
          <p:cNvSpPr/>
          <p:nvPr/>
        </p:nvSpPr>
        <p:spPr>
          <a:xfrm>
            <a:off x="6186492" y="4465320"/>
            <a:ext cx="2477217" cy="42071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Майрам 8 картошка жана 13 кулпунай сатып алды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135" name="Rectangle: Rounded Corners 134">
            <a:extLst>
              <a:ext uri="{FF2B5EF4-FFF2-40B4-BE49-F238E27FC236}">
                <a16:creationId xmlns:a16="http://schemas.microsoft.com/office/drawing/2014/main" id="{D7A023F1-7320-4DF7-ECF5-0B81C296D795}"/>
              </a:ext>
            </a:extLst>
          </p:cNvPr>
          <p:cNvSpPr/>
          <p:nvPr/>
        </p:nvSpPr>
        <p:spPr>
          <a:xfrm>
            <a:off x="6122899" y="6228542"/>
            <a:ext cx="2869908" cy="51400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Папан 5 банан, 4 сабиз, 14 кулпунай жана 2 капуста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id="{585378CA-713B-C89B-AAED-1CAFBC6CE88A}"/>
              </a:ext>
            </a:extLst>
          </p:cNvPr>
          <p:cNvSpPr/>
          <p:nvPr/>
        </p:nvSpPr>
        <p:spPr>
          <a:xfrm>
            <a:off x="6150469" y="5633720"/>
            <a:ext cx="2957189" cy="416098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Оливия 3 даана брокколи, 6 картошка жана 3 апельсин сатып алды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137" name="Rectangle: Rounded Corners 136">
            <a:extLst>
              <a:ext uri="{FF2B5EF4-FFF2-40B4-BE49-F238E27FC236}">
                <a16:creationId xmlns:a16="http://schemas.microsoft.com/office/drawing/2014/main" id="{6AEE5377-7DC4-B65B-4935-C6A05F27BFAC}"/>
              </a:ext>
            </a:extLst>
          </p:cNvPr>
          <p:cNvSpPr/>
          <p:nvPr/>
        </p:nvSpPr>
        <p:spPr>
          <a:xfrm>
            <a:off x="6560151" y="5003799"/>
            <a:ext cx="2246849" cy="464127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Надия 5 помидор, 6 сабиз жана 4 алма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pic>
        <p:nvPicPr>
          <p:cNvPr id="138" name="Picture 137">
            <a:extLst>
              <a:ext uri="{FF2B5EF4-FFF2-40B4-BE49-F238E27FC236}">
                <a16:creationId xmlns:a16="http://schemas.microsoft.com/office/drawing/2014/main" id="{2AFE8FE5-5400-2424-CDED-53CF9FB2820C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0" y="24943"/>
            <a:ext cx="306450" cy="359868"/>
          </a:xfrm>
          <a:prstGeom prst="rect">
            <a:avLst/>
          </a:prstGeom>
        </p:spPr>
      </p:pic>
      <p:grpSp>
        <p:nvGrpSpPr>
          <p:cNvPr id="139" name="Group 138">
            <a:extLst>
              <a:ext uri="{FF2B5EF4-FFF2-40B4-BE49-F238E27FC236}">
                <a16:creationId xmlns:a16="http://schemas.microsoft.com/office/drawing/2014/main" id="{1CCE5502-1F28-CA23-C452-5E5CA095687A}"/>
              </a:ext>
            </a:extLst>
          </p:cNvPr>
          <p:cNvGrpSpPr/>
          <p:nvPr/>
        </p:nvGrpSpPr>
        <p:grpSpPr>
          <a:xfrm>
            <a:off x="8355819" y="128368"/>
            <a:ext cx="751840" cy="517908"/>
            <a:chOff x="1148080" y="213360"/>
            <a:chExt cx="751840" cy="517908"/>
          </a:xfrm>
        </p:grpSpPr>
        <p:sp>
          <p:nvSpPr>
            <p:cNvPr id="140" name="Wave 139">
              <a:extLst>
                <a:ext uri="{FF2B5EF4-FFF2-40B4-BE49-F238E27FC236}">
                  <a16:creationId xmlns:a16="http://schemas.microsoft.com/office/drawing/2014/main" id="{494471F3-F5CB-D0C8-F2AF-2DBE4599CF1B}"/>
                </a:ext>
              </a:extLst>
            </p:cNvPr>
            <p:cNvSpPr/>
            <p:nvPr/>
          </p:nvSpPr>
          <p:spPr>
            <a:xfrm>
              <a:off x="1148080" y="213360"/>
              <a:ext cx="751840" cy="517908"/>
            </a:xfrm>
            <a:prstGeom prst="wave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2CDD4A7B-DAD1-AA20-BCA3-FA736E0AA81D}"/>
                </a:ext>
              </a:extLst>
            </p:cNvPr>
            <p:cNvSpPr txBox="1"/>
            <p:nvPr/>
          </p:nvSpPr>
          <p:spPr>
            <a:xfrm rot="764136">
              <a:off x="1274032" y="299469"/>
              <a:ext cx="47961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600" dirty="0"/>
                <a:t>10</a:t>
              </a:r>
              <a:r>
                <a:rPr lang="ky-KG" sz="1600" dirty="0"/>
                <a:t>с</a:t>
              </a:r>
              <a:endParaRPr lang="en-GB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569307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7620" y="7620"/>
            <a:ext cx="9874934" cy="683895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AE43D269-7833-413C-B0C8-870082EE116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8329" y="3054128"/>
            <a:ext cx="635874" cy="720282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B2E028F1-5B11-4957-BA41-5B25DCC419A4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832" y="5549926"/>
            <a:ext cx="633595" cy="71202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DE2FA49-BD0D-4679-905A-BECE163BCFCE}"/>
              </a:ext>
            </a:extLst>
          </p:cNvPr>
          <p:cNvSpPr txBox="1"/>
          <p:nvPr/>
        </p:nvSpPr>
        <p:spPr>
          <a:xfrm>
            <a:off x="288831" y="2750233"/>
            <a:ext cx="143180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GB" sz="2000" dirty="0"/>
              <a:t>4,48</a:t>
            </a:r>
            <a:r>
              <a:rPr lang="ky-KG" sz="2000" dirty="0"/>
              <a:t>с</a:t>
            </a:r>
            <a:r>
              <a:rPr lang="en-GB" sz="2000" dirty="0"/>
              <a:t>, 5,52</a:t>
            </a:r>
            <a:r>
              <a:rPr lang="ky-KG" sz="2000" dirty="0"/>
              <a:t>с</a:t>
            </a:r>
            <a:endParaRPr lang="en-GB" sz="20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483364E-7517-48A0-A588-7DCF7DBF3E28}"/>
              </a:ext>
            </a:extLst>
          </p:cNvPr>
          <p:cNvSpPr txBox="1"/>
          <p:nvPr/>
        </p:nvSpPr>
        <p:spPr>
          <a:xfrm>
            <a:off x="3458226" y="2172764"/>
            <a:ext cx="143180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GB" sz="2000" dirty="0"/>
              <a:t>2,10</a:t>
            </a:r>
            <a:r>
              <a:rPr lang="ky-KG" sz="2000" dirty="0"/>
              <a:t>с</a:t>
            </a:r>
            <a:r>
              <a:rPr lang="en-GB" sz="2000" dirty="0"/>
              <a:t>, 7,90</a:t>
            </a:r>
            <a:r>
              <a:rPr lang="ky-KG" sz="2000" dirty="0"/>
              <a:t>с</a:t>
            </a:r>
            <a:endParaRPr lang="en-GB" sz="20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85DCBD8-FFBB-418D-9212-4D3B97116322}"/>
              </a:ext>
            </a:extLst>
          </p:cNvPr>
          <p:cNvSpPr txBox="1"/>
          <p:nvPr/>
        </p:nvSpPr>
        <p:spPr>
          <a:xfrm>
            <a:off x="3217790" y="3328773"/>
            <a:ext cx="121757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GB" sz="2000" dirty="0"/>
              <a:t>78</a:t>
            </a:r>
            <a:r>
              <a:rPr lang="ky-KG" sz="2000" dirty="0"/>
              <a:t>т</a:t>
            </a:r>
            <a:r>
              <a:rPr lang="en-GB" sz="2000" dirty="0"/>
              <a:t>, 9,22</a:t>
            </a:r>
            <a:r>
              <a:rPr lang="ky-KG" sz="2000" dirty="0"/>
              <a:t>с</a:t>
            </a:r>
            <a:endParaRPr lang="en-GB" sz="20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9A6D8BC-4F65-4163-A062-F614C6251DB9}"/>
              </a:ext>
            </a:extLst>
          </p:cNvPr>
          <p:cNvSpPr txBox="1"/>
          <p:nvPr/>
        </p:nvSpPr>
        <p:spPr>
          <a:xfrm>
            <a:off x="98299" y="3951318"/>
            <a:ext cx="143180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GB" sz="2000" dirty="0"/>
              <a:t>4,80</a:t>
            </a:r>
            <a:r>
              <a:rPr lang="ky-KG" sz="2000" dirty="0"/>
              <a:t>с</a:t>
            </a:r>
            <a:r>
              <a:rPr lang="en-GB" sz="2000" dirty="0"/>
              <a:t>, 5,20</a:t>
            </a:r>
            <a:r>
              <a:rPr lang="ky-KG" sz="2000" dirty="0"/>
              <a:t>с</a:t>
            </a:r>
            <a:endParaRPr lang="en-GB" sz="20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B271673-7931-4238-BC54-25B4ED27968F}"/>
              </a:ext>
            </a:extLst>
          </p:cNvPr>
          <p:cNvSpPr txBox="1"/>
          <p:nvPr/>
        </p:nvSpPr>
        <p:spPr>
          <a:xfrm>
            <a:off x="3565236" y="4464397"/>
            <a:ext cx="143180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GB" sz="2000" dirty="0"/>
              <a:t>1,82</a:t>
            </a:r>
            <a:r>
              <a:rPr lang="ky-KG" sz="2000" dirty="0"/>
              <a:t>с</a:t>
            </a:r>
            <a:r>
              <a:rPr lang="en-GB" sz="2000" dirty="0"/>
              <a:t>, 8,18</a:t>
            </a:r>
            <a:r>
              <a:rPr lang="ky-KG" sz="2000" dirty="0"/>
              <a:t>с</a:t>
            </a:r>
            <a:endParaRPr lang="en-GB" sz="20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8AB0FBC-456C-4D9E-BE31-387CAC01BE97}"/>
              </a:ext>
            </a:extLst>
          </p:cNvPr>
          <p:cNvSpPr txBox="1"/>
          <p:nvPr/>
        </p:nvSpPr>
        <p:spPr>
          <a:xfrm>
            <a:off x="549315" y="5069378"/>
            <a:ext cx="143180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GB" sz="2000" dirty="0"/>
              <a:t>3,49</a:t>
            </a:r>
            <a:r>
              <a:rPr lang="ky-KG" sz="2000" dirty="0"/>
              <a:t>с</a:t>
            </a:r>
            <a:r>
              <a:rPr lang="en-GB" sz="2000" dirty="0"/>
              <a:t>, 6,51</a:t>
            </a:r>
            <a:r>
              <a:rPr lang="ky-KG" sz="2000" dirty="0"/>
              <a:t>с</a:t>
            </a:r>
            <a:endParaRPr lang="en-GB" sz="20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5068DF2-A1D1-4415-B9BD-689E4F9F63FB}"/>
              </a:ext>
            </a:extLst>
          </p:cNvPr>
          <p:cNvSpPr txBox="1"/>
          <p:nvPr/>
        </p:nvSpPr>
        <p:spPr>
          <a:xfrm>
            <a:off x="3715151" y="5688658"/>
            <a:ext cx="143180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GB" sz="2000" dirty="0"/>
              <a:t>3,26</a:t>
            </a:r>
            <a:r>
              <a:rPr lang="ky-KG" sz="2000" dirty="0"/>
              <a:t>с</a:t>
            </a:r>
            <a:r>
              <a:rPr lang="en-GB" sz="2000" dirty="0"/>
              <a:t>, 6,74</a:t>
            </a:r>
            <a:r>
              <a:rPr lang="ky-KG" sz="2000" dirty="0"/>
              <a:t>с</a:t>
            </a:r>
            <a:endParaRPr lang="en-GB" sz="20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952C215-F39D-4399-B7A3-245E1E8BB3AF}"/>
              </a:ext>
            </a:extLst>
          </p:cNvPr>
          <p:cNvSpPr txBox="1"/>
          <p:nvPr/>
        </p:nvSpPr>
        <p:spPr>
          <a:xfrm>
            <a:off x="421409" y="6260868"/>
            <a:ext cx="1409360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GB" sz="2000" dirty="0"/>
              <a:t>£856, £1,44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9324BB5-6A17-427D-9430-02104DC0614E}"/>
              </a:ext>
            </a:extLst>
          </p:cNvPr>
          <p:cNvSpPr txBox="1"/>
          <p:nvPr/>
        </p:nvSpPr>
        <p:spPr>
          <a:xfrm>
            <a:off x="4842517" y="6279342"/>
            <a:ext cx="143180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GB" sz="2000" dirty="0"/>
              <a:t>8,83</a:t>
            </a:r>
            <a:r>
              <a:rPr lang="ky-KG" sz="2000" dirty="0"/>
              <a:t>с</a:t>
            </a:r>
            <a:r>
              <a:rPr lang="en-GB" sz="2000" dirty="0"/>
              <a:t>, 1,17</a:t>
            </a:r>
            <a:r>
              <a:rPr lang="ky-KG" sz="2000" dirty="0"/>
              <a:t>с</a:t>
            </a:r>
            <a:endParaRPr lang="en-GB" sz="20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8634CE9-965D-4C3F-9069-B756B6CA4A03}"/>
              </a:ext>
            </a:extLst>
          </p:cNvPr>
          <p:cNvSpPr txBox="1"/>
          <p:nvPr/>
        </p:nvSpPr>
        <p:spPr>
          <a:xfrm>
            <a:off x="8380134" y="5628176"/>
            <a:ext cx="143180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GB" sz="2000" dirty="0"/>
              <a:t>6,24</a:t>
            </a:r>
            <a:r>
              <a:rPr lang="ky-KG" sz="2000" dirty="0"/>
              <a:t>с</a:t>
            </a:r>
            <a:r>
              <a:rPr lang="en-GB" sz="2000" dirty="0"/>
              <a:t>, 3,76</a:t>
            </a:r>
            <a:r>
              <a:rPr lang="ky-KG" sz="2000" dirty="0"/>
              <a:t>с</a:t>
            </a:r>
            <a:endParaRPr lang="en-GB" sz="20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9187C93-BB7B-4624-9B22-310C4859C1E3}"/>
              </a:ext>
            </a:extLst>
          </p:cNvPr>
          <p:cNvSpPr txBox="1"/>
          <p:nvPr/>
        </p:nvSpPr>
        <p:spPr>
          <a:xfrm>
            <a:off x="5288810" y="5032431"/>
            <a:ext cx="143180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GB" sz="2000" dirty="0"/>
              <a:t>6,07</a:t>
            </a:r>
            <a:r>
              <a:rPr lang="ky-KG" sz="2000" dirty="0"/>
              <a:t>с</a:t>
            </a:r>
            <a:r>
              <a:rPr lang="en-GB" sz="2000" dirty="0"/>
              <a:t>, 3,93</a:t>
            </a:r>
            <a:r>
              <a:rPr lang="ky-KG" sz="2000" dirty="0"/>
              <a:t>с</a:t>
            </a:r>
            <a:endParaRPr lang="en-GB" sz="200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0FC8813-B55E-485B-8A1E-C71A92100880}"/>
              </a:ext>
            </a:extLst>
          </p:cNvPr>
          <p:cNvSpPr txBox="1"/>
          <p:nvPr/>
        </p:nvSpPr>
        <p:spPr>
          <a:xfrm>
            <a:off x="8355819" y="4472858"/>
            <a:ext cx="143180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GB" sz="2000" dirty="0"/>
              <a:t>5,84</a:t>
            </a:r>
            <a:r>
              <a:rPr lang="ky-KG" sz="2000" dirty="0"/>
              <a:t>с</a:t>
            </a:r>
            <a:r>
              <a:rPr lang="en-GB" sz="2000" dirty="0"/>
              <a:t>, 4,16</a:t>
            </a:r>
            <a:r>
              <a:rPr lang="ky-KG" sz="2000" dirty="0"/>
              <a:t>с</a:t>
            </a:r>
            <a:endParaRPr lang="en-GB" sz="20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2318511-1E98-42C2-AD9E-BD55D026CD9C}"/>
              </a:ext>
            </a:extLst>
          </p:cNvPr>
          <p:cNvSpPr txBox="1"/>
          <p:nvPr/>
        </p:nvSpPr>
        <p:spPr>
          <a:xfrm>
            <a:off x="5086671" y="3862653"/>
            <a:ext cx="143180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GB" sz="2000" dirty="0"/>
              <a:t>6,87</a:t>
            </a:r>
            <a:r>
              <a:rPr lang="ky-KG" sz="2000" dirty="0"/>
              <a:t>с</a:t>
            </a:r>
            <a:r>
              <a:rPr lang="en-GB" sz="2000" dirty="0"/>
              <a:t>, 3,13</a:t>
            </a:r>
            <a:r>
              <a:rPr lang="ky-KG" sz="2000" dirty="0"/>
              <a:t>с</a:t>
            </a:r>
            <a:endParaRPr lang="en-GB" sz="2000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0A23750-7D17-4595-9DA4-211B739CC569}"/>
              </a:ext>
            </a:extLst>
          </p:cNvPr>
          <p:cNvSpPr txBox="1"/>
          <p:nvPr/>
        </p:nvSpPr>
        <p:spPr>
          <a:xfrm>
            <a:off x="8307173" y="3220482"/>
            <a:ext cx="143180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GB" sz="2000" dirty="0"/>
              <a:t>8,08</a:t>
            </a:r>
            <a:r>
              <a:rPr lang="ky-KG" sz="2000" dirty="0"/>
              <a:t>с</a:t>
            </a:r>
            <a:r>
              <a:rPr lang="en-GB" sz="2000" dirty="0"/>
              <a:t>, 1,92</a:t>
            </a:r>
            <a:r>
              <a:rPr lang="ky-KG" sz="2000" dirty="0"/>
              <a:t>с</a:t>
            </a:r>
            <a:endParaRPr lang="en-GB" sz="2000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815492DD-82DE-4EC8-AAAC-3AC799F6B7D3}"/>
              </a:ext>
            </a:extLst>
          </p:cNvPr>
          <p:cNvSpPr txBox="1"/>
          <p:nvPr/>
        </p:nvSpPr>
        <p:spPr>
          <a:xfrm>
            <a:off x="5574854" y="2667923"/>
            <a:ext cx="143180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GB" sz="2000" dirty="0"/>
              <a:t>7,20</a:t>
            </a:r>
            <a:r>
              <a:rPr lang="ky-KG" sz="2000" dirty="0"/>
              <a:t>с</a:t>
            </a:r>
            <a:r>
              <a:rPr lang="en-GB" sz="2000" dirty="0"/>
              <a:t>, 2,80</a:t>
            </a:r>
            <a:r>
              <a:rPr lang="ky-KG" sz="2000" dirty="0"/>
              <a:t>с</a:t>
            </a:r>
            <a:endParaRPr lang="en-GB" sz="2000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D83537F-6460-43E3-9EDA-BD16DED29DDE}"/>
              </a:ext>
            </a:extLst>
          </p:cNvPr>
          <p:cNvSpPr txBox="1"/>
          <p:nvPr/>
        </p:nvSpPr>
        <p:spPr>
          <a:xfrm>
            <a:off x="8034836" y="2135944"/>
            <a:ext cx="143180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GB" sz="2000" dirty="0"/>
              <a:t>3,45</a:t>
            </a:r>
            <a:r>
              <a:rPr lang="ky-KG" sz="2000" dirty="0"/>
              <a:t>с</a:t>
            </a:r>
            <a:r>
              <a:rPr lang="en-GB" sz="2000" dirty="0"/>
              <a:t>, 6,55</a:t>
            </a:r>
            <a:r>
              <a:rPr lang="ky-KG" sz="2000" dirty="0"/>
              <a:t>с</a:t>
            </a:r>
            <a:endParaRPr lang="en-GB" sz="2000" dirty="0"/>
          </a:p>
        </p:txBody>
      </p:sp>
      <p:pic>
        <p:nvPicPr>
          <p:cNvPr id="103" name="Picture 102">
            <a:extLst>
              <a:ext uri="{FF2B5EF4-FFF2-40B4-BE49-F238E27FC236}">
                <a16:creationId xmlns:a16="http://schemas.microsoft.com/office/drawing/2014/main" id="{D87FB58F-D03C-45E0-8DC3-9676B95A0474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0" y="24943"/>
            <a:ext cx="306450" cy="35986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14CAD55-77F9-CFD4-D09D-4E460D8C7D27}"/>
              </a:ext>
            </a:extLst>
          </p:cNvPr>
          <p:cNvSpPr/>
          <p:nvPr/>
        </p:nvSpPr>
        <p:spPr>
          <a:xfrm>
            <a:off x="7620" y="7620"/>
            <a:ext cx="9874934" cy="683895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7A57C2-2A60-5314-8F19-E552348D2294}"/>
              </a:ext>
            </a:extLst>
          </p:cNvPr>
          <p:cNvSpPr txBox="1"/>
          <p:nvPr/>
        </p:nvSpPr>
        <p:spPr>
          <a:xfrm>
            <a:off x="3041771" y="19804"/>
            <a:ext cx="38224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b="1" dirty="0"/>
              <a:t>Мөмө-жемиштерди жана жашылчаларды сатып алуу.</a:t>
            </a:r>
            <a:endParaRPr lang="en-GB" sz="12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679985-1742-5A5A-43FC-814CF5F89F7C}"/>
              </a:ext>
            </a:extLst>
          </p:cNvPr>
          <p:cNvSpPr txBox="1"/>
          <p:nvPr/>
        </p:nvSpPr>
        <p:spPr>
          <a:xfrm>
            <a:off x="2591210" y="294389"/>
            <a:ext cx="47236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Кардарлап жашылча-жемиштерди сатып алуу үчүн дүкөнгө барышат.</a:t>
            </a:r>
          </a:p>
          <a:p>
            <a:pPr algn="ctr"/>
            <a:r>
              <a:rPr lang="ky-KG" sz="1200" dirty="0"/>
              <a:t>Ар бир адам канча акча </a:t>
            </a:r>
            <a:r>
              <a:rPr lang="ky-KG" sz="1600" b="1" dirty="0">
                <a:solidFill>
                  <a:srgbClr val="FF0000"/>
                </a:solidFill>
              </a:rPr>
              <a:t>коротот?</a:t>
            </a:r>
            <a:endParaRPr lang="ky-KG" sz="1200" b="1" dirty="0">
              <a:solidFill>
                <a:srgbClr val="FF0000"/>
              </a:solidFill>
            </a:endParaRPr>
          </a:p>
          <a:p>
            <a:pPr algn="ctr"/>
            <a:r>
              <a:rPr lang="ky-KG" sz="1200" dirty="0"/>
              <a:t>Алар 10 сомдон канча кайтарым акча алышат?</a:t>
            </a:r>
            <a:endParaRPr lang="en-GB" sz="12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45FC688-A3F3-73B3-25A4-E291C4DE2438}"/>
              </a:ext>
            </a:extLst>
          </p:cNvPr>
          <p:cNvGrpSpPr/>
          <p:nvPr/>
        </p:nvGrpSpPr>
        <p:grpSpPr>
          <a:xfrm>
            <a:off x="386080" y="1011539"/>
            <a:ext cx="660400" cy="820493"/>
            <a:chOff x="487680" y="1094667"/>
            <a:chExt cx="660400" cy="820493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9FFBA254-A6E1-8FEF-3E20-03634D4A4A3E}"/>
                </a:ext>
              </a:extLst>
            </p:cNvPr>
            <p:cNvSpPr/>
            <p:nvPr/>
          </p:nvSpPr>
          <p:spPr>
            <a:xfrm>
              <a:off x="487680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45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DD7FE13-EE76-0CB2-AA7D-5515C04C06B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6505" y="1094667"/>
              <a:ext cx="401486" cy="443783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BB2EFA-8E58-7B94-2ACE-C782CE08036E}"/>
              </a:ext>
            </a:extLst>
          </p:cNvPr>
          <p:cNvGrpSpPr/>
          <p:nvPr/>
        </p:nvGrpSpPr>
        <p:grpSpPr>
          <a:xfrm>
            <a:off x="1451933" y="898444"/>
            <a:ext cx="660400" cy="933588"/>
            <a:chOff x="1336040" y="981572"/>
            <a:chExt cx="660400" cy="933588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007B4E1-05FF-E1F8-B293-732EFD8922C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16144">
              <a:off x="1531807" y="981572"/>
              <a:ext cx="333896" cy="667792"/>
            </a:xfrm>
            <a:prstGeom prst="rect">
              <a:avLst/>
            </a:prstGeom>
          </p:spPr>
        </p:pic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24EEE914-3F73-9349-7932-9C40A246DC3B}"/>
                </a:ext>
              </a:extLst>
            </p:cNvPr>
            <p:cNvSpPr/>
            <p:nvPr/>
          </p:nvSpPr>
          <p:spPr>
            <a:xfrm>
              <a:off x="1336040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42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33D5B1B-5AA7-5B63-07F8-484DA1119AB1}"/>
              </a:ext>
            </a:extLst>
          </p:cNvPr>
          <p:cNvGrpSpPr/>
          <p:nvPr/>
        </p:nvGrpSpPr>
        <p:grpSpPr>
          <a:xfrm>
            <a:off x="2517786" y="905163"/>
            <a:ext cx="683935" cy="926869"/>
            <a:chOff x="2636520" y="988291"/>
            <a:chExt cx="683935" cy="926869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2F5A300-1F94-490B-07E4-D488A9913C3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3162" y="988291"/>
              <a:ext cx="637293" cy="637293"/>
            </a:xfrm>
            <a:prstGeom prst="rect">
              <a:avLst/>
            </a:prstGeom>
          </p:spPr>
        </p:pic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9507584A-7ED5-0583-50AC-0E36ED31ABCF}"/>
                </a:ext>
              </a:extLst>
            </p:cNvPr>
            <p:cNvSpPr/>
            <p:nvPr/>
          </p:nvSpPr>
          <p:spPr>
            <a:xfrm>
              <a:off x="2636520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1,07</a:t>
              </a:r>
              <a:r>
                <a:rPr lang="ky-KG" sz="1300" dirty="0">
                  <a:solidFill>
                    <a:schemeClr val="tx1"/>
                  </a:solidFill>
                </a:rPr>
                <a:t>с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87A4088-352D-E0B3-69EA-EDB6B77553B1}"/>
              </a:ext>
            </a:extLst>
          </p:cNvPr>
          <p:cNvGrpSpPr/>
          <p:nvPr/>
        </p:nvGrpSpPr>
        <p:grpSpPr>
          <a:xfrm>
            <a:off x="3607174" y="1147718"/>
            <a:ext cx="678156" cy="684314"/>
            <a:chOff x="3662473" y="1230846"/>
            <a:chExt cx="678156" cy="684314"/>
          </a:xfrm>
        </p:grpSpPr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5F1CFBD4-9EF8-D451-A4E9-CBF579DD7D6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042492">
              <a:off x="3662473" y="1230846"/>
              <a:ext cx="671229" cy="341907"/>
            </a:xfrm>
            <a:prstGeom prst="rect">
              <a:avLst/>
            </a:prstGeom>
          </p:spPr>
        </p:pic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B56601ED-F402-3A1D-5964-76DF72DE71DD}"/>
                </a:ext>
              </a:extLst>
            </p:cNvPr>
            <p:cNvSpPr/>
            <p:nvPr/>
          </p:nvSpPr>
          <p:spPr>
            <a:xfrm>
              <a:off x="3680229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33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6F17037-C809-0C04-89DE-455DD4F8A498}"/>
              </a:ext>
            </a:extLst>
          </p:cNvPr>
          <p:cNvGrpSpPr/>
          <p:nvPr/>
        </p:nvGrpSpPr>
        <p:grpSpPr>
          <a:xfrm>
            <a:off x="8954193" y="1003884"/>
            <a:ext cx="660400" cy="828148"/>
            <a:chOff x="8723283" y="1087012"/>
            <a:chExt cx="660400" cy="828148"/>
          </a:xfrm>
        </p:grpSpPr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C2237B51-34E2-A34B-9417-E53F5965DA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21133" y="1087012"/>
              <a:ext cx="444377" cy="490642"/>
            </a:xfrm>
            <a:prstGeom prst="rect">
              <a:avLst/>
            </a:prstGeom>
          </p:spPr>
        </p:pic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E85EA844-7A06-5AB7-5932-E5879C8C903A}"/>
                </a:ext>
              </a:extLst>
            </p:cNvPr>
            <p:cNvSpPr/>
            <p:nvPr/>
          </p:nvSpPr>
          <p:spPr>
            <a:xfrm>
              <a:off x="8723283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35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B4D6E62-E8CC-E7E5-CE7D-44F5C1B1B392}"/>
              </a:ext>
            </a:extLst>
          </p:cNvPr>
          <p:cNvGrpSpPr/>
          <p:nvPr/>
        </p:nvGrpSpPr>
        <p:grpSpPr>
          <a:xfrm>
            <a:off x="4690783" y="974548"/>
            <a:ext cx="660400" cy="857484"/>
            <a:chOff x="4677756" y="1057676"/>
            <a:chExt cx="660400" cy="857484"/>
          </a:xfrm>
        </p:grpSpPr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23E189BC-53C5-C334-C9EE-31538654A3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745274" y="1057676"/>
              <a:ext cx="500057" cy="492183"/>
            </a:xfrm>
            <a:prstGeom prst="rect">
              <a:avLst/>
            </a:prstGeom>
          </p:spPr>
        </p:pic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1FECCFA8-0D2E-6CFC-EC40-8F4CAA700528}"/>
                </a:ext>
              </a:extLst>
            </p:cNvPr>
            <p:cNvSpPr/>
            <p:nvPr/>
          </p:nvSpPr>
          <p:spPr>
            <a:xfrm>
              <a:off x="4677756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64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E4635C94-FA23-75D2-64B6-159A72F542E1}"/>
              </a:ext>
            </a:extLst>
          </p:cNvPr>
          <p:cNvGrpSpPr/>
          <p:nvPr/>
        </p:nvGrpSpPr>
        <p:grpSpPr>
          <a:xfrm>
            <a:off x="6822489" y="998540"/>
            <a:ext cx="660400" cy="833492"/>
            <a:chOff x="6792882" y="1081668"/>
            <a:chExt cx="660400" cy="833492"/>
          </a:xfrm>
        </p:grpSpPr>
        <p:pic>
          <p:nvPicPr>
            <p:cNvPr id="106" name="Picture 105">
              <a:extLst>
                <a:ext uri="{FF2B5EF4-FFF2-40B4-BE49-F238E27FC236}">
                  <a16:creationId xmlns:a16="http://schemas.microsoft.com/office/drawing/2014/main" id="{B201BB14-8E08-CE40-307E-2C4DE27009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4144" y="1081668"/>
              <a:ext cx="533965" cy="533965"/>
            </a:xfrm>
            <a:prstGeom prst="rect">
              <a:avLst/>
            </a:prstGeom>
          </p:spPr>
        </p:pic>
        <p:sp>
          <p:nvSpPr>
            <p:cNvPr id="107" name="Rectangle: Rounded Corners 106">
              <a:extLst>
                <a:ext uri="{FF2B5EF4-FFF2-40B4-BE49-F238E27FC236}">
                  <a16:creationId xmlns:a16="http://schemas.microsoft.com/office/drawing/2014/main" id="{6CDAC7FA-113C-1359-F5B8-69102DD5F6B4}"/>
                </a:ext>
              </a:extLst>
            </p:cNvPr>
            <p:cNvSpPr/>
            <p:nvPr/>
          </p:nvSpPr>
          <p:spPr>
            <a:xfrm>
              <a:off x="6792882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34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DA27B63B-F1FD-0B5D-9E24-634394F2F81D}"/>
              </a:ext>
            </a:extLst>
          </p:cNvPr>
          <p:cNvGrpSpPr/>
          <p:nvPr/>
        </p:nvGrpSpPr>
        <p:grpSpPr>
          <a:xfrm>
            <a:off x="5756636" y="887305"/>
            <a:ext cx="660400" cy="944727"/>
            <a:chOff x="5804591" y="970433"/>
            <a:chExt cx="660400" cy="944727"/>
          </a:xfrm>
        </p:grpSpPr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77E26164-F4C7-D845-B587-44F9CFDE9AF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3847" y="970433"/>
              <a:ext cx="586215" cy="601487"/>
            </a:xfrm>
            <a:prstGeom prst="rect">
              <a:avLst/>
            </a:prstGeom>
          </p:spPr>
        </p:pic>
        <p:sp>
          <p:nvSpPr>
            <p:cNvPr id="110" name="Rectangle: Rounded Corners 109">
              <a:extLst>
                <a:ext uri="{FF2B5EF4-FFF2-40B4-BE49-F238E27FC236}">
                  <a16:creationId xmlns:a16="http://schemas.microsoft.com/office/drawing/2014/main" id="{D7C99BB0-0643-7EDC-4344-E7C86803A7AA}"/>
                </a:ext>
              </a:extLst>
            </p:cNvPr>
            <p:cNvSpPr/>
            <p:nvPr/>
          </p:nvSpPr>
          <p:spPr>
            <a:xfrm>
              <a:off x="5804591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76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7195687B-B5DF-78AE-1C71-C3468D8E85CC}"/>
              </a:ext>
            </a:extLst>
          </p:cNvPr>
          <p:cNvGrpSpPr/>
          <p:nvPr/>
        </p:nvGrpSpPr>
        <p:grpSpPr>
          <a:xfrm>
            <a:off x="7888342" y="1005505"/>
            <a:ext cx="660400" cy="826527"/>
            <a:chOff x="7818118" y="1088633"/>
            <a:chExt cx="660400" cy="826527"/>
          </a:xfrm>
        </p:grpSpPr>
        <p:pic>
          <p:nvPicPr>
            <p:cNvPr id="112" name="Picture 111">
              <a:extLst>
                <a:ext uri="{FF2B5EF4-FFF2-40B4-BE49-F238E27FC236}">
                  <a16:creationId xmlns:a16="http://schemas.microsoft.com/office/drawing/2014/main" id="{51CA599A-9E88-E177-532D-41EDEAAF06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 cstate="hq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579" r="33420"/>
            <a:stretch/>
          </p:blipFill>
          <p:spPr>
            <a:xfrm>
              <a:off x="7943146" y="1088633"/>
              <a:ext cx="409298" cy="472185"/>
            </a:xfrm>
            <a:prstGeom prst="rect">
              <a:avLst/>
            </a:prstGeom>
          </p:spPr>
        </p:pic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A62CEBC5-20DB-9087-54F0-2EB34DACEE9D}"/>
                </a:ext>
              </a:extLst>
            </p:cNvPr>
            <p:cNvSpPr/>
            <p:nvPr/>
          </p:nvSpPr>
          <p:spPr>
            <a:xfrm>
              <a:off x="7818118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24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114" name="Picture 113">
            <a:extLst>
              <a:ext uri="{FF2B5EF4-FFF2-40B4-BE49-F238E27FC236}">
                <a16:creationId xmlns:a16="http://schemas.microsoft.com/office/drawing/2014/main" id="{4262B979-AE7A-B0E9-0FE4-A02E174FDDA1}"/>
              </a:ext>
            </a:extLst>
          </p:cNvPr>
          <p:cNvPicPr>
            <a:picLocks noChangeAspect="1"/>
          </p:cNvPicPr>
          <p:nvPr/>
        </p:nvPicPr>
        <p:blipFill>
          <a:blip r:embed="rId15" cstate="hqprint">
            <a:grayscl/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7000" y="2445375"/>
            <a:ext cx="585568" cy="669818"/>
          </a:xfrm>
          <a:prstGeom prst="rect">
            <a:avLst/>
          </a:prstGeom>
        </p:spPr>
      </p:pic>
      <p:pic>
        <p:nvPicPr>
          <p:cNvPr id="115" name="Picture 114">
            <a:extLst>
              <a:ext uri="{FF2B5EF4-FFF2-40B4-BE49-F238E27FC236}">
                <a16:creationId xmlns:a16="http://schemas.microsoft.com/office/drawing/2014/main" id="{A75DF300-6742-A005-B650-9308E886F6CD}"/>
              </a:ext>
            </a:extLst>
          </p:cNvPr>
          <p:cNvPicPr>
            <a:picLocks noChangeAspect="1"/>
          </p:cNvPicPr>
          <p:nvPr/>
        </p:nvPicPr>
        <p:blipFill>
          <a:blip r:embed="rId17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3627" y="2629270"/>
            <a:ext cx="620689" cy="631544"/>
          </a:xfrm>
          <a:prstGeom prst="rect">
            <a:avLst/>
          </a:prstGeom>
        </p:spPr>
      </p:pic>
      <p:pic>
        <p:nvPicPr>
          <p:cNvPr id="116" name="Picture 115">
            <a:extLst>
              <a:ext uri="{FF2B5EF4-FFF2-40B4-BE49-F238E27FC236}">
                <a16:creationId xmlns:a16="http://schemas.microsoft.com/office/drawing/2014/main" id="{871C6A5B-EEDF-0A3B-7EE2-989056E0F9A4}"/>
              </a:ext>
            </a:extLst>
          </p:cNvPr>
          <p:cNvPicPr>
            <a:picLocks noChangeAspect="1"/>
          </p:cNvPicPr>
          <p:nvPr/>
        </p:nvPicPr>
        <p:blipFill>
          <a:blip r:embed="rId18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35" y="2089903"/>
            <a:ext cx="773606" cy="621303"/>
          </a:xfrm>
          <a:prstGeom prst="rect">
            <a:avLst/>
          </a:prstGeom>
        </p:spPr>
      </p:pic>
      <p:pic>
        <p:nvPicPr>
          <p:cNvPr id="117" name="Picture 116">
            <a:extLst>
              <a:ext uri="{FF2B5EF4-FFF2-40B4-BE49-F238E27FC236}">
                <a16:creationId xmlns:a16="http://schemas.microsoft.com/office/drawing/2014/main" id="{91F3919E-31C9-A98E-7535-D4CEFD7CB5C0}"/>
              </a:ext>
            </a:extLst>
          </p:cNvPr>
          <p:cNvPicPr>
            <a:picLocks noChangeAspect="1"/>
          </p:cNvPicPr>
          <p:nvPr/>
        </p:nvPicPr>
        <p:blipFill>
          <a:blip r:embed="rId19" cstate="hqprint">
            <a:grayscl/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264" y="3723555"/>
            <a:ext cx="870206" cy="726758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BEF3F290-9A61-146D-C250-BD9B9C18DC0A}"/>
              </a:ext>
            </a:extLst>
          </p:cNvPr>
          <p:cNvPicPr>
            <a:picLocks noChangeAspect="1"/>
          </p:cNvPicPr>
          <p:nvPr/>
        </p:nvPicPr>
        <p:blipFill>
          <a:blip r:embed="rId21" cstate="hqprint">
            <a:grayscl/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705" y="5520784"/>
            <a:ext cx="823726" cy="653189"/>
          </a:xfrm>
          <a:prstGeom prst="rect">
            <a:avLst/>
          </a:prstGeom>
        </p:spPr>
      </p:pic>
      <p:pic>
        <p:nvPicPr>
          <p:cNvPr id="119" name="Picture 118">
            <a:extLst>
              <a:ext uri="{FF2B5EF4-FFF2-40B4-BE49-F238E27FC236}">
                <a16:creationId xmlns:a16="http://schemas.microsoft.com/office/drawing/2014/main" id="{B895BC84-5721-6ABE-1F8F-5730268E020F}"/>
              </a:ext>
            </a:extLst>
          </p:cNvPr>
          <p:cNvPicPr>
            <a:picLocks noChangeAspect="1"/>
          </p:cNvPicPr>
          <p:nvPr/>
        </p:nvPicPr>
        <p:blipFill>
          <a:blip r:embed="rId23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3090" y="2040124"/>
            <a:ext cx="692844" cy="778613"/>
          </a:xfrm>
          <a:prstGeom prst="rect">
            <a:avLst/>
          </a:prstGeom>
        </p:spPr>
      </p:pic>
      <p:pic>
        <p:nvPicPr>
          <p:cNvPr id="120" name="Picture 119">
            <a:extLst>
              <a:ext uri="{FF2B5EF4-FFF2-40B4-BE49-F238E27FC236}">
                <a16:creationId xmlns:a16="http://schemas.microsoft.com/office/drawing/2014/main" id="{6217C31A-EE99-E904-7205-440C00F60B4A}"/>
              </a:ext>
            </a:extLst>
          </p:cNvPr>
          <p:cNvPicPr>
            <a:picLocks noChangeAspect="1"/>
          </p:cNvPicPr>
          <p:nvPr/>
        </p:nvPicPr>
        <p:blipFill>
          <a:blip r:embed="rId24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4895" y="4795424"/>
            <a:ext cx="732240" cy="701921"/>
          </a:xfrm>
          <a:prstGeom prst="rect">
            <a:avLst/>
          </a:prstGeom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id="{45F56FBE-1970-0558-B69E-6B435571422D}"/>
              </a:ext>
            </a:extLst>
          </p:cNvPr>
          <p:cNvPicPr>
            <a:picLocks noChangeAspect="1"/>
          </p:cNvPicPr>
          <p:nvPr/>
        </p:nvPicPr>
        <p:blipFill>
          <a:blip r:embed="rId2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47" y="3140939"/>
            <a:ext cx="618956" cy="708011"/>
          </a:xfrm>
          <a:prstGeom prst="rect">
            <a:avLst/>
          </a:prstGeom>
        </p:spPr>
      </p:pic>
      <p:pic>
        <p:nvPicPr>
          <p:cNvPr id="122" name="Picture 121">
            <a:extLst>
              <a:ext uri="{FF2B5EF4-FFF2-40B4-BE49-F238E27FC236}">
                <a16:creationId xmlns:a16="http://schemas.microsoft.com/office/drawing/2014/main" id="{BB7EE5CD-C778-646D-4237-F6ADBE72EABF}"/>
              </a:ext>
            </a:extLst>
          </p:cNvPr>
          <p:cNvPicPr>
            <a:picLocks noChangeAspect="1"/>
          </p:cNvPicPr>
          <p:nvPr/>
        </p:nvPicPr>
        <p:blipFill>
          <a:blip r:embed="rId26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255" y="4471474"/>
            <a:ext cx="588461" cy="604034"/>
          </a:xfrm>
          <a:prstGeom prst="rect">
            <a:avLst/>
          </a:prstGeom>
        </p:spPr>
      </p:pic>
      <p:pic>
        <p:nvPicPr>
          <p:cNvPr id="123" name="Picture 122">
            <a:extLst>
              <a:ext uri="{FF2B5EF4-FFF2-40B4-BE49-F238E27FC236}">
                <a16:creationId xmlns:a16="http://schemas.microsoft.com/office/drawing/2014/main" id="{D721003F-0832-37D4-9627-C21AAF13C9E3}"/>
              </a:ext>
            </a:extLst>
          </p:cNvPr>
          <p:cNvPicPr>
            <a:picLocks noChangeAspect="1"/>
          </p:cNvPicPr>
          <p:nvPr/>
        </p:nvPicPr>
        <p:blipFill>
          <a:blip r:embed="rId27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434" y="4305343"/>
            <a:ext cx="922330" cy="722012"/>
          </a:xfrm>
          <a:prstGeom prst="rect">
            <a:avLst/>
          </a:prstGeom>
        </p:spPr>
      </p:pic>
      <p:pic>
        <p:nvPicPr>
          <p:cNvPr id="124" name="Picture 123">
            <a:extLst>
              <a:ext uri="{FF2B5EF4-FFF2-40B4-BE49-F238E27FC236}">
                <a16:creationId xmlns:a16="http://schemas.microsoft.com/office/drawing/2014/main" id="{28C4885F-2283-D1C7-305E-8F1D5CF1158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8329" y="3054128"/>
            <a:ext cx="635874" cy="720282"/>
          </a:xfrm>
          <a:prstGeom prst="rect">
            <a:avLst/>
          </a:prstGeom>
        </p:spPr>
      </p:pic>
      <p:pic>
        <p:nvPicPr>
          <p:cNvPr id="125" name="Picture 124">
            <a:extLst>
              <a:ext uri="{FF2B5EF4-FFF2-40B4-BE49-F238E27FC236}">
                <a16:creationId xmlns:a16="http://schemas.microsoft.com/office/drawing/2014/main" id="{5F3211FC-87A1-FEF7-001B-A09A2C120A0A}"/>
              </a:ext>
            </a:extLst>
          </p:cNvPr>
          <p:cNvPicPr>
            <a:picLocks noChangeAspect="1"/>
          </p:cNvPicPr>
          <p:nvPr/>
        </p:nvPicPr>
        <p:blipFill>
          <a:blip r:embed="rId28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2043" y="6009620"/>
            <a:ext cx="669467" cy="717686"/>
          </a:xfrm>
          <a:prstGeom prst="rect">
            <a:avLst/>
          </a:prstGeom>
        </p:spPr>
      </p:pic>
      <p:pic>
        <p:nvPicPr>
          <p:cNvPr id="126" name="Picture 125">
            <a:extLst>
              <a:ext uri="{FF2B5EF4-FFF2-40B4-BE49-F238E27FC236}">
                <a16:creationId xmlns:a16="http://schemas.microsoft.com/office/drawing/2014/main" id="{4EF19503-7289-CEAD-4298-78111CE69B4D}"/>
              </a:ext>
            </a:extLst>
          </p:cNvPr>
          <p:cNvPicPr>
            <a:picLocks noChangeAspect="1"/>
          </p:cNvPicPr>
          <p:nvPr/>
        </p:nvPicPr>
        <p:blipFill>
          <a:blip r:embed="rId29">
            <a:grayscl/>
            <a:extLst>
              <a:ext uri="{BEBA8EAE-BF5A-486C-A8C5-ECC9F3942E4B}">
                <a14:imgProps xmlns:a14="http://schemas.microsoft.com/office/drawing/2010/main">
                  <a14:imgLayer r:embed="rId30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054" y="4911630"/>
            <a:ext cx="586993" cy="738065"/>
          </a:xfrm>
          <a:prstGeom prst="rect">
            <a:avLst/>
          </a:prstGeom>
        </p:spPr>
      </p:pic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EBCDB1B0-A53B-7DC0-0AE3-DC4AFC35BEDA}"/>
              </a:ext>
            </a:extLst>
          </p:cNvPr>
          <p:cNvSpPr/>
          <p:nvPr/>
        </p:nvSpPr>
        <p:spPr>
          <a:xfrm>
            <a:off x="1126812" y="2220055"/>
            <a:ext cx="2324054" cy="33010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Эли</a:t>
            </a:r>
            <a:r>
              <a:rPr lang="ky-KG" sz="1300" dirty="0">
                <a:solidFill>
                  <a:schemeClr val="tx1"/>
                </a:solidFill>
              </a:rPr>
              <a:t>за</a:t>
            </a:r>
            <a:r>
              <a:rPr lang="ru-RU" sz="1300" dirty="0">
                <a:solidFill>
                  <a:schemeClr val="tx1"/>
                </a:solidFill>
              </a:rPr>
              <a:t> 5 сабиз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pic>
        <p:nvPicPr>
          <p:cNvPr id="128" name="Picture 127">
            <a:extLst>
              <a:ext uri="{FF2B5EF4-FFF2-40B4-BE49-F238E27FC236}">
                <a16:creationId xmlns:a16="http://schemas.microsoft.com/office/drawing/2014/main" id="{305D5030-9A2F-BC19-B820-41F0C10C5882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832" y="5549926"/>
            <a:ext cx="633595" cy="712029"/>
          </a:xfrm>
          <a:prstGeom prst="rect">
            <a:avLst/>
          </a:prstGeom>
        </p:spPr>
      </p:pic>
      <p:pic>
        <p:nvPicPr>
          <p:cNvPr id="129" name="Picture 128">
            <a:extLst>
              <a:ext uri="{FF2B5EF4-FFF2-40B4-BE49-F238E27FC236}">
                <a16:creationId xmlns:a16="http://schemas.microsoft.com/office/drawing/2014/main" id="{F254A594-92F8-BFFB-4217-6093412D08C0}"/>
              </a:ext>
            </a:extLst>
          </p:cNvPr>
          <p:cNvPicPr>
            <a:picLocks noChangeAspect="1"/>
          </p:cNvPicPr>
          <p:nvPr/>
        </p:nvPicPr>
        <p:blipFill>
          <a:blip r:embed="rId3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0578" y="3661715"/>
            <a:ext cx="633603" cy="651021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77D9CEFC-6BBB-1681-18C8-18CAD12EF701}"/>
              </a:ext>
            </a:extLst>
          </p:cNvPr>
          <p:cNvPicPr>
            <a:picLocks noChangeAspect="1"/>
          </p:cNvPicPr>
          <p:nvPr/>
        </p:nvPicPr>
        <p:blipFill>
          <a:blip r:embed="rId3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2512" y="6068481"/>
            <a:ext cx="813225" cy="712843"/>
          </a:xfrm>
          <a:prstGeom prst="rect">
            <a:avLst/>
          </a:prstGeom>
        </p:spPr>
      </p:pic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53AB5F85-A4A0-D0F1-4C94-4A5AA54CC373}"/>
              </a:ext>
            </a:extLst>
          </p:cNvPr>
          <p:cNvSpPr/>
          <p:nvPr/>
        </p:nvSpPr>
        <p:spPr>
          <a:xfrm>
            <a:off x="1894746" y="2738119"/>
            <a:ext cx="1963284" cy="452759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Бекен 7 апельсин сатып алды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132" name="Rectangle: Rounded Corners 131">
            <a:extLst>
              <a:ext uri="{FF2B5EF4-FFF2-40B4-BE49-F238E27FC236}">
                <a16:creationId xmlns:a16="http://schemas.microsoft.com/office/drawing/2014/main" id="{3E24432E-2962-0D62-EAD3-1376B86A5058}"/>
              </a:ext>
            </a:extLst>
          </p:cNvPr>
          <p:cNvSpPr/>
          <p:nvPr/>
        </p:nvSpPr>
        <p:spPr>
          <a:xfrm>
            <a:off x="760021" y="3340919"/>
            <a:ext cx="2389768" cy="48881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Канат алма менен банан </a:t>
            </a:r>
          </a:p>
          <a:p>
            <a:pPr algn="ctr"/>
            <a:r>
              <a:rPr lang="ru-RU" sz="1300" dirty="0">
                <a:solidFill>
                  <a:schemeClr val="tx1"/>
                </a:solidFill>
              </a:rPr>
              <a:t>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68AD8070-EA7E-6014-1949-1DF2068DB5C8}"/>
              </a:ext>
            </a:extLst>
          </p:cNvPr>
          <p:cNvSpPr/>
          <p:nvPr/>
        </p:nvSpPr>
        <p:spPr>
          <a:xfrm>
            <a:off x="1636763" y="3948754"/>
            <a:ext cx="2428841" cy="428068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Деңиз 20 кулпунайды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FAF98C8B-F918-9EA6-84F1-A1BEF10722D7}"/>
              </a:ext>
            </a:extLst>
          </p:cNvPr>
          <p:cNvSpPr/>
          <p:nvPr/>
        </p:nvSpPr>
        <p:spPr>
          <a:xfrm>
            <a:off x="1865218" y="5080588"/>
            <a:ext cx="2200386" cy="41455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Улан 4 даана брокколи менен алма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135" name="Rectangle: Rounded Corners 134">
            <a:extLst>
              <a:ext uri="{FF2B5EF4-FFF2-40B4-BE49-F238E27FC236}">
                <a16:creationId xmlns:a16="http://schemas.microsoft.com/office/drawing/2014/main" id="{0011F024-6F69-B3EC-9A36-70E1ED1E27C7}"/>
              </a:ext>
            </a:extLst>
          </p:cNvPr>
          <p:cNvSpPr/>
          <p:nvPr/>
        </p:nvSpPr>
        <p:spPr>
          <a:xfrm>
            <a:off x="1881555" y="6294120"/>
            <a:ext cx="2200386" cy="41455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Ниа 8 капуста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id="{FBC86A77-9DD1-15D6-E5B2-C503E0500024}"/>
              </a:ext>
            </a:extLst>
          </p:cNvPr>
          <p:cNvSpPr/>
          <p:nvPr/>
        </p:nvSpPr>
        <p:spPr>
          <a:xfrm>
            <a:off x="1086172" y="5715000"/>
            <a:ext cx="2479064" cy="506472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Жаңыл 6 банан жана 2 апельсин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137" name="Rectangle: Rounded Corners 136">
            <a:extLst>
              <a:ext uri="{FF2B5EF4-FFF2-40B4-BE49-F238E27FC236}">
                <a16:creationId xmlns:a16="http://schemas.microsoft.com/office/drawing/2014/main" id="{8B60C161-1362-34A9-4B25-516A880A359A}"/>
              </a:ext>
            </a:extLst>
          </p:cNvPr>
          <p:cNvSpPr/>
          <p:nvPr/>
        </p:nvSpPr>
        <p:spPr>
          <a:xfrm>
            <a:off x="1086172" y="4485640"/>
            <a:ext cx="2497538" cy="40707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Эдита 4 помидор жана бир сабиз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138" name="Rectangle: Rounded Corners 137">
            <a:extLst>
              <a:ext uri="{FF2B5EF4-FFF2-40B4-BE49-F238E27FC236}">
                <a16:creationId xmlns:a16="http://schemas.microsoft.com/office/drawing/2014/main" id="{5FDED9E2-7C8F-683B-65F3-B94412E7533C}"/>
              </a:ext>
            </a:extLst>
          </p:cNvPr>
          <p:cNvSpPr/>
          <p:nvPr/>
        </p:nvSpPr>
        <p:spPr>
          <a:xfrm>
            <a:off x="5926016" y="2124364"/>
            <a:ext cx="2048608" cy="42579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Айда 10 кулпунай жана 3 помидор сатып алды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44C6B530-F1C4-9FD4-DCFB-83886A8943BD}"/>
              </a:ext>
            </a:extLst>
          </p:cNvPr>
          <p:cNvSpPr/>
          <p:nvPr/>
        </p:nvSpPr>
        <p:spPr>
          <a:xfrm>
            <a:off x="7033846" y="2687320"/>
            <a:ext cx="1561514" cy="34036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Жеку 16 алма сатып алды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140" name="Rectangle: Rounded Corners 139">
            <a:extLst>
              <a:ext uri="{FF2B5EF4-FFF2-40B4-BE49-F238E27FC236}">
                <a16:creationId xmlns:a16="http://schemas.microsoft.com/office/drawing/2014/main" id="{B1B0441D-E061-F74E-4AEA-2EABB46C4B08}"/>
              </a:ext>
            </a:extLst>
          </p:cNvPr>
          <p:cNvSpPr/>
          <p:nvPr/>
        </p:nvSpPr>
        <p:spPr>
          <a:xfrm>
            <a:off x="6044252" y="3219335"/>
            <a:ext cx="2406101" cy="49368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Кайрат 4 даана брокколи жана 12 сабиз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4550406C-508A-080F-519D-7ABA80C7B8D5}"/>
              </a:ext>
            </a:extLst>
          </p:cNvPr>
          <p:cNvSpPr/>
          <p:nvPr/>
        </p:nvSpPr>
        <p:spPr>
          <a:xfrm>
            <a:off x="6494306" y="3861118"/>
            <a:ext cx="2312694" cy="43549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Лапуся 7 апельсин, 4 банан жана капуста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0D5CC643-DC52-70F6-B1C4-300B71601EB5}"/>
              </a:ext>
            </a:extLst>
          </p:cNvPr>
          <p:cNvSpPr/>
          <p:nvPr/>
        </p:nvSpPr>
        <p:spPr>
          <a:xfrm>
            <a:off x="6186492" y="4465320"/>
            <a:ext cx="2477217" cy="42071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Майрам 8 картошка жана 13 кулпунай сатып алды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143" name="Rectangle: Rounded Corners 142">
            <a:extLst>
              <a:ext uri="{FF2B5EF4-FFF2-40B4-BE49-F238E27FC236}">
                <a16:creationId xmlns:a16="http://schemas.microsoft.com/office/drawing/2014/main" id="{14086BA4-02D9-B20A-874D-849F840174A2}"/>
              </a:ext>
            </a:extLst>
          </p:cNvPr>
          <p:cNvSpPr/>
          <p:nvPr/>
        </p:nvSpPr>
        <p:spPr>
          <a:xfrm>
            <a:off x="6382107" y="6228542"/>
            <a:ext cx="2610700" cy="618028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Папан 5 банан, 4 сабиз, 14 кулпунай жана 2 капуста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171AF077-3829-E325-7686-1F9F46128340}"/>
              </a:ext>
            </a:extLst>
          </p:cNvPr>
          <p:cNvSpPr/>
          <p:nvPr/>
        </p:nvSpPr>
        <p:spPr>
          <a:xfrm>
            <a:off x="6074321" y="5558195"/>
            <a:ext cx="2153259" cy="554029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Оливия 3 даана брокколи, 6 картошка жана 3 апельсин сатып алды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241F8A95-4210-931F-BAD7-1264B62C9EA1}"/>
              </a:ext>
            </a:extLst>
          </p:cNvPr>
          <p:cNvSpPr/>
          <p:nvPr/>
        </p:nvSpPr>
        <p:spPr>
          <a:xfrm>
            <a:off x="6560151" y="5003799"/>
            <a:ext cx="2246849" cy="464127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Надия 5 помидор, 6 сабиз жана 4 алма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pic>
        <p:nvPicPr>
          <p:cNvPr id="146" name="Picture 145">
            <a:extLst>
              <a:ext uri="{FF2B5EF4-FFF2-40B4-BE49-F238E27FC236}">
                <a16:creationId xmlns:a16="http://schemas.microsoft.com/office/drawing/2014/main" id="{943BC8A8-37BC-D1B4-D7AB-D08A90079E0E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0" y="24943"/>
            <a:ext cx="306450" cy="359868"/>
          </a:xfrm>
          <a:prstGeom prst="rect">
            <a:avLst/>
          </a:prstGeom>
        </p:spPr>
      </p:pic>
      <p:grpSp>
        <p:nvGrpSpPr>
          <p:cNvPr id="147" name="Group 146">
            <a:extLst>
              <a:ext uri="{FF2B5EF4-FFF2-40B4-BE49-F238E27FC236}">
                <a16:creationId xmlns:a16="http://schemas.microsoft.com/office/drawing/2014/main" id="{9A02E0A9-C94F-1112-422E-552EB6374187}"/>
              </a:ext>
            </a:extLst>
          </p:cNvPr>
          <p:cNvGrpSpPr/>
          <p:nvPr/>
        </p:nvGrpSpPr>
        <p:grpSpPr>
          <a:xfrm>
            <a:off x="8355819" y="128368"/>
            <a:ext cx="751840" cy="517908"/>
            <a:chOff x="1148080" y="213360"/>
            <a:chExt cx="751840" cy="517908"/>
          </a:xfrm>
        </p:grpSpPr>
        <p:sp>
          <p:nvSpPr>
            <p:cNvPr id="148" name="Wave 147">
              <a:extLst>
                <a:ext uri="{FF2B5EF4-FFF2-40B4-BE49-F238E27FC236}">
                  <a16:creationId xmlns:a16="http://schemas.microsoft.com/office/drawing/2014/main" id="{942203CD-27A0-7F1F-A0FD-EEA6D5E92D6D}"/>
                </a:ext>
              </a:extLst>
            </p:cNvPr>
            <p:cNvSpPr/>
            <p:nvPr/>
          </p:nvSpPr>
          <p:spPr>
            <a:xfrm>
              <a:off x="1148080" y="213360"/>
              <a:ext cx="751840" cy="517908"/>
            </a:xfrm>
            <a:prstGeom prst="wave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3779F183-E729-559B-F947-84836DDB8BFB}"/>
                </a:ext>
              </a:extLst>
            </p:cNvPr>
            <p:cNvSpPr txBox="1"/>
            <p:nvPr/>
          </p:nvSpPr>
          <p:spPr>
            <a:xfrm rot="764136">
              <a:off x="1274032" y="299469"/>
              <a:ext cx="47961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600" dirty="0"/>
                <a:t>10</a:t>
              </a:r>
              <a:r>
                <a:rPr lang="ky-KG" sz="1600" dirty="0"/>
                <a:t>с</a:t>
              </a:r>
              <a:endParaRPr lang="en-GB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16386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7620" y="7620"/>
            <a:ext cx="9874934" cy="683895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3041771" y="19804"/>
            <a:ext cx="38224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b="1" dirty="0"/>
              <a:t>Мөмө-жемиштерди жана жашылчаларды сатып алуу.</a:t>
            </a:r>
            <a:endParaRPr lang="en-GB" sz="12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2591210" y="294389"/>
            <a:ext cx="47236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Кардарлап жашылча-жемиштерди сатып алуу үчүн дүкөнгө барышат.</a:t>
            </a:r>
          </a:p>
          <a:p>
            <a:pPr algn="ctr"/>
            <a:r>
              <a:rPr lang="ky-KG" sz="1200" dirty="0"/>
              <a:t>Ар бир адам канча акча </a:t>
            </a:r>
            <a:r>
              <a:rPr lang="ky-KG" sz="1600" b="1" dirty="0">
                <a:solidFill>
                  <a:srgbClr val="FF0000"/>
                </a:solidFill>
              </a:rPr>
              <a:t>коротот?</a:t>
            </a:r>
            <a:endParaRPr lang="ky-KG" sz="1200" b="1" dirty="0">
              <a:solidFill>
                <a:srgbClr val="FF0000"/>
              </a:solidFill>
            </a:endParaRPr>
          </a:p>
          <a:p>
            <a:pPr algn="ctr"/>
            <a:r>
              <a:rPr lang="ky-KG" sz="1200" dirty="0"/>
              <a:t>Алар 10 сомдон канча кайтарым акча алышат?</a:t>
            </a:r>
            <a:endParaRPr lang="en-GB" sz="1200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57F1974-1F43-4C3A-80D4-99FAAE5088CB}"/>
              </a:ext>
            </a:extLst>
          </p:cNvPr>
          <p:cNvGrpSpPr/>
          <p:nvPr/>
        </p:nvGrpSpPr>
        <p:grpSpPr>
          <a:xfrm>
            <a:off x="386080" y="1011539"/>
            <a:ext cx="660400" cy="820493"/>
            <a:chOff x="487680" y="1094667"/>
            <a:chExt cx="660400" cy="820493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93443E66-A095-4F39-9F14-B709F7598479}"/>
                </a:ext>
              </a:extLst>
            </p:cNvPr>
            <p:cNvSpPr/>
            <p:nvPr/>
          </p:nvSpPr>
          <p:spPr>
            <a:xfrm>
              <a:off x="487680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45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4CF4E0E-FEF2-4605-930A-719E7B577B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6505" y="1094667"/>
              <a:ext cx="401486" cy="443783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D9EBB2D-AC67-4693-B69A-3FF6C6EC0B95}"/>
              </a:ext>
            </a:extLst>
          </p:cNvPr>
          <p:cNvGrpSpPr/>
          <p:nvPr/>
        </p:nvGrpSpPr>
        <p:grpSpPr>
          <a:xfrm>
            <a:off x="1451933" y="898444"/>
            <a:ext cx="660400" cy="933588"/>
            <a:chOff x="1336040" y="981572"/>
            <a:chExt cx="660400" cy="933588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8E58E11D-FC3C-401A-A6BE-04779C933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16144">
              <a:off x="1531807" y="981572"/>
              <a:ext cx="333896" cy="667792"/>
            </a:xfrm>
            <a:prstGeom prst="rect">
              <a:avLst/>
            </a:prstGeom>
          </p:spPr>
        </p:pic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2E6FD9EE-0935-4FF7-829E-5D567C019C48}"/>
                </a:ext>
              </a:extLst>
            </p:cNvPr>
            <p:cNvSpPr/>
            <p:nvPr/>
          </p:nvSpPr>
          <p:spPr>
            <a:xfrm>
              <a:off x="1336040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42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7344624-08A6-41FC-A6CF-A9C04FC33C4F}"/>
              </a:ext>
            </a:extLst>
          </p:cNvPr>
          <p:cNvGrpSpPr/>
          <p:nvPr/>
        </p:nvGrpSpPr>
        <p:grpSpPr>
          <a:xfrm>
            <a:off x="2517786" y="905163"/>
            <a:ext cx="683935" cy="926869"/>
            <a:chOff x="2636520" y="988291"/>
            <a:chExt cx="683935" cy="926869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5F2F0AE0-AE77-4EEF-923C-1C4ED151343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3162" y="988291"/>
              <a:ext cx="637293" cy="637293"/>
            </a:xfrm>
            <a:prstGeom prst="rect">
              <a:avLst/>
            </a:prstGeom>
          </p:spPr>
        </p:pic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0AF8E2CA-4940-410F-9211-676726F97F7A}"/>
                </a:ext>
              </a:extLst>
            </p:cNvPr>
            <p:cNvSpPr/>
            <p:nvPr/>
          </p:nvSpPr>
          <p:spPr>
            <a:xfrm>
              <a:off x="2636520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1,07</a:t>
              </a:r>
              <a:r>
                <a:rPr lang="ky-KG" sz="1300" dirty="0">
                  <a:solidFill>
                    <a:schemeClr val="tx1"/>
                  </a:solidFill>
                </a:rPr>
                <a:t>с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DA1F432-E042-4991-96B6-56A724288C24}"/>
              </a:ext>
            </a:extLst>
          </p:cNvPr>
          <p:cNvGrpSpPr/>
          <p:nvPr/>
        </p:nvGrpSpPr>
        <p:grpSpPr>
          <a:xfrm>
            <a:off x="3607174" y="1147718"/>
            <a:ext cx="678156" cy="684314"/>
            <a:chOff x="3662473" y="1230846"/>
            <a:chExt cx="678156" cy="68431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E08AC952-C515-484E-B99F-FF7E32A375A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042492">
              <a:off x="3662473" y="1230846"/>
              <a:ext cx="671229" cy="341907"/>
            </a:xfrm>
            <a:prstGeom prst="rect">
              <a:avLst/>
            </a:prstGeom>
          </p:spPr>
        </p:pic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1524F432-EEB6-4DE4-A691-73BC55EF7435}"/>
                </a:ext>
              </a:extLst>
            </p:cNvPr>
            <p:cNvSpPr/>
            <p:nvPr/>
          </p:nvSpPr>
          <p:spPr>
            <a:xfrm>
              <a:off x="3680229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33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68C5C9C-A8E9-4F67-A465-784186F48973}"/>
              </a:ext>
            </a:extLst>
          </p:cNvPr>
          <p:cNvGrpSpPr/>
          <p:nvPr/>
        </p:nvGrpSpPr>
        <p:grpSpPr>
          <a:xfrm>
            <a:off x="8954193" y="1003884"/>
            <a:ext cx="660400" cy="828148"/>
            <a:chOff x="8723283" y="1087012"/>
            <a:chExt cx="660400" cy="828148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4654BDC8-CACE-4EEC-BF3B-615E496356A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21133" y="1087012"/>
              <a:ext cx="444377" cy="490642"/>
            </a:xfrm>
            <a:prstGeom prst="rect">
              <a:avLst/>
            </a:prstGeom>
          </p:spPr>
        </p:pic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AD5A0D1F-EA9C-4DDA-A464-8F8BD8CF6D4E}"/>
                </a:ext>
              </a:extLst>
            </p:cNvPr>
            <p:cNvSpPr/>
            <p:nvPr/>
          </p:nvSpPr>
          <p:spPr>
            <a:xfrm>
              <a:off x="8723283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35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D5AAB30-0967-4564-A90C-C4D93B13CA00}"/>
              </a:ext>
            </a:extLst>
          </p:cNvPr>
          <p:cNvGrpSpPr/>
          <p:nvPr/>
        </p:nvGrpSpPr>
        <p:grpSpPr>
          <a:xfrm>
            <a:off x="4690783" y="974548"/>
            <a:ext cx="660400" cy="857484"/>
            <a:chOff x="4677756" y="1057676"/>
            <a:chExt cx="660400" cy="857484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B3FDB44A-C92C-41F3-AA2F-3EFC75ECF8D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745274" y="1057676"/>
              <a:ext cx="500057" cy="492183"/>
            </a:xfrm>
            <a:prstGeom prst="rect">
              <a:avLst/>
            </a:prstGeom>
          </p:spPr>
        </p:pic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B4939F6D-FCBF-427F-84D7-F12CBA7B8645}"/>
                </a:ext>
              </a:extLst>
            </p:cNvPr>
            <p:cNvSpPr/>
            <p:nvPr/>
          </p:nvSpPr>
          <p:spPr>
            <a:xfrm>
              <a:off x="4677756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64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3297BE8-661B-472D-86C4-EEC71405F4B2}"/>
              </a:ext>
            </a:extLst>
          </p:cNvPr>
          <p:cNvGrpSpPr/>
          <p:nvPr/>
        </p:nvGrpSpPr>
        <p:grpSpPr>
          <a:xfrm>
            <a:off x="6822489" y="998540"/>
            <a:ext cx="660400" cy="833492"/>
            <a:chOff x="6792882" y="1081668"/>
            <a:chExt cx="660400" cy="833492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FD16414C-D49E-44D3-BDDE-0AF9136DCB1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4144" y="1081668"/>
              <a:ext cx="533965" cy="533965"/>
            </a:xfrm>
            <a:prstGeom prst="rect">
              <a:avLst/>
            </a:prstGeom>
          </p:spPr>
        </p:pic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61CB3411-59E8-49AF-9F88-296DE9A1F17E}"/>
                </a:ext>
              </a:extLst>
            </p:cNvPr>
            <p:cNvSpPr/>
            <p:nvPr/>
          </p:nvSpPr>
          <p:spPr>
            <a:xfrm>
              <a:off x="6792882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34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8DF5E9D-8BA2-460D-9DFA-F66B0CCD4235}"/>
              </a:ext>
            </a:extLst>
          </p:cNvPr>
          <p:cNvGrpSpPr/>
          <p:nvPr/>
        </p:nvGrpSpPr>
        <p:grpSpPr>
          <a:xfrm>
            <a:off x="5756636" y="887305"/>
            <a:ext cx="660400" cy="944727"/>
            <a:chOff x="5804591" y="970433"/>
            <a:chExt cx="660400" cy="944727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A7EFE91B-1803-4651-85DC-668AD6338E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3847" y="970433"/>
              <a:ext cx="586215" cy="601487"/>
            </a:xfrm>
            <a:prstGeom prst="rect">
              <a:avLst/>
            </a:prstGeom>
          </p:spPr>
        </p:pic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4EBE336E-C277-4095-89F3-4CC005599D98}"/>
                </a:ext>
              </a:extLst>
            </p:cNvPr>
            <p:cNvSpPr/>
            <p:nvPr/>
          </p:nvSpPr>
          <p:spPr>
            <a:xfrm>
              <a:off x="5804591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76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F8764ED-987A-482B-BE11-A3646C563ED5}"/>
              </a:ext>
            </a:extLst>
          </p:cNvPr>
          <p:cNvGrpSpPr/>
          <p:nvPr/>
        </p:nvGrpSpPr>
        <p:grpSpPr>
          <a:xfrm>
            <a:off x="7888342" y="1005505"/>
            <a:ext cx="660400" cy="826527"/>
            <a:chOff x="7818118" y="1088633"/>
            <a:chExt cx="660400" cy="826527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98A35B10-E769-4296-BC99-264EA9DE99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 cstate="hq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579" r="33420"/>
            <a:stretch/>
          </p:blipFill>
          <p:spPr>
            <a:xfrm>
              <a:off x="7943146" y="1088633"/>
              <a:ext cx="409298" cy="472185"/>
            </a:xfrm>
            <a:prstGeom prst="rect">
              <a:avLst/>
            </a:prstGeom>
          </p:spPr>
        </p:pic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0D559477-81E6-4F4E-A49E-96FA82995E74}"/>
                </a:ext>
              </a:extLst>
            </p:cNvPr>
            <p:cNvSpPr/>
            <p:nvPr/>
          </p:nvSpPr>
          <p:spPr>
            <a:xfrm>
              <a:off x="7818118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24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51" name="Picture 50">
            <a:extLst>
              <a:ext uri="{FF2B5EF4-FFF2-40B4-BE49-F238E27FC236}">
                <a16:creationId xmlns:a16="http://schemas.microsoft.com/office/drawing/2014/main" id="{853B4D82-7476-4F6B-8252-31153DF0B115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grayscl/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7000" y="2445375"/>
            <a:ext cx="585568" cy="669818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010D4ECF-0E50-4E14-90CB-10B097604079}"/>
              </a:ext>
            </a:extLst>
          </p:cNvPr>
          <p:cNvPicPr>
            <a:picLocks noChangeAspect="1"/>
          </p:cNvPicPr>
          <p:nvPr/>
        </p:nvPicPr>
        <p:blipFill>
          <a:blip r:embed="rId14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3627" y="2629270"/>
            <a:ext cx="620689" cy="631544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C5497044-D966-4246-BC25-3ADBFC2E5CC5}"/>
              </a:ext>
            </a:extLst>
          </p:cNvPr>
          <p:cNvPicPr>
            <a:picLocks noChangeAspect="1"/>
          </p:cNvPicPr>
          <p:nvPr/>
        </p:nvPicPr>
        <p:blipFill>
          <a:blip r:embed="rId15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35" y="2089903"/>
            <a:ext cx="773606" cy="621303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E348FA0-6638-4B0B-AC15-75BFCEB3759C}"/>
              </a:ext>
            </a:extLst>
          </p:cNvPr>
          <p:cNvPicPr>
            <a:picLocks noChangeAspect="1"/>
          </p:cNvPicPr>
          <p:nvPr/>
        </p:nvPicPr>
        <p:blipFill>
          <a:blip r:embed="rId16" cstate="hqprint">
            <a:grayscl/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8085" y="3732559"/>
            <a:ext cx="870206" cy="726758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4E838F67-5CB8-4090-80AD-36989143632A}"/>
              </a:ext>
            </a:extLst>
          </p:cNvPr>
          <p:cNvPicPr>
            <a:picLocks noChangeAspect="1"/>
          </p:cNvPicPr>
          <p:nvPr/>
        </p:nvPicPr>
        <p:blipFill>
          <a:blip r:embed="rId18" cstate="hqprint">
            <a:grayscl/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705" y="5520784"/>
            <a:ext cx="823726" cy="653189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03F4DCC4-D4FB-4489-97DE-6F4DC12DE40A}"/>
              </a:ext>
            </a:extLst>
          </p:cNvPr>
          <p:cNvPicPr>
            <a:picLocks noChangeAspect="1"/>
          </p:cNvPicPr>
          <p:nvPr/>
        </p:nvPicPr>
        <p:blipFill>
          <a:blip r:embed="rId20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3090" y="2040124"/>
            <a:ext cx="692844" cy="778613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1F18DEE-DD2B-4329-88A5-2109C50DDF96}"/>
              </a:ext>
            </a:extLst>
          </p:cNvPr>
          <p:cNvPicPr>
            <a:picLocks noChangeAspect="1"/>
          </p:cNvPicPr>
          <p:nvPr/>
        </p:nvPicPr>
        <p:blipFill>
          <a:blip r:embed="rId21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4895" y="4795424"/>
            <a:ext cx="732240" cy="701921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CA4892C7-FC45-4ACE-AB52-CDCEFCD7D0D4}"/>
              </a:ext>
            </a:extLst>
          </p:cNvPr>
          <p:cNvPicPr>
            <a:picLocks noChangeAspect="1"/>
          </p:cNvPicPr>
          <p:nvPr/>
        </p:nvPicPr>
        <p:blipFill>
          <a:blip r:embed="rId2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636" y="3130961"/>
            <a:ext cx="618956" cy="708011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103831AB-3AC5-4347-AF73-FD304CA54CF8}"/>
              </a:ext>
            </a:extLst>
          </p:cNvPr>
          <p:cNvPicPr>
            <a:picLocks noChangeAspect="1"/>
          </p:cNvPicPr>
          <p:nvPr/>
        </p:nvPicPr>
        <p:blipFill>
          <a:blip r:embed="rId2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255" y="4471474"/>
            <a:ext cx="588461" cy="604034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16C50A27-CC5E-4B5E-B2DC-633A6024656F}"/>
              </a:ext>
            </a:extLst>
          </p:cNvPr>
          <p:cNvPicPr>
            <a:picLocks noChangeAspect="1"/>
          </p:cNvPicPr>
          <p:nvPr/>
        </p:nvPicPr>
        <p:blipFill>
          <a:blip r:embed="rId24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434" y="4305343"/>
            <a:ext cx="922330" cy="722012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AE43D269-7833-413C-B0C8-870082EE1163}"/>
              </a:ext>
            </a:extLst>
          </p:cNvPr>
          <p:cNvPicPr>
            <a:picLocks noChangeAspect="1"/>
          </p:cNvPicPr>
          <p:nvPr/>
        </p:nvPicPr>
        <p:blipFill>
          <a:blip r:embed="rId25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8329" y="3054128"/>
            <a:ext cx="635874" cy="720282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EA86F711-7018-4128-BD61-24200FCE7E81}"/>
              </a:ext>
            </a:extLst>
          </p:cNvPr>
          <p:cNvPicPr>
            <a:picLocks noChangeAspect="1"/>
          </p:cNvPicPr>
          <p:nvPr/>
        </p:nvPicPr>
        <p:blipFill>
          <a:blip r:embed="rId26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2043" y="6009620"/>
            <a:ext cx="669467" cy="717686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7DE084E3-0D8F-43F8-A3C2-B8F516ACD61B}"/>
              </a:ext>
            </a:extLst>
          </p:cNvPr>
          <p:cNvPicPr>
            <a:picLocks noChangeAspect="1"/>
          </p:cNvPicPr>
          <p:nvPr/>
        </p:nvPicPr>
        <p:blipFill>
          <a:blip r:embed="rId27">
            <a:grayscl/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054" y="4911630"/>
            <a:ext cx="586993" cy="738065"/>
          </a:xfrm>
          <a:prstGeom prst="rect">
            <a:avLst/>
          </a:prstGeom>
        </p:spPr>
      </p:pic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8FDC1A09-7405-441D-831F-2D97F7518940}"/>
              </a:ext>
            </a:extLst>
          </p:cNvPr>
          <p:cNvSpPr/>
          <p:nvPr/>
        </p:nvSpPr>
        <p:spPr>
          <a:xfrm>
            <a:off x="1126812" y="2220055"/>
            <a:ext cx="2324054" cy="33010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Эли</a:t>
            </a:r>
            <a:r>
              <a:rPr lang="ky-KG" sz="1300" dirty="0">
                <a:solidFill>
                  <a:schemeClr val="tx1"/>
                </a:solidFill>
              </a:rPr>
              <a:t>за</a:t>
            </a:r>
            <a:r>
              <a:rPr lang="ru-RU" sz="1300" dirty="0">
                <a:solidFill>
                  <a:schemeClr val="tx1"/>
                </a:solidFill>
              </a:rPr>
              <a:t> 5 сабиз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B2E028F1-5B11-4957-BA41-5B25DCC419A4}"/>
              </a:ext>
            </a:extLst>
          </p:cNvPr>
          <p:cNvPicPr>
            <a:picLocks noChangeAspect="1"/>
          </p:cNvPicPr>
          <p:nvPr/>
        </p:nvPicPr>
        <p:blipFill>
          <a:blip r:embed="rId29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832" y="5549926"/>
            <a:ext cx="633595" cy="712029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D77BCF4A-639C-4309-A006-84C034D1A576}"/>
              </a:ext>
            </a:extLst>
          </p:cNvPr>
          <p:cNvPicPr>
            <a:picLocks noChangeAspect="1"/>
          </p:cNvPicPr>
          <p:nvPr/>
        </p:nvPicPr>
        <p:blipFill>
          <a:blip r:embed="rId30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5517" y="3665714"/>
            <a:ext cx="633603" cy="651021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701440E3-86E3-4B6E-8522-27F920C4512D}"/>
              </a:ext>
            </a:extLst>
          </p:cNvPr>
          <p:cNvPicPr>
            <a:picLocks noChangeAspect="1"/>
          </p:cNvPicPr>
          <p:nvPr/>
        </p:nvPicPr>
        <p:blipFill>
          <a:blip r:embed="rId3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2512" y="6068481"/>
            <a:ext cx="813225" cy="712843"/>
          </a:xfrm>
          <a:prstGeom prst="rect">
            <a:avLst/>
          </a:prstGeom>
        </p:spPr>
      </p:pic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59D09C9F-06C5-42BD-B786-13F94AC1CDCC}"/>
              </a:ext>
            </a:extLst>
          </p:cNvPr>
          <p:cNvSpPr/>
          <p:nvPr/>
        </p:nvSpPr>
        <p:spPr>
          <a:xfrm>
            <a:off x="1451933" y="2738120"/>
            <a:ext cx="2406097" cy="34036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Бекен 7 апельсин сатып алды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D7F73D7B-8CCA-425C-944F-ED853B7B6143}"/>
              </a:ext>
            </a:extLst>
          </p:cNvPr>
          <p:cNvSpPr/>
          <p:nvPr/>
        </p:nvSpPr>
        <p:spPr>
          <a:xfrm>
            <a:off x="1126811" y="3357880"/>
            <a:ext cx="2955130" cy="3365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Канат алма менен банан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604E49E6-0C04-41EE-B59F-BB5EDE20348E}"/>
              </a:ext>
            </a:extLst>
          </p:cNvPr>
          <p:cNvSpPr/>
          <p:nvPr/>
        </p:nvSpPr>
        <p:spPr>
          <a:xfrm>
            <a:off x="1312644" y="4008120"/>
            <a:ext cx="2752960" cy="34036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Деңиз 20 кулпунайды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EDB8F37C-B915-4A8B-B712-A242AE551A8A}"/>
              </a:ext>
            </a:extLst>
          </p:cNvPr>
          <p:cNvSpPr/>
          <p:nvPr/>
        </p:nvSpPr>
        <p:spPr>
          <a:xfrm>
            <a:off x="1865218" y="5080588"/>
            <a:ext cx="2200386" cy="41455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Улан 4 даана брокколи менен алма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1A066555-940C-42DD-987B-753226E35DCE}"/>
              </a:ext>
            </a:extLst>
          </p:cNvPr>
          <p:cNvSpPr/>
          <p:nvPr/>
        </p:nvSpPr>
        <p:spPr>
          <a:xfrm>
            <a:off x="1881555" y="6294120"/>
            <a:ext cx="2200386" cy="41455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Ниа 8 капуста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018CAE10-07ED-4533-91F2-03569E4E95DA}"/>
              </a:ext>
            </a:extLst>
          </p:cNvPr>
          <p:cNvSpPr/>
          <p:nvPr/>
        </p:nvSpPr>
        <p:spPr>
          <a:xfrm>
            <a:off x="1086172" y="5714999"/>
            <a:ext cx="2747274" cy="458973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Жаңыл 6 банан жана 2 апельсин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1C845539-C2F1-49B4-8FB9-F2BA52B2B645}"/>
              </a:ext>
            </a:extLst>
          </p:cNvPr>
          <p:cNvSpPr/>
          <p:nvPr/>
        </p:nvSpPr>
        <p:spPr>
          <a:xfrm>
            <a:off x="1086172" y="4485640"/>
            <a:ext cx="2497538" cy="40707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Эдита 4 помидор жана бир сабиз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207AA3B8-F114-48E6-A88B-ECA7DDD24D20}"/>
              </a:ext>
            </a:extLst>
          </p:cNvPr>
          <p:cNvSpPr/>
          <p:nvPr/>
        </p:nvSpPr>
        <p:spPr>
          <a:xfrm>
            <a:off x="5926016" y="2124364"/>
            <a:ext cx="2048608" cy="42579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Айда 10 кулпунай жана 3 помидор сатып алды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76D11897-BA4A-4CE9-9342-6E7602ACE128}"/>
              </a:ext>
            </a:extLst>
          </p:cNvPr>
          <p:cNvSpPr/>
          <p:nvPr/>
        </p:nvSpPr>
        <p:spPr>
          <a:xfrm>
            <a:off x="7033846" y="2687320"/>
            <a:ext cx="1561514" cy="34036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Жеку 16 алма сатып алды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D1400DC4-F634-43FD-9599-B50BB7A04BAF}"/>
              </a:ext>
            </a:extLst>
          </p:cNvPr>
          <p:cNvSpPr/>
          <p:nvPr/>
        </p:nvSpPr>
        <p:spPr>
          <a:xfrm>
            <a:off x="6044252" y="3219335"/>
            <a:ext cx="2406101" cy="49368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Кайрат 4 даана брокколи жана 12 сабиз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F8BFE926-314F-4C13-BC70-42883EA9B91D}"/>
              </a:ext>
            </a:extLst>
          </p:cNvPr>
          <p:cNvSpPr/>
          <p:nvPr/>
        </p:nvSpPr>
        <p:spPr>
          <a:xfrm>
            <a:off x="6351016" y="3877887"/>
            <a:ext cx="2312694" cy="43549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Лапуся 7 апельсин, 4 банан жана капуста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55EFA701-0F29-47E2-9D1A-F749BB51479F}"/>
              </a:ext>
            </a:extLst>
          </p:cNvPr>
          <p:cNvSpPr/>
          <p:nvPr/>
        </p:nvSpPr>
        <p:spPr>
          <a:xfrm>
            <a:off x="6186492" y="4465320"/>
            <a:ext cx="2477217" cy="42071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Майрам 8 картошка жана 13 кулпунай сатып алды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0893294B-15EA-4D6F-AAD8-65571887D0D0}"/>
              </a:ext>
            </a:extLst>
          </p:cNvPr>
          <p:cNvSpPr/>
          <p:nvPr/>
        </p:nvSpPr>
        <p:spPr>
          <a:xfrm>
            <a:off x="6122899" y="6228542"/>
            <a:ext cx="2869908" cy="51400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Папан 5 банан, 4 сабиз, 14 кулпунай жана 2 капуста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4D54CE98-B9D1-448B-BB0E-8D58C25D6F15}"/>
              </a:ext>
            </a:extLst>
          </p:cNvPr>
          <p:cNvSpPr/>
          <p:nvPr/>
        </p:nvSpPr>
        <p:spPr>
          <a:xfrm>
            <a:off x="6150469" y="5633720"/>
            <a:ext cx="2957189" cy="416098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Оливия 3 даана брокколи, 6 картошка жана 3 апельсин сатып алды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D648A30A-FA27-4105-9116-D2CE5FAD0B25}"/>
              </a:ext>
            </a:extLst>
          </p:cNvPr>
          <p:cNvSpPr/>
          <p:nvPr/>
        </p:nvSpPr>
        <p:spPr>
          <a:xfrm>
            <a:off x="6560151" y="5003799"/>
            <a:ext cx="2246849" cy="464127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Надия 5 помидор, 6 сабиз жана 4 алма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pic>
        <p:nvPicPr>
          <p:cNvPr id="103" name="Picture 102">
            <a:extLst>
              <a:ext uri="{FF2B5EF4-FFF2-40B4-BE49-F238E27FC236}">
                <a16:creationId xmlns:a16="http://schemas.microsoft.com/office/drawing/2014/main" id="{D87FB58F-D03C-45E0-8DC3-9676B95A0474}"/>
              </a:ext>
            </a:extLst>
          </p:cNvPr>
          <p:cNvPicPr>
            <a:picLocks noChangeAspect="1"/>
          </p:cNvPicPr>
          <p:nvPr/>
        </p:nvPicPr>
        <p:blipFill>
          <a:blip r:embed="rId32" cstate="hq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0" y="24943"/>
            <a:ext cx="306450" cy="359868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4872529C-F755-45EF-B017-7767F7ED2467}"/>
              </a:ext>
            </a:extLst>
          </p:cNvPr>
          <p:cNvGrpSpPr/>
          <p:nvPr/>
        </p:nvGrpSpPr>
        <p:grpSpPr>
          <a:xfrm>
            <a:off x="8355819" y="128368"/>
            <a:ext cx="751840" cy="517908"/>
            <a:chOff x="1148080" y="213360"/>
            <a:chExt cx="751840" cy="517908"/>
          </a:xfrm>
        </p:grpSpPr>
        <p:sp>
          <p:nvSpPr>
            <p:cNvPr id="5" name="Wave 4">
              <a:extLst>
                <a:ext uri="{FF2B5EF4-FFF2-40B4-BE49-F238E27FC236}">
                  <a16:creationId xmlns:a16="http://schemas.microsoft.com/office/drawing/2014/main" id="{B95CA5DB-0BB5-424B-95FC-AF4B6E5DFB08}"/>
                </a:ext>
              </a:extLst>
            </p:cNvPr>
            <p:cNvSpPr/>
            <p:nvPr/>
          </p:nvSpPr>
          <p:spPr>
            <a:xfrm>
              <a:off x="1148080" y="213360"/>
              <a:ext cx="751840" cy="517908"/>
            </a:xfrm>
            <a:prstGeom prst="wave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8815CDC0-2E97-4C08-B256-20E9543A68C0}"/>
                </a:ext>
              </a:extLst>
            </p:cNvPr>
            <p:cNvSpPr txBox="1"/>
            <p:nvPr/>
          </p:nvSpPr>
          <p:spPr>
            <a:xfrm rot="764136">
              <a:off x="1274032" y="299469"/>
              <a:ext cx="47961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600" dirty="0"/>
                <a:t>10</a:t>
              </a:r>
              <a:r>
                <a:rPr lang="ky-KG" sz="1600" dirty="0"/>
                <a:t>с</a:t>
              </a:r>
              <a:endParaRPr lang="en-GB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73920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FCFF6D-C714-A547-E595-AC4FB139E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001452" y="1001451"/>
            <a:ext cx="6828906" cy="48260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CF51FB-2C4D-E85B-157B-69A9B93E8B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78546" y="1001451"/>
            <a:ext cx="6828907" cy="482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256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7566FEB-D214-486C-35D4-01142C0CA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321"/>
            <a:ext cx="4841513" cy="33409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C9393A-1A56-DCFA-BE65-9DDBF8330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0"/>
            <a:ext cx="4841513" cy="33409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599B241-FB35-25EA-9374-E13285246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96730"/>
            <a:ext cx="4841513" cy="33409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48EFC3-E4E7-63DC-44BE-534D85530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476409"/>
            <a:ext cx="4841513" cy="3340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83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809080"/>
            <a:ext cx="924088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mathematicskgz@gmail.com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198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10882</TotalTime>
  <Words>922</Words>
  <Application>Microsoft Office PowerPoint</Application>
  <PresentationFormat>A4 Paper (210x297 mm)</PresentationFormat>
  <Paragraphs>161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</vt:lpstr>
      <vt:lpstr>Calibri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530</cp:revision>
  <cp:lastPrinted>2024-09-05T08:52:06Z</cp:lastPrinted>
  <dcterms:created xsi:type="dcterms:W3CDTF">2017-01-17T16:57:04Z</dcterms:created>
  <dcterms:modified xsi:type="dcterms:W3CDTF">2024-09-05T08:53:34Z</dcterms:modified>
</cp:coreProperties>
</file>