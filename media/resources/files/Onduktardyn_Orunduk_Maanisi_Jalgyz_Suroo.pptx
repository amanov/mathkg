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39" r:id="rId3"/>
    <p:sldId id="940" r:id="rId4"/>
    <p:sldId id="953" r:id="rId5"/>
    <p:sldId id="952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D581572-C682-4208-9A7D-E13306EAD2F3}">
          <p14:sldIdLst>
            <p14:sldId id="951"/>
          </p14:sldIdLst>
        </p14:section>
        <p14:section name="Көрсөтүү үчүн" id="{059544AC-2C27-45B1-9F95-F87DF8854DD6}">
          <p14:sldIdLst>
            <p14:sldId id="939"/>
          </p14:sldIdLst>
        </p14:section>
        <p14:section name="Таркатма иш кагазы" id="{1FEDB314-42DC-4694-9B04-D4A4AAE625F7}">
          <p14:sldIdLst>
            <p14:sldId id="940"/>
            <p14:sldId id="953"/>
          </p14:sldIdLst>
        </p14:section>
        <p14:section name="Кайтарым байланыш" id="{B3F7E17E-0FAE-4BF5-9E47-DACC50F9647E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 сандар – орундардын мааниси – Жалгыз суроо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ресурста, көрсөтүү үчүн слайд жана таркатма иш кагазы бар.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Жооптор берилген эмес.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F52912-7023-4B9C-9920-5F2DFDAF721C}"/>
              </a:ext>
            </a:extLst>
          </p:cNvPr>
          <p:cNvSpPr/>
          <p:nvPr/>
        </p:nvSpPr>
        <p:spPr>
          <a:xfrm>
            <a:off x="111760" y="50800"/>
            <a:ext cx="9662160" cy="6766560"/>
          </a:xfrm>
          <a:prstGeom prst="roundRect">
            <a:avLst>
              <a:gd name="adj" fmla="val 5362"/>
            </a:avLst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B13A2-09BF-4AA2-80E7-BAB9B831EE2B}"/>
              </a:ext>
            </a:extLst>
          </p:cNvPr>
          <p:cNvSpPr txBox="1"/>
          <p:nvPr/>
        </p:nvSpPr>
        <p:spPr>
          <a:xfrm>
            <a:off x="3546908" y="0"/>
            <a:ext cx="28121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dirty="0"/>
              <a:t>Калкуляторго</a:t>
            </a:r>
          </a:p>
          <a:p>
            <a:pPr algn="ctr"/>
            <a:endParaRPr lang="ky-KG" sz="3600" dirty="0"/>
          </a:p>
          <a:p>
            <a:pPr algn="ctr"/>
            <a:r>
              <a:rPr lang="ky-KG" sz="4800" dirty="0"/>
              <a:t>4,5183 </a:t>
            </a:r>
          </a:p>
          <a:p>
            <a:pPr algn="ctr"/>
            <a:endParaRPr lang="ky-KG" sz="3600" dirty="0"/>
          </a:p>
          <a:p>
            <a:pPr algn="ctr"/>
            <a:r>
              <a:rPr lang="ky-KG" sz="3600" dirty="0"/>
              <a:t>санын тер.</a:t>
            </a:r>
            <a:endParaRPr lang="en-GB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3D61B-1B8E-40F1-94A0-2A872FCDA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944" y="234129"/>
            <a:ext cx="1155807" cy="135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1E95B7-C4FE-4375-995D-BB20845381F5}"/>
              </a:ext>
            </a:extLst>
          </p:cNvPr>
          <p:cNvSpPr txBox="1"/>
          <p:nvPr/>
        </p:nvSpPr>
        <p:spPr>
          <a:xfrm>
            <a:off x="469593" y="3097788"/>
            <a:ext cx="896681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Берилген ондук сандагы </a:t>
            </a:r>
            <a:r>
              <a:rPr lang="ky-KG" sz="4400" b="1" dirty="0"/>
              <a:t>1</a:t>
            </a:r>
            <a:r>
              <a:rPr lang="ky-KG" sz="3200" dirty="0"/>
              <a:t> саны </a:t>
            </a:r>
            <a:r>
              <a:rPr lang="ky-KG" sz="4400" b="1" dirty="0"/>
              <a:t>0</a:t>
            </a:r>
            <a:r>
              <a:rPr lang="ky-KG" sz="3200" dirty="0"/>
              <a:t> болушу </a:t>
            </a:r>
          </a:p>
          <a:p>
            <a:pPr algn="ctr"/>
            <a:r>
              <a:rPr lang="ky-KG" sz="3200" dirty="0"/>
              <a:t>үчүн кандай </a:t>
            </a:r>
            <a:r>
              <a:rPr lang="ky-KG" sz="3200" dirty="0">
                <a:solidFill>
                  <a:srgbClr val="FF0000"/>
                </a:solidFill>
              </a:rPr>
              <a:t>кемитүүнү амалын </a:t>
            </a:r>
            <a:r>
              <a:rPr lang="ky-KG" sz="3200" dirty="0"/>
              <a:t>аткаруубуз керек?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 Ушул эле амалды башка сандар үчүн кайтала.</a:t>
            </a:r>
          </a:p>
          <a:p>
            <a:pPr algn="ctr"/>
            <a:r>
              <a:rPr lang="ky-KG" sz="3200" dirty="0"/>
              <a:t>Эми </a:t>
            </a:r>
            <a:r>
              <a:rPr lang="ky-KG" sz="3200" b="1" dirty="0">
                <a:solidFill>
                  <a:srgbClr val="FF0000"/>
                </a:solidFill>
              </a:rPr>
              <a:t>кошуу амалы </a:t>
            </a:r>
            <a:r>
              <a:rPr lang="ky-KG" sz="3200" dirty="0"/>
              <a:t>менен </a:t>
            </a:r>
            <a:r>
              <a:rPr lang="ky-KG" sz="4400" b="1" dirty="0"/>
              <a:t>1</a:t>
            </a:r>
            <a:r>
              <a:rPr lang="ky-KG" sz="3200" dirty="0"/>
              <a:t> санын </a:t>
            </a:r>
            <a:r>
              <a:rPr lang="ky-KG" sz="4400" b="1" dirty="0"/>
              <a:t>0</a:t>
            </a:r>
            <a:r>
              <a:rPr lang="ky-KG" sz="3200" dirty="0"/>
              <a:t>гө айланта </a:t>
            </a:r>
          </a:p>
          <a:p>
            <a:pPr algn="ctr"/>
            <a:r>
              <a:rPr lang="ky-KG" sz="3200" dirty="0"/>
              <a:t>аласыңбы?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24A707-7A52-D6BB-16CC-10F6D9873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065881" y="2306890"/>
            <a:ext cx="6650299" cy="2244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322B36-E865-85FA-299F-BB0411CC1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2039" y="2306889"/>
            <a:ext cx="6650299" cy="22442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3297EF-A731-5E52-47B9-8249E1E04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49958" y="2306889"/>
            <a:ext cx="6650299" cy="22442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A7F022-3CBB-C9B1-4EA8-45A3DF851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57876" y="2306888"/>
            <a:ext cx="6650299" cy="22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12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CD4516-B8B1-96F4-397A-C8D009DD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5" y="11577"/>
            <a:ext cx="4926622" cy="3306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CF1569-F4FF-7FDB-D314-A9F104C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251" y="11577"/>
            <a:ext cx="4926622" cy="3306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603253-0DF8-77E8-4ABA-EDD9980E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8" y="3539481"/>
            <a:ext cx="4926622" cy="3306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84E37B-DFA9-F090-F05A-7757C7AE2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378" y="3539481"/>
            <a:ext cx="4926622" cy="330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4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10364</TotalTime>
  <Words>93</Words>
  <Application>Microsoft Office PowerPoint</Application>
  <PresentationFormat>A4 Paper (210x297 mm)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2024-09-22T17:59:33Z</cp:lastPrinted>
  <dcterms:created xsi:type="dcterms:W3CDTF">2017-01-17T16:57:04Z</dcterms:created>
  <dcterms:modified xsi:type="dcterms:W3CDTF">2024-09-22T18:01:22Z</dcterms:modified>
</cp:coreProperties>
</file>