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  <p:embeddedFont>
      <p:font typeface="Helvetica" panose="020B0604020202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9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6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0B557D-3E0D-10AA-556D-A2D4489959C9}"/>
              </a:ext>
            </a:extLst>
          </p:cNvPr>
          <p:cNvSpPr txBox="1"/>
          <p:nvPr/>
        </p:nvSpPr>
        <p:spPr>
          <a:xfrm>
            <a:off x="711200" y="1513840"/>
            <a:ext cx="89204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US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 </a:t>
            </a:r>
            <a:r>
              <a:rPr lang="en-GB" sz="4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дардын тартиби</a:t>
            </a:r>
            <a:r>
              <a:rPr lang="en-GB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>
                <a:solidFill>
                  <a:schemeClr val="accent4"/>
                </a:solidFill>
              </a:rPr>
              <a:t>ЖЕҢИЛ, </a:t>
            </a:r>
            <a:r>
              <a:rPr lang="ru-RU" sz="3200" dirty="0">
                <a:solidFill>
                  <a:srgbClr val="00B050"/>
                </a:solidFill>
              </a:rPr>
              <a:t>ОРТО,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3200" dirty="0">
              <a:solidFill>
                <a:srgbClr val="00B050"/>
              </a:solidFill>
            </a:endParaRPr>
          </a:p>
          <a:p>
            <a:pPr algn="ctr" defTabSz="478226">
              <a:defRPr/>
            </a:pPr>
            <a:endParaRPr lang="en-US" sz="1200" dirty="0">
              <a:solidFill>
                <a:schemeClr val="accent4"/>
              </a:solidFill>
            </a:endParaRPr>
          </a:p>
          <a:p>
            <a:pPr algn="ctr" defTabSz="478226">
              <a:defRPr/>
            </a:pPr>
            <a:endParaRPr lang="ky-KG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Кашаа- Даража – Тамыр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өлүү -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өбөйтүү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ошуу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</a:p>
          <a:p>
            <a:pPr algn="ctr" defTabSz="478226">
              <a:defRPr/>
            </a:pP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Бардык амалдардын тартиби</a:t>
            </a: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38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3" y="763511"/>
            <a:ext cx="3157425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82184" y="763511"/>
            <a:ext cx="2994815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32236" y="763511"/>
            <a:ext cx="3034261" cy="59217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2130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9C50E50-2231-CCC4-58D1-39F134FBFA2D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/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(3+2)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blipFill>
                <a:blip r:embed="rId7"/>
                <a:stretch>
                  <a:fillRect l="-485"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F9BA69D-A8A5-CDE8-6F5D-334C9F32C9CA}"/>
              </a:ext>
            </a:extLst>
          </p:cNvPr>
          <p:cNvSpPr txBox="1"/>
          <p:nvPr/>
        </p:nvSpPr>
        <p:spPr>
          <a:xfrm>
            <a:off x="2542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/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2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DEA7A49-7094-1C11-AD44-A4F31E1E5C75}"/>
              </a:ext>
            </a:extLst>
          </p:cNvPr>
          <p:cNvSpPr txBox="1"/>
          <p:nvPr/>
        </p:nvSpPr>
        <p:spPr>
          <a:xfrm>
            <a:off x="2542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/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4D72EC7A-07F0-09CD-E604-A5F804BBE816}"/>
              </a:ext>
            </a:extLst>
          </p:cNvPr>
          <p:cNvSpPr txBox="1"/>
          <p:nvPr/>
        </p:nvSpPr>
        <p:spPr>
          <a:xfrm>
            <a:off x="2542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/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E83843B3-9EA7-2D04-10C3-44B87465E76F}"/>
              </a:ext>
            </a:extLst>
          </p:cNvPr>
          <p:cNvSpPr txBox="1"/>
          <p:nvPr/>
        </p:nvSpPr>
        <p:spPr>
          <a:xfrm>
            <a:off x="2542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5A45AE-E6F9-BD30-8F8D-B078A23B0503}"/>
              </a:ext>
            </a:extLst>
          </p:cNvPr>
          <p:cNvSpPr txBox="1"/>
          <p:nvPr/>
        </p:nvSpPr>
        <p:spPr>
          <a:xfrm>
            <a:off x="45277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/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E7A25935-E78E-7CE0-D6B1-373A99B20145}"/>
              </a:ext>
            </a:extLst>
          </p:cNvPr>
          <p:cNvSpPr txBox="1"/>
          <p:nvPr/>
        </p:nvSpPr>
        <p:spPr>
          <a:xfrm>
            <a:off x="35689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/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0BEF79EF-BCA8-EEAD-A39A-A5406A61A293}"/>
              </a:ext>
            </a:extLst>
          </p:cNvPr>
          <p:cNvSpPr txBox="1"/>
          <p:nvPr/>
        </p:nvSpPr>
        <p:spPr>
          <a:xfrm>
            <a:off x="35689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/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0CDA5FF2-9C32-51B1-F78D-DAA0D15EAD40}"/>
              </a:ext>
            </a:extLst>
          </p:cNvPr>
          <p:cNvSpPr txBox="1"/>
          <p:nvPr/>
        </p:nvSpPr>
        <p:spPr>
          <a:xfrm>
            <a:off x="35689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/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50F8051C-9E5D-E3F4-4A63-AD23647E9C5E}"/>
              </a:ext>
            </a:extLst>
          </p:cNvPr>
          <p:cNvSpPr txBox="1"/>
          <p:nvPr/>
        </p:nvSpPr>
        <p:spPr>
          <a:xfrm>
            <a:off x="35689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/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8FAC8D82-CFFC-B4C8-8BE6-112767CED0FC}"/>
              </a:ext>
            </a:extLst>
          </p:cNvPr>
          <p:cNvSpPr txBox="1"/>
          <p:nvPr/>
        </p:nvSpPr>
        <p:spPr>
          <a:xfrm>
            <a:off x="35689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39AB15-2AF1-BE2D-AD1D-DDF29EDC049C}"/>
              </a:ext>
            </a:extLst>
          </p:cNvPr>
          <p:cNvSpPr txBox="1"/>
          <p:nvPr/>
        </p:nvSpPr>
        <p:spPr>
          <a:xfrm>
            <a:off x="7871021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/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12F95DA2-B344-8AE9-759C-6272CE8C5F60}"/>
              </a:ext>
            </a:extLst>
          </p:cNvPr>
          <p:cNvSpPr txBox="1"/>
          <p:nvPr/>
        </p:nvSpPr>
        <p:spPr>
          <a:xfrm>
            <a:off x="6912216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/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35C091B1-510E-1275-4CC8-6AA9647D75DE}"/>
              </a:ext>
            </a:extLst>
          </p:cNvPr>
          <p:cNvSpPr txBox="1"/>
          <p:nvPr/>
        </p:nvSpPr>
        <p:spPr>
          <a:xfrm>
            <a:off x="6912216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/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(3−1)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27</m:t>
                                  </m:r>
                                </m:e>
                              </m:rad>
                            </m:e>
                          </m: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1606E2A5-E24F-519B-1ED8-710DA105345F}"/>
              </a:ext>
            </a:extLst>
          </p:cNvPr>
          <p:cNvSpPr txBox="1"/>
          <p:nvPr/>
        </p:nvSpPr>
        <p:spPr>
          <a:xfrm>
            <a:off x="6912216" y="37088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/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4)</m:t>
                              </m:r>
                            </m:e>
                          </m:rad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1381C7-1EDB-0EF1-0E20-E96E0DE97430}"/>
              </a:ext>
            </a:extLst>
          </p:cNvPr>
          <p:cNvSpPr txBox="1"/>
          <p:nvPr/>
        </p:nvSpPr>
        <p:spPr>
          <a:xfrm>
            <a:off x="6912216" y="478494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48FE7-0239-3EB3-90DA-BD23133623C4}"/>
              </a:ext>
            </a:extLst>
          </p:cNvPr>
          <p:cNvSpPr txBox="1"/>
          <p:nvPr/>
        </p:nvSpPr>
        <p:spPr>
          <a:xfrm>
            <a:off x="1061182" y="167367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BDE9C-FABC-A075-A3B0-0C2232C88C6A}"/>
              </a:ext>
            </a:extLst>
          </p:cNvPr>
          <p:cNvSpPr txBox="1"/>
          <p:nvPr/>
        </p:nvSpPr>
        <p:spPr>
          <a:xfrm>
            <a:off x="4299488" y="919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C19865-4522-121D-5CBA-BDCC0830E8D4}"/>
              </a:ext>
            </a:extLst>
          </p:cNvPr>
          <p:cNvSpPr/>
          <p:nvPr/>
        </p:nvSpPr>
        <p:spPr>
          <a:xfrm>
            <a:off x="7701724" y="280285"/>
            <a:ext cx="1402269" cy="29606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3658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763511"/>
            <a:ext cx="3020256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763511"/>
            <a:ext cx="3081114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763511"/>
            <a:ext cx="3081114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50432" y="263652"/>
            <a:ext cx="467360" cy="3127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213046" y="763511"/>
            <a:ext cx="8633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/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9C50E50-2231-CCC4-58D1-39F134FBFA2D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/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(3+2)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blipFill>
                <a:blip r:embed="rId7"/>
                <a:stretch>
                  <a:fillRect l="-485"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2BBB78-D231-CC65-F659-0AA1DB89C949}"/>
                  </a:ext>
                </a:extLst>
              </p:cNvPr>
              <p:cNvSpPr txBox="1"/>
              <p:nvPr/>
            </p:nvSpPr>
            <p:spPr>
              <a:xfrm>
                <a:off x="2153263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2BBB78-D231-CC65-F659-0AA1DB89C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2784372"/>
                <a:ext cx="84811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F9BA69D-A8A5-CDE8-6F5D-334C9F32C9CA}"/>
              </a:ext>
            </a:extLst>
          </p:cNvPr>
          <p:cNvSpPr txBox="1"/>
          <p:nvPr/>
        </p:nvSpPr>
        <p:spPr>
          <a:xfrm>
            <a:off x="2542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/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2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0DA13FF-6F05-E772-7569-47FEF098590F}"/>
                  </a:ext>
                </a:extLst>
              </p:cNvPr>
              <p:cNvSpPr txBox="1"/>
              <p:nvPr/>
            </p:nvSpPr>
            <p:spPr>
              <a:xfrm>
                <a:off x="2231008" y="3944041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0DA13FF-6F05-E772-7569-47FEF0985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8" y="3944041"/>
                <a:ext cx="692626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DEA7A49-7094-1C11-AD44-A4F31E1E5C75}"/>
              </a:ext>
            </a:extLst>
          </p:cNvPr>
          <p:cNvSpPr txBox="1"/>
          <p:nvPr/>
        </p:nvSpPr>
        <p:spPr>
          <a:xfrm>
            <a:off x="2542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/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994351-58D3-2C63-94BE-C575FB2E2804}"/>
                  </a:ext>
                </a:extLst>
              </p:cNvPr>
              <p:cNvSpPr txBox="1"/>
              <p:nvPr/>
            </p:nvSpPr>
            <p:spPr>
              <a:xfrm>
                <a:off x="2231008" y="5103710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994351-58D3-2C63-94BE-C575FB2E2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8" y="5103710"/>
                <a:ext cx="69262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4D72EC7A-07F0-09CD-E604-A5F804BBE816}"/>
              </a:ext>
            </a:extLst>
          </p:cNvPr>
          <p:cNvSpPr txBox="1"/>
          <p:nvPr/>
        </p:nvSpPr>
        <p:spPr>
          <a:xfrm>
            <a:off x="2542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/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45457A-8BB2-1CB1-3CE9-5D289B0907ED}"/>
                  </a:ext>
                </a:extLst>
              </p:cNvPr>
              <p:cNvSpPr txBox="1"/>
              <p:nvPr/>
            </p:nvSpPr>
            <p:spPr>
              <a:xfrm>
                <a:off x="2153263" y="6263378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45457A-8BB2-1CB1-3CE9-5D289B090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6263378"/>
                <a:ext cx="84811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E83843B3-9EA7-2D04-10C3-44B87465E76F}"/>
              </a:ext>
            </a:extLst>
          </p:cNvPr>
          <p:cNvSpPr txBox="1"/>
          <p:nvPr/>
        </p:nvSpPr>
        <p:spPr>
          <a:xfrm>
            <a:off x="2542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5A45AE-E6F9-BD30-8F8D-B078A23B0503}"/>
              </a:ext>
            </a:extLst>
          </p:cNvPr>
          <p:cNvSpPr txBox="1"/>
          <p:nvPr/>
        </p:nvSpPr>
        <p:spPr>
          <a:xfrm>
            <a:off x="45277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/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7C22CF6-CC95-C725-93C1-0CAB376C1ED4}"/>
                  </a:ext>
                </a:extLst>
              </p:cNvPr>
              <p:cNvSpPr txBox="1"/>
              <p:nvPr/>
            </p:nvSpPr>
            <p:spPr>
              <a:xfrm>
                <a:off x="5467963" y="1624703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7C22CF6-CC95-C725-93C1-0CAB376C1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1624703"/>
                <a:ext cx="848117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E7A25935-E78E-7CE0-D6B1-373A99B20145}"/>
              </a:ext>
            </a:extLst>
          </p:cNvPr>
          <p:cNvSpPr txBox="1"/>
          <p:nvPr/>
        </p:nvSpPr>
        <p:spPr>
          <a:xfrm>
            <a:off x="35689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/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5FAC81-A4BB-6C04-B1F1-4755FB36B2A4}"/>
                  </a:ext>
                </a:extLst>
              </p:cNvPr>
              <p:cNvSpPr txBox="1"/>
              <p:nvPr/>
            </p:nvSpPr>
            <p:spPr>
              <a:xfrm>
                <a:off x="5467963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5FAC81-A4BB-6C04-B1F1-4755FB36B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2784372"/>
                <a:ext cx="848117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0BEF79EF-BCA8-EEAD-A39A-A5406A61A293}"/>
              </a:ext>
            </a:extLst>
          </p:cNvPr>
          <p:cNvSpPr txBox="1"/>
          <p:nvPr/>
        </p:nvSpPr>
        <p:spPr>
          <a:xfrm>
            <a:off x="35689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/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B3969-EF26-F925-CBBF-4C4D76575D4D}"/>
                  </a:ext>
                </a:extLst>
              </p:cNvPr>
              <p:cNvSpPr txBox="1"/>
              <p:nvPr/>
            </p:nvSpPr>
            <p:spPr>
              <a:xfrm>
                <a:off x="5545708" y="3944041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B3969-EF26-F925-CBBF-4C4D7657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708" y="3944041"/>
                <a:ext cx="692626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0CDA5FF2-9C32-51B1-F78D-DAA0D15EAD40}"/>
              </a:ext>
            </a:extLst>
          </p:cNvPr>
          <p:cNvSpPr txBox="1"/>
          <p:nvPr/>
        </p:nvSpPr>
        <p:spPr>
          <a:xfrm>
            <a:off x="35689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/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7BC0A2C-58E7-D73E-1B4E-3D45A19F8493}"/>
                  </a:ext>
                </a:extLst>
              </p:cNvPr>
              <p:cNvSpPr txBox="1"/>
              <p:nvPr/>
            </p:nvSpPr>
            <p:spPr>
              <a:xfrm>
                <a:off x="5467963" y="5103710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7BC0A2C-58E7-D73E-1B4E-3D45A19F8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5103710"/>
                <a:ext cx="84811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50F8051C-9E5D-E3F4-4A63-AD23647E9C5E}"/>
              </a:ext>
            </a:extLst>
          </p:cNvPr>
          <p:cNvSpPr txBox="1"/>
          <p:nvPr/>
        </p:nvSpPr>
        <p:spPr>
          <a:xfrm>
            <a:off x="35689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/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488BF-20D4-52AE-F148-E6C4467FA454}"/>
                  </a:ext>
                </a:extLst>
              </p:cNvPr>
              <p:cNvSpPr txBox="1"/>
              <p:nvPr/>
            </p:nvSpPr>
            <p:spPr>
              <a:xfrm>
                <a:off x="5439110" y="6263378"/>
                <a:ext cx="9058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5.5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488BF-20D4-52AE-F148-E6C4467FA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10" y="6263378"/>
                <a:ext cx="905824" cy="43088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8FAC8D82-CFFC-B4C8-8BE6-112767CED0FC}"/>
              </a:ext>
            </a:extLst>
          </p:cNvPr>
          <p:cNvSpPr txBox="1"/>
          <p:nvPr/>
        </p:nvSpPr>
        <p:spPr>
          <a:xfrm>
            <a:off x="35689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39AB15-2AF1-BE2D-AD1D-DDF29EDC049C}"/>
              </a:ext>
            </a:extLst>
          </p:cNvPr>
          <p:cNvSpPr txBox="1"/>
          <p:nvPr/>
        </p:nvSpPr>
        <p:spPr>
          <a:xfrm>
            <a:off x="7871021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/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2832482-E8DC-B0B2-1DF6-A1F9CAE0DFDF}"/>
                  </a:ext>
                </a:extLst>
              </p:cNvPr>
              <p:cNvSpPr txBox="1"/>
              <p:nvPr/>
            </p:nvSpPr>
            <p:spPr>
              <a:xfrm>
                <a:off x="8783988" y="1624703"/>
                <a:ext cx="90261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2832482-E8DC-B0B2-1DF6-A1F9CAE0D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988" y="1624703"/>
                <a:ext cx="902618" cy="43088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12F95DA2-B344-8AE9-759C-6272CE8C5F60}"/>
              </a:ext>
            </a:extLst>
          </p:cNvPr>
          <p:cNvSpPr txBox="1"/>
          <p:nvPr/>
        </p:nvSpPr>
        <p:spPr>
          <a:xfrm>
            <a:off x="6912216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/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9F02AC3-A080-C16F-6FB7-E66018924E4C}"/>
                  </a:ext>
                </a:extLst>
              </p:cNvPr>
              <p:cNvSpPr txBox="1"/>
              <p:nvPr/>
            </p:nvSpPr>
            <p:spPr>
              <a:xfrm>
                <a:off x="8811238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9F02AC3-A080-C16F-6FB7-E66018924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238" y="2784372"/>
                <a:ext cx="848117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35C091B1-510E-1275-4CC8-6AA9647D75DE}"/>
              </a:ext>
            </a:extLst>
          </p:cNvPr>
          <p:cNvSpPr txBox="1"/>
          <p:nvPr/>
        </p:nvSpPr>
        <p:spPr>
          <a:xfrm>
            <a:off x="6912216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/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(3−1)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27</m:t>
                                  </m:r>
                                </m:e>
                              </m:rad>
                            </m:e>
                          </m: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C901452-A3CE-CA84-6EBD-508F25D5DF19}"/>
                  </a:ext>
                </a:extLst>
              </p:cNvPr>
              <p:cNvSpPr txBox="1"/>
              <p:nvPr/>
            </p:nvSpPr>
            <p:spPr>
              <a:xfrm>
                <a:off x="8888983" y="4426266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C901452-A3CE-CA84-6EBD-508F25D5D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83" y="4426266"/>
                <a:ext cx="692626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1606E2A5-E24F-519B-1ED8-710DA105345F}"/>
              </a:ext>
            </a:extLst>
          </p:cNvPr>
          <p:cNvSpPr txBox="1"/>
          <p:nvPr/>
        </p:nvSpPr>
        <p:spPr>
          <a:xfrm>
            <a:off x="6912216" y="37088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/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4)</m:t>
                              </m:r>
                            </m:e>
                          </m:rad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48E405-A3C1-451A-CC3E-DD8A8943C44F}"/>
                  </a:ext>
                </a:extLst>
              </p:cNvPr>
              <p:cNvSpPr txBox="1"/>
              <p:nvPr/>
            </p:nvSpPr>
            <p:spPr>
              <a:xfrm>
                <a:off x="8888983" y="5956068"/>
                <a:ext cx="692626" cy="733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48E405-A3C1-451A-CC3E-DD8A8943C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83" y="5956068"/>
                <a:ext cx="692626" cy="73398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1381C7-1EDB-0EF1-0E20-E96E0DE97430}"/>
              </a:ext>
            </a:extLst>
          </p:cNvPr>
          <p:cNvSpPr txBox="1"/>
          <p:nvPr/>
        </p:nvSpPr>
        <p:spPr>
          <a:xfrm>
            <a:off x="6912216" y="478494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EAE96-E44D-AC2D-BB62-2097524FC225}"/>
              </a:ext>
            </a:extLst>
          </p:cNvPr>
          <p:cNvSpPr txBox="1"/>
          <p:nvPr/>
        </p:nvSpPr>
        <p:spPr>
          <a:xfrm>
            <a:off x="816381" y="141064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540A7-3544-1D06-F930-32A5BC5CF0DF}"/>
              </a:ext>
            </a:extLst>
          </p:cNvPr>
          <p:cNvSpPr txBox="1"/>
          <p:nvPr/>
        </p:nvSpPr>
        <p:spPr>
          <a:xfrm>
            <a:off x="4305923" y="141064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3565A-41DF-7AEC-90B9-883084033DCC}"/>
              </a:ext>
            </a:extLst>
          </p:cNvPr>
          <p:cNvSpPr/>
          <p:nvPr/>
        </p:nvSpPr>
        <p:spPr>
          <a:xfrm>
            <a:off x="7701724" y="280285"/>
            <a:ext cx="1402269" cy="36884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54" grpId="0"/>
      <p:bldP spid="72" grpId="0"/>
      <p:bldP spid="85" grpId="0"/>
      <p:bldP spid="89" grpId="0"/>
      <p:bldP spid="93" grpId="0"/>
      <p:bldP spid="96" grpId="0"/>
      <p:bldP spid="99" grpId="0"/>
      <p:bldP spid="102" grpId="0"/>
      <p:bldP spid="105" grpId="0"/>
      <p:bldP spid="125" grpId="0"/>
      <p:bldP spid="128" grpId="0"/>
      <p:bldP spid="137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DE22D-A0BC-8E63-12C2-E93380AD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" y="98048"/>
            <a:ext cx="4578808" cy="31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B7854-4CEB-E630-CB69-6A6474316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160" y="98048"/>
            <a:ext cx="4944567" cy="3134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357D4A-2653-CDB9-7F2E-338DD1AC0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" y="3429000"/>
            <a:ext cx="4578808" cy="3134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FE7D0B-1F9F-40A7-8945-A8362E77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160" y="3429000"/>
            <a:ext cx="4944567" cy="31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6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52920"/>
            <a:ext cx="924088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Бардык үчүн рахмат айтабыз.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Сураныч, электрондук кат жөнөтүңүз:</a:t>
            </a:r>
            <a:endParaRPr lang="en-US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b="1" i="0" dirty="0">
                <a:solidFill>
                  <a:srgbClr val="44474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mathematicskgz@gmail.com</a:t>
            </a:r>
            <a:endParaRPr lang="ru-RU" sz="2000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10627</TotalTime>
  <Words>260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Helvetica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2024-04-29T09:40:31Z</dcterms:modified>
</cp:coreProperties>
</file>