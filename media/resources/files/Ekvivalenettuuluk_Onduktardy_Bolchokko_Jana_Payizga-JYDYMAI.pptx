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47"/>
  </p:notesMasterIdLst>
  <p:sldIdLst>
    <p:sldId id="983" r:id="rId2"/>
    <p:sldId id="984" r:id="rId3"/>
    <p:sldId id="995" r:id="rId4"/>
    <p:sldId id="996" r:id="rId5"/>
    <p:sldId id="944" r:id="rId6"/>
    <p:sldId id="997" r:id="rId7"/>
    <p:sldId id="945" r:id="rId8"/>
    <p:sldId id="998" r:id="rId9"/>
    <p:sldId id="946" r:id="rId10"/>
    <p:sldId id="999" r:id="rId11"/>
    <p:sldId id="954" r:id="rId12"/>
    <p:sldId id="1000" r:id="rId13"/>
    <p:sldId id="955" r:id="rId14"/>
    <p:sldId id="1001" r:id="rId15"/>
    <p:sldId id="947" r:id="rId16"/>
    <p:sldId id="1002" r:id="rId17"/>
    <p:sldId id="948" r:id="rId18"/>
    <p:sldId id="1003" r:id="rId19"/>
    <p:sldId id="956" r:id="rId20"/>
    <p:sldId id="1004" r:id="rId21"/>
    <p:sldId id="957" r:id="rId22"/>
    <p:sldId id="1005" r:id="rId23"/>
    <p:sldId id="949" r:id="rId24"/>
    <p:sldId id="1006" r:id="rId25"/>
    <p:sldId id="958" r:id="rId26"/>
    <p:sldId id="1007" r:id="rId27"/>
    <p:sldId id="959" r:id="rId28"/>
    <p:sldId id="1008" r:id="rId29"/>
    <p:sldId id="950" r:id="rId30"/>
    <p:sldId id="1009" r:id="rId31"/>
    <p:sldId id="951" r:id="rId32"/>
    <p:sldId id="1010" r:id="rId33"/>
    <p:sldId id="960" r:id="rId34"/>
    <p:sldId id="1011" r:id="rId35"/>
    <p:sldId id="952" r:id="rId36"/>
    <p:sldId id="1012" r:id="rId37"/>
    <p:sldId id="961" r:id="rId38"/>
    <p:sldId id="1013" r:id="rId39"/>
    <p:sldId id="953" r:id="rId40"/>
    <p:sldId id="1014" r:id="rId41"/>
    <p:sldId id="962" r:id="rId42"/>
    <p:sldId id="1015" r:id="rId43"/>
    <p:sldId id="963" r:id="rId44"/>
    <p:sldId id="833" r:id="rId45"/>
    <p:sldId id="993" r:id="rId46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48"/>
    </p:embeddedFont>
    <p:embeddedFont>
      <p:font typeface="Bernard MT Condensed" panose="02050806060905020404" pitchFamily="18" charset="0"/>
      <p:regular r:id="rId49"/>
    </p:embeddedFont>
    <p:embeddedFont>
      <p:font typeface="Cambria Math" panose="02040503050406030204" pitchFamily="18" charset="0"/>
      <p:regular r:id="rId5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14BEC4A-4531-40C4-A5E6-AFA10A4A0E61}">
          <p14:sldIdLst>
            <p14:sldId id="983"/>
          </p14:sldIdLst>
        </p14:section>
        <p14:section name="Титулдук слайд" id="{942499A6-327B-410B-9EF0-9C14FB66AB89}">
          <p14:sldIdLst>
            <p14:sldId id="984"/>
            <p14:sldId id="995"/>
          </p14:sldIdLst>
        </p14:section>
        <p14:section name="Оюн" id="{267FD0E9-36B9-4F9E-842D-CBFE57676936}">
          <p14:sldIdLst>
            <p14:sldId id="996"/>
            <p14:sldId id="944"/>
            <p14:sldId id="997"/>
            <p14:sldId id="945"/>
            <p14:sldId id="998"/>
            <p14:sldId id="946"/>
            <p14:sldId id="999"/>
            <p14:sldId id="954"/>
            <p14:sldId id="1000"/>
            <p14:sldId id="955"/>
            <p14:sldId id="1001"/>
            <p14:sldId id="947"/>
            <p14:sldId id="1002"/>
            <p14:sldId id="948"/>
            <p14:sldId id="1003"/>
            <p14:sldId id="956"/>
            <p14:sldId id="1004"/>
            <p14:sldId id="957"/>
            <p14:sldId id="1005"/>
            <p14:sldId id="949"/>
            <p14:sldId id="1006"/>
            <p14:sldId id="958"/>
            <p14:sldId id="1007"/>
            <p14:sldId id="959"/>
            <p14:sldId id="1008"/>
            <p14:sldId id="950"/>
            <p14:sldId id="1009"/>
            <p14:sldId id="951"/>
            <p14:sldId id="1010"/>
            <p14:sldId id="960"/>
            <p14:sldId id="1011"/>
            <p14:sldId id="952"/>
            <p14:sldId id="1012"/>
            <p14:sldId id="961"/>
            <p14:sldId id="1013"/>
            <p14:sldId id="953"/>
            <p14:sldId id="1014"/>
            <p14:sldId id="962"/>
            <p14:sldId id="1015"/>
            <p14:sldId id="963"/>
            <p14:sldId id="833"/>
          </p14:sldIdLst>
        </p14:section>
        <p14:section name="Кайтарым байланыш" id="{03B37114-DCDE-48DC-B038-E57F20627236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-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23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4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4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4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.jp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BAE90-348B-F954-5F83-E34404E0F721}"/>
              </a:ext>
            </a:extLst>
          </p:cNvPr>
          <p:cNvSpPr/>
          <p:nvPr/>
        </p:nvSpPr>
        <p:spPr>
          <a:xfrm>
            <a:off x="0" y="1564384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Ондуктарды бөлчөккө жана пайызга айландыруу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6D007-2658-71C9-451F-09B96DEB38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C6184A-7B4A-29DD-8B8A-FFD814C5111D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BA8C5A9-39D8-298D-7734-40A472A940DD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7085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466080" y="554123"/>
            <a:ext cx="9268884" cy="2254888"/>
            <a:chOff x="318558" y="2301556"/>
            <a:chExt cx="926888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318558" y="2345631"/>
              <a:ext cx="926888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99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4327812" y="1912050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1020005" y="354693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775041" y="432831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761127" y="3052516"/>
            <a:ext cx="8973837" cy="358820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Ондуктарды бөлчөктөргө жана пайыздарга айландыруу</a:t>
            </a:r>
            <a:endParaRPr lang="en-US" sz="36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5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573633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573633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7" y="542840"/>
            <a:ext cx="40092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5404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050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78340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78340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19543" y="542840"/>
            <a:ext cx="40669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153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019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69149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69149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7702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859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497241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497241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730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957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76264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76264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337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510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7469993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7469993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5487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965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32%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046345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046345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4820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670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5115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5115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11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538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63443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63443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19544" y="542840"/>
            <a:ext cx="40669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9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522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508377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508377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736185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084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540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742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408106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408106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8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327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50.5%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96116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0.505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96116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1803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4411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6.8%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969924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0.068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969924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62493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240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972473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0.006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972473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553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607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127%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266469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1.27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266469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32609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337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0275320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0275320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073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295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200.56%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811151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2.0056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811151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48396" y="542840"/>
            <a:ext cx="40092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8265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966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535918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535918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67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18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845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3558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2.084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3558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878672" y="542840"/>
            <a:ext cx="41487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 </a:t>
            </a:r>
          </a:p>
          <a:p>
            <a:pPr algn="ctr"/>
            <a:r>
              <a:rPr lang="ky-KG" sz="2800" dirty="0"/>
              <a:t>сан кылып жаз.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2084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521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10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8360</TotalTime>
  <Words>386</Words>
  <Application>Microsoft Office PowerPoint</Application>
  <PresentationFormat>A4 Paper (210x297 mm)</PresentationFormat>
  <Paragraphs>147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Bernard MT Condensed</vt:lpstr>
      <vt:lpstr>Calibri Light</vt:lpstr>
      <vt:lpstr>Cambria Math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2017-12-31T22:38:51Z</cp:lastPrinted>
  <dcterms:created xsi:type="dcterms:W3CDTF">2017-01-17T16:57:04Z</dcterms:created>
  <dcterms:modified xsi:type="dcterms:W3CDTF">2024-08-29T17:04:20Z</dcterms:modified>
</cp:coreProperties>
</file>